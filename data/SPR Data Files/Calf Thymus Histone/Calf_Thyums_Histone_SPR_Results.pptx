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843E12-6AEC-48AD-900A-CC03F146AAD7}">
  <a:tblStyle styleId="{91843E12-6AEC-48AD-900A-CC03F146AA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955243" y="5332591"/>
            <a:ext cx="22815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Brian Watts, Ph.D.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 Core Facility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October 5-8, 2020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2395725" y="509747"/>
            <a:ext cx="7400550" cy="1415772"/>
            <a:chOff x="871725" y="1359648"/>
            <a:chExt cx="7400550" cy="1415772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871725" y="1359648"/>
              <a:ext cx="7400550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BIA Core SPR Results</a:t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871725" y="2129089"/>
              <a:ext cx="740055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Spyros Pavlidis</a:t>
              </a:r>
              <a:endPara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3"/>
          <p:cNvSpPr txBox="1"/>
          <p:nvPr/>
        </p:nvSpPr>
        <p:spPr>
          <a:xfrm>
            <a:off x="4458761" y="2613391"/>
            <a:ext cx="327447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arenR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RNA Aptamers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arenR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BSA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arenR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Histone, Calf Thymus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251961" y="803556"/>
            <a:ext cx="11688075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 Preparation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 Desorb and Sanitize cleaning procedure x 1 and Desorb procedure using RNase Away x 3.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run on standby with Milli-Q Water as running buffer for several days to rinse system.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RNA Aptamer Immobilization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Immobilized thiolated RNA aptamer via incubation on a blank Au sensor chip.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RNA Immobilization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 µM RNA aptamer; 18,000 sec x 3 @ 1 µL/min on Fc4 (15 hr incubation)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Spacer Immobilization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 mM 6-Mercapto-1-hexanol (MCH); 18,000 sec @ 1 µL/min on Fc3,4 (5 hr incubation)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Analyte Preparation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Weighed out ~10 mg of dry Calf Thymus Histone (CTH) and Bovine Serum Albumin (BSA) and solubilized in 2 mL HBS-EP+.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Measured concentration via nanodrop for BSA (MW = 66,500 g/mol, ε = 43,824 M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CTH (MW = 14,956 g/mol, ε = 5,376.5 M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stocks.</a:t>
            </a:r>
            <a:endParaRPr baseline="3000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Binding Screen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Manually identified ideal regeneration condition via sequential injection.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up method to screen BSA and CTH against MCH and RNA/MCH surfaces.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 Cells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3,4 (Ref sub. 4-3)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Binding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180 sec association, 600 sec dissociation @ 30 µL/min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Regeneration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50 mM NaOH, 1 M NaCl, 60 sec @ 30 µL/min (30 sec baseline stabilization)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 1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	0, 1.56, 3.13, 6.25, 12.5, 25, 50, 100, 200 nM BSA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0, 1.35, 2.71, 5.41, 10.8, 21.7, 43.3, 86.3, 173.2 nM CTH*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 2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	0, 0.10, 0.20, 0.39, 0.78, 1.56, 3.13, 6.25, 12.5, 25, 50, 100 nM BSA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0, 0.10, 0.20, 0.39, 0.78, 1.56, 3.13, 6.25, 12.5, 25, 50, 100 nM CTH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704352" y="80914"/>
            <a:ext cx="878329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Experimental Details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(SPR – Biacore T200)</a:t>
            </a:r>
            <a:endParaRPr b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4588" y="6541366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BEW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025893" y="6079701"/>
            <a:ext cx="30615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*CTH dilutions for Exp 1 were originally made to match BSA dilutions, however recalculation of the MW and ε of CTH reduced the calculated stock concentration and subsequent dilutions.</a:t>
            </a:r>
            <a:endParaRPr i="1" sz="10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5"/>
          <p:cNvGrpSpPr/>
          <p:nvPr/>
        </p:nvGrpSpPr>
        <p:grpSpPr>
          <a:xfrm>
            <a:off x="850391" y="630936"/>
            <a:ext cx="4693920" cy="2891809"/>
            <a:chOff x="456052" y="342156"/>
            <a:chExt cx="4693920" cy="2891809"/>
          </a:xfrm>
        </p:grpSpPr>
        <p:grpSp>
          <p:nvGrpSpPr>
            <p:cNvPr id="102" name="Google Shape;102;p15"/>
            <p:cNvGrpSpPr/>
            <p:nvPr/>
          </p:nvGrpSpPr>
          <p:grpSpPr>
            <a:xfrm>
              <a:off x="456052" y="673645"/>
              <a:ext cx="4693920" cy="2560320"/>
              <a:chOff x="456054" y="730251"/>
              <a:chExt cx="4592655" cy="2698650"/>
            </a:xfrm>
          </p:grpSpPr>
          <p:cxnSp>
            <p:nvCxnSpPr>
              <p:cNvPr id="103" name="Google Shape;103;p15"/>
              <p:cNvCxnSpPr/>
              <p:nvPr/>
            </p:nvCxnSpPr>
            <p:spPr>
              <a:xfrm rot="10800000">
                <a:off x="895351" y="730251"/>
                <a:ext cx="0" cy="23383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15"/>
              <p:cNvCxnSpPr/>
              <p:nvPr/>
            </p:nvCxnSpPr>
            <p:spPr>
              <a:xfrm rot="10800000">
                <a:off x="879476" y="306863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15"/>
              <p:cNvCxnSpPr/>
              <p:nvPr/>
            </p:nvCxnSpPr>
            <p:spPr>
              <a:xfrm rot="10800000">
                <a:off x="879476" y="28035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15"/>
              <p:cNvCxnSpPr/>
              <p:nvPr/>
            </p:nvCxnSpPr>
            <p:spPr>
              <a:xfrm rot="10800000">
                <a:off x="879476" y="25368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5"/>
              <p:cNvCxnSpPr/>
              <p:nvPr/>
            </p:nvCxnSpPr>
            <p:spPr>
              <a:xfrm rot="10800000">
                <a:off x="879476" y="22733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15"/>
              <p:cNvCxnSpPr/>
              <p:nvPr/>
            </p:nvCxnSpPr>
            <p:spPr>
              <a:xfrm rot="10800000">
                <a:off x="879476" y="20066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5"/>
              <p:cNvCxnSpPr/>
              <p:nvPr/>
            </p:nvCxnSpPr>
            <p:spPr>
              <a:xfrm rot="10800000">
                <a:off x="879476" y="174148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5"/>
              <p:cNvCxnSpPr/>
              <p:nvPr/>
            </p:nvCxnSpPr>
            <p:spPr>
              <a:xfrm rot="10800000">
                <a:off x="879476" y="147478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15"/>
              <p:cNvCxnSpPr/>
              <p:nvPr/>
            </p:nvCxnSpPr>
            <p:spPr>
              <a:xfrm rot="10800000">
                <a:off x="879476" y="12096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15"/>
              <p:cNvCxnSpPr/>
              <p:nvPr/>
            </p:nvCxnSpPr>
            <p:spPr>
              <a:xfrm rot="10800000">
                <a:off x="879476" y="9429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15"/>
              <p:cNvCxnSpPr/>
              <p:nvPr/>
            </p:nvCxnSpPr>
            <p:spPr>
              <a:xfrm rot="10800000">
                <a:off x="858838" y="3068638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5"/>
              <p:cNvCxnSpPr/>
              <p:nvPr/>
            </p:nvCxnSpPr>
            <p:spPr>
              <a:xfrm rot="10800000">
                <a:off x="858838" y="253682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15"/>
              <p:cNvCxnSpPr/>
              <p:nvPr/>
            </p:nvCxnSpPr>
            <p:spPr>
              <a:xfrm rot="10800000">
                <a:off x="858838" y="200660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5"/>
              <p:cNvCxnSpPr/>
              <p:nvPr/>
            </p:nvCxnSpPr>
            <p:spPr>
              <a:xfrm rot="10800000">
                <a:off x="858838" y="1474788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5"/>
              <p:cNvCxnSpPr/>
              <p:nvPr/>
            </p:nvCxnSpPr>
            <p:spPr>
              <a:xfrm rot="10800000">
                <a:off x="858838" y="94297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5"/>
              <p:cNvSpPr/>
              <p:nvPr/>
            </p:nvSpPr>
            <p:spPr>
              <a:xfrm>
                <a:off x="684213" y="3003551"/>
                <a:ext cx="11381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708026" y="2471738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08026" y="1941513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668338" y="1409701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13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668338" y="877888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18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3" name="Google Shape;123;p15"/>
              <p:cNvCxnSpPr/>
              <p:nvPr/>
            </p:nvCxnSpPr>
            <p:spPr>
              <a:xfrm>
                <a:off x="895351" y="3068638"/>
                <a:ext cx="404336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15"/>
              <p:cNvCxnSpPr/>
              <p:nvPr/>
            </p:nvCxnSpPr>
            <p:spPr>
              <a:xfrm>
                <a:off x="89535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" name="Google Shape;125;p15"/>
              <p:cNvCxnSpPr/>
              <p:nvPr/>
            </p:nvCxnSpPr>
            <p:spPr>
              <a:xfrm>
                <a:off x="112077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" name="Google Shape;126;p15"/>
              <p:cNvCxnSpPr/>
              <p:nvPr/>
            </p:nvCxnSpPr>
            <p:spPr>
              <a:xfrm>
                <a:off x="134461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" name="Google Shape;127;p15"/>
              <p:cNvCxnSpPr/>
              <p:nvPr/>
            </p:nvCxnSpPr>
            <p:spPr>
              <a:xfrm>
                <a:off x="157003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" name="Google Shape;128;p15"/>
              <p:cNvCxnSpPr/>
              <p:nvPr/>
            </p:nvCxnSpPr>
            <p:spPr>
              <a:xfrm>
                <a:off x="179387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" name="Google Shape;129;p15"/>
              <p:cNvCxnSpPr/>
              <p:nvPr/>
            </p:nvCxnSpPr>
            <p:spPr>
              <a:xfrm>
                <a:off x="201771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" name="Google Shape;130;p15"/>
              <p:cNvCxnSpPr/>
              <p:nvPr/>
            </p:nvCxnSpPr>
            <p:spPr>
              <a:xfrm>
                <a:off x="224313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5"/>
              <p:cNvCxnSpPr/>
              <p:nvPr/>
            </p:nvCxnSpPr>
            <p:spPr>
              <a:xfrm>
                <a:off x="246697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5"/>
              <p:cNvCxnSpPr/>
              <p:nvPr/>
            </p:nvCxnSpPr>
            <p:spPr>
              <a:xfrm>
                <a:off x="269240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5"/>
              <p:cNvCxnSpPr/>
              <p:nvPr/>
            </p:nvCxnSpPr>
            <p:spPr>
              <a:xfrm>
                <a:off x="291623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" name="Google Shape;134;p15"/>
              <p:cNvCxnSpPr/>
              <p:nvPr/>
            </p:nvCxnSpPr>
            <p:spPr>
              <a:xfrm>
                <a:off x="314166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" name="Google Shape;135;p15"/>
              <p:cNvCxnSpPr/>
              <p:nvPr/>
            </p:nvCxnSpPr>
            <p:spPr>
              <a:xfrm>
                <a:off x="336550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5"/>
              <p:cNvCxnSpPr/>
              <p:nvPr/>
            </p:nvCxnSpPr>
            <p:spPr>
              <a:xfrm>
                <a:off x="359092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5"/>
              <p:cNvCxnSpPr/>
              <p:nvPr/>
            </p:nvCxnSpPr>
            <p:spPr>
              <a:xfrm>
                <a:off x="381476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" name="Google Shape;138;p15"/>
              <p:cNvCxnSpPr/>
              <p:nvPr/>
            </p:nvCxnSpPr>
            <p:spPr>
              <a:xfrm>
                <a:off x="404018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" name="Google Shape;139;p15"/>
              <p:cNvCxnSpPr/>
              <p:nvPr/>
            </p:nvCxnSpPr>
            <p:spPr>
              <a:xfrm>
                <a:off x="426402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5"/>
              <p:cNvCxnSpPr/>
              <p:nvPr/>
            </p:nvCxnSpPr>
            <p:spPr>
              <a:xfrm>
                <a:off x="448945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" name="Google Shape;141;p15"/>
              <p:cNvCxnSpPr/>
              <p:nvPr/>
            </p:nvCxnSpPr>
            <p:spPr>
              <a:xfrm>
                <a:off x="471328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" name="Google Shape;142;p15"/>
              <p:cNvCxnSpPr/>
              <p:nvPr/>
            </p:nvCxnSpPr>
            <p:spPr>
              <a:xfrm>
                <a:off x="493871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3" name="Google Shape;143;p15"/>
              <p:cNvCxnSpPr/>
              <p:nvPr/>
            </p:nvCxnSpPr>
            <p:spPr>
              <a:xfrm>
                <a:off x="895351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4" name="Google Shape;144;p15"/>
              <p:cNvCxnSpPr/>
              <p:nvPr/>
            </p:nvCxnSpPr>
            <p:spPr>
              <a:xfrm>
                <a:off x="1344613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" name="Google Shape;145;p15"/>
              <p:cNvCxnSpPr/>
              <p:nvPr/>
            </p:nvCxnSpPr>
            <p:spPr>
              <a:xfrm>
                <a:off x="1793876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" name="Google Shape;146;p15"/>
              <p:cNvCxnSpPr/>
              <p:nvPr/>
            </p:nvCxnSpPr>
            <p:spPr>
              <a:xfrm>
                <a:off x="2243138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" name="Google Shape;147;p15"/>
              <p:cNvCxnSpPr/>
              <p:nvPr/>
            </p:nvCxnSpPr>
            <p:spPr>
              <a:xfrm>
                <a:off x="2692401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" name="Google Shape;148;p15"/>
              <p:cNvCxnSpPr/>
              <p:nvPr/>
            </p:nvCxnSpPr>
            <p:spPr>
              <a:xfrm>
                <a:off x="3141663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5"/>
              <p:cNvCxnSpPr/>
              <p:nvPr/>
            </p:nvCxnSpPr>
            <p:spPr>
              <a:xfrm>
                <a:off x="3590926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" name="Google Shape;150;p15"/>
              <p:cNvCxnSpPr/>
              <p:nvPr/>
            </p:nvCxnSpPr>
            <p:spPr>
              <a:xfrm>
                <a:off x="4040188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" name="Google Shape;151;p15"/>
              <p:cNvCxnSpPr/>
              <p:nvPr/>
            </p:nvCxnSpPr>
            <p:spPr>
              <a:xfrm>
                <a:off x="4489451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" name="Google Shape;152;p15"/>
              <p:cNvCxnSpPr/>
              <p:nvPr/>
            </p:nvCxnSpPr>
            <p:spPr>
              <a:xfrm>
                <a:off x="4938713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3" name="Google Shape;153;p15"/>
              <p:cNvSpPr/>
              <p:nvPr/>
            </p:nvSpPr>
            <p:spPr>
              <a:xfrm>
                <a:off x="819151" y="3121026"/>
                <a:ext cx="254878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1323976" y="3121026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1692276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2141538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2590801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3040063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3489326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3938588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4387851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4837113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 rot="-5400000">
                <a:off x="73737" y="1822500"/>
                <a:ext cx="918521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Response (RU)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2492394" y="3275013"/>
                <a:ext cx="490519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 (s)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077913" y="2855913"/>
                <a:ext cx="3810000" cy="0"/>
              </a:xfrm>
              <a:custGeom>
                <a:rect b="b" l="l" r="r" t="t"/>
                <a:pathLst>
                  <a:path extrusionOk="0" h="120000" w="1442">
                    <a:moveTo>
                      <a:pt x="0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5" y="0"/>
                    </a:lnTo>
                    <a:lnTo>
                      <a:pt x="26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4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8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7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1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5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9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3" y="0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100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8" y="0"/>
                    </a:lnTo>
                    <a:lnTo>
                      <a:pt x="109" y="0"/>
                    </a:lnTo>
                    <a:lnTo>
                      <a:pt x="111" y="0"/>
                    </a:lnTo>
                    <a:lnTo>
                      <a:pt x="112" y="0"/>
                    </a:lnTo>
                    <a:lnTo>
                      <a:pt x="113" y="0"/>
                    </a:lnTo>
                    <a:lnTo>
                      <a:pt x="115" y="0"/>
                    </a:lnTo>
                    <a:lnTo>
                      <a:pt x="116" y="0"/>
                    </a:lnTo>
                    <a:lnTo>
                      <a:pt x="117" y="0"/>
                    </a:lnTo>
                    <a:lnTo>
                      <a:pt x="119" y="0"/>
                    </a:lnTo>
                    <a:lnTo>
                      <a:pt x="120" y="0"/>
                    </a:lnTo>
                    <a:lnTo>
                      <a:pt x="121" y="0"/>
                    </a:lnTo>
                    <a:lnTo>
                      <a:pt x="123" y="0"/>
                    </a:lnTo>
                    <a:lnTo>
                      <a:pt x="124" y="0"/>
                    </a:lnTo>
                    <a:lnTo>
                      <a:pt x="125" y="0"/>
                    </a:lnTo>
                    <a:lnTo>
                      <a:pt x="127" y="0"/>
                    </a:lnTo>
                    <a:lnTo>
                      <a:pt x="128" y="0"/>
                    </a:lnTo>
                    <a:lnTo>
                      <a:pt x="130" y="0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0" y="0"/>
                    </a:lnTo>
                    <a:lnTo>
                      <a:pt x="142" y="0"/>
                    </a:lnTo>
                    <a:lnTo>
                      <a:pt x="143" y="0"/>
                    </a:lnTo>
                    <a:lnTo>
                      <a:pt x="145" y="0"/>
                    </a:lnTo>
                    <a:lnTo>
                      <a:pt x="146" y="0"/>
                    </a:lnTo>
                    <a:lnTo>
                      <a:pt x="147" y="0"/>
                    </a:lnTo>
                    <a:lnTo>
                      <a:pt x="149" y="0"/>
                    </a:lnTo>
                    <a:lnTo>
                      <a:pt x="150" y="0"/>
                    </a:lnTo>
                    <a:lnTo>
                      <a:pt x="151" y="0"/>
                    </a:lnTo>
                    <a:lnTo>
                      <a:pt x="153" y="0"/>
                    </a:lnTo>
                    <a:lnTo>
                      <a:pt x="154" y="0"/>
                    </a:lnTo>
                    <a:lnTo>
                      <a:pt x="155" y="0"/>
                    </a:lnTo>
                    <a:lnTo>
                      <a:pt x="157" y="0"/>
                    </a:lnTo>
                    <a:lnTo>
                      <a:pt x="158" y="0"/>
                    </a:lnTo>
                    <a:lnTo>
                      <a:pt x="159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3" y="0"/>
                    </a:lnTo>
                    <a:lnTo>
                      <a:pt x="184" y="0"/>
                    </a:lnTo>
                    <a:lnTo>
                      <a:pt x="185" y="0"/>
                    </a:lnTo>
                    <a:lnTo>
                      <a:pt x="187" y="0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1" y="0"/>
                    </a:lnTo>
                    <a:lnTo>
                      <a:pt x="192" y="0"/>
                    </a:lnTo>
                    <a:lnTo>
                      <a:pt x="193" y="0"/>
                    </a:lnTo>
                    <a:lnTo>
                      <a:pt x="195" y="0"/>
                    </a:lnTo>
                    <a:lnTo>
                      <a:pt x="196" y="0"/>
                    </a:lnTo>
                    <a:lnTo>
                      <a:pt x="198" y="0"/>
                    </a:lnTo>
                    <a:lnTo>
                      <a:pt x="199" y="0"/>
                    </a:lnTo>
                    <a:lnTo>
                      <a:pt x="200" y="0"/>
                    </a:lnTo>
                    <a:lnTo>
                      <a:pt x="202" y="0"/>
                    </a:lnTo>
                    <a:lnTo>
                      <a:pt x="203" y="0"/>
                    </a:lnTo>
                    <a:lnTo>
                      <a:pt x="204" y="0"/>
                    </a:lnTo>
                    <a:lnTo>
                      <a:pt x="206" y="0"/>
                    </a:lnTo>
                    <a:lnTo>
                      <a:pt x="207" y="0"/>
                    </a:lnTo>
                    <a:lnTo>
                      <a:pt x="208" y="0"/>
                    </a:lnTo>
                    <a:lnTo>
                      <a:pt x="210" y="0"/>
                    </a:lnTo>
                    <a:lnTo>
                      <a:pt x="211" y="0"/>
                    </a:lnTo>
                    <a:lnTo>
                      <a:pt x="213" y="0"/>
                    </a:lnTo>
                    <a:lnTo>
                      <a:pt x="214" y="0"/>
                    </a:lnTo>
                    <a:lnTo>
                      <a:pt x="215" y="0"/>
                    </a:lnTo>
                    <a:lnTo>
                      <a:pt x="217" y="0"/>
                    </a:lnTo>
                    <a:lnTo>
                      <a:pt x="218" y="0"/>
                    </a:lnTo>
                    <a:lnTo>
                      <a:pt x="219" y="0"/>
                    </a:lnTo>
                    <a:lnTo>
                      <a:pt x="221" y="0"/>
                    </a:lnTo>
                    <a:lnTo>
                      <a:pt x="222" y="0"/>
                    </a:lnTo>
                    <a:lnTo>
                      <a:pt x="223" y="0"/>
                    </a:lnTo>
                    <a:lnTo>
                      <a:pt x="225" y="0"/>
                    </a:lnTo>
                    <a:lnTo>
                      <a:pt x="226" y="0"/>
                    </a:lnTo>
                    <a:lnTo>
                      <a:pt x="227" y="0"/>
                    </a:lnTo>
                    <a:lnTo>
                      <a:pt x="229" y="0"/>
                    </a:lnTo>
                    <a:lnTo>
                      <a:pt x="230" y="0"/>
                    </a:lnTo>
                    <a:lnTo>
                      <a:pt x="232" y="0"/>
                    </a:lnTo>
                    <a:lnTo>
                      <a:pt x="233" y="0"/>
                    </a:lnTo>
                    <a:lnTo>
                      <a:pt x="234" y="0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8" y="0"/>
                    </a:lnTo>
                    <a:lnTo>
                      <a:pt x="240" y="0"/>
                    </a:lnTo>
                    <a:lnTo>
                      <a:pt x="241" y="0"/>
                    </a:lnTo>
                    <a:lnTo>
                      <a:pt x="242" y="0"/>
                    </a:lnTo>
                    <a:lnTo>
                      <a:pt x="244" y="0"/>
                    </a:lnTo>
                    <a:lnTo>
                      <a:pt x="245" y="0"/>
                    </a:lnTo>
                    <a:lnTo>
                      <a:pt x="247" y="0"/>
                    </a:lnTo>
                    <a:lnTo>
                      <a:pt x="248" y="0"/>
                    </a:lnTo>
                    <a:lnTo>
                      <a:pt x="249" y="0"/>
                    </a:lnTo>
                    <a:lnTo>
                      <a:pt x="251" y="0"/>
                    </a:lnTo>
                    <a:lnTo>
                      <a:pt x="252" y="0"/>
                    </a:lnTo>
                    <a:lnTo>
                      <a:pt x="253" y="0"/>
                    </a:lnTo>
                    <a:lnTo>
                      <a:pt x="255" y="0"/>
                    </a:lnTo>
                    <a:lnTo>
                      <a:pt x="256" y="0"/>
                    </a:lnTo>
                    <a:lnTo>
                      <a:pt x="257" y="0"/>
                    </a:lnTo>
                    <a:lnTo>
                      <a:pt x="259" y="0"/>
                    </a:lnTo>
                    <a:lnTo>
                      <a:pt x="260" y="0"/>
                    </a:lnTo>
                    <a:lnTo>
                      <a:pt x="261" y="0"/>
                    </a:lnTo>
                    <a:lnTo>
                      <a:pt x="263" y="0"/>
                    </a:lnTo>
                    <a:lnTo>
                      <a:pt x="264" y="0"/>
                    </a:lnTo>
                    <a:lnTo>
                      <a:pt x="266" y="0"/>
                    </a:lnTo>
                    <a:lnTo>
                      <a:pt x="267" y="0"/>
                    </a:lnTo>
                    <a:lnTo>
                      <a:pt x="268" y="0"/>
                    </a:lnTo>
                    <a:lnTo>
                      <a:pt x="270" y="0"/>
                    </a:lnTo>
                    <a:lnTo>
                      <a:pt x="271" y="0"/>
                    </a:lnTo>
                    <a:lnTo>
                      <a:pt x="272" y="0"/>
                    </a:lnTo>
                    <a:lnTo>
                      <a:pt x="274" y="0"/>
                    </a:lnTo>
                    <a:lnTo>
                      <a:pt x="275" y="0"/>
                    </a:lnTo>
                    <a:lnTo>
                      <a:pt x="276" y="0"/>
                    </a:lnTo>
                    <a:lnTo>
                      <a:pt x="278" y="0"/>
                    </a:lnTo>
                    <a:lnTo>
                      <a:pt x="279" y="0"/>
                    </a:lnTo>
                    <a:lnTo>
                      <a:pt x="281" y="0"/>
                    </a:lnTo>
                    <a:lnTo>
                      <a:pt x="282" y="0"/>
                    </a:lnTo>
                    <a:lnTo>
                      <a:pt x="283" y="0"/>
                    </a:lnTo>
                    <a:lnTo>
                      <a:pt x="285" y="0"/>
                    </a:lnTo>
                    <a:lnTo>
                      <a:pt x="286" y="0"/>
                    </a:lnTo>
                    <a:lnTo>
                      <a:pt x="287" y="0"/>
                    </a:lnTo>
                    <a:lnTo>
                      <a:pt x="289" y="0"/>
                    </a:lnTo>
                    <a:lnTo>
                      <a:pt x="290" y="0"/>
                    </a:lnTo>
                    <a:lnTo>
                      <a:pt x="291" y="0"/>
                    </a:lnTo>
                    <a:lnTo>
                      <a:pt x="293" y="0"/>
                    </a:lnTo>
                    <a:lnTo>
                      <a:pt x="294" y="0"/>
                    </a:lnTo>
                    <a:lnTo>
                      <a:pt x="295" y="0"/>
                    </a:lnTo>
                    <a:lnTo>
                      <a:pt x="297" y="0"/>
                    </a:lnTo>
                    <a:lnTo>
                      <a:pt x="298" y="0"/>
                    </a:lnTo>
                    <a:lnTo>
                      <a:pt x="300" y="0"/>
                    </a:lnTo>
                    <a:lnTo>
                      <a:pt x="301" y="0"/>
                    </a:lnTo>
                    <a:lnTo>
                      <a:pt x="302" y="0"/>
                    </a:lnTo>
                    <a:lnTo>
                      <a:pt x="304" y="0"/>
                    </a:lnTo>
                    <a:lnTo>
                      <a:pt x="305" y="0"/>
                    </a:lnTo>
                    <a:lnTo>
                      <a:pt x="306" y="0"/>
                    </a:lnTo>
                    <a:lnTo>
                      <a:pt x="308" y="0"/>
                    </a:lnTo>
                    <a:lnTo>
                      <a:pt x="309" y="0"/>
                    </a:lnTo>
                    <a:lnTo>
                      <a:pt x="310" y="0"/>
                    </a:lnTo>
                    <a:lnTo>
                      <a:pt x="312" y="0"/>
                    </a:lnTo>
                    <a:lnTo>
                      <a:pt x="313" y="0"/>
                    </a:lnTo>
                    <a:lnTo>
                      <a:pt x="315" y="0"/>
                    </a:lnTo>
                    <a:lnTo>
                      <a:pt x="316" y="0"/>
                    </a:lnTo>
                    <a:lnTo>
                      <a:pt x="317" y="0"/>
                    </a:lnTo>
                    <a:lnTo>
                      <a:pt x="319" y="0"/>
                    </a:lnTo>
                    <a:lnTo>
                      <a:pt x="320" y="0"/>
                    </a:lnTo>
                    <a:lnTo>
                      <a:pt x="321" y="0"/>
                    </a:lnTo>
                    <a:lnTo>
                      <a:pt x="323" y="0"/>
                    </a:lnTo>
                    <a:lnTo>
                      <a:pt x="324" y="0"/>
                    </a:lnTo>
                    <a:lnTo>
                      <a:pt x="325" y="0"/>
                    </a:lnTo>
                    <a:lnTo>
                      <a:pt x="327" y="0"/>
                    </a:lnTo>
                    <a:lnTo>
                      <a:pt x="328" y="0"/>
                    </a:lnTo>
                    <a:lnTo>
                      <a:pt x="329" y="0"/>
                    </a:lnTo>
                    <a:lnTo>
                      <a:pt x="331" y="0"/>
                    </a:lnTo>
                    <a:lnTo>
                      <a:pt x="332" y="0"/>
                    </a:lnTo>
                    <a:lnTo>
                      <a:pt x="334" y="0"/>
                    </a:lnTo>
                    <a:lnTo>
                      <a:pt x="335" y="0"/>
                    </a:lnTo>
                    <a:lnTo>
                      <a:pt x="336" y="0"/>
                    </a:lnTo>
                    <a:lnTo>
                      <a:pt x="338" y="0"/>
                    </a:lnTo>
                    <a:lnTo>
                      <a:pt x="339" y="0"/>
                    </a:lnTo>
                    <a:lnTo>
                      <a:pt x="340" y="0"/>
                    </a:lnTo>
                    <a:lnTo>
                      <a:pt x="342" y="0"/>
                    </a:lnTo>
                    <a:lnTo>
                      <a:pt x="343" y="0"/>
                    </a:lnTo>
                    <a:lnTo>
                      <a:pt x="344" y="0"/>
                    </a:lnTo>
                    <a:lnTo>
                      <a:pt x="346" y="0"/>
                    </a:lnTo>
                    <a:lnTo>
                      <a:pt x="347" y="0"/>
                    </a:lnTo>
                    <a:lnTo>
                      <a:pt x="349" y="0"/>
                    </a:lnTo>
                    <a:lnTo>
                      <a:pt x="350" y="0"/>
                    </a:lnTo>
                    <a:lnTo>
                      <a:pt x="351" y="0"/>
                    </a:lnTo>
                    <a:lnTo>
                      <a:pt x="353" y="0"/>
                    </a:lnTo>
                    <a:lnTo>
                      <a:pt x="354" y="0"/>
                    </a:lnTo>
                    <a:lnTo>
                      <a:pt x="355" y="0"/>
                    </a:lnTo>
                    <a:lnTo>
                      <a:pt x="357" y="0"/>
                    </a:lnTo>
                    <a:lnTo>
                      <a:pt x="358" y="0"/>
                    </a:lnTo>
                    <a:lnTo>
                      <a:pt x="359" y="0"/>
                    </a:lnTo>
                    <a:lnTo>
                      <a:pt x="361" y="0"/>
                    </a:lnTo>
                    <a:lnTo>
                      <a:pt x="362" y="0"/>
                    </a:lnTo>
                    <a:lnTo>
                      <a:pt x="363" y="0"/>
                    </a:lnTo>
                    <a:lnTo>
                      <a:pt x="365" y="0"/>
                    </a:lnTo>
                    <a:lnTo>
                      <a:pt x="366" y="0"/>
                    </a:lnTo>
                    <a:lnTo>
                      <a:pt x="368" y="0"/>
                    </a:lnTo>
                    <a:lnTo>
                      <a:pt x="369" y="0"/>
                    </a:lnTo>
                    <a:lnTo>
                      <a:pt x="370" y="0"/>
                    </a:lnTo>
                    <a:lnTo>
                      <a:pt x="372" y="0"/>
                    </a:lnTo>
                    <a:lnTo>
                      <a:pt x="373" y="0"/>
                    </a:lnTo>
                    <a:lnTo>
                      <a:pt x="374" y="0"/>
                    </a:lnTo>
                    <a:lnTo>
                      <a:pt x="376" y="0"/>
                    </a:lnTo>
                    <a:lnTo>
                      <a:pt x="377" y="0"/>
                    </a:lnTo>
                    <a:lnTo>
                      <a:pt x="378" y="0"/>
                    </a:lnTo>
                    <a:lnTo>
                      <a:pt x="380" y="0"/>
                    </a:lnTo>
                    <a:lnTo>
                      <a:pt x="381" y="0"/>
                    </a:lnTo>
                    <a:lnTo>
                      <a:pt x="383" y="0"/>
                    </a:lnTo>
                    <a:lnTo>
                      <a:pt x="384" y="0"/>
                    </a:lnTo>
                    <a:lnTo>
                      <a:pt x="385" y="0"/>
                    </a:lnTo>
                    <a:lnTo>
                      <a:pt x="387" y="0"/>
                    </a:lnTo>
                    <a:lnTo>
                      <a:pt x="388" y="0"/>
                    </a:lnTo>
                    <a:lnTo>
                      <a:pt x="389" y="0"/>
                    </a:lnTo>
                    <a:lnTo>
                      <a:pt x="391" y="0"/>
                    </a:lnTo>
                    <a:lnTo>
                      <a:pt x="392" y="0"/>
                    </a:lnTo>
                    <a:lnTo>
                      <a:pt x="393" y="0"/>
                    </a:lnTo>
                    <a:lnTo>
                      <a:pt x="395" y="0"/>
                    </a:lnTo>
                    <a:lnTo>
                      <a:pt x="396" y="0"/>
                    </a:lnTo>
                    <a:lnTo>
                      <a:pt x="397" y="0"/>
                    </a:lnTo>
                    <a:lnTo>
                      <a:pt x="399" y="0"/>
                    </a:lnTo>
                    <a:lnTo>
                      <a:pt x="400" y="0"/>
                    </a:lnTo>
                    <a:lnTo>
                      <a:pt x="402" y="0"/>
                    </a:lnTo>
                    <a:lnTo>
                      <a:pt x="403" y="0"/>
                    </a:lnTo>
                    <a:lnTo>
                      <a:pt x="404" y="0"/>
                    </a:lnTo>
                    <a:lnTo>
                      <a:pt x="406" y="0"/>
                    </a:lnTo>
                    <a:lnTo>
                      <a:pt x="407" y="0"/>
                    </a:lnTo>
                    <a:lnTo>
                      <a:pt x="408" y="0"/>
                    </a:lnTo>
                    <a:lnTo>
                      <a:pt x="410" y="0"/>
                    </a:lnTo>
                    <a:lnTo>
                      <a:pt x="411" y="0"/>
                    </a:lnTo>
                    <a:lnTo>
                      <a:pt x="412" y="0"/>
                    </a:lnTo>
                    <a:lnTo>
                      <a:pt x="414" y="0"/>
                    </a:lnTo>
                    <a:lnTo>
                      <a:pt x="415" y="0"/>
                    </a:lnTo>
                    <a:lnTo>
                      <a:pt x="417" y="0"/>
                    </a:lnTo>
                    <a:lnTo>
                      <a:pt x="418" y="0"/>
                    </a:lnTo>
                    <a:lnTo>
                      <a:pt x="419" y="0"/>
                    </a:lnTo>
                    <a:lnTo>
                      <a:pt x="421" y="0"/>
                    </a:lnTo>
                    <a:lnTo>
                      <a:pt x="422" y="0"/>
                    </a:lnTo>
                    <a:lnTo>
                      <a:pt x="423" y="0"/>
                    </a:lnTo>
                    <a:lnTo>
                      <a:pt x="425" y="0"/>
                    </a:lnTo>
                    <a:lnTo>
                      <a:pt x="426" y="0"/>
                    </a:lnTo>
                    <a:lnTo>
                      <a:pt x="427" y="0"/>
                    </a:lnTo>
                    <a:lnTo>
                      <a:pt x="429" y="0"/>
                    </a:lnTo>
                    <a:lnTo>
                      <a:pt x="430" y="0"/>
                    </a:lnTo>
                    <a:lnTo>
                      <a:pt x="431" y="0"/>
                    </a:lnTo>
                    <a:lnTo>
                      <a:pt x="433" y="0"/>
                    </a:lnTo>
                    <a:lnTo>
                      <a:pt x="434" y="0"/>
                    </a:lnTo>
                    <a:lnTo>
                      <a:pt x="436" y="0"/>
                    </a:lnTo>
                    <a:lnTo>
                      <a:pt x="437" y="0"/>
                    </a:lnTo>
                    <a:lnTo>
                      <a:pt x="438" y="0"/>
                    </a:lnTo>
                    <a:lnTo>
                      <a:pt x="440" y="0"/>
                    </a:lnTo>
                    <a:lnTo>
                      <a:pt x="441" y="0"/>
                    </a:lnTo>
                    <a:lnTo>
                      <a:pt x="442" y="0"/>
                    </a:lnTo>
                    <a:lnTo>
                      <a:pt x="444" y="0"/>
                    </a:lnTo>
                    <a:lnTo>
                      <a:pt x="445" y="0"/>
                    </a:lnTo>
                    <a:lnTo>
                      <a:pt x="446" y="0"/>
                    </a:lnTo>
                    <a:lnTo>
                      <a:pt x="448" y="0"/>
                    </a:lnTo>
                    <a:lnTo>
                      <a:pt x="449" y="0"/>
                    </a:lnTo>
                    <a:lnTo>
                      <a:pt x="451" y="0"/>
                    </a:lnTo>
                    <a:lnTo>
                      <a:pt x="452" y="0"/>
                    </a:lnTo>
                    <a:lnTo>
                      <a:pt x="453" y="0"/>
                    </a:lnTo>
                    <a:lnTo>
                      <a:pt x="455" y="0"/>
                    </a:lnTo>
                    <a:lnTo>
                      <a:pt x="456" y="0"/>
                    </a:lnTo>
                    <a:lnTo>
                      <a:pt x="457" y="0"/>
                    </a:lnTo>
                    <a:lnTo>
                      <a:pt x="459" y="0"/>
                    </a:lnTo>
                    <a:lnTo>
                      <a:pt x="460" y="0"/>
                    </a:lnTo>
                    <a:lnTo>
                      <a:pt x="461" y="0"/>
                    </a:lnTo>
                    <a:lnTo>
                      <a:pt x="463" y="0"/>
                    </a:lnTo>
                    <a:lnTo>
                      <a:pt x="464" y="0"/>
                    </a:lnTo>
                    <a:lnTo>
                      <a:pt x="465" y="0"/>
                    </a:lnTo>
                    <a:lnTo>
                      <a:pt x="467" y="0"/>
                    </a:lnTo>
                    <a:lnTo>
                      <a:pt x="468" y="0"/>
                    </a:lnTo>
                    <a:lnTo>
                      <a:pt x="470" y="0"/>
                    </a:lnTo>
                    <a:lnTo>
                      <a:pt x="471" y="0"/>
                    </a:lnTo>
                    <a:lnTo>
                      <a:pt x="472" y="0"/>
                    </a:lnTo>
                    <a:lnTo>
                      <a:pt x="474" y="0"/>
                    </a:lnTo>
                    <a:lnTo>
                      <a:pt x="475" y="0"/>
                    </a:lnTo>
                    <a:lnTo>
                      <a:pt x="476" y="0"/>
                    </a:lnTo>
                    <a:lnTo>
                      <a:pt x="478" y="0"/>
                    </a:lnTo>
                    <a:lnTo>
                      <a:pt x="479" y="0"/>
                    </a:lnTo>
                    <a:lnTo>
                      <a:pt x="480" y="0"/>
                    </a:lnTo>
                    <a:lnTo>
                      <a:pt x="482" y="0"/>
                    </a:lnTo>
                    <a:lnTo>
                      <a:pt x="483" y="0"/>
                    </a:lnTo>
                    <a:lnTo>
                      <a:pt x="485" y="0"/>
                    </a:lnTo>
                    <a:lnTo>
                      <a:pt x="486" y="0"/>
                    </a:lnTo>
                    <a:lnTo>
                      <a:pt x="487" y="0"/>
                    </a:lnTo>
                    <a:lnTo>
                      <a:pt x="489" y="0"/>
                    </a:lnTo>
                    <a:lnTo>
                      <a:pt x="490" y="0"/>
                    </a:lnTo>
                    <a:lnTo>
                      <a:pt x="491" y="0"/>
                    </a:lnTo>
                    <a:lnTo>
                      <a:pt x="493" y="0"/>
                    </a:lnTo>
                    <a:lnTo>
                      <a:pt x="494" y="0"/>
                    </a:lnTo>
                    <a:lnTo>
                      <a:pt x="495" y="0"/>
                    </a:lnTo>
                    <a:lnTo>
                      <a:pt x="497" y="0"/>
                    </a:lnTo>
                    <a:lnTo>
                      <a:pt x="498" y="0"/>
                    </a:lnTo>
                    <a:lnTo>
                      <a:pt x="499" y="0"/>
                    </a:lnTo>
                    <a:lnTo>
                      <a:pt x="501" y="0"/>
                    </a:lnTo>
                    <a:lnTo>
                      <a:pt x="502" y="0"/>
                    </a:lnTo>
                    <a:lnTo>
                      <a:pt x="504" y="0"/>
                    </a:lnTo>
                    <a:lnTo>
                      <a:pt x="505" y="0"/>
                    </a:lnTo>
                    <a:lnTo>
                      <a:pt x="506" y="0"/>
                    </a:lnTo>
                    <a:lnTo>
                      <a:pt x="508" y="0"/>
                    </a:lnTo>
                    <a:lnTo>
                      <a:pt x="509" y="0"/>
                    </a:lnTo>
                    <a:lnTo>
                      <a:pt x="510" y="0"/>
                    </a:lnTo>
                    <a:lnTo>
                      <a:pt x="512" y="0"/>
                    </a:lnTo>
                    <a:lnTo>
                      <a:pt x="513" y="0"/>
                    </a:lnTo>
                    <a:lnTo>
                      <a:pt x="514" y="0"/>
                    </a:lnTo>
                    <a:lnTo>
                      <a:pt x="516" y="0"/>
                    </a:lnTo>
                    <a:lnTo>
                      <a:pt x="517" y="0"/>
                    </a:lnTo>
                    <a:lnTo>
                      <a:pt x="519" y="0"/>
                    </a:lnTo>
                    <a:lnTo>
                      <a:pt x="520" y="0"/>
                    </a:lnTo>
                    <a:lnTo>
                      <a:pt x="521" y="0"/>
                    </a:lnTo>
                    <a:lnTo>
                      <a:pt x="523" y="0"/>
                    </a:lnTo>
                    <a:lnTo>
                      <a:pt x="524" y="0"/>
                    </a:lnTo>
                    <a:lnTo>
                      <a:pt x="525" y="0"/>
                    </a:lnTo>
                    <a:lnTo>
                      <a:pt x="527" y="0"/>
                    </a:lnTo>
                    <a:lnTo>
                      <a:pt x="528" y="0"/>
                    </a:lnTo>
                    <a:lnTo>
                      <a:pt x="529" y="0"/>
                    </a:lnTo>
                    <a:lnTo>
                      <a:pt x="531" y="0"/>
                    </a:lnTo>
                    <a:lnTo>
                      <a:pt x="532" y="0"/>
                    </a:lnTo>
                    <a:lnTo>
                      <a:pt x="533" y="0"/>
                    </a:lnTo>
                    <a:lnTo>
                      <a:pt x="535" y="0"/>
                    </a:lnTo>
                    <a:lnTo>
                      <a:pt x="536" y="0"/>
                    </a:lnTo>
                    <a:lnTo>
                      <a:pt x="538" y="0"/>
                    </a:lnTo>
                    <a:lnTo>
                      <a:pt x="539" y="0"/>
                    </a:lnTo>
                    <a:lnTo>
                      <a:pt x="540" y="0"/>
                    </a:lnTo>
                    <a:lnTo>
                      <a:pt x="542" y="0"/>
                    </a:lnTo>
                    <a:lnTo>
                      <a:pt x="543" y="0"/>
                    </a:lnTo>
                    <a:lnTo>
                      <a:pt x="544" y="0"/>
                    </a:lnTo>
                    <a:lnTo>
                      <a:pt x="546" y="0"/>
                    </a:lnTo>
                    <a:lnTo>
                      <a:pt x="547" y="0"/>
                    </a:lnTo>
                    <a:lnTo>
                      <a:pt x="548" y="0"/>
                    </a:lnTo>
                    <a:lnTo>
                      <a:pt x="550" y="0"/>
                    </a:lnTo>
                    <a:lnTo>
                      <a:pt x="551" y="0"/>
                    </a:lnTo>
                    <a:lnTo>
                      <a:pt x="553" y="0"/>
                    </a:lnTo>
                    <a:lnTo>
                      <a:pt x="554" y="0"/>
                    </a:lnTo>
                    <a:lnTo>
                      <a:pt x="555" y="0"/>
                    </a:lnTo>
                    <a:lnTo>
                      <a:pt x="557" y="0"/>
                    </a:lnTo>
                    <a:lnTo>
                      <a:pt x="558" y="0"/>
                    </a:lnTo>
                    <a:lnTo>
                      <a:pt x="559" y="0"/>
                    </a:lnTo>
                    <a:lnTo>
                      <a:pt x="561" y="0"/>
                    </a:lnTo>
                    <a:lnTo>
                      <a:pt x="562" y="0"/>
                    </a:lnTo>
                    <a:lnTo>
                      <a:pt x="563" y="0"/>
                    </a:lnTo>
                    <a:lnTo>
                      <a:pt x="565" y="0"/>
                    </a:lnTo>
                    <a:lnTo>
                      <a:pt x="566" y="0"/>
                    </a:lnTo>
                    <a:lnTo>
                      <a:pt x="567" y="0"/>
                    </a:lnTo>
                    <a:lnTo>
                      <a:pt x="569" y="0"/>
                    </a:lnTo>
                    <a:lnTo>
                      <a:pt x="570" y="0"/>
                    </a:lnTo>
                    <a:lnTo>
                      <a:pt x="572" y="0"/>
                    </a:lnTo>
                    <a:lnTo>
                      <a:pt x="573" y="0"/>
                    </a:lnTo>
                    <a:lnTo>
                      <a:pt x="574" y="0"/>
                    </a:lnTo>
                    <a:lnTo>
                      <a:pt x="576" y="0"/>
                    </a:lnTo>
                    <a:lnTo>
                      <a:pt x="577" y="0"/>
                    </a:lnTo>
                    <a:lnTo>
                      <a:pt x="578" y="0"/>
                    </a:lnTo>
                    <a:lnTo>
                      <a:pt x="580" y="0"/>
                    </a:lnTo>
                    <a:lnTo>
                      <a:pt x="581" y="0"/>
                    </a:lnTo>
                    <a:lnTo>
                      <a:pt x="582" y="0"/>
                    </a:lnTo>
                    <a:lnTo>
                      <a:pt x="584" y="0"/>
                    </a:lnTo>
                    <a:lnTo>
                      <a:pt x="585" y="0"/>
                    </a:lnTo>
                    <a:lnTo>
                      <a:pt x="587" y="0"/>
                    </a:lnTo>
                    <a:lnTo>
                      <a:pt x="588" y="0"/>
                    </a:lnTo>
                    <a:lnTo>
                      <a:pt x="589" y="0"/>
                    </a:lnTo>
                    <a:lnTo>
                      <a:pt x="591" y="0"/>
                    </a:lnTo>
                    <a:lnTo>
                      <a:pt x="592" y="0"/>
                    </a:lnTo>
                    <a:lnTo>
                      <a:pt x="593" y="0"/>
                    </a:lnTo>
                    <a:lnTo>
                      <a:pt x="595" y="0"/>
                    </a:lnTo>
                    <a:lnTo>
                      <a:pt x="596" y="0"/>
                    </a:lnTo>
                    <a:lnTo>
                      <a:pt x="597" y="0"/>
                    </a:lnTo>
                    <a:lnTo>
                      <a:pt x="599" y="0"/>
                    </a:lnTo>
                    <a:lnTo>
                      <a:pt x="600" y="0"/>
                    </a:lnTo>
                    <a:lnTo>
                      <a:pt x="601" y="0"/>
                    </a:lnTo>
                    <a:lnTo>
                      <a:pt x="603" y="0"/>
                    </a:lnTo>
                    <a:lnTo>
                      <a:pt x="604" y="0"/>
                    </a:lnTo>
                    <a:lnTo>
                      <a:pt x="606" y="0"/>
                    </a:lnTo>
                    <a:lnTo>
                      <a:pt x="607" y="0"/>
                    </a:lnTo>
                    <a:lnTo>
                      <a:pt x="608" y="0"/>
                    </a:lnTo>
                    <a:lnTo>
                      <a:pt x="610" y="0"/>
                    </a:lnTo>
                    <a:lnTo>
                      <a:pt x="611" y="0"/>
                    </a:lnTo>
                    <a:lnTo>
                      <a:pt x="612" y="0"/>
                    </a:lnTo>
                    <a:lnTo>
                      <a:pt x="614" y="0"/>
                    </a:lnTo>
                    <a:lnTo>
                      <a:pt x="615" y="0"/>
                    </a:lnTo>
                    <a:lnTo>
                      <a:pt x="616" y="0"/>
                    </a:lnTo>
                    <a:lnTo>
                      <a:pt x="618" y="0"/>
                    </a:lnTo>
                    <a:lnTo>
                      <a:pt x="619" y="0"/>
                    </a:lnTo>
                    <a:lnTo>
                      <a:pt x="621" y="0"/>
                    </a:lnTo>
                    <a:lnTo>
                      <a:pt x="622" y="0"/>
                    </a:lnTo>
                    <a:lnTo>
                      <a:pt x="623" y="0"/>
                    </a:lnTo>
                    <a:lnTo>
                      <a:pt x="625" y="0"/>
                    </a:lnTo>
                    <a:lnTo>
                      <a:pt x="626" y="0"/>
                    </a:lnTo>
                    <a:lnTo>
                      <a:pt x="627" y="0"/>
                    </a:lnTo>
                    <a:lnTo>
                      <a:pt x="629" y="0"/>
                    </a:lnTo>
                    <a:lnTo>
                      <a:pt x="630" y="0"/>
                    </a:lnTo>
                    <a:lnTo>
                      <a:pt x="631" y="0"/>
                    </a:lnTo>
                    <a:lnTo>
                      <a:pt x="633" y="0"/>
                    </a:lnTo>
                    <a:lnTo>
                      <a:pt x="634" y="0"/>
                    </a:lnTo>
                    <a:lnTo>
                      <a:pt x="635" y="0"/>
                    </a:lnTo>
                    <a:lnTo>
                      <a:pt x="637" y="0"/>
                    </a:lnTo>
                    <a:lnTo>
                      <a:pt x="638" y="0"/>
                    </a:lnTo>
                    <a:lnTo>
                      <a:pt x="640" y="0"/>
                    </a:lnTo>
                    <a:lnTo>
                      <a:pt x="641" y="0"/>
                    </a:lnTo>
                    <a:lnTo>
                      <a:pt x="642" y="0"/>
                    </a:lnTo>
                    <a:lnTo>
                      <a:pt x="644" y="0"/>
                    </a:lnTo>
                    <a:lnTo>
                      <a:pt x="645" y="0"/>
                    </a:lnTo>
                    <a:lnTo>
                      <a:pt x="646" y="0"/>
                    </a:lnTo>
                    <a:lnTo>
                      <a:pt x="648" y="0"/>
                    </a:lnTo>
                    <a:lnTo>
                      <a:pt x="649" y="0"/>
                    </a:lnTo>
                    <a:lnTo>
                      <a:pt x="650" y="0"/>
                    </a:lnTo>
                    <a:lnTo>
                      <a:pt x="652" y="0"/>
                    </a:lnTo>
                    <a:lnTo>
                      <a:pt x="653" y="0"/>
                    </a:lnTo>
                    <a:lnTo>
                      <a:pt x="655" y="0"/>
                    </a:lnTo>
                    <a:lnTo>
                      <a:pt x="656" y="0"/>
                    </a:lnTo>
                    <a:lnTo>
                      <a:pt x="657" y="0"/>
                    </a:lnTo>
                    <a:lnTo>
                      <a:pt x="659" y="0"/>
                    </a:lnTo>
                    <a:lnTo>
                      <a:pt x="660" y="0"/>
                    </a:lnTo>
                    <a:lnTo>
                      <a:pt x="661" y="0"/>
                    </a:lnTo>
                    <a:lnTo>
                      <a:pt x="663" y="0"/>
                    </a:lnTo>
                    <a:lnTo>
                      <a:pt x="664" y="0"/>
                    </a:lnTo>
                    <a:lnTo>
                      <a:pt x="665" y="0"/>
                    </a:lnTo>
                    <a:lnTo>
                      <a:pt x="667" y="0"/>
                    </a:lnTo>
                    <a:lnTo>
                      <a:pt x="668" y="0"/>
                    </a:lnTo>
                    <a:lnTo>
                      <a:pt x="669" y="0"/>
                    </a:lnTo>
                    <a:lnTo>
                      <a:pt x="671" y="0"/>
                    </a:lnTo>
                    <a:lnTo>
                      <a:pt x="672" y="0"/>
                    </a:lnTo>
                    <a:lnTo>
                      <a:pt x="674" y="0"/>
                    </a:lnTo>
                    <a:lnTo>
                      <a:pt x="675" y="0"/>
                    </a:lnTo>
                    <a:lnTo>
                      <a:pt x="676" y="0"/>
                    </a:lnTo>
                    <a:lnTo>
                      <a:pt x="678" y="0"/>
                    </a:lnTo>
                    <a:lnTo>
                      <a:pt x="679" y="0"/>
                    </a:lnTo>
                    <a:lnTo>
                      <a:pt x="680" y="0"/>
                    </a:lnTo>
                    <a:lnTo>
                      <a:pt x="682" y="0"/>
                    </a:lnTo>
                    <a:lnTo>
                      <a:pt x="683" y="0"/>
                    </a:lnTo>
                    <a:lnTo>
                      <a:pt x="684" y="0"/>
                    </a:lnTo>
                    <a:lnTo>
                      <a:pt x="686" y="0"/>
                    </a:lnTo>
                    <a:lnTo>
                      <a:pt x="687" y="0"/>
                    </a:lnTo>
                    <a:lnTo>
                      <a:pt x="689" y="0"/>
                    </a:lnTo>
                    <a:lnTo>
                      <a:pt x="690" y="0"/>
                    </a:lnTo>
                    <a:lnTo>
                      <a:pt x="691" y="0"/>
                    </a:lnTo>
                    <a:lnTo>
                      <a:pt x="693" y="0"/>
                    </a:lnTo>
                    <a:lnTo>
                      <a:pt x="694" y="0"/>
                    </a:lnTo>
                    <a:lnTo>
                      <a:pt x="695" y="0"/>
                    </a:lnTo>
                    <a:lnTo>
                      <a:pt x="697" y="0"/>
                    </a:lnTo>
                    <a:lnTo>
                      <a:pt x="698" y="0"/>
                    </a:lnTo>
                    <a:lnTo>
                      <a:pt x="699" y="0"/>
                    </a:lnTo>
                    <a:lnTo>
                      <a:pt x="701" y="0"/>
                    </a:lnTo>
                    <a:lnTo>
                      <a:pt x="702" y="0"/>
                    </a:lnTo>
                    <a:lnTo>
                      <a:pt x="703" y="0"/>
                    </a:lnTo>
                    <a:lnTo>
                      <a:pt x="705" y="0"/>
                    </a:lnTo>
                    <a:lnTo>
                      <a:pt x="706" y="0"/>
                    </a:lnTo>
                    <a:lnTo>
                      <a:pt x="708" y="0"/>
                    </a:lnTo>
                    <a:lnTo>
                      <a:pt x="709" y="0"/>
                    </a:lnTo>
                    <a:lnTo>
                      <a:pt x="710" y="0"/>
                    </a:lnTo>
                    <a:lnTo>
                      <a:pt x="712" y="0"/>
                    </a:lnTo>
                    <a:lnTo>
                      <a:pt x="713" y="0"/>
                    </a:lnTo>
                    <a:lnTo>
                      <a:pt x="714" y="0"/>
                    </a:lnTo>
                    <a:lnTo>
                      <a:pt x="716" y="0"/>
                    </a:lnTo>
                    <a:lnTo>
                      <a:pt x="717" y="0"/>
                    </a:lnTo>
                    <a:lnTo>
                      <a:pt x="718" y="0"/>
                    </a:lnTo>
                    <a:lnTo>
                      <a:pt x="720" y="0"/>
                    </a:lnTo>
                    <a:lnTo>
                      <a:pt x="721" y="0"/>
                    </a:lnTo>
                    <a:lnTo>
                      <a:pt x="723" y="0"/>
                    </a:lnTo>
                    <a:lnTo>
                      <a:pt x="724" y="0"/>
                    </a:lnTo>
                    <a:lnTo>
                      <a:pt x="725" y="0"/>
                    </a:lnTo>
                    <a:lnTo>
                      <a:pt x="727" y="0"/>
                    </a:lnTo>
                    <a:lnTo>
                      <a:pt x="728" y="0"/>
                    </a:lnTo>
                    <a:lnTo>
                      <a:pt x="729" y="0"/>
                    </a:lnTo>
                    <a:lnTo>
                      <a:pt x="731" y="0"/>
                    </a:lnTo>
                    <a:lnTo>
                      <a:pt x="732" y="0"/>
                    </a:lnTo>
                    <a:lnTo>
                      <a:pt x="733" y="0"/>
                    </a:lnTo>
                    <a:lnTo>
                      <a:pt x="735" y="0"/>
                    </a:lnTo>
                    <a:lnTo>
                      <a:pt x="736" y="0"/>
                    </a:lnTo>
                    <a:lnTo>
                      <a:pt x="737" y="0"/>
                    </a:lnTo>
                    <a:lnTo>
                      <a:pt x="739" y="0"/>
                    </a:lnTo>
                    <a:lnTo>
                      <a:pt x="740" y="0"/>
                    </a:lnTo>
                    <a:lnTo>
                      <a:pt x="742" y="0"/>
                    </a:lnTo>
                    <a:lnTo>
                      <a:pt x="743" y="0"/>
                    </a:lnTo>
                    <a:lnTo>
                      <a:pt x="744" y="0"/>
                    </a:lnTo>
                    <a:lnTo>
                      <a:pt x="746" y="0"/>
                    </a:lnTo>
                    <a:lnTo>
                      <a:pt x="747" y="0"/>
                    </a:lnTo>
                    <a:lnTo>
                      <a:pt x="748" y="0"/>
                    </a:lnTo>
                    <a:lnTo>
                      <a:pt x="750" y="0"/>
                    </a:lnTo>
                    <a:lnTo>
                      <a:pt x="751" y="0"/>
                    </a:lnTo>
                    <a:lnTo>
                      <a:pt x="752" y="0"/>
                    </a:lnTo>
                    <a:lnTo>
                      <a:pt x="754" y="0"/>
                    </a:lnTo>
                    <a:lnTo>
                      <a:pt x="755" y="0"/>
                    </a:lnTo>
                    <a:lnTo>
                      <a:pt x="757" y="0"/>
                    </a:lnTo>
                    <a:lnTo>
                      <a:pt x="758" y="0"/>
                    </a:lnTo>
                    <a:lnTo>
                      <a:pt x="759" y="0"/>
                    </a:lnTo>
                    <a:lnTo>
                      <a:pt x="761" y="0"/>
                    </a:lnTo>
                    <a:lnTo>
                      <a:pt x="762" y="0"/>
                    </a:lnTo>
                    <a:lnTo>
                      <a:pt x="763" y="0"/>
                    </a:lnTo>
                    <a:lnTo>
                      <a:pt x="765" y="0"/>
                    </a:lnTo>
                    <a:lnTo>
                      <a:pt x="766" y="0"/>
                    </a:lnTo>
                    <a:lnTo>
                      <a:pt x="767" y="0"/>
                    </a:lnTo>
                    <a:lnTo>
                      <a:pt x="769" y="0"/>
                    </a:lnTo>
                    <a:lnTo>
                      <a:pt x="770" y="0"/>
                    </a:lnTo>
                    <a:lnTo>
                      <a:pt x="771" y="0"/>
                    </a:lnTo>
                    <a:lnTo>
                      <a:pt x="773" y="0"/>
                    </a:lnTo>
                    <a:lnTo>
                      <a:pt x="774" y="0"/>
                    </a:lnTo>
                    <a:lnTo>
                      <a:pt x="776" y="0"/>
                    </a:lnTo>
                    <a:lnTo>
                      <a:pt x="777" y="0"/>
                    </a:lnTo>
                    <a:lnTo>
                      <a:pt x="778" y="0"/>
                    </a:lnTo>
                    <a:lnTo>
                      <a:pt x="780" y="0"/>
                    </a:lnTo>
                    <a:lnTo>
                      <a:pt x="781" y="0"/>
                    </a:lnTo>
                    <a:lnTo>
                      <a:pt x="782" y="0"/>
                    </a:lnTo>
                    <a:lnTo>
                      <a:pt x="784" y="0"/>
                    </a:lnTo>
                    <a:lnTo>
                      <a:pt x="785" y="0"/>
                    </a:lnTo>
                    <a:lnTo>
                      <a:pt x="786" y="0"/>
                    </a:lnTo>
                    <a:lnTo>
                      <a:pt x="788" y="0"/>
                    </a:lnTo>
                    <a:lnTo>
                      <a:pt x="789" y="0"/>
                    </a:lnTo>
                    <a:lnTo>
                      <a:pt x="791" y="0"/>
                    </a:lnTo>
                    <a:lnTo>
                      <a:pt x="792" y="0"/>
                    </a:lnTo>
                    <a:lnTo>
                      <a:pt x="793" y="0"/>
                    </a:lnTo>
                    <a:lnTo>
                      <a:pt x="795" y="0"/>
                    </a:lnTo>
                    <a:lnTo>
                      <a:pt x="796" y="0"/>
                    </a:lnTo>
                    <a:lnTo>
                      <a:pt x="797" y="0"/>
                    </a:lnTo>
                    <a:lnTo>
                      <a:pt x="799" y="0"/>
                    </a:lnTo>
                    <a:lnTo>
                      <a:pt x="800" y="0"/>
                    </a:lnTo>
                    <a:lnTo>
                      <a:pt x="801" y="0"/>
                    </a:lnTo>
                    <a:lnTo>
                      <a:pt x="803" y="0"/>
                    </a:lnTo>
                    <a:lnTo>
                      <a:pt x="804" y="0"/>
                    </a:lnTo>
                    <a:lnTo>
                      <a:pt x="805" y="0"/>
                    </a:lnTo>
                    <a:lnTo>
                      <a:pt x="807" y="0"/>
                    </a:lnTo>
                    <a:lnTo>
                      <a:pt x="808" y="0"/>
                    </a:lnTo>
                    <a:lnTo>
                      <a:pt x="810" y="0"/>
                    </a:lnTo>
                    <a:lnTo>
                      <a:pt x="811" y="0"/>
                    </a:lnTo>
                    <a:lnTo>
                      <a:pt x="812" y="0"/>
                    </a:lnTo>
                    <a:lnTo>
                      <a:pt x="814" y="0"/>
                    </a:lnTo>
                    <a:lnTo>
                      <a:pt x="815" y="0"/>
                    </a:lnTo>
                    <a:lnTo>
                      <a:pt x="816" y="0"/>
                    </a:lnTo>
                    <a:lnTo>
                      <a:pt x="818" y="0"/>
                    </a:lnTo>
                    <a:lnTo>
                      <a:pt x="819" y="0"/>
                    </a:lnTo>
                    <a:lnTo>
                      <a:pt x="820" y="0"/>
                    </a:lnTo>
                    <a:lnTo>
                      <a:pt x="822" y="0"/>
                    </a:lnTo>
                    <a:lnTo>
                      <a:pt x="823" y="0"/>
                    </a:lnTo>
                    <a:lnTo>
                      <a:pt x="825" y="0"/>
                    </a:lnTo>
                    <a:lnTo>
                      <a:pt x="826" y="0"/>
                    </a:lnTo>
                    <a:lnTo>
                      <a:pt x="827" y="0"/>
                    </a:lnTo>
                    <a:lnTo>
                      <a:pt x="829" y="0"/>
                    </a:lnTo>
                    <a:lnTo>
                      <a:pt x="830" y="0"/>
                    </a:lnTo>
                    <a:lnTo>
                      <a:pt x="831" y="0"/>
                    </a:lnTo>
                    <a:lnTo>
                      <a:pt x="833" y="0"/>
                    </a:lnTo>
                    <a:lnTo>
                      <a:pt x="834" y="0"/>
                    </a:lnTo>
                    <a:lnTo>
                      <a:pt x="835" y="0"/>
                    </a:lnTo>
                    <a:lnTo>
                      <a:pt x="837" y="0"/>
                    </a:lnTo>
                    <a:lnTo>
                      <a:pt x="838" y="0"/>
                    </a:lnTo>
                    <a:lnTo>
                      <a:pt x="839" y="0"/>
                    </a:lnTo>
                    <a:lnTo>
                      <a:pt x="841" y="0"/>
                    </a:lnTo>
                    <a:lnTo>
                      <a:pt x="842" y="0"/>
                    </a:lnTo>
                    <a:lnTo>
                      <a:pt x="844" y="0"/>
                    </a:lnTo>
                    <a:lnTo>
                      <a:pt x="845" y="0"/>
                    </a:lnTo>
                    <a:lnTo>
                      <a:pt x="846" y="0"/>
                    </a:lnTo>
                    <a:lnTo>
                      <a:pt x="848" y="0"/>
                    </a:lnTo>
                    <a:lnTo>
                      <a:pt x="849" y="0"/>
                    </a:lnTo>
                    <a:lnTo>
                      <a:pt x="850" y="0"/>
                    </a:lnTo>
                    <a:lnTo>
                      <a:pt x="852" y="0"/>
                    </a:lnTo>
                    <a:lnTo>
                      <a:pt x="853" y="0"/>
                    </a:lnTo>
                    <a:lnTo>
                      <a:pt x="854" y="0"/>
                    </a:lnTo>
                    <a:lnTo>
                      <a:pt x="856" y="0"/>
                    </a:lnTo>
                    <a:lnTo>
                      <a:pt x="857" y="0"/>
                    </a:lnTo>
                    <a:lnTo>
                      <a:pt x="859" y="0"/>
                    </a:lnTo>
                    <a:lnTo>
                      <a:pt x="860" y="0"/>
                    </a:lnTo>
                    <a:lnTo>
                      <a:pt x="861" y="0"/>
                    </a:lnTo>
                    <a:lnTo>
                      <a:pt x="863" y="0"/>
                    </a:lnTo>
                    <a:lnTo>
                      <a:pt x="864" y="0"/>
                    </a:lnTo>
                    <a:lnTo>
                      <a:pt x="865" y="0"/>
                    </a:lnTo>
                    <a:lnTo>
                      <a:pt x="867" y="0"/>
                    </a:lnTo>
                    <a:lnTo>
                      <a:pt x="868" y="0"/>
                    </a:lnTo>
                    <a:lnTo>
                      <a:pt x="869" y="0"/>
                    </a:lnTo>
                    <a:lnTo>
                      <a:pt x="871" y="0"/>
                    </a:lnTo>
                    <a:lnTo>
                      <a:pt x="872" y="0"/>
                    </a:lnTo>
                    <a:lnTo>
                      <a:pt x="873" y="0"/>
                    </a:lnTo>
                    <a:lnTo>
                      <a:pt x="875" y="0"/>
                    </a:lnTo>
                    <a:lnTo>
                      <a:pt x="876" y="0"/>
                    </a:lnTo>
                    <a:lnTo>
                      <a:pt x="878" y="0"/>
                    </a:lnTo>
                    <a:lnTo>
                      <a:pt x="879" y="0"/>
                    </a:lnTo>
                    <a:lnTo>
                      <a:pt x="880" y="0"/>
                    </a:lnTo>
                    <a:lnTo>
                      <a:pt x="882" y="0"/>
                    </a:lnTo>
                    <a:lnTo>
                      <a:pt x="883" y="0"/>
                    </a:lnTo>
                    <a:lnTo>
                      <a:pt x="884" y="0"/>
                    </a:lnTo>
                    <a:lnTo>
                      <a:pt x="886" y="0"/>
                    </a:lnTo>
                    <a:lnTo>
                      <a:pt x="887" y="0"/>
                    </a:lnTo>
                    <a:lnTo>
                      <a:pt x="888" y="0"/>
                    </a:lnTo>
                    <a:lnTo>
                      <a:pt x="890" y="0"/>
                    </a:lnTo>
                    <a:lnTo>
                      <a:pt x="891" y="0"/>
                    </a:lnTo>
                    <a:lnTo>
                      <a:pt x="893" y="0"/>
                    </a:lnTo>
                    <a:lnTo>
                      <a:pt x="894" y="0"/>
                    </a:lnTo>
                    <a:lnTo>
                      <a:pt x="895" y="0"/>
                    </a:lnTo>
                    <a:lnTo>
                      <a:pt x="897" y="0"/>
                    </a:lnTo>
                    <a:lnTo>
                      <a:pt x="898" y="0"/>
                    </a:lnTo>
                    <a:lnTo>
                      <a:pt x="899" y="0"/>
                    </a:lnTo>
                    <a:lnTo>
                      <a:pt x="901" y="0"/>
                    </a:lnTo>
                    <a:lnTo>
                      <a:pt x="902" y="0"/>
                    </a:lnTo>
                    <a:lnTo>
                      <a:pt x="903" y="0"/>
                    </a:lnTo>
                    <a:lnTo>
                      <a:pt x="905" y="0"/>
                    </a:lnTo>
                    <a:lnTo>
                      <a:pt x="906" y="0"/>
                    </a:lnTo>
                    <a:lnTo>
                      <a:pt x="907" y="0"/>
                    </a:lnTo>
                    <a:lnTo>
                      <a:pt x="909" y="0"/>
                    </a:lnTo>
                    <a:lnTo>
                      <a:pt x="910" y="0"/>
                    </a:lnTo>
                    <a:lnTo>
                      <a:pt x="912" y="0"/>
                    </a:lnTo>
                    <a:lnTo>
                      <a:pt x="913" y="0"/>
                    </a:lnTo>
                    <a:lnTo>
                      <a:pt x="914" y="0"/>
                    </a:lnTo>
                    <a:lnTo>
                      <a:pt x="916" y="0"/>
                    </a:lnTo>
                    <a:lnTo>
                      <a:pt x="917" y="0"/>
                    </a:lnTo>
                    <a:lnTo>
                      <a:pt x="918" y="0"/>
                    </a:lnTo>
                    <a:lnTo>
                      <a:pt x="920" y="0"/>
                    </a:lnTo>
                    <a:lnTo>
                      <a:pt x="921" y="0"/>
                    </a:lnTo>
                    <a:lnTo>
                      <a:pt x="922" y="0"/>
                    </a:lnTo>
                    <a:lnTo>
                      <a:pt x="924" y="0"/>
                    </a:lnTo>
                    <a:lnTo>
                      <a:pt x="925" y="0"/>
                    </a:lnTo>
                    <a:lnTo>
                      <a:pt x="927" y="0"/>
                    </a:lnTo>
                    <a:lnTo>
                      <a:pt x="928" y="0"/>
                    </a:lnTo>
                    <a:lnTo>
                      <a:pt x="929" y="0"/>
                    </a:lnTo>
                    <a:lnTo>
                      <a:pt x="931" y="0"/>
                    </a:lnTo>
                    <a:lnTo>
                      <a:pt x="932" y="0"/>
                    </a:lnTo>
                    <a:lnTo>
                      <a:pt x="933" y="0"/>
                    </a:lnTo>
                    <a:lnTo>
                      <a:pt x="935" y="0"/>
                    </a:lnTo>
                    <a:lnTo>
                      <a:pt x="936" y="0"/>
                    </a:lnTo>
                    <a:lnTo>
                      <a:pt x="937" y="0"/>
                    </a:lnTo>
                    <a:lnTo>
                      <a:pt x="939" y="0"/>
                    </a:lnTo>
                    <a:lnTo>
                      <a:pt x="940" y="0"/>
                    </a:lnTo>
                    <a:lnTo>
                      <a:pt x="941" y="0"/>
                    </a:lnTo>
                    <a:lnTo>
                      <a:pt x="943" y="0"/>
                    </a:lnTo>
                    <a:lnTo>
                      <a:pt x="944" y="0"/>
                    </a:lnTo>
                    <a:lnTo>
                      <a:pt x="946" y="0"/>
                    </a:lnTo>
                    <a:lnTo>
                      <a:pt x="947" y="0"/>
                    </a:lnTo>
                    <a:lnTo>
                      <a:pt x="948" y="0"/>
                    </a:lnTo>
                    <a:lnTo>
                      <a:pt x="950" y="0"/>
                    </a:lnTo>
                    <a:lnTo>
                      <a:pt x="951" y="0"/>
                    </a:lnTo>
                    <a:lnTo>
                      <a:pt x="952" y="0"/>
                    </a:lnTo>
                    <a:lnTo>
                      <a:pt x="954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8" y="0"/>
                    </a:lnTo>
                    <a:lnTo>
                      <a:pt x="959" y="0"/>
                    </a:lnTo>
                    <a:lnTo>
                      <a:pt x="961" y="0"/>
                    </a:lnTo>
                    <a:lnTo>
                      <a:pt x="962" y="0"/>
                    </a:lnTo>
                    <a:lnTo>
                      <a:pt x="963" y="0"/>
                    </a:lnTo>
                    <a:lnTo>
                      <a:pt x="965" y="0"/>
                    </a:lnTo>
                    <a:lnTo>
                      <a:pt x="966" y="0"/>
                    </a:lnTo>
                    <a:lnTo>
                      <a:pt x="967" y="0"/>
                    </a:lnTo>
                    <a:lnTo>
                      <a:pt x="969" y="0"/>
                    </a:lnTo>
                    <a:lnTo>
                      <a:pt x="970" y="0"/>
                    </a:lnTo>
                    <a:lnTo>
                      <a:pt x="971" y="0"/>
                    </a:lnTo>
                    <a:lnTo>
                      <a:pt x="973" y="0"/>
                    </a:lnTo>
                    <a:lnTo>
                      <a:pt x="974" y="0"/>
                    </a:lnTo>
                    <a:lnTo>
                      <a:pt x="975" y="0"/>
                    </a:lnTo>
                    <a:lnTo>
                      <a:pt x="977" y="0"/>
                    </a:lnTo>
                    <a:lnTo>
                      <a:pt x="978" y="0"/>
                    </a:lnTo>
                    <a:lnTo>
                      <a:pt x="980" y="0"/>
                    </a:lnTo>
                    <a:lnTo>
                      <a:pt x="981" y="0"/>
                    </a:lnTo>
                    <a:lnTo>
                      <a:pt x="982" y="0"/>
                    </a:lnTo>
                    <a:lnTo>
                      <a:pt x="984" y="0"/>
                    </a:lnTo>
                    <a:lnTo>
                      <a:pt x="985" y="0"/>
                    </a:lnTo>
                    <a:lnTo>
                      <a:pt x="986" y="0"/>
                    </a:lnTo>
                    <a:lnTo>
                      <a:pt x="988" y="0"/>
                    </a:lnTo>
                    <a:lnTo>
                      <a:pt x="989" y="0"/>
                    </a:lnTo>
                    <a:lnTo>
                      <a:pt x="990" y="0"/>
                    </a:lnTo>
                    <a:lnTo>
                      <a:pt x="992" y="0"/>
                    </a:lnTo>
                    <a:lnTo>
                      <a:pt x="993" y="0"/>
                    </a:lnTo>
                    <a:lnTo>
                      <a:pt x="995" y="0"/>
                    </a:lnTo>
                    <a:lnTo>
                      <a:pt x="996" y="0"/>
                    </a:lnTo>
                    <a:lnTo>
                      <a:pt x="997" y="0"/>
                    </a:lnTo>
                    <a:lnTo>
                      <a:pt x="999" y="0"/>
                    </a:lnTo>
                    <a:lnTo>
                      <a:pt x="1000" y="0"/>
                    </a:lnTo>
                    <a:lnTo>
                      <a:pt x="1001" y="0"/>
                    </a:lnTo>
                    <a:lnTo>
                      <a:pt x="1003" y="0"/>
                    </a:lnTo>
                    <a:lnTo>
                      <a:pt x="1004" y="0"/>
                    </a:lnTo>
                    <a:lnTo>
                      <a:pt x="1005" y="0"/>
                    </a:lnTo>
                    <a:lnTo>
                      <a:pt x="1007" y="0"/>
                    </a:lnTo>
                    <a:lnTo>
                      <a:pt x="1008" y="0"/>
                    </a:lnTo>
                    <a:lnTo>
                      <a:pt x="1009" y="0"/>
                    </a:lnTo>
                    <a:lnTo>
                      <a:pt x="1011" y="0"/>
                    </a:lnTo>
                    <a:lnTo>
                      <a:pt x="1012" y="0"/>
                    </a:lnTo>
                    <a:lnTo>
                      <a:pt x="1014" y="0"/>
                    </a:lnTo>
                    <a:lnTo>
                      <a:pt x="1015" y="0"/>
                    </a:lnTo>
                    <a:lnTo>
                      <a:pt x="1016" y="0"/>
                    </a:lnTo>
                    <a:lnTo>
                      <a:pt x="1018" y="0"/>
                    </a:lnTo>
                    <a:lnTo>
                      <a:pt x="1019" y="0"/>
                    </a:lnTo>
                    <a:lnTo>
                      <a:pt x="1020" y="0"/>
                    </a:lnTo>
                    <a:lnTo>
                      <a:pt x="1022" y="0"/>
                    </a:lnTo>
                    <a:lnTo>
                      <a:pt x="1023" y="0"/>
                    </a:lnTo>
                    <a:lnTo>
                      <a:pt x="1024" y="0"/>
                    </a:lnTo>
                    <a:lnTo>
                      <a:pt x="1026" y="0"/>
                    </a:lnTo>
                    <a:lnTo>
                      <a:pt x="1027" y="0"/>
                    </a:lnTo>
                    <a:lnTo>
                      <a:pt x="1029" y="0"/>
                    </a:lnTo>
                    <a:lnTo>
                      <a:pt x="1030" y="0"/>
                    </a:lnTo>
                    <a:lnTo>
                      <a:pt x="1031" y="0"/>
                    </a:lnTo>
                    <a:lnTo>
                      <a:pt x="1033" y="0"/>
                    </a:lnTo>
                    <a:lnTo>
                      <a:pt x="1034" y="0"/>
                    </a:lnTo>
                    <a:lnTo>
                      <a:pt x="1035" y="0"/>
                    </a:lnTo>
                    <a:lnTo>
                      <a:pt x="1037" y="0"/>
                    </a:lnTo>
                    <a:lnTo>
                      <a:pt x="1038" y="0"/>
                    </a:lnTo>
                    <a:lnTo>
                      <a:pt x="1039" y="0"/>
                    </a:lnTo>
                    <a:lnTo>
                      <a:pt x="1041" y="0"/>
                    </a:lnTo>
                    <a:lnTo>
                      <a:pt x="1042" y="0"/>
                    </a:lnTo>
                    <a:lnTo>
                      <a:pt x="1043" y="0"/>
                    </a:lnTo>
                    <a:lnTo>
                      <a:pt x="1045" y="0"/>
                    </a:lnTo>
                    <a:lnTo>
                      <a:pt x="1046" y="0"/>
                    </a:lnTo>
                    <a:lnTo>
                      <a:pt x="1048" y="0"/>
                    </a:lnTo>
                    <a:lnTo>
                      <a:pt x="1049" y="0"/>
                    </a:lnTo>
                    <a:lnTo>
                      <a:pt x="1050" y="0"/>
                    </a:lnTo>
                    <a:lnTo>
                      <a:pt x="1052" y="0"/>
                    </a:lnTo>
                    <a:lnTo>
                      <a:pt x="1053" y="0"/>
                    </a:lnTo>
                    <a:lnTo>
                      <a:pt x="1054" y="0"/>
                    </a:lnTo>
                    <a:lnTo>
                      <a:pt x="1056" y="0"/>
                    </a:lnTo>
                    <a:lnTo>
                      <a:pt x="1057" y="0"/>
                    </a:lnTo>
                    <a:lnTo>
                      <a:pt x="1058" y="0"/>
                    </a:lnTo>
                    <a:lnTo>
                      <a:pt x="1060" y="0"/>
                    </a:lnTo>
                    <a:lnTo>
                      <a:pt x="1061" y="0"/>
                    </a:lnTo>
                    <a:lnTo>
                      <a:pt x="1063" y="0"/>
                    </a:lnTo>
                    <a:lnTo>
                      <a:pt x="1064" y="0"/>
                    </a:lnTo>
                    <a:lnTo>
                      <a:pt x="1065" y="0"/>
                    </a:lnTo>
                    <a:lnTo>
                      <a:pt x="1067" y="0"/>
                    </a:lnTo>
                    <a:lnTo>
                      <a:pt x="1068" y="0"/>
                    </a:lnTo>
                    <a:lnTo>
                      <a:pt x="1069" y="0"/>
                    </a:lnTo>
                    <a:lnTo>
                      <a:pt x="1071" y="0"/>
                    </a:lnTo>
                    <a:lnTo>
                      <a:pt x="1072" y="0"/>
                    </a:lnTo>
                    <a:lnTo>
                      <a:pt x="1073" y="0"/>
                    </a:lnTo>
                    <a:lnTo>
                      <a:pt x="1075" y="0"/>
                    </a:lnTo>
                    <a:lnTo>
                      <a:pt x="1076" y="0"/>
                    </a:lnTo>
                    <a:lnTo>
                      <a:pt x="1077" y="0"/>
                    </a:lnTo>
                    <a:lnTo>
                      <a:pt x="1079" y="0"/>
                    </a:lnTo>
                    <a:lnTo>
                      <a:pt x="1080" y="0"/>
                    </a:lnTo>
                    <a:lnTo>
                      <a:pt x="1082" y="0"/>
                    </a:lnTo>
                    <a:lnTo>
                      <a:pt x="1083" y="0"/>
                    </a:lnTo>
                    <a:lnTo>
                      <a:pt x="1084" y="0"/>
                    </a:lnTo>
                    <a:lnTo>
                      <a:pt x="1086" y="0"/>
                    </a:lnTo>
                    <a:lnTo>
                      <a:pt x="1087" y="0"/>
                    </a:lnTo>
                    <a:lnTo>
                      <a:pt x="1088" y="0"/>
                    </a:lnTo>
                    <a:lnTo>
                      <a:pt x="1090" y="0"/>
                    </a:lnTo>
                    <a:lnTo>
                      <a:pt x="1091" y="0"/>
                    </a:lnTo>
                    <a:lnTo>
                      <a:pt x="1092" y="0"/>
                    </a:lnTo>
                    <a:lnTo>
                      <a:pt x="1094" y="0"/>
                    </a:lnTo>
                    <a:lnTo>
                      <a:pt x="1095" y="0"/>
                    </a:lnTo>
                    <a:lnTo>
                      <a:pt x="1097" y="0"/>
                    </a:lnTo>
                    <a:lnTo>
                      <a:pt x="1098" y="0"/>
                    </a:lnTo>
                    <a:lnTo>
                      <a:pt x="1099" y="0"/>
                    </a:lnTo>
                    <a:lnTo>
                      <a:pt x="1101" y="0"/>
                    </a:lnTo>
                    <a:lnTo>
                      <a:pt x="1102" y="0"/>
                    </a:lnTo>
                    <a:lnTo>
                      <a:pt x="1103" y="0"/>
                    </a:lnTo>
                    <a:lnTo>
                      <a:pt x="1105" y="0"/>
                    </a:lnTo>
                    <a:lnTo>
                      <a:pt x="1106" y="0"/>
                    </a:lnTo>
                    <a:lnTo>
                      <a:pt x="1107" y="0"/>
                    </a:lnTo>
                    <a:lnTo>
                      <a:pt x="1109" y="0"/>
                    </a:lnTo>
                    <a:lnTo>
                      <a:pt x="1110" y="0"/>
                    </a:lnTo>
                    <a:lnTo>
                      <a:pt x="1111" y="0"/>
                    </a:lnTo>
                    <a:lnTo>
                      <a:pt x="1113" y="0"/>
                    </a:lnTo>
                    <a:lnTo>
                      <a:pt x="1114" y="0"/>
                    </a:lnTo>
                    <a:lnTo>
                      <a:pt x="1116" y="0"/>
                    </a:lnTo>
                    <a:lnTo>
                      <a:pt x="1117" y="0"/>
                    </a:lnTo>
                    <a:lnTo>
                      <a:pt x="1118" y="0"/>
                    </a:lnTo>
                    <a:lnTo>
                      <a:pt x="1120" y="0"/>
                    </a:lnTo>
                    <a:lnTo>
                      <a:pt x="1121" y="0"/>
                    </a:lnTo>
                    <a:lnTo>
                      <a:pt x="1122" y="0"/>
                    </a:lnTo>
                    <a:lnTo>
                      <a:pt x="1124" y="0"/>
                    </a:lnTo>
                    <a:lnTo>
                      <a:pt x="1125" y="0"/>
                    </a:lnTo>
                    <a:lnTo>
                      <a:pt x="1126" y="0"/>
                    </a:lnTo>
                    <a:lnTo>
                      <a:pt x="1128" y="0"/>
                    </a:lnTo>
                    <a:lnTo>
                      <a:pt x="1129" y="0"/>
                    </a:lnTo>
                    <a:lnTo>
                      <a:pt x="1131" y="0"/>
                    </a:lnTo>
                    <a:lnTo>
                      <a:pt x="1132" y="0"/>
                    </a:lnTo>
                    <a:lnTo>
                      <a:pt x="1133" y="0"/>
                    </a:lnTo>
                    <a:lnTo>
                      <a:pt x="1135" y="0"/>
                    </a:lnTo>
                    <a:lnTo>
                      <a:pt x="1136" y="0"/>
                    </a:lnTo>
                    <a:lnTo>
                      <a:pt x="1137" y="0"/>
                    </a:lnTo>
                    <a:lnTo>
                      <a:pt x="1139" y="0"/>
                    </a:lnTo>
                    <a:lnTo>
                      <a:pt x="1140" y="0"/>
                    </a:lnTo>
                    <a:lnTo>
                      <a:pt x="1141" y="0"/>
                    </a:lnTo>
                    <a:lnTo>
                      <a:pt x="1143" y="0"/>
                    </a:lnTo>
                    <a:lnTo>
                      <a:pt x="1144" y="0"/>
                    </a:lnTo>
                    <a:lnTo>
                      <a:pt x="1145" y="0"/>
                    </a:lnTo>
                    <a:lnTo>
                      <a:pt x="1147" y="0"/>
                    </a:lnTo>
                    <a:lnTo>
                      <a:pt x="1148" y="0"/>
                    </a:lnTo>
                    <a:lnTo>
                      <a:pt x="1150" y="0"/>
                    </a:lnTo>
                    <a:lnTo>
                      <a:pt x="1151" y="0"/>
                    </a:lnTo>
                    <a:lnTo>
                      <a:pt x="1152" y="0"/>
                    </a:lnTo>
                    <a:lnTo>
                      <a:pt x="1154" y="0"/>
                    </a:lnTo>
                    <a:lnTo>
                      <a:pt x="1155" y="0"/>
                    </a:lnTo>
                    <a:lnTo>
                      <a:pt x="1156" y="0"/>
                    </a:lnTo>
                    <a:lnTo>
                      <a:pt x="1158" y="0"/>
                    </a:lnTo>
                    <a:lnTo>
                      <a:pt x="1159" y="0"/>
                    </a:lnTo>
                    <a:lnTo>
                      <a:pt x="1160" y="0"/>
                    </a:lnTo>
                    <a:lnTo>
                      <a:pt x="1162" y="0"/>
                    </a:lnTo>
                    <a:lnTo>
                      <a:pt x="1163" y="0"/>
                    </a:lnTo>
                    <a:lnTo>
                      <a:pt x="1165" y="0"/>
                    </a:lnTo>
                    <a:lnTo>
                      <a:pt x="1166" y="0"/>
                    </a:lnTo>
                    <a:lnTo>
                      <a:pt x="1167" y="0"/>
                    </a:lnTo>
                    <a:lnTo>
                      <a:pt x="1169" y="0"/>
                    </a:lnTo>
                    <a:lnTo>
                      <a:pt x="1170" y="0"/>
                    </a:lnTo>
                    <a:lnTo>
                      <a:pt x="1171" y="0"/>
                    </a:lnTo>
                    <a:lnTo>
                      <a:pt x="1173" y="0"/>
                    </a:lnTo>
                    <a:lnTo>
                      <a:pt x="1174" y="0"/>
                    </a:lnTo>
                    <a:lnTo>
                      <a:pt x="1175" y="0"/>
                    </a:lnTo>
                    <a:lnTo>
                      <a:pt x="1177" y="0"/>
                    </a:lnTo>
                    <a:lnTo>
                      <a:pt x="1178" y="0"/>
                    </a:lnTo>
                    <a:lnTo>
                      <a:pt x="1179" y="0"/>
                    </a:lnTo>
                    <a:lnTo>
                      <a:pt x="1181" y="0"/>
                    </a:lnTo>
                    <a:lnTo>
                      <a:pt x="1182" y="0"/>
                    </a:lnTo>
                    <a:lnTo>
                      <a:pt x="1184" y="0"/>
                    </a:lnTo>
                    <a:lnTo>
                      <a:pt x="1185" y="0"/>
                    </a:lnTo>
                    <a:lnTo>
                      <a:pt x="1186" y="0"/>
                    </a:lnTo>
                    <a:lnTo>
                      <a:pt x="1188" y="0"/>
                    </a:lnTo>
                    <a:lnTo>
                      <a:pt x="1189" y="0"/>
                    </a:lnTo>
                    <a:lnTo>
                      <a:pt x="1190" y="0"/>
                    </a:lnTo>
                    <a:lnTo>
                      <a:pt x="1192" y="0"/>
                    </a:lnTo>
                    <a:lnTo>
                      <a:pt x="1193" y="0"/>
                    </a:lnTo>
                    <a:lnTo>
                      <a:pt x="1194" y="0"/>
                    </a:lnTo>
                    <a:lnTo>
                      <a:pt x="1196" y="0"/>
                    </a:lnTo>
                    <a:lnTo>
                      <a:pt x="1197" y="0"/>
                    </a:lnTo>
                    <a:lnTo>
                      <a:pt x="1199" y="0"/>
                    </a:lnTo>
                    <a:lnTo>
                      <a:pt x="1200" y="0"/>
                    </a:lnTo>
                    <a:lnTo>
                      <a:pt x="1201" y="0"/>
                    </a:lnTo>
                    <a:lnTo>
                      <a:pt x="1203" y="0"/>
                    </a:lnTo>
                    <a:lnTo>
                      <a:pt x="1204" y="0"/>
                    </a:lnTo>
                    <a:lnTo>
                      <a:pt x="1205" y="0"/>
                    </a:lnTo>
                    <a:lnTo>
                      <a:pt x="1207" y="0"/>
                    </a:lnTo>
                    <a:lnTo>
                      <a:pt x="1208" y="0"/>
                    </a:lnTo>
                    <a:lnTo>
                      <a:pt x="1209" y="0"/>
                    </a:lnTo>
                    <a:lnTo>
                      <a:pt x="1211" y="0"/>
                    </a:lnTo>
                    <a:lnTo>
                      <a:pt x="1212" y="0"/>
                    </a:lnTo>
                    <a:lnTo>
                      <a:pt x="1213" y="0"/>
                    </a:lnTo>
                    <a:lnTo>
                      <a:pt x="1215" y="0"/>
                    </a:lnTo>
                    <a:lnTo>
                      <a:pt x="1216" y="0"/>
                    </a:lnTo>
                    <a:lnTo>
                      <a:pt x="1218" y="0"/>
                    </a:lnTo>
                    <a:lnTo>
                      <a:pt x="1219" y="0"/>
                    </a:lnTo>
                    <a:lnTo>
                      <a:pt x="1220" y="0"/>
                    </a:lnTo>
                    <a:lnTo>
                      <a:pt x="1222" y="0"/>
                    </a:lnTo>
                    <a:lnTo>
                      <a:pt x="1223" y="0"/>
                    </a:lnTo>
                    <a:lnTo>
                      <a:pt x="1224" y="0"/>
                    </a:lnTo>
                    <a:lnTo>
                      <a:pt x="1226" y="0"/>
                    </a:lnTo>
                    <a:lnTo>
                      <a:pt x="1227" y="0"/>
                    </a:lnTo>
                    <a:lnTo>
                      <a:pt x="1228" y="0"/>
                    </a:lnTo>
                    <a:lnTo>
                      <a:pt x="1230" y="0"/>
                    </a:lnTo>
                    <a:lnTo>
                      <a:pt x="1231" y="0"/>
                    </a:lnTo>
                    <a:lnTo>
                      <a:pt x="1233" y="0"/>
                    </a:lnTo>
                    <a:lnTo>
                      <a:pt x="1234" y="0"/>
                    </a:lnTo>
                    <a:lnTo>
                      <a:pt x="1235" y="0"/>
                    </a:lnTo>
                    <a:lnTo>
                      <a:pt x="1237" y="0"/>
                    </a:lnTo>
                    <a:lnTo>
                      <a:pt x="1238" y="0"/>
                    </a:lnTo>
                    <a:lnTo>
                      <a:pt x="1239" y="0"/>
                    </a:lnTo>
                    <a:lnTo>
                      <a:pt x="1241" y="0"/>
                    </a:lnTo>
                    <a:lnTo>
                      <a:pt x="1242" y="0"/>
                    </a:lnTo>
                    <a:lnTo>
                      <a:pt x="1243" y="0"/>
                    </a:lnTo>
                    <a:lnTo>
                      <a:pt x="1245" y="0"/>
                    </a:lnTo>
                    <a:lnTo>
                      <a:pt x="1246" y="0"/>
                    </a:lnTo>
                    <a:lnTo>
                      <a:pt x="1247" y="0"/>
                    </a:lnTo>
                    <a:lnTo>
                      <a:pt x="1249" y="0"/>
                    </a:lnTo>
                    <a:lnTo>
                      <a:pt x="1250" y="0"/>
                    </a:lnTo>
                    <a:lnTo>
                      <a:pt x="1252" y="0"/>
                    </a:lnTo>
                    <a:lnTo>
                      <a:pt x="1253" y="0"/>
                    </a:lnTo>
                    <a:lnTo>
                      <a:pt x="1254" y="0"/>
                    </a:lnTo>
                    <a:lnTo>
                      <a:pt x="1256" y="0"/>
                    </a:lnTo>
                    <a:lnTo>
                      <a:pt x="1257" y="0"/>
                    </a:lnTo>
                    <a:lnTo>
                      <a:pt x="1258" y="0"/>
                    </a:lnTo>
                    <a:lnTo>
                      <a:pt x="1260" y="0"/>
                    </a:lnTo>
                    <a:lnTo>
                      <a:pt x="1261" y="0"/>
                    </a:lnTo>
                    <a:lnTo>
                      <a:pt x="1262" y="0"/>
                    </a:lnTo>
                    <a:lnTo>
                      <a:pt x="1264" y="0"/>
                    </a:lnTo>
                    <a:lnTo>
                      <a:pt x="1265" y="0"/>
                    </a:lnTo>
                    <a:lnTo>
                      <a:pt x="1267" y="0"/>
                    </a:lnTo>
                    <a:lnTo>
                      <a:pt x="1268" y="0"/>
                    </a:lnTo>
                    <a:lnTo>
                      <a:pt x="1269" y="0"/>
                    </a:lnTo>
                    <a:lnTo>
                      <a:pt x="1271" y="0"/>
                    </a:lnTo>
                    <a:lnTo>
                      <a:pt x="1272" y="0"/>
                    </a:lnTo>
                    <a:lnTo>
                      <a:pt x="1273" y="0"/>
                    </a:lnTo>
                    <a:lnTo>
                      <a:pt x="1275" y="0"/>
                    </a:lnTo>
                    <a:lnTo>
                      <a:pt x="1276" y="0"/>
                    </a:lnTo>
                    <a:lnTo>
                      <a:pt x="1277" y="0"/>
                    </a:lnTo>
                    <a:lnTo>
                      <a:pt x="1279" y="0"/>
                    </a:lnTo>
                    <a:lnTo>
                      <a:pt x="1280" y="0"/>
                    </a:lnTo>
                    <a:lnTo>
                      <a:pt x="1281" y="0"/>
                    </a:lnTo>
                    <a:lnTo>
                      <a:pt x="1283" y="0"/>
                    </a:lnTo>
                    <a:lnTo>
                      <a:pt x="1284" y="0"/>
                    </a:lnTo>
                    <a:lnTo>
                      <a:pt x="1286" y="0"/>
                    </a:lnTo>
                    <a:lnTo>
                      <a:pt x="1287" y="0"/>
                    </a:lnTo>
                    <a:lnTo>
                      <a:pt x="1288" y="0"/>
                    </a:lnTo>
                    <a:lnTo>
                      <a:pt x="1290" y="0"/>
                    </a:lnTo>
                    <a:lnTo>
                      <a:pt x="1291" y="0"/>
                    </a:lnTo>
                    <a:lnTo>
                      <a:pt x="1292" y="0"/>
                    </a:lnTo>
                    <a:lnTo>
                      <a:pt x="1294" y="0"/>
                    </a:lnTo>
                    <a:lnTo>
                      <a:pt x="1295" y="0"/>
                    </a:lnTo>
                    <a:lnTo>
                      <a:pt x="1296" y="0"/>
                    </a:lnTo>
                    <a:lnTo>
                      <a:pt x="1298" y="0"/>
                    </a:lnTo>
                    <a:lnTo>
                      <a:pt x="1299" y="0"/>
                    </a:lnTo>
                    <a:lnTo>
                      <a:pt x="1301" y="0"/>
                    </a:lnTo>
                    <a:lnTo>
                      <a:pt x="1302" y="0"/>
                    </a:lnTo>
                    <a:lnTo>
                      <a:pt x="1303" y="0"/>
                    </a:lnTo>
                    <a:lnTo>
                      <a:pt x="1305" y="0"/>
                    </a:lnTo>
                    <a:lnTo>
                      <a:pt x="1306" y="0"/>
                    </a:lnTo>
                    <a:lnTo>
                      <a:pt x="1307" y="0"/>
                    </a:lnTo>
                    <a:lnTo>
                      <a:pt x="1309" y="0"/>
                    </a:lnTo>
                    <a:lnTo>
                      <a:pt x="1310" y="0"/>
                    </a:lnTo>
                    <a:lnTo>
                      <a:pt x="1311" y="0"/>
                    </a:lnTo>
                    <a:lnTo>
                      <a:pt x="1313" y="0"/>
                    </a:lnTo>
                    <a:lnTo>
                      <a:pt x="1314" y="0"/>
                    </a:lnTo>
                    <a:lnTo>
                      <a:pt x="1315" y="0"/>
                    </a:lnTo>
                    <a:lnTo>
                      <a:pt x="1317" y="0"/>
                    </a:lnTo>
                    <a:lnTo>
                      <a:pt x="1318" y="0"/>
                    </a:lnTo>
                    <a:lnTo>
                      <a:pt x="1320" y="0"/>
                    </a:lnTo>
                    <a:lnTo>
                      <a:pt x="1321" y="0"/>
                    </a:lnTo>
                    <a:lnTo>
                      <a:pt x="1322" y="0"/>
                    </a:lnTo>
                    <a:lnTo>
                      <a:pt x="1324" y="0"/>
                    </a:lnTo>
                    <a:lnTo>
                      <a:pt x="1325" y="0"/>
                    </a:lnTo>
                    <a:lnTo>
                      <a:pt x="1326" y="0"/>
                    </a:lnTo>
                    <a:lnTo>
                      <a:pt x="1328" y="0"/>
                    </a:lnTo>
                    <a:lnTo>
                      <a:pt x="1329" y="0"/>
                    </a:lnTo>
                    <a:lnTo>
                      <a:pt x="1330" y="0"/>
                    </a:lnTo>
                    <a:lnTo>
                      <a:pt x="1332" y="0"/>
                    </a:lnTo>
                    <a:lnTo>
                      <a:pt x="1333" y="0"/>
                    </a:lnTo>
                    <a:lnTo>
                      <a:pt x="1335" y="0"/>
                    </a:lnTo>
                    <a:lnTo>
                      <a:pt x="1336" y="0"/>
                    </a:lnTo>
                    <a:lnTo>
                      <a:pt x="1337" y="0"/>
                    </a:lnTo>
                    <a:lnTo>
                      <a:pt x="1339" y="0"/>
                    </a:lnTo>
                    <a:lnTo>
                      <a:pt x="1340" y="0"/>
                    </a:lnTo>
                    <a:lnTo>
                      <a:pt x="1341" y="0"/>
                    </a:lnTo>
                    <a:lnTo>
                      <a:pt x="1343" y="0"/>
                    </a:lnTo>
                    <a:lnTo>
                      <a:pt x="1344" y="0"/>
                    </a:lnTo>
                    <a:lnTo>
                      <a:pt x="1345" y="0"/>
                    </a:lnTo>
                    <a:lnTo>
                      <a:pt x="1347" y="0"/>
                    </a:lnTo>
                    <a:lnTo>
                      <a:pt x="1348" y="0"/>
                    </a:lnTo>
                    <a:lnTo>
                      <a:pt x="1349" y="0"/>
                    </a:lnTo>
                    <a:lnTo>
                      <a:pt x="1351" y="0"/>
                    </a:lnTo>
                    <a:lnTo>
                      <a:pt x="1352" y="0"/>
                    </a:lnTo>
                    <a:lnTo>
                      <a:pt x="1354" y="0"/>
                    </a:lnTo>
                    <a:lnTo>
                      <a:pt x="1355" y="0"/>
                    </a:lnTo>
                    <a:lnTo>
                      <a:pt x="1356" y="0"/>
                    </a:lnTo>
                    <a:lnTo>
                      <a:pt x="1358" y="0"/>
                    </a:lnTo>
                    <a:lnTo>
                      <a:pt x="1359" y="0"/>
                    </a:lnTo>
                    <a:lnTo>
                      <a:pt x="1360" y="0"/>
                    </a:lnTo>
                    <a:lnTo>
                      <a:pt x="1362" y="0"/>
                    </a:lnTo>
                    <a:lnTo>
                      <a:pt x="1363" y="0"/>
                    </a:lnTo>
                    <a:lnTo>
                      <a:pt x="1364" y="0"/>
                    </a:lnTo>
                    <a:lnTo>
                      <a:pt x="1366" y="0"/>
                    </a:lnTo>
                    <a:lnTo>
                      <a:pt x="1367" y="0"/>
                    </a:lnTo>
                    <a:lnTo>
                      <a:pt x="1369" y="0"/>
                    </a:lnTo>
                    <a:lnTo>
                      <a:pt x="1370" y="0"/>
                    </a:lnTo>
                    <a:lnTo>
                      <a:pt x="1371" y="0"/>
                    </a:lnTo>
                    <a:lnTo>
                      <a:pt x="1373" y="0"/>
                    </a:lnTo>
                    <a:lnTo>
                      <a:pt x="1374" y="0"/>
                    </a:lnTo>
                    <a:lnTo>
                      <a:pt x="1375" y="0"/>
                    </a:lnTo>
                    <a:lnTo>
                      <a:pt x="1377" y="0"/>
                    </a:lnTo>
                    <a:lnTo>
                      <a:pt x="1378" y="0"/>
                    </a:lnTo>
                    <a:lnTo>
                      <a:pt x="1379" y="0"/>
                    </a:lnTo>
                    <a:lnTo>
                      <a:pt x="1381" y="0"/>
                    </a:lnTo>
                    <a:lnTo>
                      <a:pt x="1382" y="0"/>
                    </a:lnTo>
                    <a:lnTo>
                      <a:pt x="1383" y="0"/>
                    </a:lnTo>
                    <a:lnTo>
                      <a:pt x="1385" y="0"/>
                    </a:lnTo>
                    <a:lnTo>
                      <a:pt x="1386" y="0"/>
                    </a:lnTo>
                    <a:lnTo>
                      <a:pt x="1388" y="0"/>
                    </a:lnTo>
                    <a:lnTo>
                      <a:pt x="1389" y="0"/>
                    </a:lnTo>
                    <a:lnTo>
                      <a:pt x="1390" y="0"/>
                    </a:lnTo>
                    <a:lnTo>
                      <a:pt x="1392" y="0"/>
                    </a:lnTo>
                    <a:lnTo>
                      <a:pt x="1393" y="0"/>
                    </a:lnTo>
                    <a:lnTo>
                      <a:pt x="1394" y="0"/>
                    </a:lnTo>
                    <a:lnTo>
                      <a:pt x="1396" y="0"/>
                    </a:lnTo>
                    <a:lnTo>
                      <a:pt x="1397" y="0"/>
                    </a:lnTo>
                    <a:lnTo>
                      <a:pt x="1398" y="0"/>
                    </a:lnTo>
                    <a:lnTo>
                      <a:pt x="1400" y="0"/>
                    </a:lnTo>
                    <a:lnTo>
                      <a:pt x="1401" y="0"/>
                    </a:lnTo>
                    <a:lnTo>
                      <a:pt x="1403" y="0"/>
                    </a:lnTo>
                    <a:lnTo>
                      <a:pt x="1404" y="0"/>
                    </a:lnTo>
                    <a:lnTo>
                      <a:pt x="1405" y="0"/>
                    </a:lnTo>
                    <a:lnTo>
                      <a:pt x="1407" y="0"/>
                    </a:lnTo>
                    <a:lnTo>
                      <a:pt x="1408" y="0"/>
                    </a:lnTo>
                    <a:lnTo>
                      <a:pt x="1409" y="0"/>
                    </a:lnTo>
                    <a:lnTo>
                      <a:pt x="1411" y="0"/>
                    </a:lnTo>
                    <a:lnTo>
                      <a:pt x="1412" y="0"/>
                    </a:lnTo>
                    <a:lnTo>
                      <a:pt x="1413" y="0"/>
                    </a:lnTo>
                    <a:lnTo>
                      <a:pt x="1415" y="0"/>
                    </a:lnTo>
                    <a:lnTo>
                      <a:pt x="1416" y="0"/>
                    </a:lnTo>
                    <a:lnTo>
                      <a:pt x="1417" y="0"/>
                    </a:lnTo>
                    <a:lnTo>
                      <a:pt x="1419" y="0"/>
                    </a:lnTo>
                    <a:lnTo>
                      <a:pt x="1420" y="0"/>
                    </a:lnTo>
                    <a:lnTo>
                      <a:pt x="1422" y="0"/>
                    </a:lnTo>
                    <a:lnTo>
                      <a:pt x="1423" y="0"/>
                    </a:lnTo>
                    <a:lnTo>
                      <a:pt x="1424" y="0"/>
                    </a:lnTo>
                    <a:lnTo>
                      <a:pt x="1426" y="0"/>
                    </a:lnTo>
                    <a:lnTo>
                      <a:pt x="1427" y="0"/>
                    </a:lnTo>
                    <a:lnTo>
                      <a:pt x="1428" y="0"/>
                    </a:lnTo>
                    <a:lnTo>
                      <a:pt x="1430" y="0"/>
                    </a:lnTo>
                    <a:lnTo>
                      <a:pt x="1431" y="0"/>
                    </a:lnTo>
                    <a:lnTo>
                      <a:pt x="1432" y="0"/>
                    </a:lnTo>
                    <a:lnTo>
                      <a:pt x="1434" y="0"/>
                    </a:lnTo>
                    <a:lnTo>
                      <a:pt x="1435" y="0"/>
                    </a:lnTo>
                    <a:lnTo>
                      <a:pt x="1437" y="0"/>
                    </a:lnTo>
                    <a:lnTo>
                      <a:pt x="1438" y="0"/>
                    </a:lnTo>
                    <a:lnTo>
                      <a:pt x="1439" y="0"/>
                    </a:lnTo>
                    <a:lnTo>
                      <a:pt x="1441" y="0"/>
                    </a:lnTo>
                    <a:lnTo>
                      <a:pt x="1442" y="0"/>
                    </a:lnTo>
                  </a:path>
                </a:pathLst>
              </a:custGeom>
              <a:noFill/>
              <a:ln cap="flat" cmpd="sng" w="254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 flipH="1" rot="10800000">
                <a:off x="1077913" y="2190751"/>
                <a:ext cx="3810000" cy="679450"/>
              </a:xfrm>
              <a:custGeom>
                <a:rect b="b" l="l" r="r" t="t"/>
                <a:pathLst>
                  <a:path extrusionOk="0" h="308" w="1442">
                    <a:moveTo>
                      <a:pt x="0" y="7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9" y="1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5" y="1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29" y="4"/>
                    </a:lnTo>
                    <a:lnTo>
                      <a:pt x="30" y="4"/>
                    </a:lnTo>
                    <a:lnTo>
                      <a:pt x="32" y="3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6" y="2"/>
                    </a:lnTo>
                    <a:lnTo>
                      <a:pt x="37" y="3"/>
                    </a:lnTo>
                    <a:lnTo>
                      <a:pt x="38" y="2"/>
                    </a:lnTo>
                    <a:lnTo>
                      <a:pt x="40" y="3"/>
                    </a:lnTo>
                    <a:lnTo>
                      <a:pt x="41" y="3"/>
                    </a:lnTo>
                    <a:lnTo>
                      <a:pt x="43" y="3"/>
                    </a:lnTo>
                    <a:lnTo>
                      <a:pt x="44" y="4"/>
                    </a:lnTo>
                    <a:lnTo>
                      <a:pt x="45" y="4"/>
                    </a:lnTo>
                    <a:lnTo>
                      <a:pt x="47" y="3"/>
                    </a:lnTo>
                    <a:lnTo>
                      <a:pt x="48" y="3"/>
                    </a:lnTo>
                    <a:lnTo>
                      <a:pt x="49" y="3"/>
                    </a:lnTo>
                    <a:lnTo>
                      <a:pt x="51" y="2"/>
                    </a:lnTo>
                    <a:lnTo>
                      <a:pt x="52" y="3"/>
                    </a:lnTo>
                    <a:lnTo>
                      <a:pt x="53" y="2"/>
                    </a:lnTo>
                    <a:lnTo>
                      <a:pt x="55" y="1"/>
                    </a:lnTo>
                    <a:lnTo>
                      <a:pt x="56" y="1"/>
                    </a:lnTo>
                    <a:lnTo>
                      <a:pt x="57" y="1"/>
                    </a:lnTo>
                    <a:lnTo>
                      <a:pt x="59" y="2"/>
                    </a:lnTo>
                    <a:lnTo>
                      <a:pt x="60" y="2"/>
                    </a:lnTo>
                    <a:lnTo>
                      <a:pt x="62" y="1"/>
                    </a:lnTo>
                    <a:lnTo>
                      <a:pt x="63" y="1"/>
                    </a:lnTo>
                    <a:lnTo>
                      <a:pt x="64" y="2"/>
                    </a:lnTo>
                    <a:lnTo>
                      <a:pt x="66" y="2"/>
                    </a:lnTo>
                    <a:lnTo>
                      <a:pt x="67" y="2"/>
                    </a:lnTo>
                    <a:lnTo>
                      <a:pt x="68" y="2"/>
                    </a:lnTo>
                    <a:lnTo>
                      <a:pt x="70" y="2"/>
                    </a:lnTo>
                    <a:lnTo>
                      <a:pt x="71" y="2"/>
                    </a:lnTo>
                    <a:lnTo>
                      <a:pt x="72" y="3"/>
                    </a:lnTo>
                    <a:lnTo>
                      <a:pt x="74" y="3"/>
                    </a:lnTo>
                    <a:lnTo>
                      <a:pt x="75" y="3"/>
                    </a:lnTo>
                    <a:lnTo>
                      <a:pt x="77" y="3"/>
                    </a:lnTo>
                    <a:lnTo>
                      <a:pt x="78" y="3"/>
                    </a:lnTo>
                    <a:lnTo>
                      <a:pt x="79" y="4"/>
                    </a:lnTo>
                    <a:lnTo>
                      <a:pt x="81" y="4"/>
                    </a:lnTo>
                    <a:lnTo>
                      <a:pt x="82" y="5"/>
                    </a:lnTo>
                    <a:lnTo>
                      <a:pt x="83" y="4"/>
                    </a:lnTo>
                    <a:lnTo>
                      <a:pt x="85" y="5"/>
                    </a:lnTo>
                    <a:lnTo>
                      <a:pt x="86" y="5"/>
                    </a:lnTo>
                    <a:lnTo>
                      <a:pt x="87" y="5"/>
                    </a:lnTo>
                    <a:lnTo>
                      <a:pt x="89" y="5"/>
                    </a:lnTo>
                    <a:lnTo>
                      <a:pt x="90" y="4"/>
                    </a:lnTo>
                    <a:lnTo>
                      <a:pt x="91" y="4"/>
                    </a:lnTo>
                    <a:lnTo>
                      <a:pt x="93" y="4"/>
                    </a:lnTo>
                    <a:lnTo>
                      <a:pt x="94" y="4"/>
                    </a:lnTo>
                    <a:lnTo>
                      <a:pt x="96" y="4"/>
                    </a:lnTo>
                    <a:lnTo>
                      <a:pt x="97" y="5"/>
                    </a:lnTo>
                    <a:lnTo>
                      <a:pt x="98" y="5"/>
                    </a:lnTo>
                    <a:lnTo>
                      <a:pt x="100" y="6"/>
                    </a:lnTo>
                    <a:lnTo>
                      <a:pt x="101" y="6"/>
                    </a:lnTo>
                    <a:lnTo>
                      <a:pt x="102" y="6"/>
                    </a:lnTo>
                    <a:lnTo>
                      <a:pt x="104" y="7"/>
                    </a:lnTo>
                    <a:lnTo>
                      <a:pt x="105" y="7"/>
                    </a:lnTo>
                    <a:lnTo>
                      <a:pt x="106" y="7"/>
                    </a:lnTo>
                    <a:lnTo>
                      <a:pt x="108" y="7"/>
                    </a:lnTo>
                    <a:lnTo>
                      <a:pt x="109" y="7"/>
                    </a:lnTo>
                    <a:lnTo>
                      <a:pt x="111" y="7"/>
                    </a:lnTo>
                    <a:lnTo>
                      <a:pt x="112" y="7"/>
                    </a:lnTo>
                    <a:lnTo>
                      <a:pt x="113" y="7"/>
                    </a:lnTo>
                    <a:lnTo>
                      <a:pt x="115" y="8"/>
                    </a:lnTo>
                    <a:lnTo>
                      <a:pt x="116" y="8"/>
                    </a:lnTo>
                    <a:lnTo>
                      <a:pt x="117" y="12"/>
                    </a:lnTo>
                    <a:lnTo>
                      <a:pt x="119" y="284"/>
                    </a:lnTo>
                    <a:lnTo>
                      <a:pt x="120" y="305"/>
                    </a:lnTo>
                    <a:lnTo>
                      <a:pt x="121" y="307"/>
                    </a:lnTo>
                    <a:lnTo>
                      <a:pt x="123" y="307"/>
                    </a:lnTo>
                    <a:lnTo>
                      <a:pt x="124" y="308"/>
                    </a:lnTo>
                    <a:lnTo>
                      <a:pt x="125" y="308"/>
                    </a:lnTo>
                    <a:lnTo>
                      <a:pt x="127" y="308"/>
                    </a:lnTo>
                    <a:lnTo>
                      <a:pt x="128" y="308"/>
                    </a:lnTo>
                    <a:lnTo>
                      <a:pt x="130" y="308"/>
                    </a:lnTo>
                    <a:lnTo>
                      <a:pt x="131" y="307"/>
                    </a:lnTo>
                    <a:lnTo>
                      <a:pt x="132" y="306"/>
                    </a:lnTo>
                    <a:lnTo>
                      <a:pt x="134" y="306"/>
                    </a:lnTo>
                    <a:lnTo>
                      <a:pt x="135" y="305"/>
                    </a:lnTo>
                    <a:lnTo>
                      <a:pt x="136" y="304"/>
                    </a:lnTo>
                    <a:lnTo>
                      <a:pt x="138" y="304"/>
                    </a:lnTo>
                    <a:lnTo>
                      <a:pt x="139" y="304"/>
                    </a:lnTo>
                    <a:lnTo>
                      <a:pt x="140" y="303"/>
                    </a:lnTo>
                    <a:lnTo>
                      <a:pt x="142" y="303"/>
                    </a:lnTo>
                    <a:lnTo>
                      <a:pt x="143" y="303"/>
                    </a:lnTo>
                    <a:lnTo>
                      <a:pt x="145" y="303"/>
                    </a:lnTo>
                    <a:lnTo>
                      <a:pt x="146" y="302"/>
                    </a:lnTo>
                    <a:lnTo>
                      <a:pt x="147" y="302"/>
                    </a:lnTo>
                    <a:lnTo>
                      <a:pt x="149" y="302"/>
                    </a:lnTo>
                    <a:lnTo>
                      <a:pt x="150" y="301"/>
                    </a:lnTo>
                    <a:lnTo>
                      <a:pt x="151" y="299"/>
                    </a:lnTo>
                    <a:lnTo>
                      <a:pt x="153" y="299"/>
                    </a:lnTo>
                    <a:lnTo>
                      <a:pt x="154" y="297"/>
                    </a:lnTo>
                    <a:lnTo>
                      <a:pt x="155" y="296"/>
                    </a:lnTo>
                    <a:lnTo>
                      <a:pt x="157" y="295"/>
                    </a:lnTo>
                    <a:lnTo>
                      <a:pt x="158" y="294"/>
                    </a:lnTo>
                    <a:lnTo>
                      <a:pt x="159" y="294"/>
                    </a:lnTo>
                    <a:lnTo>
                      <a:pt x="161" y="293"/>
                    </a:lnTo>
                    <a:lnTo>
                      <a:pt x="162" y="292"/>
                    </a:lnTo>
                    <a:lnTo>
                      <a:pt x="164" y="291"/>
                    </a:lnTo>
                    <a:lnTo>
                      <a:pt x="165" y="291"/>
                    </a:lnTo>
                    <a:lnTo>
                      <a:pt x="166" y="289"/>
                    </a:lnTo>
                    <a:lnTo>
                      <a:pt x="168" y="288"/>
                    </a:lnTo>
                    <a:lnTo>
                      <a:pt x="169" y="289"/>
                    </a:lnTo>
                    <a:lnTo>
                      <a:pt x="170" y="288"/>
                    </a:lnTo>
                    <a:lnTo>
                      <a:pt x="172" y="287"/>
                    </a:lnTo>
                    <a:lnTo>
                      <a:pt x="173" y="286"/>
                    </a:lnTo>
                    <a:lnTo>
                      <a:pt x="174" y="286"/>
                    </a:lnTo>
                    <a:lnTo>
                      <a:pt x="176" y="286"/>
                    </a:lnTo>
                    <a:lnTo>
                      <a:pt x="177" y="285"/>
                    </a:lnTo>
                    <a:lnTo>
                      <a:pt x="179" y="284"/>
                    </a:lnTo>
                    <a:lnTo>
                      <a:pt x="180" y="283"/>
                    </a:lnTo>
                    <a:lnTo>
                      <a:pt x="181" y="283"/>
                    </a:lnTo>
                    <a:lnTo>
                      <a:pt x="183" y="281"/>
                    </a:lnTo>
                    <a:lnTo>
                      <a:pt x="184" y="281"/>
                    </a:lnTo>
                    <a:lnTo>
                      <a:pt x="185" y="280"/>
                    </a:lnTo>
                    <a:lnTo>
                      <a:pt x="187" y="279"/>
                    </a:lnTo>
                    <a:lnTo>
                      <a:pt x="188" y="279"/>
                    </a:lnTo>
                    <a:lnTo>
                      <a:pt x="189" y="278"/>
                    </a:lnTo>
                    <a:lnTo>
                      <a:pt x="191" y="277"/>
                    </a:lnTo>
                    <a:lnTo>
                      <a:pt x="192" y="277"/>
                    </a:lnTo>
                    <a:lnTo>
                      <a:pt x="193" y="276"/>
                    </a:lnTo>
                    <a:lnTo>
                      <a:pt x="195" y="276"/>
                    </a:lnTo>
                    <a:lnTo>
                      <a:pt x="196" y="275"/>
                    </a:lnTo>
                    <a:lnTo>
                      <a:pt x="198" y="274"/>
                    </a:lnTo>
                    <a:lnTo>
                      <a:pt x="199" y="273"/>
                    </a:lnTo>
                    <a:lnTo>
                      <a:pt x="200" y="273"/>
                    </a:lnTo>
                    <a:lnTo>
                      <a:pt x="202" y="272"/>
                    </a:lnTo>
                    <a:lnTo>
                      <a:pt x="203" y="272"/>
                    </a:lnTo>
                    <a:lnTo>
                      <a:pt x="204" y="273"/>
                    </a:lnTo>
                    <a:lnTo>
                      <a:pt x="206" y="274"/>
                    </a:lnTo>
                    <a:lnTo>
                      <a:pt x="207" y="274"/>
                    </a:lnTo>
                    <a:lnTo>
                      <a:pt x="208" y="274"/>
                    </a:lnTo>
                    <a:lnTo>
                      <a:pt x="210" y="274"/>
                    </a:lnTo>
                    <a:lnTo>
                      <a:pt x="211" y="273"/>
                    </a:lnTo>
                    <a:lnTo>
                      <a:pt x="213" y="272"/>
                    </a:lnTo>
                    <a:lnTo>
                      <a:pt x="214" y="272"/>
                    </a:lnTo>
                    <a:lnTo>
                      <a:pt x="215" y="272"/>
                    </a:lnTo>
                    <a:lnTo>
                      <a:pt x="217" y="270"/>
                    </a:lnTo>
                    <a:lnTo>
                      <a:pt x="218" y="270"/>
                    </a:lnTo>
                    <a:lnTo>
                      <a:pt x="219" y="270"/>
                    </a:lnTo>
                    <a:lnTo>
                      <a:pt x="221" y="269"/>
                    </a:lnTo>
                    <a:lnTo>
                      <a:pt x="222" y="268"/>
                    </a:lnTo>
                    <a:lnTo>
                      <a:pt x="223" y="267"/>
                    </a:lnTo>
                    <a:lnTo>
                      <a:pt x="225" y="266"/>
                    </a:lnTo>
                    <a:lnTo>
                      <a:pt x="226" y="265"/>
                    </a:lnTo>
                    <a:lnTo>
                      <a:pt x="227" y="264"/>
                    </a:lnTo>
                    <a:lnTo>
                      <a:pt x="229" y="264"/>
                    </a:lnTo>
                    <a:lnTo>
                      <a:pt x="230" y="264"/>
                    </a:lnTo>
                    <a:lnTo>
                      <a:pt x="232" y="263"/>
                    </a:lnTo>
                    <a:lnTo>
                      <a:pt x="233" y="263"/>
                    </a:lnTo>
                    <a:lnTo>
                      <a:pt x="234" y="262"/>
                    </a:lnTo>
                    <a:lnTo>
                      <a:pt x="236" y="263"/>
                    </a:lnTo>
                    <a:lnTo>
                      <a:pt x="237" y="263"/>
                    </a:lnTo>
                    <a:lnTo>
                      <a:pt x="238" y="262"/>
                    </a:lnTo>
                    <a:lnTo>
                      <a:pt x="240" y="263"/>
                    </a:lnTo>
                    <a:lnTo>
                      <a:pt x="241" y="263"/>
                    </a:lnTo>
                    <a:lnTo>
                      <a:pt x="242" y="262"/>
                    </a:lnTo>
                    <a:lnTo>
                      <a:pt x="244" y="262"/>
                    </a:lnTo>
                    <a:lnTo>
                      <a:pt x="245" y="262"/>
                    </a:lnTo>
                    <a:lnTo>
                      <a:pt x="247" y="262"/>
                    </a:lnTo>
                    <a:lnTo>
                      <a:pt x="248" y="262"/>
                    </a:lnTo>
                    <a:lnTo>
                      <a:pt x="249" y="261"/>
                    </a:lnTo>
                    <a:lnTo>
                      <a:pt x="251" y="261"/>
                    </a:lnTo>
                    <a:lnTo>
                      <a:pt x="252" y="260"/>
                    </a:lnTo>
                    <a:lnTo>
                      <a:pt x="253" y="261"/>
                    </a:lnTo>
                    <a:lnTo>
                      <a:pt x="255" y="261"/>
                    </a:lnTo>
                    <a:lnTo>
                      <a:pt x="256" y="261"/>
                    </a:lnTo>
                    <a:lnTo>
                      <a:pt x="257" y="261"/>
                    </a:lnTo>
                    <a:lnTo>
                      <a:pt x="259" y="261"/>
                    </a:lnTo>
                    <a:lnTo>
                      <a:pt x="260" y="261"/>
                    </a:lnTo>
                    <a:lnTo>
                      <a:pt x="261" y="261"/>
                    </a:lnTo>
                    <a:lnTo>
                      <a:pt x="263" y="260"/>
                    </a:lnTo>
                    <a:lnTo>
                      <a:pt x="264" y="260"/>
                    </a:lnTo>
                    <a:lnTo>
                      <a:pt x="266" y="259"/>
                    </a:lnTo>
                    <a:lnTo>
                      <a:pt x="267" y="259"/>
                    </a:lnTo>
                    <a:lnTo>
                      <a:pt x="268" y="259"/>
                    </a:lnTo>
                    <a:lnTo>
                      <a:pt x="270" y="259"/>
                    </a:lnTo>
                    <a:lnTo>
                      <a:pt x="271" y="258"/>
                    </a:lnTo>
                    <a:lnTo>
                      <a:pt x="272" y="258"/>
                    </a:lnTo>
                    <a:lnTo>
                      <a:pt x="274" y="257"/>
                    </a:lnTo>
                    <a:lnTo>
                      <a:pt x="275" y="258"/>
                    </a:lnTo>
                    <a:lnTo>
                      <a:pt x="276" y="257"/>
                    </a:lnTo>
                    <a:lnTo>
                      <a:pt x="278" y="256"/>
                    </a:lnTo>
                    <a:lnTo>
                      <a:pt x="279" y="257"/>
                    </a:lnTo>
                    <a:lnTo>
                      <a:pt x="281" y="255"/>
                    </a:lnTo>
                    <a:lnTo>
                      <a:pt x="282" y="255"/>
                    </a:lnTo>
                    <a:lnTo>
                      <a:pt x="283" y="254"/>
                    </a:lnTo>
                    <a:lnTo>
                      <a:pt x="285" y="253"/>
                    </a:lnTo>
                    <a:lnTo>
                      <a:pt x="286" y="252"/>
                    </a:lnTo>
                    <a:lnTo>
                      <a:pt x="287" y="252"/>
                    </a:lnTo>
                    <a:lnTo>
                      <a:pt x="289" y="251"/>
                    </a:lnTo>
                    <a:lnTo>
                      <a:pt x="290" y="251"/>
                    </a:lnTo>
                    <a:lnTo>
                      <a:pt x="291" y="252"/>
                    </a:lnTo>
                    <a:lnTo>
                      <a:pt x="293" y="252"/>
                    </a:lnTo>
                    <a:lnTo>
                      <a:pt x="294" y="252"/>
                    </a:lnTo>
                    <a:lnTo>
                      <a:pt x="295" y="253"/>
                    </a:lnTo>
                    <a:lnTo>
                      <a:pt x="297" y="252"/>
                    </a:lnTo>
                    <a:lnTo>
                      <a:pt x="298" y="252"/>
                    </a:lnTo>
                    <a:lnTo>
                      <a:pt x="300" y="251"/>
                    </a:lnTo>
                    <a:lnTo>
                      <a:pt x="301" y="252"/>
                    </a:lnTo>
                    <a:lnTo>
                      <a:pt x="302" y="251"/>
                    </a:lnTo>
                    <a:lnTo>
                      <a:pt x="304" y="251"/>
                    </a:lnTo>
                    <a:lnTo>
                      <a:pt x="305" y="251"/>
                    </a:lnTo>
                    <a:lnTo>
                      <a:pt x="306" y="252"/>
                    </a:lnTo>
                    <a:lnTo>
                      <a:pt x="308" y="251"/>
                    </a:lnTo>
                    <a:lnTo>
                      <a:pt x="309" y="250"/>
                    </a:lnTo>
                    <a:lnTo>
                      <a:pt x="310" y="250"/>
                    </a:lnTo>
                    <a:lnTo>
                      <a:pt x="312" y="250"/>
                    </a:lnTo>
                    <a:lnTo>
                      <a:pt x="313" y="250"/>
                    </a:lnTo>
                    <a:lnTo>
                      <a:pt x="315" y="250"/>
                    </a:lnTo>
                    <a:lnTo>
                      <a:pt x="316" y="250"/>
                    </a:lnTo>
                    <a:lnTo>
                      <a:pt x="317" y="250"/>
                    </a:lnTo>
                    <a:lnTo>
                      <a:pt x="319" y="250"/>
                    </a:lnTo>
                    <a:lnTo>
                      <a:pt x="320" y="250"/>
                    </a:lnTo>
                    <a:lnTo>
                      <a:pt x="321" y="250"/>
                    </a:lnTo>
                    <a:lnTo>
                      <a:pt x="323" y="250"/>
                    </a:lnTo>
                    <a:lnTo>
                      <a:pt x="324" y="249"/>
                    </a:lnTo>
                    <a:lnTo>
                      <a:pt x="325" y="249"/>
                    </a:lnTo>
                    <a:lnTo>
                      <a:pt x="327" y="249"/>
                    </a:lnTo>
                    <a:lnTo>
                      <a:pt x="328" y="249"/>
                    </a:lnTo>
                    <a:lnTo>
                      <a:pt x="329" y="248"/>
                    </a:lnTo>
                    <a:lnTo>
                      <a:pt x="331" y="249"/>
                    </a:lnTo>
                    <a:lnTo>
                      <a:pt x="332" y="248"/>
                    </a:lnTo>
                    <a:lnTo>
                      <a:pt x="334" y="248"/>
                    </a:lnTo>
                    <a:lnTo>
                      <a:pt x="335" y="249"/>
                    </a:lnTo>
                    <a:lnTo>
                      <a:pt x="336" y="247"/>
                    </a:lnTo>
                    <a:lnTo>
                      <a:pt x="338" y="248"/>
                    </a:lnTo>
                    <a:lnTo>
                      <a:pt x="339" y="248"/>
                    </a:lnTo>
                    <a:lnTo>
                      <a:pt x="340" y="247"/>
                    </a:lnTo>
                    <a:lnTo>
                      <a:pt x="342" y="247"/>
                    </a:lnTo>
                    <a:lnTo>
                      <a:pt x="343" y="247"/>
                    </a:lnTo>
                    <a:lnTo>
                      <a:pt x="344" y="247"/>
                    </a:lnTo>
                    <a:lnTo>
                      <a:pt x="346" y="248"/>
                    </a:lnTo>
                    <a:lnTo>
                      <a:pt x="347" y="247"/>
                    </a:lnTo>
                    <a:lnTo>
                      <a:pt x="349" y="246"/>
                    </a:lnTo>
                    <a:lnTo>
                      <a:pt x="350" y="247"/>
                    </a:lnTo>
                    <a:lnTo>
                      <a:pt x="351" y="246"/>
                    </a:lnTo>
                    <a:lnTo>
                      <a:pt x="353" y="246"/>
                    </a:lnTo>
                    <a:lnTo>
                      <a:pt x="354" y="245"/>
                    </a:lnTo>
                    <a:lnTo>
                      <a:pt x="355" y="243"/>
                    </a:lnTo>
                    <a:lnTo>
                      <a:pt x="357" y="243"/>
                    </a:lnTo>
                    <a:lnTo>
                      <a:pt x="358" y="243"/>
                    </a:lnTo>
                    <a:lnTo>
                      <a:pt x="359" y="243"/>
                    </a:lnTo>
                    <a:lnTo>
                      <a:pt x="361" y="243"/>
                    </a:lnTo>
                    <a:lnTo>
                      <a:pt x="362" y="243"/>
                    </a:lnTo>
                    <a:lnTo>
                      <a:pt x="363" y="243"/>
                    </a:lnTo>
                    <a:lnTo>
                      <a:pt x="365" y="243"/>
                    </a:lnTo>
                    <a:lnTo>
                      <a:pt x="366" y="242"/>
                    </a:lnTo>
                    <a:lnTo>
                      <a:pt x="368" y="242"/>
                    </a:lnTo>
                    <a:lnTo>
                      <a:pt x="369" y="242"/>
                    </a:lnTo>
                    <a:lnTo>
                      <a:pt x="370" y="242"/>
                    </a:lnTo>
                    <a:lnTo>
                      <a:pt x="372" y="242"/>
                    </a:lnTo>
                    <a:lnTo>
                      <a:pt x="373" y="242"/>
                    </a:lnTo>
                    <a:lnTo>
                      <a:pt x="374" y="241"/>
                    </a:lnTo>
                    <a:lnTo>
                      <a:pt x="376" y="241"/>
                    </a:lnTo>
                    <a:lnTo>
                      <a:pt x="377" y="241"/>
                    </a:lnTo>
                    <a:lnTo>
                      <a:pt x="378" y="241"/>
                    </a:lnTo>
                    <a:lnTo>
                      <a:pt x="380" y="242"/>
                    </a:lnTo>
                    <a:lnTo>
                      <a:pt x="381" y="242"/>
                    </a:lnTo>
                    <a:lnTo>
                      <a:pt x="383" y="241"/>
                    </a:lnTo>
                    <a:lnTo>
                      <a:pt x="384" y="241"/>
                    </a:lnTo>
                    <a:lnTo>
                      <a:pt x="385" y="242"/>
                    </a:lnTo>
                    <a:lnTo>
                      <a:pt x="387" y="242"/>
                    </a:lnTo>
                    <a:lnTo>
                      <a:pt x="388" y="241"/>
                    </a:lnTo>
                    <a:lnTo>
                      <a:pt x="389" y="242"/>
                    </a:lnTo>
                    <a:lnTo>
                      <a:pt x="391" y="241"/>
                    </a:lnTo>
                    <a:lnTo>
                      <a:pt x="392" y="240"/>
                    </a:lnTo>
                    <a:lnTo>
                      <a:pt x="393" y="241"/>
                    </a:lnTo>
                    <a:lnTo>
                      <a:pt x="395" y="241"/>
                    </a:lnTo>
                    <a:lnTo>
                      <a:pt x="396" y="240"/>
                    </a:lnTo>
                    <a:lnTo>
                      <a:pt x="397" y="240"/>
                    </a:lnTo>
                    <a:lnTo>
                      <a:pt x="399" y="240"/>
                    </a:lnTo>
                    <a:lnTo>
                      <a:pt x="400" y="241"/>
                    </a:lnTo>
                    <a:lnTo>
                      <a:pt x="402" y="242"/>
                    </a:lnTo>
                    <a:lnTo>
                      <a:pt x="403" y="241"/>
                    </a:lnTo>
                    <a:lnTo>
                      <a:pt x="404" y="242"/>
                    </a:lnTo>
                    <a:lnTo>
                      <a:pt x="406" y="242"/>
                    </a:lnTo>
                    <a:lnTo>
                      <a:pt x="407" y="242"/>
                    </a:lnTo>
                    <a:lnTo>
                      <a:pt x="408" y="241"/>
                    </a:lnTo>
                    <a:lnTo>
                      <a:pt x="410" y="241"/>
                    </a:lnTo>
                    <a:lnTo>
                      <a:pt x="411" y="242"/>
                    </a:lnTo>
                    <a:lnTo>
                      <a:pt x="412" y="242"/>
                    </a:lnTo>
                    <a:lnTo>
                      <a:pt x="414" y="242"/>
                    </a:lnTo>
                    <a:lnTo>
                      <a:pt x="415" y="242"/>
                    </a:lnTo>
                    <a:lnTo>
                      <a:pt x="417" y="242"/>
                    </a:lnTo>
                    <a:lnTo>
                      <a:pt x="418" y="243"/>
                    </a:lnTo>
                    <a:lnTo>
                      <a:pt x="419" y="243"/>
                    </a:lnTo>
                    <a:lnTo>
                      <a:pt x="421" y="242"/>
                    </a:lnTo>
                    <a:lnTo>
                      <a:pt x="422" y="243"/>
                    </a:lnTo>
                    <a:lnTo>
                      <a:pt x="423" y="241"/>
                    </a:lnTo>
                    <a:lnTo>
                      <a:pt x="425" y="30"/>
                    </a:lnTo>
                    <a:lnTo>
                      <a:pt x="426" y="31"/>
                    </a:lnTo>
                    <a:lnTo>
                      <a:pt x="427" y="31"/>
                    </a:lnTo>
                    <a:lnTo>
                      <a:pt x="429" y="31"/>
                    </a:lnTo>
                    <a:lnTo>
                      <a:pt x="430" y="32"/>
                    </a:lnTo>
                    <a:lnTo>
                      <a:pt x="431" y="32"/>
                    </a:lnTo>
                    <a:lnTo>
                      <a:pt x="433" y="32"/>
                    </a:lnTo>
                    <a:lnTo>
                      <a:pt x="434" y="32"/>
                    </a:lnTo>
                    <a:lnTo>
                      <a:pt x="436" y="32"/>
                    </a:lnTo>
                    <a:lnTo>
                      <a:pt x="437" y="32"/>
                    </a:lnTo>
                    <a:lnTo>
                      <a:pt x="438" y="31"/>
                    </a:lnTo>
                    <a:lnTo>
                      <a:pt x="440" y="31"/>
                    </a:lnTo>
                    <a:lnTo>
                      <a:pt x="441" y="30"/>
                    </a:lnTo>
                    <a:lnTo>
                      <a:pt x="442" y="30"/>
                    </a:lnTo>
                    <a:lnTo>
                      <a:pt x="444" y="30"/>
                    </a:lnTo>
                    <a:lnTo>
                      <a:pt x="445" y="30"/>
                    </a:lnTo>
                    <a:lnTo>
                      <a:pt x="446" y="31"/>
                    </a:lnTo>
                    <a:lnTo>
                      <a:pt x="448" y="32"/>
                    </a:lnTo>
                    <a:lnTo>
                      <a:pt x="449" y="33"/>
                    </a:lnTo>
                    <a:lnTo>
                      <a:pt x="451" y="33"/>
                    </a:lnTo>
                    <a:lnTo>
                      <a:pt x="452" y="33"/>
                    </a:lnTo>
                    <a:lnTo>
                      <a:pt x="453" y="33"/>
                    </a:lnTo>
                    <a:lnTo>
                      <a:pt x="455" y="34"/>
                    </a:lnTo>
                    <a:lnTo>
                      <a:pt x="456" y="34"/>
                    </a:lnTo>
                    <a:lnTo>
                      <a:pt x="457" y="33"/>
                    </a:lnTo>
                    <a:lnTo>
                      <a:pt x="459" y="33"/>
                    </a:lnTo>
                    <a:lnTo>
                      <a:pt x="460" y="33"/>
                    </a:lnTo>
                    <a:lnTo>
                      <a:pt x="461" y="34"/>
                    </a:lnTo>
                    <a:lnTo>
                      <a:pt x="463" y="33"/>
                    </a:lnTo>
                    <a:lnTo>
                      <a:pt x="464" y="34"/>
                    </a:lnTo>
                    <a:lnTo>
                      <a:pt x="465" y="33"/>
                    </a:lnTo>
                    <a:lnTo>
                      <a:pt x="467" y="33"/>
                    </a:lnTo>
                    <a:lnTo>
                      <a:pt x="468" y="33"/>
                    </a:lnTo>
                    <a:lnTo>
                      <a:pt x="470" y="32"/>
                    </a:lnTo>
                    <a:lnTo>
                      <a:pt x="471" y="31"/>
                    </a:lnTo>
                    <a:lnTo>
                      <a:pt x="472" y="31"/>
                    </a:lnTo>
                    <a:lnTo>
                      <a:pt x="474" y="32"/>
                    </a:lnTo>
                    <a:lnTo>
                      <a:pt x="475" y="32"/>
                    </a:lnTo>
                    <a:lnTo>
                      <a:pt x="476" y="33"/>
                    </a:lnTo>
                    <a:lnTo>
                      <a:pt x="478" y="34"/>
                    </a:lnTo>
                    <a:lnTo>
                      <a:pt x="479" y="35"/>
                    </a:lnTo>
                    <a:lnTo>
                      <a:pt x="480" y="35"/>
                    </a:lnTo>
                    <a:lnTo>
                      <a:pt x="482" y="36"/>
                    </a:lnTo>
                    <a:lnTo>
                      <a:pt x="483" y="35"/>
                    </a:lnTo>
                    <a:lnTo>
                      <a:pt x="485" y="35"/>
                    </a:lnTo>
                    <a:lnTo>
                      <a:pt x="486" y="34"/>
                    </a:lnTo>
                    <a:lnTo>
                      <a:pt x="487" y="35"/>
                    </a:lnTo>
                    <a:lnTo>
                      <a:pt x="489" y="35"/>
                    </a:lnTo>
                    <a:lnTo>
                      <a:pt x="490" y="35"/>
                    </a:lnTo>
                    <a:lnTo>
                      <a:pt x="491" y="34"/>
                    </a:lnTo>
                    <a:lnTo>
                      <a:pt x="493" y="34"/>
                    </a:lnTo>
                    <a:lnTo>
                      <a:pt x="494" y="34"/>
                    </a:lnTo>
                    <a:lnTo>
                      <a:pt x="495" y="33"/>
                    </a:lnTo>
                    <a:lnTo>
                      <a:pt x="497" y="32"/>
                    </a:lnTo>
                    <a:lnTo>
                      <a:pt x="498" y="31"/>
                    </a:lnTo>
                    <a:lnTo>
                      <a:pt x="499" y="31"/>
                    </a:lnTo>
                    <a:lnTo>
                      <a:pt x="501" y="32"/>
                    </a:lnTo>
                    <a:lnTo>
                      <a:pt x="502" y="32"/>
                    </a:lnTo>
                    <a:lnTo>
                      <a:pt x="504" y="33"/>
                    </a:lnTo>
                    <a:lnTo>
                      <a:pt x="505" y="33"/>
                    </a:lnTo>
                    <a:lnTo>
                      <a:pt x="506" y="34"/>
                    </a:lnTo>
                    <a:lnTo>
                      <a:pt x="508" y="34"/>
                    </a:lnTo>
                    <a:lnTo>
                      <a:pt x="509" y="34"/>
                    </a:lnTo>
                    <a:lnTo>
                      <a:pt x="510" y="34"/>
                    </a:lnTo>
                    <a:lnTo>
                      <a:pt x="512" y="33"/>
                    </a:lnTo>
                    <a:lnTo>
                      <a:pt x="513" y="33"/>
                    </a:lnTo>
                    <a:lnTo>
                      <a:pt x="514" y="32"/>
                    </a:lnTo>
                    <a:lnTo>
                      <a:pt x="516" y="32"/>
                    </a:lnTo>
                    <a:lnTo>
                      <a:pt x="517" y="33"/>
                    </a:lnTo>
                    <a:lnTo>
                      <a:pt x="519" y="32"/>
                    </a:lnTo>
                    <a:lnTo>
                      <a:pt x="520" y="32"/>
                    </a:lnTo>
                    <a:lnTo>
                      <a:pt x="521" y="33"/>
                    </a:lnTo>
                    <a:lnTo>
                      <a:pt x="523" y="33"/>
                    </a:lnTo>
                    <a:lnTo>
                      <a:pt x="524" y="33"/>
                    </a:lnTo>
                    <a:lnTo>
                      <a:pt x="525" y="33"/>
                    </a:lnTo>
                    <a:lnTo>
                      <a:pt x="527" y="33"/>
                    </a:lnTo>
                    <a:lnTo>
                      <a:pt x="528" y="33"/>
                    </a:lnTo>
                    <a:lnTo>
                      <a:pt x="529" y="33"/>
                    </a:lnTo>
                    <a:lnTo>
                      <a:pt x="531" y="34"/>
                    </a:lnTo>
                    <a:lnTo>
                      <a:pt x="532" y="34"/>
                    </a:lnTo>
                    <a:lnTo>
                      <a:pt x="533" y="34"/>
                    </a:lnTo>
                    <a:lnTo>
                      <a:pt x="535" y="33"/>
                    </a:lnTo>
                    <a:lnTo>
                      <a:pt x="536" y="33"/>
                    </a:lnTo>
                    <a:lnTo>
                      <a:pt x="538" y="33"/>
                    </a:lnTo>
                    <a:lnTo>
                      <a:pt x="539" y="33"/>
                    </a:lnTo>
                    <a:lnTo>
                      <a:pt x="540" y="33"/>
                    </a:lnTo>
                    <a:lnTo>
                      <a:pt x="542" y="33"/>
                    </a:lnTo>
                    <a:lnTo>
                      <a:pt x="543" y="33"/>
                    </a:lnTo>
                    <a:lnTo>
                      <a:pt x="544" y="33"/>
                    </a:lnTo>
                    <a:lnTo>
                      <a:pt x="546" y="33"/>
                    </a:lnTo>
                    <a:lnTo>
                      <a:pt x="547" y="34"/>
                    </a:lnTo>
                    <a:lnTo>
                      <a:pt x="548" y="35"/>
                    </a:lnTo>
                    <a:lnTo>
                      <a:pt x="550" y="35"/>
                    </a:lnTo>
                    <a:lnTo>
                      <a:pt x="551" y="36"/>
                    </a:lnTo>
                    <a:lnTo>
                      <a:pt x="553" y="35"/>
                    </a:lnTo>
                    <a:lnTo>
                      <a:pt x="554" y="36"/>
                    </a:lnTo>
                    <a:lnTo>
                      <a:pt x="555" y="36"/>
                    </a:lnTo>
                    <a:lnTo>
                      <a:pt x="557" y="35"/>
                    </a:lnTo>
                    <a:lnTo>
                      <a:pt x="558" y="36"/>
                    </a:lnTo>
                    <a:lnTo>
                      <a:pt x="559" y="35"/>
                    </a:lnTo>
                    <a:lnTo>
                      <a:pt x="561" y="34"/>
                    </a:lnTo>
                    <a:lnTo>
                      <a:pt x="562" y="35"/>
                    </a:lnTo>
                    <a:lnTo>
                      <a:pt x="563" y="34"/>
                    </a:lnTo>
                    <a:lnTo>
                      <a:pt x="565" y="34"/>
                    </a:lnTo>
                    <a:lnTo>
                      <a:pt x="566" y="34"/>
                    </a:lnTo>
                    <a:lnTo>
                      <a:pt x="567" y="34"/>
                    </a:lnTo>
                    <a:lnTo>
                      <a:pt x="569" y="34"/>
                    </a:lnTo>
                    <a:lnTo>
                      <a:pt x="570" y="35"/>
                    </a:lnTo>
                    <a:lnTo>
                      <a:pt x="572" y="34"/>
                    </a:lnTo>
                    <a:lnTo>
                      <a:pt x="573" y="34"/>
                    </a:lnTo>
                    <a:lnTo>
                      <a:pt x="574" y="34"/>
                    </a:lnTo>
                    <a:lnTo>
                      <a:pt x="576" y="33"/>
                    </a:lnTo>
                    <a:lnTo>
                      <a:pt x="577" y="33"/>
                    </a:lnTo>
                    <a:lnTo>
                      <a:pt x="578" y="33"/>
                    </a:lnTo>
                    <a:lnTo>
                      <a:pt x="580" y="31"/>
                    </a:lnTo>
                    <a:lnTo>
                      <a:pt x="581" y="32"/>
                    </a:lnTo>
                    <a:lnTo>
                      <a:pt x="582" y="32"/>
                    </a:lnTo>
                    <a:lnTo>
                      <a:pt x="584" y="31"/>
                    </a:lnTo>
                    <a:lnTo>
                      <a:pt x="585" y="31"/>
                    </a:lnTo>
                    <a:lnTo>
                      <a:pt x="587" y="31"/>
                    </a:lnTo>
                    <a:lnTo>
                      <a:pt x="588" y="32"/>
                    </a:lnTo>
                    <a:lnTo>
                      <a:pt x="589" y="32"/>
                    </a:lnTo>
                    <a:lnTo>
                      <a:pt x="591" y="32"/>
                    </a:lnTo>
                    <a:lnTo>
                      <a:pt x="592" y="32"/>
                    </a:lnTo>
                    <a:lnTo>
                      <a:pt x="593" y="32"/>
                    </a:lnTo>
                    <a:lnTo>
                      <a:pt x="595" y="32"/>
                    </a:lnTo>
                    <a:lnTo>
                      <a:pt x="596" y="32"/>
                    </a:lnTo>
                    <a:lnTo>
                      <a:pt x="597" y="32"/>
                    </a:lnTo>
                    <a:lnTo>
                      <a:pt x="599" y="33"/>
                    </a:lnTo>
                    <a:lnTo>
                      <a:pt x="600" y="33"/>
                    </a:lnTo>
                    <a:lnTo>
                      <a:pt x="601" y="33"/>
                    </a:lnTo>
                    <a:lnTo>
                      <a:pt x="603" y="33"/>
                    </a:lnTo>
                    <a:lnTo>
                      <a:pt x="604" y="33"/>
                    </a:lnTo>
                    <a:lnTo>
                      <a:pt x="606" y="34"/>
                    </a:lnTo>
                    <a:lnTo>
                      <a:pt x="607" y="34"/>
                    </a:lnTo>
                    <a:lnTo>
                      <a:pt x="608" y="34"/>
                    </a:lnTo>
                    <a:lnTo>
                      <a:pt x="610" y="34"/>
                    </a:lnTo>
                    <a:lnTo>
                      <a:pt x="611" y="34"/>
                    </a:lnTo>
                    <a:lnTo>
                      <a:pt x="612" y="34"/>
                    </a:lnTo>
                    <a:lnTo>
                      <a:pt x="614" y="34"/>
                    </a:lnTo>
                    <a:lnTo>
                      <a:pt x="615" y="34"/>
                    </a:lnTo>
                    <a:lnTo>
                      <a:pt x="616" y="33"/>
                    </a:lnTo>
                    <a:lnTo>
                      <a:pt x="618" y="32"/>
                    </a:lnTo>
                    <a:lnTo>
                      <a:pt x="619" y="31"/>
                    </a:lnTo>
                    <a:lnTo>
                      <a:pt x="621" y="32"/>
                    </a:lnTo>
                    <a:lnTo>
                      <a:pt x="622" y="31"/>
                    </a:lnTo>
                    <a:lnTo>
                      <a:pt x="623" y="31"/>
                    </a:lnTo>
                    <a:lnTo>
                      <a:pt x="625" y="31"/>
                    </a:lnTo>
                    <a:lnTo>
                      <a:pt x="626" y="33"/>
                    </a:lnTo>
                    <a:lnTo>
                      <a:pt x="627" y="32"/>
                    </a:lnTo>
                    <a:lnTo>
                      <a:pt x="629" y="33"/>
                    </a:lnTo>
                    <a:lnTo>
                      <a:pt x="630" y="33"/>
                    </a:lnTo>
                    <a:lnTo>
                      <a:pt x="631" y="34"/>
                    </a:lnTo>
                    <a:lnTo>
                      <a:pt x="633" y="34"/>
                    </a:lnTo>
                    <a:lnTo>
                      <a:pt x="634" y="34"/>
                    </a:lnTo>
                    <a:lnTo>
                      <a:pt x="635" y="34"/>
                    </a:lnTo>
                    <a:lnTo>
                      <a:pt x="637" y="34"/>
                    </a:lnTo>
                    <a:lnTo>
                      <a:pt x="638" y="34"/>
                    </a:lnTo>
                    <a:lnTo>
                      <a:pt x="640" y="34"/>
                    </a:lnTo>
                    <a:lnTo>
                      <a:pt x="641" y="34"/>
                    </a:lnTo>
                    <a:lnTo>
                      <a:pt x="642" y="33"/>
                    </a:lnTo>
                    <a:lnTo>
                      <a:pt x="644" y="33"/>
                    </a:lnTo>
                    <a:lnTo>
                      <a:pt x="645" y="33"/>
                    </a:lnTo>
                    <a:lnTo>
                      <a:pt x="646" y="33"/>
                    </a:lnTo>
                    <a:lnTo>
                      <a:pt x="648" y="33"/>
                    </a:lnTo>
                    <a:lnTo>
                      <a:pt x="649" y="33"/>
                    </a:lnTo>
                    <a:lnTo>
                      <a:pt x="650" y="34"/>
                    </a:lnTo>
                    <a:lnTo>
                      <a:pt x="652" y="34"/>
                    </a:lnTo>
                    <a:lnTo>
                      <a:pt x="653" y="34"/>
                    </a:lnTo>
                    <a:lnTo>
                      <a:pt x="655" y="34"/>
                    </a:lnTo>
                    <a:lnTo>
                      <a:pt x="656" y="34"/>
                    </a:lnTo>
                    <a:lnTo>
                      <a:pt x="657" y="34"/>
                    </a:lnTo>
                    <a:lnTo>
                      <a:pt x="659" y="35"/>
                    </a:lnTo>
                    <a:lnTo>
                      <a:pt x="660" y="34"/>
                    </a:lnTo>
                    <a:lnTo>
                      <a:pt x="661" y="34"/>
                    </a:lnTo>
                    <a:lnTo>
                      <a:pt x="663" y="34"/>
                    </a:lnTo>
                    <a:lnTo>
                      <a:pt x="664" y="35"/>
                    </a:lnTo>
                    <a:lnTo>
                      <a:pt x="665" y="34"/>
                    </a:lnTo>
                    <a:lnTo>
                      <a:pt x="667" y="34"/>
                    </a:lnTo>
                    <a:lnTo>
                      <a:pt x="668" y="34"/>
                    </a:lnTo>
                    <a:lnTo>
                      <a:pt x="669" y="34"/>
                    </a:lnTo>
                    <a:lnTo>
                      <a:pt x="671" y="34"/>
                    </a:lnTo>
                    <a:lnTo>
                      <a:pt x="672" y="33"/>
                    </a:lnTo>
                    <a:lnTo>
                      <a:pt x="674" y="32"/>
                    </a:lnTo>
                    <a:lnTo>
                      <a:pt x="675" y="33"/>
                    </a:lnTo>
                    <a:lnTo>
                      <a:pt x="676" y="33"/>
                    </a:lnTo>
                    <a:lnTo>
                      <a:pt x="678" y="33"/>
                    </a:lnTo>
                    <a:lnTo>
                      <a:pt x="679" y="33"/>
                    </a:lnTo>
                    <a:lnTo>
                      <a:pt x="680" y="33"/>
                    </a:lnTo>
                    <a:lnTo>
                      <a:pt x="682" y="33"/>
                    </a:lnTo>
                    <a:lnTo>
                      <a:pt x="683" y="33"/>
                    </a:lnTo>
                    <a:lnTo>
                      <a:pt x="684" y="33"/>
                    </a:lnTo>
                    <a:lnTo>
                      <a:pt x="686" y="33"/>
                    </a:lnTo>
                    <a:lnTo>
                      <a:pt x="687" y="32"/>
                    </a:lnTo>
                    <a:lnTo>
                      <a:pt x="689" y="33"/>
                    </a:lnTo>
                    <a:lnTo>
                      <a:pt x="690" y="33"/>
                    </a:lnTo>
                    <a:lnTo>
                      <a:pt x="691" y="33"/>
                    </a:lnTo>
                    <a:lnTo>
                      <a:pt x="693" y="33"/>
                    </a:lnTo>
                    <a:lnTo>
                      <a:pt x="694" y="33"/>
                    </a:lnTo>
                    <a:lnTo>
                      <a:pt x="695" y="34"/>
                    </a:lnTo>
                    <a:lnTo>
                      <a:pt x="697" y="34"/>
                    </a:lnTo>
                    <a:lnTo>
                      <a:pt x="698" y="35"/>
                    </a:lnTo>
                    <a:lnTo>
                      <a:pt x="699" y="33"/>
                    </a:lnTo>
                    <a:lnTo>
                      <a:pt x="701" y="34"/>
                    </a:lnTo>
                    <a:lnTo>
                      <a:pt x="702" y="34"/>
                    </a:lnTo>
                    <a:lnTo>
                      <a:pt x="703" y="34"/>
                    </a:lnTo>
                    <a:lnTo>
                      <a:pt x="705" y="35"/>
                    </a:lnTo>
                    <a:lnTo>
                      <a:pt x="706" y="35"/>
                    </a:lnTo>
                    <a:lnTo>
                      <a:pt x="708" y="35"/>
                    </a:lnTo>
                    <a:lnTo>
                      <a:pt x="709" y="35"/>
                    </a:lnTo>
                    <a:lnTo>
                      <a:pt x="710" y="35"/>
                    </a:lnTo>
                    <a:lnTo>
                      <a:pt x="712" y="35"/>
                    </a:lnTo>
                    <a:lnTo>
                      <a:pt x="713" y="35"/>
                    </a:lnTo>
                    <a:lnTo>
                      <a:pt x="714" y="35"/>
                    </a:lnTo>
                    <a:lnTo>
                      <a:pt x="716" y="34"/>
                    </a:lnTo>
                    <a:lnTo>
                      <a:pt x="717" y="34"/>
                    </a:lnTo>
                    <a:lnTo>
                      <a:pt x="718" y="34"/>
                    </a:lnTo>
                    <a:lnTo>
                      <a:pt x="720" y="34"/>
                    </a:lnTo>
                    <a:lnTo>
                      <a:pt x="721" y="34"/>
                    </a:lnTo>
                    <a:lnTo>
                      <a:pt x="723" y="33"/>
                    </a:lnTo>
                    <a:lnTo>
                      <a:pt x="724" y="33"/>
                    </a:lnTo>
                    <a:lnTo>
                      <a:pt x="725" y="32"/>
                    </a:lnTo>
                    <a:lnTo>
                      <a:pt x="727" y="32"/>
                    </a:lnTo>
                    <a:lnTo>
                      <a:pt x="728" y="31"/>
                    </a:lnTo>
                    <a:lnTo>
                      <a:pt x="729" y="31"/>
                    </a:lnTo>
                    <a:lnTo>
                      <a:pt x="731" y="31"/>
                    </a:lnTo>
                    <a:lnTo>
                      <a:pt x="732" y="31"/>
                    </a:lnTo>
                    <a:lnTo>
                      <a:pt x="733" y="31"/>
                    </a:lnTo>
                    <a:lnTo>
                      <a:pt x="735" y="32"/>
                    </a:lnTo>
                    <a:lnTo>
                      <a:pt x="736" y="32"/>
                    </a:lnTo>
                    <a:lnTo>
                      <a:pt x="737" y="33"/>
                    </a:lnTo>
                    <a:lnTo>
                      <a:pt x="739" y="33"/>
                    </a:lnTo>
                    <a:lnTo>
                      <a:pt x="740" y="32"/>
                    </a:lnTo>
                    <a:lnTo>
                      <a:pt x="742" y="32"/>
                    </a:lnTo>
                    <a:lnTo>
                      <a:pt x="743" y="31"/>
                    </a:lnTo>
                    <a:lnTo>
                      <a:pt x="744" y="31"/>
                    </a:lnTo>
                    <a:lnTo>
                      <a:pt x="746" y="31"/>
                    </a:lnTo>
                    <a:lnTo>
                      <a:pt x="747" y="31"/>
                    </a:lnTo>
                    <a:lnTo>
                      <a:pt x="748" y="31"/>
                    </a:lnTo>
                    <a:lnTo>
                      <a:pt x="750" y="31"/>
                    </a:lnTo>
                    <a:lnTo>
                      <a:pt x="751" y="31"/>
                    </a:lnTo>
                    <a:lnTo>
                      <a:pt x="752" y="32"/>
                    </a:lnTo>
                    <a:lnTo>
                      <a:pt x="754" y="31"/>
                    </a:lnTo>
                    <a:lnTo>
                      <a:pt x="755" y="31"/>
                    </a:lnTo>
                    <a:lnTo>
                      <a:pt x="757" y="31"/>
                    </a:lnTo>
                    <a:lnTo>
                      <a:pt x="758" y="31"/>
                    </a:lnTo>
                    <a:lnTo>
                      <a:pt x="759" y="31"/>
                    </a:lnTo>
                    <a:lnTo>
                      <a:pt x="761" y="31"/>
                    </a:lnTo>
                    <a:lnTo>
                      <a:pt x="762" y="31"/>
                    </a:lnTo>
                    <a:lnTo>
                      <a:pt x="763" y="31"/>
                    </a:lnTo>
                    <a:lnTo>
                      <a:pt x="765" y="31"/>
                    </a:lnTo>
                    <a:lnTo>
                      <a:pt x="766" y="30"/>
                    </a:lnTo>
                    <a:lnTo>
                      <a:pt x="767" y="31"/>
                    </a:lnTo>
                    <a:lnTo>
                      <a:pt x="769" y="31"/>
                    </a:lnTo>
                    <a:lnTo>
                      <a:pt x="770" y="30"/>
                    </a:lnTo>
                    <a:lnTo>
                      <a:pt x="771" y="30"/>
                    </a:lnTo>
                    <a:lnTo>
                      <a:pt x="773" y="30"/>
                    </a:lnTo>
                    <a:lnTo>
                      <a:pt x="774" y="30"/>
                    </a:lnTo>
                    <a:lnTo>
                      <a:pt x="776" y="30"/>
                    </a:lnTo>
                    <a:lnTo>
                      <a:pt x="777" y="30"/>
                    </a:lnTo>
                    <a:lnTo>
                      <a:pt x="778" y="30"/>
                    </a:lnTo>
                    <a:lnTo>
                      <a:pt x="780" y="30"/>
                    </a:lnTo>
                    <a:lnTo>
                      <a:pt x="781" y="30"/>
                    </a:lnTo>
                    <a:lnTo>
                      <a:pt x="782" y="30"/>
                    </a:lnTo>
                    <a:lnTo>
                      <a:pt x="784" y="30"/>
                    </a:lnTo>
                    <a:lnTo>
                      <a:pt x="785" y="29"/>
                    </a:lnTo>
                    <a:lnTo>
                      <a:pt x="786" y="30"/>
                    </a:lnTo>
                    <a:lnTo>
                      <a:pt x="788" y="29"/>
                    </a:lnTo>
                    <a:lnTo>
                      <a:pt x="789" y="29"/>
                    </a:lnTo>
                    <a:lnTo>
                      <a:pt x="791" y="29"/>
                    </a:lnTo>
                    <a:lnTo>
                      <a:pt x="792" y="29"/>
                    </a:lnTo>
                    <a:lnTo>
                      <a:pt x="793" y="30"/>
                    </a:lnTo>
                    <a:lnTo>
                      <a:pt x="795" y="30"/>
                    </a:lnTo>
                    <a:lnTo>
                      <a:pt x="796" y="31"/>
                    </a:lnTo>
                    <a:lnTo>
                      <a:pt x="797" y="31"/>
                    </a:lnTo>
                    <a:lnTo>
                      <a:pt x="799" y="32"/>
                    </a:lnTo>
                    <a:lnTo>
                      <a:pt x="800" y="32"/>
                    </a:lnTo>
                    <a:lnTo>
                      <a:pt x="801" y="32"/>
                    </a:lnTo>
                    <a:lnTo>
                      <a:pt x="803" y="32"/>
                    </a:lnTo>
                    <a:lnTo>
                      <a:pt x="804" y="33"/>
                    </a:lnTo>
                    <a:lnTo>
                      <a:pt x="805" y="31"/>
                    </a:lnTo>
                    <a:lnTo>
                      <a:pt x="807" y="31"/>
                    </a:lnTo>
                    <a:lnTo>
                      <a:pt x="808" y="31"/>
                    </a:lnTo>
                    <a:lnTo>
                      <a:pt x="810" y="30"/>
                    </a:lnTo>
                    <a:lnTo>
                      <a:pt x="811" y="30"/>
                    </a:lnTo>
                    <a:lnTo>
                      <a:pt x="812" y="30"/>
                    </a:lnTo>
                    <a:lnTo>
                      <a:pt x="814" y="29"/>
                    </a:lnTo>
                    <a:lnTo>
                      <a:pt x="815" y="29"/>
                    </a:lnTo>
                    <a:lnTo>
                      <a:pt x="816" y="29"/>
                    </a:lnTo>
                    <a:lnTo>
                      <a:pt x="818" y="29"/>
                    </a:lnTo>
                    <a:lnTo>
                      <a:pt x="819" y="31"/>
                    </a:lnTo>
                    <a:lnTo>
                      <a:pt x="820" y="31"/>
                    </a:lnTo>
                    <a:lnTo>
                      <a:pt x="822" y="32"/>
                    </a:lnTo>
                    <a:lnTo>
                      <a:pt x="823" y="31"/>
                    </a:lnTo>
                    <a:lnTo>
                      <a:pt x="825" y="31"/>
                    </a:lnTo>
                    <a:lnTo>
                      <a:pt x="826" y="31"/>
                    </a:lnTo>
                    <a:lnTo>
                      <a:pt x="827" y="31"/>
                    </a:lnTo>
                    <a:lnTo>
                      <a:pt x="829" y="30"/>
                    </a:lnTo>
                    <a:lnTo>
                      <a:pt x="830" y="30"/>
                    </a:lnTo>
                    <a:lnTo>
                      <a:pt x="831" y="29"/>
                    </a:lnTo>
                    <a:lnTo>
                      <a:pt x="833" y="29"/>
                    </a:lnTo>
                    <a:lnTo>
                      <a:pt x="834" y="29"/>
                    </a:lnTo>
                    <a:lnTo>
                      <a:pt x="835" y="29"/>
                    </a:lnTo>
                    <a:lnTo>
                      <a:pt x="837" y="29"/>
                    </a:lnTo>
                    <a:lnTo>
                      <a:pt x="838" y="30"/>
                    </a:lnTo>
                    <a:lnTo>
                      <a:pt x="839" y="30"/>
                    </a:lnTo>
                    <a:lnTo>
                      <a:pt x="841" y="31"/>
                    </a:lnTo>
                    <a:lnTo>
                      <a:pt x="842" y="30"/>
                    </a:lnTo>
                    <a:lnTo>
                      <a:pt x="844" y="31"/>
                    </a:lnTo>
                    <a:lnTo>
                      <a:pt x="845" y="31"/>
                    </a:lnTo>
                    <a:lnTo>
                      <a:pt x="846" y="31"/>
                    </a:lnTo>
                    <a:lnTo>
                      <a:pt x="848" y="31"/>
                    </a:lnTo>
                    <a:lnTo>
                      <a:pt x="849" y="31"/>
                    </a:lnTo>
                    <a:lnTo>
                      <a:pt x="850" y="31"/>
                    </a:lnTo>
                    <a:lnTo>
                      <a:pt x="852" y="31"/>
                    </a:lnTo>
                    <a:lnTo>
                      <a:pt x="853" y="31"/>
                    </a:lnTo>
                    <a:lnTo>
                      <a:pt x="854" y="30"/>
                    </a:lnTo>
                    <a:lnTo>
                      <a:pt x="856" y="29"/>
                    </a:lnTo>
                    <a:lnTo>
                      <a:pt x="857" y="28"/>
                    </a:lnTo>
                    <a:lnTo>
                      <a:pt x="859" y="29"/>
                    </a:lnTo>
                    <a:lnTo>
                      <a:pt x="860" y="28"/>
                    </a:lnTo>
                    <a:lnTo>
                      <a:pt x="861" y="29"/>
                    </a:lnTo>
                    <a:lnTo>
                      <a:pt x="863" y="28"/>
                    </a:lnTo>
                    <a:lnTo>
                      <a:pt x="864" y="29"/>
                    </a:lnTo>
                    <a:lnTo>
                      <a:pt x="865" y="29"/>
                    </a:lnTo>
                    <a:lnTo>
                      <a:pt x="867" y="29"/>
                    </a:lnTo>
                    <a:lnTo>
                      <a:pt x="868" y="29"/>
                    </a:lnTo>
                    <a:lnTo>
                      <a:pt x="869" y="30"/>
                    </a:lnTo>
                    <a:lnTo>
                      <a:pt x="871" y="30"/>
                    </a:lnTo>
                    <a:lnTo>
                      <a:pt x="872" y="30"/>
                    </a:lnTo>
                    <a:lnTo>
                      <a:pt x="873" y="30"/>
                    </a:lnTo>
                    <a:lnTo>
                      <a:pt x="875" y="30"/>
                    </a:lnTo>
                    <a:lnTo>
                      <a:pt x="876" y="30"/>
                    </a:lnTo>
                    <a:lnTo>
                      <a:pt x="878" y="30"/>
                    </a:lnTo>
                    <a:lnTo>
                      <a:pt x="879" y="29"/>
                    </a:lnTo>
                    <a:lnTo>
                      <a:pt x="880" y="29"/>
                    </a:lnTo>
                    <a:lnTo>
                      <a:pt x="882" y="28"/>
                    </a:lnTo>
                    <a:lnTo>
                      <a:pt x="883" y="27"/>
                    </a:lnTo>
                    <a:lnTo>
                      <a:pt x="884" y="26"/>
                    </a:lnTo>
                    <a:lnTo>
                      <a:pt x="886" y="26"/>
                    </a:lnTo>
                    <a:lnTo>
                      <a:pt x="887" y="25"/>
                    </a:lnTo>
                    <a:lnTo>
                      <a:pt x="888" y="25"/>
                    </a:lnTo>
                    <a:lnTo>
                      <a:pt x="890" y="25"/>
                    </a:lnTo>
                    <a:lnTo>
                      <a:pt x="891" y="26"/>
                    </a:lnTo>
                    <a:lnTo>
                      <a:pt x="893" y="26"/>
                    </a:lnTo>
                    <a:lnTo>
                      <a:pt x="894" y="26"/>
                    </a:lnTo>
                    <a:lnTo>
                      <a:pt x="895" y="26"/>
                    </a:lnTo>
                    <a:lnTo>
                      <a:pt x="897" y="27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1" y="27"/>
                    </a:lnTo>
                    <a:lnTo>
                      <a:pt x="902" y="26"/>
                    </a:lnTo>
                    <a:lnTo>
                      <a:pt x="903" y="26"/>
                    </a:lnTo>
                    <a:lnTo>
                      <a:pt x="905" y="26"/>
                    </a:lnTo>
                    <a:lnTo>
                      <a:pt x="906" y="26"/>
                    </a:lnTo>
                    <a:lnTo>
                      <a:pt x="907" y="26"/>
                    </a:lnTo>
                    <a:lnTo>
                      <a:pt x="909" y="26"/>
                    </a:lnTo>
                    <a:lnTo>
                      <a:pt x="910" y="25"/>
                    </a:lnTo>
                    <a:lnTo>
                      <a:pt x="912" y="26"/>
                    </a:lnTo>
                    <a:lnTo>
                      <a:pt x="913" y="26"/>
                    </a:lnTo>
                    <a:lnTo>
                      <a:pt x="914" y="26"/>
                    </a:lnTo>
                    <a:lnTo>
                      <a:pt x="916" y="27"/>
                    </a:lnTo>
                    <a:lnTo>
                      <a:pt x="917" y="27"/>
                    </a:lnTo>
                    <a:lnTo>
                      <a:pt x="918" y="26"/>
                    </a:lnTo>
                    <a:lnTo>
                      <a:pt x="920" y="28"/>
                    </a:lnTo>
                    <a:lnTo>
                      <a:pt x="921" y="28"/>
                    </a:lnTo>
                    <a:lnTo>
                      <a:pt x="922" y="28"/>
                    </a:lnTo>
                    <a:lnTo>
                      <a:pt x="924" y="28"/>
                    </a:lnTo>
                    <a:lnTo>
                      <a:pt x="925" y="28"/>
                    </a:lnTo>
                    <a:lnTo>
                      <a:pt x="927" y="27"/>
                    </a:lnTo>
                    <a:lnTo>
                      <a:pt x="928" y="26"/>
                    </a:lnTo>
                    <a:lnTo>
                      <a:pt x="929" y="26"/>
                    </a:lnTo>
                    <a:lnTo>
                      <a:pt x="931" y="26"/>
                    </a:lnTo>
                    <a:lnTo>
                      <a:pt x="932" y="25"/>
                    </a:lnTo>
                    <a:lnTo>
                      <a:pt x="933" y="24"/>
                    </a:lnTo>
                    <a:lnTo>
                      <a:pt x="935" y="24"/>
                    </a:lnTo>
                    <a:lnTo>
                      <a:pt x="936" y="24"/>
                    </a:lnTo>
                    <a:lnTo>
                      <a:pt x="937" y="24"/>
                    </a:lnTo>
                    <a:lnTo>
                      <a:pt x="939" y="23"/>
                    </a:lnTo>
                    <a:lnTo>
                      <a:pt x="940" y="22"/>
                    </a:lnTo>
                    <a:lnTo>
                      <a:pt x="941" y="23"/>
                    </a:lnTo>
                    <a:lnTo>
                      <a:pt x="943" y="24"/>
                    </a:lnTo>
                    <a:lnTo>
                      <a:pt x="944" y="24"/>
                    </a:lnTo>
                    <a:lnTo>
                      <a:pt x="946" y="25"/>
                    </a:lnTo>
                    <a:lnTo>
                      <a:pt x="947" y="25"/>
                    </a:lnTo>
                    <a:lnTo>
                      <a:pt x="948" y="26"/>
                    </a:lnTo>
                    <a:lnTo>
                      <a:pt x="950" y="26"/>
                    </a:lnTo>
                    <a:lnTo>
                      <a:pt x="951" y="26"/>
                    </a:lnTo>
                    <a:lnTo>
                      <a:pt x="952" y="26"/>
                    </a:lnTo>
                    <a:lnTo>
                      <a:pt x="954" y="25"/>
                    </a:lnTo>
                    <a:lnTo>
                      <a:pt x="955" y="24"/>
                    </a:lnTo>
                    <a:lnTo>
                      <a:pt x="956" y="24"/>
                    </a:lnTo>
                    <a:lnTo>
                      <a:pt x="958" y="24"/>
                    </a:lnTo>
                    <a:lnTo>
                      <a:pt x="959" y="24"/>
                    </a:lnTo>
                    <a:lnTo>
                      <a:pt x="961" y="22"/>
                    </a:lnTo>
                    <a:lnTo>
                      <a:pt x="962" y="22"/>
                    </a:lnTo>
                    <a:lnTo>
                      <a:pt x="963" y="21"/>
                    </a:lnTo>
                    <a:lnTo>
                      <a:pt x="965" y="21"/>
                    </a:lnTo>
                    <a:lnTo>
                      <a:pt x="966" y="21"/>
                    </a:lnTo>
                    <a:lnTo>
                      <a:pt x="967" y="21"/>
                    </a:lnTo>
                    <a:lnTo>
                      <a:pt x="969" y="21"/>
                    </a:lnTo>
                    <a:lnTo>
                      <a:pt x="970" y="21"/>
                    </a:lnTo>
                    <a:lnTo>
                      <a:pt x="971" y="22"/>
                    </a:lnTo>
                    <a:lnTo>
                      <a:pt x="973" y="23"/>
                    </a:lnTo>
                    <a:lnTo>
                      <a:pt x="974" y="23"/>
                    </a:lnTo>
                    <a:lnTo>
                      <a:pt x="975" y="23"/>
                    </a:lnTo>
                    <a:lnTo>
                      <a:pt x="977" y="24"/>
                    </a:lnTo>
                    <a:lnTo>
                      <a:pt x="978" y="24"/>
                    </a:lnTo>
                    <a:lnTo>
                      <a:pt x="980" y="24"/>
                    </a:lnTo>
                    <a:lnTo>
                      <a:pt x="981" y="25"/>
                    </a:lnTo>
                    <a:lnTo>
                      <a:pt x="982" y="24"/>
                    </a:lnTo>
                    <a:lnTo>
                      <a:pt x="984" y="24"/>
                    </a:lnTo>
                    <a:lnTo>
                      <a:pt x="985" y="24"/>
                    </a:lnTo>
                    <a:lnTo>
                      <a:pt x="986" y="24"/>
                    </a:lnTo>
                    <a:lnTo>
                      <a:pt x="988" y="24"/>
                    </a:lnTo>
                    <a:lnTo>
                      <a:pt x="989" y="23"/>
                    </a:lnTo>
                    <a:lnTo>
                      <a:pt x="990" y="23"/>
                    </a:lnTo>
                    <a:lnTo>
                      <a:pt x="992" y="23"/>
                    </a:lnTo>
                    <a:lnTo>
                      <a:pt x="993" y="23"/>
                    </a:lnTo>
                    <a:lnTo>
                      <a:pt x="995" y="23"/>
                    </a:lnTo>
                    <a:lnTo>
                      <a:pt x="996" y="23"/>
                    </a:lnTo>
                    <a:lnTo>
                      <a:pt x="997" y="23"/>
                    </a:lnTo>
                    <a:lnTo>
                      <a:pt x="999" y="22"/>
                    </a:lnTo>
                    <a:lnTo>
                      <a:pt x="1000" y="22"/>
                    </a:lnTo>
                    <a:lnTo>
                      <a:pt x="1001" y="22"/>
                    </a:lnTo>
                    <a:lnTo>
                      <a:pt x="1003" y="21"/>
                    </a:lnTo>
                    <a:lnTo>
                      <a:pt x="1004" y="20"/>
                    </a:lnTo>
                    <a:lnTo>
                      <a:pt x="1005" y="20"/>
                    </a:lnTo>
                    <a:lnTo>
                      <a:pt x="1007" y="20"/>
                    </a:lnTo>
                    <a:lnTo>
                      <a:pt x="1008" y="20"/>
                    </a:lnTo>
                    <a:lnTo>
                      <a:pt x="1009" y="20"/>
                    </a:lnTo>
                    <a:lnTo>
                      <a:pt x="1011" y="20"/>
                    </a:lnTo>
                    <a:lnTo>
                      <a:pt x="1012" y="19"/>
                    </a:lnTo>
                    <a:lnTo>
                      <a:pt x="1014" y="19"/>
                    </a:lnTo>
                    <a:lnTo>
                      <a:pt x="1015" y="18"/>
                    </a:lnTo>
                    <a:lnTo>
                      <a:pt x="1016" y="18"/>
                    </a:lnTo>
                    <a:lnTo>
                      <a:pt x="1018" y="17"/>
                    </a:lnTo>
                    <a:lnTo>
                      <a:pt x="1019" y="17"/>
                    </a:lnTo>
                    <a:lnTo>
                      <a:pt x="1020" y="17"/>
                    </a:lnTo>
                    <a:lnTo>
                      <a:pt x="1022" y="16"/>
                    </a:lnTo>
                    <a:lnTo>
                      <a:pt x="1023" y="17"/>
                    </a:lnTo>
                    <a:lnTo>
                      <a:pt x="1024" y="17"/>
                    </a:lnTo>
                    <a:lnTo>
                      <a:pt x="1026" y="17"/>
                    </a:lnTo>
                    <a:lnTo>
                      <a:pt x="1027" y="17"/>
                    </a:lnTo>
                    <a:lnTo>
                      <a:pt x="1029" y="18"/>
                    </a:lnTo>
                    <a:lnTo>
                      <a:pt x="1030" y="18"/>
                    </a:lnTo>
                    <a:lnTo>
                      <a:pt x="1031" y="18"/>
                    </a:lnTo>
                    <a:lnTo>
                      <a:pt x="1033" y="18"/>
                    </a:lnTo>
                    <a:lnTo>
                      <a:pt x="1034" y="18"/>
                    </a:lnTo>
                    <a:lnTo>
                      <a:pt x="1035" y="19"/>
                    </a:lnTo>
                    <a:lnTo>
                      <a:pt x="1037" y="18"/>
                    </a:lnTo>
                    <a:lnTo>
                      <a:pt x="1038" y="18"/>
                    </a:lnTo>
                    <a:lnTo>
                      <a:pt x="1039" y="18"/>
                    </a:lnTo>
                    <a:lnTo>
                      <a:pt x="1041" y="18"/>
                    </a:lnTo>
                    <a:lnTo>
                      <a:pt x="1042" y="18"/>
                    </a:lnTo>
                    <a:lnTo>
                      <a:pt x="1043" y="17"/>
                    </a:lnTo>
                    <a:lnTo>
                      <a:pt x="1045" y="17"/>
                    </a:lnTo>
                    <a:lnTo>
                      <a:pt x="1046" y="17"/>
                    </a:lnTo>
                    <a:lnTo>
                      <a:pt x="1048" y="17"/>
                    </a:lnTo>
                    <a:lnTo>
                      <a:pt x="1049" y="17"/>
                    </a:lnTo>
                    <a:lnTo>
                      <a:pt x="1050" y="17"/>
                    </a:lnTo>
                    <a:lnTo>
                      <a:pt x="1052" y="17"/>
                    </a:lnTo>
                    <a:lnTo>
                      <a:pt x="1053" y="17"/>
                    </a:lnTo>
                    <a:lnTo>
                      <a:pt x="1054" y="19"/>
                    </a:lnTo>
                    <a:lnTo>
                      <a:pt x="1056" y="18"/>
                    </a:lnTo>
                    <a:lnTo>
                      <a:pt x="1057" y="18"/>
                    </a:lnTo>
                    <a:lnTo>
                      <a:pt x="1058" y="19"/>
                    </a:lnTo>
                    <a:lnTo>
                      <a:pt x="1060" y="19"/>
                    </a:lnTo>
                    <a:lnTo>
                      <a:pt x="1061" y="19"/>
                    </a:lnTo>
                    <a:lnTo>
                      <a:pt x="1063" y="18"/>
                    </a:lnTo>
                    <a:lnTo>
                      <a:pt x="1064" y="19"/>
                    </a:lnTo>
                    <a:lnTo>
                      <a:pt x="1065" y="18"/>
                    </a:lnTo>
                    <a:lnTo>
                      <a:pt x="1067" y="20"/>
                    </a:lnTo>
                    <a:lnTo>
                      <a:pt x="1068" y="19"/>
                    </a:lnTo>
                    <a:lnTo>
                      <a:pt x="1069" y="20"/>
                    </a:lnTo>
                    <a:lnTo>
                      <a:pt x="1071" y="20"/>
                    </a:lnTo>
                    <a:lnTo>
                      <a:pt x="1072" y="19"/>
                    </a:lnTo>
                    <a:lnTo>
                      <a:pt x="1073" y="19"/>
                    </a:lnTo>
                    <a:lnTo>
                      <a:pt x="1075" y="18"/>
                    </a:lnTo>
                    <a:lnTo>
                      <a:pt x="1076" y="18"/>
                    </a:lnTo>
                    <a:lnTo>
                      <a:pt x="1077" y="18"/>
                    </a:lnTo>
                    <a:lnTo>
                      <a:pt x="1079" y="18"/>
                    </a:lnTo>
                    <a:lnTo>
                      <a:pt x="1080" y="18"/>
                    </a:lnTo>
                    <a:lnTo>
                      <a:pt x="1082" y="18"/>
                    </a:lnTo>
                    <a:lnTo>
                      <a:pt x="1083" y="18"/>
                    </a:lnTo>
                    <a:lnTo>
                      <a:pt x="1084" y="18"/>
                    </a:lnTo>
                    <a:lnTo>
                      <a:pt x="1086" y="18"/>
                    </a:lnTo>
                    <a:lnTo>
                      <a:pt x="1087" y="18"/>
                    </a:lnTo>
                    <a:lnTo>
                      <a:pt x="1088" y="19"/>
                    </a:lnTo>
                    <a:lnTo>
                      <a:pt x="1090" y="18"/>
                    </a:lnTo>
                    <a:lnTo>
                      <a:pt x="1091" y="18"/>
                    </a:lnTo>
                    <a:lnTo>
                      <a:pt x="1092" y="18"/>
                    </a:lnTo>
                    <a:lnTo>
                      <a:pt x="1094" y="18"/>
                    </a:lnTo>
                    <a:lnTo>
                      <a:pt x="1095" y="18"/>
                    </a:lnTo>
                    <a:lnTo>
                      <a:pt x="1097" y="18"/>
                    </a:lnTo>
                    <a:lnTo>
                      <a:pt x="1098" y="18"/>
                    </a:lnTo>
                    <a:lnTo>
                      <a:pt x="1099" y="18"/>
                    </a:lnTo>
                    <a:lnTo>
                      <a:pt x="1101" y="18"/>
                    </a:lnTo>
                    <a:lnTo>
                      <a:pt x="1102" y="19"/>
                    </a:lnTo>
                    <a:lnTo>
                      <a:pt x="1103" y="18"/>
                    </a:lnTo>
                    <a:lnTo>
                      <a:pt x="1105" y="18"/>
                    </a:lnTo>
                    <a:lnTo>
                      <a:pt x="1106" y="18"/>
                    </a:lnTo>
                    <a:lnTo>
                      <a:pt x="1107" y="19"/>
                    </a:lnTo>
                    <a:lnTo>
                      <a:pt x="1109" y="19"/>
                    </a:lnTo>
                    <a:lnTo>
                      <a:pt x="1110" y="20"/>
                    </a:lnTo>
                    <a:lnTo>
                      <a:pt x="1111" y="20"/>
                    </a:lnTo>
                    <a:lnTo>
                      <a:pt x="1113" y="21"/>
                    </a:lnTo>
                    <a:lnTo>
                      <a:pt x="1114" y="21"/>
                    </a:lnTo>
                    <a:lnTo>
                      <a:pt x="1116" y="20"/>
                    </a:lnTo>
                    <a:lnTo>
                      <a:pt x="1117" y="20"/>
                    </a:lnTo>
                    <a:lnTo>
                      <a:pt x="1118" y="20"/>
                    </a:lnTo>
                    <a:lnTo>
                      <a:pt x="1120" y="20"/>
                    </a:lnTo>
                    <a:lnTo>
                      <a:pt x="1121" y="19"/>
                    </a:lnTo>
                    <a:lnTo>
                      <a:pt x="1122" y="21"/>
                    </a:lnTo>
                    <a:lnTo>
                      <a:pt x="1124" y="21"/>
                    </a:lnTo>
                    <a:lnTo>
                      <a:pt x="1125" y="22"/>
                    </a:lnTo>
                    <a:lnTo>
                      <a:pt x="1126" y="23"/>
                    </a:lnTo>
                    <a:lnTo>
                      <a:pt x="1128" y="24"/>
                    </a:lnTo>
                    <a:lnTo>
                      <a:pt x="1129" y="24"/>
                    </a:lnTo>
                    <a:lnTo>
                      <a:pt x="1131" y="24"/>
                    </a:lnTo>
                    <a:lnTo>
                      <a:pt x="1132" y="24"/>
                    </a:lnTo>
                    <a:lnTo>
                      <a:pt x="1133" y="24"/>
                    </a:lnTo>
                    <a:lnTo>
                      <a:pt x="1135" y="24"/>
                    </a:lnTo>
                    <a:lnTo>
                      <a:pt x="1136" y="24"/>
                    </a:lnTo>
                    <a:lnTo>
                      <a:pt x="1137" y="24"/>
                    </a:lnTo>
                    <a:lnTo>
                      <a:pt x="1139" y="24"/>
                    </a:lnTo>
                    <a:lnTo>
                      <a:pt x="1140" y="24"/>
                    </a:lnTo>
                    <a:lnTo>
                      <a:pt x="1141" y="23"/>
                    </a:lnTo>
                    <a:lnTo>
                      <a:pt x="1143" y="22"/>
                    </a:lnTo>
                    <a:lnTo>
                      <a:pt x="1144" y="22"/>
                    </a:lnTo>
                    <a:lnTo>
                      <a:pt x="1145" y="22"/>
                    </a:lnTo>
                    <a:lnTo>
                      <a:pt x="1147" y="21"/>
                    </a:lnTo>
                    <a:lnTo>
                      <a:pt x="1148" y="20"/>
                    </a:lnTo>
                    <a:lnTo>
                      <a:pt x="1150" y="20"/>
                    </a:lnTo>
                    <a:lnTo>
                      <a:pt x="1151" y="20"/>
                    </a:lnTo>
                    <a:lnTo>
                      <a:pt x="1152" y="20"/>
                    </a:lnTo>
                    <a:lnTo>
                      <a:pt x="1154" y="20"/>
                    </a:lnTo>
                    <a:lnTo>
                      <a:pt x="1155" y="20"/>
                    </a:lnTo>
                    <a:lnTo>
                      <a:pt x="1156" y="20"/>
                    </a:lnTo>
                    <a:lnTo>
                      <a:pt x="1158" y="20"/>
                    </a:lnTo>
                    <a:lnTo>
                      <a:pt x="1159" y="20"/>
                    </a:lnTo>
                    <a:lnTo>
                      <a:pt x="1160" y="20"/>
                    </a:lnTo>
                    <a:lnTo>
                      <a:pt x="1162" y="20"/>
                    </a:lnTo>
                    <a:lnTo>
                      <a:pt x="1163" y="21"/>
                    </a:lnTo>
                    <a:lnTo>
                      <a:pt x="1165" y="22"/>
                    </a:lnTo>
                    <a:lnTo>
                      <a:pt x="1166" y="22"/>
                    </a:lnTo>
                    <a:lnTo>
                      <a:pt x="1167" y="22"/>
                    </a:lnTo>
                    <a:lnTo>
                      <a:pt x="1169" y="22"/>
                    </a:lnTo>
                    <a:lnTo>
                      <a:pt x="1170" y="22"/>
                    </a:lnTo>
                    <a:lnTo>
                      <a:pt x="1171" y="22"/>
                    </a:lnTo>
                    <a:lnTo>
                      <a:pt x="1173" y="22"/>
                    </a:lnTo>
                    <a:lnTo>
                      <a:pt x="1174" y="21"/>
                    </a:lnTo>
                    <a:lnTo>
                      <a:pt x="1175" y="21"/>
                    </a:lnTo>
                    <a:lnTo>
                      <a:pt x="1177" y="21"/>
                    </a:lnTo>
                    <a:lnTo>
                      <a:pt x="1178" y="21"/>
                    </a:lnTo>
                    <a:lnTo>
                      <a:pt x="1179" y="21"/>
                    </a:lnTo>
                    <a:lnTo>
                      <a:pt x="1181" y="21"/>
                    </a:lnTo>
                    <a:lnTo>
                      <a:pt x="1182" y="21"/>
                    </a:lnTo>
                    <a:lnTo>
                      <a:pt x="1184" y="21"/>
                    </a:lnTo>
                    <a:lnTo>
                      <a:pt x="1185" y="21"/>
                    </a:lnTo>
                    <a:lnTo>
                      <a:pt x="1186" y="22"/>
                    </a:lnTo>
                    <a:lnTo>
                      <a:pt x="1188" y="22"/>
                    </a:lnTo>
                    <a:lnTo>
                      <a:pt x="1189" y="22"/>
                    </a:lnTo>
                    <a:lnTo>
                      <a:pt x="1190" y="22"/>
                    </a:lnTo>
                    <a:lnTo>
                      <a:pt x="1192" y="23"/>
                    </a:lnTo>
                    <a:lnTo>
                      <a:pt x="1193" y="24"/>
                    </a:lnTo>
                    <a:lnTo>
                      <a:pt x="1194" y="24"/>
                    </a:lnTo>
                    <a:lnTo>
                      <a:pt x="1196" y="24"/>
                    </a:lnTo>
                    <a:lnTo>
                      <a:pt x="1197" y="24"/>
                    </a:lnTo>
                    <a:lnTo>
                      <a:pt x="1199" y="24"/>
                    </a:lnTo>
                    <a:lnTo>
                      <a:pt x="1200" y="25"/>
                    </a:lnTo>
                    <a:lnTo>
                      <a:pt x="1201" y="25"/>
                    </a:lnTo>
                    <a:lnTo>
                      <a:pt x="1203" y="24"/>
                    </a:lnTo>
                    <a:lnTo>
                      <a:pt x="1204" y="24"/>
                    </a:lnTo>
                    <a:lnTo>
                      <a:pt x="1205" y="23"/>
                    </a:lnTo>
                    <a:lnTo>
                      <a:pt x="1207" y="23"/>
                    </a:lnTo>
                    <a:lnTo>
                      <a:pt x="1208" y="24"/>
                    </a:lnTo>
                    <a:lnTo>
                      <a:pt x="1209" y="23"/>
                    </a:lnTo>
                    <a:lnTo>
                      <a:pt x="1211" y="23"/>
                    </a:lnTo>
                    <a:lnTo>
                      <a:pt x="1212" y="23"/>
                    </a:lnTo>
                    <a:lnTo>
                      <a:pt x="1213" y="23"/>
                    </a:lnTo>
                    <a:lnTo>
                      <a:pt x="1215" y="23"/>
                    </a:lnTo>
                    <a:lnTo>
                      <a:pt x="1216" y="23"/>
                    </a:lnTo>
                    <a:lnTo>
                      <a:pt x="1218" y="22"/>
                    </a:lnTo>
                    <a:lnTo>
                      <a:pt x="1219" y="23"/>
                    </a:lnTo>
                    <a:lnTo>
                      <a:pt x="1220" y="23"/>
                    </a:lnTo>
                    <a:lnTo>
                      <a:pt x="1222" y="24"/>
                    </a:lnTo>
                    <a:lnTo>
                      <a:pt x="1223" y="24"/>
                    </a:lnTo>
                    <a:lnTo>
                      <a:pt x="1224" y="24"/>
                    </a:lnTo>
                    <a:lnTo>
                      <a:pt x="1226" y="24"/>
                    </a:lnTo>
                    <a:lnTo>
                      <a:pt x="1227" y="25"/>
                    </a:lnTo>
                    <a:lnTo>
                      <a:pt x="1228" y="24"/>
                    </a:lnTo>
                    <a:lnTo>
                      <a:pt x="1230" y="24"/>
                    </a:lnTo>
                    <a:lnTo>
                      <a:pt x="1231" y="24"/>
                    </a:lnTo>
                    <a:lnTo>
                      <a:pt x="1233" y="23"/>
                    </a:lnTo>
                    <a:lnTo>
                      <a:pt x="1234" y="22"/>
                    </a:lnTo>
                    <a:lnTo>
                      <a:pt x="1235" y="21"/>
                    </a:lnTo>
                    <a:lnTo>
                      <a:pt x="1237" y="20"/>
                    </a:lnTo>
                    <a:lnTo>
                      <a:pt x="1238" y="19"/>
                    </a:lnTo>
                    <a:lnTo>
                      <a:pt x="1239" y="18"/>
                    </a:lnTo>
                    <a:lnTo>
                      <a:pt x="1241" y="18"/>
                    </a:lnTo>
                    <a:lnTo>
                      <a:pt x="1242" y="18"/>
                    </a:lnTo>
                    <a:lnTo>
                      <a:pt x="1243" y="18"/>
                    </a:lnTo>
                    <a:lnTo>
                      <a:pt x="1245" y="18"/>
                    </a:lnTo>
                    <a:lnTo>
                      <a:pt x="1246" y="18"/>
                    </a:lnTo>
                    <a:lnTo>
                      <a:pt x="1247" y="18"/>
                    </a:lnTo>
                    <a:lnTo>
                      <a:pt x="1249" y="18"/>
                    </a:lnTo>
                    <a:lnTo>
                      <a:pt x="1250" y="19"/>
                    </a:lnTo>
                    <a:lnTo>
                      <a:pt x="1252" y="19"/>
                    </a:lnTo>
                    <a:lnTo>
                      <a:pt x="1253" y="19"/>
                    </a:lnTo>
                    <a:lnTo>
                      <a:pt x="1254" y="20"/>
                    </a:lnTo>
                    <a:lnTo>
                      <a:pt x="1256" y="20"/>
                    </a:lnTo>
                    <a:lnTo>
                      <a:pt x="1257" y="20"/>
                    </a:lnTo>
                    <a:lnTo>
                      <a:pt x="1258" y="20"/>
                    </a:lnTo>
                    <a:lnTo>
                      <a:pt x="1260" y="20"/>
                    </a:lnTo>
                    <a:lnTo>
                      <a:pt x="1261" y="20"/>
                    </a:lnTo>
                    <a:lnTo>
                      <a:pt x="1262" y="20"/>
                    </a:lnTo>
                    <a:lnTo>
                      <a:pt x="1264" y="20"/>
                    </a:lnTo>
                    <a:lnTo>
                      <a:pt x="1265" y="19"/>
                    </a:lnTo>
                    <a:lnTo>
                      <a:pt x="1267" y="19"/>
                    </a:lnTo>
                    <a:lnTo>
                      <a:pt x="1268" y="20"/>
                    </a:lnTo>
                    <a:lnTo>
                      <a:pt x="1269" y="19"/>
                    </a:lnTo>
                    <a:lnTo>
                      <a:pt x="1271" y="20"/>
                    </a:lnTo>
                    <a:lnTo>
                      <a:pt x="1272" y="19"/>
                    </a:lnTo>
                    <a:lnTo>
                      <a:pt x="1273" y="19"/>
                    </a:lnTo>
                    <a:lnTo>
                      <a:pt x="1275" y="20"/>
                    </a:lnTo>
                    <a:lnTo>
                      <a:pt x="1276" y="19"/>
                    </a:lnTo>
                    <a:lnTo>
                      <a:pt x="1277" y="19"/>
                    </a:lnTo>
                    <a:lnTo>
                      <a:pt x="1279" y="19"/>
                    </a:lnTo>
                    <a:lnTo>
                      <a:pt x="1280" y="20"/>
                    </a:lnTo>
                    <a:lnTo>
                      <a:pt x="1281" y="21"/>
                    </a:lnTo>
                    <a:lnTo>
                      <a:pt x="1283" y="21"/>
                    </a:lnTo>
                    <a:lnTo>
                      <a:pt x="1284" y="21"/>
                    </a:lnTo>
                    <a:lnTo>
                      <a:pt x="1286" y="21"/>
                    </a:lnTo>
                    <a:lnTo>
                      <a:pt x="1287" y="22"/>
                    </a:lnTo>
                    <a:lnTo>
                      <a:pt x="1288" y="22"/>
                    </a:lnTo>
                    <a:lnTo>
                      <a:pt x="1290" y="22"/>
                    </a:lnTo>
                    <a:lnTo>
                      <a:pt x="1291" y="22"/>
                    </a:lnTo>
                    <a:lnTo>
                      <a:pt x="1292" y="22"/>
                    </a:lnTo>
                    <a:lnTo>
                      <a:pt x="1294" y="23"/>
                    </a:lnTo>
                    <a:lnTo>
                      <a:pt x="1295" y="24"/>
                    </a:lnTo>
                    <a:lnTo>
                      <a:pt x="1296" y="24"/>
                    </a:lnTo>
                    <a:lnTo>
                      <a:pt x="1298" y="24"/>
                    </a:lnTo>
                    <a:lnTo>
                      <a:pt x="1299" y="24"/>
                    </a:lnTo>
                    <a:lnTo>
                      <a:pt x="1301" y="23"/>
                    </a:lnTo>
                    <a:lnTo>
                      <a:pt x="1302" y="23"/>
                    </a:lnTo>
                    <a:lnTo>
                      <a:pt x="1303" y="22"/>
                    </a:lnTo>
                    <a:lnTo>
                      <a:pt x="1305" y="22"/>
                    </a:lnTo>
                    <a:lnTo>
                      <a:pt x="1306" y="22"/>
                    </a:lnTo>
                    <a:lnTo>
                      <a:pt x="1307" y="21"/>
                    </a:lnTo>
                    <a:lnTo>
                      <a:pt x="1309" y="21"/>
                    </a:lnTo>
                    <a:lnTo>
                      <a:pt x="1310" y="21"/>
                    </a:lnTo>
                    <a:lnTo>
                      <a:pt x="1311" y="22"/>
                    </a:lnTo>
                    <a:lnTo>
                      <a:pt x="1313" y="22"/>
                    </a:lnTo>
                    <a:lnTo>
                      <a:pt x="1314" y="21"/>
                    </a:lnTo>
                    <a:lnTo>
                      <a:pt x="1315" y="21"/>
                    </a:lnTo>
                    <a:lnTo>
                      <a:pt x="1317" y="21"/>
                    </a:lnTo>
                    <a:lnTo>
                      <a:pt x="1318" y="21"/>
                    </a:lnTo>
                    <a:lnTo>
                      <a:pt x="1320" y="20"/>
                    </a:lnTo>
                    <a:lnTo>
                      <a:pt x="1321" y="20"/>
                    </a:lnTo>
                    <a:lnTo>
                      <a:pt x="1322" y="20"/>
                    </a:lnTo>
                    <a:lnTo>
                      <a:pt x="1324" y="19"/>
                    </a:lnTo>
                    <a:lnTo>
                      <a:pt x="1325" y="18"/>
                    </a:lnTo>
                    <a:lnTo>
                      <a:pt x="1326" y="18"/>
                    </a:lnTo>
                    <a:lnTo>
                      <a:pt x="1328" y="17"/>
                    </a:lnTo>
                    <a:lnTo>
                      <a:pt x="1329" y="18"/>
                    </a:lnTo>
                    <a:lnTo>
                      <a:pt x="1330" y="18"/>
                    </a:lnTo>
                    <a:lnTo>
                      <a:pt x="1332" y="18"/>
                    </a:lnTo>
                    <a:lnTo>
                      <a:pt x="1333" y="19"/>
                    </a:lnTo>
                    <a:lnTo>
                      <a:pt x="1335" y="19"/>
                    </a:lnTo>
                    <a:lnTo>
                      <a:pt x="1336" y="20"/>
                    </a:lnTo>
                    <a:lnTo>
                      <a:pt x="1337" y="20"/>
                    </a:lnTo>
                    <a:lnTo>
                      <a:pt x="1339" y="21"/>
                    </a:lnTo>
                    <a:lnTo>
                      <a:pt x="1340" y="21"/>
                    </a:lnTo>
                    <a:lnTo>
                      <a:pt x="1341" y="21"/>
                    </a:lnTo>
                    <a:lnTo>
                      <a:pt x="1343" y="20"/>
                    </a:lnTo>
                    <a:lnTo>
                      <a:pt x="1344" y="19"/>
                    </a:lnTo>
                    <a:lnTo>
                      <a:pt x="1345" y="19"/>
                    </a:lnTo>
                    <a:lnTo>
                      <a:pt x="1347" y="19"/>
                    </a:lnTo>
                    <a:lnTo>
                      <a:pt x="1348" y="19"/>
                    </a:lnTo>
                    <a:lnTo>
                      <a:pt x="1349" y="18"/>
                    </a:lnTo>
                    <a:lnTo>
                      <a:pt x="1351" y="18"/>
                    </a:lnTo>
                    <a:lnTo>
                      <a:pt x="1352" y="18"/>
                    </a:lnTo>
                    <a:lnTo>
                      <a:pt x="1354" y="18"/>
                    </a:lnTo>
                    <a:lnTo>
                      <a:pt x="1355" y="19"/>
                    </a:lnTo>
                    <a:lnTo>
                      <a:pt x="1356" y="19"/>
                    </a:lnTo>
                    <a:lnTo>
                      <a:pt x="1358" y="19"/>
                    </a:lnTo>
                    <a:lnTo>
                      <a:pt x="1359" y="19"/>
                    </a:lnTo>
                    <a:lnTo>
                      <a:pt x="1360" y="19"/>
                    </a:lnTo>
                    <a:lnTo>
                      <a:pt x="1362" y="19"/>
                    </a:lnTo>
                    <a:lnTo>
                      <a:pt x="1363" y="18"/>
                    </a:lnTo>
                    <a:lnTo>
                      <a:pt x="1364" y="18"/>
                    </a:lnTo>
                    <a:lnTo>
                      <a:pt x="1366" y="17"/>
                    </a:lnTo>
                    <a:lnTo>
                      <a:pt x="1367" y="17"/>
                    </a:lnTo>
                    <a:lnTo>
                      <a:pt x="1369" y="16"/>
                    </a:lnTo>
                    <a:lnTo>
                      <a:pt x="1370" y="16"/>
                    </a:lnTo>
                    <a:lnTo>
                      <a:pt x="1371" y="16"/>
                    </a:lnTo>
                    <a:lnTo>
                      <a:pt x="1373" y="16"/>
                    </a:lnTo>
                    <a:lnTo>
                      <a:pt x="1374" y="16"/>
                    </a:lnTo>
                    <a:lnTo>
                      <a:pt x="1375" y="16"/>
                    </a:lnTo>
                    <a:lnTo>
                      <a:pt x="1377" y="17"/>
                    </a:lnTo>
                    <a:lnTo>
                      <a:pt x="1378" y="18"/>
                    </a:lnTo>
                    <a:lnTo>
                      <a:pt x="1379" y="18"/>
                    </a:lnTo>
                    <a:lnTo>
                      <a:pt x="1381" y="18"/>
                    </a:lnTo>
                    <a:lnTo>
                      <a:pt x="1382" y="19"/>
                    </a:lnTo>
                    <a:lnTo>
                      <a:pt x="1383" y="20"/>
                    </a:lnTo>
                    <a:lnTo>
                      <a:pt x="1385" y="20"/>
                    </a:lnTo>
                    <a:lnTo>
                      <a:pt x="1386" y="19"/>
                    </a:lnTo>
                    <a:lnTo>
                      <a:pt x="1388" y="18"/>
                    </a:lnTo>
                    <a:lnTo>
                      <a:pt x="1389" y="18"/>
                    </a:lnTo>
                    <a:lnTo>
                      <a:pt x="1390" y="19"/>
                    </a:lnTo>
                    <a:lnTo>
                      <a:pt x="1392" y="19"/>
                    </a:lnTo>
                    <a:lnTo>
                      <a:pt x="1393" y="20"/>
                    </a:lnTo>
                    <a:lnTo>
                      <a:pt x="1394" y="19"/>
                    </a:lnTo>
                    <a:lnTo>
                      <a:pt x="1396" y="18"/>
                    </a:lnTo>
                    <a:lnTo>
                      <a:pt x="1397" y="18"/>
                    </a:lnTo>
                    <a:lnTo>
                      <a:pt x="1398" y="18"/>
                    </a:lnTo>
                    <a:lnTo>
                      <a:pt x="1400" y="18"/>
                    </a:lnTo>
                    <a:lnTo>
                      <a:pt x="1401" y="18"/>
                    </a:lnTo>
                    <a:lnTo>
                      <a:pt x="1403" y="18"/>
                    </a:lnTo>
                    <a:lnTo>
                      <a:pt x="1404" y="18"/>
                    </a:lnTo>
                    <a:lnTo>
                      <a:pt x="1405" y="18"/>
                    </a:lnTo>
                    <a:lnTo>
                      <a:pt x="1407" y="18"/>
                    </a:lnTo>
                    <a:lnTo>
                      <a:pt x="1408" y="19"/>
                    </a:lnTo>
                    <a:lnTo>
                      <a:pt x="1409" y="20"/>
                    </a:lnTo>
                    <a:lnTo>
                      <a:pt x="1411" y="18"/>
                    </a:lnTo>
                    <a:lnTo>
                      <a:pt x="1412" y="19"/>
                    </a:lnTo>
                    <a:lnTo>
                      <a:pt x="1413" y="20"/>
                    </a:lnTo>
                    <a:lnTo>
                      <a:pt x="1415" y="20"/>
                    </a:lnTo>
                    <a:lnTo>
                      <a:pt x="1416" y="20"/>
                    </a:lnTo>
                    <a:lnTo>
                      <a:pt x="1417" y="20"/>
                    </a:lnTo>
                    <a:lnTo>
                      <a:pt x="1419" y="19"/>
                    </a:lnTo>
                    <a:lnTo>
                      <a:pt x="1420" y="18"/>
                    </a:lnTo>
                    <a:lnTo>
                      <a:pt x="1422" y="18"/>
                    </a:lnTo>
                    <a:lnTo>
                      <a:pt x="1423" y="18"/>
                    </a:lnTo>
                    <a:lnTo>
                      <a:pt x="1424" y="17"/>
                    </a:lnTo>
                    <a:lnTo>
                      <a:pt x="1426" y="17"/>
                    </a:lnTo>
                    <a:lnTo>
                      <a:pt x="1427" y="16"/>
                    </a:lnTo>
                    <a:lnTo>
                      <a:pt x="1428" y="16"/>
                    </a:lnTo>
                    <a:lnTo>
                      <a:pt x="1430" y="16"/>
                    </a:lnTo>
                    <a:lnTo>
                      <a:pt x="1431" y="17"/>
                    </a:lnTo>
                    <a:lnTo>
                      <a:pt x="1432" y="17"/>
                    </a:lnTo>
                    <a:lnTo>
                      <a:pt x="1434" y="17"/>
                    </a:lnTo>
                    <a:lnTo>
                      <a:pt x="1435" y="17"/>
                    </a:lnTo>
                    <a:lnTo>
                      <a:pt x="1437" y="17"/>
                    </a:lnTo>
                    <a:lnTo>
                      <a:pt x="1438" y="18"/>
                    </a:lnTo>
                    <a:lnTo>
                      <a:pt x="1439" y="18"/>
                    </a:lnTo>
                    <a:lnTo>
                      <a:pt x="1441" y="17"/>
                    </a:lnTo>
                    <a:lnTo>
                      <a:pt x="1442" y="17"/>
                    </a:lnTo>
                  </a:path>
                </a:pathLst>
              </a:custGeom>
              <a:noFill/>
              <a:ln cap="flat" cmpd="sng" w="25400">
                <a:solidFill>
                  <a:srgbClr val="228B2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 flipH="1" rot="10800000">
                <a:off x="1077913" y="2190751"/>
                <a:ext cx="3810000" cy="692150"/>
              </a:xfrm>
              <a:custGeom>
                <a:rect b="b" l="l" r="r" t="t"/>
                <a:pathLst>
                  <a:path extrusionOk="0" h="314" w="1442">
                    <a:moveTo>
                      <a:pt x="0" y="8"/>
                    </a:moveTo>
                    <a:lnTo>
                      <a:pt x="2" y="1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9" y="1"/>
                    </a:lnTo>
                    <a:lnTo>
                      <a:pt x="10" y="2"/>
                    </a:lnTo>
                    <a:lnTo>
                      <a:pt x="11" y="2"/>
                    </a:lnTo>
                    <a:lnTo>
                      <a:pt x="13" y="3"/>
                    </a:lnTo>
                    <a:lnTo>
                      <a:pt x="14" y="3"/>
                    </a:lnTo>
                    <a:lnTo>
                      <a:pt x="15" y="4"/>
                    </a:lnTo>
                    <a:lnTo>
                      <a:pt x="17" y="4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1" y="2"/>
                    </a:lnTo>
                    <a:lnTo>
                      <a:pt x="22" y="3"/>
                    </a:lnTo>
                    <a:lnTo>
                      <a:pt x="23" y="3"/>
                    </a:lnTo>
                    <a:lnTo>
                      <a:pt x="25" y="4"/>
                    </a:lnTo>
                    <a:lnTo>
                      <a:pt x="26" y="6"/>
                    </a:lnTo>
                    <a:lnTo>
                      <a:pt x="28" y="6"/>
                    </a:lnTo>
                    <a:lnTo>
                      <a:pt x="29" y="7"/>
                    </a:lnTo>
                    <a:lnTo>
                      <a:pt x="30" y="6"/>
                    </a:lnTo>
                    <a:lnTo>
                      <a:pt x="32" y="5"/>
                    </a:lnTo>
                    <a:lnTo>
                      <a:pt x="33" y="5"/>
                    </a:lnTo>
                    <a:lnTo>
                      <a:pt x="34" y="6"/>
                    </a:lnTo>
                    <a:lnTo>
                      <a:pt x="36" y="6"/>
                    </a:lnTo>
                    <a:lnTo>
                      <a:pt x="37" y="7"/>
                    </a:lnTo>
                    <a:lnTo>
                      <a:pt x="38" y="6"/>
                    </a:lnTo>
                    <a:lnTo>
                      <a:pt x="40" y="7"/>
                    </a:lnTo>
                    <a:lnTo>
                      <a:pt x="41" y="8"/>
                    </a:lnTo>
                    <a:lnTo>
                      <a:pt x="43" y="7"/>
                    </a:lnTo>
                    <a:lnTo>
                      <a:pt x="44" y="9"/>
                    </a:lnTo>
                    <a:lnTo>
                      <a:pt x="45" y="8"/>
                    </a:lnTo>
                    <a:lnTo>
                      <a:pt x="47" y="8"/>
                    </a:lnTo>
                    <a:lnTo>
                      <a:pt x="48" y="9"/>
                    </a:lnTo>
                    <a:lnTo>
                      <a:pt x="49" y="8"/>
                    </a:lnTo>
                    <a:lnTo>
                      <a:pt x="51" y="7"/>
                    </a:lnTo>
                    <a:lnTo>
                      <a:pt x="52" y="8"/>
                    </a:lnTo>
                    <a:lnTo>
                      <a:pt x="53" y="7"/>
                    </a:lnTo>
                    <a:lnTo>
                      <a:pt x="55" y="6"/>
                    </a:lnTo>
                    <a:lnTo>
                      <a:pt x="56" y="6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60" y="7"/>
                    </a:lnTo>
                    <a:lnTo>
                      <a:pt x="62" y="6"/>
                    </a:lnTo>
                    <a:lnTo>
                      <a:pt x="63" y="6"/>
                    </a:lnTo>
                    <a:lnTo>
                      <a:pt x="64" y="7"/>
                    </a:lnTo>
                    <a:lnTo>
                      <a:pt x="66" y="7"/>
                    </a:lnTo>
                    <a:lnTo>
                      <a:pt x="67" y="7"/>
                    </a:lnTo>
                    <a:lnTo>
                      <a:pt x="68" y="8"/>
                    </a:lnTo>
                    <a:lnTo>
                      <a:pt x="70" y="8"/>
                    </a:lnTo>
                    <a:lnTo>
                      <a:pt x="71" y="9"/>
                    </a:lnTo>
                    <a:lnTo>
                      <a:pt x="72" y="10"/>
                    </a:lnTo>
                    <a:lnTo>
                      <a:pt x="74" y="10"/>
                    </a:lnTo>
                    <a:lnTo>
                      <a:pt x="75" y="11"/>
                    </a:lnTo>
                    <a:lnTo>
                      <a:pt x="77" y="10"/>
                    </a:lnTo>
                    <a:lnTo>
                      <a:pt x="78" y="11"/>
                    </a:lnTo>
                    <a:lnTo>
                      <a:pt x="79" y="11"/>
                    </a:lnTo>
                    <a:lnTo>
                      <a:pt x="81" y="10"/>
                    </a:lnTo>
                    <a:lnTo>
                      <a:pt x="82" y="11"/>
                    </a:lnTo>
                    <a:lnTo>
                      <a:pt x="83" y="11"/>
                    </a:lnTo>
                    <a:lnTo>
                      <a:pt x="85" y="11"/>
                    </a:lnTo>
                    <a:lnTo>
                      <a:pt x="86" y="12"/>
                    </a:lnTo>
                    <a:lnTo>
                      <a:pt x="87" y="11"/>
                    </a:lnTo>
                    <a:lnTo>
                      <a:pt x="89" y="12"/>
                    </a:lnTo>
                    <a:lnTo>
                      <a:pt x="90" y="11"/>
                    </a:lnTo>
                    <a:lnTo>
                      <a:pt x="91" y="11"/>
                    </a:lnTo>
                    <a:lnTo>
                      <a:pt x="93" y="11"/>
                    </a:lnTo>
                    <a:lnTo>
                      <a:pt x="94" y="11"/>
                    </a:lnTo>
                    <a:lnTo>
                      <a:pt x="96" y="11"/>
                    </a:lnTo>
                    <a:lnTo>
                      <a:pt x="97" y="11"/>
                    </a:lnTo>
                    <a:lnTo>
                      <a:pt x="98" y="10"/>
                    </a:lnTo>
                    <a:lnTo>
                      <a:pt x="100" y="11"/>
                    </a:lnTo>
                    <a:lnTo>
                      <a:pt x="101" y="12"/>
                    </a:lnTo>
                    <a:lnTo>
                      <a:pt x="102" y="12"/>
                    </a:lnTo>
                    <a:lnTo>
                      <a:pt x="104" y="13"/>
                    </a:lnTo>
                    <a:lnTo>
                      <a:pt x="105" y="13"/>
                    </a:lnTo>
                    <a:lnTo>
                      <a:pt x="106" y="13"/>
                    </a:lnTo>
                    <a:lnTo>
                      <a:pt x="108" y="14"/>
                    </a:lnTo>
                    <a:lnTo>
                      <a:pt x="109" y="13"/>
                    </a:lnTo>
                    <a:lnTo>
                      <a:pt x="111" y="11"/>
                    </a:lnTo>
                    <a:lnTo>
                      <a:pt x="112" y="12"/>
                    </a:lnTo>
                    <a:lnTo>
                      <a:pt x="113" y="12"/>
                    </a:lnTo>
                    <a:lnTo>
                      <a:pt x="115" y="13"/>
                    </a:lnTo>
                    <a:lnTo>
                      <a:pt x="116" y="15"/>
                    </a:lnTo>
                    <a:lnTo>
                      <a:pt x="117" y="18"/>
                    </a:lnTo>
                    <a:lnTo>
                      <a:pt x="119" y="297"/>
                    </a:lnTo>
                    <a:lnTo>
                      <a:pt x="120" y="313"/>
                    </a:lnTo>
                    <a:lnTo>
                      <a:pt x="121" y="314"/>
                    </a:lnTo>
                    <a:lnTo>
                      <a:pt x="123" y="313"/>
                    </a:lnTo>
                    <a:lnTo>
                      <a:pt x="124" y="313"/>
                    </a:lnTo>
                    <a:lnTo>
                      <a:pt x="125" y="313"/>
                    </a:lnTo>
                    <a:lnTo>
                      <a:pt x="127" y="313"/>
                    </a:lnTo>
                    <a:lnTo>
                      <a:pt x="128" y="312"/>
                    </a:lnTo>
                    <a:lnTo>
                      <a:pt x="130" y="313"/>
                    </a:lnTo>
                    <a:lnTo>
                      <a:pt x="131" y="313"/>
                    </a:lnTo>
                    <a:lnTo>
                      <a:pt x="132" y="313"/>
                    </a:lnTo>
                    <a:lnTo>
                      <a:pt x="134" y="313"/>
                    </a:lnTo>
                    <a:lnTo>
                      <a:pt x="135" y="313"/>
                    </a:lnTo>
                    <a:lnTo>
                      <a:pt x="136" y="313"/>
                    </a:lnTo>
                    <a:lnTo>
                      <a:pt x="138" y="314"/>
                    </a:lnTo>
                    <a:lnTo>
                      <a:pt x="139" y="314"/>
                    </a:lnTo>
                    <a:lnTo>
                      <a:pt x="140" y="314"/>
                    </a:lnTo>
                    <a:lnTo>
                      <a:pt x="142" y="314"/>
                    </a:lnTo>
                    <a:lnTo>
                      <a:pt x="143" y="314"/>
                    </a:lnTo>
                    <a:lnTo>
                      <a:pt x="145" y="313"/>
                    </a:lnTo>
                    <a:lnTo>
                      <a:pt x="146" y="314"/>
                    </a:lnTo>
                    <a:lnTo>
                      <a:pt x="147" y="313"/>
                    </a:lnTo>
                    <a:lnTo>
                      <a:pt x="149" y="314"/>
                    </a:lnTo>
                    <a:lnTo>
                      <a:pt x="150" y="313"/>
                    </a:lnTo>
                    <a:lnTo>
                      <a:pt x="151" y="312"/>
                    </a:lnTo>
                    <a:lnTo>
                      <a:pt x="153" y="312"/>
                    </a:lnTo>
                    <a:lnTo>
                      <a:pt x="154" y="310"/>
                    </a:lnTo>
                    <a:lnTo>
                      <a:pt x="155" y="310"/>
                    </a:lnTo>
                    <a:lnTo>
                      <a:pt x="157" y="310"/>
                    </a:lnTo>
                    <a:lnTo>
                      <a:pt x="158" y="310"/>
                    </a:lnTo>
                    <a:lnTo>
                      <a:pt x="159" y="310"/>
                    </a:lnTo>
                    <a:lnTo>
                      <a:pt x="161" y="310"/>
                    </a:lnTo>
                    <a:lnTo>
                      <a:pt x="162" y="310"/>
                    </a:lnTo>
                    <a:lnTo>
                      <a:pt x="164" y="311"/>
                    </a:lnTo>
                    <a:lnTo>
                      <a:pt x="165" y="311"/>
                    </a:lnTo>
                    <a:lnTo>
                      <a:pt x="166" y="310"/>
                    </a:lnTo>
                    <a:lnTo>
                      <a:pt x="168" y="310"/>
                    </a:lnTo>
                    <a:lnTo>
                      <a:pt x="169" y="310"/>
                    </a:lnTo>
                    <a:lnTo>
                      <a:pt x="170" y="309"/>
                    </a:lnTo>
                    <a:lnTo>
                      <a:pt x="172" y="308"/>
                    </a:lnTo>
                    <a:lnTo>
                      <a:pt x="173" y="308"/>
                    </a:lnTo>
                    <a:lnTo>
                      <a:pt x="174" y="308"/>
                    </a:lnTo>
                    <a:lnTo>
                      <a:pt x="176" y="308"/>
                    </a:lnTo>
                    <a:lnTo>
                      <a:pt x="177" y="307"/>
                    </a:lnTo>
                    <a:lnTo>
                      <a:pt x="179" y="307"/>
                    </a:lnTo>
                    <a:lnTo>
                      <a:pt x="180" y="306"/>
                    </a:lnTo>
                    <a:lnTo>
                      <a:pt x="181" y="306"/>
                    </a:lnTo>
                    <a:lnTo>
                      <a:pt x="183" y="305"/>
                    </a:lnTo>
                    <a:lnTo>
                      <a:pt x="184" y="306"/>
                    </a:lnTo>
                    <a:lnTo>
                      <a:pt x="185" y="305"/>
                    </a:lnTo>
                    <a:lnTo>
                      <a:pt x="187" y="305"/>
                    </a:lnTo>
                    <a:lnTo>
                      <a:pt x="188" y="306"/>
                    </a:lnTo>
                    <a:lnTo>
                      <a:pt x="189" y="306"/>
                    </a:lnTo>
                    <a:lnTo>
                      <a:pt x="191" y="305"/>
                    </a:lnTo>
                    <a:lnTo>
                      <a:pt x="192" y="305"/>
                    </a:lnTo>
                    <a:lnTo>
                      <a:pt x="193" y="304"/>
                    </a:lnTo>
                    <a:lnTo>
                      <a:pt x="195" y="303"/>
                    </a:lnTo>
                    <a:lnTo>
                      <a:pt x="196" y="302"/>
                    </a:lnTo>
                    <a:lnTo>
                      <a:pt x="198" y="300"/>
                    </a:lnTo>
                    <a:lnTo>
                      <a:pt x="199" y="300"/>
                    </a:lnTo>
                    <a:lnTo>
                      <a:pt x="200" y="300"/>
                    </a:lnTo>
                    <a:lnTo>
                      <a:pt x="202" y="299"/>
                    </a:lnTo>
                    <a:lnTo>
                      <a:pt x="203" y="299"/>
                    </a:lnTo>
                    <a:lnTo>
                      <a:pt x="204" y="300"/>
                    </a:lnTo>
                    <a:lnTo>
                      <a:pt x="206" y="301"/>
                    </a:lnTo>
                    <a:lnTo>
                      <a:pt x="207" y="300"/>
                    </a:lnTo>
                    <a:lnTo>
                      <a:pt x="208" y="300"/>
                    </a:lnTo>
                    <a:lnTo>
                      <a:pt x="210" y="300"/>
                    </a:lnTo>
                    <a:lnTo>
                      <a:pt x="211" y="300"/>
                    </a:lnTo>
                    <a:lnTo>
                      <a:pt x="213" y="299"/>
                    </a:lnTo>
                    <a:lnTo>
                      <a:pt x="214" y="299"/>
                    </a:lnTo>
                    <a:lnTo>
                      <a:pt x="215" y="298"/>
                    </a:lnTo>
                    <a:lnTo>
                      <a:pt x="217" y="297"/>
                    </a:lnTo>
                    <a:lnTo>
                      <a:pt x="218" y="297"/>
                    </a:lnTo>
                    <a:lnTo>
                      <a:pt x="219" y="297"/>
                    </a:lnTo>
                    <a:lnTo>
                      <a:pt x="221" y="296"/>
                    </a:lnTo>
                    <a:lnTo>
                      <a:pt x="222" y="295"/>
                    </a:lnTo>
                    <a:lnTo>
                      <a:pt x="223" y="294"/>
                    </a:lnTo>
                    <a:lnTo>
                      <a:pt x="225" y="293"/>
                    </a:lnTo>
                    <a:lnTo>
                      <a:pt x="226" y="292"/>
                    </a:lnTo>
                    <a:lnTo>
                      <a:pt x="227" y="292"/>
                    </a:lnTo>
                    <a:lnTo>
                      <a:pt x="229" y="291"/>
                    </a:lnTo>
                    <a:lnTo>
                      <a:pt x="230" y="291"/>
                    </a:lnTo>
                    <a:lnTo>
                      <a:pt x="232" y="289"/>
                    </a:lnTo>
                    <a:lnTo>
                      <a:pt x="233" y="289"/>
                    </a:lnTo>
                    <a:lnTo>
                      <a:pt x="234" y="289"/>
                    </a:lnTo>
                    <a:lnTo>
                      <a:pt x="236" y="290"/>
                    </a:lnTo>
                    <a:lnTo>
                      <a:pt x="237" y="289"/>
                    </a:lnTo>
                    <a:lnTo>
                      <a:pt x="238" y="289"/>
                    </a:lnTo>
                    <a:lnTo>
                      <a:pt x="240" y="290"/>
                    </a:lnTo>
                    <a:lnTo>
                      <a:pt x="241" y="290"/>
                    </a:lnTo>
                    <a:lnTo>
                      <a:pt x="242" y="289"/>
                    </a:lnTo>
                    <a:lnTo>
                      <a:pt x="244" y="289"/>
                    </a:lnTo>
                    <a:lnTo>
                      <a:pt x="245" y="289"/>
                    </a:lnTo>
                    <a:lnTo>
                      <a:pt x="247" y="289"/>
                    </a:lnTo>
                    <a:lnTo>
                      <a:pt x="248" y="289"/>
                    </a:lnTo>
                    <a:lnTo>
                      <a:pt x="249" y="288"/>
                    </a:lnTo>
                    <a:lnTo>
                      <a:pt x="251" y="287"/>
                    </a:lnTo>
                    <a:lnTo>
                      <a:pt x="252" y="286"/>
                    </a:lnTo>
                    <a:lnTo>
                      <a:pt x="253" y="286"/>
                    </a:lnTo>
                    <a:lnTo>
                      <a:pt x="255" y="286"/>
                    </a:lnTo>
                    <a:lnTo>
                      <a:pt x="256" y="286"/>
                    </a:lnTo>
                    <a:lnTo>
                      <a:pt x="257" y="285"/>
                    </a:lnTo>
                    <a:lnTo>
                      <a:pt x="259" y="284"/>
                    </a:lnTo>
                    <a:lnTo>
                      <a:pt x="260" y="285"/>
                    </a:lnTo>
                    <a:lnTo>
                      <a:pt x="261" y="286"/>
                    </a:lnTo>
                    <a:lnTo>
                      <a:pt x="263" y="285"/>
                    </a:lnTo>
                    <a:lnTo>
                      <a:pt x="264" y="285"/>
                    </a:lnTo>
                    <a:lnTo>
                      <a:pt x="266" y="284"/>
                    </a:lnTo>
                    <a:lnTo>
                      <a:pt x="267" y="285"/>
                    </a:lnTo>
                    <a:lnTo>
                      <a:pt x="268" y="285"/>
                    </a:lnTo>
                    <a:lnTo>
                      <a:pt x="270" y="285"/>
                    </a:lnTo>
                    <a:lnTo>
                      <a:pt x="271" y="284"/>
                    </a:lnTo>
                    <a:lnTo>
                      <a:pt x="272" y="284"/>
                    </a:lnTo>
                    <a:lnTo>
                      <a:pt x="274" y="284"/>
                    </a:lnTo>
                    <a:lnTo>
                      <a:pt x="275" y="284"/>
                    </a:lnTo>
                    <a:lnTo>
                      <a:pt x="276" y="284"/>
                    </a:lnTo>
                    <a:lnTo>
                      <a:pt x="278" y="282"/>
                    </a:lnTo>
                    <a:lnTo>
                      <a:pt x="279" y="282"/>
                    </a:lnTo>
                    <a:lnTo>
                      <a:pt x="281" y="281"/>
                    </a:lnTo>
                    <a:lnTo>
                      <a:pt x="282" y="281"/>
                    </a:lnTo>
                    <a:lnTo>
                      <a:pt x="283" y="280"/>
                    </a:lnTo>
                    <a:lnTo>
                      <a:pt x="285" y="279"/>
                    </a:lnTo>
                    <a:lnTo>
                      <a:pt x="286" y="278"/>
                    </a:lnTo>
                    <a:lnTo>
                      <a:pt x="287" y="278"/>
                    </a:lnTo>
                    <a:lnTo>
                      <a:pt x="289" y="277"/>
                    </a:lnTo>
                    <a:lnTo>
                      <a:pt x="290" y="277"/>
                    </a:lnTo>
                    <a:lnTo>
                      <a:pt x="291" y="277"/>
                    </a:lnTo>
                    <a:lnTo>
                      <a:pt x="293" y="278"/>
                    </a:lnTo>
                    <a:lnTo>
                      <a:pt x="294" y="278"/>
                    </a:lnTo>
                    <a:lnTo>
                      <a:pt x="295" y="279"/>
                    </a:lnTo>
                    <a:lnTo>
                      <a:pt x="297" y="279"/>
                    </a:lnTo>
                    <a:lnTo>
                      <a:pt x="298" y="279"/>
                    </a:lnTo>
                    <a:lnTo>
                      <a:pt x="300" y="278"/>
                    </a:lnTo>
                    <a:lnTo>
                      <a:pt x="301" y="278"/>
                    </a:lnTo>
                    <a:lnTo>
                      <a:pt x="302" y="279"/>
                    </a:lnTo>
                    <a:lnTo>
                      <a:pt x="304" y="279"/>
                    </a:lnTo>
                    <a:lnTo>
                      <a:pt x="305" y="278"/>
                    </a:lnTo>
                    <a:lnTo>
                      <a:pt x="306" y="278"/>
                    </a:lnTo>
                    <a:lnTo>
                      <a:pt x="308" y="278"/>
                    </a:lnTo>
                    <a:lnTo>
                      <a:pt x="309" y="277"/>
                    </a:lnTo>
                    <a:lnTo>
                      <a:pt x="310" y="277"/>
                    </a:lnTo>
                    <a:lnTo>
                      <a:pt x="312" y="276"/>
                    </a:lnTo>
                    <a:lnTo>
                      <a:pt x="313" y="276"/>
                    </a:lnTo>
                    <a:lnTo>
                      <a:pt x="315" y="275"/>
                    </a:lnTo>
                    <a:lnTo>
                      <a:pt x="316" y="275"/>
                    </a:lnTo>
                    <a:lnTo>
                      <a:pt x="317" y="275"/>
                    </a:lnTo>
                    <a:lnTo>
                      <a:pt x="319" y="275"/>
                    </a:lnTo>
                    <a:lnTo>
                      <a:pt x="320" y="275"/>
                    </a:lnTo>
                    <a:lnTo>
                      <a:pt x="321" y="274"/>
                    </a:lnTo>
                    <a:lnTo>
                      <a:pt x="323" y="273"/>
                    </a:lnTo>
                    <a:lnTo>
                      <a:pt x="324" y="273"/>
                    </a:lnTo>
                    <a:lnTo>
                      <a:pt x="325" y="272"/>
                    </a:lnTo>
                    <a:lnTo>
                      <a:pt x="327" y="272"/>
                    </a:lnTo>
                    <a:lnTo>
                      <a:pt x="328" y="271"/>
                    </a:lnTo>
                    <a:lnTo>
                      <a:pt x="329" y="271"/>
                    </a:lnTo>
                    <a:lnTo>
                      <a:pt x="331" y="270"/>
                    </a:lnTo>
                    <a:lnTo>
                      <a:pt x="332" y="270"/>
                    </a:lnTo>
                    <a:lnTo>
                      <a:pt x="334" y="270"/>
                    </a:lnTo>
                    <a:lnTo>
                      <a:pt x="335" y="270"/>
                    </a:lnTo>
                    <a:lnTo>
                      <a:pt x="336" y="269"/>
                    </a:lnTo>
                    <a:lnTo>
                      <a:pt x="338" y="271"/>
                    </a:lnTo>
                    <a:lnTo>
                      <a:pt x="339" y="271"/>
                    </a:lnTo>
                    <a:lnTo>
                      <a:pt x="340" y="271"/>
                    </a:lnTo>
                    <a:lnTo>
                      <a:pt x="342" y="271"/>
                    </a:lnTo>
                    <a:lnTo>
                      <a:pt x="343" y="271"/>
                    </a:lnTo>
                    <a:lnTo>
                      <a:pt x="344" y="271"/>
                    </a:lnTo>
                    <a:lnTo>
                      <a:pt x="346" y="272"/>
                    </a:lnTo>
                    <a:lnTo>
                      <a:pt x="347" y="272"/>
                    </a:lnTo>
                    <a:lnTo>
                      <a:pt x="349" y="270"/>
                    </a:lnTo>
                    <a:lnTo>
                      <a:pt x="350" y="271"/>
                    </a:lnTo>
                    <a:lnTo>
                      <a:pt x="351" y="270"/>
                    </a:lnTo>
                    <a:lnTo>
                      <a:pt x="353" y="269"/>
                    </a:lnTo>
                    <a:lnTo>
                      <a:pt x="354" y="269"/>
                    </a:lnTo>
                    <a:lnTo>
                      <a:pt x="355" y="267"/>
                    </a:lnTo>
                    <a:lnTo>
                      <a:pt x="357" y="267"/>
                    </a:lnTo>
                    <a:lnTo>
                      <a:pt x="358" y="267"/>
                    </a:lnTo>
                    <a:lnTo>
                      <a:pt x="359" y="267"/>
                    </a:lnTo>
                    <a:lnTo>
                      <a:pt x="361" y="268"/>
                    </a:lnTo>
                    <a:lnTo>
                      <a:pt x="362" y="268"/>
                    </a:lnTo>
                    <a:lnTo>
                      <a:pt x="363" y="268"/>
                    </a:lnTo>
                    <a:lnTo>
                      <a:pt x="365" y="268"/>
                    </a:lnTo>
                    <a:lnTo>
                      <a:pt x="366" y="268"/>
                    </a:lnTo>
                    <a:lnTo>
                      <a:pt x="368" y="268"/>
                    </a:lnTo>
                    <a:lnTo>
                      <a:pt x="369" y="267"/>
                    </a:lnTo>
                    <a:lnTo>
                      <a:pt x="370" y="268"/>
                    </a:lnTo>
                    <a:lnTo>
                      <a:pt x="372" y="268"/>
                    </a:lnTo>
                    <a:lnTo>
                      <a:pt x="373" y="268"/>
                    </a:lnTo>
                    <a:lnTo>
                      <a:pt x="374" y="267"/>
                    </a:lnTo>
                    <a:lnTo>
                      <a:pt x="376" y="267"/>
                    </a:lnTo>
                    <a:lnTo>
                      <a:pt x="377" y="268"/>
                    </a:lnTo>
                    <a:lnTo>
                      <a:pt x="378" y="268"/>
                    </a:lnTo>
                    <a:lnTo>
                      <a:pt x="380" y="268"/>
                    </a:lnTo>
                    <a:lnTo>
                      <a:pt x="381" y="268"/>
                    </a:lnTo>
                    <a:lnTo>
                      <a:pt x="383" y="267"/>
                    </a:lnTo>
                    <a:lnTo>
                      <a:pt x="384" y="267"/>
                    </a:lnTo>
                    <a:lnTo>
                      <a:pt x="385" y="267"/>
                    </a:lnTo>
                    <a:lnTo>
                      <a:pt x="387" y="266"/>
                    </a:lnTo>
                    <a:lnTo>
                      <a:pt x="388" y="266"/>
                    </a:lnTo>
                    <a:lnTo>
                      <a:pt x="389" y="266"/>
                    </a:lnTo>
                    <a:lnTo>
                      <a:pt x="391" y="265"/>
                    </a:lnTo>
                    <a:lnTo>
                      <a:pt x="392" y="266"/>
                    </a:lnTo>
                    <a:lnTo>
                      <a:pt x="393" y="265"/>
                    </a:lnTo>
                    <a:lnTo>
                      <a:pt x="395" y="266"/>
                    </a:lnTo>
                    <a:lnTo>
                      <a:pt x="396" y="265"/>
                    </a:lnTo>
                    <a:lnTo>
                      <a:pt x="397" y="265"/>
                    </a:lnTo>
                    <a:lnTo>
                      <a:pt x="399" y="265"/>
                    </a:lnTo>
                    <a:lnTo>
                      <a:pt x="400" y="265"/>
                    </a:lnTo>
                    <a:lnTo>
                      <a:pt x="402" y="266"/>
                    </a:lnTo>
                    <a:lnTo>
                      <a:pt x="403" y="266"/>
                    </a:lnTo>
                    <a:lnTo>
                      <a:pt x="404" y="267"/>
                    </a:lnTo>
                    <a:lnTo>
                      <a:pt x="406" y="267"/>
                    </a:lnTo>
                    <a:lnTo>
                      <a:pt x="407" y="267"/>
                    </a:lnTo>
                    <a:lnTo>
                      <a:pt x="408" y="267"/>
                    </a:lnTo>
                    <a:lnTo>
                      <a:pt x="410" y="267"/>
                    </a:lnTo>
                    <a:lnTo>
                      <a:pt x="411" y="268"/>
                    </a:lnTo>
                    <a:lnTo>
                      <a:pt x="412" y="268"/>
                    </a:lnTo>
                    <a:lnTo>
                      <a:pt x="414" y="269"/>
                    </a:lnTo>
                    <a:lnTo>
                      <a:pt x="415" y="270"/>
                    </a:lnTo>
                    <a:lnTo>
                      <a:pt x="417" y="270"/>
                    </a:lnTo>
                    <a:lnTo>
                      <a:pt x="418" y="269"/>
                    </a:lnTo>
                    <a:lnTo>
                      <a:pt x="419" y="271"/>
                    </a:lnTo>
                    <a:lnTo>
                      <a:pt x="421" y="271"/>
                    </a:lnTo>
                    <a:lnTo>
                      <a:pt x="422" y="270"/>
                    </a:lnTo>
                    <a:lnTo>
                      <a:pt x="423" y="266"/>
                    </a:lnTo>
                    <a:lnTo>
                      <a:pt x="425" y="38"/>
                    </a:lnTo>
                    <a:lnTo>
                      <a:pt x="426" y="39"/>
                    </a:lnTo>
                    <a:lnTo>
                      <a:pt x="427" y="36"/>
                    </a:lnTo>
                    <a:lnTo>
                      <a:pt x="429" y="37"/>
                    </a:lnTo>
                    <a:lnTo>
                      <a:pt x="430" y="38"/>
                    </a:lnTo>
                    <a:lnTo>
                      <a:pt x="431" y="39"/>
                    </a:lnTo>
                    <a:lnTo>
                      <a:pt x="433" y="38"/>
                    </a:lnTo>
                    <a:lnTo>
                      <a:pt x="434" y="38"/>
                    </a:lnTo>
                    <a:lnTo>
                      <a:pt x="436" y="37"/>
                    </a:lnTo>
                    <a:lnTo>
                      <a:pt x="437" y="37"/>
                    </a:lnTo>
                    <a:lnTo>
                      <a:pt x="438" y="37"/>
                    </a:lnTo>
                    <a:lnTo>
                      <a:pt x="440" y="36"/>
                    </a:lnTo>
                    <a:lnTo>
                      <a:pt x="441" y="35"/>
                    </a:lnTo>
                    <a:lnTo>
                      <a:pt x="442" y="35"/>
                    </a:lnTo>
                    <a:lnTo>
                      <a:pt x="444" y="35"/>
                    </a:lnTo>
                    <a:lnTo>
                      <a:pt x="445" y="35"/>
                    </a:lnTo>
                    <a:lnTo>
                      <a:pt x="446" y="35"/>
                    </a:lnTo>
                    <a:lnTo>
                      <a:pt x="448" y="36"/>
                    </a:lnTo>
                    <a:lnTo>
                      <a:pt x="449" y="36"/>
                    </a:lnTo>
                    <a:lnTo>
                      <a:pt x="451" y="36"/>
                    </a:lnTo>
                    <a:lnTo>
                      <a:pt x="452" y="37"/>
                    </a:lnTo>
                    <a:lnTo>
                      <a:pt x="453" y="37"/>
                    </a:lnTo>
                    <a:lnTo>
                      <a:pt x="455" y="37"/>
                    </a:lnTo>
                    <a:lnTo>
                      <a:pt x="456" y="38"/>
                    </a:lnTo>
                    <a:lnTo>
                      <a:pt x="457" y="37"/>
                    </a:lnTo>
                    <a:lnTo>
                      <a:pt x="459" y="38"/>
                    </a:lnTo>
                    <a:lnTo>
                      <a:pt x="460" y="39"/>
                    </a:lnTo>
                    <a:lnTo>
                      <a:pt x="461" y="39"/>
                    </a:lnTo>
                    <a:lnTo>
                      <a:pt x="463" y="38"/>
                    </a:lnTo>
                    <a:lnTo>
                      <a:pt x="464" y="39"/>
                    </a:lnTo>
                    <a:lnTo>
                      <a:pt x="465" y="39"/>
                    </a:lnTo>
                    <a:lnTo>
                      <a:pt x="467" y="39"/>
                    </a:lnTo>
                    <a:lnTo>
                      <a:pt x="468" y="39"/>
                    </a:lnTo>
                    <a:lnTo>
                      <a:pt x="470" y="38"/>
                    </a:lnTo>
                    <a:lnTo>
                      <a:pt x="471" y="37"/>
                    </a:lnTo>
                    <a:lnTo>
                      <a:pt x="472" y="37"/>
                    </a:lnTo>
                    <a:lnTo>
                      <a:pt x="474" y="37"/>
                    </a:lnTo>
                    <a:lnTo>
                      <a:pt x="475" y="37"/>
                    </a:lnTo>
                    <a:lnTo>
                      <a:pt x="476" y="37"/>
                    </a:lnTo>
                    <a:lnTo>
                      <a:pt x="478" y="37"/>
                    </a:lnTo>
                    <a:lnTo>
                      <a:pt x="479" y="39"/>
                    </a:lnTo>
                    <a:lnTo>
                      <a:pt x="480" y="39"/>
                    </a:lnTo>
                    <a:lnTo>
                      <a:pt x="482" y="40"/>
                    </a:lnTo>
                    <a:lnTo>
                      <a:pt x="483" y="39"/>
                    </a:lnTo>
                    <a:lnTo>
                      <a:pt x="485" y="39"/>
                    </a:lnTo>
                    <a:lnTo>
                      <a:pt x="486" y="39"/>
                    </a:lnTo>
                    <a:lnTo>
                      <a:pt x="487" y="40"/>
                    </a:lnTo>
                    <a:lnTo>
                      <a:pt x="489" y="40"/>
                    </a:lnTo>
                    <a:lnTo>
                      <a:pt x="490" y="39"/>
                    </a:lnTo>
                    <a:lnTo>
                      <a:pt x="491" y="39"/>
                    </a:lnTo>
                    <a:lnTo>
                      <a:pt x="493" y="39"/>
                    </a:lnTo>
                    <a:lnTo>
                      <a:pt x="494" y="40"/>
                    </a:lnTo>
                    <a:lnTo>
                      <a:pt x="495" y="40"/>
                    </a:lnTo>
                    <a:lnTo>
                      <a:pt x="497" y="40"/>
                    </a:lnTo>
                    <a:lnTo>
                      <a:pt x="498" y="39"/>
                    </a:lnTo>
                    <a:lnTo>
                      <a:pt x="499" y="40"/>
                    </a:lnTo>
                    <a:lnTo>
                      <a:pt x="501" y="40"/>
                    </a:lnTo>
                    <a:lnTo>
                      <a:pt x="502" y="40"/>
                    </a:lnTo>
                    <a:lnTo>
                      <a:pt x="504" y="39"/>
                    </a:lnTo>
                    <a:lnTo>
                      <a:pt x="505" y="39"/>
                    </a:lnTo>
                    <a:lnTo>
                      <a:pt x="506" y="39"/>
                    </a:lnTo>
                    <a:lnTo>
                      <a:pt x="508" y="40"/>
                    </a:lnTo>
                    <a:lnTo>
                      <a:pt x="509" y="40"/>
                    </a:lnTo>
                    <a:lnTo>
                      <a:pt x="510" y="39"/>
                    </a:lnTo>
                    <a:lnTo>
                      <a:pt x="512" y="39"/>
                    </a:lnTo>
                    <a:lnTo>
                      <a:pt x="513" y="39"/>
                    </a:lnTo>
                    <a:lnTo>
                      <a:pt x="514" y="38"/>
                    </a:lnTo>
                    <a:lnTo>
                      <a:pt x="516" y="39"/>
                    </a:lnTo>
                    <a:lnTo>
                      <a:pt x="517" y="39"/>
                    </a:lnTo>
                    <a:lnTo>
                      <a:pt x="519" y="39"/>
                    </a:lnTo>
                    <a:lnTo>
                      <a:pt x="520" y="40"/>
                    </a:lnTo>
                    <a:lnTo>
                      <a:pt x="521" y="40"/>
                    </a:lnTo>
                    <a:lnTo>
                      <a:pt x="523" y="41"/>
                    </a:lnTo>
                    <a:lnTo>
                      <a:pt x="524" y="41"/>
                    </a:lnTo>
                    <a:lnTo>
                      <a:pt x="525" y="40"/>
                    </a:lnTo>
                    <a:lnTo>
                      <a:pt x="527" y="40"/>
                    </a:lnTo>
                    <a:lnTo>
                      <a:pt x="528" y="40"/>
                    </a:lnTo>
                    <a:lnTo>
                      <a:pt x="529" y="40"/>
                    </a:lnTo>
                    <a:lnTo>
                      <a:pt x="531" y="41"/>
                    </a:lnTo>
                    <a:lnTo>
                      <a:pt x="532" y="42"/>
                    </a:lnTo>
                    <a:lnTo>
                      <a:pt x="533" y="42"/>
                    </a:lnTo>
                    <a:lnTo>
                      <a:pt x="535" y="42"/>
                    </a:lnTo>
                    <a:lnTo>
                      <a:pt x="536" y="43"/>
                    </a:lnTo>
                    <a:lnTo>
                      <a:pt x="538" y="42"/>
                    </a:lnTo>
                    <a:lnTo>
                      <a:pt x="539" y="42"/>
                    </a:lnTo>
                    <a:lnTo>
                      <a:pt x="540" y="42"/>
                    </a:lnTo>
                    <a:lnTo>
                      <a:pt x="542" y="41"/>
                    </a:lnTo>
                    <a:lnTo>
                      <a:pt x="543" y="40"/>
                    </a:lnTo>
                    <a:lnTo>
                      <a:pt x="544" y="40"/>
                    </a:lnTo>
                    <a:lnTo>
                      <a:pt x="546" y="40"/>
                    </a:lnTo>
                    <a:lnTo>
                      <a:pt x="547" y="41"/>
                    </a:lnTo>
                    <a:lnTo>
                      <a:pt x="548" y="41"/>
                    </a:lnTo>
                    <a:lnTo>
                      <a:pt x="550" y="42"/>
                    </a:lnTo>
                    <a:lnTo>
                      <a:pt x="551" y="42"/>
                    </a:lnTo>
                    <a:lnTo>
                      <a:pt x="553" y="42"/>
                    </a:lnTo>
                    <a:lnTo>
                      <a:pt x="554" y="43"/>
                    </a:lnTo>
                    <a:lnTo>
                      <a:pt x="555" y="43"/>
                    </a:lnTo>
                    <a:lnTo>
                      <a:pt x="557" y="43"/>
                    </a:lnTo>
                    <a:lnTo>
                      <a:pt x="558" y="44"/>
                    </a:lnTo>
                    <a:lnTo>
                      <a:pt x="559" y="43"/>
                    </a:lnTo>
                    <a:lnTo>
                      <a:pt x="561" y="43"/>
                    </a:lnTo>
                    <a:lnTo>
                      <a:pt x="562" y="43"/>
                    </a:lnTo>
                    <a:lnTo>
                      <a:pt x="563" y="43"/>
                    </a:lnTo>
                    <a:lnTo>
                      <a:pt x="565" y="43"/>
                    </a:lnTo>
                    <a:lnTo>
                      <a:pt x="566" y="42"/>
                    </a:lnTo>
                    <a:lnTo>
                      <a:pt x="567" y="42"/>
                    </a:lnTo>
                    <a:lnTo>
                      <a:pt x="569" y="42"/>
                    </a:lnTo>
                    <a:lnTo>
                      <a:pt x="570" y="43"/>
                    </a:lnTo>
                    <a:lnTo>
                      <a:pt x="572" y="42"/>
                    </a:lnTo>
                    <a:lnTo>
                      <a:pt x="573" y="43"/>
                    </a:lnTo>
                    <a:lnTo>
                      <a:pt x="574" y="44"/>
                    </a:lnTo>
                    <a:lnTo>
                      <a:pt x="576" y="44"/>
                    </a:lnTo>
                    <a:lnTo>
                      <a:pt x="577" y="44"/>
                    </a:lnTo>
                    <a:lnTo>
                      <a:pt x="578" y="43"/>
                    </a:lnTo>
                    <a:lnTo>
                      <a:pt x="580" y="43"/>
                    </a:lnTo>
                    <a:lnTo>
                      <a:pt x="581" y="42"/>
                    </a:lnTo>
                    <a:lnTo>
                      <a:pt x="582" y="41"/>
                    </a:lnTo>
                    <a:lnTo>
                      <a:pt x="584" y="40"/>
                    </a:lnTo>
                    <a:lnTo>
                      <a:pt x="585" y="40"/>
                    </a:lnTo>
                    <a:lnTo>
                      <a:pt x="587" y="39"/>
                    </a:lnTo>
                    <a:lnTo>
                      <a:pt x="588" y="40"/>
                    </a:lnTo>
                    <a:lnTo>
                      <a:pt x="589" y="40"/>
                    </a:lnTo>
                    <a:lnTo>
                      <a:pt x="591" y="40"/>
                    </a:lnTo>
                    <a:lnTo>
                      <a:pt x="592" y="40"/>
                    </a:lnTo>
                    <a:lnTo>
                      <a:pt x="593" y="40"/>
                    </a:lnTo>
                    <a:lnTo>
                      <a:pt x="595" y="39"/>
                    </a:lnTo>
                    <a:lnTo>
                      <a:pt x="596" y="39"/>
                    </a:lnTo>
                    <a:lnTo>
                      <a:pt x="597" y="39"/>
                    </a:lnTo>
                    <a:lnTo>
                      <a:pt x="599" y="38"/>
                    </a:lnTo>
                    <a:lnTo>
                      <a:pt x="600" y="38"/>
                    </a:lnTo>
                    <a:lnTo>
                      <a:pt x="601" y="39"/>
                    </a:lnTo>
                    <a:lnTo>
                      <a:pt x="603" y="39"/>
                    </a:lnTo>
                    <a:lnTo>
                      <a:pt x="604" y="39"/>
                    </a:lnTo>
                    <a:lnTo>
                      <a:pt x="606" y="39"/>
                    </a:lnTo>
                    <a:lnTo>
                      <a:pt x="607" y="39"/>
                    </a:lnTo>
                    <a:lnTo>
                      <a:pt x="608" y="39"/>
                    </a:lnTo>
                    <a:lnTo>
                      <a:pt x="610" y="40"/>
                    </a:lnTo>
                    <a:lnTo>
                      <a:pt x="611" y="40"/>
                    </a:lnTo>
                    <a:lnTo>
                      <a:pt x="612" y="40"/>
                    </a:lnTo>
                    <a:lnTo>
                      <a:pt x="614" y="40"/>
                    </a:lnTo>
                    <a:lnTo>
                      <a:pt x="615" y="40"/>
                    </a:lnTo>
                    <a:lnTo>
                      <a:pt x="616" y="39"/>
                    </a:lnTo>
                    <a:lnTo>
                      <a:pt x="618" y="39"/>
                    </a:lnTo>
                    <a:lnTo>
                      <a:pt x="619" y="39"/>
                    </a:lnTo>
                    <a:lnTo>
                      <a:pt x="621" y="40"/>
                    </a:lnTo>
                    <a:lnTo>
                      <a:pt x="622" y="39"/>
                    </a:lnTo>
                    <a:lnTo>
                      <a:pt x="623" y="39"/>
                    </a:lnTo>
                    <a:lnTo>
                      <a:pt x="625" y="37"/>
                    </a:lnTo>
                    <a:lnTo>
                      <a:pt x="626" y="39"/>
                    </a:lnTo>
                    <a:lnTo>
                      <a:pt x="627" y="38"/>
                    </a:lnTo>
                    <a:lnTo>
                      <a:pt x="629" y="38"/>
                    </a:lnTo>
                    <a:lnTo>
                      <a:pt x="630" y="37"/>
                    </a:lnTo>
                    <a:lnTo>
                      <a:pt x="631" y="37"/>
                    </a:lnTo>
                    <a:lnTo>
                      <a:pt x="633" y="37"/>
                    </a:lnTo>
                    <a:lnTo>
                      <a:pt x="634" y="38"/>
                    </a:lnTo>
                    <a:lnTo>
                      <a:pt x="635" y="38"/>
                    </a:lnTo>
                    <a:lnTo>
                      <a:pt x="637" y="39"/>
                    </a:lnTo>
                    <a:lnTo>
                      <a:pt x="638" y="39"/>
                    </a:lnTo>
                    <a:lnTo>
                      <a:pt x="640" y="39"/>
                    </a:lnTo>
                    <a:lnTo>
                      <a:pt x="641" y="40"/>
                    </a:lnTo>
                    <a:lnTo>
                      <a:pt x="642" y="40"/>
                    </a:lnTo>
                    <a:lnTo>
                      <a:pt x="644" y="40"/>
                    </a:lnTo>
                    <a:lnTo>
                      <a:pt x="645" y="41"/>
                    </a:lnTo>
                    <a:lnTo>
                      <a:pt x="646" y="42"/>
                    </a:lnTo>
                    <a:lnTo>
                      <a:pt x="648" y="41"/>
                    </a:lnTo>
                    <a:lnTo>
                      <a:pt x="649" y="41"/>
                    </a:lnTo>
                    <a:lnTo>
                      <a:pt x="650" y="41"/>
                    </a:lnTo>
                    <a:lnTo>
                      <a:pt x="652" y="41"/>
                    </a:lnTo>
                    <a:lnTo>
                      <a:pt x="653" y="40"/>
                    </a:lnTo>
                    <a:lnTo>
                      <a:pt x="655" y="40"/>
                    </a:lnTo>
                    <a:lnTo>
                      <a:pt x="656" y="39"/>
                    </a:lnTo>
                    <a:lnTo>
                      <a:pt x="657" y="38"/>
                    </a:lnTo>
                    <a:lnTo>
                      <a:pt x="659" y="38"/>
                    </a:lnTo>
                    <a:lnTo>
                      <a:pt x="660" y="37"/>
                    </a:lnTo>
                    <a:lnTo>
                      <a:pt x="661" y="37"/>
                    </a:lnTo>
                    <a:lnTo>
                      <a:pt x="663" y="37"/>
                    </a:lnTo>
                    <a:lnTo>
                      <a:pt x="664" y="37"/>
                    </a:lnTo>
                    <a:lnTo>
                      <a:pt x="665" y="37"/>
                    </a:lnTo>
                    <a:lnTo>
                      <a:pt x="667" y="37"/>
                    </a:lnTo>
                    <a:lnTo>
                      <a:pt x="668" y="37"/>
                    </a:lnTo>
                    <a:lnTo>
                      <a:pt x="669" y="36"/>
                    </a:lnTo>
                    <a:lnTo>
                      <a:pt x="671" y="36"/>
                    </a:lnTo>
                    <a:lnTo>
                      <a:pt x="672" y="35"/>
                    </a:lnTo>
                    <a:lnTo>
                      <a:pt x="674" y="35"/>
                    </a:lnTo>
                    <a:lnTo>
                      <a:pt x="675" y="36"/>
                    </a:lnTo>
                    <a:lnTo>
                      <a:pt x="676" y="35"/>
                    </a:lnTo>
                    <a:lnTo>
                      <a:pt x="678" y="35"/>
                    </a:lnTo>
                    <a:lnTo>
                      <a:pt x="679" y="36"/>
                    </a:lnTo>
                    <a:lnTo>
                      <a:pt x="680" y="36"/>
                    </a:lnTo>
                    <a:lnTo>
                      <a:pt x="682" y="37"/>
                    </a:lnTo>
                    <a:lnTo>
                      <a:pt x="683" y="37"/>
                    </a:lnTo>
                    <a:lnTo>
                      <a:pt x="684" y="38"/>
                    </a:lnTo>
                    <a:lnTo>
                      <a:pt x="686" y="38"/>
                    </a:lnTo>
                    <a:lnTo>
                      <a:pt x="687" y="38"/>
                    </a:lnTo>
                    <a:lnTo>
                      <a:pt x="689" y="39"/>
                    </a:lnTo>
                    <a:lnTo>
                      <a:pt x="690" y="39"/>
                    </a:lnTo>
                    <a:lnTo>
                      <a:pt x="691" y="39"/>
                    </a:lnTo>
                    <a:lnTo>
                      <a:pt x="693" y="39"/>
                    </a:lnTo>
                    <a:lnTo>
                      <a:pt x="694" y="39"/>
                    </a:lnTo>
                    <a:lnTo>
                      <a:pt x="695" y="39"/>
                    </a:lnTo>
                    <a:lnTo>
                      <a:pt x="697" y="39"/>
                    </a:lnTo>
                    <a:lnTo>
                      <a:pt x="698" y="39"/>
                    </a:lnTo>
                    <a:lnTo>
                      <a:pt x="699" y="38"/>
                    </a:lnTo>
                    <a:lnTo>
                      <a:pt x="701" y="37"/>
                    </a:lnTo>
                    <a:lnTo>
                      <a:pt x="702" y="37"/>
                    </a:lnTo>
                    <a:lnTo>
                      <a:pt x="703" y="37"/>
                    </a:lnTo>
                    <a:lnTo>
                      <a:pt x="705" y="37"/>
                    </a:lnTo>
                    <a:lnTo>
                      <a:pt x="706" y="37"/>
                    </a:lnTo>
                    <a:lnTo>
                      <a:pt x="708" y="37"/>
                    </a:lnTo>
                    <a:lnTo>
                      <a:pt x="709" y="37"/>
                    </a:lnTo>
                    <a:lnTo>
                      <a:pt x="710" y="38"/>
                    </a:lnTo>
                    <a:lnTo>
                      <a:pt x="712" y="37"/>
                    </a:lnTo>
                    <a:lnTo>
                      <a:pt x="713" y="38"/>
                    </a:lnTo>
                    <a:lnTo>
                      <a:pt x="714" y="38"/>
                    </a:lnTo>
                    <a:lnTo>
                      <a:pt x="716" y="37"/>
                    </a:lnTo>
                    <a:lnTo>
                      <a:pt x="717" y="37"/>
                    </a:lnTo>
                    <a:lnTo>
                      <a:pt x="718" y="36"/>
                    </a:lnTo>
                    <a:lnTo>
                      <a:pt x="720" y="36"/>
                    </a:lnTo>
                    <a:lnTo>
                      <a:pt x="721" y="35"/>
                    </a:lnTo>
                    <a:lnTo>
                      <a:pt x="723" y="35"/>
                    </a:lnTo>
                    <a:lnTo>
                      <a:pt x="724" y="35"/>
                    </a:lnTo>
                    <a:lnTo>
                      <a:pt x="725" y="34"/>
                    </a:lnTo>
                    <a:lnTo>
                      <a:pt x="727" y="34"/>
                    </a:lnTo>
                    <a:lnTo>
                      <a:pt x="728" y="35"/>
                    </a:lnTo>
                    <a:lnTo>
                      <a:pt x="729" y="35"/>
                    </a:lnTo>
                    <a:lnTo>
                      <a:pt x="731" y="35"/>
                    </a:lnTo>
                    <a:lnTo>
                      <a:pt x="732" y="36"/>
                    </a:lnTo>
                    <a:lnTo>
                      <a:pt x="733" y="36"/>
                    </a:lnTo>
                    <a:lnTo>
                      <a:pt x="735" y="36"/>
                    </a:lnTo>
                    <a:lnTo>
                      <a:pt x="736" y="36"/>
                    </a:lnTo>
                    <a:lnTo>
                      <a:pt x="737" y="37"/>
                    </a:lnTo>
                    <a:lnTo>
                      <a:pt x="739" y="37"/>
                    </a:lnTo>
                    <a:lnTo>
                      <a:pt x="740" y="37"/>
                    </a:lnTo>
                    <a:lnTo>
                      <a:pt x="742" y="36"/>
                    </a:lnTo>
                    <a:lnTo>
                      <a:pt x="743" y="37"/>
                    </a:lnTo>
                    <a:lnTo>
                      <a:pt x="744" y="37"/>
                    </a:lnTo>
                    <a:lnTo>
                      <a:pt x="746" y="37"/>
                    </a:lnTo>
                    <a:lnTo>
                      <a:pt x="747" y="37"/>
                    </a:lnTo>
                    <a:lnTo>
                      <a:pt x="748" y="37"/>
                    </a:lnTo>
                    <a:lnTo>
                      <a:pt x="750" y="37"/>
                    </a:lnTo>
                    <a:lnTo>
                      <a:pt x="751" y="37"/>
                    </a:lnTo>
                    <a:lnTo>
                      <a:pt x="752" y="37"/>
                    </a:lnTo>
                    <a:lnTo>
                      <a:pt x="754" y="37"/>
                    </a:lnTo>
                    <a:lnTo>
                      <a:pt x="755" y="37"/>
                    </a:lnTo>
                    <a:lnTo>
                      <a:pt x="757" y="37"/>
                    </a:lnTo>
                    <a:lnTo>
                      <a:pt x="758" y="37"/>
                    </a:lnTo>
                    <a:lnTo>
                      <a:pt x="759" y="37"/>
                    </a:lnTo>
                    <a:lnTo>
                      <a:pt x="761" y="36"/>
                    </a:lnTo>
                    <a:lnTo>
                      <a:pt x="762" y="36"/>
                    </a:lnTo>
                    <a:lnTo>
                      <a:pt x="763" y="36"/>
                    </a:lnTo>
                    <a:lnTo>
                      <a:pt x="765" y="36"/>
                    </a:lnTo>
                    <a:lnTo>
                      <a:pt x="766" y="35"/>
                    </a:lnTo>
                    <a:lnTo>
                      <a:pt x="767" y="35"/>
                    </a:lnTo>
                    <a:lnTo>
                      <a:pt x="769" y="35"/>
                    </a:lnTo>
                    <a:lnTo>
                      <a:pt x="770" y="35"/>
                    </a:lnTo>
                    <a:lnTo>
                      <a:pt x="771" y="35"/>
                    </a:lnTo>
                    <a:lnTo>
                      <a:pt x="773" y="36"/>
                    </a:lnTo>
                    <a:lnTo>
                      <a:pt x="774" y="36"/>
                    </a:lnTo>
                    <a:lnTo>
                      <a:pt x="776" y="36"/>
                    </a:lnTo>
                    <a:lnTo>
                      <a:pt x="777" y="36"/>
                    </a:lnTo>
                    <a:lnTo>
                      <a:pt x="778" y="36"/>
                    </a:lnTo>
                    <a:lnTo>
                      <a:pt x="780" y="37"/>
                    </a:lnTo>
                    <a:lnTo>
                      <a:pt x="781" y="37"/>
                    </a:lnTo>
                    <a:lnTo>
                      <a:pt x="782" y="37"/>
                    </a:lnTo>
                    <a:lnTo>
                      <a:pt x="784" y="37"/>
                    </a:lnTo>
                    <a:lnTo>
                      <a:pt x="785" y="37"/>
                    </a:lnTo>
                    <a:lnTo>
                      <a:pt x="786" y="37"/>
                    </a:lnTo>
                    <a:lnTo>
                      <a:pt x="788" y="37"/>
                    </a:lnTo>
                    <a:lnTo>
                      <a:pt x="789" y="36"/>
                    </a:lnTo>
                    <a:lnTo>
                      <a:pt x="791" y="36"/>
                    </a:lnTo>
                    <a:lnTo>
                      <a:pt x="792" y="35"/>
                    </a:lnTo>
                    <a:lnTo>
                      <a:pt x="793" y="35"/>
                    </a:lnTo>
                    <a:lnTo>
                      <a:pt x="795" y="34"/>
                    </a:lnTo>
                    <a:lnTo>
                      <a:pt x="796" y="35"/>
                    </a:lnTo>
                    <a:lnTo>
                      <a:pt x="797" y="34"/>
                    </a:lnTo>
                    <a:lnTo>
                      <a:pt x="799" y="35"/>
                    </a:lnTo>
                    <a:lnTo>
                      <a:pt x="800" y="35"/>
                    </a:lnTo>
                    <a:lnTo>
                      <a:pt x="801" y="35"/>
                    </a:lnTo>
                    <a:lnTo>
                      <a:pt x="803" y="36"/>
                    </a:lnTo>
                    <a:lnTo>
                      <a:pt x="804" y="36"/>
                    </a:lnTo>
                    <a:lnTo>
                      <a:pt x="805" y="35"/>
                    </a:lnTo>
                    <a:lnTo>
                      <a:pt x="807" y="35"/>
                    </a:lnTo>
                    <a:lnTo>
                      <a:pt x="808" y="35"/>
                    </a:lnTo>
                    <a:lnTo>
                      <a:pt x="810" y="35"/>
                    </a:lnTo>
                    <a:lnTo>
                      <a:pt x="811" y="35"/>
                    </a:lnTo>
                    <a:lnTo>
                      <a:pt x="812" y="35"/>
                    </a:lnTo>
                    <a:lnTo>
                      <a:pt x="814" y="35"/>
                    </a:lnTo>
                    <a:lnTo>
                      <a:pt x="815" y="34"/>
                    </a:lnTo>
                    <a:lnTo>
                      <a:pt x="816" y="35"/>
                    </a:lnTo>
                    <a:lnTo>
                      <a:pt x="818" y="34"/>
                    </a:lnTo>
                    <a:lnTo>
                      <a:pt x="819" y="35"/>
                    </a:lnTo>
                    <a:lnTo>
                      <a:pt x="820" y="35"/>
                    </a:lnTo>
                    <a:lnTo>
                      <a:pt x="822" y="35"/>
                    </a:lnTo>
                    <a:lnTo>
                      <a:pt x="823" y="34"/>
                    </a:lnTo>
                    <a:lnTo>
                      <a:pt x="825" y="35"/>
                    </a:lnTo>
                    <a:lnTo>
                      <a:pt x="826" y="35"/>
                    </a:lnTo>
                    <a:lnTo>
                      <a:pt x="827" y="35"/>
                    </a:lnTo>
                    <a:lnTo>
                      <a:pt x="829" y="35"/>
                    </a:lnTo>
                    <a:lnTo>
                      <a:pt x="830" y="35"/>
                    </a:lnTo>
                    <a:lnTo>
                      <a:pt x="831" y="35"/>
                    </a:lnTo>
                    <a:lnTo>
                      <a:pt x="833" y="36"/>
                    </a:lnTo>
                    <a:lnTo>
                      <a:pt x="834" y="36"/>
                    </a:lnTo>
                    <a:lnTo>
                      <a:pt x="835" y="36"/>
                    </a:lnTo>
                    <a:lnTo>
                      <a:pt x="837" y="35"/>
                    </a:lnTo>
                    <a:lnTo>
                      <a:pt x="838" y="36"/>
                    </a:lnTo>
                    <a:lnTo>
                      <a:pt x="839" y="35"/>
                    </a:lnTo>
                    <a:lnTo>
                      <a:pt x="841" y="36"/>
                    </a:lnTo>
                    <a:lnTo>
                      <a:pt x="842" y="36"/>
                    </a:lnTo>
                    <a:lnTo>
                      <a:pt x="844" y="35"/>
                    </a:lnTo>
                    <a:lnTo>
                      <a:pt x="845" y="36"/>
                    </a:lnTo>
                    <a:lnTo>
                      <a:pt x="846" y="36"/>
                    </a:lnTo>
                    <a:lnTo>
                      <a:pt x="848" y="36"/>
                    </a:lnTo>
                    <a:lnTo>
                      <a:pt x="849" y="36"/>
                    </a:lnTo>
                    <a:lnTo>
                      <a:pt x="850" y="36"/>
                    </a:lnTo>
                    <a:lnTo>
                      <a:pt x="852" y="35"/>
                    </a:lnTo>
                    <a:lnTo>
                      <a:pt x="853" y="34"/>
                    </a:lnTo>
                    <a:lnTo>
                      <a:pt x="854" y="34"/>
                    </a:lnTo>
                    <a:lnTo>
                      <a:pt x="856" y="34"/>
                    </a:lnTo>
                    <a:lnTo>
                      <a:pt x="857" y="34"/>
                    </a:lnTo>
                    <a:lnTo>
                      <a:pt x="859" y="35"/>
                    </a:lnTo>
                    <a:lnTo>
                      <a:pt x="860" y="35"/>
                    </a:lnTo>
                    <a:lnTo>
                      <a:pt x="861" y="35"/>
                    </a:lnTo>
                    <a:lnTo>
                      <a:pt x="863" y="35"/>
                    </a:lnTo>
                    <a:lnTo>
                      <a:pt x="864" y="36"/>
                    </a:lnTo>
                    <a:lnTo>
                      <a:pt x="865" y="35"/>
                    </a:lnTo>
                    <a:lnTo>
                      <a:pt x="867" y="35"/>
                    </a:lnTo>
                    <a:lnTo>
                      <a:pt x="868" y="36"/>
                    </a:lnTo>
                    <a:lnTo>
                      <a:pt x="869" y="36"/>
                    </a:lnTo>
                    <a:lnTo>
                      <a:pt x="871" y="36"/>
                    </a:lnTo>
                    <a:lnTo>
                      <a:pt x="872" y="36"/>
                    </a:lnTo>
                    <a:lnTo>
                      <a:pt x="873" y="37"/>
                    </a:lnTo>
                    <a:lnTo>
                      <a:pt x="875" y="36"/>
                    </a:lnTo>
                    <a:lnTo>
                      <a:pt x="876" y="36"/>
                    </a:lnTo>
                    <a:lnTo>
                      <a:pt x="878" y="35"/>
                    </a:lnTo>
                    <a:lnTo>
                      <a:pt x="879" y="36"/>
                    </a:lnTo>
                    <a:lnTo>
                      <a:pt x="880" y="35"/>
                    </a:lnTo>
                    <a:lnTo>
                      <a:pt x="882" y="35"/>
                    </a:lnTo>
                    <a:lnTo>
                      <a:pt x="883" y="34"/>
                    </a:lnTo>
                    <a:lnTo>
                      <a:pt x="884" y="32"/>
                    </a:lnTo>
                    <a:lnTo>
                      <a:pt x="886" y="32"/>
                    </a:lnTo>
                    <a:lnTo>
                      <a:pt x="887" y="31"/>
                    </a:lnTo>
                    <a:lnTo>
                      <a:pt x="888" y="31"/>
                    </a:lnTo>
                    <a:lnTo>
                      <a:pt x="890" y="31"/>
                    </a:lnTo>
                    <a:lnTo>
                      <a:pt x="891" y="30"/>
                    </a:lnTo>
                    <a:lnTo>
                      <a:pt x="893" y="30"/>
                    </a:lnTo>
                    <a:lnTo>
                      <a:pt x="894" y="31"/>
                    </a:lnTo>
                    <a:lnTo>
                      <a:pt x="895" y="32"/>
                    </a:lnTo>
                    <a:lnTo>
                      <a:pt x="897" y="32"/>
                    </a:lnTo>
                    <a:lnTo>
                      <a:pt x="898" y="32"/>
                    </a:lnTo>
                    <a:lnTo>
                      <a:pt x="899" y="32"/>
                    </a:lnTo>
                    <a:lnTo>
                      <a:pt x="901" y="32"/>
                    </a:lnTo>
                    <a:lnTo>
                      <a:pt x="902" y="32"/>
                    </a:lnTo>
                    <a:lnTo>
                      <a:pt x="903" y="31"/>
                    </a:lnTo>
                    <a:lnTo>
                      <a:pt x="905" y="30"/>
                    </a:lnTo>
                    <a:lnTo>
                      <a:pt x="906" y="31"/>
                    </a:lnTo>
                    <a:lnTo>
                      <a:pt x="907" y="31"/>
                    </a:lnTo>
                    <a:lnTo>
                      <a:pt x="909" y="31"/>
                    </a:lnTo>
                    <a:lnTo>
                      <a:pt x="910" y="30"/>
                    </a:lnTo>
                    <a:lnTo>
                      <a:pt x="912" y="30"/>
                    </a:lnTo>
                    <a:lnTo>
                      <a:pt x="913" y="31"/>
                    </a:lnTo>
                    <a:lnTo>
                      <a:pt x="914" y="31"/>
                    </a:lnTo>
                    <a:lnTo>
                      <a:pt x="916" y="31"/>
                    </a:lnTo>
                    <a:lnTo>
                      <a:pt x="917" y="31"/>
                    </a:lnTo>
                    <a:lnTo>
                      <a:pt x="918" y="31"/>
                    </a:lnTo>
                    <a:lnTo>
                      <a:pt x="920" y="32"/>
                    </a:lnTo>
                    <a:lnTo>
                      <a:pt x="921" y="32"/>
                    </a:lnTo>
                    <a:lnTo>
                      <a:pt x="922" y="31"/>
                    </a:lnTo>
                    <a:lnTo>
                      <a:pt x="924" y="31"/>
                    </a:lnTo>
                    <a:lnTo>
                      <a:pt x="925" y="31"/>
                    </a:lnTo>
                    <a:lnTo>
                      <a:pt x="927" y="30"/>
                    </a:lnTo>
                    <a:lnTo>
                      <a:pt x="928" y="30"/>
                    </a:lnTo>
                    <a:lnTo>
                      <a:pt x="929" y="29"/>
                    </a:lnTo>
                    <a:lnTo>
                      <a:pt x="931" y="29"/>
                    </a:lnTo>
                    <a:lnTo>
                      <a:pt x="932" y="29"/>
                    </a:lnTo>
                    <a:lnTo>
                      <a:pt x="933" y="29"/>
                    </a:lnTo>
                    <a:lnTo>
                      <a:pt x="935" y="29"/>
                    </a:lnTo>
                    <a:lnTo>
                      <a:pt x="936" y="29"/>
                    </a:lnTo>
                    <a:lnTo>
                      <a:pt x="937" y="29"/>
                    </a:lnTo>
                    <a:lnTo>
                      <a:pt x="939" y="29"/>
                    </a:lnTo>
                    <a:lnTo>
                      <a:pt x="940" y="28"/>
                    </a:lnTo>
                    <a:lnTo>
                      <a:pt x="941" y="28"/>
                    </a:lnTo>
                    <a:lnTo>
                      <a:pt x="943" y="29"/>
                    </a:lnTo>
                    <a:lnTo>
                      <a:pt x="944" y="30"/>
                    </a:lnTo>
                    <a:lnTo>
                      <a:pt x="946" y="30"/>
                    </a:lnTo>
                    <a:lnTo>
                      <a:pt x="947" y="30"/>
                    </a:lnTo>
                    <a:lnTo>
                      <a:pt x="948" y="31"/>
                    </a:lnTo>
                    <a:lnTo>
                      <a:pt x="950" y="32"/>
                    </a:lnTo>
                    <a:lnTo>
                      <a:pt x="951" y="32"/>
                    </a:lnTo>
                    <a:lnTo>
                      <a:pt x="952" y="32"/>
                    </a:lnTo>
                    <a:lnTo>
                      <a:pt x="954" y="31"/>
                    </a:lnTo>
                    <a:lnTo>
                      <a:pt x="955" y="30"/>
                    </a:lnTo>
                    <a:lnTo>
                      <a:pt x="956" y="30"/>
                    </a:lnTo>
                    <a:lnTo>
                      <a:pt x="958" y="29"/>
                    </a:lnTo>
                    <a:lnTo>
                      <a:pt x="959" y="29"/>
                    </a:lnTo>
                    <a:lnTo>
                      <a:pt x="961" y="28"/>
                    </a:lnTo>
                    <a:lnTo>
                      <a:pt x="962" y="28"/>
                    </a:lnTo>
                    <a:lnTo>
                      <a:pt x="963" y="28"/>
                    </a:lnTo>
                    <a:lnTo>
                      <a:pt x="965" y="28"/>
                    </a:lnTo>
                    <a:lnTo>
                      <a:pt x="966" y="28"/>
                    </a:lnTo>
                    <a:lnTo>
                      <a:pt x="967" y="28"/>
                    </a:lnTo>
                    <a:lnTo>
                      <a:pt x="969" y="28"/>
                    </a:lnTo>
                    <a:lnTo>
                      <a:pt x="970" y="28"/>
                    </a:lnTo>
                    <a:lnTo>
                      <a:pt x="971" y="27"/>
                    </a:lnTo>
                    <a:lnTo>
                      <a:pt x="973" y="26"/>
                    </a:lnTo>
                    <a:lnTo>
                      <a:pt x="974" y="26"/>
                    </a:lnTo>
                    <a:lnTo>
                      <a:pt x="975" y="26"/>
                    </a:lnTo>
                    <a:lnTo>
                      <a:pt x="977" y="26"/>
                    </a:lnTo>
                    <a:lnTo>
                      <a:pt x="978" y="26"/>
                    </a:lnTo>
                    <a:lnTo>
                      <a:pt x="980" y="26"/>
                    </a:lnTo>
                    <a:lnTo>
                      <a:pt x="981" y="26"/>
                    </a:lnTo>
                    <a:lnTo>
                      <a:pt x="982" y="26"/>
                    </a:lnTo>
                    <a:lnTo>
                      <a:pt x="984" y="27"/>
                    </a:lnTo>
                    <a:lnTo>
                      <a:pt x="985" y="26"/>
                    </a:lnTo>
                    <a:lnTo>
                      <a:pt x="986" y="26"/>
                    </a:lnTo>
                    <a:lnTo>
                      <a:pt x="988" y="26"/>
                    </a:lnTo>
                    <a:lnTo>
                      <a:pt x="989" y="26"/>
                    </a:lnTo>
                    <a:lnTo>
                      <a:pt x="990" y="26"/>
                    </a:lnTo>
                    <a:lnTo>
                      <a:pt x="992" y="26"/>
                    </a:lnTo>
                    <a:lnTo>
                      <a:pt x="993" y="26"/>
                    </a:lnTo>
                    <a:lnTo>
                      <a:pt x="995" y="27"/>
                    </a:lnTo>
                    <a:lnTo>
                      <a:pt x="996" y="26"/>
                    </a:lnTo>
                    <a:lnTo>
                      <a:pt x="997" y="26"/>
                    </a:lnTo>
                    <a:lnTo>
                      <a:pt x="999" y="26"/>
                    </a:lnTo>
                    <a:lnTo>
                      <a:pt x="1000" y="26"/>
                    </a:lnTo>
                    <a:lnTo>
                      <a:pt x="1001" y="26"/>
                    </a:lnTo>
                    <a:lnTo>
                      <a:pt x="1003" y="25"/>
                    </a:lnTo>
                    <a:lnTo>
                      <a:pt x="1004" y="25"/>
                    </a:lnTo>
                    <a:lnTo>
                      <a:pt x="1005" y="25"/>
                    </a:lnTo>
                    <a:lnTo>
                      <a:pt x="1007" y="25"/>
                    </a:lnTo>
                    <a:lnTo>
                      <a:pt x="1008" y="26"/>
                    </a:lnTo>
                    <a:lnTo>
                      <a:pt x="1009" y="26"/>
                    </a:lnTo>
                    <a:lnTo>
                      <a:pt x="1011" y="26"/>
                    </a:lnTo>
                    <a:lnTo>
                      <a:pt x="1012" y="26"/>
                    </a:lnTo>
                    <a:lnTo>
                      <a:pt x="1014" y="25"/>
                    </a:lnTo>
                    <a:lnTo>
                      <a:pt x="1015" y="25"/>
                    </a:lnTo>
                    <a:lnTo>
                      <a:pt x="1016" y="25"/>
                    </a:lnTo>
                    <a:lnTo>
                      <a:pt x="1018" y="24"/>
                    </a:lnTo>
                    <a:lnTo>
                      <a:pt x="1019" y="24"/>
                    </a:lnTo>
                    <a:lnTo>
                      <a:pt x="1020" y="24"/>
                    </a:lnTo>
                    <a:lnTo>
                      <a:pt x="1022" y="23"/>
                    </a:lnTo>
                    <a:lnTo>
                      <a:pt x="1023" y="23"/>
                    </a:lnTo>
                    <a:lnTo>
                      <a:pt x="1024" y="23"/>
                    </a:lnTo>
                    <a:lnTo>
                      <a:pt x="1026" y="23"/>
                    </a:lnTo>
                    <a:lnTo>
                      <a:pt x="1027" y="23"/>
                    </a:lnTo>
                    <a:lnTo>
                      <a:pt x="1029" y="23"/>
                    </a:lnTo>
                    <a:lnTo>
                      <a:pt x="1030" y="23"/>
                    </a:lnTo>
                    <a:lnTo>
                      <a:pt x="1031" y="23"/>
                    </a:lnTo>
                    <a:lnTo>
                      <a:pt x="1033" y="23"/>
                    </a:lnTo>
                    <a:lnTo>
                      <a:pt x="1034" y="23"/>
                    </a:lnTo>
                    <a:lnTo>
                      <a:pt x="1035" y="23"/>
                    </a:lnTo>
                    <a:lnTo>
                      <a:pt x="1037" y="22"/>
                    </a:lnTo>
                    <a:lnTo>
                      <a:pt x="1038" y="23"/>
                    </a:lnTo>
                    <a:lnTo>
                      <a:pt x="1039" y="23"/>
                    </a:lnTo>
                    <a:lnTo>
                      <a:pt x="1041" y="23"/>
                    </a:lnTo>
                    <a:lnTo>
                      <a:pt x="1042" y="23"/>
                    </a:lnTo>
                    <a:lnTo>
                      <a:pt x="1043" y="22"/>
                    </a:lnTo>
                    <a:lnTo>
                      <a:pt x="1045" y="22"/>
                    </a:lnTo>
                    <a:lnTo>
                      <a:pt x="1046" y="21"/>
                    </a:lnTo>
                    <a:lnTo>
                      <a:pt x="1048" y="21"/>
                    </a:lnTo>
                    <a:lnTo>
                      <a:pt x="1049" y="20"/>
                    </a:lnTo>
                    <a:lnTo>
                      <a:pt x="1050" y="20"/>
                    </a:lnTo>
                    <a:lnTo>
                      <a:pt x="1052" y="20"/>
                    </a:lnTo>
                    <a:lnTo>
                      <a:pt x="1053" y="20"/>
                    </a:lnTo>
                    <a:lnTo>
                      <a:pt x="1054" y="21"/>
                    </a:lnTo>
                    <a:lnTo>
                      <a:pt x="1056" y="21"/>
                    </a:lnTo>
                    <a:lnTo>
                      <a:pt x="1057" y="21"/>
                    </a:lnTo>
                    <a:lnTo>
                      <a:pt x="1058" y="21"/>
                    </a:lnTo>
                    <a:lnTo>
                      <a:pt x="1060" y="21"/>
                    </a:lnTo>
                    <a:lnTo>
                      <a:pt x="1061" y="21"/>
                    </a:lnTo>
                    <a:lnTo>
                      <a:pt x="1063" y="22"/>
                    </a:lnTo>
                    <a:lnTo>
                      <a:pt x="1064" y="22"/>
                    </a:lnTo>
                    <a:lnTo>
                      <a:pt x="1065" y="22"/>
                    </a:lnTo>
                    <a:lnTo>
                      <a:pt x="1067" y="23"/>
                    </a:lnTo>
                    <a:lnTo>
                      <a:pt x="1068" y="24"/>
                    </a:lnTo>
                    <a:lnTo>
                      <a:pt x="1069" y="24"/>
                    </a:lnTo>
                    <a:lnTo>
                      <a:pt x="1071" y="25"/>
                    </a:lnTo>
                    <a:lnTo>
                      <a:pt x="1072" y="24"/>
                    </a:lnTo>
                    <a:lnTo>
                      <a:pt x="1073" y="24"/>
                    </a:lnTo>
                    <a:lnTo>
                      <a:pt x="1075" y="24"/>
                    </a:lnTo>
                    <a:lnTo>
                      <a:pt x="1076" y="23"/>
                    </a:lnTo>
                    <a:lnTo>
                      <a:pt x="1077" y="23"/>
                    </a:lnTo>
                    <a:lnTo>
                      <a:pt x="1079" y="22"/>
                    </a:lnTo>
                    <a:lnTo>
                      <a:pt x="1080" y="23"/>
                    </a:lnTo>
                    <a:lnTo>
                      <a:pt x="1082" y="23"/>
                    </a:lnTo>
                    <a:lnTo>
                      <a:pt x="1083" y="22"/>
                    </a:lnTo>
                    <a:lnTo>
                      <a:pt x="1084" y="22"/>
                    </a:lnTo>
                    <a:lnTo>
                      <a:pt x="1086" y="22"/>
                    </a:lnTo>
                    <a:lnTo>
                      <a:pt x="1087" y="22"/>
                    </a:lnTo>
                    <a:lnTo>
                      <a:pt x="1088" y="22"/>
                    </a:lnTo>
                    <a:lnTo>
                      <a:pt x="1090" y="22"/>
                    </a:lnTo>
                    <a:lnTo>
                      <a:pt x="1091" y="21"/>
                    </a:lnTo>
                    <a:lnTo>
                      <a:pt x="1092" y="21"/>
                    </a:lnTo>
                    <a:lnTo>
                      <a:pt x="1094" y="20"/>
                    </a:lnTo>
                    <a:lnTo>
                      <a:pt x="1095" y="20"/>
                    </a:lnTo>
                    <a:lnTo>
                      <a:pt x="1097" y="20"/>
                    </a:lnTo>
                    <a:lnTo>
                      <a:pt x="1098" y="20"/>
                    </a:lnTo>
                    <a:lnTo>
                      <a:pt x="1099" y="19"/>
                    </a:lnTo>
                    <a:lnTo>
                      <a:pt x="1101" y="19"/>
                    </a:lnTo>
                    <a:lnTo>
                      <a:pt x="1102" y="20"/>
                    </a:lnTo>
                    <a:lnTo>
                      <a:pt x="1103" y="20"/>
                    </a:lnTo>
                    <a:lnTo>
                      <a:pt x="1105" y="20"/>
                    </a:lnTo>
                    <a:lnTo>
                      <a:pt x="1106" y="19"/>
                    </a:lnTo>
                    <a:lnTo>
                      <a:pt x="1107" y="19"/>
                    </a:lnTo>
                    <a:lnTo>
                      <a:pt x="1109" y="20"/>
                    </a:lnTo>
                    <a:lnTo>
                      <a:pt x="1110" y="20"/>
                    </a:lnTo>
                    <a:lnTo>
                      <a:pt x="1111" y="20"/>
                    </a:lnTo>
                    <a:lnTo>
                      <a:pt x="1113" y="21"/>
                    </a:lnTo>
                    <a:lnTo>
                      <a:pt x="1114" y="20"/>
                    </a:lnTo>
                    <a:lnTo>
                      <a:pt x="1116" y="20"/>
                    </a:lnTo>
                    <a:lnTo>
                      <a:pt x="1117" y="21"/>
                    </a:lnTo>
                    <a:lnTo>
                      <a:pt x="1118" y="20"/>
                    </a:lnTo>
                    <a:lnTo>
                      <a:pt x="1120" y="21"/>
                    </a:lnTo>
                    <a:lnTo>
                      <a:pt x="1121" y="20"/>
                    </a:lnTo>
                    <a:lnTo>
                      <a:pt x="1122" y="22"/>
                    </a:lnTo>
                    <a:lnTo>
                      <a:pt x="1124" y="22"/>
                    </a:lnTo>
                    <a:lnTo>
                      <a:pt x="1125" y="22"/>
                    </a:lnTo>
                    <a:lnTo>
                      <a:pt x="1126" y="22"/>
                    </a:lnTo>
                    <a:lnTo>
                      <a:pt x="1128" y="22"/>
                    </a:lnTo>
                    <a:lnTo>
                      <a:pt x="1129" y="22"/>
                    </a:lnTo>
                    <a:lnTo>
                      <a:pt x="1131" y="22"/>
                    </a:lnTo>
                    <a:lnTo>
                      <a:pt x="1132" y="21"/>
                    </a:lnTo>
                    <a:lnTo>
                      <a:pt x="1133" y="21"/>
                    </a:lnTo>
                    <a:lnTo>
                      <a:pt x="1135" y="22"/>
                    </a:lnTo>
                    <a:lnTo>
                      <a:pt x="1136" y="22"/>
                    </a:lnTo>
                    <a:lnTo>
                      <a:pt x="1137" y="22"/>
                    </a:lnTo>
                    <a:lnTo>
                      <a:pt x="1139" y="22"/>
                    </a:lnTo>
                    <a:lnTo>
                      <a:pt x="1140" y="22"/>
                    </a:lnTo>
                    <a:lnTo>
                      <a:pt x="1141" y="22"/>
                    </a:lnTo>
                    <a:lnTo>
                      <a:pt x="1143" y="21"/>
                    </a:lnTo>
                    <a:lnTo>
                      <a:pt x="1144" y="22"/>
                    </a:lnTo>
                    <a:lnTo>
                      <a:pt x="1145" y="22"/>
                    </a:lnTo>
                    <a:lnTo>
                      <a:pt x="1147" y="21"/>
                    </a:lnTo>
                    <a:lnTo>
                      <a:pt x="1148" y="21"/>
                    </a:lnTo>
                    <a:lnTo>
                      <a:pt x="1150" y="21"/>
                    </a:lnTo>
                    <a:lnTo>
                      <a:pt x="1151" y="20"/>
                    </a:lnTo>
                    <a:lnTo>
                      <a:pt x="1152" y="20"/>
                    </a:lnTo>
                    <a:lnTo>
                      <a:pt x="1154" y="20"/>
                    </a:lnTo>
                    <a:lnTo>
                      <a:pt x="1155" y="20"/>
                    </a:lnTo>
                    <a:lnTo>
                      <a:pt x="1156" y="20"/>
                    </a:lnTo>
                    <a:lnTo>
                      <a:pt x="1158" y="19"/>
                    </a:lnTo>
                    <a:lnTo>
                      <a:pt x="1159" y="19"/>
                    </a:lnTo>
                    <a:lnTo>
                      <a:pt x="1160" y="18"/>
                    </a:lnTo>
                    <a:lnTo>
                      <a:pt x="1162" y="17"/>
                    </a:lnTo>
                    <a:lnTo>
                      <a:pt x="1163" y="17"/>
                    </a:lnTo>
                    <a:lnTo>
                      <a:pt x="1165" y="17"/>
                    </a:lnTo>
                    <a:lnTo>
                      <a:pt x="1166" y="17"/>
                    </a:lnTo>
                    <a:lnTo>
                      <a:pt x="1167" y="17"/>
                    </a:lnTo>
                    <a:lnTo>
                      <a:pt x="1169" y="17"/>
                    </a:lnTo>
                    <a:lnTo>
                      <a:pt x="1170" y="17"/>
                    </a:lnTo>
                    <a:lnTo>
                      <a:pt x="1171" y="18"/>
                    </a:lnTo>
                    <a:lnTo>
                      <a:pt x="1173" y="18"/>
                    </a:lnTo>
                    <a:lnTo>
                      <a:pt x="1174" y="18"/>
                    </a:lnTo>
                    <a:lnTo>
                      <a:pt x="1175" y="18"/>
                    </a:lnTo>
                    <a:lnTo>
                      <a:pt x="1177" y="19"/>
                    </a:lnTo>
                    <a:lnTo>
                      <a:pt x="1178" y="20"/>
                    </a:lnTo>
                    <a:lnTo>
                      <a:pt x="1179" y="21"/>
                    </a:lnTo>
                    <a:lnTo>
                      <a:pt x="1181" y="21"/>
                    </a:lnTo>
                    <a:lnTo>
                      <a:pt x="1182" y="21"/>
                    </a:lnTo>
                    <a:lnTo>
                      <a:pt x="1184" y="22"/>
                    </a:lnTo>
                    <a:lnTo>
                      <a:pt x="1185" y="21"/>
                    </a:lnTo>
                    <a:lnTo>
                      <a:pt x="1186" y="21"/>
                    </a:lnTo>
                    <a:lnTo>
                      <a:pt x="1188" y="21"/>
                    </a:lnTo>
                    <a:lnTo>
                      <a:pt x="1189" y="20"/>
                    </a:lnTo>
                    <a:lnTo>
                      <a:pt x="1190" y="20"/>
                    </a:lnTo>
                    <a:lnTo>
                      <a:pt x="1192" y="20"/>
                    </a:lnTo>
                    <a:lnTo>
                      <a:pt x="1193" y="21"/>
                    </a:lnTo>
                    <a:lnTo>
                      <a:pt x="1194" y="20"/>
                    </a:lnTo>
                    <a:lnTo>
                      <a:pt x="1196" y="20"/>
                    </a:lnTo>
                    <a:lnTo>
                      <a:pt x="1197" y="20"/>
                    </a:lnTo>
                    <a:lnTo>
                      <a:pt x="1199" y="20"/>
                    </a:lnTo>
                    <a:lnTo>
                      <a:pt x="1200" y="20"/>
                    </a:lnTo>
                    <a:lnTo>
                      <a:pt x="1201" y="20"/>
                    </a:lnTo>
                    <a:lnTo>
                      <a:pt x="1203" y="19"/>
                    </a:lnTo>
                    <a:lnTo>
                      <a:pt x="1204" y="19"/>
                    </a:lnTo>
                    <a:lnTo>
                      <a:pt x="1205" y="19"/>
                    </a:lnTo>
                    <a:lnTo>
                      <a:pt x="1207" y="18"/>
                    </a:lnTo>
                    <a:lnTo>
                      <a:pt x="1208" y="19"/>
                    </a:lnTo>
                    <a:lnTo>
                      <a:pt x="1209" y="19"/>
                    </a:lnTo>
                    <a:lnTo>
                      <a:pt x="1211" y="18"/>
                    </a:lnTo>
                    <a:lnTo>
                      <a:pt x="1212" y="18"/>
                    </a:lnTo>
                    <a:lnTo>
                      <a:pt x="1213" y="18"/>
                    </a:lnTo>
                    <a:lnTo>
                      <a:pt x="1215" y="17"/>
                    </a:lnTo>
                    <a:lnTo>
                      <a:pt x="1216" y="17"/>
                    </a:lnTo>
                    <a:lnTo>
                      <a:pt x="1218" y="16"/>
                    </a:lnTo>
                    <a:lnTo>
                      <a:pt x="1219" y="17"/>
                    </a:lnTo>
                    <a:lnTo>
                      <a:pt x="1220" y="17"/>
                    </a:lnTo>
                    <a:lnTo>
                      <a:pt x="1222" y="17"/>
                    </a:lnTo>
                    <a:lnTo>
                      <a:pt x="1223" y="16"/>
                    </a:lnTo>
                    <a:lnTo>
                      <a:pt x="1224" y="17"/>
                    </a:lnTo>
                    <a:lnTo>
                      <a:pt x="1226" y="17"/>
                    </a:lnTo>
                    <a:lnTo>
                      <a:pt x="1227" y="17"/>
                    </a:lnTo>
                    <a:lnTo>
                      <a:pt x="1228" y="17"/>
                    </a:lnTo>
                    <a:lnTo>
                      <a:pt x="1230" y="17"/>
                    </a:lnTo>
                    <a:lnTo>
                      <a:pt x="1231" y="17"/>
                    </a:lnTo>
                    <a:lnTo>
                      <a:pt x="1233" y="17"/>
                    </a:lnTo>
                    <a:lnTo>
                      <a:pt x="1234" y="16"/>
                    </a:lnTo>
                    <a:lnTo>
                      <a:pt x="1235" y="15"/>
                    </a:lnTo>
                    <a:lnTo>
                      <a:pt x="1237" y="14"/>
                    </a:lnTo>
                    <a:lnTo>
                      <a:pt x="1238" y="14"/>
                    </a:lnTo>
                    <a:lnTo>
                      <a:pt x="1239" y="13"/>
                    </a:lnTo>
                    <a:lnTo>
                      <a:pt x="1241" y="13"/>
                    </a:lnTo>
                    <a:lnTo>
                      <a:pt x="1242" y="13"/>
                    </a:lnTo>
                    <a:lnTo>
                      <a:pt x="1243" y="13"/>
                    </a:lnTo>
                    <a:lnTo>
                      <a:pt x="1245" y="13"/>
                    </a:lnTo>
                    <a:lnTo>
                      <a:pt x="1246" y="13"/>
                    </a:lnTo>
                    <a:lnTo>
                      <a:pt x="1247" y="14"/>
                    </a:lnTo>
                    <a:lnTo>
                      <a:pt x="1249" y="14"/>
                    </a:lnTo>
                    <a:lnTo>
                      <a:pt x="1250" y="15"/>
                    </a:lnTo>
                    <a:lnTo>
                      <a:pt x="1252" y="15"/>
                    </a:lnTo>
                    <a:lnTo>
                      <a:pt x="1253" y="15"/>
                    </a:lnTo>
                    <a:lnTo>
                      <a:pt x="1254" y="16"/>
                    </a:lnTo>
                    <a:lnTo>
                      <a:pt x="1256" y="16"/>
                    </a:lnTo>
                    <a:lnTo>
                      <a:pt x="1257" y="15"/>
                    </a:lnTo>
                    <a:lnTo>
                      <a:pt x="1258" y="15"/>
                    </a:lnTo>
                    <a:lnTo>
                      <a:pt x="1260" y="15"/>
                    </a:lnTo>
                    <a:lnTo>
                      <a:pt x="1261" y="15"/>
                    </a:lnTo>
                    <a:lnTo>
                      <a:pt x="1262" y="15"/>
                    </a:lnTo>
                    <a:lnTo>
                      <a:pt x="1264" y="15"/>
                    </a:lnTo>
                    <a:lnTo>
                      <a:pt x="1265" y="15"/>
                    </a:lnTo>
                    <a:lnTo>
                      <a:pt x="1267" y="15"/>
                    </a:lnTo>
                    <a:lnTo>
                      <a:pt x="1268" y="15"/>
                    </a:lnTo>
                    <a:lnTo>
                      <a:pt x="1269" y="14"/>
                    </a:lnTo>
                    <a:lnTo>
                      <a:pt x="1271" y="14"/>
                    </a:lnTo>
                    <a:lnTo>
                      <a:pt x="1272" y="15"/>
                    </a:lnTo>
                    <a:lnTo>
                      <a:pt x="1273" y="15"/>
                    </a:lnTo>
                    <a:lnTo>
                      <a:pt x="1275" y="15"/>
                    </a:lnTo>
                    <a:lnTo>
                      <a:pt x="1276" y="15"/>
                    </a:lnTo>
                    <a:lnTo>
                      <a:pt x="1277" y="15"/>
                    </a:lnTo>
                    <a:lnTo>
                      <a:pt x="1279" y="15"/>
                    </a:lnTo>
                    <a:lnTo>
                      <a:pt x="1280" y="15"/>
                    </a:lnTo>
                    <a:lnTo>
                      <a:pt x="1281" y="15"/>
                    </a:lnTo>
                    <a:lnTo>
                      <a:pt x="1283" y="14"/>
                    </a:lnTo>
                    <a:lnTo>
                      <a:pt x="1284" y="14"/>
                    </a:lnTo>
                    <a:lnTo>
                      <a:pt x="1286" y="15"/>
                    </a:lnTo>
                    <a:lnTo>
                      <a:pt x="1287" y="15"/>
                    </a:lnTo>
                    <a:lnTo>
                      <a:pt x="1288" y="15"/>
                    </a:lnTo>
                    <a:lnTo>
                      <a:pt x="1290" y="15"/>
                    </a:lnTo>
                    <a:lnTo>
                      <a:pt x="1291" y="15"/>
                    </a:lnTo>
                    <a:lnTo>
                      <a:pt x="1292" y="15"/>
                    </a:lnTo>
                    <a:lnTo>
                      <a:pt x="1294" y="16"/>
                    </a:lnTo>
                    <a:lnTo>
                      <a:pt x="1295" y="16"/>
                    </a:lnTo>
                    <a:lnTo>
                      <a:pt x="1296" y="15"/>
                    </a:lnTo>
                    <a:lnTo>
                      <a:pt x="1298" y="15"/>
                    </a:lnTo>
                    <a:lnTo>
                      <a:pt x="1299" y="15"/>
                    </a:lnTo>
                    <a:lnTo>
                      <a:pt x="1301" y="14"/>
                    </a:lnTo>
                    <a:lnTo>
                      <a:pt x="1302" y="14"/>
                    </a:lnTo>
                    <a:lnTo>
                      <a:pt x="1303" y="14"/>
                    </a:lnTo>
                    <a:lnTo>
                      <a:pt x="1305" y="13"/>
                    </a:lnTo>
                    <a:lnTo>
                      <a:pt x="1306" y="14"/>
                    </a:lnTo>
                    <a:lnTo>
                      <a:pt x="1307" y="14"/>
                    </a:lnTo>
                    <a:lnTo>
                      <a:pt x="1309" y="14"/>
                    </a:lnTo>
                    <a:lnTo>
                      <a:pt x="1310" y="14"/>
                    </a:lnTo>
                    <a:lnTo>
                      <a:pt x="1311" y="14"/>
                    </a:lnTo>
                    <a:lnTo>
                      <a:pt x="1313" y="14"/>
                    </a:lnTo>
                    <a:lnTo>
                      <a:pt x="1314" y="15"/>
                    </a:lnTo>
                    <a:lnTo>
                      <a:pt x="1315" y="15"/>
                    </a:lnTo>
                    <a:lnTo>
                      <a:pt x="1317" y="15"/>
                    </a:lnTo>
                    <a:lnTo>
                      <a:pt x="1318" y="15"/>
                    </a:lnTo>
                    <a:lnTo>
                      <a:pt x="1320" y="15"/>
                    </a:lnTo>
                    <a:lnTo>
                      <a:pt x="1321" y="15"/>
                    </a:lnTo>
                    <a:lnTo>
                      <a:pt x="1322" y="14"/>
                    </a:lnTo>
                    <a:lnTo>
                      <a:pt x="1324" y="14"/>
                    </a:lnTo>
                    <a:lnTo>
                      <a:pt x="1325" y="14"/>
                    </a:lnTo>
                    <a:lnTo>
                      <a:pt x="1326" y="14"/>
                    </a:lnTo>
                    <a:lnTo>
                      <a:pt x="1328" y="13"/>
                    </a:lnTo>
                    <a:lnTo>
                      <a:pt x="1329" y="13"/>
                    </a:lnTo>
                    <a:lnTo>
                      <a:pt x="1330" y="13"/>
                    </a:lnTo>
                    <a:lnTo>
                      <a:pt x="1332" y="13"/>
                    </a:lnTo>
                    <a:lnTo>
                      <a:pt x="1333" y="14"/>
                    </a:lnTo>
                    <a:lnTo>
                      <a:pt x="1335" y="13"/>
                    </a:lnTo>
                    <a:lnTo>
                      <a:pt x="1336" y="13"/>
                    </a:lnTo>
                    <a:lnTo>
                      <a:pt x="1337" y="13"/>
                    </a:lnTo>
                    <a:lnTo>
                      <a:pt x="1339" y="14"/>
                    </a:lnTo>
                    <a:lnTo>
                      <a:pt x="1340" y="15"/>
                    </a:lnTo>
                    <a:lnTo>
                      <a:pt x="1341" y="15"/>
                    </a:lnTo>
                    <a:lnTo>
                      <a:pt x="1343" y="15"/>
                    </a:lnTo>
                    <a:lnTo>
                      <a:pt x="1344" y="15"/>
                    </a:lnTo>
                    <a:lnTo>
                      <a:pt x="1345" y="15"/>
                    </a:lnTo>
                    <a:lnTo>
                      <a:pt x="1347" y="15"/>
                    </a:lnTo>
                    <a:lnTo>
                      <a:pt x="1348" y="15"/>
                    </a:lnTo>
                    <a:lnTo>
                      <a:pt x="1349" y="13"/>
                    </a:lnTo>
                    <a:lnTo>
                      <a:pt x="1351" y="13"/>
                    </a:lnTo>
                    <a:lnTo>
                      <a:pt x="1352" y="13"/>
                    </a:lnTo>
                    <a:lnTo>
                      <a:pt x="1354" y="13"/>
                    </a:lnTo>
                    <a:lnTo>
                      <a:pt x="1355" y="13"/>
                    </a:lnTo>
                    <a:lnTo>
                      <a:pt x="1356" y="14"/>
                    </a:lnTo>
                    <a:lnTo>
                      <a:pt x="1358" y="15"/>
                    </a:lnTo>
                    <a:lnTo>
                      <a:pt x="1359" y="15"/>
                    </a:lnTo>
                    <a:lnTo>
                      <a:pt x="1360" y="15"/>
                    </a:lnTo>
                    <a:lnTo>
                      <a:pt x="1362" y="14"/>
                    </a:lnTo>
                    <a:lnTo>
                      <a:pt x="1363" y="14"/>
                    </a:lnTo>
                    <a:lnTo>
                      <a:pt x="1364" y="13"/>
                    </a:lnTo>
                    <a:lnTo>
                      <a:pt x="1366" y="13"/>
                    </a:lnTo>
                    <a:lnTo>
                      <a:pt x="1367" y="12"/>
                    </a:lnTo>
                    <a:lnTo>
                      <a:pt x="1369" y="13"/>
                    </a:lnTo>
                    <a:lnTo>
                      <a:pt x="1370" y="13"/>
                    </a:lnTo>
                    <a:lnTo>
                      <a:pt x="1371" y="14"/>
                    </a:lnTo>
                    <a:lnTo>
                      <a:pt x="1373" y="14"/>
                    </a:lnTo>
                    <a:lnTo>
                      <a:pt x="1374" y="14"/>
                    </a:lnTo>
                    <a:lnTo>
                      <a:pt x="1375" y="14"/>
                    </a:lnTo>
                    <a:lnTo>
                      <a:pt x="1377" y="13"/>
                    </a:lnTo>
                    <a:lnTo>
                      <a:pt x="1378" y="13"/>
                    </a:lnTo>
                    <a:lnTo>
                      <a:pt x="1379" y="12"/>
                    </a:lnTo>
                    <a:lnTo>
                      <a:pt x="1381" y="12"/>
                    </a:lnTo>
                    <a:lnTo>
                      <a:pt x="1382" y="12"/>
                    </a:lnTo>
                    <a:lnTo>
                      <a:pt x="1383" y="12"/>
                    </a:lnTo>
                    <a:lnTo>
                      <a:pt x="1385" y="12"/>
                    </a:lnTo>
                    <a:lnTo>
                      <a:pt x="1386" y="11"/>
                    </a:lnTo>
                    <a:lnTo>
                      <a:pt x="1388" y="11"/>
                    </a:lnTo>
                    <a:lnTo>
                      <a:pt x="1389" y="12"/>
                    </a:lnTo>
                    <a:lnTo>
                      <a:pt x="1390" y="12"/>
                    </a:lnTo>
                    <a:lnTo>
                      <a:pt x="1392" y="13"/>
                    </a:lnTo>
                    <a:lnTo>
                      <a:pt x="1393" y="13"/>
                    </a:lnTo>
                    <a:lnTo>
                      <a:pt x="1394" y="13"/>
                    </a:lnTo>
                    <a:lnTo>
                      <a:pt x="1396" y="13"/>
                    </a:lnTo>
                    <a:lnTo>
                      <a:pt x="1397" y="14"/>
                    </a:lnTo>
                    <a:lnTo>
                      <a:pt x="1398" y="13"/>
                    </a:lnTo>
                    <a:lnTo>
                      <a:pt x="1400" y="12"/>
                    </a:lnTo>
                    <a:lnTo>
                      <a:pt x="1401" y="12"/>
                    </a:lnTo>
                    <a:lnTo>
                      <a:pt x="1403" y="11"/>
                    </a:lnTo>
                    <a:lnTo>
                      <a:pt x="1404" y="11"/>
                    </a:lnTo>
                    <a:lnTo>
                      <a:pt x="1405" y="11"/>
                    </a:lnTo>
                    <a:lnTo>
                      <a:pt x="1407" y="10"/>
                    </a:lnTo>
                    <a:lnTo>
                      <a:pt x="1408" y="10"/>
                    </a:lnTo>
                    <a:lnTo>
                      <a:pt x="1409" y="11"/>
                    </a:lnTo>
                    <a:lnTo>
                      <a:pt x="1411" y="11"/>
                    </a:lnTo>
                    <a:lnTo>
                      <a:pt x="1412" y="11"/>
                    </a:lnTo>
                    <a:lnTo>
                      <a:pt x="1413" y="12"/>
                    </a:lnTo>
                    <a:lnTo>
                      <a:pt x="1415" y="12"/>
                    </a:lnTo>
                    <a:lnTo>
                      <a:pt x="1416" y="13"/>
                    </a:lnTo>
                    <a:lnTo>
                      <a:pt x="1417" y="13"/>
                    </a:lnTo>
                    <a:lnTo>
                      <a:pt x="1419" y="12"/>
                    </a:lnTo>
                    <a:lnTo>
                      <a:pt x="1420" y="12"/>
                    </a:lnTo>
                    <a:lnTo>
                      <a:pt x="1422" y="12"/>
                    </a:lnTo>
                    <a:lnTo>
                      <a:pt x="1423" y="13"/>
                    </a:lnTo>
                    <a:lnTo>
                      <a:pt x="1424" y="12"/>
                    </a:lnTo>
                    <a:lnTo>
                      <a:pt x="1426" y="12"/>
                    </a:lnTo>
                    <a:lnTo>
                      <a:pt x="1427" y="12"/>
                    </a:lnTo>
                    <a:lnTo>
                      <a:pt x="1428" y="12"/>
                    </a:lnTo>
                    <a:lnTo>
                      <a:pt x="1430" y="12"/>
                    </a:lnTo>
                    <a:lnTo>
                      <a:pt x="1431" y="12"/>
                    </a:lnTo>
                    <a:lnTo>
                      <a:pt x="1432" y="11"/>
                    </a:lnTo>
                    <a:lnTo>
                      <a:pt x="1434" y="10"/>
                    </a:lnTo>
                    <a:lnTo>
                      <a:pt x="1435" y="9"/>
                    </a:lnTo>
                    <a:lnTo>
                      <a:pt x="1437" y="9"/>
                    </a:lnTo>
                    <a:lnTo>
                      <a:pt x="1438" y="9"/>
                    </a:lnTo>
                    <a:lnTo>
                      <a:pt x="1439" y="9"/>
                    </a:lnTo>
                    <a:lnTo>
                      <a:pt x="1441" y="8"/>
                    </a:lnTo>
                    <a:lnTo>
                      <a:pt x="1442" y="8"/>
                    </a:lnTo>
                  </a:path>
                </a:pathLst>
              </a:custGeom>
              <a:noFill/>
              <a:ln cap="flat" cmpd="sng" w="254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 flipH="1" rot="10800000">
                <a:off x="1077913" y="2063751"/>
                <a:ext cx="3810000" cy="819150"/>
              </a:xfrm>
              <a:custGeom>
                <a:rect b="b" l="l" r="r" t="t"/>
                <a:pathLst>
                  <a:path extrusionOk="0" h="372" w="1442">
                    <a:moveTo>
                      <a:pt x="0" y="20"/>
                    </a:moveTo>
                    <a:lnTo>
                      <a:pt x="2" y="6"/>
                    </a:lnTo>
                    <a:lnTo>
                      <a:pt x="3" y="7"/>
                    </a:lnTo>
                    <a:lnTo>
                      <a:pt x="4" y="6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9" y="6"/>
                    </a:lnTo>
                    <a:lnTo>
                      <a:pt x="10" y="6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6"/>
                    </a:lnTo>
                    <a:lnTo>
                      <a:pt x="17" y="7"/>
                    </a:lnTo>
                    <a:lnTo>
                      <a:pt x="18" y="5"/>
                    </a:lnTo>
                    <a:lnTo>
                      <a:pt x="19" y="5"/>
                    </a:lnTo>
                    <a:lnTo>
                      <a:pt x="21" y="5"/>
                    </a:lnTo>
                    <a:lnTo>
                      <a:pt x="22" y="6"/>
                    </a:lnTo>
                    <a:lnTo>
                      <a:pt x="23" y="5"/>
                    </a:lnTo>
                    <a:lnTo>
                      <a:pt x="25" y="7"/>
                    </a:lnTo>
                    <a:lnTo>
                      <a:pt x="26" y="8"/>
                    </a:lnTo>
                    <a:lnTo>
                      <a:pt x="28" y="8"/>
                    </a:lnTo>
                    <a:lnTo>
                      <a:pt x="29" y="9"/>
                    </a:lnTo>
                    <a:lnTo>
                      <a:pt x="30" y="8"/>
                    </a:lnTo>
                    <a:lnTo>
                      <a:pt x="32" y="7"/>
                    </a:lnTo>
                    <a:lnTo>
                      <a:pt x="33" y="6"/>
                    </a:lnTo>
                    <a:lnTo>
                      <a:pt x="34" y="6"/>
                    </a:lnTo>
                    <a:lnTo>
                      <a:pt x="36" y="6"/>
                    </a:lnTo>
                    <a:lnTo>
                      <a:pt x="37" y="7"/>
                    </a:lnTo>
                    <a:lnTo>
                      <a:pt x="38" y="6"/>
                    </a:lnTo>
                    <a:lnTo>
                      <a:pt x="40" y="7"/>
                    </a:lnTo>
                    <a:lnTo>
                      <a:pt x="41" y="8"/>
                    </a:lnTo>
                    <a:lnTo>
                      <a:pt x="43" y="7"/>
                    </a:lnTo>
                    <a:lnTo>
                      <a:pt x="44" y="8"/>
                    </a:lnTo>
                    <a:lnTo>
                      <a:pt x="45" y="7"/>
                    </a:lnTo>
                    <a:lnTo>
                      <a:pt x="47" y="6"/>
                    </a:lnTo>
                    <a:lnTo>
                      <a:pt x="48" y="6"/>
                    </a:lnTo>
                    <a:lnTo>
                      <a:pt x="49" y="5"/>
                    </a:lnTo>
                    <a:lnTo>
                      <a:pt x="51" y="4"/>
                    </a:lnTo>
                    <a:lnTo>
                      <a:pt x="52" y="4"/>
                    </a:lnTo>
                    <a:lnTo>
                      <a:pt x="53" y="4"/>
                    </a:lnTo>
                    <a:lnTo>
                      <a:pt x="55" y="4"/>
                    </a:lnTo>
                    <a:lnTo>
                      <a:pt x="56" y="4"/>
                    </a:lnTo>
                    <a:lnTo>
                      <a:pt x="57" y="4"/>
                    </a:lnTo>
                    <a:lnTo>
                      <a:pt x="59" y="5"/>
                    </a:lnTo>
                    <a:lnTo>
                      <a:pt x="60" y="6"/>
                    </a:lnTo>
                    <a:lnTo>
                      <a:pt x="62" y="6"/>
                    </a:lnTo>
                    <a:lnTo>
                      <a:pt x="63" y="6"/>
                    </a:lnTo>
                    <a:lnTo>
                      <a:pt x="64" y="7"/>
                    </a:lnTo>
                    <a:lnTo>
                      <a:pt x="66" y="7"/>
                    </a:lnTo>
                    <a:lnTo>
                      <a:pt x="67" y="8"/>
                    </a:lnTo>
                    <a:lnTo>
                      <a:pt x="68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4" y="8"/>
                    </a:lnTo>
                    <a:lnTo>
                      <a:pt x="75" y="8"/>
                    </a:lnTo>
                    <a:lnTo>
                      <a:pt x="77" y="7"/>
                    </a:lnTo>
                    <a:lnTo>
                      <a:pt x="78" y="7"/>
                    </a:lnTo>
                    <a:lnTo>
                      <a:pt x="79" y="8"/>
                    </a:lnTo>
                    <a:lnTo>
                      <a:pt x="81" y="9"/>
                    </a:lnTo>
                    <a:lnTo>
                      <a:pt x="82" y="9"/>
                    </a:lnTo>
                    <a:lnTo>
                      <a:pt x="83" y="10"/>
                    </a:lnTo>
                    <a:lnTo>
                      <a:pt x="85" y="10"/>
                    </a:lnTo>
                    <a:lnTo>
                      <a:pt x="86" y="11"/>
                    </a:lnTo>
                    <a:lnTo>
                      <a:pt x="87" y="10"/>
                    </a:lnTo>
                    <a:lnTo>
                      <a:pt x="89" y="10"/>
                    </a:lnTo>
                    <a:lnTo>
                      <a:pt x="90" y="9"/>
                    </a:lnTo>
                    <a:lnTo>
                      <a:pt x="91" y="9"/>
                    </a:lnTo>
                    <a:lnTo>
                      <a:pt x="93" y="9"/>
                    </a:lnTo>
                    <a:lnTo>
                      <a:pt x="94" y="9"/>
                    </a:lnTo>
                    <a:lnTo>
                      <a:pt x="96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100" y="11"/>
                    </a:lnTo>
                    <a:lnTo>
                      <a:pt x="101" y="12"/>
                    </a:lnTo>
                    <a:lnTo>
                      <a:pt x="102" y="12"/>
                    </a:lnTo>
                    <a:lnTo>
                      <a:pt x="104" y="13"/>
                    </a:lnTo>
                    <a:lnTo>
                      <a:pt x="105" y="12"/>
                    </a:lnTo>
                    <a:lnTo>
                      <a:pt x="106" y="12"/>
                    </a:lnTo>
                    <a:lnTo>
                      <a:pt x="108" y="12"/>
                    </a:lnTo>
                    <a:lnTo>
                      <a:pt x="109" y="11"/>
                    </a:lnTo>
                    <a:lnTo>
                      <a:pt x="111" y="10"/>
                    </a:lnTo>
                    <a:lnTo>
                      <a:pt x="112" y="9"/>
                    </a:lnTo>
                    <a:lnTo>
                      <a:pt x="113" y="9"/>
                    </a:lnTo>
                    <a:lnTo>
                      <a:pt x="115" y="9"/>
                    </a:lnTo>
                    <a:lnTo>
                      <a:pt x="116" y="10"/>
                    </a:lnTo>
                    <a:lnTo>
                      <a:pt x="117" y="10"/>
                    </a:lnTo>
                    <a:lnTo>
                      <a:pt x="119" y="325"/>
                    </a:lnTo>
                    <a:lnTo>
                      <a:pt x="120" y="364"/>
                    </a:lnTo>
                    <a:lnTo>
                      <a:pt x="121" y="369"/>
                    </a:lnTo>
                    <a:lnTo>
                      <a:pt x="123" y="370"/>
                    </a:lnTo>
                    <a:lnTo>
                      <a:pt x="124" y="370"/>
                    </a:lnTo>
                    <a:lnTo>
                      <a:pt x="125" y="369"/>
                    </a:lnTo>
                    <a:lnTo>
                      <a:pt x="127" y="369"/>
                    </a:lnTo>
                    <a:lnTo>
                      <a:pt x="128" y="369"/>
                    </a:lnTo>
                    <a:lnTo>
                      <a:pt x="130" y="369"/>
                    </a:lnTo>
                    <a:lnTo>
                      <a:pt x="131" y="369"/>
                    </a:lnTo>
                    <a:lnTo>
                      <a:pt x="132" y="370"/>
                    </a:lnTo>
                    <a:lnTo>
                      <a:pt x="134" y="370"/>
                    </a:lnTo>
                    <a:lnTo>
                      <a:pt x="135" y="370"/>
                    </a:lnTo>
                    <a:lnTo>
                      <a:pt x="136" y="371"/>
                    </a:lnTo>
                    <a:lnTo>
                      <a:pt x="138" y="371"/>
                    </a:lnTo>
                    <a:lnTo>
                      <a:pt x="139" y="370"/>
                    </a:lnTo>
                    <a:lnTo>
                      <a:pt x="140" y="370"/>
                    </a:lnTo>
                    <a:lnTo>
                      <a:pt x="142" y="370"/>
                    </a:lnTo>
                    <a:lnTo>
                      <a:pt x="143" y="370"/>
                    </a:lnTo>
                    <a:lnTo>
                      <a:pt x="145" y="370"/>
                    </a:lnTo>
                    <a:lnTo>
                      <a:pt x="146" y="370"/>
                    </a:lnTo>
                    <a:lnTo>
                      <a:pt x="147" y="371"/>
                    </a:lnTo>
                    <a:lnTo>
                      <a:pt x="149" y="371"/>
                    </a:lnTo>
                    <a:lnTo>
                      <a:pt x="150" y="372"/>
                    </a:lnTo>
                    <a:lnTo>
                      <a:pt x="151" y="370"/>
                    </a:lnTo>
                    <a:lnTo>
                      <a:pt x="153" y="370"/>
                    </a:lnTo>
                    <a:lnTo>
                      <a:pt x="154" y="369"/>
                    </a:lnTo>
                    <a:lnTo>
                      <a:pt x="155" y="368"/>
                    </a:lnTo>
                    <a:lnTo>
                      <a:pt x="157" y="368"/>
                    </a:lnTo>
                    <a:lnTo>
                      <a:pt x="158" y="368"/>
                    </a:lnTo>
                    <a:lnTo>
                      <a:pt x="159" y="367"/>
                    </a:lnTo>
                    <a:lnTo>
                      <a:pt x="161" y="367"/>
                    </a:lnTo>
                    <a:lnTo>
                      <a:pt x="162" y="367"/>
                    </a:lnTo>
                    <a:lnTo>
                      <a:pt x="164" y="367"/>
                    </a:lnTo>
                    <a:lnTo>
                      <a:pt x="165" y="365"/>
                    </a:lnTo>
                    <a:lnTo>
                      <a:pt x="166" y="364"/>
                    </a:lnTo>
                    <a:lnTo>
                      <a:pt x="168" y="362"/>
                    </a:lnTo>
                    <a:lnTo>
                      <a:pt x="169" y="362"/>
                    </a:lnTo>
                    <a:lnTo>
                      <a:pt x="170" y="361"/>
                    </a:lnTo>
                    <a:lnTo>
                      <a:pt x="172" y="359"/>
                    </a:lnTo>
                    <a:lnTo>
                      <a:pt x="173" y="358"/>
                    </a:lnTo>
                    <a:lnTo>
                      <a:pt x="174" y="357"/>
                    </a:lnTo>
                    <a:lnTo>
                      <a:pt x="176" y="356"/>
                    </a:lnTo>
                    <a:lnTo>
                      <a:pt x="177" y="356"/>
                    </a:lnTo>
                    <a:lnTo>
                      <a:pt x="179" y="355"/>
                    </a:lnTo>
                    <a:lnTo>
                      <a:pt x="180" y="354"/>
                    </a:lnTo>
                    <a:lnTo>
                      <a:pt x="181" y="354"/>
                    </a:lnTo>
                    <a:lnTo>
                      <a:pt x="183" y="352"/>
                    </a:lnTo>
                    <a:lnTo>
                      <a:pt x="184" y="352"/>
                    </a:lnTo>
                    <a:lnTo>
                      <a:pt x="185" y="352"/>
                    </a:lnTo>
                    <a:lnTo>
                      <a:pt x="187" y="351"/>
                    </a:lnTo>
                    <a:lnTo>
                      <a:pt x="188" y="350"/>
                    </a:lnTo>
                    <a:lnTo>
                      <a:pt x="189" y="349"/>
                    </a:lnTo>
                    <a:lnTo>
                      <a:pt x="191" y="348"/>
                    </a:lnTo>
                    <a:lnTo>
                      <a:pt x="192" y="348"/>
                    </a:lnTo>
                    <a:lnTo>
                      <a:pt x="193" y="346"/>
                    </a:lnTo>
                    <a:lnTo>
                      <a:pt x="195" y="345"/>
                    </a:lnTo>
                    <a:lnTo>
                      <a:pt x="196" y="344"/>
                    </a:lnTo>
                    <a:lnTo>
                      <a:pt x="198" y="343"/>
                    </a:lnTo>
                    <a:lnTo>
                      <a:pt x="199" y="342"/>
                    </a:lnTo>
                    <a:lnTo>
                      <a:pt x="200" y="341"/>
                    </a:lnTo>
                    <a:lnTo>
                      <a:pt x="202" y="340"/>
                    </a:lnTo>
                    <a:lnTo>
                      <a:pt x="203" y="339"/>
                    </a:lnTo>
                    <a:lnTo>
                      <a:pt x="204" y="340"/>
                    </a:lnTo>
                    <a:lnTo>
                      <a:pt x="206" y="339"/>
                    </a:lnTo>
                    <a:lnTo>
                      <a:pt x="207" y="338"/>
                    </a:lnTo>
                    <a:lnTo>
                      <a:pt x="208" y="338"/>
                    </a:lnTo>
                    <a:lnTo>
                      <a:pt x="210" y="337"/>
                    </a:lnTo>
                    <a:lnTo>
                      <a:pt x="211" y="336"/>
                    </a:lnTo>
                    <a:lnTo>
                      <a:pt x="213" y="335"/>
                    </a:lnTo>
                    <a:lnTo>
                      <a:pt x="214" y="335"/>
                    </a:lnTo>
                    <a:lnTo>
                      <a:pt x="215" y="333"/>
                    </a:lnTo>
                    <a:lnTo>
                      <a:pt x="217" y="332"/>
                    </a:lnTo>
                    <a:lnTo>
                      <a:pt x="218" y="332"/>
                    </a:lnTo>
                    <a:lnTo>
                      <a:pt x="219" y="331"/>
                    </a:lnTo>
                    <a:lnTo>
                      <a:pt x="221" y="330"/>
                    </a:lnTo>
                    <a:lnTo>
                      <a:pt x="222" y="329"/>
                    </a:lnTo>
                    <a:lnTo>
                      <a:pt x="223" y="328"/>
                    </a:lnTo>
                    <a:lnTo>
                      <a:pt x="225" y="327"/>
                    </a:lnTo>
                    <a:lnTo>
                      <a:pt x="226" y="326"/>
                    </a:lnTo>
                    <a:lnTo>
                      <a:pt x="227" y="325"/>
                    </a:lnTo>
                    <a:lnTo>
                      <a:pt x="229" y="324"/>
                    </a:lnTo>
                    <a:lnTo>
                      <a:pt x="230" y="323"/>
                    </a:lnTo>
                    <a:lnTo>
                      <a:pt x="232" y="321"/>
                    </a:lnTo>
                    <a:lnTo>
                      <a:pt x="233" y="321"/>
                    </a:lnTo>
                    <a:lnTo>
                      <a:pt x="234" y="321"/>
                    </a:lnTo>
                    <a:lnTo>
                      <a:pt x="236" y="320"/>
                    </a:lnTo>
                    <a:lnTo>
                      <a:pt x="237" y="320"/>
                    </a:lnTo>
                    <a:lnTo>
                      <a:pt x="238" y="319"/>
                    </a:lnTo>
                    <a:lnTo>
                      <a:pt x="240" y="319"/>
                    </a:lnTo>
                    <a:lnTo>
                      <a:pt x="241" y="319"/>
                    </a:lnTo>
                    <a:lnTo>
                      <a:pt x="242" y="317"/>
                    </a:lnTo>
                    <a:lnTo>
                      <a:pt x="244" y="317"/>
                    </a:lnTo>
                    <a:lnTo>
                      <a:pt x="245" y="315"/>
                    </a:lnTo>
                    <a:lnTo>
                      <a:pt x="247" y="315"/>
                    </a:lnTo>
                    <a:lnTo>
                      <a:pt x="248" y="314"/>
                    </a:lnTo>
                    <a:lnTo>
                      <a:pt x="249" y="313"/>
                    </a:lnTo>
                    <a:lnTo>
                      <a:pt x="251" y="311"/>
                    </a:lnTo>
                    <a:lnTo>
                      <a:pt x="252" y="310"/>
                    </a:lnTo>
                    <a:lnTo>
                      <a:pt x="253" y="310"/>
                    </a:lnTo>
                    <a:lnTo>
                      <a:pt x="255" y="310"/>
                    </a:lnTo>
                    <a:lnTo>
                      <a:pt x="256" y="309"/>
                    </a:lnTo>
                    <a:lnTo>
                      <a:pt x="257" y="308"/>
                    </a:lnTo>
                    <a:lnTo>
                      <a:pt x="259" y="308"/>
                    </a:lnTo>
                    <a:lnTo>
                      <a:pt x="260" y="308"/>
                    </a:lnTo>
                    <a:lnTo>
                      <a:pt x="261" y="308"/>
                    </a:lnTo>
                    <a:lnTo>
                      <a:pt x="263" y="307"/>
                    </a:lnTo>
                    <a:lnTo>
                      <a:pt x="264" y="306"/>
                    </a:lnTo>
                    <a:lnTo>
                      <a:pt x="266" y="305"/>
                    </a:lnTo>
                    <a:lnTo>
                      <a:pt x="267" y="304"/>
                    </a:lnTo>
                    <a:lnTo>
                      <a:pt x="268" y="304"/>
                    </a:lnTo>
                    <a:lnTo>
                      <a:pt x="270" y="303"/>
                    </a:lnTo>
                    <a:lnTo>
                      <a:pt x="271" y="302"/>
                    </a:lnTo>
                    <a:lnTo>
                      <a:pt x="272" y="301"/>
                    </a:lnTo>
                    <a:lnTo>
                      <a:pt x="274" y="300"/>
                    </a:lnTo>
                    <a:lnTo>
                      <a:pt x="275" y="300"/>
                    </a:lnTo>
                    <a:lnTo>
                      <a:pt x="276" y="299"/>
                    </a:lnTo>
                    <a:lnTo>
                      <a:pt x="278" y="298"/>
                    </a:lnTo>
                    <a:lnTo>
                      <a:pt x="279" y="297"/>
                    </a:lnTo>
                    <a:lnTo>
                      <a:pt x="281" y="296"/>
                    </a:lnTo>
                    <a:lnTo>
                      <a:pt x="282" y="296"/>
                    </a:lnTo>
                    <a:lnTo>
                      <a:pt x="283" y="295"/>
                    </a:lnTo>
                    <a:lnTo>
                      <a:pt x="285" y="294"/>
                    </a:lnTo>
                    <a:lnTo>
                      <a:pt x="286" y="293"/>
                    </a:lnTo>
                    <a:lnTo>
                      <a:pt x="287" y="293"/>
                    </a:lnTo>
                    <a:lnTo>
                      <a:pt x="289" y="293"/>
                    </a:lnTo>
                    <a:lnTo>
                      <a:pt x="290" y="293"/>
                    </a:lnTo>
                    <a:lnTo>
                      <a:pt x="291" y="293"/>
                    </a:lnTo>
                    <a:lnTo>
                      <a:pt x="293" y="293"/>
                    </a:lnTo>
                    <a:lnTo>
                      <a:pt x="294" y="293"/>
                    </a:lnTo>
                    <a:lnTo>
                      <a:pt x="295" y="293"/>
                    </a:lnTo>
                    <a:lnTo>
                      <a:pt x="297" y="292"/>
                    </a:lnTo>
                    <a:lnTo>
                      <a:pt x="298" y="291"/>
                    </a:lnTo>
                    <a:lnTo>
                      <a:pt x="300" y="290"/>
                    </a:lnTo>
                    <a:lnTo>
                      <a:pt x="301" y="290"/>
                    </a:lnTo>
                    <a:lnTo>
                      <a:pt x="302" y="289"/>
                    </a:lnTo>
                    <a:lnTo>
                      <a:pt x="304" y="288"/>
                    </a:lnTo>
                    <a:lnTo>
                      <a:pt x="305" y="287"/>
                    </a:lnTo>
                    <a:lnTo>
                      <a:pt x="306" y="287"/>
                    </a:lnTo>
                    <a:lnTo>
                      <a:pt x="308" y="286"/>
                    </a:lnTo>
                    <a:lnTo>
                      <a:pt x="309" y="285"/>
                    </a:lnTo>
                    <a:lnTo>
                      <a:pt x="310" y="285"/>
                    </a:lnTo>
                    <a:lnTo>
                      <a:pt x="312" y="284"/>
                    </a:lnTo>
                    <a:lnTo>
                      <a:pt x="313" y="284"/>
                    </a:lnTo>
                    <a:lnTo>
                      <a:pt x="315" y="283"/>
                    </a:lnTo>
                    <a:lnTo>
                      <a:pt x="316" y="283"/>
                    </a:lnTo>
                    <a:lnTo>
                      <a:pt x="317" y="282"/>
                    </a:lnTo>
                    <a:lnTo>
                      <a:pt x="319" y="282"/>
                    </a:lnTo>
                    <a:lnTo>
                      <a:pt x="320" y="282"/>
                    </a:lnTo>
                    <a:lnTo>
                      <a:pt x="321" y="282"/>
                    </a:lnTo>
                    <a:lnTo>
                      <a:pt x="323" y="281"/>
                    </a:lnTo>
                    <a:lnTo>
                      <a:pt x="324" y="282"/>
                    </a:lnTo>
                    <a:lnTo>
                      <a:pt x="325" y="281"/>
                    </a:lnTo>
                    <a:lnTo>
                      <a:pt x="327" y="281"/>
                    </a:lnTo>
                    <a:lnTo>
                      <a:pt x="328" y="281"/>
                    </a:lnTo>
                    <a:lnTo>
                      <a:pt x="329" y="280"/>
                    </a:lnTo>
                    <a:lnTo>
                      <a:pt x="331" y="280"/>
                    </a:lnTo>
                    <a:lnTo>
                      <a:pt x="332" y="279"/>
                    </a:lnTo>
                    <a:lnTo>
                      <a:pt x="334" y="279"/>
                    </a:lnTo>
                    <a:lnTo>
                      <a:pt x="335" y="279"/>
                    </a:lnTo>
                    <a:lnTo>
                      <a:pt x="336" y="278"/>
                    </a:lnTo>
                    <a:lnTo>
                      <a:pt x="338" y="278"/>
                    </a:lnTo>
                    <a:lnTo>
                      <a:pt x="339" y="278"/>
                    </a:lnTo>
                    <a:lnTo>
                      <a:pt x="340" y="276"/>
                    </a:lnTo>
                    <a:lnTo>
                      <a:pt x="342" y="277"/>
                    </a:lnTo>
                    <a:lnTo>
                      <a:pt x="343" y="276"/>
                    </a:lnTo>
                    <a:lnTo>
                      <a:pt x="344" y="277"/>
                    </a:lnTo>
                    <a:lnTo>
                      <a:pt x="346" y="278"/>
                    </a:lnTo>
                    <a:lnTo>
                      <a:pt x="347" y="278"/>
                    </a:lnTo>
                    <a:lnTo>
                      <a:pt x="349" y="277"/>
                    </a:lnTo>
                    <a:lnTo>
                      <a:pt x="350" y="277"/>
                    </a:lnTo>
                    <a:lnTo>
                      <a:pt x="351" y="277"/>
                    </a:lnTo>
                    <a:lnTo>
                      <a:pt x="353" y="277"/>
                    </a:lnTo>
                    <a:lnTo>
                      <a:pt x="354" y="276"/>
                    </a:lnTo>
                    <a:lnTo>
                      <a:pt x="355" y="276"/>
                    </a:lnTo>
                    <a:lnTo>
                      <a:pt x="357" y="275"/>
                    </a:lnTo>
                    <a:lnTo>
                      <a:pt x="358" y="276"/>
                    </a:lnTo>
                    <a:lnTo>
                      <a:pt x="359" y="275"/>
                    </a:lnTo>
                    <a:lnTo>
                      <a:pt x="361" y="276"/>
                    </a:lnTo>
                    <a:lnTo>
                      <a:pt x="362" y="275"/>
                    </a:lnTo>
                    <a:lnTo>
                      <a:pt x="363" y="276"/>
                    </a:lnTo>
                    <a:lnTo>
                      <a:pt x="365" y="277"/>
                    </a:lnTo>
                    <a:lnTo>
                      <a:pt x="366" y="277"/>
                    </a:lnTo>
                    <a:lnTo>
                      <a:pt x="368" y="277"/>
                    </a:lnTo>
                    <a:lnTo>
                      <a:pt x="369" y="278"/>
                    </a:lnTo>
                    <a:lnTo>
                      <a:pt x="370" y="278"/>
                    </a:lnTo>
                    <a:lnTo>
                      <a:pt x="372" y="278"/>
                    </a:lnTo>
                    <a:lnTo>
                      <a:pt x="373" y="278"/>
                    </a:lnTo>
                    <a:lnTo>
                      <a:pt x="374" y="277"/>
                    </a:lnTo>
                    <a:lnTo>
                      <a:pt x="376" y="277"/>
                    </a:lnTo>
                    <a:lnTo>
                      <a:pt x="377" y="277"/>
                    </a:lnTo>
                    <a:lnTo>
                      <a:pt x="378" y="278"/>
                    </a:lnTo>
                    <a:lnTo>
                      <a:pt x="380" y="278"/>
                    </a:lnTo>
                    <a:lnTo>
                      <a:pt x="381" y="278"/>
                    </a:lnTo>
                    <a:lnTo>
                      <a:pt x="383" y="278"/>
                    </a:lnTo>
                    <a:lnTo>
                      <a:pt x="384" y="278"/>
                    </a:lnTo>
                    <a:lnTo>
                      <a:pt x="385" y="279"/>
                    </a:lnTo>
                    <a:lnTo>
                      <a:pt x="387" y="278"/>
                    </a:lnTo>
                    <a:lnTo>
                      <a:pt x="388" y="278"/>
                    </a:lnTo>
                    <a:lnTo>
                      <a:pt x="389" y="278"/>
                    </a:lnTo>
                    <a:lnTo>
                      <a:pt x="391" y="278"/>
                    </a:lnTo>
                    <a:lnTo>
                      <a:pt x="392" y="278"/>
                    </a:lnTo>
                    <a:lnTo>
                      <a:pt x="393" y="278"/>
                    </a:lnTo>
                    <a:lnTo>
                      <a:pt x="395" y="278"/>
                    </a:lnTo>
                    <a:lnTo>
                      <a:pt x="396" y="278"/>
                    </a:lnTo>
                    <a:lnTo>
                      <a:pt x="397" y="279"/>
                    </a:lnTo>
                    <a:lnTo>
                      <a:pt x="399" y="279"/>
                    </a:lnTo>
                    <a:lnTo>
                      <a:pt x="400" y="279"/>
                    </a:lnTo>
                    <a:lnTo>
                      <a:pt x="402" y="280"/>
                    </a:lnTo>
                    <a:lnTo>
                      <a:pt x="403" y="280"/>
                    </a:lnTo>
                    <a:lnTo>
                      <a:pt x="404" y="281"/>
                    </a:lnTo>
                    <a:lnTo>
                      <a:pt x="406" y="281"/>
                    </a:lnTo>
                    <a:lnTo>
                      <a:pt x="407" y="281"/>
                    </a:lnTo>
                    <a:lnTo>
                      <a:pt x="408" y="281"/>
                    </a:lnTo>
                    <a:lnTo>
                      <a:pt x="410" y="281"/>
                    </a:lnTo>
                    <a:lnTo>
                      <a:pt x="411" y="282"/>
                    </a:lnTo>
                    <a:lnTo>
                      <a:pt x="412" y="282"/>
                    </a:lnTo>
                    <a:lnTo>
                      <a:pt x="414" y="282"/>
                    </a:lnTo>
                    <a:lnTo>
                      <a:pt x="415" y="283"/>
                    </a:lnTo>
                    <a:lnTo>
                      <a:pt x="417" y="284"/>
                    </a:lnTo>
                    <a:lnTo>
                      <a:pt x="418" y="283"/>
                    </a:lnTo>
                    <a:lnTo>
                      <a:pt x="419" y="284"/>
                    </a:lnTo>
                    <a:lnTo>
                      <a:pt x="421" y="284"/>
                    </a:lnTo>
                    <a:lnTo>
                      <a:pt x="422" y="284"/>
                    </a:lnTo>
                    <a:lnTo>
                      <a:pt x="423" y="284"/>
                    </a:lnTo>
                    <a:lnTo>
                      <a:pt x="425" y="76"/>
                    </a:lnTo>
                    <a:lnTo>
                      <a:pt x="426" y="74"/>
                    </a:lnTo>
                    <a:lnTo>
                      <a:pt x="427" y="72"/>
                    </a:lnTo>
                    <a:lnTo>
                      <a:pt x="429" y="73"/>
                    </a:lnTo>
                    <a:lnTo>
                      <a:pt x="430" y="74"/>
                    </a:lnTo>
                    <a:lnTo>
                      <a:pt x="431" y="74"/>
                    </a:lnTo>
                    <a:lnTo>
                      <a:pt x="433" y="74"/>
                    </a:lnTo>
                    <a:lnTo>
                      <a:pt x="434" y="74"/>
                    </a:lnTo>
                    <a:lnTo>
                      <a:pt x="436" y="73"/>
                    </a:lnTo>
                    <a:lnTo>
                      <a:pt x="437" y="73"/>
                    </a:lnTo>
                    <a:lnTo>
                      <a:pt x="438" y="72"/>
                    </a:lnTo>
                    <a:lnTo>
                      <a:pt x="440" y="71"/>
                    </a:lnTo>
                    <a:lnTo>
                      <a:pt x="441" y="70"/>
                    </a:lnTo>
                    <a:lnTo>
                      <a:pt x="442" y="69"/>
                    </a:lnTo>
                    <a:lnTo>
                      <a:pt x="444" y="69"/>
                    </a:lnTo>
                    <a:lnTo>
                      <a:pt x="445" y="69"/>
                    </a:lnTo>
                    <a:lnTo>
                      <a:pt x="446" y="70"/>
                    </a:lnTo>
                    <a:lnTo>
                      <a:pt x="448" y="70"/>
                    </a:lnTo>
                    <a:lnTo>
                      <a:pt x="449" y="70"/>
                    </a:lnTo>
                    <a:lnTo>
                      <a:pt x="451" y="71"/>
                    </a:lnTo>
                    <a:lnTo>
                      <a:pt x="452" y="71"/>
                    </a:lnTo>
                    <a:lnTo>
                      <a:pt x="453" y="71"/>
                    </a:lnTo>
                    <a:lnTo>
                      <a:pt x="455" y="71"/>
                    </a:lnTo>
                    <a:lnTo>
                      <a:pt x="456" y="70"/>
                    </a:lnTo>
                    <a:lnTo>
                      <a:pt x="457" y="71"/>
                    </a:lnTo>
                    <a:lnTo>
                      <a:pt x="459" y="72"/>
                    </a:lnTo>
                    <a:lnTo>
                      <a:pt x="460" y="72"/>
                    </a:lnTo>
                    <a:lnTo>
                      <a:pt x="461" y="72"/>
                    </a:lnTo>
                    <a:lnTo>
                      <a:pt x="463" y="71"/>
                    </a:lnTo>
                    <a:lnTo>
                      <a:pt x="464" y="73"/>
                    </a:lnTo>
                    <a:lnTo>
                      <a:pt x="465" y="72"/>
                    </a:lnTo>
                    <a:lnTo>
                      <a:pt x="467" y="72"/>
                    </a:lnTo>
                    <a:lnTo>
                      <a:pt x="468" y="71"/>
                    </a:lnTo>
                    <a:lnTo>
                      <a:pt x="470" y="71"/>
                    </a:lnTo>
                    <a:lnTo>
                      <a:pt x="471" y="70"/>
                    </a:lnTo>
                    <a:lnTo>
                      <a:pt x="472" y="70"/>
                    </a:lnTo>
                    <a:lnTo>
                      <a:pt x="474" y="70"/>
                    </a:lnTo>
                    <a:lnTo>
                      <a:pt x="475" y="70"/>
                    </a:lnTo>
                    <a:lnTo>
                      <a:pt x="476" y="69"/>
                    </a:lnTo>
                    <a:lnTo>
                      <a:pt x="478" y="69"/>
                    </a:lnTo>
                    <a:lnTo>
                      <a:pt x="479" y="69"/>
                    </a:lnTo>
                    <a:lnTo>
                      <a:pt x="480" y="69"/>
                    </a:lnTo>
                    <a:lnTo>
                      <a:pt x="482" y="68"/>
                    </a:lnTo>
                    <a:lnTo>
                      <a:pt x="483" y="66"/>
                    </a:lnTo>
                    <a:lnTo>
                      <a:pt x="485" y="67"/>
                    </a:lnTo>
                    <a:lnTo>
                      <a:pt x="486" y="66"/>
                    </a:lnTo>
                    <a:lnTo>
                      <a:pt x="487" y="66"/>
                    </a:lnTo>
                    <a:lnTo>
                      <a:pt x="489" y="66"/>
                    </a:lnTo>
                    <a:lnTo>
                      <a:pt x="490" y="66"/>
                    </a:lnTo>
                    <a:lnTo>
                      <a:pt x="491" y="65"/>
                    </a:lnTo>
                    <a:lnTo>
                      <a:pt x="493" y="65"/>
                    </a:lnTo>
                    <a:lnTo>
                      <a:pt x="494" y="65"/>
                    </a:lnTo>
                    <a:lnTo>
                      <a:pt x="495" y="65"/>
                    </a:lnTo>
                    <a:lnTo>
                      <a:pt x="497" y="64"/>
                    </a:lnTo>
                    <a:lnTo>
                      <a:pt x="498" y="63"/>
                    </a:lnTo>
                    <a:lnTo>
                      <a:pt x="499" y="63"/>
                    </a:lnTo>
                    <a:lnTo>
                      <a:pt x="501" y="63"/>
                    </a:lnTo>
                    <a:lnTo>
                      <a:pt x="502" y="62"/>
                    </a:lnTo>
                    <a:lnTo>
                      <a:pt x="504" y="63"/>
                    </a:lnTo>
                    <a:lnTo>
                      <a:pt x="505" y="63"/>
                    </a:lnTo>
                    <a:lnTo>
                      <a:pt x="506" y="64"/>
                    </a:lnTo>
                    <a:lnTo>
                      <a:pt x="508" y="64"/>
                    </a:lnTo>
                    <a:lnTo>
                      <a:pt x="509" y="65"/>
                    </a:lnTo>
                    <a:lnTo>
                      <a:pt x="510" y="64"/>
                    </a:lnTo>
                    <a:lnTo>
                      <a:pt x="512" y="64"/>
                    </a:lnTo>
                    <a:lnTo>
                      <a:pt x="513" y="64"/>
                    </a:lnTo>
                    <a:lnTo>
                      <a:pt x="514" y="62"/>
                    </a:lnTo>
                    <a:lnTo>
                      <a:pt x="516" y="63"/>
                    </a:lnTo>
                    <a:lnTo>
                      <a:pt x="517" y="63"/>
                    </a:lnTo>
                    <a:lnTo>
                      <a:pt x="519" y="63"/>
                    </a:lnTo>
                    <a:lnTo>
                      <a:pt x="520" y="64"/>
                    </a:lnTo>
                    <a:lnTo>
                      <a:pt x="521" y="64"/>
                    </a:lnTo>
                    <a:lnTo>
                      <a:pt x="523" y="64"/>
                    </a:lnTo>
                    <a:lnTo>
                      <a:pt x="524" y="64"/>
                    </a:lnTo>
                    <a:lnTo>
                      <a:pt x="525" y="63"/>
                    </a:lnTo>
                    <a:lnTo>
                      <a:pt x="527" y="62"/>
                    </a:lnTo>
                    <a:lnTo>
                      <a:pt x="528" y="62"/>
                    </a:lnTo>
                    <a:lnTo>
                      <a:pt x="529" y="62"/>
                    </a:lnTo>
                    <a:lnTo>
                      <a:pt x="531" y="61"/>
                    </a:lnTo>
                    <a:lnTo>
                      <a:pt x="532" y="62"/>
                    </a:lnTo>
                    <a:lnTo>
                      <a:pt x="533" y="62"/>
                    </a:lnTo>
                    <a:lnTo>
                      <a:pt x="535" y="62"/>
                    </a:lnTo>
                    <a:lnTo>
                      <a:pt x="536" y="63"/>
                    </a:lnTo>
                    <a:lnTo>
                      <a:pt x="538" y="63"/>
                    </a:lnTo>
                    <a:lnTo>
                      <a:pt x="539" y="64"/>
                    </a:lnTo>
                    <a:lnTo>
                      <a:pt x="540" y="64"/>
                    </a:lnTo>
                    <a:lnTo>
                      <a:pt x="542" y="64"/>
                    </a:lnTo>
                    <a:lnTo>
                      <a:pt x="543" y="63"/>
                    </a:lnTo>
                    <a:lnTo>
                      <a:pt x="544" y="64"/>
                    </a:lnTo>
                    <a:lnTo>
                      <a:pt x="546" y="64"/>
                    </a:lnTo>
                    <a:lnTo>
                      <a:pt x="547" y="65"/>
                    </a:lnTo>
                    <a:lnTo>
                      <a:pt x="548" y="65"/>
                    </a:lnTo>
                    <a:lnTo>
                      <a:pt x="550" y="65"/>
                    </a:lnTo>
                    <a:lnTo>
                      <a:pt x="551" y="65"/>
                    </a:lnTo>
                    <a:lnTo>
                      <a:pt x="553" y="65"/>
                    </a:lnTo>
                    <a:lnTo>
                      <a:pt x="554" y="66"/>
                    </a:lnTo>
                    <a:lnTo>
                      <a:pt x="555" y="66"/>
                    </a:lnTo>
                    <a:lnTo>
                      <a:pt x="557" y="65"/>
                    </a:lnTo>
                    <a:lnTo>
                      <a:pt x="558" y="66"/>
                    </a:lnTo>
                    <a:lnTo>
                      <a:pt x="559" y="65"/>
                    </a:lnTo>
                    <a:lnTo>
                      <a:pt x="561" y="65"/>
                    </a:lnTo>
                    <a:lnTo>
                      <a:pt x="562" y="65"/>
                    </a:lnTo>
                    <a:lnTo>
                      <a:pt x="563" y="64"/>
                    </a:lnTo>
                    <a:lnTo>
                      <a:pt x="565" y="64"/>
                    </a:lnTo>
                    <a:lnTo>
                      <a:pt x="566" y="64"/>
                    </a:lnTo>
                    <a:lnTo>
                      <a:pt x="567" y="64"/>
                    </a:lnTo>
                    <a:lnTo>
                      <a:pt x="569" y="64"/>
                    </a:lnTo>
                    <a:lnTo>
                      <a:pt x="570" y="64"/>
                    </a:lnTo>
                    <a:lnTo>
                      <a:pt x="572" y="65"/>
                    </a:lnTo>
                    <a:lnTo>
                      <a:pt x="573" y="65"/>
                    </a:lnTo>
                    <a:lnTo>
                      <a:pt x="574" y="65"/>
                    </a:lnTo>
                    <a:lnTo>
                      <a:pt x="576" y="64"/>
                    </a:lnTo>
                    <a:lnTo>
                      <a:pt x="577" y="63"/>
                    </a:lnTo>
                    <a:lnTo>
                      <a:pt x="578" y="63"/>
                    </a:lnTo>
                    <a:lnTo>
                      <a:pt x="580" y="63"/>
                    </a:lnTo>
                    <a:lnTo>
                      <a:pt x="581" y="62"/>
                    </a:lnTo>
                    <a:lnTo>
                      <a:pt x="582" y="61"/>
                    </a:lnTo>
                    <a:lnTo>
                      <a:pt x="584" y="60"/>
                    </a:lnTo>
                    <a:lnTo>
                      <a:pt x="585" y="61"/>
                    </a:lnTo>
                    <a:lnTo>
                      <a:pt x="587" y="61"/>
                    </a:lnTo>
                    <a:lnTo>
                      <a:pt x="588" y="61"/>
                    </a:lnTo>
                    <a:lnTo>
                      <a:pt x="589" y="61"/>
                    </a:lnTo>
                    <a:lnTo>
                      <a:pt x="591" y="61"/>
                    </a:lnTo>
                    <a:lnTo>
                      <a:pt x="592" y="61"/>
                    </a:lnTo>
                    <a:lnTo>
                      <a:pt x="593" y="61"/>
                    </a:lnTo>
                    <a:lnTo>
                      <a:pt x="595" y="60"/>
                    </a:lnTo>
                    <a:lnTo>
                      <a:pt x="596" y="60"/>
                    </a:lnTo>
                    <a:lnTo>
                      <a:pt x="597" y="59"/>
                    </a:lnTo>
                    <a:lnTo>
                      <a:pt x="599" y="58"/>
                    </a:lnTo>
                    <a:lnTo>
                      <a:pt x="600" y="58"/>
                    </a:lnTo>
                    <a:lnTo>
                      <a:pt x="601" y="59"/>
                    </a:lnTo>
                    <a:lnTo>
                      <a:pt x="603" y="58"/>
                    </a:lnTo>
                    <a:lnTo>
                      <a:pt x="604" y="58"/>
                    </a:lnTo>
                    <a:lnTo>
                      <a:pt x="606" y="58"/>
                    </a:lnTo>
                    <a:lnTo>
                      <a:pt x="607" y="58"/>
                    </a:lnTo>
                    <a:lnTo>
                      <a:pt x="608" y="58"/>
                    </a:lnTo>
                    <a:lnTo>
                      <a:pt x="610" y="58"/>
                    </a:lnTo>
                    <a:lnTo>
                      <a:pt x="611" y="58"/>
                    </a:lnTo>
                    <a:lnTo>
                      <a:pt x="612" y="58"/>
                    </a:lnTo>
                    <a:lnTo>
                      <a:pt x="614" y="58"/>
                    </a:lnTo>
                    <a:lnTo>
                      <a:pt x="615" y="59"/>
                    </a:lnTo>
                    <a:lnTo>
                      <a:pt x="616" y="58"/>
                    </a:lnTo>
                    <a:lnTo>
                      <a:pt x="618" y="58"/>
                    </a:lnTo>
                    <a:lnTo>
                      <a:pt x="619" y="58"/>
                    </a:lnTo>
                    <a:lnTo>
                      <a:pt x="621" y="59"/>
                    </a:lnTo>
                    <a:lnTo>
                      <a:pt x="622" y="59"/>
                    </a:lnTo>
                    <a:lnTo>
                      <a:pt x="623" y="59"/>
                    </a:lnTo>
                    <a:lnTo>
                      <a:pt x="625" y="58"/>
                    </a:lnTo>
                    <a:lnTo>
                      <a:pt x="626" y="59"/>
                    </a:lnTo>
                    <a:lnTo>
                      <a:pt x="627" y="58"/>
                    </a:lnTo>
                    <a:lnTo>
                      <a:pt x="629" y="59"/>
                    </a:lnTo>
                    <a:lnTo>
                      <a:pt x="630" y="60"/>
                    </a:lnTo>
                    <a:lnTo>
                      <a:pt x="631" y="60"/>
                    </a:lnTo>
                    <a:lnTo>
                      <a:pt x="633" y="61"/>
                    </a:lnTo>
                    <a:lnTo>
                      <a:pt x="634" y="62"/>
                    </a:lnTo>
                    <a:lnTo>
                      <a:pt x="635" y="62"/>
                    </a:lnTo>
                    <a:lnTo>
                      <a:pt x="637" y="62"/>
                    </a:lnTo>
                    <a:lnTo>
                      <a:pt x="638" y="62"/>
                    </a:lnTo>
                    <a:lnTo>
                      <a:pt x="640" y="61"/>
                    </a:lnTo>
                    <a:lnTo>
                      <a:pt x="641" y="62"/>
                    </a:lnTo>
                    <a:lnTo>
                      <a:pt x="642" y="61"/>
                    </a:lnTo>
                    <a:lnTo>
                      <a:pt x="644" y="61"/>
                    </a:lnTo>
                    <a:lnTo>
                      <a:pt x="645" y="61"/>
                    </a:lnTo>
                    <a:lnTo>
                      <a:pt x="646" y="62"/>
                    </a:lnTo>
                    <a:lnTo>
                      <a:pt x="648" y="61"/>
                    </a:lnTo>
                    <a:lnTo>
                      <a:pt x="649" y="61"/>
                    </a:lnTo>
                    <a:lnTo>
                      <a:pt x="650" y="62"/>
                    </a:lnTo>
                    <a:lnTo>
                      <a:pt x="652" y="62"/>
                    </a:lnTo>
                    <a:lnTo>
                      <a:pt x="653" y="62"/>
                    </a:lnTo>
                    <a:lnTo>
                      <a:pt x="655" y="61"/>
                    </a:lnTo>
                    <a:lnTo>
                      <a:pt x="656" y="60"/>
                    </a:lnTo>
                    <a:lnTo>
                      <a:pt x="657" y="60"/>
                    </a:lnTo>
                    <a:lnTo>
                      <a:pt x="659" y="60"/>
                    </a:lnTo>
                    <a:lnTo>
                      <a:pt x="660" y="59"/>
                    </a:lnTo>
                    <a:lnTo>
                      <a:pt x="661" y="59"/>
                    </a:lnTo>
                    <a:lnTo>
                      <a:pt x="663" y="59"/>
                    </a:lnTo>
                    <a:lnTo>
                      <a:pt x="664" y="59"/>
                    </a:lnTo>
                    <a:lnTo>
                      <a:pt x="665" y="59"/>
                    </a:lnTo>
                    <a:lnTo>
                      <a:pt x="667" y="59"/>
                    </a:lnTo>
                    <a:lnTo>
                      <a:pt x="668" y="59"/>
                    </a:lnTo>
                    <a:lnTo>
                      <a:pt x="669" y="59"/>
                    </a:lnTo>
                    <a:lnTo>
                      <a:pt x="671" y="58"/>
                    </a:lnTo>
                    <a:lnTo>
                      <a:pt x="672" y="58"/>
                    </a:lnTo>
                    <a:lnTo>
                      <a:pt x="674" y="58"/>
                    </a:lnTo>
                    <a:lnTo>
                      <a:pt x="675" y="57"/>
                    </a:lnTo>
                    <a:lnTo>
                      <a:pt x="676" y="57"/>
                    </a:lnTo>
                    <a:lnTo>
                      <a:pt x="678" y="56"/>
                    </a:lnTo>
                    <a:lnTo>
                      <a:pt x="679" y="56"/>
                    </a:lnTo>
                    <a:lnTo>
                      <a:pt x="680" y="56"/>
                    </a:lnTo>
                    <a:lnTo>
                      <a:pt x="682" y="56"/>
                    </a:lnTo>
                    <a:lnTo>
                      <a:pt x="683" y="56"/>
                    </a:lnTo>
                    <a:lnTo>
                      <a:pt x="684" y="56"/>
                    </a:lnTo>
                    <a:lnTo>
                      <a:pt x="686" y="56"/>
                    </a:lnTo>
                    <a:lnTo>
                      <a:pt x="687" y="57"/>
                    </a:lnTo>
                    <a:lnTo>
                      <a:pt x="689" y="57"/>
                    </a:lnTo>
                    <a:lnTo>
                      <a:pt x="690" y="57"/>
                    </a:lnTo>
                    <a:lnTo>
                      <a:pt x="691" y="57"/>
                    </a:lnTo>
                    <a:lnTo>
                      <a:pt x="693" y="58"/>
                    </a:lnTo>
                    <a:lnTo>
                      <a:pt x="694" y="58"/>
                    </a:lnTo>
                    <a:lnTo>
                      <a:pt x="695" y="59"/>
                    </a:lnTo>
                    <a:lnTo>
                      <a:pt x="697" y="59"/>
                    </a:lnTo>
                    <a:lnTo>
                      <a:pt x="698" y="61"/>
                    </a:lnTo>
                    <a:lnTo>
                      <a:pt x="699" y="60"/>
                    </a:lnTo>
                    <a:lnTo>
                      <a:pt x="701" y="60"/>
                    </a:lnTo>
                    <a:lnTo>
                      <a:pt x="702" y="60"/>
                    </a:lnTo>
                    <a:lnTo>
                      <a:pt x="703" y="59"/>
                    </a:lnTo>
                    <a:lnTo>
                      <a:pt x="705" y="60"/>
                    </a:lnTo>
                    <a:lnTo>
                      <a:pt x="706" y="59"/>
                    </a:lnTo>
                    <a:lnTo>
                      <a:pt x="708" y="58"/>
                    </a:lnTo>
                    <a:lnTo>
                      <a:pt x="709" y="58"/>
                    </a:lnTo>
                    <a:lnTo>
                      <a:pt x="710" y="58"/>
                    </a:lnTo>
                    <a:lnTo>
                      <a:pt x="712" y="57"/>
                    </a:lnTo>
                    <a:lnTo>
                      <a:pt x="713" y="57"/>
                    </a:lnTo>
                    <a:lnTo>
                      <a:pt x="714" y="57"/>
                    </a:lnTo>
                    <a:lnTo>
                      <a:pt x="716" y="57"/>
                    </a:lnTo>
                    <a:lnTo>
                      <a:pt x="717" y="56"/>
                    </a:lnTo>
                    <a:lnTo>
                      <a:pt x="718" y="55"/>
                    </a:lnTo>
                    <a:lnTo>
                      <a:pt x="720" y="55"/>
                    </a:lnTo>
                    <a:lnTo>
                      <a:pt x="721" y="54"/>
                    </a:lnTo>
                    <a:lnTo>
                      <a:pt x="723" y="54"/>
                    </a:lnTo>
                    <a:lnTo>
                      <a:pt x="724" y="54"/>
                    </a:lnTo>
                    <a:lnTo>
                      <a:pt x="725" y="54"/>
                    </a:lnTo>
                    <a:lnTo>
                      <a:pt x="727" y="55"/>
                    </a:lnTo>
                    <a:lnTo>
                      <a:pt x="728" y="55"/>
                    </a:lnTo>
                    <a:lnTo>
                      <a:pt x="729" y="55"/>
                    </a:lnTo>
                    <a:lnTo>
                      <a:pt x="731" y="56"/>
                    </a:lnTo>
                    <a:lnTo>
                      <a:pt x="732" y="56"/>
                    </a:lnTo>
                    <a:lnTo>
                      <a:pt x="733" y="57"/>
                    </a:lnTo>
                    <a:lnTo>
                      <a:pt x="735" y="57"/>
                    </a:lnTo>
                    <a:lnTo>
                      <a:pt x="736" y="57"/>
                    </a:lnTo>
                    <a:lnTo>
                      <a:pt x="737" y="57"/>
                    </a:lnTo>
                    <a:lnTo>
                      <a:pt x="739" y="58"/>
                    </a:lnTo>
                    <a:lnTo>
                      <a:pt x="740" y="58"/>
                    </a:lnTo>
                    <a:lnTo>
                      <a:pt x="742" y="57"/>
                    </a:lnTo>
                    <a:lnTo>
                      <a:pt x="743" y="57"/>
                    </a:lnTo>
                    <a:lnTo>
                      <a:pt x="744" y="57"/>
                    </a:lnTo>
                    <a:lnTo>
                      <a:pt x="746" y="56"/>
                    </a:lnTo>
                    <a:lnTo>
                      <a:pt x="747" y="56"/>
                    </a:lnTo>
                    <a:lnTo>
                      <a:pt x="748" y="56"/>
                    </a:lnTo>
                    <a:lnTo>
                      <a:pt x="750" y="56"/>
                    </a:lnTo>
                    <a:lnTo>
                      <a:pt x="751" y="56"/>
                    </a:lnTo>
                    <a:lnTo>
                      <a:pt x="752" y="55"/>
                    </a:lnTo>
                    <a:lnTo>
                      <a:pt x="754" y="55"/>
                    </a:lnTo>
                    <a:lnTo>
                      <a:pt x="755" y="54"/>
                    </a:lnTo>
                    <a:lnTo>
                      <a:pt x="757" y="54"/>
                    </a:lnTo>
                    <a:lnTo>
                      <a:pt x="758" y="53"/>
                    </a:lnTo>
                    <a:lnTo>
                      <a:pt x="759" y="53"/>
                    </a:lnTo>
                    <a:lnTo>
                      <a:pt x="761" y="52"/>
                    </a:lnTo>
                    <a:lnTo>
                      <a:pt x="762" y="52"/>
                    </a:lnTo>
                    <a:lnTo>
                      <a:pt x="763" y="52"/>
                    </a:lnTo>
                    <a:lnTo>
                      <a:pt x="765" y="53"/>
                    </a:lnTo>
                    <a:lnTo>
                      <a:pt x="766" y="52"/>
                    </a:lnTo>
                    <a:lnTo>
                      <a:pt x="767" y="53"/>
                    </a:lnTo>
                    <a:lnTo>
                      <a:pt x="769" y="53"/>
                    </a:lnTo>
                    <a:lnTo>
                      <a:pt x="770" y="53"/>
                    </a:lnTo>
                    <a:lnTo>
                      <a:pt x="771" y="54"/>
                    </a:lnTo>
                    <a:lnTo>
                      <a:pt x="773" y="53"/>
                    </a:lnTo>
                    <a:lnTo>
                      <a:pt x="774" y="53"/>
                    </a:lnTo>
                    <a:lnTo>
                      <a:pt x="776" y="53"/>
                    </a:lnTo>
                    <a:lnTo>
                      <a:pt x="777" y="52"/>
                    </a:lnTo>
                    <a:lnTo>
                      <a:pt x="778" y="52"/>
                    </a:lnTo>
                    <a:lnTo>
                      <a:pt x="780" y="52"/>
                    </a:lnTo>
                    <a:lnTo>
                      <a:pt x="781" y="52"/>
                    </a:lnTo>
                    <a:lnTo>
                      <a:pt x="782" y="52"/>
                    </a:lnTo>
                    <a:lnTo>
                      <a:pt x="784" y="52"/>
                    </a:lnTo>
                    <a:lnTo>
                      <a:pt x="785" y="51"/>
                    </a:lnTo>
                    <a:lnTo>
                      <a:pt x="786" y="52"/>
                    </a:lnTo>
                    <a:lnTo>
                      <a:pt x="788" y="52"/>
                    </a:lnTo>
                    <a:lnTo>
                      <a:pt x="789" y="52"/>
                    </a:lnTo>
                    <a:lnTo>
                      <a:pt x="791" y="51"/>
                    </a:lnTo>
                    <a:lnTo>
                      <a:pt x="792" y="51"/>
                    </a:lnTo>
                    <a:lnTo>
                      <a:pt x="793" y="51"/>
                    </a:lnTo>
                    <a:lnTo>
                      <a:pt x="795" y="51"/>
                    </a:lnTo>
                    <a:lnTo>
                      <a:pt x="796" y="52"/>
                    </a:lnTo>
                    <a:lnTo>
                      <a:pt x="797" y="52"/>
                    </a:lnTo>
                    <a:lnTo>
                      <a:pt x="799" y="52"/>
                    </a:lnTo>
                    <a:lnTo>
                      <a:pt x="800" y="53"/>
                    </a:lnTo>
                    <a:lnTo>
                      <a:pt x="801" y="53"/>
                    </a:lnTo>
                    <a:lnTo>
                      <a:pt x="803" y="53"/>
                    </a:lnTo>
                    <a:lnTo>
                      <a:pt x="804" y="53"/>
                    </a:lnTo>
                    <a:lnTo>
                      <a:pt x="805" y="52"/>
                    </a:lnTo>
                    <a:lnTo>
                      <a:pt x="807" y="51"/>
                    </a:lnTo>
                    <a:lnTo>
                      <a:pt x="808" y="50"/>
                    </a:lnTo>
                    <a:lnTo>
                      <a:pt x="810" y="51"/>
                    </a:lnTo>
                    <a:lnTo>
                      <a:pt x="811" y="50"/>
                    </a:lnTo>
                    <a:lnTo>
                      <a:pt x="812" y="50"/>
                    </a:lnTo>
                    <a:lnTo>
                      <a:pt x="814" y="50"/>
                    </a:lnTo>
                    <a:lnTo>
                      <a:pt x="815" y="50"/>
                    </a:lnTo>
                    <a:lnTo>
                      <a:pt x="816" y="50"/>
                    </a:lnTo>
                    <a:lnTo>
                      <a:pt x="818" y="50"/>
                    </a:lnTo>
                    <a:lnTo>
                      <a:pt x="819" y="50"/>
                    </a:lnTo>
                    <a:lnTo>
                      <a:pt x="820" y="50"/>
                    </a:lnTo>
                    <a:lnTo>
                      <a:pt x="822" y="50"/>
                    </a:lnTo>
                    <a:lnTo>
                      <a:pt x="823" y="49"/>
                    </a:lnTo>
                    <a:lnTo>
                      <a:pt x="825" y="50"/>
                    </a:lnTo>
                    <a:lnTo>
                      <a:pt x="826" y="50"/>
                    </a:lnTo>
                    <a:lnTo>
                      <a:pt x="827" y="49"/>
                    </a:lnTo>
                    <a:lnTo>
                      <a:pt x="829" y="50"/>
                    </a:lnTo>
                    <a:lnTo>
                      <a:pt x="830" y="50"/>
                    </a:lnTo>
                    <a:lnTo>
                      <a:pt x="831" y="49"/>
                    </a:lnTo>
                    <a:lnTo>
                      <a:pt x="833" y="49"/>
                    </a:lnTo>
                    <a:lnTo>
                      <a:pt x="834" y="49"/>
                    </a:lnTo>
                    <a:lnTo>
                      <a:pt x="835" y="48"/>
                    </a:lnTo>
                    <a:lnTo>
                      <a:pt x="837" y="48"/>
                    </a:lnTo>
                    <a:lnTo>
                      <a:pt x="838" y="48"/>
                    </a:lnTo>
                    <a:lnTo>
                      <a:pt x="839" y="48"/>
                    </a:lnTo>
                    <a:lnTo>
                      <a:pt x="841" y="49"/>
                    </a:lnTo>
                    <a:lnTo>
                      <a:pt x="842" y="48"/>
                    </a:lnTo>
                    <a:lnTo>
                      <a:pt x="844" y="48"/>
                    </a:lnTo>
                    <a:lnTo>
                      <a:pt x="845" y="49"/>
                    </a:lnTo>
                    <a:lnTo>
                      <a:pt x="846" y="49"/>
                    </a:lnTo>
                    <a:lnTo>
                      <a:pt x="848" y="50"/>
                    </a:lnTo>
                    <a:lnTo>
                      <a:pt x="849" y="49"/>
                    </a:lnTo>
                    <a:lnTo>
                      <a:pt x="850" y="48"/>
                    </a:lnTo>
                    <a:lnTo>
                      <a:pt x="852" y="48"/>
                    </a:lnTo>
                    <a:lnTo>
                      <a:pt x="853" y="48"/>
                    </a:lnTo>
                    <a:lnTo>
                      <a:pt x="854" y="47"/>
                    </a:lnTo>
                    <a:lnTo>
                      <a:pt x="856" y="47"/>
                    </a:lnTo>
                    <a:lnTo>
                      <a:pt x="857" y="47"/>
                    </a:lnTo>
                    <a:lnTo>
                      <a:pt x="859" y="47"/>
                    </a:lnTo>
                    <a:lnTo>
                      <a:pt x="860" y="48"/>
                    </a:lnTo>
                    <a:lnTo>
                      <a:pt x="861" y="48"/>
                    </a:lnTo>
                    <a:lnTo>
                      <a:pt x="863" y="48"/>
                    </a:lnTo>
                    <a:lnTo>
                      <a:pt x="864" y="48"/>
                    </a:lnTo>
                    <a:lnTo>
                      <a:pt x="865" y="48"/>
                    </a:lnTo>
                    <a:lnTo>
                      <a:pt x="867" y="48"/>
                    </a:lnTo>
                    <a:lnTo>
                      <a:pt x="868" y="48"/>
                    </a:lnTo>
                    <a:lnTo>
                      <a:pt x="869" y="48"/>
                    </a:lnTo>
                    <a:lnTo>
                      <a:pt x="871" y="48"/>
                    </a:lnTo>
                    <a:lnTo>
                      <a:pt x="872" y="48"/>
                    </a:lnTo>
                    <a:lnTo>
                      <a:pt x="873" y="48"/>
                    </a:lnTo>
                    <a:lnTo>
                      <a:pt x="875" y="48"/>
                    </a:lnTo>
                    <a:lnTo>
                      <a:pt x="876" y="48"/>
                    </a:lnTo>
                    <a:lnTo>
                      <a:pt x="878" y="47"/>
                    </a:lnTo>
                    <a:lnTo>
                      <a:pt x="879" y="47"/>
                    </a:lnTo>
                    <a:lnTo>
                      <a:pt x="880" y="47"/>
                    </a:lnTo>
                    <a:lnTo>
                      <a:pt x="882" y="46"/>
                    </a:lnTo>
                    <a:lnTo>
                      <a:pt x="883" y="45"/>
                    </a:lnTo>
                    <a:lnTo>
                      <a:pt x="884" y="44"/>
                    </a:lnTo>
                    <a:lnTo>
                      <a:pt x="886" y="44"/>
                    </a:lnTo>
                    <a:lnTo>
                      <a:pt x="887" y="43"/>
                    </a:lnTo>
                    <a:lnTo>
                      <a:pt x="888" y="42"/>
                    </a:lnTo>
                    <a:lnTo>
                      <a:pt x="890" y="42"/>
                    </a:lnTo>
                    <a:lnTo>
                      <a:pt x="891" y="42"/>
                    </a:lnTo>
                    <a:lnTo>
                      <a:pt x="893" y="42"/>
                    </a:lnTo>
                    <a:lnTo>
                      <a:pt x="894" y="42"/>
                    </a:lnTo>
                    <a:lnTo>
                      <a:pt x="895" y="41"/>
                    </a:lnTo>
                    <a:lnTo>
                      <a:pt x="897" y="41"/>
                    </a:lnTo>
                    <a:lnTo>
                      <a:pt x="898" y="41"/>
                    </a:lnTo>
                    <a:lnTo>
                      <a:pt x="899" y="41"/>
                    </a:lnTo>
                    <a:lnTo>
                      <a:pt x="901" y="41"/>
                    </a:lnTo>
                    <a:lnTo>
                      <a:pt x="902" y="41"/>
                    </a:lnTo>
                    <a:lnTo>
                      <a:pt x="903" y="41"/>
                    </a:lnTo>
                    <a:lnTo>
                      <a:pt x="905" y="42"/>
                    </a:lnTo>
                    <a:lnTo>
                      <a:pt x="906" y="42"/>
                    </a:lnTo>
                    <a:lnTo>
                      <a:pt x="907" y="43"/>
                    </a:lnTo>
                    <a:lnTo>
                      <a:pt x="909" y="42"/>
                    </a:lnTo>
                    <a:lnTo>
                      <a:pt x="910" y="42"/>
                    </a:lnTo>
                    <a:lnTo>
                      <a:pt x="912" y="43"/>
                    </a:lnTo>
                    <a:lnTo>
                      <a:pt x="913" y="43"/>
                    </a:lnTo>
                    <a:lnTo>
                      <a:pt x="914" y="42"/>
                    </a:lnTo>
                    <a:lnTo>
                      <a:pt x="916" y="42"/>
                    </a:lnTo>
                    <a:lnTo>
                      <a:pt x="917" y="41"/>
                    </a:lnTo>
                    <a:lnTo>
                      <a:pt x="918" y="41"/>
                    </a:lnTo>
                    <a:lnTo>
                      <a:pt x="920" y="42"/>
                    </a:lnTo>
                    <a:lnTo>
                      <a:pt x="921" y="41"/>
                    </a:lnTo>
                    <a:lnTo>
                      <a:pt x="922" y="41"/>
                    </a:lnTo>
                    <a:lnTo>
                      <a:pt x="924" y="42"/>
                    </a:lnTo>
                    <a:lnTo>
                      <a:pt x="925" y="42"/>
                    </a:lnTo>
                    <a:lnTo>
                      <a:pt x="927" y="41"/>
                    </a:lnTo>
                    <a:lnTo>
                      <a:pt x="928" y="41"/>
                    </a:lnTo>
                    <a:lnTo>
                      <a:pt x="929" y="41"/>
                    </a:lnTo>
                    <a:lnTo>
                      <a:pt x="931" y="41"/>
                    </a:lnTo>
                    <a:lnTo>
                      <a:pt x="932" y="40"/>
                    </a:lnTo>
                    <a:lnTo>
                      <a:pt x="933" y="39"/>
                    </a:lnTo>
                    <a:lnTo>
                      <a:pt x="935" y="39"/>
                    </a:lnTo>
                    <a:lnTo>
                      <a:pt x="936" y="40"/>
                    </a:lnTo>
                    <a:lnTo>
                      <a:pt x="937" y="40"/>
                    </a:lnTo>
                    <a:lnTo>
                      <a:pt x="939" y="39"/>
                    </a:lnTo>
                    <a:lnTo>
                      <a:pt x="940" y="39"/>
                    </a:lnTo>
                    <a:lnTo>
                      <a:pt x="941" y="39"/>
                    </a:lnTo>
                    <a:lnTo>
                      <a:pt x="943" y="40"/>
                    </a:lnTo>
                    <a:lnTo>
                      <a:pt x="944" y="41"/>
                    </a:lnTo>
                    <a:lnTo>
                      <a:pt x="946" y="41"/>
                    </a:lnTo>
                    <a:lnTo>
                      <a:pt x="947" y="41"/>
                    </a:lnTo>
                    <a:lnTo>
                      <a:pt x="948" y="41"/>
                    </a:lnTo>
                    <a:lnTo>
                      <a:pt x="950" y="41"/>
                    </a:lnTo>
                    <a:lnTo>
                      <a:pt x="951" y="42"/>
                    </a:lnTo>
                    <a:lnTo>
                      <a:pt x="952" y="41"/>
                    </a:lnTo>
                    <a:lnTo>
                      <a:pt x="954" y="41"/>
                    </a:lnTo>
                    <a:lnTo>
                      <a:pt x="955" y="40"/>
                    </a:lnTo>
                    <a:lnTo>
                      <a:pt x="956" y="40"/>
                    </a:lnTo>
                    <a:lnTo>
                      <a:pt x="958" y="40"/>
                    </a:lnTo>
                    <a:lnTo>
                      <a:pt x="959" y="40"/>
                    </a:lnTo>
                    <a:lnTo>
                      <a:pt x="961" y="39"/>
                    </a:lnTo>
                    <a:lnTo>
                      <a:pt x="962" y="39"/>
                    </a:lnTo>
                    <a:lnTo>
                      <a:pt x="963" y="39"/>
                    </a:lnTo>
                    <a:lnTo>
                      <a:pt x="965" y="39"/>
                    </a:lnTo>
                    <a:lnTo>
                      <a:pt x="966" y="38"/>
                    </a:lnTo>
                    <a:lnTo>
                      <a:pt x="967" y="38"/>
                    </a:lnTo>
                    <a:lnTo>
                      <a:pt x="969" y="37"/>
                    </a:lnTo>
                    <a:lnTo>
                      <a:pt x="970" y="37"/>
                    </a:lnTo>
                    <a:lnTo>
                      <a:pt x="971" y="38"/>
                    </a:lnTo>
                    <a:lnTo>
                      <a:pt x="973" y="37"/>
                    </a:lnTo>
                    <a:lnTo>
                      <a:pt x="974" y="37"/>
                    </a:lnTo>
                    <a:lnTo>
                      <a:pt x="975" y="38"/>
                    </a:lnTo>
                    <a:lnTo>
                      <a:pt x="977" y="37"/>
                    </a:lnTo>
                    <a:lnTo>
                      <a:pt x="978" y="37"/>
                    </a:lnTo>
                    <a:lnTo>
                      <a:pt x="980" y="38"/>
                    </a:lnTo>
                    <a:lnTo>
                      <a:pt x="981" y="38"/>
                    </a:lnTo>
                    <a:lnTo>
                      <a:pt x="982" y="37"/>
                    </a:lnTo>
                    <a:lnTo>
                      <a:pt x="984" y="37"/>
                    </a:lnTo>
                    <a:lnTo>
                      <a:pt x="985" y="37"/>
                    </a:lnTo>
                    <a:lnTo>
                      <a:pt x="986" y="37"/>
                    </a:lnTo>
                    <a:lnTo>
                      <a:pt x="988" y="37"/>
                    </a:lnTo>
                    <a:lnTo>
                      <a:pt x="989" y="36"/>
                    </a:lnTo>
                    <a:lnTo>
                      <a:pt x="990" y="36"/>
                    </a:lnTo>
                    <a:lnTo>
                      <a:pt x="992" y="37"/>
                    </a:lnTo>
                    <a:lnTo>
                      <a:pt x="993" y="37"/>
                    </a:lnTo>
                    <a:lnTo>
                      <a:pt x="995" y="37"/>
                    </a:lnTo>
                    <a:lnTo>
                      <a:pt x="996" y="38"/>
                    </a:lnTo>
                    <a:lnTo>
                      <a:pt x="997" y="38"/>
                    </a:lnTo>
                    <a:lnTo>
                      <a:pt x="999" y="38"/>
                    </a:lnTo>
                    <a:lnTo>
                      <a:pt x="1000" y="37"/>
                    </a:lnTo>
                    <a:lnTo>
                      <a:pt x="1001" y="38"/>
                    </a:lnTo>
                    <a:lnTo>
                      <a:pt x="1003" y="38"/>
                    </a:lnTo>
                    <a:lnTo>
                      <a:pt x="1004" y="38"/>
                    </a:lnTo>
                    <a:lnTo>
                      <a:pt x="1005" y="37"/>
                    </a:lnTo>
                    <a:lnTo>
                      <a:pt x="1007" y="37"/>
                    </a:lnTo>
                    <a:lnTo>
                      <a:pt x="1008" y="37"/>
                    </a:lnTo>
                    <a:lnTo>
                      <a:pt x="1009" y="36"/>
                    </a:lnTo>
                    <a:lnTo>
                      <a:pt x="1011" y="36"/>
                    </a:lnTo>
                    <a:lnTo>
                      <a:pt x="1012" y="35"/>
                    </a:lnTo>
                    <a:lnTo>
                      <a:pt x="1014" y="34"/>
                    </a:lnTo>
                    <a:lnTo>
                      <a:pt x="1015" y="33"/>
                    </a:lnTo>
                    <a:lnTo>
                      <a:pt x="1016" y="32"/>
                    </a:lnTo>
                    <a:lnTo>
                      <a:pt x="1018" y="31"/>
                    </a:lnTo>
                    <a:lnTo>
                      <a:pt x="1019" y="31"/>
                    </a:lnTo>
                    <a:lnTo>
                      <a:pt x="1020" y="31"/>
                    </a:lnTo>
                    <a:lnTo>
                      <a:pt x="1022" y="30"/>
                    </a:lnTo>
                    <a:lnTo>
                      <a:pt x="1023" y="30"/>
                    </a:lnTo>
                    <a:lnTo>
                      <a:pt x="1024" y="30"/>
                    </a:lnTo>
                    <a:lnTo>
                      <a:pt x="1026" y="30"/>
                    </a:lnTo>
                    <a:lnTo>
                      <a:pt x="1027" y="31"/>
                    </a:lnTo>
                    <a:lnTo>
                      <a:pt x="1029" y="30"/>
                    </a:lnTo>
                    <a:lnTo>
                      <a:pt x="1030" y="30"/>
                    </a:lnTo>
                    <a:lnTo>
                      <a:pt x="1031" y="30"/>
                    </a:lnTo>
                    <a:lnTo>
                      <a:pt x="1033" y="31"/>
                    </a:lnTo>
                    <a:lnTo>
                      <a:pt x="1034" y="31"/>
                    </a:lnTo>
                    <a:lnTo>
                      <a:pt x="1035" y="32"/>
                    </a:lnTo>
                    <a:lnTo>
                      <a:pt x="1037" y="31"/>
                    </a:lnTo>
                    <a:lnTo>
                      <a:pt x="1038" y="31"/>
                    </a:lnTo>
                    <a:lnTo>
                      <a:pt x="1039" y="32"/>
                    </a:lnTo>
                    <a:lnTo>
                      <a:pt x="1041" y="32"/>
                    </a:lnTo>
                    <a:lnTo>
                      <a:pt x="1042" y="32"/>
                    </a:lnTo>
                    <a:lnTo>
                      <a:pt x="1043" y="30"/>
                    </a:lnTo>
                    <a:lnTo>
                      <a:pt x="1045" y="30"/>
                    </a:lnTo>
                    <a:lnTo>
                      <a:pt x="1046" y="30"/>
                    </a:lnTo>
                    <a:lnTo>
                      <a:pt x="1048" y="29"/>
                    </a:lnTo>
                    <a:lnTo>
                      <a:pt x="1049" y="28"/>
                    </a:lnTo>
                    <a:lnTo>
                      <a:pt x="1050" y="28"/>
                    </a:lnTo>
                    <a:lnTo>
                      <a:pt x="1052" y="28"/>
                    </a:lnTo>
                    <a:lnTo>
                      <a:pt x="1053" y="28"/>
                    </a:lnTo>
                    <a:lnTo>
                      <a:pt x="1054" y="29"/>
                    </a:lnTo>
                    <a:lnTo>
                      <a:pt x="1056" y="29"/>
                    </a:lnTo>
                    <a:lnTo>
                      <a:pt x="1057" y="29"/>
                    </a:lnTo>
                    <a:lnTo>
                      <a:pt x="1058" y="30"/>
                    </a:lnTo>
                    <a:lnTo>
                      <a:pt x="1060" y="30"/>
                    </a:lnTo>
                    <a:lnTo>
                      <a:pt x="1061" y="30"/>
                    </a:lnTo>
                    <a:lnTo>
                      <a:pt x="1063" y="30"/>
                    </a:lnTo>
                    <a:lnTo>
                      <a:pt x="1064" y="30"/>
                    </a:lnTo>
                    <a:lnTo>
                      <a:pt x="1065" y="30"/>
                    </a:lnTo>
                    <a:lnTo>
                      <a:pt x="1067" y="30"/>
                    </a:lnTo>
                    <a:lnTo>
                      <a:pt x="1068" y="30"/>
                    </a:lnTo>
                    <a:lnTo>
                      <a:pt x="1069" y="30"/>
                    </a:lnTo>
                    <a:lnTo>
                      <a:pt x="1071" y="30"/>
                    </a:lnTo>
                    <a:lnTo>
                      <a:pt x="1072" y="29"/>
                    </a:lnTo>
                    <a:lnTo>
                      <a:pt x="1073" y="29"/>
                    </a:lnTo>
                    <a:lnTo>
                      <a:pt x="1075" y="29"/>
                    </a:lnTo>
                    <a:lnTo>
                      <a:pt x="1076" y="29"/>
                    </a:lnTo>
                    <a:lnTo>
                      <a:pt x="1077" y="28"/>
                    </a:lnTo>
                    <a:lnTo>
                      <a:pt x="1079" y="28"/>
                    </a:lnTo>
                    <a:lnTo>
                      <a:pt x="1080" y="28"/>
                    </a:lnTo>
                    <a:lnTo>
                      <a:pt x="1082" y="27"/>
                    </a:lnTo>
                    <a:lnTo>
                      <a:pt x="1083" y="26"/>
                    </a:lnTo>
                    <a:lnTo>
                      <a:pt x="1084" y="26"/>
                    </a:lnTo>
                    <a:lnTo>
                      <a:pt x="1086" y="26"/>
                    </a:lnTo>
                    <a:lnTo>
                      <a:pt x="1087" y="25"/>
                    </a:lnTo>
                    <a:lnTo>
                      <a:pt x="1088" y="25"/>
                    </a:lnTo>
                    <a:lnTo>
                      <a:pt x="1090" y="25"/>
                    </a:lnTo>
                    <a:lnTo>
                      <a:pt x="1091" y="25"/>
                    </a:lnTo>
                    <a:lnTo>
                      <a:pt x="1092" y="25"/>
                    </a:lnTo>
                    <a:lnTo>
                      <a:pt x="1094" y="26"/>
                    </a:lnTo>
                    <a:lnTo>
                      <a:pt x="1095" y="26"/>
                    </a:lnTo>
                    <a:lnTo>
                      <a:pt x="1097" y="26"/>
                    </a:lnTo>
                    <a:lnTo>
                      <a:pt x="1098" y="26"/>
                    </a:lnTo>
                    <a:lnTo>
                      <a:pt x="1099" y="26"/>
                    </a:lnTo>
                    <a:lnTo>
                      <a:pt x="1101" y="25"/>
                    </a:lnTo>
                    <a:lnTo>
                      <a:pt x="1102" y="26"/>
                    </a:lnTo>
                    <a:lnTo>
                      <a:pt x="1103" y="25"/>
                    </a:lnTo>
                    <a:lnTo>
                      <a:pt x="1105" y="24"/>
                    </a:lnTo>
                    <a:lnTo>
                      <a:pt x="1106" y="25"/>
                    </a:lnTo>
                    <a:lnTo>
                      <a:pt x="1107" y="24"/>
                    </a:lnTo>
                    <a:lnTo>
                      <a:pt x="1109" y="24"/>
                    </a:lnTo>
                    <a:lnTo>
                      <a:pt x="1110" y="26"/>
                    </a:lnTo>
                    <a:lnTo>
                      <a:pt x="1111" y="25"/>
                    </a:lnTo>
                    <a:lnTo>
                      <a:pt x="1113" y="26"/>
                    </a:lnTo>
                    <a:lnTo>
                      <a:pt x="1114" y="26"/>
                    </a:lnTo>
                    <a:lnTo>
                      <a:pt x="1116" y="25"/>
                    </a:lnTo>
                    <a:lnTo>
                      <a:pt x="1117" y="26"/>
                    </a:lnTo>
                    <a:lnTo>
                      <a:pt x="1118" y="26"/>
                    </a:lnTo>
                    <a:lnTo>
                      <a:pt x="1120" y="26"/>
                    </a:lnTo>
                    <a:lnTo>
                      <a:pt x="1121" y="26"/>
                    </a:lnTo>
                    <a:lnTo>
                      <a:pt x="1122" y="27"/>
                    </a:lnTo>
                    <a:lnTo>
                      <a:pt x="1124" y="26"/>
                    </a:lnTo>
                    <a:lnTo>
                      <a:pt x="1125" y="27"/>
                    </a:lnTo>
                    <a:lnTo>
                      <a:pt x="1126" y="26"/>
                    </a:lnTo>
                    <a:lnTo>
                      <a:pt x="1128" y="27"/>
                    </a:lnTo>
                    <a:lnTo>
                      <a:pt x="1129" y="26"/>
                    </a:lnTo>
                    <a:lnTo>
                      <a:pt x="1131" y="26"/>
                    </a:lnTo>
                    <a:lnTo>
                      <a:pt x="1132" y="26"/>
                    </a:lnTo>
                    <a:lnTo>
                      <a:pt x="1133" y="26"/>
                    </a:lnTo>
                    <a:lnTo>
                      <a:pt x="1135" y="26"/>
                    </a:lnTo>
                    <a:lnTo>
                      <a:pt x="1136" y="26"/>
                    </a:lnTo>
                    <a:lnTo>
                      <a:pt x="1137" y="26"/>
                    </a:lnTo>
                    <a:lnTo>
                      <a:pt x="1139" y="25"/>
                    </a:lnTo>
                    <a:lnTo>
                      <a:pt x="1140" y="25"/>
                    </a:lnTo>
                    <a:lnTo>
                      <a:pt x="1141" y="24"/>
                    </a:lnTo>
                    <a:lnTo>
                      <a:pt x="1143" y="24"/>
                    </a:lnTo>
                    <a:lnTo>
                      <a:pt x="1144" y="23"/>
                    </a:lnTo>
                    <a:lnTo>
                      <a:pt x="1145" y="23"/>
                    </a:lnTo>
                    <a:lnTo>
                      <a:pt x="1147" y="22"/>
                    </a:lnTo>
                    <a:lnTo>
                      <a:pt x="1148" y="21"/>
                    </a:lnTo>
                    <a:lnTo>
                      <a:pt x="1150" y="21"/>
                    </a:lnTo>
                    <a:lnTo>
                      <a:pt x="1151" y="20"/>
                    </a:lnTo>
                    <a:lnTo>
                      <a:pt x="1152" y="20"/>
                    </a:lnTo>
                    <a:lnTo>
                      <a:pt x="1154" y="20"/>
                    </a:lnTo>
                    <a:lnTo>
                      <a:pt x="1155" y="20"/>
                    </a:lnTo>
                    <a:lnTo>
                      <a:pt x="1156" y="20"/>
                    </a:lnTo>
                    <a:lnTo>
                      <a:pt x="1158" y="20"/>
                    </a:lnTo>
                    <a:lnTo>
                      <a:pt x="1159" y="19"/>
                    </a:lnTo>
                    <a:lnTo>
                      <a:pt x="1160" y="20"/>
                    </a:lnTo>
                    <a:lnTo>
                      <a:pt x="1162" y="21"/>
                    </a:lnTo>
                    <a:lnTo>
                      <a:pt x="1163" y="21"/>
                    </a:lnTo>
                    <a:lnTo>
                      <a:pt x="1165" y="21"/>
                    </a:lnTo>
                    <a:lnTo>
                      <a:pt x="1166" y="22"/>
                    </a:lnTo>
                    <a:lnTo>
                      <a:pt x="1167" y="21"/>
                    </a:lnTo>
                    <a:lnTo>
                      <a:pt x="1169" y="21"/>
                    </a:lnTo>
                    <a:lnTo>
                      <a:pt x="1170" y="21"/>
                    </a:lnTo>
                    <a:lnTo>
                      <a:pt x="1171" y="20"/>
                    </a:lnTo>
                    <a:lnTo>
                      <a:pt x="1173" y="20"/>
                    </a:lnTo>
                    <a:lnTo>
                      <a:pt x="1174" y="20"/>
                    </a:lnTo>
                    <a:lnTo>
                      <a:pt x="1175" y="19"/>
                    </a:lnTo>
                    <a:lnTo>
                      <a:pt x="1177" y="20"/>
                    </a:lnTo>
                    <a:lnTo>
                      <a:pt x="1178" y="19"/>
                    </a:lnTo>
                    <a:lnTo>
                      <a:pt x="1179" y="19"/>
                    </a:lnTo>
                    <a:lnTo>
                      <a:pt x="1181" y="18"/>
                    </a:lnTo>
                    <a:lnTo>
                      <a:pt x="1182" y="18"/>
                    </a:lnTo>
                    <a:lnTo>
                      <a:pt x="1184" y="18"/>
                    </a:lnTo>
                    <a:lnTo>
                      <a:pt x="1185" y="18"/>
                    </a:lnTo>
                    <a:lnTo>
                      <a:pt x="1186" y="18"/>
                    </a:lnTo>
                    <a:lnTo>
                      <a:pt x="1188" y="18"/>
                    </a:lnTo>
                    <a:lnTo>
                      <a:pt x="1189" y="18"/>
                    </a:lnTo>
                    <a:lnTo>
                      <a:pt x="1190" y="17"/>
                    </a:lnTo>
                    <a:lnTo>
                      <a:pt x="1192" y="17"/>
                    </a:lnTo>
                    <a:lnTo>
                      <a:pt x="1193" y="18"/>
                    </a:lnTo>
                    <a:lnTo>
                      <a:pt x="1194" y="18"/>
                    </a:lnTo>
                    <a:lnTo>
                      <a:pt x="1196" y="17"/>
                    </a:lnTo>
                    <a:lnTo>
                      <a:pt x="1197" y="16"/>
                    </a:lnTo>
                    <a:lnTo>
                      <a:pt x="1199" y="16"/>
                    </a:lnTo>
                    <a:lnTo>
                      <a:pt x="1200" y="16"/>
                    </a:lnTo>
                    <a:lnTo>
                      <a:pt x="1201" y="16"/>
                    </a:lnTo>
                    <a:lnTo>
                      <a:pt x="1203" y="15"/>
                    </a:lnTo>
                    <a:lnTo>
                      <a:pt x="1204" y="15"/>
                    </a:lnTo>
                    <a:lnTo>
                      <a:pt x="1205" y="16"/>
                    </a:lnTo>
                    <a:lnTo>
                      <a:pt x="1207" y="16"/>
                    </a:lnTo>
                    <a:lnTo>
                      <a:pt x="1208" y="17"/>
                    </a:lnTo>
                    <a:lnTo>
                      <a:pt x="1209" y="16"/>
                    </a:lnTo>
                    <a:lnTo>
                      <a:pt x="1211" y="16"/>
                    </a:lnTo>
                    <a:lnTo>
                      <a:pt x="1212" y="16"/>
                    </a:lnTo>
                    <a:lnTo>
                      <a:pt x="1213" y="16"/>
                    </a:lnTo>
                    <a:lnTo>
                      <a:pt x="1215" y="16"/>
                    </a:lnTo>
                    <a:lnTo>
                      <a:pt x="1216" y="16"/>
                    </a:lnTo>
                    <a:lnTo>
                      <a:pt x="1218" y="15"/>
                    </a:lnTo>
                    <a:lnTo>
                      <a:pt x="1219" y="15"/>
                    </a:lnTo>
                    <a:lnTo>
                      <a:pt x="1220" y="15"/>
                    </a:lnTo>
                    <a:lnTo>
                      <a:pt x="1222" y="15"/>
                    </a:lnTo>
                    <a:lnTo>
                      <a:pt x="1223" y="15"/>
                    </a:lnTo>
                    <a:lnTo>
                      <a:pt x="1224" y="16"/>
                    </a:lnTo>
                    <a:lnTo>
                      <a:pt x="1226" y="16"/>
                    </a:lnTo>
                    <a:lnTo>
                      <a:pt x="1227" y="16"/>
                    </a:lnTo>
                    <a:lnTo>
                      <a:pt x="1228" y="17"/>
                    </a:lnTo>
                    <a:lnTo>
                      <a:pt x="1230" y="17"/>
                    </a:lnTo>
                    <a:lnTo>
                      <a:pt x="1231" y="17"/>
                    </a:lnTo>
                    <a:lnTo>
                      <a:pt x="1233" y="16"/>
                    </a:lnTo>
                    <a:lnTo>
                      <a:pt x="1234" y="16"/>
                    </a:lnTo>
                    <a:lnTo>
                      <a:pt x="1235" y="15"/>
                    </a:lnTo>
                    <a:lnTo>
                      <a:pt x="1237" y="14"/>
                    </a:lnTo>
                    <a:lnTo>
                      <a:pt x="1238" y="13"/>
                    </a:lnTo>
                    <a:lnTo>
                      <a:pt x="1239" y="13"/>
                    </a:lnTo>
                    <a:lnTo>
                      <a:pt x="1241" y="12"/>
                    </a:lnTo>
                    <a:lnTo>
                      <a:pt x="1242" y="12"/>
                    </a:lnTo>
                    <a:lnTo>
                      <a:pt x="1243" y="12"/>
                    </a:lnTo>
                    <a:lnTo>
                      <a:pt x="1245" y="12"/>
                    </a:lnTo>
                    <a:lnTo>
                      <a:pt x="1246" y="12"/>
                    </a:lnTo>
                    <a:lnTo>
                      <a:pt x="1247" y="12"/>
                    </a:lnTo>
                    <a:lnTo>
                      <a:pt x="1249" y="12"/>
                    </a:lnTo>
                    <a:lnTo>
                      <a:pt x="1250" y="13"/>
                    </a:lnTo>
                    <a:lnTo>
                      <a:pt x="1252" y="13"/>
                    </a:lnTo>
                    <a:lnTo>
                      <a:pt x="1253" y="13"/>
                    </a:lnTo>
                    <a:lnTo>
                      <a:pt x="1254" y="13"/>
                    </a:lnTo>
                    <a:lnTo>
                      <a:pt x="1256" y="13"/>
                    </a:lnTo>
                    <a:lnTo>
                      <a:pt x="1257" y="13"/>
                    </a:lnTo>
                    <a:lnTo>
                      <a:pt x="1258" y="13"/>
                    </a:lnTo>
                    <a:lnTo>
                      <a:pt x="1260" y="13"/>
                    </a:lnTo>
                    <a:lnTo>
                      <a:pt x="1261" y="13"/>
                    </a:lnTo>
                    <a:lnTo>
                      <a:pt x="1262" y="13"/>
                    </a:lnTo>
                    <a:lnTo>
                      <a:pt x="1264" y="15"/>
                    </a:lnTo>
                    <a:lnTo>
                      <a:pt x="1265" y="14"/>
                    </a:lnTo>
                    <a:lnTo>
                      <a:pt x="1267" y="14"/>
                    </a:lnTo>
                    <a:lnTo>
                      <a:pt x="1268" y="15"/>
                    </a:lnTo>
                    <a:lnTo>
                      <a:pt x="1269" y="15"/>
                    </a:lnTo>
                    <a:lnTo>
                      <a:pt x="1271" y="15"/>
                    </a:lnTo>
                    <a:lnTo>
                      <a:pt x="1272" y="15"/>
                    </a:lnTo>
                    <a:lnTo>
                      <a:pt x="1273" y="14"/>
                    </a:lnTo>
                    <a:lnTo>
                      <a:pt x="1275" y="14"/>
                    </a:lnTo>
                    <a:lnTo>
                      <a:pt x="1276" y="14"/>
                    </a:lnTo>
                    <a:lnTo>
                      <a:pt x="1277" y="13"/>
                    </a:lnTo>
                    <a:lnTo>
                      <a:pt x="1279" y="14"/>
                    </a:lnTo>
                    <a:lnTo>
                      <a:pt x="1280" y="14"/>
                    </a:lnTo>
                    <a:lnTo>
                      <a:pt x="1281" y="14"/>
                    </a:lnTo>
                    <a:lnTo>
                      <a:pt x="1283" y="14"/>
                    </a:lnTo>
                    <a:lnTo>
                      <a:pt x="1284" y="14"/>
                    </a:lnTo>
                    <a:lnTo>
                      <a:pt x="1286" y="13"/>
                    </a:lnTo>
                    <a:lnTo>
                      <a:pt x="1287" y="13"/>
                    </a:lnTo>
                    <a:lnTo>
                      <a:pt x="1288" y="13"/>
                    </a:lnTo>
                    <a:lnTo>
                      <a:pt x="1290" y="13"/>
                    </a:lnTo>
                    <a:lnTo>
                      <a:pt x="1291" y="12"/>
                    </a:lnTo>
                    <a:lnTo>
                      <a:pt x="1292" y="11"/>
                    </a:lnTo>
                    <a:lnTo>
                      <a:pt x="1294" y="12"/>
                    </a:lnTo>
                    <a:lnTo>
                      <a:pt x="1295" y="13"/>
                    </a:lnTo>
                    <a:lnTo>
                      <a:pt x="1296" y="12"/>
                    </a:lnTo>
                    <a:lnTo>
                      <a:pt x="1298" y="12"/>
                    </a:lnTo>
                    <a:lnTo>
                      <a:pt x="1299" y="11"/>
                    </a:lnTo>
                    <a:lnTo>
                      <a:pt x="1301" y="12"/>
                    </a:lnTo>
                    <a:lnTo>
                      <a:pt x="1302" y="11"/>
                    </a:lnTo>
                    <a:lnTo>
                      <a:pt x="1303" y="11"/>
                    </a:lnTo>
                    <a:lnTo>
                      <a:pt x="1305" y="12"/>
                    </a:lnTo>
                    <a:lnTo>
                      <a:pt x="1306" y="13"/>
                    </a:lnTo>
                    <a:lnTo>
                      <a:pt x="1307" y="13"/>
                    </a:lnTo>
                    <a:lnTo>
                      <a:pt x="1309" y="13"/>
                    </a:lnTo>
                    <a:lnTo>
                      <a:pt x="1310" y="14"/>
                    </a:lnTo>
                    <a:lnTo>
                      <a:pt x="1311" y="15"/>
                    </a:lnTo>
                    <a:lnTo>
                      <a:pt x="1313" y="15"/>
                    </a:lnTo>
                    <a:lnTo>
                      <a:pt x="1314" y="14"/>
                    </a:lnTo>
                    <a:lnTo>
                      <a:pt x="1315" y="13"/>
                    </a:lnTo>
                    <a:lnTo>
                      <a:pt x="1317" y="14"/>
                    </a:lnTo>
                    <a:lnTo>
                      <a:pt x="1318" y="14"/>
                    </a:lnTo>
                    <a:lnTo>
                      <a:pt x="1320" y="14"/>
                    </a:lnTo>
                    <a:lnTo>
                      <a:pt x="1321" y="14"/>
                    </a:lnTo>
                    <a:lnTo>
                      <a:pt x="1322" y="13"/>
                    </a:lnTo>
                    <a:lnTo>
                      <a:pt x="1324" y="13"/>
                    </a:lnTo>
                    <a:lnTo>
                      <a:pt x="1325" y="12"/>
                    </a:lnTo>
                    <a:lnTo>
                      <a:pt x="1326" y="12"/>
                    </a:lnTo>
                    <a:lnTo>
                      <a:pt x="1328" y="11"/>
                    </a:lnTo>
                    <a:lnTo>
                      <a:pt x="1329" y="10"/>
                    </a:lnTo>
                    <a:lnTo>
                      <a:pt x="1330" y="10"/>
                    </a:lnTo>
                    <a:lnTo>
                      <a:pt x="1332" y="10"/>
                    </a:lnTo>
                    <a:lnTo>
                      <a:pt x="1333" y="10"/>
                    </a:lnTo>
                    <a:lnTo>
                      <a:pt x="1335" y="10"/>
                    </a:lnTo>
                    <a:lnTo>
                      <a:pt x="1336" y="11"/>
                    </a:lnTo>
                    <a:lnTo>
                      <a:pt x="1337" y="10"/>
                    </a:lnTo>
                    <a:lnTo>
                      <a:pt x="1339" y="11"/>
                    </a:lnTo>
                    <a:lnTo>
                      <a:pt x="1340" y="11"/>
                    </a:lnTo>
                    <a:lnTo>
                      <a:pt x="1341" y="11"/>
                    </a:lnTo>
                    <a:lnTo>
                      <a:pt x="1343" y="10"/>
                    </a:lnTo>
                    <a:lnTo>
                      <a:pt x="1344" y="9"/>
                    </a:lnTo>
                    <a:lnTo>
                      <a:pt x="1345" y="9"/>
                    </a:lnTo>
                    <a:lnTo>
                      <a:pt x="1347" y="8"/>
                    </a:lnTo>
                    <a:lnTo>
                      <a:pt x="1348" y="8"/>
                    </a:lnTo>
                    <a:lnTo>
                      <a:pt x="1349" y="6"/>
                    </a:lnTo>
                    <a:lnTo>
                      <a:pt x="1351" y="6"/>
                    </a:lnTo>
                    <a:lnTo>
                      <a:pt x="1352" y="6"/>
                    </a:lnTo>
                    <a:lnTo>
                      <a:pt x="1354" y="7"/>
                    </a:lnTo>
                    <a:lnTo>
                      <a:pt x="1355" y="7"/>
                    </a:lnTo>
                    <a:lnTo>
                      <a:pt x="1356" y="7"/>
                    </a:lnTo>
                    <a:lnTo>
                      <a:pt x="1358" y="7"/>
                    </a:lnTo>
                    <a:lnTo>
                      <a:pt x="1359" y="7"/>
                    </a:lnTo>
                    <a:lnTo>
                      <a:pt x="1360" y="7"/>
                    </a:lnTo>
                    <a:lnTo>
                      <a:pt x="1362" y="7"/>
                    </a:lnTo>
                    <a:lnTo>
                      <a:pt x="1363" y="7"/>
                    </a:lnTo>
                    <a:lnTo>
                      <a:pt x="1364" y="5"/>
                    </a:lnTo>
                    <a:lnTo>
                      <a:pt x="1366" y="5"/>
                    </a:lnTo>
                    <a:lnTo>
                      <a:pt x="1367" y="4"/>
                    </a:lnTo>
                    <a:lnTo>
                      <a:pt x="1369" y="3"/>
                    </a:lnTo>
                    <a:lnTo>
                      <a:pt x="1370" y="3"/>
                    </a:lnTo>
                    <a:lnTo>
                      <a:pt x="1371" y="3"/>
                    </a:lnTo>
                    <a:lnTo>
                      <a:pt x="1373" y="2"/>
                    </a:lnTo>
                    <a:lnTo>
                      <a:pt x="1374" y="2"/>
                    </a:lnTo>
                    <a:lnTo>
                      <a:pt x="1375" y="3"/>
                    </a:lnTo>
                    <a:lnTo>
                      <a:pt x="1377" y="2"/>
                    </a:lnTo>
                    <a:lnTo>
                      <a:pt x="1378" y="2"/>
                    </a:lnTo>
                    <a:lnTo>
                      <a:pt x="1379" y="3"/>
                    </a:lnTo>
                    <a:lnTo>
                      <a:pt x="1381" y="3"/>
                    </a:lnTo>
                    <a:lnTo>
                      <a:pt x="1382" y="3"/>
                    </a:lnTo>
                    <a:lnTo>
                      <a:pt x="1383" y="3"/>
                    </a:lnTo>
                    <a:lnTo>
                      <a:pt x="1385" y="4"/>
                    </a:lnTo>
                    <a:lnTo>
                      <a:pt x="1386" y="5"/>
                    </a:lnTo>
                    <a:lnTo>
                      <a:pt x="1388" y="4"/>
                    </a:lnTo>
                    <a:lnTo>
                      <a:pt x="1389" y="5"/>
                    </a:lnTo>
                    <a:lnTo>
                      <a:pt x="1390" y="6"/>
                    </a:lnTo>
                    <a:lnTo>
                      <a:pt x="1392" y="6"/>
                    </a:lnTo>
                    <a:lnTo>
                      <a:pt x="1393" y="7"/>
                    </a:lnTo>
                    <a:lnTo>
                      <a:pt x="1394" y="6"/>
                    </a:lnTo>
                    <a:lnTo>
                      <a:pt x="1396" y="6"/>
                    </a:lnTo>
                    <a:lnTo>
                      <a:pt x="1397" y="6"/>
                    </a:lnTo>
                    <a:lnTo>
                      <a:pt x="1398" y="5"/>
                    </a:lnTo>
                    <a:lnTo>
                      <a:pt x="1400" y="4"/>
                    </a:lnTo>
                    <a:lnTo>
                      <a:pt x="1401" y="4"/>
                    </a:lnTo>
                    <a:lnTo>
                      <a:pt x="1403" y="3"/>
                    </a:lnTo>
                    <a:lnTo>
                      <a:pt x="1404" y="2"/>
                    </a:lnTo>
                    <a:lnTo>
                      <a:pt x="1405" y="3"/>
                    </a:lnTo>
                    <a:lnTo>
                      <a:pt x="1407" y="2"/>
                    </a:lnTo>
                    <a:lnTo>
                      <a:pt x="1408" y="2"/>
                    </a:lnTo>
                    <a:lnTo>
                      <a:pt x="1409" y="3"/>
                    </a:lnTo>
                    <a:lnTo>
                      <a:pt x="1411" y="2"/>
                    </a:lnTo>
                    <a:lnTo>
                      <a:pt x="1412" y="3"/>
                    </a:lnTo>
                    <a:lnTo>
                      <a:pt x="1413" y="3"/>
                    </a:lnTo>
                    <a:lnTo>
                      <a:pt x="1415" y="4"/>
                    </a:lnTo>
                    <a:lnTo>
                      <a:pt x="1416" y="4"/>
                    </a:lnTo>
                    <a:lnTo>
                      <a:pt x="1417" y="4"/>
                    </a:lnTo>
                    <a:lnTo>
                      <a:pt x="1419" y="3"/>
                    </a:lnTo>
                    <a:lnTo>
                      <a:pt x="1420" y="3"/>
                    </a:lnTo>
                    <a:lnTo>
                      <a:pt x="1422" y="4"/>
                    </a:lnTo>
                    <a:lnTo>
                      <a:pt x="1423" y="4"/>
                    </a:lnTo>
                    <a:lnTo>
                      <a:pt x="1424" y="3"/>
                    </a:lnTo>
                    <a:lnTo>
                      <a:pt x="1426" y="2"/>
                    </a:lnTo>
                    <a:lnTo>
                      <a:pt x="1427" y="2"/>
                    </a:lnTo>
                    <a:lnTo>
                      <a:pt x="1428" y="2"/>
                    </a:lnTo>
                    <a:lnTo>
                      <a:pt x="1430" y="1"/>
                    </a:lnTo>
                    <a:lnTo>
                      <a:pt x="1431" y="1"/>
                    </a:lnTo>
                    <a:lnTo>
                      <a:pt x="1432" y="1"/>
                    </a:lnTo>
                    <a:lnTo>
                      <a:pt x="1434" y="1"/>
                    </a:lnTo>
                    <a:lnTo>
                      <a:pt x="1435" y="0"/>
                    </a:lnTo>
                    <a:lnTo>
                      <a:pt x="1437" y="1"/>
                    </a:lnTo>
                    <a:lnTo>
                      <a:pt x="1438" y="1"/>
                    </a:lnTo>
                    <a:lnTo>
                      <a:pt x="1439" y="0"/>
                    </a:lnTo>
                    <a:lnTo>
                      <a:pt x="1441" y="0"/>
                    </a:lnTo>
                    <a:lnTo>
                      <a:pt x="1442" y="0"/>
                    </a:lnTo>
                  </a:path>
                </a:pathLst>
              </a:custGeom>
              <a:noFill/>
              <a:ln cap="flat" cmpd="sng" w="2540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 flipH="1" rot="10800000">
                <a:off x="1077913" y="1566863"/>
                <a:ext cx="3810000" cy="1350963"/>
              </a:xfrm>
              <a:custGeom>
                <a:rect b="b" l="l" r="r" t="t"/>
                <a:pathLst>
                  <a:path extrusionOk="0" h="613" w="1442">
                    <a:moveTo>
                      <a:pt x="0" y="34"/>
                    </a:moveTo>
                    <a:lnTo>
                      <a:pt x="2" y="27"/>
                    </a:lnTo>
                    <a:lnTo>
                      <a:pt x="3" y="26"/>
                    </a:lnTo>
                    <a:lnTo>
                      <a:pt x="4" y="26"/>
                    </a:lnTo>
                    <a:lnTo>
                      <a:pt x="6" y="26"/>
                    </a:lnTo>
                    <a:lnTo>
                      <a:pt x="7" y="26"/>
                    </a:lnTo>
                    <a:lnTo>
                      <a:pt x="9" y="26"/>
                    </a:lnTo>
                    <a:lnTo>
                      <a:pt x="10" y="26"/>
                    </a:lnTo>
                    <a:lnTo>
                      <a:pt x="11" y="26"/>
                    </a:lnTo>
                    <a:lnTo>
                      <a:pt x="13" y="27"/>
                    </a:lnTo>
                    <a:lnTo>
                      <a:pt x="14" y="27"/>
                    </a:lnTo>
                    <a:lnTo>
                      <a:pt x="15" y="27"/>
                    </a:lnTo>
                    <a:lnTo>
                      <a:pt x="17" y="27"/>
                    </a:lnTo>
                    <a:lnTo>
                      <a:pt x="18" y="26"/>
                    </a:lnTo>
                    <a:lnTo>
                      <a:pt x="19" y="26"/>
                    </a:lnTo>
                    <a:lnTo>
                      <a:pt x="21" y="26"/>
                    </a:lnTo>
                    <a:lnTo>
                      <a:pt x="22" y="27"/>
                    </a:lnTo>
                    <a:lnTo>
                      <a:pt x="23" y="27"/>
                    </a:lnTo>
                    <a:lnTo>
                      <a:pt x="25" y="27"/>
                    </a:lnTo>
                    <a:lnTo>
                      <a:pt x="26" y="27"/>
                    </a:lnTo>
                    <a:lnTo>
                      <a:pt x="28" y="27"/>
                    </a:lnTo>
                    <a:lnTo>
                      <a:pt x="29" y="27"/>
                    </a:lnTo>
                    <a:lnTo>
                      <a:pt x="30" y="26"/>
                    </a:lnTo>
                    <a:lnTo>
                      <a:pt x="32" y="25"/>
                    </a:lnTo>
                    <a:lnTo>
                      <a:pt x="33" y="24"/>
                    </a:lnTo>
                    <a:lnTo>
                      <a:pt x="34" y="24"/>
                    </a:lnTo>
                    <a:lnTo>
                      <a:pt x="36" y="24"/>
                    </a:lnTo>
                    <a:lnTo>
                      <a:pt x="37" y="24"/>
                    </a:lnTo>
                    <a:lnTo>
                      <a:pt x="38" y="24"/>
                    </a:lnTo>
                    <a:lnTo>
                      <a:pt x="40" y="26"/>
                    </a:lnTo>
                    <a:lnTo>
                      <a:pt x="41" y="26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5" y="26"/>
                    </a:lnTo>
                    <a:lnTo>
                      <a:pt x="47" y="26"/>
                    </a:lnTo>
                    <a:lnTo>
                      <a:pt x="48" y="25"/>
                    </a:lnTo>
                    <a:lnTo>
                      <a:pt x="49" y="25"/>
                    </a:lnTo>
                    <a:lnTo>
                      <a:pt x="51" y="25"/>
                    </a:lnTo>
                    <a:lnTo>
                      <a:pt x="52" y="25"/>
                    </a:lnTo>
                    <a:lnTo>
                      <a:pt x="53" y="24"/>
                    </a:lnTo>
                    <a:lnTo>
                      <a:pt x="55" y="23"/>
                    </a:lnTo>
                    <a:lnTo>
                      <a:pt x="56" y="24"/>
                    </a:lnTo>
                    <a:lnTo>
                      <a:pt x="57" y="24"/>
                    </a:lnTo>
                    <a:lnTo>
                      <a:pt x="59" y="24"/>
                    </a:lnTo>
                    <a:lnTo>
                      <a:pt x="60" y="23"/>
                    </a:lnTo>
                    <a:lnTo>
                      <a:pt x="62" y="23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6" y="23"/>
                    </a:lnTo>
                    <a:lnTo>
                      <a:pt x="67" y="23"/>
                    </a:lnTo>
                    <a:lnTo>
                      <a:pt x="68" y="23"/>
                    </a:lnTo>
                    <a:lnTo>
                      <a:pt x="70" y="24"/>
                    </a:lnTo>
                    <a:lnTo>
                      <a:pt x="71" y="24"/>
                    </a:lnTo>
                    <a:lnTo>
                      <a:pt x="72" y="25"/>
                    </a:lnTo>
                    <a:lnTo>
                      <a:pt x="74" y="24"/>
                    </a:lnTo>
                    <a:lnTo>
                      <a:pt x="75" y="25"/>
                    </a:lnTo>
                    <a:lnTo>
                      <a:pt x="77" y="25"/>
                    </a:lnTo>
                    <a:lnTo>
                      <a:pt x="78" y="25"/>
                    </a:lnTo>
                    <a:lnTo>
                      <a:pt x="79" y="25"/>
                    </a:lnTo>
                    <a:lnTo>
                      <a:pt x="81" y="26"/>
                    </a:lnTo>
                    <a:lnTo>
                      <a:pt x="82" y="27"/>
                    </a:lnTo>
                    <a:lnTo>
                      <a:pt x="83" y="26"/>
                    </a:lnTo>
                    <a:lnTo>
                      <a:pt x="85" y="26"/>
                    </a:lnTo>
                    <a:lnTo>
                      <a:pt x="86" y="27"/>
                    </a:lnTo>
                    <a:lnTo>
                      <a:pt x="87" y="26"/>
                    </a:lnTo>
                    <a:lnTo>
                      <a:pt x="89" y="26"/>
                    </a:lnTo>
                    <a:lnTo>
                      <a:pt x="90" y="26"/>
                    </a:lnTo>
                    <a:lnTo>
                      <a:pt x="91" y="27"/>
                    </a:lnTo>
                    <a:lnTo>
                      <a:pt x="93" y="27"/>
                    </a:lnTo>
                    <a:lnTo>
                      <a:pt x="94" y="27"/>
                    </a:lnTo>
                    <a:lnTo>
                      <a:pt x="96" y="27"/>
                    </a:lnTo>
                    <a:lnTo>
                      <a:pt x="97" y="28"/>
                    </a:lnTo>
                    <a:lnTo>
                      <a:pt x="98" y="27"/>
                    </a:lnTo>
                    <a:lnTo>
                      <a:pt x="100" y="28"/>
                    </a:lnTo>
                    <a:lnTo>
                      <a:pt x="101" y="28"/>
                    </a:lnTo>
                    <a:lnTo>
                      <a:pt x="102" y="27"/>
                    </a:lnTo>
                    <a:lnTo>
                      <a:pt x="104" y="27"/>
                    </a:lnTo>
                    <a:lnTo>
                      <a:pt x="105" y="27"/>
                    </a:lnTo>
                    <a:lnTo>
                      <a:pt x="106" y="27"/>
                    </a:lnTo>
                    <a:lnTo>
                      <a:pt x="108" y="27"/>
                    </a:lnTo>
                    <a:lnTo>
                      <a:pt x="109" y="27"/>
                    </a:lnTo>
                    <a:lnTo>
                      <a:pt x="111" y="26"/>
                    </a:lnTo>
                    <a:lnTo>
                      <a:pt x="112" y="26"/>
                    </a:lnTo>
                    <a:lnTo>
                      <a:pt x="113" y="26"/>
                    </a:lnTo>
                    <a:lnTo>
                      <a:pt x="115" y="25"/>
                    </a:lnTo>
                    <a:lnTo>
                      <a:pt x="116" y="25"/>
                    </a:lnTo>
                    <a:lnTo>
                      <a:pt x="117" y="27"/>
                    </a:lnTo>
                    <a:lnTo>
                      <a:pt x="119" y="570"/>
                    </a:lnTo>
                    <a:lnTo>
                      <a:pt x="120" y="607"/>
                    </a:lnTo>
                    <a:lnTo>
                      <a:pt x="121" y="611"/>
                    </a:lnTo>
                    <a:lnTo>
                      <a:pt x="123" y="613"/>
                    </a:lnTo>
                    <a:lnTo>
                      <a:pt x="124" y="613"/>
                    </a:lnTo>
                    <a:lnTo>
                      <a:pt x="125" y="612"/>
                    </a:lnTo>
                    <a:lnTo>
                      <a:pt x="127" y="612"/>
                    </a:lnTo>
                    <a:lnTo>
                      <a:pt x="128" y="611"/>
                    </a:lnTo>
                    <a:lnTo>
                      <a:pt x="130" y="611"/>
                    </a:lnTo>
                    <a:lnTo>
                      <a:pt x="131" y="611"/>
                    </a:lnTo>
                    <a:lnTo>
                      <a:pt x="132" y="611"/>
                    </a:lnTo>
                    <a:lnTo>
                      <a:pt x="134" y="612"/>
                    </a:lnTo>
                    <a:lnTo>
                      <a:pt x="135" y="613"/>
                    </a:lnTo>
                    <a:lnTo>
                      <a:pt x="136" y="613"/>
                    </a:lnTo>
                    <a:lnTo>
                      <a:pt x="138" y="613"/>
                    </a:lnTo>
                    <a:lnTo>
                      <a:pt x="139" y="613"/>
                    </a:lnTo>
                    <a:lnTo>
                      <a:pt x="140" y="613"/>
                    </a:lnTo>
                    <a:lnTo>
                      <a:pt x="142" y="611"/>
                    </a:lnTo>
                    <a:lnTo>
                      <a:pt x="143" y="611"/>
                    </a:lnTo>
                    <a:lnTo>
                      <a:pt x="145" y="611"/>
                    </a:lnTo>
                    <a:lnTo>
                      <a:pt x="146" y="611"/>
                    </a:lnTo>
                    <a:lnTo>
                      <a:pt x="147" y="611"/>
                    </a:lnTo>
                    <a:lnTo>
                      <a:pt x="149" y="610"/>
                    </a:lnTo>
                    <a:lnTo>
                      <a:pt x="150" y="610"/>
                    </a:lnTo>
                    <a:lnTo>
                      <a:pt x="151" y="609"/>
                    </a:lnTo>
                    <a:lnTo>
                      <a:pt x="153" y="609"/>
                    </a:lnTo>
                    <a:lnTo>
                      <a:pt x="154" y="608"/>
                    </a:lnTo>
                    <a:lnTo>
                      <a:pt x="155" y="608"/>
                    </a:lnTo>
                    <a:lnTo>
                      <a:pt x="157" y="607"/>
                    </a:lnTo>
                    <a:lnTo>
                      <a:pt x="158" y="607"/>
                    </a:lnTo>
                    <a:lnTo>
                      <a:pt x="159" y="606"/>
                    </a:lnTo>
                    <a:lnTo>
                      <a:pt x="161" y="604"/>
                    </a:lnTo>
                    <a:lnTo>
                      <a:pt x="162" y="603"/>
                    </a:lnTo>
                    <a:lnTo>
                      <a:pt x="164" y="603"/>
                    </a:lnTo>
                    <a:lnTo>
                      <a:pt x="165" y="602"/>
                    </a:lnTo>
                    <a:lnTo>
                      <a:pt x="166" y="601"/>
                    </a:lnTo>
                    <a:lnTo>
                      <a:pt x="168" y="600"/>
                    </a:lnTo>
                    <a:lnTo>
                      <a:pt x="169" y="600"/>
                    </a:lnTo>
                    <a:lnTo>
                      <a:pt x="170" y="600"/>
                    </a:lnTo>
                    <a:lnTo>
                      <a:pt x="172" y="599"/>
                    </a:lnTo>
                    <a:lnTo>
                      <a:pt x="173" y="598"/>
                    </a:lnTo>
                    <a:lnTo>
                      <a:pt x="174" y="598"/>
                    </a:lnTo>
                    <a:lnTo>
                      <a:pt x="176" y="597"/>
                    </a:lnTo>
                    <a:lnTo>
                      <a:pt x="177" y="597"/>
                    </a:lnTo>
                    <a:lnTo>
                      <a:pt x="179" y="596"/>
                    </a:lnTo>
                    <a:lnTo>
                      <a:pt x="180" y="595"/>
                    </a:lnTo>
                    <a:lnTo>
                      <a:pt x="181" y="594"/>
                    </a:lnTo>
                    <a:lnTo>
                      <a:pt x="183" y="592"/>
                    </a:lnTo>
                    <a:lnTo>
                      <a:pt x="184" y="592"/>
                    </a:lnTo>
                    <a:lnTo>
                      <a:pt x="185" y="591"/>
                    </a:lnTo>
                    <a:lnTo>
                      <a:pt x="187" y="590"/>
                    </a:lnTo>
                    <a:lnTo>
                      <a:pt x="188" y="589"/>
                    </a:lnTo>
                    <a:lnTo>
                      <a:pt x="189" y="588"/>
                    </a:lnTo>
                    <a:lnTo>
                      <a:pt x="191" y="586"/>
                    </a:lnTo>
                    <a:lnTo>
                      <a:pt x="192" y="586"/>
                    </a:lnTo>
                    <a:lnTo>
                      <a:pt x="193" y="584"/>
                    </a:lnTo>
                    <a:lnTo>
                      <a:pt x="195" y="583"/>
                    </a:lnTo>
                    <a:lnTo>
                      <a:pt x="196" y="583"/>
                    </a:lnTo>
                    <a:lnTo>
                      <a:pt x="198" y="583"/>
                    </a:lnTo>
                    <a:lnTo>
                      <a:pt x="199" y="582"/>
                    </a:lnTo>
                    <a:lnTo>
                      <a:pt x="200" y="583"/>
                    </a:lnTo>
                    <a:lnTo>
                      <a:pt x="202" y="582"/>
                    </a:lnTo>
                    <a:lnTo>
                      <a:pt x="203" y="583"/>
                    </a:lnTo>
                    <a:lnTo>
                      <a:pt x="204" y="584"/>
                    </a:lnTo>
                    <a:lnTo>
                      <a:pt x="206" y="585"/>
                    </a:lnTo>
                    <a:lnTo>
                      <a:pt x="207" y="584"/>
                    </a:lnTo>
                    <a:lnTo>
                      <a:pt x="208" y="584"/>
                    </a:lnTo>
                    <a:lnTo>
                      <a:pt x="210" y="583"/>
                    </a:lnTo>
                    <a:lnTo>
                      <a:pt x="211" y="581"/>
                    </a:lnTo>
                    <a:lnTo>
                      <a:pt x="213" y="580"/>
                    </a:lnTo>
                    <a:lnTo>
                      <a:pt x="214" y="579"/>
                    </a:lnTo>
                    <a:lnTo>
                      <a:pt x="215" y="578"/>
                    </a:lnTo>
                    <a:lnTo>
                      <a:pt x="217" y="576"/>
                    </a:lnTo>
                    <a:lnTo>
                      <a:pt x="218" y="575"/>
                    </a:lnTo>
                    <a:lnTo>
                      <a:pt x="219" y="575"/>
                    </a:lnTo>
                    <a:lnTo>
                      <a:pt x="221" y="575"/>
                    </a:lnTo>
                    <a:lnTo>
                      <a:pt x="222" y="574"/>
                    </a:lnTo>
                    <a:lnTo>
                      <a:pt x="223" y="572"/>
                    </a:lnTo>
                    <a:lnTo>
                      <a:pt x="225" y="572"/>
                    </a:lnTo>
                    <a:lnTo>
                      <a:pt x="226" y="572"/>
                    </a:lnTo>
                    <a:lnTo>
                      <a:pt x="227" y="571"/>
                    </a:lnTo>
                    <a:lnTo>
                      <a:pt x="229" y="571"/>
                    </a:lnTo>
                    <a:lnTo>
                      <a:pt x="230" y="570"/>
                    </a:lnTo>
                    <a:lnTo>
                      <a:pt x="232" y="568"/>
                    </a:lnTo>
                    <a:lnTo>
                      <a:pt x="233" y="569"/>
                    </a:lnTo>
                    <a:lnTo>
                      <a:pt x="234" y="568"/>
                    </a:lnTo>
                    <a:lnTo>
                      <a:pt x="236" y="568"/>
                    </a:lnTo>
                    <a:lnTo>
                      <a:pt x="237" y="566"/>
                    </a:lnTo>
                    <a:lnTo>
                      <a:pt x="238" y="565"/>
                    </a:lnTo>
                    <a:lnTo>
                      <a:pt x="240" y="565"/>
                    </a:lnTo>
                    <a:lnTo>
                      <a:pt x="241" y="565"/>
                    </a:lnTo>
                    <a:lnTo>
                      <a:pt x="242" y="564"/>
                    </a:lnTo>
                    <a:lnTo>
                      <a:pt x="244" y="564"/>
                    </a:lnTo>
                    <a:lnTo>
                      <a:pt x="245" y="563"/>
                    </a:lnTo>
                    <a:lnTo>
                      <a:pt x="247" y="564"/>
                    </a:lnTo>
                    <a:lnTo>
                      <a:pt x="248" y="564"/>
                    </a:lnTo>
                    <a:lnTo>
                      <a:pt x="249" y="563"/>
                    </a:lnTo>
                    <a:lnTo>
                      <a:pt x="251" y="562"/>
                    </a:lnTo>
                    <a:lnTo>
                      <a:pt x="252" y="562"/>
                    </a:lnTo>
                    <a:lnTo>
                      <a:pt x="253" y="561"/>
                    </a:lnTo>
                    <a:lnTo>
                      <a:pt x="255" y="561"/>
                    </a:lnTo>
                    <a:lnTo>
                      <a:pt x="256" y="561"/>
                    </a:lnTo>
                    <a:lnTo>
                      <a:pt x="257" y="560"/>
                    </a:lnTo>
                    <a:lnTo>
                      <a:pt x="259" y="560"/>
                    </a:lnTo>
                    <a:lnTo>
                      <a:pt x="260" y="561"/>
                    </a:lnTo>
                    <a:lnTo>
                      <a:pt x="261" y="560"/>
                    </a:lnTo>
                    <a:lnTo>
                      <a:pt x="263" y="560"/>
                    </a:lnTo>
                    <a:lnTo>
                      <a:pt x="264" y="559"/>
                    </a:lnTo>
                    <a:lnTo>
                      <a:pt x="266" y="558"/>
                    </a:lnTo>
                    <a:lnTo>
                      <a:pt x="267" y="558"/>
                    </a:lnTo>
                    <a:lnTo>
                      <a:pt x="268" y="558"/>
                    </a:lnTo>
                    <a:lnTo>
                      <a:pt x="270" y="557"/>
                    </a:lnTo>
                    <a:lnTo>
                      <a:pt x="271" y="556"/>
                    </a:lnTo>
                    <a:lnTo>
                      <a:pt x="272" y="556"/>
                    </a:lnTo>
                    <a:lnTo>
                      <a:pt x="274" y="555"/>
                    </a:lnTo>
                    <a:lnTo>
                      <a:pt x="275" y="555"/>
                    </a:lnTo>
                    <a:lnTo>
                      <a:pt x="276" y="555"/>
                    </a:lnTo>
                    <a:lnTo>
                      <a:pt x="278" y="554"/>
                    </a:lnTo>
                    <a:lnTo>
                      <a:pt x="279" y="554"/>
                    </a:lnTo>
                    <a:lnTo>
                      <a:pt x="281" y="553"/>
                    </a:lnTo>
                    <a:lnTo>
                      <a:pt x="282" y="553"/>
                    </a:lnTo>
                    <a:lnTo>
                      <a:pt x="283" y="553"/>
                    </a:lnTo>
                    <a:lnTo>
                      <a:pt x="285" y="552"/>
                    </a:lnTo>
                    <a:lnTo>
                      <a:pt x="286" y="552"/>
                    </a:lnTo>
                    <a:lnTo>
                      <a:pt x="287" y="551"/>
                    </a:lnTo>
                    <a:lnTo>
                      <a:pt x="289" y="551"/>
                    </a:lnTo>
                    <a:lnTo>
                      <a:pt x="290" y="551"/>
                    </a:lnTo>
                    <a:lnTo>
                      <a:pt x="291" y="551"/>
                    </a:lnTo>
                    <a:lnTo>
                      <a:pt x="293" y="552"/>
                    </a:lnTo>
                    <a:lnTo>
                      <a:pt x="294" y="552"/>
                    </a:lnTo>
                    <a:lnTo>
                      <a:pt x="295" y="553"/>
                    </a:lnTo>
                    <a:lnTo>
                      <a:pt x="297" y="552"/>
                    </a:lnTo>
                    <a:lnTo>
                      <a:pt x="298" y="552"/>
                    </a:lnTo>
                    <a:lnTo>
                      <a:pt x="300" y="551"/>
                    </a:lnTo>
                    <a:lnTo>
                      <a:pt x="301" y="551"/>
                    </a:lnTo>
                    <a:lnTo>
                      <a:pt x="302" y="550"/>
                    </a:lnTo>
                    <a:lnTo>
                      <a:pt x="304" y="550"/>
                    </a:lnTo>
                    <a:lnTo>
                      <a:pt x="305" y="549"/>
                    </a:lnTo>
                    <a:lnTo>
                      <a:pt x="306" y="549"/>
                    </a:lnTo>
                    <a:lnTo>
                      <a:pt x="308" y="549"/>
                    </a:lnTo>
                    <a:lnTo>
                      <a:pt x="309" y="548"/>
                    </a:lnTo>
                    <a:lnTo>
                      <a:pt x="310" y="548"/>
                    </a:lnTo>
                    <a:lnTo>
                      <a:pt x="312" y="548"/>
                    </a:lnTo>
                    <a:lnTo>
                      <a:pt x="313" y="548"/>
                    </a:lnTo>
                    <a:lnTo>
                      <a:pt x="315" y="547"/>
                    </a:lnTo>
                    <a:lnTo>
                      <a:pt x="316" y="547"/>
                    </a:lnTo>
                    <a:lnTo>
                      <a:pt x="317" y="547"/>
                    </a:lnTo>
                    <a:lnTo>
                      <a:pt x="319" y="547"/>
                    </a:lnTo>
                    <a:lnTo>
                      <a:pt x="320" y="547"/>
                    </a:lnTo>
                    <a:lnTo>
                      <a:pt x="321" y="548"/>
                    </a:lnTo>
                    <a:lnTo>
                      <a:pt x="323" y="546"/>
                    </a:lnTo>
                    <a:lnTo>
                      <a:pt x="324" y="547"/>
                    </a:lnTo>
                    <a:lnTo>
                      <a:pt x="325" y="546"/>
                    </a:lnTo>
                    <a:lnTo>
                      <a:pt x="327" y="546"/>
                    </a:lnTo>
                    <a:lnTo>
                      <a:pt x="328" y="545"/>
                    </a:lnTo>
                    <a:lnTo>
                      <a:pt x="329" y="545"/>
                    </a:lnTo>
                    <a:lnTo>
                      <a:pt x="331" y="545"/>
                    </a:lnTo>
                    <a:lnTo>
                      <a:pt x="332" y="545"/>
                    </a:lnTo>
                    <a:lnTo>
                      <a:pt x="334" y="544"/>
                    </a:lnTo>
                    <a:lnTo>
                      <a:pt x="335" y="545"/>
                    </a:lnTo>
                    <a:lnTo>
                      <a:pt x="336" y="543"/>
                    </a:lnTo>
                    <a:lnTo>
                      <a:pt x="338" y="545"/>
                    </a:lnTo>
                    <a:lnTo>
                      <a:pt x="339" y="545"/>
                    </a:lnTo>
                    <a:lnTo>
                      <a:pt x="340" y="545"/>
                    </a:lnTo>
                    <a:lnTo>
                      <a:pt x="342" y="545"/>
                    </a:lnTo>
                    <a:lnTo>
                      <a:pt x="343" y="545"/>
                    </a:lnTo>
                    <a:lnTo>
                      <a:pt x="344" y="544"/>
                    </a:lnTo>
                    <a:lnTo>
                      <a:pt x="346" y="546"/>
                    </a:lnTo>
                    <a:lnTo>
                      <a:pt x="347" y="545"/>
                    </a:lnTo>
                    <a:lnTo>
                      <a:pt x="349" y="545"/>
                    </a:lnTo>
                    <a:lnTo>
                      <a:pt x="350" y="545"/>
                    </a:lnTo>
                    <a:lnTo>
                      <a:pt x="351" y="546"/>
                    </a:lnTo>
                    <a:lnTo>
                      <a:pt x="353" y="546"/>
                    </a:lnTo>
                    <a:lnTo>
                      <a:pt x="354" y="547"/>
                    </a:lnTo>
                    <a:lnTo>
                      <a:pt x="355" y="546"/>
                    </a:lnTo>
                    <a:lnTo>
                      <a:pt x="357" y="547"/>
                    </a:lnTo>
                    <a:lnTo>
                      <a:pt x="358" y="547"/>
                    </a:lnTo>
                    <a:lnTo>
                      <a:pt x="359" y="547"/>
                    </a:lnTo>
                    <a:lnTo>
                      <a:pt x="361" y="548"/>
                    </a:lnTo>
                    <a:lnTo>
                      <a:pt x="362" y="548"/>
                    </a:lnTo>
                    <a:lnTo>
                      <a:pt x="363" y="549"/>
                    </a:lnTo>
                    <a:lnTo>
                      <a:pt x="365" y="549"/>
                    </a:lnTo>
                    <a:lnTo>
                      <a:pt x="366" y="549"/>
                    </a:lnTo>
                    <a:lnTo>
                      <a:pt x="368" y="549"/>
                    </a:lnTo>
                    <a:lnTo>
                      <a:pt x="369" y="550"/>
                    </a:lnTo>
                    <a:lnTo>
                      <a:pt x="370" y="551"/>
                    </a:lnTo>
                    <a:lnTo>
                      <a:pt x="372" y="551"/>
                    </a:lnTo>
                    <a:lnTo>
                      <a:pt x="373" y="552"/>
                    </a:lnTo>
                    <a:lnTo>
                      <a:pt x="374" y="552"/>
                    </a:lnTo>
                    <a:lnTo>
                      <a:pt x="376" y="553"/>
                    </a:lnTo>
                    <a:lnTo>
                      <a:pt x="377" y="554"/>
                    </a:lnTo>
                    <a:lnTo>
                      <a:pt x="378" y="555"/>
                    </a:lnTo>
                    <a:lnTo>
                      <a:pt x="380" y="554"/>
                    </a:lnTo>
                    <a:lnTo>
                      <a:pt x="381" y="554"/>
                    </a:lnTo>
                    <a:lnTo>
                      <a:pt x="383" y="554"/>
                    </a:lnTo>
                    <a:lnTo>
                      <a:pt x="384" y="554"/>
                    </a:lnTo>
                    <a:lnTo>
                      <a:pt x="385" y="554"/>
                    </a:lnTo>
                    <a:lnTo>
                      <a:pt x="387" y="554"/>
                    </a:lnTo>
                    <a:lnTo>
                      <a:pt x="388" y="553"/>
                    </a:lnTo>
                    <a:lnTo>
                      <a:pt x="389" y="554"/>
                    </a:lnTo>
                    <a:lnTo>
                      <a:pt x="391" y="553"/>
                    </a:lnTo>
                    <a:lnTo>
                      <a:pt x="392" y="553"/>
                    </a:lnTo>
                    <a:lnTo>
                      <a:pt x="393" y="554"/>
                    </a:lnTo>
                    <a:lnTo>
                      <a:pt x="395" y="554"/>
                    </a:lnTo>
                    <a:lnTo>
                      <a:pt x="396" y="554"/>
                    </a:lnTo>
                    <a:lnTo>
                      <a:pt x="397" y="555"/>
                    </a:lnTo>
                    <a:lnTo>
                      <a:pt x="399" y="554"/>
                    </a:lnTo>
                    <a:lnTo>
                      <a:pt x="400" y="555"/>
                    </a:lnTo>
                    <a:lnTo>
                      <a:pt x="402" y="556"/>
                    </a:lnTo>
                    <a:lnTo>
                      <a:pt x="403" y="557"/>
                    </a:lnTo>
                    <a:lnTo>
                      <a:pt x="404" y="558"/>
                    </a:lnTo>
                    <a:lnTo>
                      <a:pt x="406" y="558"/>
                    </a:lnTo>
                    <a:lnTo>
                      <a:pt x="407" y="559"/>
                    </a:lnTo>
                    <a:lnTo>
                      <a:pt x="408" y="559"/>
                    </a:lnTo>
                    <a:lnTo>
                      <a:pt x="410" y="559"/>
                    </a:lnTo>
                    <a:lnTo>
                      <a:pt x="411" y="560"/>
                    </a:lnTo>
                    <a:lnTo>
                      <a:pt x="412" y="560"/>
                    </a:lnTo>
                    <a:lnTo>
                      <a:pt x="414" y="560"/>
                    </a:lnTo>
                    <a:lnTo>
                      <a:pt x="415" y="560"/>
                    </a:lnTo>
                    <a:lnTo>
                      <a:pt x="417" y="560"/>
                    </a:lnTo>
                    <a:lnTo>
                      <a:pt x="418" y="560"/>
                    </a:lnTo>
                    <a:lnTo>
                      <a:pt x="419" y="561"/>
                    </a:lnTo>
                    <a:lnTo>
                      <a:pt x="421" y="561"/>
                    </a:lnTo>
                    <a:lnTo>
                      <a:pt x="422" y="561"/>
                    </a:lnTo>
                    <a:lnTo>
                      <a:pt x="423" y="558"/>
                    </a:lnTo>
                    <a:lnTo>
                      <a:pt x="425" y="94"/>
                    </a:lnTo>
                    <a:lnTo>
                      <a:pt x="426" y="94"/>
                    </a:lnTo>
                    <a:lnTo>
                      <a:pt x="427" y="93"/>
                    </a:lnTo>
                    <a:lnTo>
                      <a:pt x="429" y="93"/>
                    </a:lnTo>
                    <a:lnTo>
                      <a:pt x="430" y="93"/>
                    </a:lnTo>
                    <a:lnTo>
                      <a:pt x="431" y="94"/>
                    </a:lnTo>
                    <a:lnTo>
                      <a:pt x="433" y="94"/>
                    </a:lnTo>
                    <a:lnTo>
                      <a:pt x="434" y="94"/>
                    </a:lnTo>
                    <a:lnTo>
                      <a:pt x="436" y="94"/>
                    </a:lnTo>
                    <a:lnTo>
                      <a:pt x="437" y="93"/>
                    </a:lnTo>
                    <a:lnTo>
                      <a:pt x="438" y="93"/>
                    </a:lnTo>
                    <a:lnTo>
                      <a:pt x="440" y="92"/>
                    </a:lnTo>
                    <a:lnTo>
                      <a:pt x="441" y="91"/>
                    </a:lnTo>
                    <a:lnTo>
                      <a:pt x="442" y="90"/>
                    </a:lnTo>
                    <a:lnTo>
                      <a:pt x="444" y="90"/>
                    </a:lnTo>
                    <a:lnTo>
                      <a:pt x="445" y="89"/>
                    </a:lnTo>
                    <a:lnTo>
                      <a:pt x="446" y="88"/>
                    </a:lnTo>
                    <a:lnTo>
                      <a:pt x="448" y="88"/>
                    </a:lnTo>
                    <a:lnTo>
                      <a:pt x="449" y="88"/>
                    </a:lnTo>
                    <a:lnTo>
                      <a:pt x="451" y="89"/>
                    </a:lnTo>
                    <a:lnTo>
                      <a:pt x="452" y="89"/>
                    </a:lnTo>
                    <a:lnTo>
                      <a:pt x="453" y="89"/>
                    </a:lnTo>
                    <a:lnTo>
                      <a:pt x="455" y="90"/>
                    </a:lnTo>
                    <a:lnTo>
                      <a:pt x="456" y="90"/>
                    </a:lnTo>
                    <a:lnTo>
                      <a:pt x="457" y="89"/>
                    </a:lnTo>
                    <a:lnTo>
                      <a:pt x="459" y="90"/>
                    </a:lnTo>
                    <a:lnTo>
                      <a:pt x="460" y="89"/>
                    </a:lnTo>
                    <a:lnTo>
                      <a:pt x="461" y="88"/>
                    </a:lnTo>
                    <a:lnTo>
                      <a:pt x="463" y="87"/>
                    </a:lnTo>
                    <a:lnTo>
                      <a:pt x="464" y="88"/>
                    </a:lnTo>
                    <a:lnTo>
                      <a:pt x="465" y="87"/>
                    </a:lnTo>
                    <a:lnTo>
                      <a:pt x="467" y="87"/>
                    </a:lnTo>
                    <a:lnTo>
                      <a:pt x="468" y="86"/>
                    </a:lnTo>
                    <a:lnTo>
                      <a:pt x="470" y="85"/>
                    </a:lnTo>
                    <a:lnTo>
                      <a:pt x="471" y="84"/>
                    </a:lnTo>
                    <a:lnTo>
                      <a:pt x="472" y="84"/>
                    </a:lnTo>
                    <a:lnTo>
                      <a:pt x="474" y="84"/>
                    </a:lnTo>
                    <a:lnTo>
                      <a:pt x="475" y="84"/>
                    </a:lnTo>
                    <a:lnTo>
                      <a:pt x="476" y="84"/>
                    </a:lnTo>
                    <a:lnTo>
                      <a:pt x="478" y="84"/>
                    </a:lnTo>
                    <a:lnTo>
                      <a:pt x="479" y="84"/>
                    </a:lnTo>
                    <a:lnTo>
                      <a:pt x="480" y="85"/>
                    </a:lnTo>
                    <a:lnTo>
                      <a:pt x="482" y="85"/>
                    </a:lnTo>
                    <a:lnTo>
                      <a:pt x="483" y="84"/>
                    </a:lnTo>
                    <a:lnTo>
                      <a:pt x="485" y="84"/>
                    </a:lnTo>
                    <a:lnTo>
                      <a:pt x="486" y="84"/>
                    </a:lnTo>
                    <a:lnTo>
                      <a:pt x="487" y="84"/>
                    </a:lnTo>
                    <a:lnTo>
                      <a:pt x="489" y="84"/>
                    </a:lnTo>
                    <a:lnTo>
                      <a:pt x="490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4" y="83"/>
                    </a:lnTo>
                    <a:lnTo>
                      <a:pt x="495" y="83"/>
                    </a:lnTo>
                    <a:lnTo>
                      <a:pt x="497" y="81"/>
                    </a:lnTo>
                    <a:lnTo>
                      <a:pt x="498" y="81"/>
                    </a:lnTo>
                    <a:lnTo>
                      <a:pt x="499" y="81"/>
                    </a:lnTo>
                    <a:lnTo>
                      <a:pt x="501" y="81"/>
                    </a:lnTo>
                    <a:lnTo>
                      <a:pt x="502" y="81"/>
                    </a:lnTo>
                    <a:lnTo>
                      <a:pt x="504" y="81"/>
                    </a:lnTo>
                    <a:lnTo>
                      <a:pt x="505" y="80"/>
                    </a:lnTo>
                    <a:lnTo>
                      <a:pt x="506" y="81"/>
                    </a:lnTo>
                    <a:lnTo>
                      <a:pt x="508" y="82"/>
                    </a:lnTo>
                    <a:lnTo>
                      <a:pt x="509" y="82"/>
                    </a:lnTo>
                    <a:lnTo>
                      <a:pt x="510" y="82"/>
                    </a:lnTo>
                    <a:lnTo>
                      <a:pt x="512" y="82"/>
                    </a:lnTo>
                    <a:lnTo>
                      <a:pt x="513" y="81"/>
                    </a:lnTo>
                    <a:lnTo>
                      <a:pt x="514" y="80"/>
                    </a:lnTo>
                    <a:lnTo>
                      <a:pt x="516" y="80"/>
                    </a:lnTo>
                    <a:lnTo>
                      <a:pt x="517" y="80"/>
                    </a:lnTo>
                    <a:lnTo>
                      <a:pt x="519" y="80"/>
                    </a:lnTo>
                    <a:lnTo>
                      <a:pt x="520" y="80"/>
                    </a:lnTo>
                    <a:lnTo>
                      <a:pt x="521" y="81"/>
                    </a:lnTo>
                    <a:lnTo>
                      <a:pt x="523" y="81"/>
                    </a:lnTo>
                    <a:lnTo>
                      <a:pt x="524" y="81"/>
                    </a:lnTo>
                    <a:lnTo>
                      <a:pt x="525" y="79"/>
                    </a:lnTo>
                    <a:lnTo>
                      <a:pt x="527" y="79"/>
                    </a:lnTo>
                    <a:lnTo>
                      <a:pt x="528" y="79"/>
                    </a:lnTo>
                    <a:lnTo>
                      <a:pt x="529" y="78"/>
                    </a:lnTo>
                    <a:lnTo>
                      <a:pt x="531" y="78"/>
                    </a:lnTo>
                    <a:lnTo>
                      <a:pt x="532" y="79"/>
                    </a:lnTo>
                    <a:lnTo>
                      <a:pt x="533" y="80"/>
                    </a:lnTo>
                    <a:lnTo>
                      <a:pt x="535" y="81"/>
                    </a:lnTo>
                    <a:lnTo>
                      <a:pt x="536" y="82"/>
                    </a:lnTo>
                    <a:lnTo>
                      <a:pt x="538" y="82"/>
                    </a:lnTo>
                    <a:lnTo>
                      <a:pt x="539" y="82"/>
                    </a:lnTo>
                    <a:lnTo>
                      <a:pt x="540" y="82"/>
                    </a:lnTo>
                    <a:lnTo>
                      <a:pt x="542" y="82"/>
                    </a:lnTo>
                    <a:lnTo>
                      <a:pt x="543" y="81"/>
                    </a:lnTo>
                    <a:lnTo>
                      <a:pt x="544" y="80"/>
                    </a:lnTo>
                    <a:lnTo>
                      <a:pt x="546" y="80"/>
                    </a:lnTo>
                    <a:lnTo>
                      <a:pt x="547" y="81"/>
                    </a:lnTo>
                    <a:lnTo>
                      <a:pt x="548" y="81"/>
                    </a:lnTo>
                    <a:lnTo>
                      <a:pt x="550" y="81"/>
                    </a:lnTo>
                    <a:lnTo>
                      <a:pt x="551" y="81"/>
                    </a:lnTo>
                    <a:lnTo>
                      <a:pt x="553" y="81"/>
                    </a:lnTo>
                    <a:lnTo>
                      <a:pt x="554" y="81"/>
                    </a:lnTo>
                    <a:lnTo>
                      <a:pt x="555" y="82"/>
                    </a:lnTo>
                    <a:lnTo>
                      <a:pt x="557" y="81"/>
                    </a:lnTo>
                    <a:lnTo>
                      <a:pt x="558" y="82"/>
                    </a:lnTo>
                    <a:lnTo>
                      <a:pt x="559" y="82"/>
                    </a:lnTo>
                    <a:lnTo>
                      <a:pt x="561" y="82"/>
                    </a:lnTo>
                    <a:lnTo>
                      <a:pt x="562" y="83"/>
                    </a:lnTo>
                    <a:lnTo>
                      <a:pt x="563" y="83"/>
                    </a:lnTo>
                    <a:lnTo>
                      <a:pt x="565" y="84"/>
                    </a:lnTo>
                    <a:lnTo>
                      <a:pt x="566" y="84"/>
                    </a:lnTo>
                    <a:lnTo>
                      <a:pt x="567" y="83"/>
                    </a:lnTo>
                    <a:lnTo>
                      <a:pt x="569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3" y="82"/>
                    </a:lnTo>
                    <a:lnTo>
                      <a:pt x="574" y="81"/>
                    </a:lnTo>
                    <a:lnTo>
                      <a:pt x="576" y="79"/>
                    </a:lnTo>
                    <a:lnTo>
                      <a:pt x="577" y="79"/>
                    </a:lnTo>
                    <a:lnTo>
                      <a:pt x="578" y="78"/>
                    </a:lnTo>
                    <a:lnTo>
                      <a:pt x="580" y="77"/>
                    </a:lnTo>
                    <a:lnTo>
                      <a:pt x="581" y="75"/>
                    </a:lnTo>
                    <a:lnTo>
                      <a:pt x="582" y="75"/>
                    </a:lnTo>
                    <a:lnTo>
                      <a:pt x="584" y="74"/>
                    </a:lnTo>
                    <a:lnTo>
                      <a:pt x="585" y="75"/>
                    </a:lnTo>
                    <a:lnTo>
                      <a:pt x="587" y="75"/>
                    </a:lnTo>
                    <a:lnTo>
                      <a:pt x="588" y="75"/>
                    </a:lnTo>
                    <a:lnTo>
                      <a:pt x="589" y="75"/>
                    </a:lnTo>
                    <a:lnTo>
                      <a:pt x="591" y="75"/>
                    </a:lnTo>
                    <a:lnTo>
                      <a:pt x="592" y="75"/>
                    </a:lnTo>
                    <a:lnTo>
                      <a:pt x="593" y="74"/>
                    </a:lnTo>
                    <a:lnTo>
                      <a:pt x="595" y="73"/>
                    </a:lnTo>
                    <a:lnTo>
                      <a:pt x="596" y="73"/>
                    </a:lnTo>
                    <a:lnTo>
                      <a:pt x="597" y="73"/>
                    </a:lnTo>
                    <a:lnTo>
                      <a:pt x="599" y="72"/>
                    </a:lnTo>
                    <a:lnTo>
                      <a:pt x="600" y="73"/>
                    </a:lnTo>
                    <a:lnTo>
                      <a:pt x="601" y="73"/>
                    </a:lnTo>
                    <a:lnTo>
                      <a:pt x="603" y="73"/>
                    </a:lnTo>
                    <a:lnTo>
                      <a:pt x="604" y="74"/>
                    </a:lnTo>
                    <a:lnTo>
                      <a:pt x="606" y="74"/>
                    </a:lnTo>
                    <a:lnTo>
                      <a:pt x="607" y="74"/>
                    </a:lnTo>
                    <a:lnTo>
                      <a:pt x="608" y="75"/>
                    </a:lnTo>
                    <a:lnTo>
                      <a:pt x="610" y="76"/>
                    </a:lnTo>
                    <a:lnTo>
                      <a:pt x="611" y="75"/>
                    </a:lnTo>
                    <a:lnTo>
                      <a:pt x="612" y="75"/>
                    </a:lnTo>
                    <a:lnTo>
                      <a:pt x="614" y="75"/>
                    </a:lnTo>
                    <a:lnTo>
                      <a:pt x="615" y="75"/>
                    </a:lnTo>
                    <a:lnTo>
                      <a:pt x="616" y="75"/>
                    </a:lnTo>
                    <a:lnTo>
                      <a:pt x="618" y="75"/>
                    </a:lnTo>
                    <a:lnTo>
                      <a:pt x="619" y="74"/>
                    </a:lnTo>
                    <a:lnTo>
                      <a:pt x="621" y="74"/>
                    </a:lnTo>
                    <a:lnTo>
                      <a:pt x="622" y="74"/>
                    </a:lnTo>
                    <a:lnTo>
                      <a:pt x="623" y="74"/>
                    </a:lnTo>
                    <a:lnTo>
                      <a:pt x="625" y="73"/>
                    </a:lnTo>
                    <a:lnTo>
                      <a:pt x="626" y="73"/>
                    </a:lnTo>
                    <a:lnTo>
                      <a:pt x="627" y="73"/>
                    </a:lnTo>
                    <a:lnTo>
                      <a:pt x="629" y="73"/>
                    </a:lnTo>
                    <a:lnTo>
                      <a:pt x="630" y="73"/>
                    </a:lnTo>
                    <a:lnTo>
                      <a:pt x="631" y="73"/>
                    </a:lnTo>
                    <a:lnTo>
                      <a:pt x="633" y="74"/>
                    </a:lnTo>
                    <a:lnTo>
                      <a:pt x="634" y="74"/>
                    </a:lnTo>
                    <a:lnTo>
                      <a:pt x="635" y="74"/>
                    </a:lnTo>
                    <a:lnTo>
                      <a:pt x="637" y="74"/>
                    </a:lnTo>
                    <a:lnTo>
                      <a:pt x="638" y="74"/>
                    </a:lnTo>
                    <a:lnTo>
                      <a:pt x="640" y="73"/>
                    </a:lnTo>
                    <a:lnTo>
                      <a:pt x="641" y="74"/>
                    </a:lnTo>
                    <a:lnTo>
                      <a:pt x="642" y="73"/>
                    </a:lnTo>
                    <a:lnTo>
                      <a:pt x="644" y="73"/>
                    </a:lnTo>
                    <a:lnTo>
                      <a:pt x="645" y="74"/>
                    </a:lnTo>
                    <a:lnTo>
                      <a:pt x="646" y="74"/>
                    </a:lnTo>
                    <a:lnTo>
                      <a:pt x="648" y="73"/>
                    </a:lnTo>
                    <a:lnTo>
                      <a:pt x="649" y="73"/>
                    </a:lnTo>
                    <a:lnTo>
                      <a:pt x="650" y="73"/>
                    </a:lnTo>
                    <a:lnTo>
                      <a:pt x="652" y="73"/>
                    </a:lnTo>
                    <a:lnTo>
                      <a:pt x="653" y="73"/>
                    </a:lnTo>
                    <a:lnTo>
                      <a:pt x="655" y="72"/>
                    </a:lnTo>
                    <a:lnTo>
                      <a:pt x="656" y="71"/>
                    </a:lnTo>
                    <a:lnTo>
                      <a:pt x="657" y="71"/>
                    </a:lnTo>
                    <a:lnTo>
                      <a:pt x="659" y="71"/>
                    </a:lnTo>
                    <a:lnTo>
                      <a:pt x="660" y="71"/>
                    </a:lnTo>
                    <a:lnTo>
                      <a:pt x="661" y="71"/>
                    </a:lnTo>
                    <a:lnTo>
                      <a:pt x="663" y="71"/>
                    </a:lnTo>
                    <a:lnTo>
                      <a:pt x="664" y="71"/>
                    </a:lnTo>
                    <a:lnTo>
                      <a:pt x="665" y="71"/>
                    </a:lnTo>
                    <a:lnTo>
                      <a:pt x="667" y="71"/>
                    </a:lnTo>
                    <a:lnTo>
                      <a:pt x="668" y="70"/>
                    </a:lnTo>
                    <a:lnTo>
                      <a:pt x="669" y="69"/>
                    </a:lnTo>
                    <a:lnTo>
                      <a:pt x="671" y="68"/>
                    </a:lnTo>
                    <a:lnTo>
                      <a:pt x="672" y="67"/>
                    </a:lnTo>
                    <a:lnTo>
                      <a:pt x="674" y="67"/>
                    </a:lnTo>
                    <a:lnTo>
                      <a:pt x="675" y="68"/>
                    </a:lnTo>
                    <a:lnTo>
                      <a:pt x="676" y="68"/>
                    </a:lnTo>
                    <a:lnTo>
                      <a:pt x="678" y="67"/>
                    </a:lnTo>
                    <a:lnTo>
                      <a:pt x="679" y="68"/>
                    </a:lnTo>
                    <a:lnTo>
                      <a:pt x="680" y="68"/>
                    </a:lnTo>
                    <a:lnTo>
                      <a:pt x="682" y="67"/>
                    </a:lnTo>
                    <a:lnTo>
                      <a:pt x="683" y="67"/>
                    </a:lnTo>
                    <a:lnTo>
                      <a:pt x="684" y="66"/>
                    </a:lnTo>
                    <a:lnTo>
                      <a:pt x="686" y="66"/>
                    </a:lnTo>
                    <a:lnTo>
                      <a:pt x="687" y="66"/>
                    </a:lnTo>
                    <a:lnTo>
                      <a:pt x="689" y="66"/>
                    </a:lnTo>
                    <a:lnTo>
                      <a:pt x="690" y="66"/>
                    </a:lnTo>
                    <a:lnTo>
                      <a:pt x="691" y="66"/>
                    </a:lnTo>
                    <a:lnTo>
                      <a:pt x="693" y="67"/>
                    </a:lnTo>
                    <a:lnTo>
                      <a:pt x="694" y="67"/>
                    </a:lnTo>
                    <a:lnTo>
                      <a:pt x="695" y="68"/>
                    </a:lnTo>
                    <a:lnTo>
                      <a:pt x="697" y="67"/>
                    </a:lnTo>
                    <a:lnTo>
                      <a:pt x="698" y="68"/>
                    </a:lnTo>
                    <a:lnTo>
                      <a:pt x="699" y="67"/>
                    </a:lnTo>
                    <a:lnTo>
                      <a:pt x="701" y="66"/>
                    </a:lnTo>
                    <a:lnTo>
                      <a:pt x="702" y="67"/>
                    </a:lnTo>
                    <a:lnTo>
                      <a:pt x="703" y="66"/>
                    </a:lnTo>
                    <a:lnTo>
                      <a:pt x="705" y="66"/>
                    </a:lnTo>
                    <a:lnTo>
                      <a:pt x="706" y="66"/>
                    </a:lnTo>
                    <a:lnTo>
                      <a:pt x="708" y="66"/>
                    </a:lnTo>
                    <a:lnTo>
                      <a:pt x="709" y="66"/>
                    </a:lnTo>
                    <a:lnTo>
                      <a:pt x="710" y="67"/>
                    </a:lnTo>
                    <a:lnTo>
                      <a:pt x="712" y="67"/>
                    </a:lnTo>
                    <a:lnTo>
                      <a:pt x="713" y="67"/>
                    </a:lnTo>
                    <a:lnTo>
                      <a:pt x="714" y="67"/>
                    </a:lnTo>
                    <a:lnTo>
                      <a:pt x="716" y="66"/>
                    </a:lnTo>
                    <a:lnTo>
                      <a:pt x="717" y="67"/>
                    </a:lnTo>
                    <a:lnTo>
                      <a:pt x="718" y="66"/>
                    </a:lnTo>
                    <a:lnTo>
                      <a:pt x="720" y="66"/>
                    </a:lnTo>
                    <a:lnTo>
                      <a:pt x="721" y="65"/>
                    </a:lnTo>
                    <a:lnTo>
                      <a:pt x="723" y="64"/>
                    </a:lnTo>
                    <a:lnTo>
                      <a:pt x="724" y="64"/>
                    </a:lnTo>
                    <a:lnTo>
                      <a:pt x="725" y="64"/>
                    </a:lnTo>
                    <a:lnTo>
                      <a:pt x="727" y="64"/>
                    </a:lnTo>
                    <a:lnTo>
                      <a:pt x="728" y="64"/>
                    </a:lnTo>
                    <a:lnTo>
                      <a:pt x="729" y="64"/>
                    </a:lnTo>
                    <a:lnTo>
                      <a:pt x="731" y="64"/>
                    </a:lnTo>
                    <a:lnTo>
                      <a:pt x="732" y="65"/>
                    </a:lnTo>
                    <a:lnTo>
                      <a:pt x="733" y="65"/>
                    </a:lnTo>
                    <a:lnTo>
                      <a:pt x="735" y="64"/>
                    </a:lnTo>
                    <a:lnTo>
                      <a:pt x="736" y="64"/>
                    </a:lnTo>
                    <a:lnTo>
                      <a:pt x="737" y="64"/>
                    </a:lnTo>
                    <a:lnTo>
                      <a:pt x="739" y="64"/>
                    </a:lnTo>
                    <a:lnTo>
                      <a:pt x="740" y="64"/>
                    </a:lnTo>
                    <a:lnTo>
                      <a:pt x="742" y="63"/>
                    </a:lnTo>
                    <a:lnTo>
                      <a:pt x="743" y="63"/>
                    </a:lnTo>
                    <a:lnTo>
                      <a:pt x="744" y="64"/>
                    </a:lnTo>
                    <a:lnTo>
                      <a:pt x="746" y="63"/>
                    </a:lnTo>
                    <a:lnTo>
                      <a:pt x="747" y="63"/>
                    </a:lnTo>
                    <a:lnTo>
                      <a:pt x="748" y="63"/>
                    </a:lnTo>
                    <a:lnTo>
                      <a:pt x="750" y="62"/>
                    </a:lnTo>
                    <a:lnTo>
                      <a:pt x="751" y="62"/>
                    </a:lnTo>
                    <a:lnTo>
                      <a:pt x="752" y="61"/>
                    </a:lnTo>
                    <a:lnTo>
                      <a:pt x="754" y="61"/>
                    </a:lnTo>
                    <a:lnTo>
                      <a:pt x="755" y="60"/>
                    </a:lnTo>
                    <a:lnTo>
                      <a:pt x="757" y="60"/>
                    </a:lnTo>
                    <a:lnTo>
                      <a:pt x="758" y="60"/>
                    </a:lnTo>
                    <a:lnTo>
                      <a:pt x="759" y="59"/>
                    </a:lnTo>
                    <a:lnTo>
                      <a:pt x="761" y="59"/>
                    </a:lnTo>
                    <a:lnTo>
                      <a:pt x="762" y="59"/>
                    </a:lnTo>
                    <a:lnTo>
                      <a:pt x="763" y="60"/>
                    </a:lnTo>
                    <a:lnTo>
                      <a:pt x="765" y="59"/>
                    </a:lnTo>
                    <a:lnTo>
                      <a:pt x="766" y="58"/>
                    </a:lnTo>
                    <a:lnTo>
                      <a:pt x="767" y="59"/>
                    </a:lnTo>
                    <a:lnTo>
                      <a:pt x="769" y="58"/>
                    </a:lnTo>
                    <a:lnTo>
                      <a:pt x="770" y="58"/>
                    </a:lnTo>
                    <a:lnTo>
                      <a:pt x="771" y="58"/>
                    </a:lnTo>
                    <a:lnTo>
                      <a:pt x="773" y="58"/>
                    </a:lnTo>
                    <a:lnTo>
                      <a:pt x="774" y="58"/>
                    </a:lnTo>
                    <a:lnTo>
                      <a:pt x="776" y="58"/>
                    </a:lnTo>
                    <a:lnTo>
                      <a:pt x="777" y="58"/>
                    </a:lnTo>
                    <a:lnTo>
                      <a:pt x="778" y="58"/>
                    </a:lnTo>
                    <a:lnTo>
                      <a:pt x="780" y="59"/>
                    </a:lnTo>
                    <a:lnTo>
                      <a:pt x="781" y="58"/>
                    </a:lnTo>
                    <a:lnTo>
                      <a:pt x="782" y="59"/>
                    </a:lnTo>
                    <a:lnTo>
                      <a:pt x="784" y="58"/>
                    </a:lnTo>
                    <a:lnTo>
                      <a:pt x="785" y="58"/>
                    </a:lnTo>
                    <a:lnTo>
                      <a:pt x="786" y="59"/>
                    </a:lnTo>
                    <a:lnTo>
                      <a:pt x="788" y="58"/>
                    </a:lnTo>
                    <a:lnTo>
                      <a:pt x="789" y="57"/>
                    </a:lnTo>
                    <a:lnTo>
                      <a:pt x="791" y="57"/>
                    </a:lnTo>
                    <a:lnTo>
                      <a:pt x="792" y="56"/>
                    </a:lnTo>
                    <a:lnTo>
                      <a:pt x="793" y="56"/>
                    </a:lnTo>
                    <a:lnTo>
                      <a:pt x="795" y="55"/>
                    </a:lnTo>
                    <a:lnTo>
                      <a:pt x="796" y="56"/>
                    </a:lnTo>
                    <a:lnTo>
                      <a:pt x="797" y="55"/>
                    </a:lnTo>
                    <a:lnTo>
                      <a:pt x="799" y="55"/>
                    </a:lnTo>
                    <a:lnTo>
                      <a:pt x="800" y="56"/>
                    </a:lnTo>
                    <a:lnTo>
                      <a:pt x="801" y="56"/>
                    </a:lnTo>
                    <a:lnTo>
                      <a:pt x="803" y="57"/>
                    </a:lnTo>
                    <a:lnTo>
                      <a:pt x="804" y="57"/>
                    </a:lnTo>
                    <a:lnTo>
                      <a:pt x="805" y="56"/>
                    </a:lnTo>
                    <a:lnTo>
                      <a:pt x="807" y="56"/>
                    </a:lnTo>
                    <a:lnTo>
                      <a:pt x="808" y="56"/>
                    </a:lnTo>
                    <a:lnTo>
                      <a:pt x="810" y="55"/>
                    </a:lnTo>
                    <a:lnTo>
                      <a:pt x="811" y="55"/>
                    </a:lnTo>
                    <a:lnTo>
                      <a:pt x="812" y="55"/>
                    </a:lnTo>
                    <a:lnTo>
                      <a:pt x="814" y="54"/>
                    </a:lnTo>
                    <a:lnTo>
                      <a:pt x="815" y="53"/>
                    </a:lnTo>
                    <a:lnTo>
                      <a:pt x="816" y="52"/>
                    </a:lnTo>
                    <a:lnTo>
                      <a:pt x="818" y="52"/>
                    </a:lnTo>
                    <a:lnTo>
                      <a:pt x="819" y="52"/>
                    </a:lnTo>
                    <a:lnTo>
                      <a:pt x="820" y="52"/>
                    </a:lnTo>
                    <a:lnTo>
                      <a:pt x="822" y="52"/>
                    </a:lnTo>
                    <a:lnTo>
                      <a:pt x="823" y="51"/>
                    </a:lnTo>
                    <a:lnTo>
                      <a:pt x="825" y="52"/>
                    </a:lnTo>
                    <a:lnTo>
                      <a:pt x="826" y="52"/>
                    </a:lnTo>
                    <a:lnTo>
                      <a:pt x="827" y="52"/>
                    </a:lnTo>
                    <a:lnTo>
                      <a:pt x="829" y="52"/>
                    </a:lnTo>
                    <a:lnTo>
                      <a:pt x="830" y="52"/>
                    </a:lnTo>
                    <a:lnTo>
                      <a:pt x="831" y="52"/>
                    </a:lnTo>
                    <a:lnTo>
                      <a:pt x="833" y="53"/>
                    </a:lnTo>
                    <a:lnTo>
                      <a:pt x="834" y="53"/>
                    </a:lnTo>
                    <a:lnTo>
                      <a:pt x="835" y="53"/>
                    </a:lnTo>
                    <a:lnTo>
                      <a:pt x="837" y="54"/>
                    </a:lnTo>
                    <a:lnTo>
                      <a:pt x="838" y="54"/>
                    </a:lnTo>
                    <a:lnTo>
                      <a:pt x="839" y="55"/>
                    </a:lnTo>
                    <a:lnTo>
                      <a:pt x="841" y="55"/>
                    </a:lnTo>
                    <a:lnTo>
                      <a:pt x="842" y="54"/>
                    </a:lnTo>
                    <a:lnTo>
                      <a:pt x="844" y="54"/>
                    </a:lnTo>
                    <a:lnTo>
                      <a:pt x="845" y="54"/>
                    </a:lnTo>
                    <a:lnTo>
                      <a:pt x="846" y="54"/>
                    </a:lnTo>
                    <a:lnTo>
                      <a:pt x="848" y="54"/>
                    </a:lnTo>
                    <a:lnTo>
                      <a:pt x="849" y="54"/>
                    </a:lnTo>
                    <a:lnTo>
                      <a:pt x="850" y="53"/>
                    </a:lnTo>
                    <a:lnTo>
                      <a:pt x="852" y="53"/>
                    </a:lnTo>
                    <a:lnTo>
                      <a:pt x="853" y="53"/>
                    </a:lnTo>
                    <a:lnTo>
                      <a:pt x="854" y="53"/>
                    </a:lnTo>
                    <a:lnTo>
                      <a:pt x="856" y="53"/>
                    </a:lnTo>
                    <a:lnTo>
                      <a:pt x="857" y="52"/>
                    </a:lnTo>
                    <a:lnTo>
                      <a:pt x="859" y="52"/>
                    </a:lnTo>
                    <a:lnTo>
                      <a:pt x="860" y="52"/>
                    </a:lnTo>
                    <a:lnTo>
                      <a:pt x="861" y="53"/>
                    </a:lnTo>
                    <a:lnTo>
                      <a:pt x="863" y="53"/>
                    </a:lnTo>
                    <a:lnTo>
                      <a:pt x="864" y="54"/>
                    </a:lnTo>
                    <a:lnTo>
                      <a:pt x="865" y="53"/>
                    </a:lnTo>
                    <a:lnTo>
                      <a:pt x="867" y="53"/>
                    </a:lnTo>
                    <a:lnTo>
                      <a:pt x="868" y="54"/>
                    </a:lnTo>
                    <a:lnTo>
                      <a:pt x="869" y="53"/>
                    </a:lnTo>
                    <a:lnTo>
                      <a:pt x="871" y="53"/>
                    </a:lnTo>
                    <a:lnTo>
                      <a:pt x="872" y="53"/>
                    </a:lnTo>
                    <a:lnTo>
                      <a:pt x="873" y="53"/>
                    </a:lnTo>
                    <a:lnTo>
                      <a:pt x="875" y="52"/>
                    </a:lnTo>
                    <a:lnTo>
                      <a:pt x="876" y="52"/>
                    </a:lnTo>
                    <a:lnTo>
                      <a:pt x="878" y="52"/>
                    </a:lnTo>
                    <a:lnTo>
                      <a:pt x="879" y="52"/>
                    </a:lnTo>
                    <a:lnTo>
                      <a:pt x="880" y="52"/>
                    </a:lnTo>
                    <a:lnTo>
                      <a:pt x="882" y="52"/>
                    </a:lnTo>
                    <a:lnTo>
                      <a:pt x="883" y="52"/>
                    </a:lnTo>
                    <a:lnTo>
                      <a:pt x="884" y="51"/>
                    </a:lnTo>
                    <a:lnTo>
                      <a:pt x="886" y="51"/>
                    </a:lnTo>
                    <a:lnTo>
                      <a:pt x="887" y="50"/>
                    </a:lnTo>
                    <a:lnTo>
                      <a:pt x="888" y="49"/>
                    </a:lnTo>
                    <a:lnTo>
                      <a:pt x="890" y="49"/>
                    </a:lnTo>
                    <a:lnTo>
                      <a:pt x="891" y="49"/>
                    </a:lnTo>
                    <a:lnTo>
                      <a:pt x="893" y="49"/>
                    </a:lnTo>
                    <a:lnTo>
                      <a:pt x="894" y="49"/>
                    </a:lnTo>
                    <a:lnTo>
                      <a:pt x="895" y="49"/>
                    </a:lnTo>
                    <a:lnTo>
                      <a:pt x="897" y="48"/>
                    </a:lnTo>
                    <a:lnTo>
                      <a:pt x="898" y="48"/>
                    </a:lnTo>
                    <a:lnTo>
                      <a:pt x="899" y="48"/>
                    </a:lnTo>
                    <a:lnTo>
                      <a:pt x="901" y="48"/>
                    </a:lnTo>
                    <a:lnTo>
                      <a:pt x="902" y="48"/>
                    </a:lnTo>
                    <a:lnTo>
                      <a:pt x="903" y="48"/>
                    </a:lnTo>
                    <a:lnTo>
                      <a:pt x="905" y="47"/>
                    </a:lnTo>
                    <a:lnTo>
                      <a:pt x="906" y="48"/>
                    </a:lnTo>
                    <a:lnTo>
                      <a:pt x="907" y="48"/>
                    </a:lnTo>
                    <a:lnTo>
                      <a:pt x="909" y="47"/>
                    </a:lnTo>
                    <a:lnTo>
                      <a:pt x="910" y="46"/>
                    </a:lnTo>
                    <a:lnTo>
                      <a:pt x="912" y="46"/>
                    </a:lnTo>
                    <a:lnTo>
                      <a:pt x="913" y="46"/>
                    </a:lnTo>
                    <a:lnTo>
                      <a:pt x="914" y="45"/>
                    </a:lnTo>
                    <a:lnTo>
                      <a:pt x="916" y="45"/>
                    </a:lnTo>
                    <a:lnTo>
                      <a:pt x="917" y="45"/>
                    </a:lnTo>
                    <a:lnTo>
                      <a:pt x="918" y="45"/>
                    </a:lnTo>
                    <a:lnTo>
                      <a:pt x="920" y="46"/>
                    </a:lnTo>
                    <a:lnTo>
                      <a:pt x="921" y="46"/>
                    </a:lnTo>
                    <a:lnTo>
                      <a:pt x="922" y="46"/>
                    </a:lnTo>
                    <a:lnTo>
                      <a:pt x="924" y="46"/>
                    </a:lnTo>
                    <a:lnTo>
                      <a:pt x="925" y="47"/>
                    </a:lnTo>
                    <a:lnTo>
                      <a:pt x="927" y="46"/>
                    </a:lnTo>
                    <a:lnTo>
                      <a:pt x="928" y="47"/>
                    </a:lnTo>
                    <a:lnTo>
                      <a:pt x="929" y="46"/>
                    </a:lnTo>
                    <a:lnTo>
                      <a:pt x="931" y="46"/>
                    </a:lnTo>
                    <a:lnTo>
                      <a:pt x="932" y="45"/>
                    </a:lnTo>
                    <a:lnTo>
                      <a:pt x="933" y="44"/>
                    </a:lnTo>
                    <a:lnTo>
                      <a:pt x="935" y="43"/>
                    </a:lnTo>
                    <a:lnTo>
                      <a:pt x="936" y="42"/>
                    </a:lnTo>
                    <a:lnTo>
                      <a:pt x="937" y="42"/>
                    </a:lnTo>
                    <a:lnTo>
                      <a:pt x="939" y="40"/>
                    </a:lnTo>
                    <a:lnTo>
                      <a:pt x="940" y="40"/>
                    </a:lnTo>
                    <a:lnTo>
                      <a:pt x="941" y="41"/>
                    </a:lnTo>
                    <a:lnTo>
                      <a:pt x="943" y="43"/>
                    </a:lnTo>
                    <a:lnTo>
                      <a:pt x="944" y="44"/>
                    </a:lnTo>
                    <a:lnTo>
                      <a:pt x="946" y="44"/>
                    </a:lnTo>
                    <a:lnTo>
                      <a:pt x="947" y="45"/>
                    </a:lnTo>
                    <a:lnTo>
                      <a:pt x="948" y="45"/>
                    </a:lnTo>
                    <a:lnTo>
                      <a:pt x="950" y="45"/>
                    </a:lnTo>
                    <a:lnTo>
                      <a:pt x="951" y="45"/>
                    </a:lnTo>
                    <a:lnTo>
                      <a:pt x="952" y="44"/>
                    </a:lnTo>
                    <a:lnTo>
                      <a:pt x="954" y="44"/>
                    </a:lnTo>
                    <a:lnTo>
                      <a:pt x="955" y="43"/>
                    </a:lnTo>
                    <a:lnTo>
                      <a:pt x="956" y="43"/>
                    </a:lnTo>
                    <a:lnTo>
                      <a:pt x="958" y="43"/>
                    </a:lnTo>
                    <a:lnTo>
                      <a:pt x="959" y="43"/>
                    </a:lnTo>
                    <a:lnTo>
                      <a:pt x="961" y="42"/>
                    </a:lnTo>
                    <a:lnTo>
                      <a:pt x="962" y="43"/>
                    </a:lnTo>
                    <a:lnTo>
                      <a:pt x="963" y="43"/>
                    </a:lnTo>
                    <a:lnTo>
                      <a:pt x="965" y="42"/>
                    </a:lnTo>
                    <a:lnTo>
                      <a:pt x="966" y="42"/>
                    </a:lnTo>
                    <a:lnTo>
                      <a:pt x="967" y="42"/>
                    </a:lnTo>
                    <a:lnTo>
                      <a:pt x="969" y="42"/>
                    </a:lnTo>
                    <a:lnTo>
                      <a:pt x="970" y="42"/>
                    </a:lnTo>
                    <a:lnTo>
                      <a:pt x="971" y="41"/>
                    </a:lnTo>
                    <a:lnTo>
                      <a:pt x="973" y="41"/>
                    </a:lnTo>
                    <a:lnTo>
                      <a:pt x="974" y="41"/>
                    </a:lnTo>
                    <a:lnTo>
                      <a:pt x="975" y="40"/>
                    </a:lnTo>
                    <a:lnTo>
                      <a:pt x="977" y="41"/>
                    </a:lnTo>
                    <a:lnTo>
                      <a:pt x="978" y="41"/>
                    </a:lnTo>
                    <a:lnTo>
                      <a:pt x="980" y="42"/>
                    </a:lnTo>
                    <a:lnTo>
                      <a:pt x="981" y="41"/>
                    </a:lnTo>
                    <a:lnTo>
                      <a:pt x="982" y="41"/>
                    </a:lnTo>
                    <a:lnTo>
                      <a:pt x="984" y="41"/>
                    </a:lnTo>
                    <a:lnTo>
                      <a:pt x="985" y="41"/>
                    </a:lnTo>
                    <a:lnTo>
                      <a:pt x="986" y="40"/>
                    </a:lnTo>
                    <a:lnTo>
                      <a:pt x="988" y="40"/>
                    </a:lnTo>
                    <a:lnTo>
                      <a:pt x="989" y="40"/>
                    </a:lnTo>
                    <a:lnTo>
                      <a:pt x="990" y="40"/>
                    </a:lnTo>
                    <a:lnTo>
                      <a:pt x="992" y="40"/>
                    </a:lnTo>
                    <a:lnTo>
                      <a:pt x="993" y="41"/>
                    </a:lnTo>
                    <a:lnTo>
                      <a:pt x="995" y="41"/>
                    </a:lnTo>
                    <a:lnTo>
                      <a:pt x="996" y="42"/>
                    </a:lnTo>
                    <a:lnTo>
                      <a:pt x="997" y="41"/>
                    </a:lnTo>
                    <a:lnTo>
                      <a:pt x="999" y="41"/>
                    </a:lnTo>
                    <a:lnTo>
                      <a:pt x="1000" y="40"/>
                    </a:lnTo>
                    <a:lnTo>
                      <a:pt x="1001" y="40"/>
                    </a:lnTo>
                    <a:lnTo>
                      <a:pt x="1003" y="38"/>
                    </a:lnTo>
                    <a:lnTo>
                      <a:pt x="1004" y="38"/>
                    </a:lnTo>
                    <a:lnTo>
                      <a:pt x="1005" y="37"/>
                    </a:lnTo>
                    <a:lnTo>
                      <a:pt x="1007" y="37"/>
                    </a:lnTo>
                    <a:lnTo>
                      <a:pt x="1008" y="37"/>
                    </a:lnTo>
                    <a:lnTo>
                      <a:pt x="1009" y="37"/>
                    </a:lnTo>
                    <a:lnTo>
                      <a:pt x="1011" y="36"/>
                    </a:lnTo>
                    <a:lnTo>
                      <a:pt x="1012" y="36"/>
                    </a:lnTo>
                    <a:lnTo>
                      <a:pt x="1014" y="35"/>
                    </a:lnTo>
                    <a:lnTo>
                      <a:pt x="1015" y="35"/>
                    </a:lnTo>
                    <a:lnTo>
                      <a:pt x="1016" y="34"/>
                    </a:lnTo>
                    <a:lnTo>
                      <a:pt x="1018" y="33"/>
                    </a:lnTo>
                    <a:lnTo>
                      <a:pt x="1019" y="33"/>
                    </a:lnTo>
                    <a:lnTo>
                      <a:pt x="1020" y="33"/>
                    </a:lnTo>
                    <a:lnTo>
                      <a:pt x="1022" y="33"/>
                    </a:lnTo>
                    <a:lnTo>
                      <a:pt x="1023" y="33"/>
                    </a:lnTo>
                    <a:lnTo>
                      <a:pt x="1024" y="32"/>
                    </a:lnTo>
                    <a:lnTo>
                      <a:pt x="1026" y="33"/>
                    </a:lnTo>
                    <a:lnTo>
                      <a:pt x="1027" y="33"/>
                    </a:lnTo>
                    <a:lnTo>
                      <a:pt x="1029" y="33"/>
                    </a:lnTo>
                    <a:lnTo>
                      <a:pt x="1030" y="34"/>
                    </a:lnTo>
                    <a:lnTo>
                      <a:pt x="1031" y="34"/>
                    </a:lnTo>
                    <a:lnTo>
                      <a:pt x="1033" y="35"/>
                    </a:lnTo>
                    <a:lnTo>
                      <a:pt x="1034" y="36"/>
                    </a:lnTo>
                    <a:lnTo>
                      <a:pt x="1035" y="36"/>
                    </a:lnTo>
                    <a:lnTo>
                      <a:pt x="1037" y="36"/>
                    </a:lnTo>
                    <a:lnTo>
                      <a:pt x="1038" y="36"/>
                    </a:lnTo>
                    <a:lnTo>
                      <a:pt x="1039" y="36"/>
                    </a:lnTo>
                    <a:lnTo>
                      <a:pt x="1041" y="36"/>
                    </a:lnTo>
                    <a:lnTo>
                      <a:pt x="1042" y="36"/>
                    </a:lnTo>
                    <a:lnTo>
                      <a:pt x="1043" y="35"/>
                    </a:lnTo>
                    <a:lnTo>
                      <a:pt x="1045" y="34"/>
                    </a:lnTo>
                    <a:lnTo>
                      <a:pt x="1046" y="34"/>
                    </a:lnTo>
                    <a:lnTo>
                      <a:pt x="1048" y="33"/>
                    </a:lnTo>
                    <a:lnTo>
                      <a:pt x="1049" y="33"/>
                    </a:lnTo>
                    <a:lnTo>
                      <a:pt x="1050" y="33"/>
                    </a:lnTo>
                    <a:lnTo>
                      <a:pt x="1052" y="33"/>
                    </a:lnTo>
                    <a:lnTo>
                      <a:pt x="1053" y="33"/>
                    </a:lnTo>
                    <a:lnTo>
                      <a:pt x="1054" y="35"/>
                    </a:lnTo>
                    <a:lnTo>
                      <a:pt x="1056" y="35"/>
                    </a:lnTo>
                    <a:lnTo>
                      <a:pt x="1057" y="36"/>
                    </a:lnTo>
                    <a:lnTo>
                      <a:pt x="1058" y="36"/>
                    </a:lnTo>
                    <a:lnTo>
                      <a:pt x="1060" y="36"/>
                    </a:lnTo>
                    <a:lnTo>
                      <a:pt x="1061" y="35"/>
                    </a:lnTo>
                    <a:lnTo>
                      <a:pt x="1063" y="35"/>
                    </a:lnTo>
                    <a:lnTo>
                      <a:pt x="1064" y="35"/>
                    </a:lnTo>
                    <a:lnTo>
                      <a:pt x="1065" y="35"/>
                    </a:lnTo>
                    <a:lnTo>
                      <a:pt x="1067" y="35"/>
                    </a:lnTo>
                    <a:lnTo>
                      <a:pt x="1068" y="36"/>
                    </a:lnTo>
                    <a:lnTo>
                      <a:pt x="1069" y="37"/>
                    </a:lnTo>
                    <a:lnTo>
                      <a:pt x="1071" y="37"/>
                    </a:lnTo>
                    <a:lnTo>
                      <a:pt x="1072" y="37"/>
                    </a:lnTo>
                    <a:lnTo>
                      <a:pt x="1073" y="37"/>
                    </a:lnTo>
                    <a:lnTo>
                      <a:pt x="1075" y="37"/>
                    </a:lnTo>
                    <a:lnTo>
                      <a:pt x="1076" y="37"/>
                    </a:lnTo>
                    <a:lnTo>
                      <a:pt x="1077" y="37"/>
                    </a:lnTo>
                    <a:lnTo>
                      <a:pt x="1079" y="37"/>
                    </a:lnTo>
                    <a:lnTo>
                      <a:pt x="1080" y="37"/>
                    </a:lnTo>
                    <a:lnTo>
                      <a:pt x="1082" y="37"/>
                    </a:lnTo>
                    <a:lnTo>
                      <a:pt x="1083" y="37"/>
                    </a:lnTo>
                    <a:lnTo>
                      <a:pt x="1084" y="37"/>
                    </a:lnTo>
                    <a:lnTo>
                      <a:pt x="1086" y="37"/>
                    </a:lnTo>
                    <a:lnTo>
                      <a:pt x="1087" y="36"/>
                    </a:lnTo>
                    <a:lnTo>
                      <a:pt x="1088" y="36"/>
                    </a:lnTo>
                    <a:lnTo>
                      <a:pt x="1090" y="36"/>
                    </a:lnTo>
                    <a:lnTo>
                      <a:pt x="1091" y="36"/>
                    </a:lnTo>
                    <a:lnTo>
                      <a:pt x="1092" y="36"/>
                    </a:lnTo>
                    <a:lnTo>
                      <a:pt x="1094" y="34"/>
                    </a:lnTo>
                    <a:lnTo>
                      <a:pt x="1095" y="34"/>
                    </a:lnTo>
                    <a:lnTo>
                      <a:pt x="1097" y="33"/>
                    </a:lnTo>
                    <a:lnTo>
                      <a:pt x="1098" y="33"/>
                    </a:lnTo>
                    <a:lnTo>
                      <a:pt x="1099" y="32"/>
                    </a:lnTo>
                    <a:lnTo>
                      <a:pt x="1101" y="32"/>
                    </a:lnTo>
                    <a:lnTo>
                      <a:pt x="1102" y="32"/>
                    </a:lnTo>
                    <a:lnTo>
                      <a:pt x="1103" y="31"/>
                    </a:lnTo>
                    <a:lnTo>
                      <a:pt x="1105" y="31"/>
                    </a:lnTo>
                    <a:lnTo>
                      <a:pt x="1106" y="31"/>
                    </a:lnTo>
                    <a:lnTo>
                      <a:pt x="1107" y="32"/>
                    </a:lnTo>
                    <a:lnTo>
                      <a:pt x="1109" y="32"/>
                    </a:lnTo>
                    <a:lnTo>
                      <a:pt x="1110" y="33"/>
                    </a:lnTo>
                    <a:lnTo>
                      <a:pt x="1111" y="33"/>
                    </a:lnTo>
                    <a:lnTo>
                      <a:pt x="1113" y="34"/>
                    </a:lnTo>
                    <a:lnTo>
                      <a:pt x="1114" y="34"/>
                    </a:lnTo>
                    <a:lnTo>
                      <a:pt x="1116" y="33"/>
                    </a:lnTo>
                    <a:lnTo>
                      <a:pt x="1117" y="33"/>
                    </a:lnTo>
                    <a:lnTo>
                      <a:pt x="1118" y="32"/>
                    </a:lnTo>
                    <a:lnTo>
                      <a:pt x="1120" y="32"/>
                    </a:lnTo>
                    <a:lnTo>
                      <a:pt x="1121" y="31"/>
                    </a:lnTo>
                    <a:lnTo>
                      <a:pt x="1122" y="32"/>
                    </a:lnTo>
                    <a:lnTo>
                      <a:pt x="1124" y="32"/>
                    </a:lnTo>
                    <a:lnTo>
                      <a:pt x="1125" y="33"/>
                    </a:lnTo>
                    <a:lnTo>
                      <a:pt x="1126" y="34"/>
                    </a:lnTo>
                    <a:lnTo>
                      <a:pt x="1128" y="34"/>
                    </a:lnTo>
                    <a:lnTo>
                      <a:pt x="1129" y="34"/>
                    </a:lnTo>
                    <a:lnTo>
                      <a:pt x="1131" y="34"/>
                    </a:lnTo>
                    <a:lnTo>
                      <a:pt x="1132" y="35"/>
                    </a:lnTo>
                    <a:lnTo>
                      <a:pt x="1133" y="35"/>
                    </a:lnTo>
                    <a:lnTo>
                      <a:pt x="1135" y="35"/>
                    </a:lnTo>
                    <a:lnTo>
                      <a:pt x="1136" y="35"/>
                    </a:lnTo>
                    <a:lnTo>
                      <a:pt x="1137" y="34"/>
                    </a:lnTo>
                    <a:lnTo>
                      <a:pt x="1139" y="34"/>
                    </a:lnTo>
                    <a:lnTo>
                      <a:pt x="1140" y="34"/>
                    </a:lnTo>
                    <a:lnTo>
                      <a:pt x="1141" y="34"/>
                    </a:lnTo>
                    <a:lnTo>
                      <a:pt x="1143" y="32"/>
                    </a:lnTo>
                    <a:lnTo>
                      <a:pt x="1144" y="32"/>
                    </a:lnTo>
                    <a:lnTo>
                      <a:pt x="1145" y="32"/>
                    </a:lnTo>
                    <a:lnTo>
                      <a:pt x="1147" y="30"/>
                    </a:lnTo>
                    <a:lnTo>
                      <a:pt x="1148" y="30"/>
                    </a:lnTo>
                    <a:lnTo>
                      <a:pt x="1150" y="29"/>
                    </a:lnTo>
                    <a:lnTo>
                      <a:pt x="1151" y="28"/>
                    </a:lnTo>
                    <a:lnTo>
                      <a:pt x="1152" y="28"/>
                    </a:lnTo>
                    <a:lnTo>
                      <a:pt x="1154" y="28"/>
                    </a:lnTo>
                    <a:lnTo>
                      <a:pt x="1155" y="27"/>
                    </a:lnTo>
                    <a:lnTo>
                      <a:pt x="1156" y="27"/>
                    </a:lnTo>
                    <a:lnTo>
                      <a:pt x="1158" y="28"/>
                    </a:lnTo>
                    <a:lnTo>
                      <a:pt x="1159" y="27"/>
                    </a:lnTo>
                    <a:lnTo>
                      <a:pt x="1160" y="26"/>
                    </a:lnTo>
                    <a:lnTo>
                      <a:pt x="1162" y="27"/>
                    </a:lnTo>
                    <a:lnTo>
                      <a:pt x="1163" y="27"/>
                    </a:lnTo>
                    <a:lnTo>
                      <a:pt x="1165" y="27"/>
                    </a:lnTo>
                    <a:lnTo>
                      <a:pt x="1166" y="27"/>
                    </a:lnTo>
                    <a:lnTo>
                      <a:pt x="1167" y="27"/>
                    </a:lnTo>
                    <a:lnTo>
                      <a:pt x="1169" y="26"/>
                    </a:lnTo>
                    <a:lnTo>
                      <a:pt x="1170" y="27"/>
                    </a:lnTo>
                    <a:lnTo>
                      <a:pt x="1171" y="26"/>
                    </a:lnTo>
                    <a:lnTo>
                      <a:pt x="1173" y="26"/>
                    </a:lnTo>
                    <a:lnTo>
                      <a:pt x="1174" y="24"/>
                    </a:lnTo>
                    <a:lnTo>
                      <a:pt x="1175" y="24"/>
                    </a:lnTo>
                    <a:lnTo>
                      <a:pt x="1177" y="24"/>
                    </a:lnTo>
                    <a:lnTo>
                      <a:pt x="1178" y="24"/>
                    </a:lnTo>
                    <a:lnTo>
                      <a:pt x="1179" y="24"/>
                    </a:lnTo>
                    <a:lnTo>
                      <a:pt x="1181" y="25"/>
                    </a:lnTo>
                    <a:lnTo>
                      <a:pt x="1182" y="25"/>
                    </a:lnTo>
                    <a:lnTo>
                      <a:pt x="1184" y="25"/>
                    </a:lnTo>
                    <a:lnTo>
                      <a:pt x="1185" y="25"/>
                    </a:lnTo>
                    <a:lnTo>
                      <a:pt x="1186" y="25"/>
                    </a:lnTo>
                    <a:lnTo>
                      <a:pt x="1188" y="25"/>
                    </a:lnTo>
                    <a:lnTo>
                      <a:pt x="1189" y="25"/>
                    </a:lnTo>
                    <a:lnTo>
                      <a:pt x="1190" y="24"/>
                    </a:lnTo>
                    <a:lnTo>
                      <a:pt x="1192" y="23"/>
                    </a:lnTo>
                    <a:lnTo>
                      <a:pt x="1193" y="24"/>
                    </a:lnTo>
                    <a:lnTo>
                      <a:pt x="1194" y="23"/>
                    </a:lnTo>
                    <a:lnTo>
                      <a:pt x="1196" y="23"/>
                    </a:lnTo>
                    <a:lnTo>
                      <a:pt x="1197" y="22"/>
                    </a:lnTo>
                    <a:lnTo>
                      <a:pt x="1199" y="22"/>
                    </a:lnTo>
                    <a:lnTo>
                      <a:pt x="1200" y="23"/>
                    </a:lnTo>
                    <a:lnTo>
                      <a:pt x="1201" y="22"/>
                    </a:lnTo>
                    <a:lnTo>
                      <a:pt x="1203" y="22"/>
                    </a:lnTo>
                    <a:lnTo>
                      <a:pt x="1204" y="21"/>
                    </a:lnTo>
                    <a:lnTo>
                      <a:pt x="1205" y="21"/>
                    </a:lnTo>
                    <a:lnTo>
                      <a:pt x="1207" y="21"/>
                    </a:lnTo>
                    <a:lnTo>
                      <a:pt x="1208" y="21"/>
                    </a:lnTo>
                    <a:lnTo>
                      <a:pt x="1209" y="21"/>
                    </a:lnTo>
                    <a:lnTo>
                      <a:pt x="1211" y="20"/>
                    </a:lnTo>
                    <a:lnTo>
                      <a:pt x="1212" y="20"/>
                    </a:lnTo>
                    <a:lnTo>
                      <a:pt x="1213" y="20"/>
                    </a:lnTo>
                    <a:lnTo>
                      <a:pt x="1215" y="20"/>
                    </a:lnTo>
                    <a:lnTo>
                      <a:pt x="1216" y="20"/>
                    </a:lnTo>
                    <a:lnTo>
                      <a:pt x="1218" y="20"/>
                    </a:lnTo>
                    <a:lnTo>
                      <a:pt x="1219" y="20"/>
                    </a:lnTo>
                    <a:lnTo>
                      <a:pt x="1220" y="20"/>
                    </a:lnTo>
                    <a:lnTo>
                      <a:pt x="1222" y="21"/>
                    </a:lnTo>
                    <a:lnTo>
                      <a:pt x="1223" y="20"/>
                    </a:lnTo>
                    <a:lnTo>
                      <a:pt x="1224" y="20"/>
                    </a:lnTo>
                    <a:lnTo>
                      <a:pt x="1226" y="20"/>
                    </a:lnTo>
                    <a:lnTo>
                      <a:pt x="1227" y="20"/>
                    </a:lnTo>
                    <a:lnTo>
                      <a:pt x="1228" y="19"/>
                    </a:lnTo>
                    <a:lnTo>
                      <a:pt x="1230" y="19"/>
                    </a:lnTo>
                    <a:lnTo>
                      <a:pt x="1231" y="19"/>
                    </a:lnTo>
                    <a:lnTo>
                      <a:pt x="1233" y="18"/>
                    </a:lnTo>
                    <a:lnTo>
                      <a:pt x="1234" y="17"/>
                    </a:lnTo>
                    <a:lnTo>
                      <a:pt x="1235" y="16"/>
                    </a:lnTo>
                    <a:lnTo>
                      <a:pt x="1237" y="15"/>
                    </a:lnTo>
                    <a:lnTo>
                      <a:pt x="1238" y="14"/>
                    </a:lnTo>
                    <a:lnTo>
                      <a:pt x="1239" y="14"/>
                    </a:lnTo>
                    <a:lnTo>
                      <a:pt x="1241" y="13"/>
                    </a:lnTo>
                    <a:lnTo>
                      <a:pt x="1242" y="13"/>
                    </a:lnTo>
                    <a:lnTo>
                      <a:pt x="1243" y="13"/>
                    </a:lnTo>
                    <a:lnTo>
                      <a:pt x="1245" y="14"/>
                    </a:lnTo>
                    <a:lnTo>
                      <a:pt x="1246" y="14"/>
                    </a:lnTo>
                    <a:lnTo>
                      <a:pt x="1247" y="15"/>
                    </a:lnTo>
                    <a:lnTo>
                      <a:pt x="1249" y="14"/>
                    </a:lnTo>
                    <a:lnTo>
                      <a:pt x="1250" y="15"/>
                    </a:lnTo>
                    <a:lnTo>
                      <a:pt x="1252" y="16"/>
                    </a:lnTo>
                    <a:lnTo>
                      <a:pt x="1253" y="16"/>
                    </a:lnTo>
                    <a:lnTo>
                      <a:pt x="1254" y="16"/>
                    </a:lnTo>
                    <a:lnTo>
                      <a:pt x="1256" y="16"/>
                    </a:lnTo>
                    <a:lnTo>
                      <a:pt x="1257" y="16"/>
                    </a:lnTo>
                    <a:lnTo>
                      <a:pt x="1258" y="14"/>
                    </a:lnTo>
                    <a:lnTo>
                      <a:pt x="1260" y="15"/>
                    </a:lnTo>
                    <a:lnTo>
                      <a:pt x="1261" y="14"/>
                    </a:lnTo>
                    <a:lnTo>
                      <a:pt x="1262" y="14"/>
                    </a:lnTo>
                    <a:lnTo>
                      <a:pt x="1264" y="14"/>
                    </a:lnTo>
                    <a:lnTo>
                      <a:pt x="1265" y="14"/>
                    </a:lnTo>
                    <a:lnTo>
                      <a:pt x="1267" y="14"/>
                    </a:lnTo>
                    <a:lnTo>
                      <a:pt x="1268" y="14"/>
                    </a:lnTo>
                    <a:lnTo>
                      <a:pt x="1269" y="13"/>
                    </a:lnTo>
                    <a:lnTo>
                      <a:pt x="1271" y="13"/>
                    </a:lnTo>
                    <a:lnTo>
                      <a:pt x="1272" y="13"/>
                    </a:lnTo>
                    <a:lnTo>
                      <a:pt x="1273" y="13"/>
                    </a:lnTo>
                    <a:lnTo>
                      <a:pt x="1275" y="13"/>
                    </a:lnTo>
                    <a:lnTo>
                      <a:pt x="1276" y="13"/>
                    </a:lnTo>
                    <a:lnTo>
                      <a:pt x="1277" y="13"/>
                    </a:lnTo>
                    <a:lnTo>
                      <a:pt x="1279" y="13"/>
                    </a:lnTo>
                    <a:lnTo>
                      <a:pt x="1280" y="14"/>
                    </a:lnTo>
                    <a:lnTo>
                      <a:pt x="1281" y="13"/>
                    </a:lnTo>
                    <a:lnTo>
                      <a:pt x="1283" y="13"/>
                    </a:lnTo>
                    <a:lnTo>
                      <a:pt x="1284" y="13"/>
                    </a:lnTo>
                    <a:lnTo>
                      <a:pt x="1286" y="13"/>
                    </a:lnTo>
                    <a:lnTo>
                      <a:pt x="1287" y="13"/>
                    </a:lnTo>
                    <a:lnTo>
                      <a:pt x="1288" y="14"/>
                    </a:lnTo>
                    <a:lnTo>
                      <a:pt x="1290" y="15"/>
                    </a:lnTo>
                    <a:lnTo>
                      <a:pt x="1291" y="14"/>
                    </a:lnTo>
                    <a:lnTo>
                      <a:pt x="1292" y="14"/>
                    </a:lnTo>
                    <a:lnTo>
                      <a:pt x="1294" y="14"/>
                    </a:lnTo>
                    <a:lnTo>
                      <a:pt x="1295" y="15"/>
                    </a:lnTo>
                    <a:lnTo>
                      <a:pt x="1296" y="15"/>
                    </a:lnTo>
                    <a:lnTo>
                      <a:pt x="1298" y="14"/>
                    </a:lnTo>
                    <a:lnTo>
                      <a:pt x="1299" y="14"/>
                    </a:lnTo>
                    <a:lnTo>
                      <a:pt x="1301" y="14"/>
                    </a:lnTo>
                    <a:lnTo>
                      <a:pt x="1302" y="14"/>
                    </a:lnTo>
                    <a:lnTo>
                      <a:pt x="1303" y="13"/>
                    </a:lnTo>
                    <a:lnTo>
                      <a:pt x="1305" y="13"/>
                    </a:lnTo>
                    <a:lnTo>
                      <a:pt x="1306" y="13"/>
                    </a:lnTo>
                    <a:lnTo>
                      <a:pt x="1307" y="13"/>
                    </a:lnTo>
                    <a:lnTo>
                      <a:pt x="1309" y="12"/>
                    </a:lnTo>
                    <a:lnTo>
                      <a:pt x="1310" y="13"/>
                    </a:lnTo>
                    <a:lnTo>
                      <a:pt x="1311" y="13"/>
                    </a:lnTo>
                    <a:lnTo>
                      <a:pt x="1313" y="12"/>
                    </a:lnTo>
                    <a:lnTo>
                      <a:pt x="1314" y="12"/>
                    </a:lnTo>
                    <a:lnTo>
                      <a:pt x="1315" y="13"/>
                    </a:lnTo>
                    <a:lnTo>
                      <a:pt x="1317" y="13"/>
                    </a:lnTo>
                    <a:lnTo>
                      <a:pt x="1318" y="13"/>
                    </a:lnTo>
                    <a:lnTo>
                      <a:pt x="1320" y="13"/>
                    </a:lnTo>
                    <a:lnTo>
                      <a:pt x="1321" y="13"/>
                    </a:lnTo>
                    <a:lnTo>
                      <a:pt x="1322" y="13"/>
                    </a:lnTo>
                    <a:lnTo>
                      <a:pt x="1324" y="12"/>
                    </a:lnTo>
                    <a:lnTo>
                      <a:pt x="1325" y="12"/>
                    </a:lnTo>
                    <a:lnTo>
                      <a:pt x="1326" y="11"/>
                    </a:lnTo>
                    <a:lnTo>
                      <a:pt x="1328" y="11"/>
                    </a:lnTo>
                    <a:lnTo>
                      <a:pt x="1329" y="10"/>
                    </a:lnTo>
                    <a:lnTo>
                      <a:pt x="1330" y="10"/>
                    </a:lnTo>
                    <a:lnTo>
                      <a:pt x="1332" y="9"/>
                    </a:lnTo>
                    <a:lnTo>
                      <a:pt x="1333" y="10"/>
                    </a:lnTo>
                    <a:lnTo>
                      <a:pt x="1335" y="10"/>
                    </a:lnTo>
                    <a:lnTo>
                      <a:pt x="1336" y="9"/>
                    </a:lnTo>
                    <a:lnTo>
                      <a:pt x="1337" y="9"/>
                    </a:lnTo>
                    <a:lnTo>
                      <a:pt x="1339" y="9"/>
                    </a:lnTo>
                    <a:lnTo>
                      <a:pt x="1340" y="10"/>
                    </a:lnTo>
                    <a:lnTo>
                      <a:pt x="1341" y="10"/>
                    </a:lnTo>
                    <a:lnTo>
                      <a:pt x="1343" y="10"/>
                    </a:lnTo>
                    <a:lnTo>
                      <a:pt x="1344" y="10"/>
                    </a:lnTo>
                    <a:lnTo>
                      <a:pt x="1345" y="9"/>
                    </a:lnTo>
                    <a:lnTo>
                      <a:pt x="1347" y="9"/>
                    </a:lnTo>
                    <a:lnTo>
                      <a:pt x="1348" y="9"/>
                    </a:lnTo>
                    <a:lnTo>
                      <a:pt x="1349" y="8"/>
                    </a:lnTo>
                    <a:lnTo>
                      <a:pt x="1351" y="8"/>
                    </a:lnTo>
                    <a:lnTo>
                      <a:pt x="1352" y="7"/>
                    </a:lnTo>
                    <a:lnTo>
                      <a:pt x="1354" y="7"/>
                    </a:lnTo>
                    <a:lnTo>
                      <a:pt x="1355" y="8"/>
                    </a:lnTo>
                    <a:lnTo>
                      <a:pt x="1356" y="8"/>
                    </a:lnTo>
                    <a:lnTo>
                      <a:pt x="1358" y="7"/>
                    </a:lnTo>
                    <a:lnTo>
                      <a:pt x="1359" y="7"/>
                    </a:lnTo>
                    <a:lnTo>
                      <a:pt x="1360" y="6"/>
                    </a:lnTo>
                    <a:lnTo>
                      <a:pt x="1362" y="6"/>
                    </a:lnTo>
                    <a:lnTo>
                      <a:pt x="1363" y="5"/>
                    </a:lnTo>
                    <a:lnTo>
                      <a:pt x="1364" y="4"/>
                    </a:lnTo>
                    <a:lnTo>
                      <a:pt x="1366" y="3"/>
                    </a:lnTo>
                    <a:lnTo>
                      <a:pt x="1367" y="3"/>
                    </a:lnTo>
                    <a:lnTo>
                      <a:pt x="1369" y="3"/>
                    </a:lnTo>
                    <a:lnTo>
                      <a:pt x="1370" y="4"/>
                    </a:lnTo>
                    <a:lnTo>
                      <a:pt x="1371" y="4"/>
                    </a:lnTo>
                    <a:lnTo>
                      <a:pt x="1373" y="4"/>
                    </a:lnTo>
                    <a:lnTo>
                      <a:pt x="1374" y="4"/>
                    </a:lnTo>
                    <a:lnTo>
                      <a:pt x="1375" y="5"/>
                    </a:lnTo>
                    <a:lnTo>
                      <a:pt x="1377" y="4"/>
                    </a:lnTo>
                    <a:lnTo>
                      <a:pt x="1378" y="4"/>
                    </a:lnTo>
                    <a:lnTo>
                      <a:pt x="1379" y="5"/>
                    </a:lnTo>
                    <a:lnTo>
                      <a:pt x="1381" y="4"/>
                    </a:lnTo>
                    <a:lnTo>
                      <a:pt x="1382" y="4"/>
                    </a:lnTo>
                    <a:lnTo>
                      <a:pt x="1383" y="5"/>
                    </a:lnTo>
                    <a:lnTo>
                      <a:pt x="1385" y="5"/>
                    </a:lnTo>
                    <a:lnTo>
                      <a:pt x="1386" y="5"/>
                    </a:lnTo>
                    <a:lnTo>
                      <a:pt x="1388" y="4"/>
                    </a:lnTo>
                    <a:lnTo>
                      <a:pt x="1389" y="4"/>
                    </a:lnTo>
                    <a:lnTo>
                      <a:pt x="1390" y="4"/>
                    </a:lnTo>
                    <a:lnTo>
                      <a:pt x="1392" y="5"/>
                    </a:lnTo>
                    <a:lnTo>
                      <a:pt x="1393" y="5"/>
                    </a:lnTo>
                    <a:lnTo>
                      <a:pt x="1394" y="4"/>
                    </a:lnTo>
                    <a:lnTo>
                      <a:pt x="1396" y="4"/>
                    </a:lnTo>
                    <a:lnTo>
                      <a:pt x="1397" y="5"/>
                    </a:lnTo>
                    <a:lnTo>
                      <a:pt x="1398" y="4"/>
                    </a:lnTo>
                    <a:lnTo>
                      <a:pt x="1400" y="4"/>
                    </a:lnTo>
                    <a:lnTo>
                      <a:pt x="1401" y="4"/>
                    </a:lnTo>
                    <a:lnTo>
                      <a:pt x="1403" y="3"/>
                    </a:lnTo>
                    <a:lnTo>
                      <a:pt x="1404" y="3"/>
                    </a:lnTo>
                    <a:lnTo>
                      <a:pt x="1405" y="4"/>
                    </a:lnTo>
                    <a:lnTo>
                      <a:pt x="1407" y="4"/>
                    </a:lnTo>
                    <a:lnTo>
                      <a:pt x="1408" y="4"/>
                    </a:lnTo>
                    <a:lnTo>
                      <a:pt x="1409" y="5"/>
                    </a:lnTo>
                    <a:lnTo>
                      <a:pt x="1411" y="4"/>
                    </a:lnTo>
                    <a:lnTo>
                      <a:pt x="1412" y="4"/>
                    </a:lnTo>
                    <a:lnTo>
                      <a:pt x="1413" y="5"/>
                    </a:lnTo>
                    <a:lnTo>
                      <a:pt x="1415" y="5"/>
                    </a:lnTo>
                    <a:lnTo>
                      <a:pt x="1416" y="5"/>
                    </a:lnTo>
                    <a:lnTo>
                      <a:pt x="1417" y="6"/>
                    </a:lnTo>
                    <a:lnTo>
                      <a:pt x="1419" y="5"/>
                    </a:lnTo>
                    <a:lnTo>
                      <a:pt x="1420" y="5"/>
                    </a:lnTo>
                    <a:lnTo>
                      <a:pt x="1422" y="5"/>
                    </a:lnTo>
                    <a:lnTo>
                      <a:pt x="1423" y="5"/>
                    </a:lnTo>
                    <a:lnTo>
                      <a:pt x="1424" y="4"/>
                    </a:lnTo>
                    <a:lnTo>
                      <a:pt x="1426" y="4"/>
                    </a:lnTo>
                    <a:lnTo>
                      <a:pt x="1427" y="3"/>
                    </a:lnTo>
                    <a:lnTo>
                      <a:pt x="1428" y="2"/>
                    </a:lnTo>
                    <a:lnTo>
                      <a:pt x="1430" y="2"/>
                    </a:lnTo>
                    <a:lnTo>
                      <a:pt x="1431" y="2"/>
                    </a:lnTo>
                    <a:lnTo>
                      <a:pt x="1432" y="1"/>
                    </a:lnTo>
                    <a:lnTo>
                      <a:pt x="1434" y="2"/>
                    </a:lnTo>
                    <a:lnTo>
                      <a:pt x="1435" y="1"/>
                    </a:lnTo>
                    <a:lnTo>
                      <a:pt x="1437" y="1"/>
                    </a:lnTo>
                    <a:lnTo>
                      <a:pt x="1438" y="1"/>
                    </a:lnTo>
                    <a:lnTo>
                      <a:pt x="1439" y="1"/>
                    </a:lnTo>
                    <a:lnTo>
                      <a:pt x="1441" y="1"/>
                    </a:lnTo>
                    <a:lnTo>
                      <a:pt x="1442" y="0"/>
                    </a:lnTo>
                  </a:path>
                </a:pathLst>
              </a:custGeom>
              <a:noFill/>
              <a:ln cap="flat" cmpd="sng" w="25400">
                <a:solidFill>
                  <a:srgbClr val="00CED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 flipH="1" rot="10800000">
                <a:off x="1077913" y="1831976"/>
                <a:ext cx="3810000" cy="1079500"/>
              </a:xfrm>
              <a:custGeom>
                <a:rect b="b" l="l" r="r" t="t"/>
                <a:pathLst>
                  <a:path extrusionOk="0" h="490" w="1442">
                    <a:moveTo>
                      <a:pt x="0" y="32"/>
                    </a:moveTo>
                    <a:lnTo>
                      <a:pt x="2" y="25"/>
                    </a:lnTo>
                    <a:lnTo>
                      <a:pt x="3" y="26"/>
                    </a:lnTo>
                    <a:lnTo>
                      <a:pt x="4" y="27"/>
                    </a:lnTo>
                    <a:lnTo>
                      <a:pt x="6" y="27"/>
                    </a:lnTo>
                    <a:lnTo>
                      <a:pt x="7" y="27"/>
                    </a:lnTo>
                    <a:lnTo>
                      <a:pt x="9" y="28"/>
                    </a:lnTo>
                    <a:lnTo>
                      <a:pt x="10" y="29"/>
                    </a:lnTo>
                    <a:lnTo>
                      <a:pt x="11" y="29"/>
                    </a:lnTo>
                    <a:lnTo>
                      <a:pt x="13" y="29"/>
                    </a:lnTo>
                    <a:lnTo>
                      <a:pt x="14" y="29"/>
                    </a:lnTo>
                    <a:lnTo>
                      <a:pt x="15" y="29"/>
                    </a:lnTo>
                    <a:lnTo>
                      <a:pt x="17" y="29"/>
                    </a:lnTo>
                    <a:lnTo>
                      <a:pt x="18" y="27"/>
                    </a:lnTo>
                    <a:lnTo>
                      <a:pt x="19" y="26"/>
                    </a:lnTo>
                    <a:lnTo>
                      <a:pt x="21" y="26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5" y="25"/>
                    </a:lnTo>
                    <a:lnTo>
                      <a:pt x="26" y="26"/>
                    </a:lnTo>
                    <a:lnTo>
                      <a:pt x="28" y="26"/>
                    </a:lnTo>
                    <a:lnTo>
                      <a:pt x="29" y="26"/>
                    </a:lnTo>
                    <a:lnTo>
                      <a:pt x="30" y="24"/>
                    </a:lnTo>
                    <a:lnTo>
                      <a:pt x="32" y="23"/>
                    </a:lnTo>
                    <a:lnTo>
                      <a:pt x="33" y="24"/>
                    </a:lnTo>
                    <a:lnTo>
                      <a:pt x="34" y="25"/>
                    </a:lnTo>
                    <a:lnTo>
                      <a:pt x="36" y="25"/>
                    </a:lnTo>
                    <a:lnTo>
                      <a:pt x="37" y="26"/>
                    </a:lnTo>
                    <a:lnTo>
                      <a:pt x="38" y="25"/>
                    </a:lnTo>
                    <a:lnTo>
                      <a:pt x="40" y="26"/>
                    </a:lnTo>
                    <a:lnTo>
                      <a:pt x="41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5" y="25"/>
                    </a:lnTo>
                    <a:lnTo>
                      <a:pt x="47" y="26"/>
                    </a:lnTo>
                    <a:lnTo>
                      <a:pt x="48" y="26"/>
                    </a:lnTo>
                    <a:lnTo>
                      <a:pt x="49" y="25"/>
                    </a:lnTo>
                    <a:lnTo>
                      <a:pt x="51" y="25"/>
                    </a:lnTo>
                    <a:lnTo>
                      <a:pt x="52" y="26"/>
                    </a:lnTo>
                    <a:lnTo>
                      <a:pt x="53" y="26"/>
                    </a:lnTo>
                    <a:lnTo>
                      <a:pt x="55" y="25"/>
                    </a:lnTo>
                    <a:lnTo>
                      <a:pt x="56" y="24"/>
                    </a:lnTo>
                    <a:lnTo>
                      <a:pt x="57" y="24"/>
                    </a:lnTo>
                    <a:lnTo>
                      <a:pt x="59" y="24"/>
                    </a:lnTo>
                    <a:lnTo>
                      <a:pt x="60" y="24"/>
                    </a:lnTo>
                    <a:lnTo>
                      <a:pt x="62" y="24"/>
                    </a:lnTo>
                    <a:lnTo>
                      <a:pt x="63" y="24"/>
                    </a:lnTo>
                    <a:lnTo>
                      <a:pt x="64" y="24"/>
                    </a:lnTo>
                    <a:lnTo>
                      <a:pt x="66" y="24"/>
                    </a:lnTo>
                    <a:lnTo>
                      <a:pt x="67" y="24"/>
                    </a:lnTo>
                    <a:lnTo>
                      <a:pt x="68" y="24"/>
                    </a:lnTo>
                    <a:lnTo>
                      <a:pt x="70" y="23"/>
                    </a:lnTo>
                    <a:lnTo>
                      <a:pt x="71" y="24"/>
                    </a:lnTo>
                    <a:lnTo>
                      <a:pt x="72" y="24"/>
                    </a:lnTo>
                    <a:lnTo>
                      <a:pt x="74" y="24"/>
                    </a:lnTo>
                    <a:lnTo>
                      <a:pt x="75" y="24"/>
                    </a:lnTo>
                    <a:lnTo>
                      <a:pt x="77" y="24"/>
                    </a:lnTo>
                    <a:lnTo>
                      <a:pt x="78" y="24"/>
                    </a:lnTo>
                    <a:lnTo>
                      <a:pt x="79" y="25"/>
                    </a:lnTo>
                    <a:lnTo>
                      <a:pt x="81" y="25"/>
                    </a:lnTo>
                    <a:lnTo>
                      <a:pt x="82" y="26"/>
                    </a:lnTo>
                    <a:lnTo>
                      <a:pt x="83" y="25"/>
                    </a:lnTo>
                    <a:lnTo>
                      <a:pt x="85" y="26"/>
                    </a:lnTo>
                    <a:lnTo>
                      <a:pt x="86" y="27"/>
                    </a:lnTo>
                    <a:lnTo>
                      <a:pt x="87" y="26"/>
                    </a:lnTo>
                    <a:lnTo>
                      <a:pt x="89" y="26"/>
                    </a:lnTo>
                    <a:lnTo>
                      <a:pt x="90" y="26"/>
                    </a:lnTo>
                    <a:lnTo>
                      <a:pt x="91" y="26"/>
                    </a:lnTo>
                    <a:lnTo>
                      <a:pt x="93" y="26"/>
                    </a:lnTo>
                    <a:lnTo>
                      <a:pt x="94" y="25"/>
                    </a:lnTo>
                    <a:lnTo>
                      <a:pt x="96" y="25"/>
                    </a:lnTo>
                    <a:lnTo>
                      <a:pt x="97" y="25"/>
                    </a:lnTo>
                    <a:lnTo>
                      <a:pt x="98" y="24"/>
                    </a:lnTo>
                    <a:lnTo>
                      <a:pt x="100" y="24"/>
                    </a:lnTo>
                    <a:lnTo>
                      <a:pt x="101" y="25"/>
                    </a:lnTo>
                    <a:lnTo>
                      <a:pt x="102" y="25"/>
                    </a:lnTo>
                    <a:lnTo>
                      <a:pt x="104" y="24"/>
                    </a:lnTo>
                    <a:lnTo>
                      <a:pt x="105" y="25"/>
                    </a:lnTo>
                    <a:lnTo>
                      <a:pt x="106" y="25"/>
                    </a:lnTo>
                    <a:lnTo>
                      <a:pt x="108" y="25"/>
                    </a:lnTo>
                    <a:lnTo>
                      <a:pt x="109" y="25"/>
                    </a:lnTo>
                    <a:lnTo>
                      <a:pt x="111" y="24"/>
                    </a:lnTo>
                    <a:lnTo>
                      <a:pt x="112" y="24"/>
                    </a:lnTo>
                    <a:lnTo>
                      <a:pt x="113" y="24"/>
                    </a:lnTo>
                    <a:lnTo>
                      <a:pt x="115" y="23"/>
                    </a:lnTo>
                    <a:lnTo>
                      <a:pt x="116" y="23"/>
                    </a:lnTo>
                    <a:lnTo>
                      <a:pt x="117" y="23"/>
                    </a:lnTo>
                    <a:lnTo>
                      <a:pt x="119" y="400"/>
                    </a:lnTo>
                    <a:lnTo>
                      <a:pt x="120" y="450"/>
                    </a:lnTo>
                    <a:lnTo>
                      <a:pt x="121" y="454"/>
                    </a:lnTo>
                    <a:lnTo>
                      <a:pt x="123" y="455"/>
                    </a:lnTo>
                    <a:lnTo>
                      <a:pt x="124" y="457"/>
                    </a:lnTo>
                    <a:lnTo>
                      <a:pt x="125" y="459"/>
                    </a:lnTo>
                    <a:lnTo>
                      <a:pt x="127" y="461"/>
                    </a:lnTo>
                    <a:lnTo>
                      <a:pt x="128" y="462"/>
                    </a:lnTo>
                    <a:lnTo>
                      <a:pt x="130" y="464"/>
                    </a:lnTo>
                    <a:lnTo>
                      <a:pt x="131" y="466"/>
                    </a:lnTo>
                    <a:lnTo>
                      <a:pt x="132" y="467"/>
                    </a:lnTo>
                    <a:lnTo>
                      <a:pt x="134" y="468"/>
                    </a:lnTo>
                    <a:lnTo>
                      <a:pt x="135" y="470"/>
                    </a:lnTo>
                    <a:lnTo>
                      <a:pt x="136" y="472"/>
                    </a:lnTo>
                    <a:lnTo>
                      <a:pt x="138" y="473"/>
                    </a:lnTo>
                    <a:lnTo>
                      <a:pt x="139" y="475"/>
                    </a:lnTo>
                    <a:lnTo>
                      <a:pt x="140" y="476"/>
                    </a:lnTo>
                    <a:lnTo>
                      <a:pt x="142" y="478"/>
                    </a:lnTo>
                    <a:lnTo>
                      <a:pt x="143" y="479"/>
                    </a:lnTo>
                    <a:lnTo>
                      <a:pt x="145" y="481"/>
                    </a:lnTo>
                    <a:lnTo>
                      <a:pt x="146" y="482"/>
                    </a:lnTo>
                    <a:lnTo>
                      <a:pt x="147" y="484"/>
                    </a:lnTo>
                    <a:lnTo>
                      <a:pt x="149" y="484"/>
                    </a:lnTo>
                    <a:lnTo>
                      <a:pt x="150" y="484"/>
                    </a:lnTo>
                    <a:lnTo>
                      <a:pt x="151" y="485"/>
                    </a:lnTo>
                    <a:lnTo>
                      <a:pt x="153" y="485"/>
                    </a:lnTo>
                    <a:lnTo>
                      <a:pt x="154" y="485"/>
                    </a:lnTo>
                    <a:lnTo>
                      <a:pt x="155" y="485"/>
                    </a:lnTo>
                    <a:lnTo>
                      <a:pt x="157" y="486"/>
                    </a:lnTo>
                    <a:lnTo>
                      <a:pt x="158" y="487"/>
                    </a:lnTo>
                    <a:lnTo>
                      <a:pt x="159" y="487"/>
                    </a:lnTo>
                    <a:lnTo>
                      <a:pt x="161" y="488"/>
                    </a:lnTo>
                    <a:lnTo>
                      <a:pt x="162" y="488"/>
                    </a:lnTo>
                    <a:lnTo>
                      <a:pt x="164" y="489"/>
                    </a:lnTo>
                    <a:lnTo>
                      <a:pt x="165" y="489"/>
                    </a:lnTo>
                    <a:lnTo>
                      <a:pt x="166" y="489"/>
                    </a:lnTo>
                    <a:lnTo>
                      <a:pt x="168" y="489"/>
                    </a:lnTo>
                    <a:lnTo>
                      <a:pt x="169" y="490"/>
                    </a:lnTo>
                    <a:lnTo>
                      <a:pt x="170" y="489"/>
                    </a:lnTo>
                    <a:lnTo>
                      <a:pt x="172" y="489"/>
                    </a:lnTo>
                    <a:lnTo>
                      <a:pt x="173" y="489"/>
                    </a:lnTo>
                    <a:lnTo>
                      <a:pt x="174" y="489"/>
                    </a:lnTo>
                    <a:lnTo>
                      <a:pt x="176" y="489"/>
                    </a:lnTo>
                    <a:lnTo>
                      <a:pt x="177" y="489"/>
                    </a:lnTo>
                    <a:lnTo>
                      <a:pt x="179" y="489"/>
                    </a:lnTo>
                    <a:lnTo>
                      <a:pt x="180" y="489"/>
                    </a:lnTo>
                    <a:lnTo>
                      <a:pt x="181" y="489"/>
                    </a:lnTo>
                    <a:lnTo>
                      <a:pt x="183" y="489"/>
                    </a:lnTo>
                    <a:lnTo>
                      <a:pt x="184" y="489"/>
                    </a:lnTo>
                    <a:lnTo>
                      <a:pt x="185" y="488"/>
                    </a:lnTo>
                    <a:lnTo>
                      <a:pt x="187" y="488"/>
                    </a:lnTo>
                    <a:lnTo>
                      <a:pt x="188" y="488"/>
                    </a:lnTo>
                    <a:lnTo>
                      <a:pt x="189" y="487"/>
                    </a:lnTo>
                    <a:lnTo>
                      <a:pt x="191" y="487"/>
                    </a:lnTo>
                    <a:lnTo>
                      <a:pt x="192" y="487"/>
                    </a:lnTo>
                    <a:lnTo>
                      <a:pt x="193" y="487"/>
                    </a:lnTo>
                    <a:lnTo>
                      <a:pt x="195" y="487"/>
                    </a:lnTo>
                    <a:lnTo>
                      <a:pt x="196" y="487"/>
                    </a:lnTo>
                    <a:lnTo>
                      <a:pt x="198" y="486"/>
                    </a:lnTo>
                    <a:lnTo>
                      <a:pt x="199" y="486"/>
                    </a:lnTo>
                    <a:lnTo>
                      <a:pt x="200" y="486"/>
                    </a:lnTo>
                    <a:lnTo>
                      <a:pt x="202" y="485"/>
                    </a:lnTo>
                    <a:lnTo>
                      <a:pt x="203" y="485"/>
                    </a:lnTo>
                    <a:lnTo>
                      <a:pt x="204" y="486"/>
                    </a:lnTo>
                    <a:lnTo>
                      <a:pt x="206" y="487"/>
                    </a:lnTo>
                    <a:lnTo>
                      <a:pt x="207" y="487"/>
                    </a:lnTo>
                    <a:lnTo>
                      <a:pt x="208" y="486"/>
                    </a:lnTo>
                    <a:lnTo>
                      <a:pt x="210" y="485"/>
                    </a:lnTo>
                    <a:lnTo>
                      <a:pt x="211" y="484"/>
                    </a:lnTo>
                    <a:lnTo>
                      <a:pt x="213" y="483"/>
                    </a:lnTo>
                    <a:lnTo>
                      <a:pt x="214" y="483"/>
                    </a:lnTo>
                    <a:lnTo>
                      <a:pt x="215" y="481"/>
                    </a:lnTo>
                    <a:lnTo>
                      <a:pt x="217" y="480"/>
                    </a:lnTo>
                    <a:lnTo>
                      <a:pt x="218" y="481"/>
                    </a:lnTo>
                    <a:lnTo>
                      <a:pt x="219" y="481"/>
                    </a:lnTo>
                    <a:lnTo>
                      <a:pt x="221" y="481"/>
                    </a:lnTo>
                    <a:lnTo>
                      <a:pt x="222" y="480"/>
                    </a:lnTo>
                    <a:lnTo>
                      <a:pt x="223" y="479"/>
                    </a:lnTo>
                    <a:lnTo>
                      <a:pt x="225" y="478"/>
                    </a:lnTo>
                    <a:lnTo>
                      <a:pt x="226" y="479"/>
                    </a:lnTo>
                    <a:lnTo>
                      <a:pt x="227" y="477"/>
                    </a:lnTo>
                    <a:lnTo>
                      <a:pt x="229" y="477"/>
                    </a:lnTo>
                    <a:lnTo>
                      <a:pt x="230" y="477"/>
                    </a:lnTo>
                    <a:lnTo>
                      <a:pt x="232" y="476"/>
                    </a:lnTo>
                    <a:lnTo>
                      <a:pt x="233" y="476"/>
                    </a:lnTo>
                    <a:lnTo>
                      <a:pt x="234" y="476"/>
                    </a:lnTo>
                    <a:lnTo>
                      <a:pt x="236" y="476"/>
                    </a:lnTo>
                    <a:lnTo>
                      <a:pt x="237" y="476"/>
                    </a:lnTo>
                    <a:lnTo>
                      <a:pt x="238" y="476"/>
                    </a:lnTo>
                    <a:lnTo>
                      <a:pt x="240" y="476"/>
                    </a:lnTo>
                    <a:lnTo>
                      <a:pt x="241" y="477"/>
                    </a:lnTo>
                    <a:lnTo>
                      <a:pt x="242" y="475"/>
                    </a:lnTo>
                    <a:lnTo>
                      <a:pt x="244" y="475"/>
                    </a:lnTo>
                    <a:lnTo>
                      <a:pt x="245" y="475"/>
                    </a:lnTo>
                    <a:lnTo>
                      <a:pt x="247" y="475"/>
                    </a:lnTo>
                    <a:lnTo>
                      <a:pt x="248" y="476"/>
                    </a:lnTo>
                    <a:lnTo>
                      <a:pt x="249" y="476"/>
                    </a:lnTo>
                    <a:lnTo>
                      <a:pt x="251" y="475"/>
                    </a:lnTo>
                    <a:lnTo>
                      <a:pt x="252" y="475"/>
                    </a:lnTo>
                    <a:lnTo>
                      <a:pt x="253" y="474"/>
                    </a:lnTo>
                    <a:lnTo>
                      <a:pt x="255" y="475"/>
                    </a:lnTo>
                    <a:lnTo>
                      <a:pt x="256" y="474"/>
                    </a:lnTo>
                    <a:lnTo>
                      <a:pt x="257" y="473"/>
                    </a:lnTo>
                    <a:lnTo>
                      <a:pt x="259" y="473"/>
                    </a:lnTo>
                    <a:lnTo>
                      <a:pt x="260" y="473"/>
                    </a:lnTo>
                    <a:lnTo>
                      <a:pt x="261" y="474"/>
                    </a:lnTo>
                    <a:lnTo>
                      <a:pt x="263" y="472"/>
                    </a:lnTo>
                    <a:lnTo>
                      <a:pt x="264" y="473"/>
                    </a:lnTo>
                    <a:lnTo>
                      <a:pt x="266" y="472"/>
                    </a:lnTo>
                    <a:lnTo>
                      <a:pt x="267" y="472"/>
                    </a:lnTo>
                    <a:lnTo>
                      <a:pt x="268" y="472"/>
                    </a:lnTo>
                    <a:lnTo>
                      <a:pt x="270" y="472"/>
                    </a:lnTo>
                    <a:lnTo>
                      <a:pt x="271" y="472"/>
                    </a:lnTo>
                    <a:lnTo>
                      <a:pt x="272" y="472"/>
                    </a:lnTo>
                    <a:lnTo>
                      <a:pt x="274" y="471"/>
                    </a:lnTo>
                    <a:lnTo>
                      <a:pt x="275" y="471"/>
                    </a:lnTo>
                    <a:lnTo>
                      <a:pt x="276" y="471"/>
                    </a:lnTo>
                    <a:lnTo>
                      <a:pt x="278" y="470"/>
                    </a:lnTo>
                    <a:lnTo>
                      <a:pt x="279" y="471"/>
                    </a:lnTo>
                    <a:lnTo>
                      <a:pt x="281" y="470"/>
                    </a:lnTo>
                    <a:lnTo>
                      <a:pt x="282" y="471"/>
                    </a:lnTo>
                    <a:lnTo>
                      <a:pt x="283" y="471"/>
                    </a:lnTo>
                    <a:lnTo>
                      <a:pt x="285" y="471"/>
                    </a:lnTo>
                    <a:lnTo>
                      <a:pt x="286" y="471"/>
                    </a:lnTo>
                    <a:lnTo>
                      <a:pt x="287" y="470"/>
                    </a:lnTo>
                    <a:lnTo>
                      <a:pt x="289" y="470"/>
                    </a:lnTo>
                    <a:lnTo>
                      <a:pt x="290" y="470"/>
                    </a:lnTo>
                    <a:lnTo>
                      <a:pt x="291" y="469"/>
                    </a:lnTo>
                    <a:lnTo>
                      <a:pt x="293" y="470"/>
                    </a:lnTo>
                    <a:lnTo>
                      <a:pt x="294" y="469"/>
                    </a:lnTo>
                    <a:lnTo>
                      <a:pt x="295" y="470"/>
                    </a:lnTo>
                    <a:lnTo>
                      <a:pt x="297" y="469"/>
                    </a:lnTo>
                    <a:lnTo>
                      <a:pt x="298" y="468"/>
                    </a:lnTo>
                    <a:lnTo>
                      <a:pt x="300" y="467"/>
                    </a:lnTo>
                    <a:lnTo>
                      <a:pt x="301" y="467"/>
                    </a:lnTo>
                    <a:lnTo>
                      <a:pt x="302" y="466"/>
                    </a:lnTo>
                    <a:lnTo>
                      <a:pt x="304" y="466"/>
                    </a:lnTo>
                    <a:lnTo>
                      <a:pt x="305" y="465"/>
                    </a:lnTo>
                    <a:lnTo>
                      <a:pt x="306" y="466"/>
                    </a:lnTo>
                    <a:lnTo>
                      <a:pt x="308" y="465"/>
                    </a:lnTo>
                    <a:lnTo>
                      <a:pt x="309" y="465"/>
                    </a:lnTo>
                    <a:lnTo>
                      <a:pt x="310" y="465"/>
                    </a:lnTo>
                    <a:lnTo>
                      <a:pt x="312" y="465"/>
                    </a:lnTo>
                    <a:lnTo>
                      <a:pt x="313" y="466"/>
                    </a:lnTo>
                    <a:lnTo>
                      <a:pt x="315" y="466"/>
                    </a:lnTo>
                    <a:lnTo>
                      <a:pt x="316" y="465"/>
                    </a:lnTo>
                    <a:lnTo>
                      <a:pt x="317" y="466"/>
                    </a:lnTo>
                    <a:lnTo>
                      <a:pt x="319" y="467"/>
                    </a:lnTo>
                    <a:lnTo>
                      <a:pt x="320" y="467"/>
                    </a:lnTo>
                    <a:lnTo>
                      <a:pt x="321" y="468"/>
                    </a:lnTo>
                    <a:lnTo>
                      <a:pt x="323" y="467"/>
                    </a:lnTo>
                    <a:lnTo>
                      <a:pt x="324" y="468"/>
                    </a:lnTo>
                    <a:lnTo>
                      <a:pt x="325" y="467"/>
                    </a:lnTo>
                    <a:lnTo>
                      <a:pt x="327" y="468"/>
                    </a:lnTo>
                    <a:lnTo>
                      <a:pt x="328" y="467"/>
                    </a:lnTo>
                    <a:lnTo>
                      <a:pt x="329" y="466"/>
                    </a:lnTo>
                    <a:lnTo>
                      <a:pt x="331" y="466"/>
                    </a:lnTo>
                    <a:lnTo>
                      <a:pt x="332" y="465"/>
                    </a:lnTo>
                    <a:lnTo>
                      <a:pt x="334" y="464"/>
                    </a:lnTo>
                    <a:lnTo>
                      <a:pt x="335" y="464"/>
                    </a:lnTo>
                    <a:lnTo>
                      <a:pt x="336" y="463"/>
                    </a:lnTo>
                    <a:lnTo>
                      <a:pt x="338" y="463"/>
                    </a:lnTo>
                    <a:lnTo>
                      <a:pt x="339" y="464"/>
                    </a:lnTo>
                    <a:lnTo>
                      <a:pt x="340" y="463"/>
                    </a:lnTo>
                    <a:lnTo>
                      <a:pt x="342" y="463"/>
                    </a:lnTo>
                    <a:lnTo>
                      <a:pt x="343" y="462"/>
                    </a:lnTo>
                    <a:lnTo>
                      <a:pt x="344" y="463"/>
                    </a:lnTo>
                    <a:lnTo>
                      <a:pt x="346" y="464"/>
                    </a:lnTo>
                    <a:lnTo>
                      <a:pt x="347" y="463"/>
                    </a:lnTo>
                    <a:lnTo>
                      <a:pt x="349" y="463"/>
                    </a:lnTo>
                    <a:lnTo>
                      <a:pt x="350" y="463"/>
                    </a:lnTo>
                    <a:lnTo>
                      <a:pt x="351" y="463"/>
                    </a:lnTo>
                    <a:lnTo>
                      <a:pt x="353" y="463"/>
                    </a:lnTo>
                    <a:lnTo>
                      <a:pt x="354" y="462"/>
                    </a:lnTo>
                    <a:lnTo>
                      <a:pt x="355" y="461"/>
                    </a:lnTo>
                    <a:lnTo>
                      <a:pt x="357" y="461"/>
                    </a:lnTo>
                    <a:lnTo>
                      <a:pt x="358" y="461"/>
                    </a:lnTo>
                    <a:lnTo>
                      <a:pt x="359" y="460"/>
                    </a:lnTo>
                    <a:lnTo>
                      <a:pt x="361" y="461"/>
                    </a:lnTo>
                    <a:lnTo>
                      <a:pt x="362" y="461"/>
                    </a:lnTo>
                    <a:lnTo>
                      <a:pt x="363" y="462"/>
                    </a:lnTo>
                    <a:lnTo>
                      <a:pt x="365" y="462"/>
                    </a:lnTo>
                    <a:lnTo>
                      <a:pt x="366" y="462"/>
                    </a:lnTo>
                    <a:lnTo>
                      <a:pt x="368" y="462"/>
                    </a:lnTo>
                    <a:lnTo>
                      <a:pt x="369" y="463"/>
                    </a:lnTo>
                    <a:lnTo>
                      <a:pt x="370" y="463"/>
                    </a:lnTo>
                    <a:lnTo>
                      <a:pt x="372" y="464"/>
                    </a:lnTo>
                    <a:lnTo>
                      <a:pt x="373" y="463"/>
                    </a:lnTo>
                    <a:lnTo>
                      <a:pt x="374" y="463"/>
                    </a:lnTo>
                    <a:lnTo>
                      <a:pt x="376" y="463"/>
                    </a:lnTo>
                    <a:lnTo>
                      <a:pt x="377" y="464"/>
                    </a:lnTo>
                    <a:lnTo>
                      <a:pt x="378" y="465"/>
                    </a:lnTo>
                    <a:lnTo>
                      <a:pt x="380" y="465"/>
                    </a:lnTo>
                    <a:lnTo>
                      <a:pt x="381" y="465"/>
                    </a:lnTo>
                    <a:lnTo>
                      <a:pt x="383" y="465"/>
                    </a:lnTo>
                    <a:lnTo>
                      <a:pt x="384" y="466"/>
                    </a:lnTo>
                    <a:lnTo>
                      <a:pt x="385" y="467"/>
                    </a:lnTo>
                    <a:lnTo>
                      <a:pt x="387" y="467"/>
                    </a:lnTo>
                    <a:lnTo>
                      <a:pt x="388" y="467"/>
                    </a:lnTo>
                    <a:lnTo>
                      <a:pt x="389" y="468"/>
                    </a:lnTo>
                    <a:lnTo>
                      <a:pt x="391" y="468"/>
                    </a:lnTo>
                    <a:lnTo>
                      <a:pt x="392" y="468"/>
                    </a:lnTo>
                    <a:lnTo>
                      <a:pt x="393" y="468"/>
                    </a:lnTo>
                    <a:lnTo>
                      <a:pt x="395" y="469"/>
                    </a:lnTo>
                    <a:lnTo>
                      <a:pt x="396" y="469"/>
                    </a:lnTo>
                    <a:lnTo>
                      <a:pt x="397" y="469"/>
                    </a:lnTo>
                    <a:lnTo>
                      <a:pt x="399" y="469"/>
                    </a:lnTo>
                    <a:lnTo>
                      <a:pt x="400" y="470"/>
                    </a:lnTo>
                    <a:lnTo>
                      <a:pt x="402" y="471"/>
                    </a:lnTo>
                    <a:lnTo>
                      <a:pt x="403" y="472"/>
                    </a:lnTo>
                    <a:lnTo>
                      <a:pt x="404" y="473"/>
                    </a:lnTo>
                    <a:lnTo>
                      <a:pt x="406" y="474"/>
                    </a:lnTo>
                    <a:lnTo>
                      <a:pt x="407" y="474"/>
                    </a:lnTo>
                    <a:lnTo>
                      <a:pt x="408" y="474"/>
                    </a:lnTo>
                    <a:lnTo>
                      <a:pt x="410" y="475"/>
                    </a:lnTo>
                    <a:lnTo>
                      <a:pt x="411" y="476"/>
                    </a:lnTo>
                    <a:lnTo>
                      <a:pt x="412" y="476"/>
                    </a:lnTo>
                    <a:lnTo>
                      <a:pt x="414" y="476"/>
                    </a:lnTo>
                    <a:lnTo>
                      <a:pt x="415" y="478"/>
                    </a:lnTo>
                    <a:lnTo>
                      <a:pt x="417" y="477"/>
                    </a:lnTo>
                    <a:lnTo>
                      <a:pt x="418" y="478"/>
                    </a:lnTo>
                    <a:lnTo>
                      <a:pt x="419" y="479"/>
                    </a:lnTo>
                    <a:lnTo>
                      <a:pt x="421" y="478"/>
                    </a:lnTo>
                    <a:lnTo>
                      <a:pt x="422" y="478"/>
                    </a:lnTo>
                    <a:lnTo>
                      <a:pt x="423" y="475"/>
                    </a:lnTo>
                    <a:lnTo>
                      <a:pt x="425" y="144"/>
                    </a:lnTo>
                    <a:lnTo>
                      <a:pt x="426" y="145"/>
                    </a:lnTo>
                    <a:lnTo>
                      <a:pt x="427" y="141"/>
                    </a:lnTo>
                    <a:lnTo>
                      <a:pt x="429" y="141"/>
                    </a:lnTo>
                    <a:lnTo>
                      <a:pt x="430" y="141"/>
                    </a:lnTo>
                    <a:lnTo>
                      <a:pt x="431" y="141"/>
                    </a:lnTo>
                    <a:lnTo>
                      <a:pt x="433" y="139"/>
                    </a:lnTo>
                    <a:lnTo>
                      <a:pt x="434" y="139"/>
                    </a:lnTo>
                    <a:lnTo>
                      <a:pt x="436" y="137"/>
                    </a:lnTo>
                    <a:lnTo>
                      <a:pt x="437" y="136"/>
                    </a:lnTo>
                    <a:lnTo>
                      <a:pt x="438" y="135"/>
                    </a:lnTo>
                    <a:lnTo>
                      <a:pt x="440" y="134"/>
                    </a:lnTo>
                    <a:lnTo>
                      <a:pt x="441" y="133"/>
                    </a:lnTo>
                    <a:lnTo>
                      <a:pt x="442" y="133"/>
                    </a:lnTo>
                    <a:lnTo>
                      <a:pt x="444" y="132"/>
                    </a:lnTo>
                    <a:lnTo>
                      <a:pt x="445" y="132"/>
                    </a:lnTo>
                    <a:lnTo>
                      <a:pt x="446" y="132"/>
                    </a:lnTo>
                    <a:lnTo>
                      <a:pt x="448" y="132"/>
                    </a:lnTo>
                    <a:lnTo>
                      <a:pt x="449" y="133"/>
                    </a:lnTo>
                    <a:lnTo>
                      <a:pt x="451" y="132"/>
                    </a:lnTo>
                    <a:lnTo>
                      <a:pt x="452" y="133"/>
                    </a:lnTo>
                    <a:lnTo>
                      <a:pt x="453" y="133"/>
                    </a:lnTo>
                    <a:lnTo>
                      <a:pt x="455" y="132"/>
                    </a:lnTo>
                    <a:lnTo>
                      <a:pt x="456" y="133"/>
                    </a:lnTo>
                    <a:lnTo>
                      <a:pt x="457" y="132"/>
                    </a:lnTo>
                    <a:lnTo>
                      <a:pt x="459" y="132"/>
                    </a:lnTo>
                    <a:lnTo>
                      <a:pt x="460" y="132"/>
                    </a:lnTo>
                    <a:lnTo>
                      <a:pt x="461" y="131"/>
                    </a:lnTo>
                    <a:lnTo>
                      <a:pt x="463" y="130"/>
                    </a:lnTo>
                    <a:lnTo>
                      <a:pt x="464" y="130"/>
                    </a:lnTo>
                    <a:lnTo>
                      <a:pt x="465" y="128"/>
                    </a:lnTo>
                    <a:lnTo>
                      <a:pt x="467" y="128"/>
                    </a:lnTo>
                    <a:lnTo>
                      <a:pt x="468" y="127"/>
                    </a:lnTo>
                    <a:lnTo>
                      <a:pt x="470" y="126"/>
                    </a:lnTo>
                    <a:lnTo>
                      <a:pt x="471" y="126"/>
                    </a:lnTo>
                    <a:lnTo>
                      <a:pt x="472" y="127"/>
                    </a:lnTo>
                    <a:lnTo>
                      <a:pt x="474" y="127"/>
                    </a:lnTo>
                    <a:lnTo>
                      <a:pt x="475" y="127"/>
                    </a:lnTo>
                    <a:lnTo>
                      <a:pt x="476" y="127"/>
                    </a:lnTo>
                    <a:lnTo>
                      <a:pt x="478" y="127"/>
                    </a:lnTo>
                    <a:lnTo>
                      <a:pt x="479" y="127"/>
                    </a:lnTo>
                    <a:lnTo>
                      <a:pt x="480" y="127"/>
                    </a:lnTo>
                    <a:lnTo>
                      <a:pt x="482" y="126"/>
                    </a:lnTo>
                    <a:lnTo>
                      <a:pt x="483" y="126"/>
                    </a:lnTo>
                    <a:lnTo>
                      <a:pt x="485" y="125"/>
                    </a:lnTo>
                    <a:lnTo>
                      <a:pt x="486" y="125"/>
                    </a:lnTo>
                    <a:lnTo>
                      <a:pt x="487" y="125"/>
                    </a:lnTo>
                    <a:lnTo>
                      <a:pt x="489" y="124"/>
                    </a:lnTo>
                    <a:lnTo>
                      <a:pt x="490" y="123"/>
                    </a:lnTo>
                    <a:lnTo>
                      <a:pt x="491" y="123"/>
                    </a:lnTo>
                    <a:lnTo>
                      <a:pt x="493" y="122"/>
                    </a:lnTo>
                    <a:lnTo>
                      <a:pt x="494" y="122"/>
                    </a:lnTo>
                    <a:lnTo>
                      <a:pt x="495" y="121"/>
                    </a:lnTo>
                    <a:lnTo>
                      <a:pt x="497" y="120"/>
                    </a:lnTo>
                    <a:lnTo>
                      <a:pt x="498" y="120"/>
                    </a:lnTo>
                    <a:lnTo>
                      <a:pt x="499" y="120"/>
                    </a:lnTo>
                    <a:lnTo>
                      <a:pt x="501" y="120"/>
                    </a:lnTo>
                    <a:lnTo>
                      <a:pt x="502" y="120"/>
                    </a:lnTo>
                    <a:lnTo>
                      <a:pt x="504" y="120"/>
                    </a:lnTo>
                    <a:lnTo>
                      <a:pt x="505" y="120"/>
                    </a:lnTo>
                    <a:lnTo>
                      <a:pt x="506" y="120"/>
                    </a:lnTo>
                    <a:lnTo>
                      <a:pt x="508" y="121"/>
                    </a:lnTo>
                    <a:lnTo>
                      <a:pt x="509" y="121"/>
                    </a:lnTo>
                    <a:lnTo>
                      <a:pt x="510" y="121"/>
                    </a:lnTo>
                    <a:lnTo>
                      <a:pt x="512" y="121"/>
                    </a:lnTo>
                    <a:lnTo>
                      <a:pt x="513" y="119"/>
                    </a:lnTo>
                    <a:lnTo>
                      <a:pt x="514" y="118"/>
                    </a:lnTo>
                    <a:lnTo>
                      <a:pt x="516" y="118"/>
                    </a:lnTo>
                    <a:lnTo>
                      <a:pt x="517" y="119"/>
                    </a:lnTo>
                    <a:lnTo>
                      <a:pt x="519" y="119"/>
                    </a:lnTo>
                    <a:lnTo>
                      <a:pt x="520" y="119"/>
                    </a:lnTo>
                    <a:lnTo>
                      <a:pt x="521" y="120"/>
                    </a:lnTo>
                    <a:lnTo>
                      <a:pt x="523" y="120"/>
                    </a:lnTo>
                    <a:lnTo>
                      <a:pt x="524" y="120"/>
                    </a:lnTo>
                    <a:lnTo>
                      <a:pt x="525" y="119"/>
                    </a:lnTo>
                    <a:lnTo>
                      <a:pt x="527" y="119"/>
                    </a:lnTo>
                    <a:lnTo>
                      <a:pt x="528" y="119"/>
                    </a:lnTo>
                    <a:lnTo>
                      <a:pt x="529" y="118"/>
                    </a:lnTo>
                    <a:lnTo>
                      <a:pt x="531" y="119"/>
                    </a:lnTo>
                    <a:lnTo>
                      <a:pt x="532" y="118"/>
                    </a:lnTo>
                    <a:lnTo>
                      <a:pt x="533" y="118"/>
                    </a:lnTo>
                    <a:lnTo>
                      <a:pt x="535" y="119"/>
                    </a:lnTo>
                    <a:lnTo>
                      <a:pt x="536" y="118"/>
                    </a:lnTo>
                    <a:lnTo>
                      <a:pt x="538" y="118"/>
                    </a:lnTo>
                    <a:lnTo>
                      <a:pt x="539" y="118"/>
                    </a:lnTo>
                    <a:lnTo>
                      <a:pt x="540" y="118"/>
                    </a:lnTo>
                    <a:lnTo>
                      <a:pt x="542" y="119"/>
                    </a:lnTo>
                    <a:lnTo>
                      <a:pt x="543" y="118"/>
                    </a:lnTo>
                    <a:lnTo>
                      <a:pt x="544" y="118"/>
                    </a:lnTo>
                    <a:lnTo>
                      <a:pt x="546" y="118"/>
                    </a:lnTo>
                    <a:lnTo>
                      <a:pt x="547" y="119"/>
                    </a:lnTo>
                    <a:lnTo>
                      <a:pt x="548" y="119"/>
                    </a:lnTo>
                    <a:lnTo>
                      <a:pt x="550" y="119"/>
                    </a:lnTo>
                    <a:lnTo>
                      <a:pt x="551" y="119"/>
                    </a:lnTo>
                    <a:lnTo>
                      <a:pt x="553" y="119"/>
                    </a:lnTo>
                    <a:lnTo>
                      <a:pt x="554" y="119"/>
                    </a:lnTo>
                    <a:lnTo>
                      <a:pt x="555" y="120"/>
                    </a:lnTo>
                    <a:lnTo>
                      <a:pt x="557" y="119"/>
                    </a:lnTo>
                    <a:lnTo>
                      <a:pt x="558" y="120"/>
                    </a:lnTo>
                    <a:lnTo>
                      <a:pt x="559" y="120"/>
                    </a:lnTo>
                    <a:lnTo>
                      <a:pt x="561" y="120"/>
                    </a:lnTo>
                    <a:lnTo>
                      <a:pt x="562" y="121"/>
                    </a:lnTo>
                    <a:lnTo>
                      <a:pt x="563" y="120"/>
                    </a:lnTo>
                    <a:lnTo>
                      <a:pt x="565" y="120"/>
                    </a:lnTo>
                    <a:lnTo>
                      <a:pt x="566" y="119"/>
                    </a:lnTo>
                    <a:lnTo>
                      <a:pt x="567" y="119"/>
                    </a:lnTo>
                    <a:lnTo>
                      <a:pt x="569" y="118"/>
                    </a:lnTo>
                    <a:lnTo>
                      <a:pt x="570" y="118"/>
                    </a:lnTo>
                    <a:lnTo>
                      <a:pt x="572" y="116"/>
                    </a:lnTo>
                    <a:lnTo>
                      <a:pt x="573" y="116"/>
                    </a:lnTo>
                    <a:lnTo>
                      <a:pt x="574" y="116"/>
                    </a:lnTo>
                    <a:lnTo>
                      <a:pt x="576" y="115"/>
                    </a:lnTo>
                    <a:lnTo>
                      <a:pt x="577" y="114"/>
                    </a:lnTo>
                    <a:lnTo>
                      <a:pt x="578" y="114"/>
                    </a:lnTo>
                    <a:lnTo>
                      <a:pt x="580" y="112"/>
                    </a:lnTo>
                    <a:lnTo>
                      <a:pt x="581" y="111"/>
                    </a:lnTo>
                    <a:lnTo>
                      <a:pt x="582" y="111"/>
                    </a:lnTo>
                    <a:lnTo>
                      <a:pt x="584" y="109"/>
                    </a:lnTo>
                    <a:lnTo>
                      <a:pt x="585" y="109"/>
                    </a:lnTo>
                    <a:lnTo>
                      <a:pt x="587" y="109"/>
                    </a:lnTo>
                    <a:lnTo>
                      <a:pt x="588" y="109"/>
                    </a:lnTo>
                    <a:lnTo>
                      <a:pt x="589" y="109"/>
                    </a:lnTo>
                    <a:lnTo>
                      <a:pt x="591" y="108"/>
                    </a:lnTo>
                    <a:lnTo>
                      <a:pt x="592" y="107"/>
                    </a:lnTo>
                    <a:lnTo>
                      <a:pt x="593" y="106"/>
                    </a:lnTo>
                    <a:lnTo>
                      <a:pt x="595" y="105"/>
                    </a:lnTo>
                    <a:lnTo>
                      <a:pt x="596" y="105"/>
                    </a:lnTo>
                    <a:lnTo>
                      <a:pt x="597" y="105"/>
                    </a:lnTo>
                    <a:lnTo>
                      <a:pt x="599" y="105"/>
                    </a:lnTo>
                    <a:lnTo>
                      <a:pt x="600" y="105"/>
                    </a:lnTo>
                    <a:lnTo>
                      <a:pt x="601" y="105"/>
                    </a:lnTo>
                    <a:lnTo>
                      <a:pt x="603" y="105"/>
                    </a:lnTo>
                    <a:lnTo>
                      <a:pt x="604" y="105"/>
                    </a:lnTo>
                    <a:lnTo>
                      <a:pt x="606" y="105"/>
                    </a:lnTo>
                    <a:lnTo>
                      <a:pt x="607" y="105"/>
                    </a:lnTo>
                    <a:lnTo>
                      <a:pt x="608" y="104"/>
                    </a:lnTo>
                    <a:lnTo>
                      <a:pt x="610" y="105"/>
                    </a:lnTo>
                    <a:lnTo>
                      <a:pt x="611" y="105"/>
                    </a:lnTo>
                    <a:lnTo>
                      <a:pt x="612" y="104"/>
                    </a:lnTo>
                    <a:lnTo>
                      <a:pt x="614" y="104"/>
                    </a:lnTo>
                    <a:lnTo>
                      <a:pt x="615" y="104"/>
                    </a:lnTo>
                    <a:lnTo>
                      <a:pt x="616" y="103"/>
                    </a:lnTo>
                    <a:lnTo>
                      <a:pt x="618" y="103"/>
                    </a:lnTo>
                    <a:lnTo>
                      <a:pt x="619" y="103"/>
                    </a:lnTo>
                    <a:lnTo>
                      <a:pt x="621" y="103"/>
                    </a:lnTo>
                    <a:lnTo>
                      <a:pt x="622" y="103"/>
                    </a:lnTo>
                    <a:lnTo>
                      <a:pt x="623" y="103"/>
                    </a:lnTo>
                    <a:lnTo>
                      <a:pt x="625" y="102"/>
                    </a:lnTo>
                    <a:lnTo>
                      <a:pt x="626" y="103"/>
                    </a:lnTo>
                    <a:lnTo>
                      <a:pt x="627" y="102"/>
                    </a:lnTo>
                    <a:lnTo>
                      <a:pt x="629" y="102"/>
                    </a:lnTo>
                    <a:lnTo>
                      <a:pt x="630" y="101"/>
                    </a:lnTo>
                    <a:lnTo>
                      <a:pt x="631" y="101"/>
                    </a:lnTo>
                    <a:lnTo>
                      <a:pt x="633" y="100"/>
                    </a:lnTo>
                    <a:lnTo>
                      <a:pt x="634" y="101"/>
                    </a:lnTo>
                    <a:lnTo>
                      <a:pt x="635" y="100"/>
                    </a:lnTo>
                    <a:lnTo>
                      <a:pt x="637" y="101"/>
                    </a:lnTo>
                    <a:lnTo>
                      <a:pt x="638" y="100"/>
                    </a:lnTo>
                    <a:lnTo>
                      <a:pt x="640" y="100"/>
                    </a:lnTo>
                    <a:lnTo>
                      <a:pt x="641" y="100"/>
                    </a:lnTo>
                    <a:lnTo>
                      <a:pt x="642" y="100"/>
                    </a:lnTo>
                    <a:lnTo>
                      <a:pt x="644" y="100"/>
                    </a:lnTo>
                    <a:lnTo>
                      <a:pt x="645" y="100"/>
                    </a:lnTo>
                    <a:lnTo>
                      <a:pt x="646" y="100"/>
                    </a:lnTo>
                    <a:lnTo>
                      <a:pt x="648" y="100"/>
                    </a:lnTo>
                    <a:lnTo>
                      <a:pt x="649" y="99"/>
                    </a:lnTo>
                    <a:lnTo>
                      <a:pt x="650" y="100"/>
                    </a:lnTo>
                    <a:lnTo>
                      <a:pt x="652" y="99"/>
                    </a:lnTo>
                    <a:lnTo>
                      <a:pt x="653" y="99"/>
                    </a:lnTo>
                    <a:lnTo>
                      <a:pt x="655" y="98"/>
                    </a:lnTo>
                    <a:lnTo>
                      <a:pt x="656" y="97"/>
                    </a:lnTo>
                    <a:lnTo>
                      <a:pt x="657" y="98"/>
                    </a:lnTo>
                    <a:lnTo>
                      <a:pt x="659" y="98"/>
                    </a:lnTo>
                    <a:lnTo>
                      <a:pt x="660" y="98"/>
                    </a:lnTo>
                    <a:lnTo>
                      <a:pt x="661" y="98"/>
                    </a:lnTo>
                    <a:lnTo>
                      <a:pt x="663" y="98"/>
                    </a:lnTo>
                    <a:lnTo>
                      <a:pt x="664" y="98"/>
                    </a:lnTo>
                    <a:lnTo>
                      <a:pt x="665" y="97"/>
                    </a:lnTo>
                    <a:lnTo>
                      <a:pt x="667" y="97"/>
                    </a:lnTo>
                    <a:lnTo>
                      <a:pt x="668" y="96"/>
                    </a:lnTo>
                    <a:lnTo>
                      <a:pt x="669" y="95"/>
                    </a:lnTo>
                    <a:lnTo>
                      <a:pt x="671" y="94"/>
                    </a:lnTo>
                    <a:lnTo>
                      <a:pt x="672" y="94"/>
                    </a:lnTo>
                    <a:lnTo>
                      <a:pt x="674" y="94"/>
                    </a:lnTo>
                    <a:lnTo>
                      <a:pt x="675" y="94"/>
                    </a:lnTo>
                    <a:lnTo>
                      <a:pt x="676" y="94"/>
                    </a:lnTo>
                    <a:lnTo>
                      <a:pt x="678" y="93"/>
                    </a:lnTo>
                    <a:lnTo>
                      <a:pt x="679" y="94"/>
                    </a:lnTo>
                    <a:lnTo>
                      <a:pt x="680" y="94"/>
                    </a:lnTo>
                    <a:lnTo>
                      <a:pt x="682" y="94"/>
                    </a:lnTo>
                    <a:lnTo>
                      <a:pt x="683" y="94"/>
                    </a:lnTo>
                    <a:lnTo>
                      <a:pt x="684" y="95"/>
                    </a:lnTo>
                    <a:lnTo>
                      <a:pt x="686" y="95"/>
                    </a:lnTo>
                    <a:lnTo>
                      <a:pt x="687" y="96"/>
                    </a:lnTo>
                    <a:lnTo>
                      <a:pt x="689" y="96"/>
                    </a:lnTo>
                    <a:lnTo>
                      <a:pt x="690" y="96"/>
                    </a:lnTo>
                    <a:lnTo>
                      <a:pt x="691" y="96"/>
                    </a:lnTo>
                    <a:lnTo>
                      <a:pt x="693" y="97"/>
                    </a:lnTo>
                    <a:lnTo>
                      <a:pt x="694" y="98"/>
                    </a:lnTo>
                    <a:lnTo>
                      <a:pt x="695" y="98"/>
                    </a:lnTo>
                    <a:lnTo>
                      <a:pt x="697" y="97"/>
                    </a:lnTo>
                    <a:lnTo>
                      <a:pt x="698" y="98"/>
                    </a:lnTo>
                    <a:lnTo>
                      <a:pt x="699" y="97"/>
                    </a:lnTo>
                    <a:lnTo>
                      <a:pt x="701" y="97"/>
                    </a:lnTo>
                    <a:lnTo>
                      <a:pt x="702" y="96"/>
                    </a:lnTo>
                    <a:lnTo>
                      <a:pt x="703" y="95"/>
                    </a:lnTo>
                    <a:lnTo>
                      <a:pt x="705" y="95"/>
                    </a:lnTo>
                    <a:lnTo>
                      <a:pt x="706" y="94"/>
                    </a:lnTo>
                    <a:lnTo>
                      <a:pt x="708" y="94"/>
                    </a:lnTo>
                    <a:lnTo>
                      <a:pt x="709" y="94"/>
                    </a:lnTo>
                    <a:lnTo>
                      <a:pt x="710" y="94"/>
                    </a:lnTo>
                    <a:lnTo>
                      <a:pt x="712" y="94"/>
                    </a:lnTo>
                    <a:lnTo>
                      <a:pt x="713" y="94"/>
                    </a:lnTo>
                    <a:lnTo>
                      <a:pt x="714" y="94"/>
                    </a:lnTo>
                    <a:lnTo>
                      <a:pt x="716" y="93"/>
                    </a:lnTo>
                    <a:lnTo>
                      <a:pt x="717" y="94"/>
                    </a:lnTo>
                    <a:lnTo>
                      <a:pt x="718" y="93"/>
                    </a:lnTo>
                    <a:lnTo>
                      <a:pt x="720" y="93"/>
                    </a:lnTo>
                    <a:lnTo>
                      <a:pt x="721" y="93"/>
                    </a:lnTo>
                    <a:lnTo>
                      <a:pt x="723" y="93"/>
                    </a:lnTo>
                    <a:lnTo>
                      <a:pt x="724" y="94"/>
                    </a:lnTo>
                    <a:lnTo>
                      <a:pt x="725" y="92"/>
                    </a:lnTo>
                    <a:lnTo>
                      <a:pt x="727" y="92"/>
                    </a:lnTo>
                    <a:lnTo>
                      <a:pt x="728" y="91"/>
                    </a:lnTo>
                    <a:lnTo>
                      <a:pt x="729" y="92"/>
                    </a:lnTo>
                    <a:lnTo>
                      <a:pt x="731" y="90"/>
                    </a:lnTo>
                    <a:lnTo>
                      <a:pt x="732" y="90"/>
                    </a:lnTo>
                    <a:lnTo>
                      <a:pt x="733" y="90"/>
                    </a:lnTo>
                    <a:lnTo>
                      <a:pt x="735" y="90"/>
                    </a:lnTo>
                    <a:lnTo>
                      <a:pt x="736" y="90"/>
                    </a:lnTo>
                    <a:lnTo>
                      <a:pt x="737" y="90"/>
                    </a:lnTo>
                    <a:lnTo>
                      <a:pt x="739" y="90"/>
                    </a:lnTo>
                    <a:lnTo>
                      <a:pt x="740" y="89"/>
                    </a:lnTo>
                    <a:lnTo>
                      <a:pt x="742" y="89"/>
                    </a:lnTo>
                    <a:lnTo>
                      <a:pt x="743" y="89"/>
                    </a:lnTo>
                    <a:lnTo>
                      <a:pt x="744" y="89"/>
                    </a:lnTo>
                    <a:lnTo>
                      <a:pt x="746" y="89"/>
                    </a:lnTo>
                    <a:lnTo>
                      <a:pt x="747" y="89"/>
                    </a:lnTo>
                    <a:lnTo>
                      <a:pt x="748" y="88"/>
                    </a:lnTo>
                    <a:lnTo>
                      <a:pt x="750" y="89"/>
                    </a:lnTo>
                    <a:lnTo>
                      <a:pt x="751" y="89"/>
                    </a:lnTo>
                    <a:lnTo>
                      <a:pt x="752" y="90"/>
                    </a:lnTo>
                    <a:lnTo>
                      <a:pt x="754" y="90"/>
                    </a:lnTo>
                    <a:lnTo>
                      <a:pt x="755" y="90"/>
                    </a:lnTo>
                    <a:lnTo>
                      <a:pt x="757" y="90"/>
                    </a:lnTo>
                    <a:lnTo>
                      <a:pt x="758" y="89"/>
                    </a:lnTo>
                    <a:lnTo>
                      <a:pt x="759" y="88"/>
                    </a:lnTo>
                    <a:lnTo>
                      <a:pt x="761" y="87"/>
                    </a:lnTo>
                    <a:lnTo>
                      <a:pt x="762" y="87"/>
                    </a:lnTo>
                    <a:lnTo>
                      <a:pt x="763" y="86"/>
                    </a:lnTo>
                    <a:lnTo>
                      <a:pt x="765" y="85"/>
                    </a:lnTo>
                    <a:lnTo>
                      <a:pt x="766" y="84"/>
                    </a:lnTo>
                    <a:lnTo>
                      <a:pt x="767" y="85"/>
                    </a:lnTo>
                    <a:lnTo>
                      <a:pt x="769" y="84"/>
                    </a:lnTo>
                    <a:lnTo>
                      <a:pt x="770" y="84"/>
                    </a:lnTo>
                    <a:lnTo>
                      <a:pt x="771" y="84"/>
                    </a:lnTo>
                    <a:lnTo>
                      <a:pt x="773" y="84"/>
                    </a:lnTo>
                    <a:lnTo>
                      <a:pt x="774" y="84"/>
                    </a:lnTo>
                    <a:lnTo>
                      <a:pt x="776" y="85"/>
                    </a:lnTo>
                    <a:lnTo>
                      <a:pt x="777" y="85"/>
                    </a:lnTo>
                    <a:lnTo>
                      <a:pt x="778" y="85"/>
                    </a:lnTo>
                    <a:lnTo>
                      <a:pt x="780" y="85"/>
                    </a:lnTo>
                    <a:lnTo>
                      <a:pt x="781" y="86"/>
                    </a:lnTo>
                    <a:lnTo>
                      <a:pt x="782" y="86"/>
                    </a:lnTo>
                    <a:lnTo>
                      <a:pt x="784" y="85"/>
                    </a:lnTo>
                    <a:lnTo>
                      <a:pt x="785" y="85"/>
                    </a:lnTo>
                    <a:lnTo>
                      <a:pt x="786" y="85"/>
                    </a:lnTo>
                    <a:lnTo>
                      <a:pt x="788" y="84"/>
                    </a:lnTo>
                    <a:lnTo>
                      <a:pt x="789" y="83"/>
                    </a:lnTo>
                    <a:lnTo>
                      <a:pt x="791" y="83"/>
                    </a:lnTo>
                    <a:lnTo>
                      <a:pt x="792" y="82"/>
                    </a:lnTo>
                    <a:lnTo>
                      <a:pt x="793" y="82"/>
                    </a:lnTo>
                    <a:lnTo>
                      <a:pt x="795" y="82"/>
                    </a:lnTo>
                    <a:lnTo>
                      <a:pt x="796" y="82"/>
                    </a:lnTo>
                    <a:lnTo>
                      <a:pt x="797" y="83"/>
                    </a:lnTo>
                    <a:lnTo>
                      <a:pt x="799" y="83"/>
                    </a:lnTo>
                    <a:lnTo>
                      <a:pt x="800" y="83"/>
                    </a:lnTo>
                    <a:lnTo>
                      <a:pt x="801" y="83"/>
                    </a:lnTo>
                    <a:lnTo>
                      <a:pt x="803" y="83"/>
                    </a:lnTo>
                    <a:lnTo>
                      <a:pt x="804" y="82"/>
                    </a:lnTo>
                    <a:lnTo>
                      <a:pt x="805" y="81"/>
                    </a:lnTo>
                    <a:lnTo>
                      <a:pt x="807" y="80"/>
                    </a:lnTo>
                    <a:lnTo>
                      <a:pt x="808" y="80"/>
                    </a:lnTo>
                    <a:lnTo>
                      <a:pt x="810" y="80"/>
                    </a:lnTo>
                    <a:lnTo>
                      <a:pt x="811" y="80"/>
                    </a:lnTo>
                    <a:lnTo>
                      <a:pt x="812" y="80"/>
                    </a:lnTo>
                    <a:lnTo>
                      <a:pt x="814" y="80"/>
                    </a:lnTo>
                    <a:lnTo>
                      <a:pt x="815" y="80"/>
                    </a:lnTo>
                    <a:lnTo>
                      <a:pt x="816" y="79"/>
                    </a:lnTo>
                    <a:lnTo>
                      <a:pt x="818" y="79"/>
                    </a:lnTo>
                    <a:lnTo>
                      <a:pt x="819" y="80"/>
                    </a:lnTo>
                    <a:lnTo>
                      <a:pt x="820" y="79"/>
                    </a:lnTo>
                    <a:lnTo>
                      <a:pt x="822" y="79"/>
                    </a:lnTo>
                    <a:lnTo>
                      <a:pt x="823" y="79"/>
                    </a:lnTo>
                    <a:lnTo>
                      <a:pt x="825" y="79"/>
                    </a:lnTo>
                    <a:lnTo>
                      <a:pt x="826" y="79"/>
                    </a:lnTo>
                    <a:lnTo>
                      <a:pt x="827" y="78"/>
                    </a:lnTo>
                    <a:lnTo>
                      <a:pt x="829" y="79"/>
                    </a:lnTo>
                    <a:lnTo>
                      <a:pt x="830" y="78"/>
                    </a:lnTo>
                    <a:lnTo>
                      <a:pt x="831" y="77"/>
                    </a:lnTo>
                    <a:lnTo>
                      <a:pt x="833" y="77"/>
                    </a:lnTo>
                    <a:lnTo>
                      <a:pt x="834" y="76"/>
                    </a:lnTo>
                    <a:lnTo>
                      <a:pt x="835" y="77"/>
                    </a:lnTo>
                    <a:lnTo>
                      <a:pt x="837" y="77"/>
                    </a:lnTo>
                    <a:lnTo>
                      <a:pt x="838" y="78"/>
                    </a:lnTo>
                    <a:lnTo>
                      <a:pt x="839" y="78"/>
                    </a:lnTo>
                    <a:lnTo>
                      <a:pt x="841" y="78"/>
                    </a:lnTo>
                    <a:lnTo>
                      <a:pt x="842" y="78"/>
                    </a:lnTo>
                    <a:lnTo>
                      <a:pt x="844" y="77"/>
                    </a:lnTo>
                    <a:lnTo>
                      <a:pt x="845" y="78"/>
                    </a:lnTo>
                    <a:lnTo>
                      <a:pt x="846" y="78"/>
                    </a:lnTo>
                    <a:lnTo>
                      <a:pt x="848" y="77"/>
                    </a:lnTo>
                    <a:lnTo>
                      <a:pt x="849" y="77"/>
                    </a:lnTo>
                    <a:lnTo>
                      <a:pt x="850" y="77"/>
                    </a:lnTo>
                    <a:lnTo>
                      <a:pt x="852" y="77"/>
                    </a:lnTo>
                    <a:lnTo>
                      <a:pt x="853" y="77"/>
                    </a:lnTo>
                    <a:lnTo>
                      <a:pt x="854" y="77"/>
                    </a:lnTo>
                    <a:lnTo>
                      <a:pt x="856" y="77"/>
                    </a:lnTo>
                    <a:lnTo>
                      <a:pt x="857" y="76"/>
                    </a:lnTo>
                    <a:lnTo>
                      <a:pt x="859" y="77"/>
                    </a:lnTo>
                    <a:lnTo>
                      <a:pt x="860" y="77"/>
                    </a:lnTo>
                    <a:lnTo>
                      <a:pt x="861" y="77"/>
                    </a:lnTo>
                    <a:lnTo>
                      <a:pt x="863" y="77"/>
                    </a:lnTo>
                    <a:lnTo>
                      <a:pt x="864" y="77"/>
                    </a:lnTo>
                    <a:lnTo>
                      <a:pt x="865" y="77"/>
                    </a:lnTo>
                    <a:lnTo>
                      <a:pt x="867" y="77"/>
                    </a:lnTo>
                    <a:lnTo>
                      <a:pt x="868" y="77"/>
                    </a:lnTo>
                    <a:lnTo>
                      <a:pt x="869" y="77"/>
                    </a:lnTo>
                    <a:lnTo>
                      <a:pt x="871" y="78"/>
                    </a:lnTo>
                    <a:lnTo>
                      <a:pt x="872" y="78"/>
                    </a:lnTo>
                    <a:lnTo>
                      <a:pt x="873" y="78"/>
                    </a:lnTo>
                    <a:lnTo>
                      <a:pt x="875" y="78"/>
                    </a:lnTo>
                    <a:lnTo>
                      <a:pt x="876" y="77"/>
                    </a:lnTo>
                    <a:lnTo>
                      <a:pt x="878" y="77"/>
                    </a:lnTo>
                    <a:lnTo>
                      <a:pt x="879" y="77"/>
                    </a:lnTo>
                    <a:lnTo>
                      <a:pt x="880" y="76"/>
                    </a:lnTo>
                    <a:lnTo>
                      <a:pt x="882" y="75"/>
                    </a:lnTo>
                    <a:lnTo>
                      <a:pt x="883" y="74"/>
                    </a:lnTo>
                    <a:lnTo>
                      <a:pt x="884" y="72"/>
                    </a:lnTo>
                    <a:lnTo>
                      <a:pt x="886" y="72"/>
                    </a:lnTo>
                    <a:lnTo>
                      <a:pt x="887" y="71"/>
                    </a:lnTo>
                    <a:lnTo>
                      <a:pt x="888" y="71"/>
                    </a:lnTo>
                    <a:lnTo>
                      <a:pt x="890" y="71"/>
                    </a:lnTo>
                    <a:lnTo>
                      <a:pt x="891" y="70"/>
                    </a:lnTo>
                    <a:lnTo>
                      <a:pt x="893" y="70"/>
                    </a:lnTo>
                    <a:lnTo>
                      <a:pt x="894" y="71"/>
                    </a:lnTo>
                    <a:lnTo>
                      <a:pt x="895" y="71"/>
                    </a:lnTo>
                    <a:lnTo>
                      <a:pt x="897" y="72"/>
                    </a:lnTo>
                    <a:lnTo>
                      <a:pt x="898" y="72"/>
                    </a:lnTo>
                    <a:lnTo>
                      <a:pt x="899" y="72"/>
                    </a:lnTo>
                    <a:lnTo>
                      <a:pt x="901" y="71"/>
                    </a:lnTo>
                    <a:lnTo>
                      <a:pt x="902" y="71"/>
                    </a:lnTo>
                    <a:lnTo>
                      <a:pt x="903" y="71"/>
                    </a:lnTo>
                    <a:lnTo>
                      <a:pt x="905" y="71"/>
                    </a:lnTo>
                    <a:lnTo>
                      <a:pt x="906" y="71"/>
                    </a:lnTo>
                    <a:lnTo>
                      <a:pt x="907" y="72"/>
                    </a:lnTo>
                    <a:lnTo>
                      <a:pt x="909" y="72"/>
                    </a:lnTo>
                    <a:lnTo>
                      <a:pt x="910" y="71"/>
                    </a:lnTo>
                    <a:lnTo>
                      <a:pt x="912" y="71"/>
                    </a:lnTo>
                    <a:lnTo>
                      <a:pt x="913" y="71"/>
                    </a:lnTo>
                    <a:lnTo>
                      <a:pt x="914" y="70"/>
                    </a:lnTo>
                    <a:lnTo>
                      <a:pt x="916" y="70"/>
                    </a:lnTo>
                    <a:lnTo>
                      <a:pt x="917" y="69"/>
                    </a:lnTo>
                    <a:lnTo>
                      <a:pt x="918" y="69"/>
                    </a:lnTo>
                    <a:lnTo>
                      <a:pt x="920" y="69"/>
                    </a:lnTo>
                    <a:lnTo>
                      <a:pt x="921" y="69"/>
                    </a:lnTo>
                    <a:lnTo>
                      <a:pt x="922" y="69"/>
                    </a:lnTo>
                    <a:lnTo>
                      <a:pt x="924" y="69"/>
                    </a:lnTo>
                    <a:lnTo>
                      <a:pt x="925" y="69"/>
                    </a:lnTo>
                    <a:lnTo>
                      <a:pt x="927" y="68"/>
                    </a:lnTo>
                    <a:lnTo>
                      <a:pt x="928" y="68"/>
                    </a:lnTo>
                    <a:lnTo>
                      <a:pt x="929" y="68"/>
                    </a:lnTo>
                    <a:lnTo>
                      <a:pt x="931" y="67"/>
                    </a:lnTo>
                    <a:lnTo>
                      <a:pt x="932" y="66"/>
                    </a:lnTo>
                    <a:lnTo>
                      <a:pt x="933" y="66"/>
                    </a:lnTo>
                    <a:lnTo>
                      <a:pt x="935" y="66"/>
                    </a:lnTo>
                    <a:lnTo>
                      <a:pt x="936" y="66"/>
                    </a:lnTo>
                    <a:lnTo>
                      <a:pt x="937" y="65"/>
                    </a:lnTo>
                    <a:lnTo>
                      <a:pt x="939" y="64"/>
                    </a:lnTo>
                    <a:lnTo>
                      <a:pt x="940" y="64"/>
                    </a:lnTo>
                    <a:lnTo>
                      <a:pt x="941" y="64"/>
                    </a:lnTo>
                    <a:lnTo>
                      <a:pt x="943" y="65"/>
                    </a:lnTo>
                    <a:lnTo>
                      <a:pt x="944" y="65"/>
                    </a:lnTo>
                    <a:lnTo>
                      <a:pt x="946" y="66"/>
                    </a:lnTo>
                    <a:lnTo>
                      <a:pt x="947" y="66"/>
                    </a:lnTo>
                    <a:lnTo>
                      <a:pt x="948" y="67"/>
                    </a:lnTo>
                    <a:lnTo>
                      <a:pt x="950" y="67"/>
                    </a:lnTo>
                    <a:lnTo>
                      <a:pt x="951" y="68"/>
                    </a:lnTo>
                    <a:lnTo>
                      <a:pt x="952" y="68"/>
                    </a:lnTo>
                    <a:lnTo>
                      <a:pt x="954" y="68"/>
                    </a:lnTo>
                    <a:lnTo>
                      <a:pt x="955" y="66"/>
                    </a:lnTo>
                    <a:lnTo>
                      <a:pt x="956" y="66"/>
                    </a:lnTo>
                    <a:lnTo>
                      <a:pt x="958" y="66"/>
                    </a:lnTo>
                    <a:lnTo>
                      <a:pt x="959" y="65"/>
                    </a:lnTo>
                    <a:lnTo>
                      <a:pt x="961" y="64"/>
                    </a:lnTo>
                    <a:lnTo>
                      <a:pt x="962" y="64"/>
                    </a:lnTo>
                    <a:lnTo>
                      <a:pt x="963" y="64"/>
                    </a:lnTo>
                    <a:lnTo>
                      <a:pt x="965" y="64"/>
                    </a:lnTo>
                    <a:lnTo>
                      <a:pt x="966" y="63"/>
                    </a:lnTo>
                    <a:lnTo>
                      <a:pt x="967" y="63"/>
                    </a:lnTo>
                    <a:lnTo>
                      <a:pt x="969" y="62"/>
                    </a:lnTo>
                    <a:lnTo>
                      <a:pt x="970" y="62"/>
                    </a:lnTo>
                    <a:lnTo>
                      <a:pt x="971" y="62"/>
                    </a:lnTo>
                    <a:lnTo>
                      <a:pt x="973" y="61"/>
                    </a:lnTo>
                    <a:lnTo>
                      <a:pt x="974" y="61"/>
                    </a:lnTo>
                    <a:lnTo>
                      <a:pt x="975" y="61"/>
                    </a:lnTo>
                    <a:lnTo>
                      <a:pt x="977" y="60"/>
                    </a:lnTo>
                    <a:lnTo>
                      <a:pt x="978" y="60"/>
                    </a:lnTo>
                    <a:lnTo>
                      <a:pt x="980" y="60"/>
                    </a:lnTo>
                    <a:lnTo>
                      <a:pt x="981" y="60"/>
                    </a:lnTo>
                    <a:lnTo>
                      <a:pt x="982" y="60"/>
                    </a:lnTo>
                    <a:lnTo>
                      <a:pt x="984" y="59"/>
                    </a:lnTo>
                    <a:lnTo>
                      <a:pt x="985" y="59"/>
                    </a:lnTo>
                    <a:lnTo>
                      <a:pt x="986" y="59"/>
                    </a:lnTo>
                    <a:lnTo>
                      <a:pt x="988" y="59"/>
                    </a:lnTo>
                    <a:lnTo>
                      <a:pt x="989" y="60"/>
                    </a:lnTo>
                    <a:lnTo>
                      <a:pt x="990" y="59"/>
                    </a:lnTo>
                    <a:lnTo>
                      <a:pt x="992" y="60"/>
                    </a:lnTo>
                    <a:lnTo>
                      <a:pt x="993" y="60"/>
                    </a:lnTo>
                    <a:lnTo>
                      <a:pt x="995" y="60"/>
                    </a:lnTo>
                    <a:lnTo>
                      <a:pt x="996" y="60"/>
                    </a:lnTo>
                    <a:lnTo>
                      <a:pt x="997" y="60"/>
                    </a:lnTo>
                    <a:lnTo>
                      <a:pt x="999" y="58"/>
                    </a:lnTo>
                    <a:lnTo>
                      <a:pt x="1000" y="58"/>
                    </a:lnTo>
                    <a:lnTo>
                      <a:pt x="1001" y="58"/>
                    </a:lnTo>
                    <a:lnTo>
                      <a:pt x="1003" y="57"/>
                    </a:lnTo>
                    <a:lnTo>
                      <a:pt x="1004" y="56"/>
                    </a:lnTo>
                    <a:lnTo>
                      <a:pt x="1005" y="55"/>
                    </a:lnTo>
                    <a:lnTo>
                      <a:pt x="1007" y="56"/>
                    </a:lnTo>
                    <a:lnTo>
                      <a:pt x="1008" y="56"/>
                    </a:lnTo>
                    <a:lnTo>
                      <a:pt x="1009" y="56"/>
                    </a:lnTo>
                    <a:lnTo>
                      <a:pt x="1011" y="55"/>
                    </a:lnTo>
                    <a:lnTo>
                      <a:pt x="1012" y="55"/>
                    </a:lnTo>
                    <a:lnTo>
                      <a:pt x="1014" y="54"/>
                    </a:lnTo>
                    <a:lnTo>
                      <a:pt x="1015" y="53"/>
                    </a:lnTo>
                    <a:lnTo>
                      <a:pt x="1016" y="53"/>
                    </a:lnTo>
                    <a:lnTo>
                      <a:pt x="1018" y="51"/>
                    </a:lnTo>
                    <a:lnTo>
                      <a:pt x="1019" y="50"/>
                    </a:lnTo>
                    <a:lnTo>
                      <a:pt x="1020" y="50"/>
                    </a:lnTo>
                    <a:lnTo>
                      <a:pt x="1022" y="49"/>
                    </a:lnTo>
                    <a:lnTo>
                      <a:pt x="1023" y="49"/>
                    </a:lnTo>
                    <a:lnTo>
                      <a:pt x="1024" y="48"/>
                    </a:lnTo>
                    <a:lnTo>
                      <a:pt x="1026" y="48"/>
                    </a:lnTo>
                    <a:lnTo>
                      <a:pt x="1027" y="48"/>
                    </a:lnTo>
                    <a:lnTo>
                      <a:pt x="1029" y="48"/>
                    </a:lnTo>
                    <a:lnTo>
                      <a:pt x="1030" y="49"/>
                    </a:lnTo>
                    <a:lnTo>
                      <a:pt x="1031" y="49"/>
                    </a:lnTo>
                    <a:lnTo>
                      <a:pt x="1033" y="49"/>
                    </a:lnTo>
                    <a:lnTo>
                      <a:pt x="1034" y="49"/>
                    </a:lnTo>
                    <a:lnTo>
                      <a:pt x="1035" y="49"/>
                    </a:lnTo>
                    <a:lnTo>
                      <a:pt x="1037" y="48"/>
                    </a:lnTo>
                    <a:lnTo>
                      <a:pt x="1038" y="47"/>
                    </a:lnTo>
                    <a:lnTo>
                      <a:pt x="1039" y="47"/>
                    </a:lnTo>
                    <a:lnTo>
                      <a:pt x="1041" y="47"/>
                    </a:lnTo>
                    <a:lnTo>
                      <a:pt x="1042" y="46"/>
                    </a:lnTo>
                    <a:lnTo>
                      <a:pt x="1043" y="45"/>
                    </a:lnTo>
                    <a:lnTo>
                      <a:pt x="1045" y="45"/>
                    </a:lnTo>
                    <a:lnTo>
                      <a:pt x="1046" y="44"/>
                    </a:lnTo>
                    <a:lnTo>
                      <a:pt x="1048" y="44"/>
                    </a:lnTo>
                    <a:lnTo>
                      <a:pt x="1049" y="44"/>
                    </a:lnTo>
                    <a:lnTo>
                      <a:pt x="1050" y="44"/>
                    </a:lnTo>
                    <a:lnTo>
                      <a:pt x="1052" y="44"/>
                    </a:lnTo>
                    <a:lnTo>
                      <a:pt x="1053" y="44"/>
                    </a:lnTo>
                    <a:lnTo>
                      <a:pt x="1054" y="44"/>
                    </a:lnTo>
                    <a:lnTo>
                      <a:pt x="1056" y="43"/>
                    </a:lnTo>
                    <a:lnTo>
                      <a:pt x="1057" y="43"/>
                    </a:lnTo>
                    <a:lnTo>
                      <a:pt x="1058" y="44"/>
                    </a:lnTo>
                    <a:lnTo>
                      <a:pt x="1060" y="44"/>
                    </a:lnTo>
                    <a:lnTo>
                      <a:pt x="1061" y="44"/>
                    </a:lnTo>
                    <a:lnTo>
                      <a:pt x="1063" y="45"/>
                    </a:lnTo>
                    <a:lnTo>
                      <a:pt x="1064" y="46"/>
                    </a:lnTo>
                    <a:lnTo>
                      <a:pt x="1065" y="47"/>
                    </a:lnTo>
                    <a:lnTo>
                      <a:pt x="1067" y="48"/>
                    </a:lnTo>
                    <a:lnTo>
                      <a:pt x="1068" y="48"/>
                    </a:lnTo>
                    <a:lnTo>
                      <a:pt x="1069" y="49"/>
                    </a:lnTo>
                    <a:lnTo>
                      <a:pt x="1071" y="49"/>
                    </a:lnTo>
                    <a:lnTo>
                      <a:pt x="1072" y="48"/>
                    </a:lnTo>
                    <a:lnTo>
                      <a:pt x="1073" y="48"/>
                    </a:lnTo>
                    <a:lnTo>
                      <a:pt x="1075" y="46"/>
                    </a:lnTo>
                    <a:lnTo>
                      <a:pt x="1076" y="46"/>
                    </a:lnTo>
                    <a:lnTo>
                      <a:pt x="1077" y="45"/>
                    </a:lnTo>
                    <a:lnTo>
                      <a:pt x="1079" y="44"/>
                    </a:lnTo>
                    <a:lnTo>
                      <a:pt x="1080" y="44"/>
                    </a:lnTo>
                    <a:lnTo>
                      <a:pt x="1082" y="44"/>
                    </a:lnTo>
                    <a:lnTo>
                      <a:pt x="1083" y="44"/>
                    </a:lnTo>
                    <a:lnTo>
                      <a:pt x="1084" y="43"/>
                    </a:lnTo>
                    <a:lnTo>
                      <a:pt x="1086" y="44"/>
                    </a:lnTo>
                    <a:lnTo>
                      <a:pt x="1087" y="43"/>
                    </a:lnTo>
                    <a:lnTo>
                      <a:pt x="1088" y="44"/>
                    </a:lnTo>
                    <a:lnTo>
                      <a:pt x="1090" y="43"/>
                    </a:lnTo>
                    <a:lnTo>
                      <a:pt x="1091" y="43"/>
                    </a:lnTo>
                    <a:lnTo>
                      <a:pt x="1092" y="43"/>
                    </a:lnTo>
                    <a:lnTo>
                      <a:pt x="1094" y="43"/>
                    </a:lnTo>
                    <a:lnTo>
                      <a:pt x="1095" y="44"/>
                    </a:lnTo>
                    <a:lnTo>
                      <a:pt x="1097" y="44"/>
                    </a:lnTo>
                    <a:lnTo>
                      <a:pt x="1098" y="44"/>
                    </a:lnTo>
                    <a:lnTo>
                      <a:pt x="1099" y="44"/>
                    </a:lnTo>
                    <a:lnTo>
                      <a:pt x="1101" y="43"/>
                    </a:lnTo>
                    <a:lnTo>
                      <a:pt x="1102" y="43"/>
                    </a:lnTo>
                    <a:lnTo>
                      <a:pt x="1103" y="43"/>
                    </a:lnTo>
                    <a:lnTo>
                      <a:pt x="1105" y="42"/>
                    </a:lnTo>
                    <a:lnTo>
                      <a:pt x="1106" y="42"/>
                    </a:lnTo>
                    <a:lnTo>
                      <a:pt x="1107" y="42"/>
                    </a:lnTo>
                    <a:lnTo>
                      <a:pt x="1109" y="42"/>
                    </a:lnTo>
                    <a:lnTo>
                      <a:pt x="1110" y="43"/>
                    </a:lnTo>
                    <a:lnTo>
                      <a:pt x="1111" y="43"/>
                    </a:lnTo>
                    <a:lnTo>
                      <a:pt x="1113" y="43"/>
                    </a:lnTo>
                    <a:lnTo>
                      <a:pt x="1114" y="43"/>
                    </a:lnTo>
                    <a:lnTo>
                      <a:pt x="1116" y="43"/>
                    </a:lnTo>
                    <a:lnTo>
                      <a:pt x="1117" y="43"/>
                    </a:lnTo>
                    <a:lnTo>
                      <a:pt x="1118" y="42"/>
                    </a:lnTo>
                    <a:lnTo>
                      <a:pt x="1120" y="42"/>
                    </a:lnTo>
                    <a:lnTo>
                      <a:pt x="1121" y="42"/>
                    </a:lnTo>
                    <a:lnTo>
                      <a:pt x="1122" y="42"/>
                    </a:lnTo>
                    <a:lnTo>
                      <a:pt x="1124" y="42"/>
                    </a:lnTo>
                    <a:lnTo>
                      <a:pt x="1125" y="42"/>
                    </a:lnTo>
                    <a:lnTo>
                      <a:pt x="1126" y="42"/>
                    </a:lnTo>
                    <a:lnTo>
                      <a:pt x="1128" y="43"/>
                    </a:lnTo>
                    <a:lnTo>
                      <a:pt x="1129" y="43"/>
                    </a:lnTo>
                    <a:lnTo>
                      <a:pt x="1131" y="42"/>
                    </a:lnTo>
                    <a:lnTo>
                      <a:pt x="1132" y="43"/>
                    </a:lnTo>
                    <a:lnTo>
                      <a:pt x="1133" y="42"/>
                    </a:lnTo>
                    <a:lnTo>
                      <a:pt x="1135" y="42"/>
                    </a:lnTo>
                    <a:lnTo>
                      <a:pt x="1136" y="42"/>
                    </a:lnTo>
                    <a:lnTo>
                      <a:pt x="1137" y="41"/>
                    </a:lnTo>
                    <a:lnTo>
                      <a:pt x="1139" y="41"/>
                    </a:lnTo>
                    <a:lnTo>
                      <a:pt x="1140" y="40"/>
                    </a:lnTo>
                    <a:lnTo>
                      <a:pt x="1141" y="39"/>
                    </a:lnTo>
                    <a:lnTo>
                      <a:pt x="1143" y="38"/>
                    </a:lnTo>
                    <a:lnTo>
                      <a:pt x="1144" y="37"/>
                    </a:lnTo>
                    <a:lnTo>
                      <a:pt x="1145" y="37"/>
                    </a:lnTo>
                    <a:lnTo>
                      <a:pt x="1147" y="36"/>
                    </a:lnTo>
                    <a:lnTo>
                      <a:pt x="1148" y="36"/>
                    </a:lnTo>
                    <a:lnTo>
                      <a:pt x="1150" y="36"/>
                    </a:lnTo>
                    <a:lnTo>
                      <a:pt x="1151" y="35"/>
                    </a:lnTo>
                    <a:lnTo>
                      <a:pt x="1152" y="34"/>
                    </a:lnTo>
                    <a:lnTo>
                      <a:pt x="1154" y="35"/>
                    </a:lnTo>
                    <a:lnTo>
                      <a:pt x="1155" y="34"/>
                    </a:lnTo>
                    <a:lnTo>
                      <a:pt x="1156" y="35"/>
                    </a:lnTo>
                    <a:lnTo>
                      <a:pt x="1158" y="34"/>
                    </a:lnTo>
                    <a:lnTo>
                      <a:pt x="1159" y="33"/>
                    </a:lnTo>
                    <a:lnTo>
                      <a:pt x="1160" y="34"/>
                    </a:lnTo>
                    <a:lnTo>
                      <a:pt x="1162" y="34"/>
                    </a:lnTo>
                    <a:lnTo>
                      <a:pt x="1163" y="33"/>
                    </a:lnTo>
                    <a:lnTo>
                      <a:pt x="1165" y="34"/>
                    </a:lnTo>
                    <a:lnTo>
                      <a:pt x="1166" y="34"/>
                    </a:lnTo>
                    <a:lnTo>
                      <a:pt x="1167" y="33"/>
                    </a:lnTo>
                    <a:lnTo>
                      <a:pt x="1169" y="33"/>
                    </a:lnTo>
                    <a:lnTo>
                      <a:pt x="1170" y="33"/>
                    </a:lnTo>
                    <a:lnTo>
                      <a:pt x="1171" y="33"/>
                    </a:lnTo>
                    <a:lnTo>
                      <a:pt x="1173" y="32"/>
                    </a:lnTo>
                    <a:lnTo>
                      <a:pt x="1174" y="31"/>
                    </a:lnTo>
                    <a:lnTo>
                      <a:pt x="1175" y="31"/>
                    </a:lnTo>
                    <a:lnTo>
                      <a:pt x="1177" y="32"/>
                    </a:lnTo>
                    <a:lnTo>
                      <a:pt x="1178" y="31"/>
                    </a:lnTo>
                    <a:lnTo>
                      <a:pt x="1179" y="32"/>
                    </a:lnTo>
                    <a:lnTo>
                      <a:pt x="1181" y="31"/>
                    </a:lnTo>
                    <a:lnTo>
                      <a:pt x="1182" y="30"/>
                    </a:lnTo>
                    <a:lnTo>
                      <a:pt x="1184" y="30"/>
                    </a:lnTo>
                    <a:lnTo>
                      <a:pt x="1185" y="30"/>
                    </a:lnTo>
                    <a:lnTo>
                      <a:pt x="1186" y="29"/>
                    </a:lnTo>
                    <a:lnTo>
                      <a:pt x="1188" y="29"/>
                    </a:lnTo>
                    <a:lnTo>
                      <a:pt x="1189" y="29"/>
                    </a:lnTo>
                    <a:lnTo>
                      <a:pt x="1190" y="29"/>
                    </a:lnTo>
                    <a:lnTo>
                      <a:pt x="1192" y="30"/>
                    </a:lnTo>
                    <a:lnTo>
                      <a:pt x="1193" y="30"/>
                    </a:lnTo>
                    <a:lnTo>
                      <a:pt x="1194" y="30"/>
                    </a:lnTo>
                    <a:lnTo>
                      <a:pt x="1196" y="31"/>
                    </a:lnTo>
                    <a:lnTo>
                      <a:pt x="1197" y="30"/>
                    </a:lnTo>
                    <a:lnTo>
                      <a:pt x="1199" y="30"/>
                    </a:lnTo>
                    <a:lnTo>
                      <a:pt x="1200" y="30"/>
                    </a:lnTo>
                    <a:lnTo>
                      <a:pt x="1201" y="30"/>
                    </a:lnTo>
                    <a:lnTo>
                      <a:pt x="1203" y="30"/>
                    </a:lnTo>
                    <a:lnTo>
                      <a:pt x="1204" y="29"/>
                    </a:lnTo>
                    <a:lnTo>
                      <a:pt x="1205" y="29"/>
                    </a:lnTo>
                    <a:lnTo>
                      <a:pt x="1207" y="29"/>
                    </a:lnTo>
                    <a:lnTo>
                      <a:pt x="1208" y="29"/>
                    </a:lnTo>
                    <a:lnTo>
                      <a:pt x="1209" y="28"/>
                    </a:lnTo>
                    <a:lnTo>
                      <a:pt x="1211" y="27"/>
                    </a:lnTo>
                    <a:lnTo>
                      <a:pt x="1212" y="27"/>
                    </a:lnTo>
                    <a:lnTo>
                      <a:pt x="1213" y="26"/>
                    </a:lnTo>
                    <a:lnTo>
                      <a:pt x="1215" y="26"/>
                    </a:lnTo>
                    <a:lnTo>
                      <a:pt x="1216" y="26"/>
                    </a:lnTo>
                    <a:lnTo>
                      <a:pt x="1218" y="25"/>
                    </a:lnTo>
                    <a:lnTo>
                      <a:pt x="1219" y="26"/>
                    </a:lnTo>
                    <a:lnTo>
                      <a:pt x="1220" y="26"/>
                    </a:lnTo>
                    <a:lnTo>
                      <a:pt x="1222" y="26"/>
                    </a:lnTo>
                    <a:lnTo>
                      <a:pt x="1223" y="26"/>
                    </a:lnTo>
                    <a:lnTo>
                      <a:pt x="1224" y="27"/>
                    </a:lnTo>
                    <a:lnTo>
                      <a:pt x="1226" y="27"/>
                    </a:lnTo>
                    <a:lnTo>
                      <a:pt x="1227" y="27"/>
                    </a:lnTo>
                    <a:lnTo>
                      <a:pt x="1228" y="27"/>
                    </a:lnTo>
                    <a:lnTo>
                      <a:pt x="1230" y="27"/>
                    </a:lnTo>
                    <a:lnTo>
                      <a:pt x="1231" y="27"/>
                    </a:lnTo>
                    <a:lnTo>
                      <a:pt x="1233" y="27"/>
                    </a:lnTo>
                    <a:lnTo>
                      <a:pt x="1234" y="26"/>
                    </a:lnTo>
                    <a:lnTo>
                      <a:pt x="1235" y="24"/>
                    </a:lnTo>
                    <a:lnTo>
                      <a:pt x="1237" y="23"/>
                    </a:lnTo>
                    <a:lnTo>
                      <a:pt x="1238" y="22"/>
                    </a:lnTo>
                    <a:lnTo>
                      <a:pt x="1239" y="22"/>
                    </a:lnTo>
                    <a:lnTo>
                      <a:pt x="1241" y="20"/>
                    </a:lnTo>
                    <a:lnTo>
                      <a:pt x="1242" y="20"/>
                    </a:lnTo>
                    <a:lnTo>
                      <a:pt x="1243" y="20"/>
                    </a:lnTo>
                    <a:lnTo>
                      <a:pt x="1245" y="20"/>
                    </a:lnTo>
                    <a:lnTo>
                      <a:pt x="1246" y="20"/>
                    </a:lnTo>
                    <a:lnTo>
                      <a:pt x="1247" y="20"/>
                    </a:lnTo>
                    <a:lnTo>
                      <a:pt x="1249" y="20"/>
                    </a:lnTo>
                    <a:lnTo>
                      <a:pt x="1250" y="20"/>
                    </a:lnTo>
                    <a:lnTo>
                      <a:pt x="1252" y="20"/>
                    </a:lnTo>
                    <a:lnTo>
                      <a:pt x="1253" y="20"/>
                    </a:lnTo>
                    <a:lnTo>
                      <a:pt x="1254" y="20"/>
                    </a:lnTo>
                    <a:lnTo>
                      <a:pt x="1256" y="20"/>
                    </a:lnTo>
                    <a:lnTo>
                      <a:pt x="1257" y="20"/>
                    </a:lnTo>
                    <a:lnTo>
                      <a:pt x="1258" y="19"/>
                    </a:lnTo>
                    <a:lnTo>
                      <a:pt x="1260" y="20"/>
                    </a:lnTo>
                    <a:lnTo>
                      <a:pt x="1261" y="20"/>
                    </a:lnTo>
                    <a:lnTo>
                      <a:pt x="1262" y="20"/>
                    </a:lnTo>
                    <a:lnTo>
                      <a:pt x="1264" y="20"/>
                    </a:lnTo>
                    <a:lnTo>
                      <a:pt x="1265" y="20"/>
                    </a:lnTo>
                    <a:lnTo>
                      <a:pt x="1267" y="19"/>
                    </a:lnTo>
                    <a:lnTo>
                      <a:pt x="1268" y="20"/>
                    </a:lnTo>
                    <a:lnTo>
                      <a:pt x="1269" y="19"/>
                    </a:lnTo>
                    <a:lnTo>
                      <a:pt x="1271" y="19"/>
                    </a:lnTo>
                    <a:lnTo>
                      <a:pt x="1272" y="19"/>
                    </a:lnTo>
                    <a:lnTo>
                      <a:pt x="1273" y="18"/>
                    </a:lnTo>
                    <a:lnTo>
                      <a:pt x="1275" y="18"/>
                    </a:lnTo>
                    <a:lnTo>
                      <a:pt x="1276" y="18"/>
                    </a:lnTo>
                    <a:lnTo>
                      <a:pt x="1277" y="18"/>
                    </a:lnTo>
                    <a:lnTo>
                      <a:pt x="1279" y="18"/>
                    </a:lnTo>
                    <a:lnTo>
                      <a:pt x="1280" y="18"/>
                    </a:lnTo>
                    <a:lnTo>
                      <a:pt x="1281" y="18"/>
                    </a:lnTo>
                    <a:lnTo>
                      <a:pt x="1283" y="18"/>
                    </a:lnTo>
                    <a:lnTo>
                      <a:pt x="1284" y="18"/>
                    </a:lnTo>
                    <a:lnTo>
                      <a:pt x="1286" y="17"/>
                    </a:lnTo>
                    <a:lnTo>
                      <a:pt x="1287" y="17"/>
                    </a:lnTo>
                    <a:lnTo>
                      <a:pt x="1288" y="16"/>
                    </a:lnTo>
                    <a:lnTo>
                      <a:pt x="1290" y="16"/>
                    </a:lnTo>
                    <a:lnTo>
                      <a:pt x="1291" y="16"/>
                    </a:lnTo>
                    <a:lnTo>
                      <a:pt x="1292" y="15"/>
                    </a:lnTo>
                    <a:lnTo>
                      <a:pt x="1294" y="15"/>
                    </a:lnTo>
                    <a:lnTo>
                      <a:pt x="1295" y="15"/>
                    </a:lnTo>
                    <a:lnTo>
                      <a:pt x="1296" y="14"/>
                    </a:lnTo>
                    <a:lnTo>
                      <a:pt x="1298" y="14"/>
                    </a:lnTo>
                    <a:lnTo>
                      <a:pt x="1299" y="14"/>
                    </a:lnTo>
                    <a:lnTo>
                      <a:pt x="1301" y="13"/>
                    </a:lnTo>
                    <a:lnTo>
                      <a:pt x="1302" y="13"/>
                    </a:lnTo>
                    <a:lnTo>
                      <a:pt x="1303" y="13"/>
                    </a:lnTo>
                    <a:lnTo>
                      <a:pt x="1305" y="13"/>
                    </a:lnTo>
                    <a:lnTo>
                      <a:pt x="1306" y="14"/>
                    </a:lnTo>
                    <a:lnTo>
                      <a:pt x="1307" y="13"/>
                    </a:lnTo>
                    <a:lnTo>
                      <a:pt x="1309" y="13"/>
                    </a:lnTo>
                    <a:lnTo>
                      <a:pt x="1310" y="14"/>
                    </a:lnTo>
                    <a:lnTo>
                      <a:pt x="1311" y="14"/>
                    </a:lnTo>
                    <a:lnTo>
                      <a:pt x="1313" y="14"/>
                    </a:lnTo>
                    <a:lnTo>
                      <a:pt x="1314" y="14"/>
                    </a:lnTo>
                    <a:lnTo>
                      <a:pt x="1315" y="13"/>
                    </a:lnTo>
                    <a:lnTo>
                      <a:pt x="1317" y="14"/>
                    </a:lnTo>
                    <a:lnTo>
                      <a:pt x="1318" y="13"/>
                    </a:lnTo>
                    <a:lnTo>
                      <a:pt x="1320" y="13"/>
                    </a:lnTo>
                    <a:lnTo>
                      <a:pt x="1321" y="13"/>
                    </a:lnTo>
                    <a:lnTo>
                      <a:pt x="1322" y="13"/>
                    </a:lnTo>
                    <a:lnTo>
                      <a:pt x="1324" y="13"/>
                    </a:lnTo>
                    <a:lnTo>
                      <a:pt x="1325" y="12"/>
                    </a:lnTo>
                    <a:lnTo>
                      <a:pt x="1326" y="12"/>
                    </a:lnTo>
                    <a:lnTo>
                      <a:pt x="1328" y="12"/>
                    </a:lnTo>
                    <a:lnTo>
                      <a:pt x="1329" y="12"/>
                    </a:lnTo>
                    <a:lnTo>
                      <a:pt x="1330" y="12"/>
                    </a:lnTo>
                    <a:lnTo>
                      <a:pt x="1332" y="11"/>
                    </a:lnTo>
                    <a:lnTo>
                      <a:pt x="1333" y="12"/>
                    </a:lnTo>
                    <a:lnTo>
                      <a:pt x="1335" y="12"/>
                    </a:lnTo>
                    <a:lnTo>
                      <a:pt x="1336" y="12"/>
                    </a:lnTo>
                    <a:lnTo>
                      <a:pt x="1337" y="12"/>
                    </a:lnTo>
                    <a:lnTo>
                      <a:pt x="1339" y="13"/>
                    </a:lnTo>
                    <a:lnTo>
                      <a:pt x="1340" y="13"/>
                    </a:lnTo>
                    <a:lnTo>
                      <a:pt x="1341" y="13"/>
                    </a:lnTo>
                    <a:lnTo>
                      <a:pt x="1343" y="14"/>
                    </a:lnTo>
                    <a:lnTo>
                      <a:pt x="1344" y="13"/>
                    </a:lnTo>
                    <a:lnTo>
                      <a:pt x="1345" y="14"/>
                    </a:lnTo>
                    <a:lnTo>
                      <a:pt x="1347" y="13"/>
                    </a:lnTo>
                    <a:lnTo>
                      <a:pt x="1348" y="13"/>
                    </a:lnTo>
                    <a:lnTo>
                      <a:pt x="1349" y="12"/>
                    </a:lnTo>
                    <a:lnTo>
                      <a:pt x="1351" y="12"/>
                    </a:lnTo>
                    <a:lnTo>
                      <a:pt x="1352" y="11"/>
                    </a:lnTo>
                    <a:lnTo>
                      <a:pt x="1354" y="11"/>
                    </a:lnTo>
                    <a:lnTo>
                      <a:pt x="1355" y="11"/>
                    </a:lnTo>
                    <a:lnTo>
                      <a:pt x="1356" y="10"/>
                    </a:lnTo>
                    <a:lnTo>
                      <a:pt x="1358" y="11"/>
                    </a:lnTo>
                    <a:lnTo>
                      <a:pt x="1359" y="10"/>
                    </a:lnTo>
                    <a:lnTo>
                      <a:pt x="1360" y="10"/>
                    </a:lnTo>
                    <a:lnTo>
                      <a:pt x="1362" y="10"/>
                    </a:lnTo>
                    <a:lnTo>
                      <a:pt x="1363" y="9"/>
                    </a:lnTo>
                    <a:lnTo>
                      <a:pt x="1364" y="8"/>
                    </a:lnTo>
                    <a:lnTo>
                      <a:pt x="1366" y="8"/>
                    </a:lnTo>
                    <a:lnTo>
                      <a:pt x="1367" y="8"/>
                    </a:lnTo>
                    <a:lnTo>
                      <a:pt x="1369" y="8"/>
                    </a:lnTo>
                    <a:lnTo>
                      <a:pt x="1370" y="8"/>
                    </a:lnTo>
                    <a:lnTo>
                      <a:pt x="1371" y="8"/>
                    </a:lnTo>
                    <a:lnTo>
                      <a:pt x="1373" y="8"/>
                    </a:lnTo>
                    <a:lnTo>
                      <a:pt x="1374" y="7"/>
                    </a:lnTo>
                    <a:lnTo>
                      <a:pt x="1375" y="8"/>
                    </a:lnTo>
                    <a:lnTo>
                      <a:pt x="1377" y="7"/>
                    </a:lnTo>
                    <a:lnTo>
                      <a:pt x="1378" y="7"/>
                    </a:lnTo>
                    <a:lnTo>
                      <a:pt x="1379" y="7"/>
                    </a:lnTo>
                    <a:lnTo>
                      <a:pt x="1381" y="6"/>
                    </a:lnTo>
                    <a:lnTo>
                      <a:pt x="1382" y="7"/>
                    </a:lnTo>
                    <a:lnTo>
                      <a:pt x="1383" y="7"/>
                    </a:lnTo>
                    <a:lnTo>
                      <a:pt x="1385" y="7"/>
                    </a:lnTo>
                    <a:lnTo>
                      <a:pt x="1386" y="6"/>
                    </a:lnTo>
                    <a:lnTo>
                      <a:pt x="1388" y="6"/>
                    </a:lnTo>
                    <a:lnTo>
                      <a:pt x="1389" y="6"/>
                    </a:lnTo>
                    <a:lnTo>
                      <a:pt x="1390" y="7"/>
                    </a:lnTo>
                    <a:lnTo>
                      <a:pt x="1392" y="7"/>
                    </a:lnTo>
                    <a:lnTo>
                      <a:pt x="1393" y="8"/>
                    </a:lnTo>
                    <a:lnTo>
                      <a:pt x="1394" y="8"/>
                    </a:lnTo>
                    <a:lnTo>
                      <a:pt x="1396" y="8"/>
                    </a:lnTo>
                    <a:lnTo>
                      <a:pt x="1397" y="8"/>
                    </a:lnTo>
                    <a:lnTo>
                      <a:pt x="1398" y="6"/>
                    </a:lnTo>
                    <a:lnTo>
                      <a:pt x="1400" y="6"/>
                    </a:lnTo>
                    <a:lnTo>
                      <a:pt x="1401" y="5"/>
                    </a:lnTo>
                    <a:lnTo>
                      <a:pt x="1403" y="5"/>
                    </a:lnTo>
                    <a:lnTo>
                      <a:pt x="1404" y="4"/>
                    </a:lnTo>
                    <a:lnTo>
                      <a:pt x="1405" y="5"/>
                    </a:lnTo>
                    <a:lnTo>
                      <a:pt x="1407" y="5"/>
                    </a:lnTo>
                    <a:lnTo>
                      <a:pt x="1408" y="5"/>
                    </a:lnTo>
                    <a:lnTo>
                      <a:pt x="1409" y="6"/>
                    </a:lnTo>
                    <a:lnTo>
                      <a:pt x="1411" y="5"/>
                    </a:lnTo>
                    <a:lnTo>
                      <a:pt x="1412" y="5"/>
                    </a:lnTo>
                    <a:lnTo>
                      <a:pt x="1413" y="6"/>
                    </a:lnTo>
                    <a:lnTo>
                      <a:pt x="1415" y="6"/>
                    </a:lnTo>
                    <a:lnTo>
                      <a:pt x="1416" y="6"/>
                    </a:lnTo>
                    <a:lnTo>
                      <a:pt x="1417" y="6"/>
                    </a:lnTo>
                    <a:lnTo>
                      <a:pt x="1419" y="6"/>
                    </a:lnTo>
                    <a:lnTo>
                      <a:pt x="1420" y="6"/>
                    </a:lnTo>
                    <a:lnTo>
                      <a:pt x="1422" y="6"/>
                    </a:lnTo>
                    <a:lnTo>
                      <a:pt x="1423" y="6"/>
                    </a:lnTo>
                    <a:lnTo>
                      <a:pt x="1424" y="6"/>
                    </a:lnTo>
                    <a:lnTo>
                      <a:pt x="1426" y="6"/>
                    </a:lnTo>
                    <a:lnTo>
                      <a:pt x="1427" y="5"/>
                    </a:lnTo>
                    <a:lnTo>
                      <a:pt x="1428" y="4"/>
                    </a:lnTo>
                    <a:lnTo>
                      <a:pt x="1430" y="3"/>
                    </a:lnTo>
                    <a:lnTo>
                      <a:pt x="1431" y="3"/>
                    </a:lnTo>
                    <a:lnTo>
                      <a:pt x="1432" y="2"/>
                    </a:lnTo>
                    <a:lnTo>
                      <a:pt x="1434" y="1"/>
                    </a:lnTo>
                    <a:lnTo>
                      <a:pt x="1435" y="0"/>
                    </a:lnTo>
                    <a:lnTo>
                      <a:pt x="1437" y="0"/>
                    </a:lnTo>
                    <a:lnTo>
                      <a:pt x="1438" y="1"/>
                    </a:lnTo>
                    <a:lnTo>
                      <a:pt x="1439" y="1"/>
                    </a:lnTo>
                    <a:lnTo>
                      <a:pt x="1441" y="0"/>
                    </a:lnTo>
                    <a:lnTo>
                      <a:pt x="1442" y="0"/>
                    </a:lnTo>
                  </a:path>
                </a:pathLst>
              </a:custGeom>
              <a:noFill/>
              <a:ln cap="flat" cmpd="sng" w="25400">
                <a:solidFill>
                  <a:srgbClr val="DAA52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 flipH="1" rot="10800000">
                <a:off x="1077913" y="2038351"/>
                <a:ext cx="3810000" cy="820738"/>
              </a:xfrm>
              <a:custGeom>
                <a:rect b="b" l="l" r="r" t="t"/>
                <a:pathLst>
                  <a:path extrusionOk="0" h="372" w="1442">
                    <a:moveTo>
                      <a:pt x="0" y="9"/>
                    </a:moveTo>
                    <a:lnTo>
                      <a:pt x="2" y="1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7" y="2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3" y="3"/>
                    </a:lnTo>
                    <a:lnTo>
                      <a:pt x="14" y="3"/>
                    </a:lnTo>
                    <a:lnTo>
                      <a:pt x="15" y="4"/>
                    </a:lnTo>
                    <a:lnTo>
                      <a:pt x="17" y="4"/>
                    </a:lnTo>
                    <a:lnTo>
                      <a:pt x="18" y="4"/>
                    </a:lnTo>
                    <a:lnTo>
                      <a:pt x="19" y="5"/>
                    </a:lnTo>
                    <a:lnTo>
                      <a:pt x="21" y="6"/>
                    </a:lnTo>
                    <a:lnTo>
                      <a:pt x="22" y="7"/>
                    </a:lnTo>
                    <a:lnTo>
                      <a:pt x="23" y="7"/>
                    </a:lnTo>
                    <a:lnTo>
                      <a:pt x="25" y="7"/>
                    </a:lnTo>
                    <a:lnTo>
                      <a:pt x="26" y="9"/>
                    </a:lnTo>
                    <a:lnTo>
                      <a:pt x="28" y="9"/>
                    </a:lnTo>
                    <a:lnTo>
                      <a:pt x="29" y="7"/>
                    </a:lnTo>
                    <a:lnTo>
                      <a:pt x="30" y="5"/>
                    </a:lnTo>
                    <a:lnTo>
                      <a:pt x="32" y="5"/>
                    </a:lnTo>
                    <a:lnTo>
                      <a:pt x="33" y="6"/>
                    </a:lnTo>
                    <a:lnTo>
                      <a:pt x="34" y="7"/>
                    </a:lnTo>
                    <a:lnTo>
                      <a:pt x="36" y="5"/>
                    </a:lnTo>
                    <a:lnTo>
                      <a:pt x="37" y="6"/>
                    </a:lnTo>
                    <a:lnTo>
                      <a:pt x="38" y="6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3" y="4"/>
                    </a:lnTo>
                    <a:lnTo>
                      <a:pt x="44" y="5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51" y="4"/>
                    </a:lnTo>
                    <a:lnTo>
                      <a:pt x="52" y="5"/>
                    </a:lnTo>
                    <a:lnTo>
                      <a:pt x="53" y="4"/>
                    </a:lnTo>
                    <a:lnTo>
                      <a:pt x="55" y="3"/>
                    </a:lnTo>
                    <a:lnTo>
                      <a:pt x="56" y="3"/>
                    </a:lnTo>
                    <a:lnTo>
                      <a:pt x="57" y="2"/>
                    </a:lnTo>
                    <a:lnTo>
                      <a:pt x="59" y="3"/>
                    </a:lnTo>
                    <a:lnTo>
                      <a:pt x="60" y="3"/>
                    </a:lnTo>
                    <a:lnTo>
                      <a:pt x="62" y="3"/>
                    </a:lnTo>
                    <a:lnTo>
                      <a:pt x="63" y="3"/>
                    </a:lnTo>
                    <a:lnTo>
                      <a:pt x="64" y="4"/>
                    </a:lnTo>
                    <a:lnTo>
                      <a:pt x="66" y="4"/>
                    </a:lnTo>
                    <a:lnTo>
                      <a:pt x="67" y="4"/>
                    </a:lnTo>
                    <a:lnTo>
                      <a:pt x="68" y="4"/>
                    </a:lnTo>
                    <a:lnTo>
                      <a:pt x="70" y="4"/>
                    </a:lnTo>
                    <a:lnTo>
                      <a:pt x="71" y="4"/>
                    </a:lnTo>
                    <a:lnTo>
                      <a:pt x="72" y="4"/>
                    </a:lnTo>
                    <a:lnTo>
                      <a:pt x="74" y="4"/>
                    </a:lnTo>
                    <a:lnTo>
                      <a:pt x="75" y="5"/>
                    </a:lnTo>
                    <a:lnTo>
                      <a:pt x="77" y="4"/>
                    </a:lnTo>
                    <a:lnTo>
                      <a:pt x="78" y="4"/>
                    </a:lnTo>
                    <a:lnTo>
                      <a:pt x="79" y="5"/>
                    </a:lnTo>
                    <a:lnTo>
                      <a:pt x="81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6" y="3"/>
                    </a:lnTo>
                    <a:lnTo>
                      <a:pt x="87" y="2"/>
                    </a:lnTo>
                    <a:lnTo>
                      <a:pt x="89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100" y="0"/>
                    </a:lnTo>
                    <a:lnTo>
                      <a:pt x="101" y="1"/>
                    </a:lnTo>
                    <a:lnTo>
                      <a:pt x="102" y="2"/>
                    </a:lnTo>
                    <a:lnTo>
                      <a:pt x="104" y="2"/>
                    </a:lnTo>
                    <a:lnTo>
                      <a:pt x="105" y="2"/>
                    </a:lnTo>
                    <a:lnTo>
                      <a:pt x="106" y="3"/>
                    </a:lnTo>
                    <a:lnTo>
                      <a:pt x="108" y="4"/>
                    </a:lnTo>
                    <a:lnTo>
                      <a:pt x="109" y="3"/>
                    </a:lnTo>
                    <a:lnTo>
                      <a:pt x="111" y="3"/>
                    </a:lnTo>
                    <a:lnTo>
                      <a:pt x="112" y="3"/>
                    </a:lnTo>
                    <a:lnTo>
                      <a:pt x="113" y="3"/>
                    </a:lnTo>
                    <a:lnTo>
                      <a:pt x="115" y="2"/>
                    </a:lnTo>
                    <a:lnTo>
                      <a:pt x="116" y="1"/>
                    </a:lnTo>
                    <a:lnTo>
                      <a:pt x="117" y="4"/>
                    </a:lnTo>
                    <a:lnTo>
                      <a:pt x="119" y="80"/>
                    </a:lnTo>
                    <a:lnTo>
                      <a:pt x="120" y="94"/>
                    </a:lnTo>
                    <a:lnTo>
                      <a:pt x="121" y="100"/>
                    </a:lnTo>
                    <a:lnTo>
                      <a:pt x="123" y="102"/>
                    </a:lnTo>
                    <a:lnTo>
                      <a:pt x="124" y="105"/>
                    </a:lnTo>
                    <a:lnTo>
                      <a:pt x="125" y="107"/>
                    </a:lnTo>
                    <a:lnTo>
                      <a:pt x="127" y="109"/>
                    </a:lnTo>
                    <a:lnTo>
                      <a:pt x="128" y="112"/>
                    </a:lnTo>
                    <a:lnTo>
                      <a:pt x="130" y="114"/>
                    </a:lnTo>
                    <a:lnTo>
                      <a:pt x="131" y="117"/>
                    </a:lnTo>
                    <a:lnTo>
                      <a:pt x="132" y="119"/>
                    </a:lnTo>
                    <a:lnTo>
                      <a:pt x="134" y="121"/>
                    </a:lnTo>
                    <a:lnTo>
                      <a:pt x="135" y="122"/>
                    </a:lnTo>
                    <a:lnTo>
                      <a:pt x="136" y="123"/>
                    </a:lnTo>
                    <a:lnTo>
                      <a:pt x="138" y="124"/>
                    </a:lnTo>
                    <a:lnTo>
                      <a:pt x="139" y="125"/>
                    </a:lnTo>
                    <a:lnTo>
                      <a:pt x="140" y="126"/>
                    </a:lnTo>
                    <a:lnTo>
                      <a:pt x="142" y="128"/>
                    </a:lnTo>
                    <a:lnTo>
                      <a:pt x="143" y="129"/>
                    </a:lnTo>
                    <a:lnTo>
                      <a:pt x="145" y="130"/>
                    </a:lnTo>
                    <a:lnTo>
                      <a:pt x="146" y="133"/>
                    </a:lnTo>
                    <a:lnTo>
                      <a:pt x="147" y="135"/>
                    </a:lnTo>
                    <a:lnTo>
                      <a:pt x="149" y="137"/>
                    </a:lnTo>
                    <a:lnTo>
                      <a:pt x="150" y="138"/>
                    </a:lnTo>
                    <a:lnTo>
                      <a:pt x="151" y="139"/>
                    </a:lnTo>
                    <a:lnTo>
                      <a:pt x="153" y="141"/>
                    </a:lnTo>
                    <a:lnTo>
                      <a:pt x="154" y="143"/>
                    </a:lnTo>
                    <a:lnTo>
                      <a:pt x="155" y="144"/>
                    </a:lnTo>
                    <a:lnTo>
                      <a:pt x="157" y="146"/>
                    </a:lnTo>
                    <a:lnTo>
                      <a:pt x="158" y="149"/>
                    </a:lnTo>
                    <a:lnTo>
                      <a:pt x="159" y="150"/>
                    </a:lnTo>
                    <a:lnTo>
                      <a:pt x="161" y="151"/>
                    </a:lnTo>
                    <a:lnTo>
                      <a:pt x="162" y="152"/>
                    </a:lnTo>
                    <a:lnTo>
                      <a:pt x="164" y="155"/>
                    </a:lnTo>
                    <a:lnTo>
                      <a:pt x="165" y="156"/>
                    </a:lnTo>
                    <a:lnTo>
                      <a:pt x="166" y="157"/>
                    </a:lnTo>
                    <a:lnTo>
                      <a:pt x="168" y="157"/>
                    </a:lnTo>
                    <a:lnTo>
                      <a:pt x="169" y="159"/>
                    </a:lnTo>
                    <a:lnTo>
                      <a:pt x="170" y="161"/>
                    </a:lnTo>
                    <a:lnTo>
                      <a:pt x="172" y="161"/>
                    </a:lnTo>
                    <a:lnTo>
                      <a:pt x="173" y="162"/>
                    </a:lnTo>
                    <a:lnTo>
                      <a:pt x="174" y="164"/>
                    </a:lnTo>
                    <a:lnTo>
                      <a:pt x="176" y="166"/>
                    </a:lnTo>
                    <a:lnTo>
                      <a:pt x="177" y="168"/>
                    </a:lnTo>
                    <a:lnTo>
                      <a:pt x="179" y="169"/>
                    </a:lnTo>
                    <a:lnTo>
                      <a:pt x="180" y="171"/>
                    </a:lnTo>
                    <a:lnTo>
                      <a:pt x="181" y="173"/>
                    </a:lnTo>
                    <a:lnTo>
                      <a:pt x="183" y="174"/>
                    </a:lnTo>
                    <a:lnTo>
                      <a:pt x="184" y="175"/>
                    </a:lnTo>
                    <a:lnTo>
                      <a:pt x="185" y="177"/>
                    </a:lnTo>
                    <a:lnTo>
                      <a:pt x="187" y="178"/>
                    </a:lnTo>
                    <a:lnTo>
                      <a:pt x="188" y="179"/>
                    </a:lnTo>
                    <a:lnTo>
                      <a:pt x="189" y="181"/>
                    </a:lnTo>
                    <a:lnTo>
                      <a:pt x="191" y="183"/>
                    </a:lnTo>
                    <a:lnTo>
                      <a:pt x="192" y="185"/>
                    </a:lnTo>
                    <a:lnTo>
                      <a:pt x="193" y="186"/>
                    </a:lnTo>
                    <a:lnTo>
                      <a:pt x="195" y="188"/>
                    </a:lnTo>
                    <a:lnTo>
                      <a:pt x="196" y="190"/>
                    </a:lnTo>
                    <a:lnTo>
                      <a:pt x="198" y="190"/>
                    </a:lnTo>
                    <a:lnTo>
                      <a:pt x="199" y="191"/>
                    </a:lnTo>
                    <a:lnTo>
                      <a:pt x="200" y="193"/>
                    </a:lnTo>
                    <a:lnTo>
                      <a:pt x="202" y="194"/>
                    </a:lnTo>
                    <a:lnTo>
                      <a:pt x="203" y="196"/>
                    </a:lnTo>
                    <a:lnTo>
                      <a:pt x="204" y="199"/>
                    </a:lnTo>
                    <a:lnTo>
                      <a:pt x="206" y="201"/>
                    </a:lnTo>
                    <a:lnTo>
                      <a:pt x="207" y="203"/>
                    </a:lnTo>
                    <a:lnTo>
                      <a:pt x="208" y="205"/>
                    </a:lnTo>
                    <a:lnTo>
                      <a:pt x="210" y="206"/>
                    </a:lnTo>
                    <a:lnTo>
                      <a:pt x="211" y="206"/>
                    </a:lnTo>
                    <a:lnTo>
                      <a:pt x="213" y="207"/>
                    </a:lnTo>
                    <a:lnTo>
                      <a:pt x="214" y="208"/>
                    </a:lnTo>
                    <a:lnTo>
                      <a:pt x="215" y="209"/>
                    </a:lnTo>
                    <a:lnTo>
                      <a:pt x="217" y="211"/>
                    </a:lnTo>
                    <a:lnTo>
                      <a:pt x="218" y="213"/>
                    </a:lnTo>
                    <a:lnTo>
                      <a:pt x="219" y="214"/>
                    </a:lnTo>
                    <a:lnTo>
                      <a:pt x="221" y="216"/>
                    </a:lnTo>
                    <a:lnTo>
                      <a:pt x="222" y="217"/>
                    </a:lnTo>
                    <a:lnTo>
                      <a:pt x="223" y="218"/>
                    </a:lnTo>
                    <a:lnTo>
                      <a:pt x="225" y="218"/>
                    </a:lnTo>
                    <a:lnTo>
                      <a:pt x="226" y="219"/>
                    </a:lnTo>
                    <a:lnTo>
                      <a:pt x="227" y="220"/>
                    </a:lnTo>
                    <a:lnTo>
                      <a:pt x="229" y="221"/>
                    </a:lnTo>
                    <a:lnTo>
                      <a:pt x="230" y="222"/>
                    </a:lnTo>
                    <a:lnTo>
                      <a:pt x="232" y="224"/>
                    </a:lnTo>
                    <a:lnTo>
                      <a:pt x="233" y="226"/>
                    </a:lnTo>
                    <a:lnTo>
                      <a:pt x="234" y="228"/>
                    </a:lnTo>
                    <a:lnTo>
                      <a:pt x="236" y="231"/>
                    </a:lnTo>
                    <a:lnTo>
                      <a:pt x="237" y="232"/>
                    </a:lnTo>
                    <a:lnTo>
                      <a:pt x="238" y="235"/>
                    </a:lnTo>
                    <a:lnTo>
                      <a:pt x="240" y="236"/>
                    </a:lnTo>
                    <a:lnTo>
                      <a:pt x="241" y="239"/>
                    </a:lnTo>
                    <a:lnTo>
                      <a:pt x="242" y="240"/>
                    </a:lnTo>
                    <a:lnTo>
                      <a:pt x="244" y="240"/>
                    </a:lnTo>
                    <a:lnTo>
                      <a:pt x="245" y="242"/>
                    </a:lnTo>
                    <a:lnTo>
                      <a:pt x="247" y="243"/>
                    </a:lnTo>
                    <a:lnTo>
                      <a:pt x="248" y="245"/>
                    </a:lnTo>
                    <a:lnTo>
                      <a:pt x="249" y="246"/>
                    </a:lnTo>
                    <a:lnTo>
                      <a:pt x="251" y="247"/>
                    </a:lnTo>
                    <a:lnTo>
                      <a:pt x="252" y="248"/>
                    </a:lnTo>
                    <a:lnTo>
                      <a:pt x="253" y="249"/>
                    </a:lnTo>
                    <a:lnTo>
                      <a:pt x="255" y="251"/>
                    </a:lnTo>
                    <a:lnTo>
                      <a:pt x="256" y="252"/>
                    </a:lnTo>
                    <a:lnTo>
                      <a:pt x="257" y="253"/>
                    </a:lnTo>
                    <a:lnTo>
                      <a:pt x="259" y="255"/>
                    </a:lnTo>
                    <a:lnTo>
                      <a:pt x="260" y="257"/>
                    </a:lnTo>
                    <a:lnTo>
                      <a:pt x="261" y="259"/>
                    </a:lnTo>
                    <a:lnTo>
                      <a:pt x="263" y="260"/>
                    </a:lnTo>
                    <a:lnTo>
                      <a:pt x="264" y="261"/>
                    </a:lnTo>
                    <a:lnTo>
                      <a:pt x="266" y="262"/>
                    </a:lnTo>
                    <a:lnTo>
                      <a:pt x="267" y="264"/>
                    </a:lnTo>
                    <a:lnTo>
                      <a:pt x="268" y="265"/>
                    </a:lnTo>
                    <a:lnTo>
                      <a:pt x="270" y="266"/>
                    </a:lnTo>
                    <a:lnTo>
                      <a:pt x="271" y="267"/>
                    </a:lnTo>
                    <a:lnTo>
                      <a:pt x="272" y="268"/>
                    </a:lnTo>
                    <a:lnTo>
                      <a:pt x="274" y="270"/>
                    </a:lnTo>
                    <a:lnTo>
                      <a:pt x="275" y="271"/>
                    </a:lnTo>
                    <a:lnTo>
                      <a:pt x="276" y="273"/>
                    </a:lnTo>
                    <a:lnTo>
                      <a:pt x="278" y="273"/>
                    </a:lnTo>
                    <a:lnTo>
                      <a:pt x="279" y="275"/>
                    </a:lnTo>
                    <a:lnTo>
                      <a:pt x="281" y="276"/>
                    </a:lnTo>
                    <a:lnTo>
                      <a:pt x="282" y="278"/>
                    </a:lnTo>
                    <a:lnTo>
                      <a:pt x="283" y="278"/>
                    </a:lnTo>
                    <a:lnTo>
                      <a:pt x="285" y="279"/>
                    </a:lnTo>
                    <a:lnTo>
                      <a:pt x="286" y="280"/>
                    </a:lnTo>
                    <a:lnTo>
                      <a:pt x="287" y="280"/>
                    </a:lnTo>
                    <a:lnTo>
                      <a:pt x="289" y="281"/>
                    </a:lnTo>
                    <a:lnTo>
                      <a:pt x="290" y="282"/>
                    </a:lnTo>
                    <a:lnTo>
                      <a:pt x="291" y="284"/>
                    </a:lnTo>
                    <a:lnTo>
                      <a:pt x="293" y="286"/>
                    </a:lnTo>
                    <a:lnTo>
                      <a:pt x="294" y="286"/>
                    </a:lnTo>
                    <a:lnTo>
                      <a:pt x="295" y="289"/>
                    </a:lnTo>
                    <a:lnTo>
                      <a:pt x="297" y="290"/>
                    </a:lnTo>
                    <a:lnTo>
                      <a:pt x="298" y="292"/>
                    </a:lnTo>
                    <a:lnTo>
                      <a:pt x="300" y="292"/>
                    </a:lnTo>
                    <a:lnTo>
                      <a:pt x="301" y="294"/>
                    </a:lnTo>
                    <a:lnTo>
                      <a:pt x="302" y="295"/>
                    </a:lnTo>
                    <a:lnTo>
                      <a:pt x="304" y="297"/>
                    </a:lnTo>
                    <a:lnTo>
                      <a:pt x="305" y="297"/>
                    </a:lnTo>
                    <a:lnTo>
                      <a:pt x="306" y="298"/>
                    </a:lnTo>
                    <a:lnTo>
                      <a:pt x="308" y="300"/>
                    </a:lnTo>
                    <a:lnTo>
                      <a:pt x="309" y="299"/>
                    </a:lnTo>
                    <a:lnTo>
                      <a:pt x="310" y="300"/>
                    </a:lnTo>
                    <a:lnTo>
                      <a:pt x="312" y="301"/>
                    </a:lnTo>
                    <a:lnTo>
                      <a:pt x="313" y="302"/>
                    </a:lnTo>
                    <a:lnTo>
                      <a:pt x="315" y="302"/>
                    </a:lnTo>
                    <a:lnTo>
                      <a:pt x="316" y="303"/>
                    </a:lnTo>
                    <a:lnTo>
                      <a:pt x="317" y="305"/>
                    </a:lnTo>
                    <a:lnTo>
                      <a:pt x="319" y="306"/>
                    </a:lnTo>
                    <a:lnTo>
                      <a:pt x="320" y="307"/>
                    </a:lnTo>
                    <a:lnTo>
                      <a:pt x="321" y="308"/>
                    </a:lnTo>
                    <a:lnTo>
                      <a:pt x="323" y="309"/>
                    </a:lnTo>
                    <a:lnTo>
                      <a:pt x="324" y="310"/>
                    </a:lnTo>
                    <a:lnTo>
                      <a:pt x="325" y="312"/>
                    </a:lnTo>
                    <a:lnTo>
                      <a:pt x="327" y="312"/>
                    </a:lnTo>
                    <a:lnTo>
                      <a:pt x="328" y="313"/>
                    </a:lnTo>
                    <a:lnTo>
                      <a:pt x="329" y="315"/>
                    </a:lnTo>
                    <a:lnTo>
                      <a:pt x="331" y="316"/>
                    </a:lnTo>
                    <a:lnTo>
                      <a:pt x="332" y="316"/>
                    </a:lnTo>
                    <a:lnTo>
                      <a:pt x="334" y="317"/>
                    </a:lnTo>
                    <a:lnTo>
                      <a:pt x="335" y="318"/>
                    </a:lnTo>
                    <a:lnTo>
                      <a:pt x="336" y="318"/>
                    </a:lnTo>
                    <a:lnTo>
                      <a:pt x="338" y="319"/>
                    </a:lnTo>
                    <a:lnTo>
                      <a:pt x="339" y="321"/>
                    </a:lnTo>
                    <a:lnTo>
                      <a:pt x="340" y="322"/>
                    </a:lnTo>
                    <a:lnTo>
                      <a:pt x="342" y="323"/>
                    </a:lnTo>
                    <a:lnTo>
                      <a:pt x="343" y="324"/>
                    </a:lnTo>
                    <a:lnTo>
                      <a:pt x="344" y="325"/>
                    </a:lnTo>
                    <a:lnTo>
                      <a:pt x="346" y="327"/>
                    </a:lnTo>
                    <a:lnTo>
                      <a:pt x="347" y="328"/>
                    </a:lnTo>
                    <a:lnTo>
                      <a:pt x="349" y="328"/>
                    </a:lnTo>
                    <a:lnTo>
                      <a:pt x="350" y="330"/>
                    </a:lnTo>
                    <a:lnTo>
                      <a:pt x="351" y="330"/>
                    </a:lnTo>
                    <a:lnTo>
                      <a:pt x="353" y="331"/>
                    </a:lnTo>
                    <a:lnTo>
                      <a:pt x="354" y="331"/>
                    </a:lnTo>
                    <a:lnTo>
                      <a:pt x="355" y="331"/>
                    </a:lnTo>
                    <a:lnTo>
                      <a:pt x="357" y="332"/>
                    </a:lnTo>
                    <a:lnTo>
                      <a:pt x="358" y="333"/>
                    </a:lnTo>
                    <a:lnTo>
                      <a:pt x="359" y="333"/>
                    </a:lnTo>
                    <a:lnTo>
                      <a:pt x="361" y="335"/>
                    </a:lnTo>
                    <a:lnTo>
                      <a:pt x="362" y="335"/>
                    </a:lnTo>
                    <a:lnTo>
                      <a:pt x="363" y="337"/>
                    </a:lnTo>
                    <a:lnTo>
                      <a:pt x="365" y="338"/>
                    </a:lnTo>
                    <a:lnTo>
                      <a:pt x="366" y="339"/>
                    </a:lnTo>
                    <a:lnTo>
                      <a:pt x="368" y="340"/>
                    </a:lnTo>
                    <a:lnTo>
                      <a:pt x="369" y="341"/>
                    </a:lnTo>
                    <a:lnTo>
                      <a:pt x="370" y="342"/>
                    </a:lnTo>
                    <a:lnTo>
                      <a:pt x="372" y="344"/>
                    </a:lnTo>
                    <a:lnTo>
                      <a:pt x="373" y="345"/>
                    </a:lnTo>
                    <a:lnTo>
                      <a:pt x="374" y="346"/>
                    </a:lnTo>
                    <a:lnTo>
                      <a:pt x="376" y="348"/>
                    </a:lnTo>
                    <a:lnTo>
                      <a:pt x="377" y="349"/>
                    </a:lnTo>
                    <a:lnTo>
                      <a:pt x="378" y="352"/>
                    </a:lnTo>
                    <a:lnTo>
                      <a:pt x="380" y="352"/>
                    </a:lnTo>
                    <a:lnTo>
                      <a:pt x="381" y="354"/>
                    </a:lnTo>
                    <a:lnTo>
                      <a:pt x="383" y="354"/>
                    </a:lnTo>
                    <a:lnTo>
                      <a:pt x="384" y="355"/>
                    </a:lnTo>
                    <a:lnTo>
                      <a:pt x="385" y="355"/>
                    </a:lnTo>
                    <a:lnTo>
                      <a:pt x="387" y="355"/>
                    </a:lnTo>
                    <a:lnTo>
                      <a:pt x="388" y="355"/>
                    </a:lnTo>
                    <a:lnTo>
                      <a:pt x="389" y="356"/>
                    </a:lnTo>
                    <a:lnTo>
                      <a:pt x="391" y="356"/>
                    </a:lnTo>
                    <a:lnTo>
                      <a:pt x="392" y="356"/>
                    </a:lnTo>
                    <a:lnTo>
                      <a:pt x="393" y="357"/>
                    </a:lnTo>
                    <a:lnTo>
                      <a:pt x="395" y="358"/>
                    </a:lnTo>
                    <a:lnTo>
                      <a:pt x="396" y="358"/>
                    </a:lnTo>
                    <a:lnTo>
                      <a:pt x="397" y="359"/>
                    </a:lnTo>
                    <a:lnTo>
                      <a:pt x="399" y="359"/>
                    </a:lnTo>
                    <a:lnTo>
                      <a:pt x="400" y="360"/>
                    </a:lnTo>
                    <a:lnTo>
                      <a:pt x="402" y="361"/>
                    </a:lnTo>
                    <a:lnTo>
                      <a:pt x="403" y="362"/>
                    </a:lnTo>
                    <a:lnTo>
                      <a:pt x="404" y="363"/>
                    </a:lnTo>
                    <a:lnTo>
                      <a:pt x="406" y="364"/>
                    </a:lnTo>
                    <a:lnTo>
                      <a:pt x="407" y="364"/>
                    </a:lnTo>
                    <a:lnTo>
                      <a:pt x="408" y="365"/>
                    </a:lnTo>
                    <a:lnTo>
                      <a:pt x="410" y="366"/>
                    </a:lnTo>
                    <a:lnTo>
                      <a:pt x="411" y="367"/>
                    </a:lnTo>
                    <a:lnTo>
                      <a:pt x="412" y="368"/>
                    </a:lnTo>
                    <a:lnTo>
                      <a:pt x="414" y="368"/>
                    </a:lnTo>
                    <a:lnTo>
                      <a:pt x="415" y="370"/>
                    </a:lnTo>
                    <a:lnTo>
                      <a:pt x="417" y="370"/>
                    </a:lnTo>
                    <a:lnTo>
                      <a:pt x="418" y="371"/>
                    </a:lnTo>
                    <a:lnTo>
                      <a:pt x="419" y="371"/>
                    </a:lnTo>
                    <a:lnTo>
                      <a:pt x="421" y="371"/>
                    </a:lnTo>
                    <a:lnTo>
                      <a:pt x="422" y="371"/>
                    </a:lnTo>
                    <a:lnTo>
                      <a:pt x="423" y="372"/>
                    </a:lnTo>
                    <a:lnTo>
                      <a:pt x="425" y="241"/>
                    </a:lnTo>
                    <a:lnTo>
                      <a:pt x="426" y="241"/>
                    </a:lnTo>
                    <a:lnTo>
                      <a:pt x="427" y="239"/>
                    </a:lnTo>
                    <a:lnTo>
                      <a:pt x="429" y="240"/>
                    </a:lnTo>
                    <a:lnTo>
                      <a:pt x="430" y="239"/>
                    </a:lnTo>
                    <a:lnTo>
                      <a:pt x="431" y="239"/>
                    </a:lnTo>
                    <a:lnTo>
                      <a:pt x="433" y="238"/>
                    </a:lnTo>
                    <a:lnTo>
                      <a:pt x="434" y="237"/>
                    </a:lnTo>
                    <a:lnTo>
                      <a:pt x="436" y="236"/>
                    </a:lnTo>
                    <a:lnTo>
                      <a:pt x="437" y="235"/>
                    </a:lnTo>
                    <a:lnTo>
                      <a:pt x="438" y="233"/>
                    </a:lnTo>
                    <a:lnTo>
                      <a:pt x="440" y="232"/>
                    </a:lnTo>
                    <a:lnTo>
                      <a:pt x="441" y="231"/>
                    </a:lnTo>
                    <a:lnTo>
                      <a:pt x="442" y="231"/>
                    </a:lnTo>
                    <a:lnTo>
                      <a:pt x="444" y="231"/>
                    </a:lnTo>
                    <a:lnTo>
                      <a:pt x="445" y="230"/>
                    </a:lnTo>
                    <a:lnTo>
                      <a:pt x="446" y="230"/>
                    </a:lnTo>
                    <a:lnTo>
                      <a:pt x="448" y="230"/>
                    </a:lnTo>
                    <a:lnTo>
                      <a:pt x="449" y="230"/>
                    </a:lnTo>
                    <a:lnTo>
                      <a:pt x="451" y="229"/>
                    </a:lnTo>
                    <a:lnTo>
                      <a:pt x="452" y="229"/>
                    </a:lnTo>
                    <a:lnTo>
                      <a:pt x="453" y="229"/>
                    </a:lnTo>
                    <a:lnTo>
                      <a:pt x="455" y="229"/>
                    </a:lnTo>
                    <a:lnTo>
                      <a:pt x="456" y="228"/>
                    </a:lnTo>
                    <a:lnTo>
                      <a:pt x="457" y="226"/>
                    </a:lnTo>
                    <a:lnTo>
                      <a:pt x="459" y="226"/>
                    </a:lnTo>
                    <a:lnTo>
                      <a:pt x="460" y="226"/>
                    </a:lnTo>
                    <a:lnTo>
                      <a:pt x="461" y="226"/>
                    </a:lnTo>
                    <a:lnTo>
                      <a:pt x="463" y="225"/>
                    </a:lnTo>
                    <a:lnTo>
                      <a:pt x="464" y="226"/>
                    </a:lnTo>
                    <a:lnTo>
                      <a:pt x="465" y="225"/>
                    </a:lnTo>
                    <a:lnTo>
                      <a:pt x="467" y="225"/>
                    </a:lnTo>
                    <a:lnTo>
                      <a:pt x="468" y="224"/>
                    </a:lnTo>
                    <a:lnTo>
                      <a:pt x="470" y="223"/>
                    </a:lnTo>
                    <a:lnTo>
                      <a:pt x="471" y="221"/>
                    </a:lnTo>
                    <a:lnTo>
                      <a:pt x="472" y="220"/>
                    </a:lnTo>
                    <a:lnTo>
                      <a:pt x="474" y="220"/>
                    </a:lnTo>
                    <a:lnTo>
                      <a:pt x="475" y="219"/>
                    </a:lnTo>
                    <a:lnTo>
                      <a:pt x="476" y="219"/>
                    </a:lnTo>
                    <a:lnTo>
                      <a:pt x="478" y="219"/>
                    </a:lnTo>
                    <a:lnTo>
                      <a:pt x="479" y="218"/>
                    </a:lnTo>
                    <a:lnTo>
                      <a:pt x="480" y="219"/>
                    </a:lnTo>
                    <a:lnTo>
                      <a:pt x="482" y="220"/>
                    </a:lnTo>
                    <a:lnTo>
                      <a:pt x="483" y="219"/>
                    </a:lnTo>
                    <a:lnTo>
                      <a:pt x="485" y="219"/>
                    </a:lnTo>
                    <a:lnTo>
                      <a:pt x="486" y="219"/>
                    </a:lnTo>
                    <a:lnTo>
                      <a:pt x="487" y="219"/>
                    </a:lnTo>
                    <a:lnTo>
                      <a:pt x="489" y="219"/>
                    </a:lnTo>
                    <a:lnTo>
                      <a:pt x="490" y="218"/>
                    </a:lnTo>
                    <a:lnTo>
                      <a:pt x="491" y="217"/>
                    </a:lnTo>
                    <a:lnTo>
                      <a:pt x="493" y="216"/>
                    </a:lnTo>
                    <a:lnTo>
                      <a:pt x="494" y="215"/>
                    </a:lnTo>
                    <a:lnTo>
                      <a:pt x="495" y="214"/>
                    </a:lnTo>
                    <a:lnTo>
                      <a:pt x="497" y="213"/>
                    </a:lnTo>
                    <a:lnTo>
                      <a:pt x="498" y="211"/>
                    </a:lnTo>
                    <a:lnTo>
                      <a:pt x="499" y="211"/>
                    </a:lnTo>
                    <a:lnTo>
                      <a:pt x="501" y="211"/>
                    </a:lnTo>
                    <a:lnTo>
                      <a:pt x="502" y="211"/>
                    </a:lnTo>
                    <a:lnTo>
                      <a:pt x="504" y="211"/>
                    </a:lnTo>
                    <a:lnTo>
                      <a:pt x="505" y="211"/>
                    </a:lnTo>
                    <a:lnTo>
                      <a:pt x="506" y="212"/>
                    </a:lnTo>
                    <a:lnTo>
                      <a:pt x="508" y="212"/>
                    </a:lnTo>
                    <a:lnTo>
                      <a:pt x="509" y="212"/>
                    </a:lnTo>
                    <a:lnTo>
                      <a:pt x="510" y="211"/>
                    </a:lnTo>
                    <a:lnTo>
                      <a:pt x="512" y="210"/>
                    </a:lnTo>
                    <a:lnTo>
                      <a:pt x="513" y="210"/>
                    </a:lnTo>
                    <a:lnTo>
                      <a:pt x="514" y="208"/>
                    </a:lnTo>
                    <a:lnTo>
                      <a:pt x="516" y="208"/>
                    </a:lnTo>
                    <a:lnTo>
                      <a:pt x="517" y="209"/>
                    </a:lnTo>
                    <a:lnTo>
                      <a:pt x="519" y="208"/>
                    </a:lnTo>
                    <a:lnTo>
                      <a:pt x="520" y="208"/>
                    </a:lnTo>
                    <a:lnTo>
                      <a:pt x="521" y="208"/>
                    </a:lnTo>
                    <a:lnTo>
                      <a:pt x="523" y="208"/>
                    </a:lnTo>
                    <a:lnTo>
                      <a:pt x="524" y="207"/>
                    </a:lnTo>
                    <a:lnTo>
                      <a:pt x="525" y="206"/>
                    </a:lnTo>
                    <a:lnTo>
                      <a:pt x="527" y="206"/>
                    </a:lnTo>
                    <a:lnTo>
                      <a:pt x="528" y="206"/>
                    </a:lnTo>
                    <a:lnTo>
                      <a:pt x="529" y="205"/>
                    </a:lnTo>
                    <a:lnTo>
                      <a:pt x="531" y="205"/>
                    </a:lnTo>
                    <a:lnTo>
                      <a:pt x="532" y="205"/>
                    </a:lnTo>
                    <a:lnTo>
                      <a:pt x="533" y="206"/>
                    </a:lnTo>
                    <a:lnTo>
                      <a:pt x="535" y="206"/>
                    </a:lnTo>
                    <a:lnTo>
                      <a:pt x="536" y="205"/>
                    </a:lnTo>
                    <a:lnTo>
                      <a:pt x="538" y="205"/>
                    </a:lnTo>
                    <a:lnTo>
                      <a:pt x="539" y="205"/>
                    </a:lnTo>
                    <a:lnTo>
                      <a:pt x="540" y="204"/>
                    </a:lnTo>
                    <a:lnTo>
                      <a:pt x="542" y="204"/>
                    </a:lnTo>
                    <a:lnTo>
                      <a:pt x="543" y="203"/>
                    </a:lnTo>
                    <a:lnTo>
                      <a:pt x="544" y="203"/>
                    </a:lnTo>
                    <a:lnTo>
                      <a:pt x="546" y="203"/>
                    </a:lnTo>
                    <a:lnTo>
                      <a:pt x="547" y="203"/>
                    </a:lnTo>
                    <a:lnTo>
                      <a:pt x="548" y="204"/>
                    </a:lnTo>
                    <a:lnTo>
                      <a:pt x="550" y="204"/>
                    </a:lnTo>
                    <a:lnTo>
                      <a:pt x="551" y="205"/>
                    </a:lnTo>
                    <a:lnTo>
                      <a:pt x="553" y="204"/>
                    </a:lnTo>
                    <a:lnTo>
                      <a:pt x="554" y="204"/>
                    </a:lnTo>
                    <a:lnTo>
                      <a:pt x="555" y="203"/>
                    </a:lnTo>
                    <a:lnTo>
                      <a:pt x="557" y="202"/>
                    </a:lnTo>
                    <a:lnTo>
                      <a:pt x="558" y="202"/>
                    </a:lnTo>
                    <a:lnTo>
                      <a:pt x="559" y="201"/>
                    </a:lnTo>
                    <a:lnTo>
                      <a:pt x="561" y="200"/>
                    </a:lnTo>
                    <a:lnTo>
                      <a:pt x="562" y="200"/>
                    </a:lnTo>
                    <a:lnTo>
                      <a:pt x="563" y="200"/>
                    </a:lnTo>
                    <a:lnTo>
                      <a:pt x="565" y="200"/>
                    </a:lnTo>
                    <a:lnTo>
                      <a:pt x="566" y="199"/>
                    </a:lnTo>
                    <a:lnTo>
                      <a:pt x="567" y="198"/>
                    </a:lnTo>
                    <a:lnTo>
                      <a:pt x="569" y="198"/>
                    </a:lnTo>
                    <a:lnTo>
                      <a:pt x="570" y="198"/>
                    </a:lnTo>
                    <a:lnTo>
                      <a:pt x="572" y="197"/>
                    </a:lnTo>
                    <a:lnTo>
                      <a:pt x="573" y="197"/>
                    </a:lnTo>
                    <a:lnTo>
                      <a:pt x="574" y="197"/>
                    </a:lnTo>
                    <a:lnTo>
                      <a:pt x="576" y="196"/>
                    </a:lnTo>
                    <a:lnTo>
                      <a:pt x="577" y="195"/>
                    </a:lnTo>
                    <a:lnTo>
                      <a:pt x="578" y="195"/>
                    </a:lnTo>
                    <a:lnTo>
                      <a:pt x="580" y="194"/>
                    </a:lnTo>
                    <a:lnTo>
                      <a:pt x="581" y="192"/>
                    </a:lnTo>
                    <a:lnTo>
                      <a:pt x="582" y="192"/>
                    </a:lnTo>
                    <a:lnTo>
                      <a:pt x="584" y="190"/>
                    </a:lnTo>
                    <a:lnTo>
                      <a:pt x="585" y="190"/>
                    </a:lnTo>
                    <a:lnTo>
                      <a:pt x="587" y="190"/>
                    </a:lnTo>
                    <a:lnTo>
                      <a:pt x="588" y="190"/>
                    </a:lnTo>
                    <a:lnTo>
                      <a:pt x="589" y="190"/>
                    </a:lnTo>
                    <a:lnTo>
                      <a:pt x="591" y="189"/>
                    </a:lnTo>
                    <a:lnTo>
                      <a:pt x="592" y="189"/>
                    </a:lnTo>
                    <a:lnTo>
                      <a:pt x="593" y="190"/>
                    </a:lnTo>
                    <a:lnTo>
                      <a:pt x="595" y="190"/>
                    </a:lnTo>
                    <a:lnTo>
                      <a:pt x="596" y="189"/>
                    </a:lnTo>
                    <a:lnTo>
                      <a:pt x="597" y="189"/>
                    </a:lnTo>
                    <a:lnTo>
                      <a:pt x="599" y="188"/>
                    </a:lnTo>
                    <a:lnTo>
                      <a:pt x="600" y="188"/>
                    </a:lnTo>
                    <a:lnTo>
                      <a:pt x="601" y="188"/>
                    </a:lnTo>
                    <a:lnTo>
                      <a:pt x="603" y="188"/>
                    </a:lnTo>
                    <a:lnTo>
                      <a:pt x="604" y="187"/>
                    </a:lnTo>
                    <a:lnTo>
                      <a:pt x="606" y="187"/>
                    </a:lnTo>
                    <a:lnTo>
                      <a:pt x="607" y="187"/>
                    </a:lnTo>
                    <a:lnTo>
                      <a:pt x="608" y="187"/>
                    </a:lnTo>
                    <a:lnTo>
                      <a:pt x="610" y="188"/>
                    </a:lnTo>
                    <a:lnTo>
                      <a:pt x="611" y="188"/>
                    </a:lnTo>
                    <a:lnTo>
                      <a:pt x="612" y="188"/>
                    </a:lnTo>
                    <a:lnTo>
                      <a:pt x="614" y="188"/>
                    </a:lnTo>
                    <a:lnTo>
                      <a:pt x="615" y="188"/>
                    </a:lnTo>
                    <a:lnTo>
                      <a:pt x="616" y="187"/>
                    </a:lnTo>
                    <a:lnTo>
                      <a:pt x="618" y="187"/>
                    </a:lnTo>
                    <a:lnTo>
                      <a:pt x="619" y="187"/>
                    </a:lnTo>
                    <a:lnTo>
                      <a:pt x="621" y="187"/>
                    </a:lnTo>
                    <a:lnTo>
                      <a:pt x="622" y="188"/>
                    </a:lnTo>
                    <a:lnTo>
                      <a:pt x="623" y="187"/>
                    </a:lnTo>
                    <a:lnTo>
                      <a:pt x="625" y="186"/>
                    </a:lnTo>
                    <a:lnTo>
                      <a:pt x="626" y="186"/>
                    </a:lnTo>
                    <a:lnTo>
                      <a:pt x="627" y="186"/>
                    </a:lnTo>
                    <a:lnTo>
                      <a:pt x="629" y="187"/>
                    </a:lnTo>
                    <a:lnTo>
                      <a:pt x="630" y="186"/>
                    </a:lnTo>
                    <a:lnTo>
                      <a:pt x="631" y="186"/>
                    </a:lnTo>
                    <a:lnTo>
                      <a:pt x="633" y="185"/>
                    </a:lnTo>
                    <a:lnTo>
                      <a:pt x="634" y="186"/>
                    </a:lnTo>
                    <a:lnTo>
                      <a:pt x="635" y="186"/>
                    </a:lnTo>
                    <a:lnTo>
                      <a:pt x="637" y="185"/>
                    </a:lnTo>
                    <a:lnTo>
                      <a:pt x="638" y="185"/>
                    </a:lnTo>
                    <a:lnTo>
                      <a:pt x="640" y="185"/>
                    </a:lnTo>
                    <a:lnTo>
                      <a:pt x="641" y="184"/>
                    </a:lnTo>
                    <a:lnTo>
                      <a:pt x="642" y="184"/>
                    </a:lnTo>
                    <a:lnTo>
                      <a:pt x="644" y="184"/>
                    </a:lnTo>
                    <a:lnTo>
                      <a:pt x="645" y="184"/>
                    </a:lnTo>
                    <a:lnTo>
                      <a:pt x="646" y="183"/>
                    </a:lnTo>
                    <a:lnTo>
                      <a:pt x="648" y="182"/>
                    </a:lnTo>
                    <a:lnTo>
                      <a:pt x="649" y="183"/>
                    </a:lnTo>
                    <a:lnTo>
                      <a:pt x="650" y="183"/>
                    </a:lnTo>
                    <a:lnTo>
                      <a:pt x="652" y="183"/>
                    </a:lnTo>
                    <a:lnTo>
                      <a:pt x="653" y="183"/>
                    </a:lnTo>
                    <a:lnTo>
                      <a:pt x="655" y="181"/>
                    </a:lnTo>
                    <a:lnTo>
                      <a:pt x="656" y="181"/>
                    </a:lnTo>
                    <a:lnTo>
                      <a:pt x="657" y="181"/>
                    </a:lnTo>
                    <a:lnTo>
                      <a:pt x="659" y="181"/>
                    </a:lnTo>
                    <a:lnTo>
                      <a:pt x="660" y="180"/>
                    </a:lnTo>
                    <a:lnTo>
                      <a:pt x="661" y="180"/>
                    </a:lnTo>
                    <a:lnTo>
                      <a:pt x="663" y="180"/>
                    </a:lnTo>
                    <a:lnTo>
                      <a:pt x="664" y="181"/>
                    </a:lnTo>
                    <a:lnTo>
                      <a:pt x="665" y="180"/>
                    </a:lnTo>
                    <a:lnTo>
                      <a:pt x="667" y="180"/>
                    </a:lnTo>
                    <a:lnTo>
                      <a:pt x="668" y="179"/>
                    </a:lnTo>
                    <a:lnTo>
                      <a:pt x="669" y="177"/>
                    </a:lnTo>
                    <a:lnTo>
                      <a:pt x="671" y="177"/>
                    </a:lnTo>
                    <a:lnTo>
                      <a:pt x="672" y="176"/>
                    </a:lnTo>
                    <a:lnTo>
                      <a:pt x="674" y="175"/>
                    </a:lnTo>
                    <a:lnTo>
                      <a:pt x="675" y="175"/>
                    </a:lnTo>
                    <a:lnTo>
                      <a:pt x="676" y="174"/>
                    </a:lnTo>
                    <a:lnTo>
                      <a:pt x="678" y="174"/>
                    </a:lnTo>
                    <a:lnTo>
                      <a:pt x="679" y="175"/>
                    </a:lnTo>
                    <a:lnTo>
                      <a:pt x="680" y="174"/>
                    </a:lnTo>
                    <a:lnTo>
                      <a:pt x="682" y="175"/>
                    </a:lnTo>
                    <a:lnTo>
                      <a:pt x="683" y="175"/>
                    </a:lnTo>
                    <a:lnTo>
                      <a:pt x="684" y="175"/>
                    </a:lnTo>
                    <a:lnTo>
                      <a:pt x="686" y="175"/>
                    </a:lnTo>
                    <a:lnTo>
                      <a:pt x="687" y="175"/>
                    </a:lnTo>
                    <a:lnTo>
                      <a:pt x="689" y="175"/>
                    </a:lnTo>
                    <a:lnTo>
                      <a:pt x="690" y="175"/>
                    </a:lnTo>
                    <a:lnTo>
                      <a:pt x="691" y="175"/>
                    </a:lnTo>
                    <a:lnTo>
                      <a:pt x="693" y="175"/>
                    </a:lnTo>
                    <a:lnTo>
                      <a:pt x="694" y="174"/>
                    </a:lnTo>
                    <a:lnTo>
                      <a:pt x="695" y="174"/>
                    </a:lnTo>
                    <a:lnTo>
                      <a:pt x="697" y="174"/>
                    </a:lnTo>
                    <a:lnTo>
                      <a:pt x="698" y="174"/>
                    </a:lnTo>
                    <a:lnTo>
                      <a:pt x="699" y="172"/>
                    </a:lnTo>
                    <a:lnTo>
                      <a:pt x="701" y="172"/>
                    </a:lnTo>
                    <a:lnTo>
                      <a:pt x="702" y="172"/>
                    </a:lnTo>
                    <a:lnTo>
                      <a:pt x="703" y="172"/>
                    </a:lnTo>
                    <a:lnTo>
                      <a:pt x="705" y="172"/>
                    </a:lnTo>
                    <a:lnTo>
                      <a:pt x="706" y="171"/>
                    </a:lnTo>
                    <a:lnTo>
                      <a:pt x="708" y="171"/>
                    </a:lnTo>
                    <a:lnTo>
                      <a:pt x="709" y="171"/>
                    </a:lnTo>
                    <a:lnTo>
                      <a:pt x="710" y="171"/>
                    </a:lnTo>
                    <a:lnTo>
                      <a:pt x="712" y="170"/>
                    </a:lnTo>
                    <a:lnTo>
                      <a:pt x="713" y="169"/>
                    </a:lnTo>
                    <a:lnTo>
                      <a:pt x="714" y="169"/>
                    </a:lnTo>
                    <a:lnTo>
                      <a:pt x="716" y="168"/>
                    </a:lnTo>
                    <a:lnTo>
                      <a:pt x="717" y="168"/>
                    </a:lnTo>
                    <a:lnTo>
                      <a:pt x="718" y="168"/>
                    </a:lnTo>
                    <a:lnTo>
                      <a:pt x="720" y="168"/>
                    </a:lnTo>
                    <a:lnTo>
                      <a:pt x="721" y="167"/>
                    </a:lnTo>
                    <a:lnTo>
                      <a:pt x="723" y="166"/>
                    </a:lnTo>
                    <a:lnTo>
                      <a:pt x="724" y="166"/>
                    </a:lnTo>
                    <a:lnTo>
                      <a:pt x="725" y="166"/>
                    </a:lnTo>
                    <a:lnTo>
                      <a:pt x="727" y="167"/>
                    </a:lnTo>
                    <a:lnTo>
                      <a:pt x="728" y="166"/>
                    </a:lnTo>
                    <a:lnTo>
                      <a:pt x="729" y="166"/>
                    </a:lnTo>
                    <a:lnTo>
                      <a:pt x="731" y="166"/>
                    </a:lnTo>
                    <a:lnTo>
                      <a:pt x="732" y="167"/>
                    </a:lnTo>
                    <a:lnTo>
                      <a:pt x="733" y="167"/>
                    </a:lnTo>
                    <a:lnTo>
                      <a:pt x="735" y="167"/>
                    </a:lnTo>
                    <a:lnTo>
                      <a:pt x="736" y="167"/>
                    </a:lnTo>
                    <a:lnTo>
                      <a:pt x="737" y="167"/>
                    </a:lnTo>
                    <a:lnTo>
                      <a:pt x="739" y="166"/>
                    </a:lnTo>
                    <a:lnTo>
                      <a:pt x="740" y="166"/>
                    </a:lnTo>
                    <a:lnTo>
                      <a:pt x="742" y="165"/>
                    </a:lnTo>
                    <a:lnTo>
                      <a:pt x="743" y="165"/>
                    </a:lnTo>
                    <a:lnTo>
                      <a:pt x="744" y="164"/>
                    </a:lnTo>
                    <a:lnTo>
                      <a:pt x="746" y="164"/>
                    </a:lnTo>
                    <a:lnTo>
                      <a:pt x="747" y="165"/>
                    </a:lnTo>
                    <a:lnTo>
                      <a:pt x="748" y="164"/>
                    </a:lnTo>
                    <a:lnTo>
                      <a:pt x="750" y="164"/>
                    </a:lnTo>
                    <a:lnTo>
                      <a:pt x="751" y="164"/>
                    </a:lnTo>
                    <a:lnTo>
                      <a:pt x="752" y="164"/>
                    </a:lnTo>
                    <a:lnTo>
                      <a:pt x="754" y="164"/>
                    </a:lnTo>
                    <a:lnTo>
                      <a:pt x="755" y="164"/>
                    </a:lnTo>
                    <a:lnTo>
                      <a:pt x="757" y="163"/>
                    </a:lnTo>
                    <a:lnTo>
                      <a:pt x="758" y="162"/>
                    </a:lnTo>
                    <a:lnTo>
                      <a:pt x="759" y="163"/>
                    </a:lnTo>
                    <a:lnTo>
                      <a:pt x="761" y="162"/>
                    </a:lnTo>
                    <a:lnTo>
                      <a:pt x="762" y="162"/>
                    </a:lnTo>
                    <a:lnTo>
                      <a:pt x="763" y="162"/>
                    </a:lnTo>
                    <a:lnTo>
                      <a:pt x="765" y="162"/>
                    </a:lnTo>
                    <a:lnTo>
                      <a:pt x="766" y="161"/>
                    </a:lnTo>
                    <a:lnTo>
                      <a:pt x="767" y="161"/>
                    </a:lnTo>
                    <a:lnTo>
                      <a:pt x="769" y="160"/>
                    </a:lnTo>
                    <a:lnTo>
                      <a:pt x="770" y="160"/>
                    </a:lnTo>
                    <a:lnTo>
                      <a:pt x="771" y="160"/>
                    </a:lnTo>
                    <a:lnTo>
                      <a:pt x="773" y="159"/>
                    </a:lnTo>
                    <a:lnTo>
                      <a:pt x="774" y="159"/>
                    </a:lnTo>
                    <a:lnTo>
                      <a:pt x="776" y="159"/>
                    </a:lnTo>
                    <a:lnTo>
                      <a:pt x="777" y="158"/>
                    </a:lnTo>
                    <a:lnTo>
                      <a:pt x="778" y="157"/>
                    </a:lnTo>
                    <a:lnTo>
                      <a:pt x="780" y="157"/>
                    </a:lnTo>
                    <a:lnTo>
                      <a:pt x="781" y="157"/>
                    </a:lnTo>
                    <a:lnTo>
                      <a:pt x="782" y="157"/>
                    </a:lnTo>
                    <a:lnTo>
                      <a:pt x="784" y="156"/>
                    </a:lnTo>
                    <a:lnTo>
                      <a:pt x="785" y="155"/>
                    </a:lnTo>
                    <a:lnTo>
                      <a:pt x="786" y="155"/>
                    </a:lnTo>
                    <a:lnTo>
                      <a:pt x="788" y="154"/>
                    </a:lnTo>
                    <a:lnTo>
                      <a:pt x="789" y="153"/>
                    </a:lnTo>
                    <a:lnTo>
                      <a:pt x="791" y="153"/>
                    </a:lnTo>
                    <a:lnTo>
                      <a:pt x="792" y="152"/>
                    </a:lnTo>
                    <a:lnTo>
                      <a:pt x="793" y="152"/>
                    </a:lnTo>
                    <a:lnTo>
                      <a:pt x="795" y="152"/>
                    </a:lnTo>
                    <a:lnTo>
                      <a:pt x="796" y="153"/>
                    </a:lnTo>
                    <a:lnTo>
                      <a:pt x="797" y="153"/>
                    </a:lnTo>
                    <a:lnTo>
                      <a:pt x="799" y="154"/>
                    </a:lnTo>
                    <a:lnTo>
                      <a:pt x="800" y="154"/>
                    </a:lnTo>
                    <a:lnTo>
                      <a:pt x="801" y="155"/>
                    </a:lnTo>
                    <a:lnTo>
                      <a:pt x="803" y="155"/>
                    </a:lnTo>
                    <a:lnTo>
                      <a:pt x="804" y="154"/>
                    </a:lnTo>
                    <a:lnTo>
                      <a:pt x="805" y="153"/>
                    </a:lnTo>
                    <a:lnTo>
                      <a:pt x="807" y="152"/>
                    </a:lnTo>
                    <a:lnTo>
                      <a:pt x="808" y="152"/>
                    </a:lnTo>
                    <a:lnTo>
                      <a:pt x="810" y="151"/>
                    </a:lnTo>
                    <a:lnTo>
                      <a:pt x="811" y="151"/>
                    </a:lnTo>
                    <a:lnTo>
                      <a:pt x="812" y="151"/>
                    </a:lnTo>
                    <a:lnTo>
                      <a:pt x="814" y="151"/>
                    </a:lnTo>
                    <a:lnTo>
                      <a:pt x="815" y="150"/>
                    </a:lnTo>
                    <a:lnTo>
                      <a:pt x="816" y="150"/>
                    </a:lnTo>
                    <a:lnTo>
                      <a:pt x="818" y="150"/>
                    </a:lnTo>
                    <a:lnTo>
                      <a:pt x="819" y="150"/>
                    </a:lnTo>
                    <a:lnTo>
                      <a:pt x="820" y="150"/>
                    </a:lnTo>
                    <a:lnTo>
                      <a:pt x="822" y="150"/>
                    </a:lnTo>
                    <a:lnTo>
                      <a:pt x="823" y="150"/>
                    </a:lnTo>
                    <a:lnTo>
                      <a:pt x="825" y="150"/>
                    </a:lnTo>
                    <a:lnTo>
                      <a:pt x="826" y="150"/>
                    </a:lnTo>
                    <a:lnTo>
                      <a:pt x="827" y="149"/>
                    </a:lnTo>
                    <a:lnTo>
                      <a:pt x="829" y="149"/>
                    </a:lnTo>
                    <a:lnTo>
                      <a:pt x="830" y="149"/>
                    </a:lnTo>
                    <a:lnTo>
                      <a:pt x="831" y="148"/>
                    </a:lnTo>
                    <a:lnTo>
                      <a:pt x="833" y="148"/>
                    </a:lnTo>
                    <a:lnTo>
                      <a:pt x="834" y="148"/>
                    </a:lnTo>
                    <a:lnTo>
                      <a:pt x="835" y="147"/>
                    </a:lnTo>
                    <a:lnTo>
                      <a:pt x="837" y="147"/>
                    </a:lnTo>
                    <a:lnTo>
                      <a:pt x="838" y="147"/>
                    </a:lnTo>
                    <a:lnTo>
                      <a:pt x="839" y="147"/>
                    </a:lnTo>
                    <a:lnTo>
                      <a:pt x="841" y="147"/>
                    </a:lnTo>
                    <a:lnTo>
                      <a:pt x="842" y="147"/>
                    </a:lnTo>
                    <a:lnTo>
                      <a:pt x="844" y="146"/>
                    </a:lnTo>
                    <a:lnTo>
                      <a:pt x="845" y="147"/>
                    </a:lnTo>
                    <a:lnTo>
                      <a:pt x="846" y="146"/>
                    </a:lnTo>
                    <a:lnTo>
                      <a:pt x="848" y="146"/>
                    </a:lnTo>
                    <a:lnTo>
                      <a:pt x="849" y="145"/>
                    </a:lnTo>
                    <a:lnTo>
                      <a:pt x="850" y="145"/>
                    </a:lnTo>
                    <a:lnTo>
                      <a:pt x="852" y="144"/>
                    </a:lnTo>
                    <a:lnTo>
                      <a:pt x="853" y="144"/>
                    </a:lnTo>
                    <a:lnTo>
                      <a:pt x="854" y="144"/>
                    </a:lnTo>
                    <a:lnTo>
                      <a:pt x="856" y="144"/>
                    </a:lnTo>
                    <a:lnTo>
                      <a:pt x="857" y="143"/>
                    </a:lnTo>
                    <a:lnTo>
                      <a:pt x="859" y="143"/>
                    </a:lnTo>
                    <a:lnTo>
                      <a:pt x="860" y="143"/>
                    </a:lnTo>
                    <a:lnTo>
                      <a:pt x="861" y="144"/>
                    </a:lnTo>
                    <a:lnTo>
                      <a:pt x="863" y="144"/>
                    </a:lnTo>
                    <a:lnTo>
                      <a:pt x="864" y="144"/>
                    </a:lnTo>
                    <a:lnTo>
                      <a:pt x="865" y="144"/>
                    </a:lnTo>
                    <a:lnTo>
                      <a:pt x="867" y="144"/>
                    </a:lnTo>
                    <a:lnTo>
                      <a:pt x="868" y="144"/>
                    </a:lnTo>
                    <a:lnTo>
                      <a:pt x="869" y="144"/>
                    </a:lnTo>
                    <a:lnTo>
                      <a:pt x="871" y="144"/>
                    </a:lnTo>
                    <a:lnTo>
                      <a:pt x="872" y="144"/>
                    </a:lnTo>
                    <a:lnTo>
                      <a:pt x="873" y="144"/>
                    </a:lnTo>
                    <a:lnTo>
                      <a:pt x="875" y="144"/>
                    </a:lnTo>
                    <a:lnTo>
                      <a:pt x="876" y="144"/>
                    </a:lnTo>
                    <a:lnTo>
                      <a:pt x="878" y="144"/>
                    </a:lnTo>
                    <a:lnTo>
                      <a:pt x="879" y="144"/>
                    </a:lnTo>
                    <a:lnTo>
                      <a:pt x="880" y="144"/>
                    </a:lnTo>
                    <a:lnTo>
                      <a:pt x="882" y="143"/>
                    </a:lnTo>
                    <a:lnTo>
                      <a:pt x="883" y="143"/>
                    </a:lnTo>
                    <a:lnTo>
                      <a:pt x="884" y="142"/>
                    </a:lnTo>
                    <a:lnTo>
                      <a:pt x="886" y="142"/>
                    </a:lnTo>
                    <a:lnTo>
                      <a:pt x="887" y="141"/>
                    </a:lnTo>
                    <a:lnTo>
                      <a:pt x="888" y="139"/>
                    </a:lnTo>
                    <a:lnTo>
                      <a:pt x="890" y="139"/>
                    </a:lnTo>
                    <a:lnTo>
                      <a:pt x="891" y="139"/>
                    </a:lnTo>
                    <a:lnTo>
                      <a:pt x="893" y="139"/>
                    </a:lnTo>
                    <a:lnTo>
                      <a:pt x="894" y="139"/>
                    </a:lnTo>
                    <a:lnTo>
                      <a:pt x="895" y="139"/>
                    </a:lnTo>
                    <a:lnTo>
                      <a:pt x="897" y="139"/>
                    </a:lnTo>
                    <a:lnTo>
                      <a:pt x="898" y="139"/>
                    </a:lnTo>
                    <a:lnTo>
                      <a:pt x="899" y="140"/>
                    </a:lnTo>
                    <a:lnTo>
                      <a:pt x="901" y="140"/>
                    </a:lnTo>
                    <a:lnTo>
                      <a:pt x="902" y="140"/>
                    </a:lnTo>
                    <a:lnTo>
                      <a:pt x="903" y="139"/>
                    </a:lnTo>
                    <a:lnTo>
                      <a:pt x="905" y="139"/>
                    </a:lnTo>
                    <a:lnTo>
                      <a:pt x="906" y="139"/>
                    </a:lnTo>
                    <a:lnTo>
                      <a:pt x="907" y="139"/>
                    </a:lnTo>
                    <a:lnTo>
                      <a:pt x="909" y="139"/>
                    </a:lnTo>
                    <a:lnTo>
                      <a:pt x="910" y="137"/>
                    </a:lnTo>
                    <a:lnTo>
                      <a:pt x="912" y="138"/>
                    </a:lnTo>
                    <a:lnTo>
                      <a:pt x="913" y="137"/>
                    </a:lnTo>
                    <a:lnTo>
                      <a:pt x="914" y="137"/>
                    </a:lnTo>
                    <a:lnTo>
                      <a:pt x="916" y="138"/>
                    </a:lnTo>
                    <a:lnTo>
                      <a:pt x="917" y="137"/>
                    </a:lnTo>
                    <a:lnTo>
                      <a:pt x="918" y="137"/>
                    </a:lnTo>
                    <a:lnTo>
                      <a:pt x="920" y="138"/>
                    </a:lnTo>
                    <a:lnTo>
                      <a:pt x="921" y="138"/>
                    </a:lnTo>
                    <a:lnTo>
                      <a:pt x="922" y="137"/>
                    </a:lnTo>
                    <a:lnTo>
                      <a:pt x="924" y="136"/>
                    </a:lnTo>
                    <a:lnTo>
                      <a:pt x="925" y="136"/>
                    </a:lnTo>
                    <a:lnTo>
                      <a:pt x="927" y="135"/>
                    </a:lnTo>
                    <a:lnTo>
                      <a:pt x="928" y="135"/>
                    </a:lnTo>
                    <a:lnTo>
                      <a:pt x="929" y="134"/>
                    </a:lnTo>
                    <a:lnTo>
                      <a:pt x="931" y="133"/>
                    </a:lnTo>
                    <a:lnTo>
                      <a:pt x="932" y="133"/>
                    </a:lnTo>
                    <a:lnTo>
                      <a:pt x="933" y="133"/>
                    </a:lnTo>
                    <a:lnTo>
                      <a:pt x="935" y="133"/>
                    </a:lnTo>
                    <a:lnTo>
                      <a:pt x="936" y="133"/>
                    </a:lnTo>
                    <a:lnTo>
                      <a:pt x="937" y="132"/>
                    </a:lnTo>
                    <a:lnTo>
                      <a:pt x="939" y="131"/>
                    </a:lnTo>
                    <a:lnTo>
                      <a:pt x="940" y="131"/>
                    </a:lnTo>
                    <a:lnTo>
                      <a:pt x="941" y="131"/>
                    </a:lnTo>
                    <a:lnTo>
                      <a:pt x="943" y="132"/>
                    </a:lnTo>
                    <a:lnTo>
                      <a:pt x="944" y="132"/>
                    </a:lnTo>
                    <a:lnTo>
                      <a:pt x="946" y="133"/>
                    </a:lnTo>
                    <a:lnTo>
                      <a:pt x="947" y="132"/>
                    </a:lnTo>
                    <a:lnTo>
                      <a:pt x="948" y="133"/>
                    </a:lnTo>
                    <a:lnTo>
                      <a:pt x="950" y="133"/>
                    </a:lnTo>
                    <a:lnTo>
                      <a:pt x="951" y="133"/>
                    </a:lnTo>
                    <a:lnTo>
                      <a:pt x="952" y="132"/>
                    </a:lnTo>
                    <a:lnTo>
                      <a:pt x="954" y="132"/>
                    </a:lnTo>
                    <a:lnTo>
                      <a:pt x="955" y="131"/>
                    </a:lnTo>
                    <a:lnTo>
                      <a:pt x="956" y="131"/>
                    </a:lnTo>
                    <a:lnTo>
                      <a:pt x="958" y="131"/>
                    </a:lnTo>
                    <a:lnTo>
                      <a:pt x="959" y="131"/>
                    </a:lnTo>
                    <a:lnTo>
                      <a:pt x="961" y="130"/>
                    </a:lnTo>
                    <a:lnTo>
                      <a:pt x="962" y="130"/>
                    </a:lnTo>
                    <a:lnTo>
                      <a:pt x="963" y="130"/>
                    </a:lnTo>
                    <a:lnTo>
                      <a:pt x="965" y="130"/>
                    </a:lnTo>
                    <a:lnTo>
                      <a:pt x="966" y="130"/>
                    </a:lnTo>
                    <a:lnTo>
                      <a:pt x="967" y="130"/>
                    </a:lnTo>
                    <a:lnTo>
                      <a:pt x="969" y="129"/>
                    </a:lnTo>
                    <a:lnTo>
                      <a:pt x="970" y="130"/>
                    </a:lnTo>
                    <a:lnTo>
                      <a:pt x="971" y="129"/>
                    </a:lnTo>
                    <a:lnTo>
                      <a:pt x="973" y="129"/>
                    </a:lnTo>
                    <a:lnTo>
                      <a:pt x="974" y="129"/>
                    </a:lnTo>
                    <a:lnTo>
                      <a:pt x="975" y="128"/>
                    </a:lnTo>
                    <a:lnTo>
                      <a:pt x="977" y="128"/>
                    </a:lnTo>
                    <a:lnTo>
                      <a:pt x="978" y="127"/>
                    </a:lnTo>
                    <a:lnTo>
                      <a:pt x="980" y="127"/>
                    </a:lnTo>
                    <a:lnTo>
                      <a:pt x="981" y="128"/>
                    </a:lnTo>
                    <a:lnTo>
                      <a:pt x="982" y="127"/>
                    </a:lnTo>
                    <a:lnTo>
                      <a:pt x="984" y="126"/>
                    </a:lnTo>
                    <a:lnTo>
                      <a:pt x="985" y="126"/>
                    </a:lnTo>
                    <a:lnTo>
                      <a:pt x="986" y="126"/>
                    </a:lnTo>
                    <a:lnTo>
                      <a:pt x="988" y="126"/>
                    </a:lnTo>
                    <a:lnTo>
                      <a:pt x="989" y="126"/>
                    </a:lnTo>
                    <a:lnTo>
                      <a:pt x="990" y="125"/>
                    </a:lnTo>
                    <a:lnTo>
                      <a:pt x="992" y="126"/>
                    </a:lnTo>
                    <a:lnTo>
                      <a:pt x="993" y="127"/>
                    </a:lnTo>
                    <a:lnTo>
                      <a:pt x="995" y="126"/>
                    </a:lnTo>
                    <a:lnTo>
                      <a:pt x="996" y="126"/>
                    </a:lnTo>
                    <a:lnTo>
                      <a:pt x="997" y="126"/>
                    </a:lnTo>
                    <a:lnTo>
                      <a:pt x="999" y="126"/>
                    </a:lnTo>
                    <a:lnTo>
                      <a:pt x="1000" y="125"/>
                    </a:lnTo>
                    <a:lnTo>
                      <a:pt x="1001" y="124"/>
                    </a:lnTo>
                    <a:lnTo>
                      <a:pt x="1003" y="123"/>
                    </a:lnTo>
                    <a:lnTo>
                      <a:pt x="1004" y="123"/>
                    </a:lnTo>
                    <a:lnTo>
                      <a:pt x="1005" y="122"/>
                    </a:lnTo>
                    <a:lnTo>
                      <a:pt x="1007" y="122"/>
                    </a:lnTo>
                    <a:lnTo>
                      <a:pt x="1008" y="122"/>
                    </a:lnTo>
                    <a:lnTo>
                      <a:pt x="1009" y="122"/>
                    </a:lnTo>
                    <a:lnTo>
                      <a:pt x="1011" y="122"/>
                    </a:lnTo>
                    <a:lnTo>
                      <a:pt x="1012" y="121"/>
                    </a:lnTo>
                    <a:lnTo>
                      <a:pt x="1014" y="120"/>
                    </a:lnTo>
                    <a:lnTo>
                      <a:pt x="1015" y="120"/>
                    </a:lnTo>
                    <a:lnTo>
                      <a:pt x="1016" y="119"/>
                    </a:lnTo>
                    <a:lnTo>
                      <a:pt x="1018" y="118"/>
                    </a:lnTo>
                    <a:lnTo>
                      <a:pt x="1019" y="117"/>
                    </a:lnTo>
                    <a:lnTo>
                      <a:pt x="1020" y="116"/>
                    </a:lnTo>
                    <a:lnTo>
                      <a:pt x="1022" y="115"/>
                    </a:lnTo>
                    <a:lnTo>
                      <a:pt x="1023" y="114"/>
                    </a:lnTo>
                    <a:lnTo>
                      <a:pt x="1024" y="114"/>
                    </a:lnTo>
                    <a:lnTo>
                      <a:pt x="1026" y="113"/>
                    </a:lnTo>
                    <a:lnTo>
                      <a:pt x="1027" y="113"/>
                    </a:lnTo>
                    <a:lnTo>
                      <a:pt x="1029" y="113"/>
                    </a:lnTo>
                    <a:lnTo>
                      <a:pt x="1030" y="113"/>
                    </a:lnTo>
                    <a:lnTo>
                      <a:pt x="1031" y="112"/>
                    </a:lnTo>
                    <a:lnTo>
                      <a:pt x="1033" y="112"/>
                    </a:lnTo>
                    <a:lnTo>
                      <a:pt x="1034" y="112"/>
                    </a:lnTo>
                    <a:lnTo>
                      <a:pt x="1035" y="112"/>
                    </a:lnTo>
                    <a:lnTo>
                      <a:pt x="1037" y="111"/>
                    </a:lnTo>
                    <a:lnTo>
                      <a:pt x="1038" y="111"/>
                    </a:lnTo>
                    <a:lnTo>
                      <a:pt x="1039" y="110"/>
                    </a:lnTo>
                    <a:lnTo>
                      <a:pt x="1041" y="110"/>
                    </a:lnTo>
                    <a:lnTo>
                      <a:pt x="1042" y="110"/>
                    </a:lnTo>
                    <a:lnTo>
                      <a:pt x="1043" y="109"/>
                    </a:lnTo>
                    <a:lnTo>
                      <a:pt x="1045" y="108"/>
                    </a:lnTo>
                    <a:lnTo>
                      <a:pt x="1046" y="108"/>
                    </a:lnTo>
                    <a:lnTo>
                      <a:pt x="1048" y="108"/>
                    </a:lnTo>
                    <a:lnTo>
                      <a:pt x="1049" y="108"/>
                    </a:lnTo>
                    <a:lnTo>
                      <a:pt x="1050" y="108"/>
                    </a:lnTo>
                    <a:lnTo>
                      <a:pt x="1052" y="108"/>
                    </a:lnTo>
                    <a:lnTo>
                      <a:pt x="1053" y="108"/>
                    </a:lnTo>
                    <a:lnTo>
                      <a:pt x="1054" y="108"/>
                    </a:lnTo>
                    <a:lnTo>
                      <a:pt x="1056" y="108"/>
                    </a:lnTo>
                    <a:lnTo>
                      <a:pt x="1057" y="108"/>
                    </a:lnTo>
                    <a:lnTo>
                      <a:pt x="1058" y="108"/>
                    </a:lnTo>
                    <a:lnTo>
                      <a:pt x="1060" y="108"/>
                    </a:lnTo>
                    <a:lnTo>
                      <a:pt x="1061" y="108"/>
                    </a:lnTo>
                    <a:lnTo>
                      <a:pt x="1063" y="108"/>
                    </a:lnTo>
                    <a:lnTo>
                      <a:pt x="1064" y="108"/>
                    </a:lnTo>
                    <a:lnTo>
                      <a:pt x="1065" y="109"/>
                    </a:lnTo>
                    <a:lnTo>
                      <a:pt x="1067" y="109"/>
                    </a:lnTo>
                    <a:lnTo>
                      <a:pt x="1068" y="109"/>
                    </a:lnTo>
                    <a:lnTo>
                      <a:pt x="1069" y="109"/>
                    </a:lnTo>
                    <a:lnTo>
                      <a:pt x="1071" y="109"/>
                    </a:lnTo>
                    <a:lnTo>
                      <a:pt x="1072" y="108"/>
                    </a:lnTo>
                    <a:lnTo>
                      <a:pt x="1073" y="108"/>
                    </a:lnTo>
                    <a:lnTo>
                      <a:pt x="1075" y="107"/>
                    </a:lnTo>
                    <a:lnTo>
                      <a:pt x="1076" y="107"/>
                    </a:lnTo>
                    <a:lnTo>
                      <a:pt x="1077" y="106"/>
                    </a:lnTo>
                    <a:lnTo>
                      <a:pt x="1079" y="106"/>
                    </a:lnTo>
                    <a:lnTo>
                      <a:pt x="1080" y="106"/>
                    </a:lnTo>
                    <a:lnTo>
                      <a:pt x="1082" y="106"/>
                    </a:lnTo>
                    <a:lnTo>
                      <a:pt x="1083" y="105"/>
                    </a:lnTo>
                    <a:lnTo>
                      <a:pt x="1084" y="105"/>
                    </a:lnTo>
                    <a:lnTo>
                      <a:pt x="1086" y="106"/>
                    </a:lnTo>
                    <a:lnTo>
                      <a:pt x="1087" y="106"/>
                    </a:lnTo>
                    <a:lnTo>
                      <a:pt x="1088" y="106"/>
                    </a:lnTo>
                    <a:lnTo>
                      <a:pt x="1090" y="106"/>
                    </a:lnTo>
                    <a:lnTo>
                      <a:pt x="1091" y="106"/>
                    </a:lnTo>
                    <a:lnTo>
                      <a:pt x="1092" y="107"/>
                    </a:lnTo>
                    <a:lnTo>
                      <a:pt x="1094" y="107"/>
                    </a:lnTo>
                    <a:lnTo>
                      <a:pt x="1095" y="107"/>
                    </a:lnTo>
                    <a:lnTo>
                      <a:pt x="1097" y="107"/>
                    </a:lnTo>
                    <a:lnTo>
                      <a:pt x="1098" y="106"/>
                    </a:lnTo>
                    <a:lnTo>
                      <a:pt x="1099" y="106"/>
                    </a:lnTo>
                    <a:lnTo>
                      <a:pt x="1101" y="106"/>
                    </a:lnTo>
                    <a:lnTo>
                      <a:pt x="1102" y="106"/>
                    </a:lnTo>
                    <a:lnTo>
                      <a:pt x="1103" y="105"/>
                    </a:lnTo>
                    <a:lnTo>
                      <a:pt x="1105" y="104"/>
                    </a:lnTo>
                    <a:lnTo>
                      <a:pt x="1106" y="104"/>
                    </a:lnTo>
                    <a:lnTo>
                      <a:pt x="1107" y="104"/>
                    </a:lnTo>
                    <a:lnTo>
                      <a:pt x="1109" y="104"/>
                    </a:lnTo>
                    <a:lnTo>
                      <a:pt x="1110" y="104"/>
                    </a:lnTo>
                    <a:lnTo>
                      <a:pt x="1111" y="103"/>
                    </a:lnTo>
                    <a:lnTo>
                      <a:pt x="1113" y="103"/>
                    </a:lnTo>
                    <a:lnTo>
                      <a:pt x="1114" y="103"/>
                    </a:lnTo>
                    <a:lnTo>
                      <a:pt x="1116" y="102"/>
                    </a:lnTo>
                    <a:lnTo>
                      <a:pt x="1117" y="102"/>
                    </a:lnTo>
                    <a:lnTo>
                      <a:pt x="1118" y="101"/>
                    </a:lnTo>
                    <a:lnTo>
                      <a:pt x="1120" y="101"/>
                    </a:lnTo>
                    <a:lnTo>
                      <a:pt x="1121" y="100"/>
                    </a:lnTo>
                    <a:lnTo>
                      <a:pt x="1122" y="101"/>
                    </a:lnTo>
                    <a:lnTo>
                      <a:pt x="1124" y="101"/>
                    </a:lnTo>
                    <a:lnTo>
                      <a:pt x="1125" y="102"/>
                    </a:lnTo>
                    <a:lnTo>
                      <a:pt x="1126" y="102"/>
                    </a:lnTo>
                    <a:lnTo>
                      <a:pt x="1128" y="103"/>
                    </a:lnTo>
                    <a:lnTo>
                      <a:pt x="1129" y="102"/>
                    </a:lnTo>
                    <a:lnTo>
                      <a:pt x="1131" y="103"/>
                    </a:lnTo>
                    <a:lnTo>
                      <a:pt x="1132" y="103"/>
                    </a:lnTo>
                    <a:lnTo>
                      <a:pt x="1133" y="103"/>
                    </a:lnTo>
                    <a:lnTo>
                      <a:pt x="1135" y="102"/>
                    </a:lnTo>
                    <a:lnTo>
                      <a:pt x="1136" y="102"/>
                    </a:lnTo>
                    <a:lnTo>
                      <a:pt x="1137" y="102"/>
                    </a:lnTo>
                    <a:lnTo>
                      <a:pt x="1139" y="102"/>
                    </a:lnTo>
                    <a:lnTo>
                      <a:pt x="1140" y="101"/>
                    </a:lnTo>
                    <a:lnTo>
                      <a:pt x="1141" y="101"/>
                    </a:lnTo>
                    <a:lnTo>
                      <a:pt x="1143" y="99"/>
                    </a:lnTo>
                    <a:lnTo>
                      <a:pt x="1144" y="99"/>
                    </a:lnTo>
                    <a:lnTo>
                      <a:pt x="1145" y="99"/>
                    </a:lnTo>
                    <a:lnTo>
                      <a:pt x="1147" y="98"/>
                    </a:lnTo>
                    <a:lnTo>
                      <a:pt x="1148" y="97"/>
                    </a:lnTo>
                    <a:lnTo>
                      <a:pt x="1150" y="98"/>
                    </a:lnTo>
                    <a:lnTo>
                      <a:pt x="1151" y="98"/>
                    </a:lnTo>
                    <a:lnTo>
                      <a:pt x="1152" y="98"/>
                    </a:lnTo>
                    <a:lnTo>
                      <a:pt x="1154" y="99"/>
                    </a:lnTo>
                    <a:lnTo>
                      <a:pt x="1155" y="98"/>
                    </a:lnTo>
                    <a:lnTo>
                      <a:pt x="1156" y="98"/>
                    </a:lnTo>
                    <a:lnTo>
                      <a:pt x="1158" y="98"/>
                    </a:lnTo>
                    <a:lnTo>
                      <a:pt x="1159" y="97"/>
                    </a:lnTo>
                    <a:lnTo>
                      <a:pt x="1160" y="96"/>
                    </a:lnTo>
                    <a:lnTo>
                      <a:pt x="1162" y="96"/>
                    </a:lnTo>
                    <a:lnTo>
                      <a:pt x="1163" y="96"/>
                    </a:lnTo>
                    <a:lnTo>
                      <a:pt x="1165" y="97"/>
                    </a:lnTo>
                    <a:lnTo>
                      <a:pt x="1166" y="97"/>
                    </a:lnTo>
                    <a:lnTo>
                      <a:pt x="1167" y="97"/>
                    </a:lnTo>
                    <a:lnTo>
                      <a:pt x="1169" y="97"/>
                    </a:lnTo>
                    <a:lnTo>
                      <a:pt x="1170" y="97"/>
                    </a:lnTo>
                    <a:lnTo>
                      <a:pt x="1171" y="97"/>
                    </a:lnTo>
                    <a:lnTo>
                      <a:pt x="1173" y="97"/>
                    </a:lnTo>
                    <a:lnTo>
                      <a:pt x="1174" y="96"/>
                    </a:lnTo>
                    <a:lnTo>
                      <a:pt x="1175" y="95"/>
                    </a:lnTo>
                    <a:lnTo>
                      <a:pt x="1177" y="95"/>
                    </a:lnTo>
                    <a:lnTo>
                      <a:pt x="1178" y="95"/>
                    </a:lnTo>
                    <a:lnTo>
                      <a:pt x="1179" y="95"/>
                    </a:lnTo>
                    <a:lnTo>
                      <a:pt x="1181" y="95"/>
                    </a:lnTo>
                    <a:lnTo>
                      <a:pt x="1182" y="95"/>
                    </a:lnTo>
                    <a:lnTo>
                      <a:pt x="1184" y="94"/>
                    </a:lnTo>
                    <a:lnTo>
                      <a:pt x="1185" y="94"/>
                    </a:lnTo>
                    <a:lnTo>
                      <a:pt x="1186" y="94"/>
                    </a:lnTo>
                    <a:lnTo>
                      <a:pt x="1188" y="93"/>
                    </a:lnTo>
                    <a:lnTo>
                      <a:pt x="1189" y="93"/>
                    </a:lnTo>
                    <a:lnTo>
                      <a:pt x="1190" y="93"/>
                    </a:lnTo>
                    <a:lnTo>
                      <a:pt x="1192" y="94"/>
                    </a:lnTo>
                    <a:lnTo>
                      <a:pt x="1193" y="94"/>
                    </a:lnTo>
                    <a:lnTo>
                      <a:pt x="1194" y="94"/>
                    </a:lnTo>
                    <a:lnTo>
                      <a:pt x="1196" y="94"/>
                    </a:lnTo>
                    <a:lnTo>
                      <a:pt x="1197" y="94"/>
                    </a:lnTo>
                    <a:lnTo>
                      <a:pt x="1199" y="94"/>
                    </a:lnTo>
                    <a:lnTo>
                      <a:pt x="1200" y="95"/>
                    </a:lnTo>
                    <a:lnTo>
                      <a:pt x="1201" y="94"/>
                    </a:lnTo>
                    <a:lnTo>
                      <a:pt x="1203" y="93"/>
                    </a:lnTo>
                    <a:lnTo>
                      <a:pt x="1204" y="92"/>
                    </a:lnTo>
                    <a:lnTo>
                      <a:pt x="1205" y="92"/>
                    </a:lnTo>
                    <a:lnTo>
                      <a:pt x="1207" y="92"/>
                    </a:lnTo>
                    <a:lnTo>
                      <a:pt x="1208" y="92"/>
                    </a:lnTo>
                    <a:lnTo>
                      <a:pt x="1209" y="92"/>
                    </a:lnTo>
                    <a:lnTo>
                      <a:pt x="1211" y="91"/>
                    </a:lnTo>
                    <a:lnTo>
                      <a:pt x="1212" y="92"/>
                    </a:lnTo>
                    <a:lnTo>
                      <a:pt x="1213" y="92"/>
                    </a:lnTo>
                    <a:lnTo>
                      <a:pt x="1215" y="92"/>
                    </a:lnTo>
                    <a:lnTo>
                      <a:pt x="1216" y="91"/>
                    </a:lnTo>
                    <a:lnTo>
                      <a:pt x="1218" y="91"/>
                    </a:lnTo>
                    <a:lnTo>
                      <a:pt x="1219" y="90"/>
                    </a:lnTo>
                    <a:lnTo>
                      <a:pt x="1220" y="89"/>
                    </a:lnTo>
                    <a:lnTo>
                      <a:pt x="1222" y="89"/>
                    </a:lnTo>
                    <a:lnTo>
                      <a:pt x="1223" y="88"/>
                    </a:lnTo>
                    <a:lnTo>
                      <a:pt x="1224" y="88"/>
                    </a:lnTo>
                    <a:lnTo>
                      <a:pt x="1226" y="88"/>
                    </a:lnTo>
                    <a:lnTo>
                      <a:pt x="1227" y="88"/>
                    </a:lnTo>
                    <a:lnTo>
                      <a:pt x="1228" y="88"/>
                    </a:lnTo>
                    <a:lnTo>
                      <a:pt x="1230" y="88"/>
                    </a:lnTo>
                    <a:lnTo>
                      <a:pt x="1231" y="88"/>
                    </a:lnTo>
                    <a:lnTo>
                      <a:pt x="1233" y="88"/>
                    </a:lnTo>
                    <a:lnTo>
                      <a:pt x="1234" y="88"/>
                    </a:lnTo>
                    <a:lnTo>
                      <a:pt x="1235" y="86"/>
                    </a:lnTo>
                    <a:lnTo>
                      <a:pt x="1237" y="85"/>
                    </a:lnTo>
                    <a:lnTo>
                      <a:pt x="1238" y="84"/>
                    </a:lnTo>
                    <a:lnTo>
                      <a:pt x="1239" y="83"/>
                    </a:lnTo>
                    <a:lnTo>
                      <a:pt x="1241" y="83"/>
                    </a:lnTo>
                    <a:lnTo>
                      <a:pt x="1242" y="82"/>
                    </a:lnTo>
                    <a:lnTo>
                      <a:pt x="1243" y="82"/>
                    </a:lnTo>
                    <a:lnTo>
                      <a:pt x="1245" y="82"/>
                    </a:lnTo>
                    <a:lnTo>
                      <a:pt x="1246" y="83"/>
                    </a:lnTo>
                    <a:lnTo>
                      <a:pt x="1247" y="83"/>
                    </a:lnTo>
                    <a:lnTo>
                      <a:pt x="1249" y="83"/>
                    </a:lnTo>
                    <a:lnTo>
                      <a:pt x="1250" y="84"/>
                    </a:lnTo>
                    <a:lnTo>
                      <a:pt x="1252" y="84"/>
                    </a:lnTo>
                    <a:lnTo>
                      <a:pt x="1253" y="84"/>
                    </a:lnTo>
                    <a:lnTo>
                      <a:pt x="1254" y="84"/>
                    </a:lnTo>
                    <a:lnTo>
                      <a:pt x="1256" y="84"/>
                    </a:lnTo>
                    <a:lnTo>
                      <a:pt x="1257" y="83"/>
                    </a:lnTo>
                    <a:lnTo>
                      <a:pt x="1258" y="82"/>
                    </a:lnTo>
                    <a:lnTo>
                      <a:pt x="1260" y="83"/>
                    </a:lnTo>
                    <a:lnTo>
                      <a:pt x="1261" y="82"/>
                    </a:lnTo>
                    <a:lnTo>
                      <a:pt x="1262" y="82"/>
                    </a:lnTo>
                    <a:lnTo>
                      <a:pt x="1264" y="82"/>
                    </a:lnTo>
                    <a:lnTo>
                      <a:pt x="1265" y="81"/>
                    </a:lnTo>
                    <a:lnTo>
                      <a:pt x="1267" y="81"/>
                    </a:lnTo>
                    <a:lnTo>
                      <a:pt x="1268" y="81"/>
                    </a:lnTo>
                    <a:lnTo>
                      <a:pt x="1269" y="81"/>
                    </a:lnTo>
                    <a:lnTo>
                      <a:pt x="1271" y="80"/>
                    </a:lnTo>
                    <a:lnTo>
                      <a:pt x="1272" y="80"/>
                    </a:lnTo>
                    <a:lnTo>
                      <a:pt x="1273" y="80"/>
                    </a:lnTo>
                    <a:lnTo>
                      <a:pt x="1275" y="80"/>
                    </a:lnTo>
                    <a:lnTo>
                      <a:pt x="1276" y="80"/>
                    </a:lnTo>
                    <a:lnTo>
                      <a:pt x="1277" y="81"/>
                    </a:lnTo>
                    <a:lnTo>
                      <a:pt x="1279" y="80"/>
                    </a:lnTo>
                    <a:lnTo>
                      <a:pt x="1280" y="81"/>
                    </a:lnTo>
                    <a:lnTo>
                      <a:pt x="1281" y="80"/>
                    </a:lnTo>
                    <a:lnTo>
                      <a:pt x="1283" y="80"/>
                    </a:lnTo>
                    <a:lnTo>
                      <a:pt x="1284" y="80"/>
                    </a:lnTo>
                    <a:lnTo>
                      <a:pt x="1286" y="80"/>
                    </a:lnTo>
                    <a:lnTo>
                      <a:pt x="1287" y="79"/>
                    </a:lnTo>
                    <a:lnTo>
                      <a:pt x="1288" y="80"/>
                    </a:lnTo>
                    <a:lnTo>
                      <a:pt x="1290" y="80"/>
                    </a:lnTo>
                    <a:lnTo>
                      <a:pt x="1291" y="79"/>
                    </a:lnTo>
                    <a:lnTo>
                      <a:pt x="1292" y="78"/>
                    </a:lnTo>
                    <a:lnTo>
                      <a:pt x="1294" y="79"/>
                    </a:lnTo>
                    <a:lnTo>
                      <a:pt x="1295" y="79"/>
                    </a:lnTo>
                    <a:lnTo>
                      <a:pt x="1296" y="79"/>
                    </a:lnTo>
                    <a:lnTo>
                      <a:pt x="1298" y="78"/>
                    </a:lnTo>
                    <a:lnTo>
                      <a:pt x="1299" y="77"/>
                    </a:lnTo>
                    <a:lnTo>
                      <a:pt x="1301" y="77"/>
                    </a:lnTo>
                    <a:lnTo>
                      <a:pt x="1302" y="77"/>
                    </a:lnTo>
                    <a:lnTo>
                      <a:pt x="1303" y="77"/>
                    </a:lnTo>
                    <a:lnTo>
                      <a:pt x="1305" y="76"/>
                    </a:lnTo>
                    <a:lnTo>
                      <a:pt x="1306" y="77"/>
                    </a:lnTo>
                    <a:lnTo>
                      <a:pt x="1307" y="77"/>
                    </a:lnTo>
                    <a:lnTo>
                      <a:pt x="1309" y="76"/>
                    </a:lnTo>
                    <a:lnTo>
                      <a:pt x="1310" y="77"/>
                    </a:lnTo>
                    <a:lnTo>
                      <a:pt x="1311" y="77"/>
                    </a:lnTo>
                    <a:lnTo>
                      <a:pt x="1313" y="76"/>
                    </a:lnTo>
                    <a:lnTo>
                      <a:pt x="1314" y="76"/>
                    </a:lnTo>
                    <a:lnTo>
                      <a:pt x="1315" y="76"/>
                    </a:lnTo>
                    <a:lnTo>
                      <a:pt x="1317" y="76"/>
                    </a:lnTo>
                    <a:lnTo>
                      <a:pt x="1318" y="76"/>
                    </a:lnTo>
                    <a:lnTo>
                      <a:pt x="1320" y="76"/>
                    </a:lnTo>
                    <a:lnTo>
                      <a:pt x="1321" y="76"/>
                    </a:lnTo>
                    <a:lnTo>
                      <a:pt x="1322" y="76"/>
                    </a:lnTo>
                    <a:lnTo>
                      <a:pt x="1324" y="76"/>
                    </a:lnTo>
                    <a:lnTo>
                      <a:pt x="1325" y="76"/>
                    </a:lnTo>
                    <a:lnTo>
                      <a:pt x="1326" y="76"/>
                    </a:lnTo>
                    <a:lnTo>
                      <a:pt x="1328" y="76"/>
                    </a:lnTo>
                    <a:lnTo>
                      <a:pt x="1329" y="76"/>
                    </a:lnTo>
                    <a:lnTo>
                      <a:pt x="1330" y="76"/>
                    </a:lnTo>
                    <a:lnTo>
                      <a:pt x="1332" y="76"/>
                    </a:lnTo>
                    <a:lnTo>
                      <a:pt x="1333" y="76"/>
                    </a:lnTo>
                    <a:lnTo>
                      <a:pt x="1335" y="76"/>
                    </a:lnTo>
                    <a:lnTo>
                      <a:pt x="1336" y="75"/>
                    </a:lnTo>
                    <a:lnTo>
                      <a:pt x="1337" y="75"/>
                    </a:lnTo>
                    <a:lnTo>
                      <a:pt x="1339" y="76"/>
                    </a:lnTo>
                    <a:lnTo>
                      <a:pt x="1340" y="76"/>
                    </a:lnTo>
                    <a:lnTo>
                      <a:pt x="1341" y="77"/>
                    </a:lnTo>
                    <a:lnTo>
                      <a:pt x="1343" y="77"/>
                    </a:lnTo>
                    <a:lnTo>
                      <a:pt x="1344" y="76"/>
                    </a:lnTo>
                    <a:lnTo>
                      <a:pt x="1345" y="77"/>
                    </a:lnTo>
                    <a:lnTo>
                      <a:pt x="1347" y="77"/>
                    </a:lnTo>
                    <a:lnTo>
                      <a:pt x="1348" y="76"/>
                    </a:lnTo>
                    <a:lnTo>
                      <a:pt x="1349" y="75"/>
                    </a:lnTo>
                    <a:lnTo>
                      <a:pt x="1351" y="75"/>
                    </a:lnTo>
                    <a:lnTo>
                      <a:pt x="1352" y="74"/>
                    </a:lnTo>
                    <a:lnTo>
                      <a:pt x="1354" y="74"/>
                    </a:lnTo>
                    <a:lnTo>
                      <a:pt x="1355" y="74"/>
                    </a:lnTo>
                    <a:lnTo>
                      <a:pt x="1356" y="74"/>
                    </a:lnTo>
                    <a:lnTo>
                      <a:pt x="1358" y="73"/>
                    </a:lnTo>
                    <a:lnTo>
                      <a:pt x="1359" y="73"/>
                    </a:lnTo>
                    <a:lnTo>
                      <a:pt x="1360" y="72"/>
                    </a:lnTo>
                    <a:lnTo>
                      <a:pt x="1362" y="72"/>
                    </a:lnTo>
                    <a:lnTo>
                      <a:pt x="1363" y="70"/>
                    </a:lnTo>
                    <a:lnTo>
                      <a:pt x="1364" y="69"/>
                    </a:lnTo>
                    <a:lnTo>
                      <a:pt x="1366" y="68"/>
                    </a:lnTo>
                    <a:lnTo>
                      <a:pt x="1367" y="68"/>
                    </a:lnTo>
                    <a:lnTo>
                      <a:pt x="1369" y="68"/>
                    </a:lnTo>
                    <a:lnTo>
                      <a:pt x="1370" y="68"/>
                    </a:lnTo>
                    <a:lnTo>
                      <a:pt x="1371" y="68"/>
                    </a:lnTo>
                    <a:lnTo>
                      <a:pt x="1373" y="68"/>
                    </a:lnTo>
                    <a:lnTo>
                      <a:pt x="1374" y="68"/>
                    </a:lnTo>
                    <a:lnTo>
                      <a:pt x="1375" y="67"/>
                    </a:lnTo>
                    <a:lnTo>
                      <a:pt x="1377" y="68"/>
                    </a:lnTo>
                    <a:lnTo>
                      <a:pt x="1378" y="68"/>
                    </a:lnTo>
                    <a:lnTo>
                      <a:pt x="1379" y="69"/>
                    </a:lnTo>
                    <a:lnTo>
                      <a:pt x="1381" y="68"/>
                    </a:lnTo>
                    <a:lnTo>
                      <a:pt x="1382" y="68"/>
                    </a:lnTo>
                    <a:lnTo>
                      <a:pt x="1383" y="69"/>
                    </a:lnTo>
                    <a:lnTo>
                      <a:pt x="1385" y="70"/>
                    </a:lnTo>
                    <a:lnTo>
                      <a:pt x="1386" y="69"/>
                    </a:lnTo>
                    <a:lnTo>
                      <a:pt x="1388" y="69"/>
                    </a:lnTo>
                    <a:lnTo>
                      <a:pt x="1389" y="69"/>
                    </a:lnTo>
                    <a:lnTo>
                      <a:pt x="1390" y="69"/>
                    </a:lnTo>
                    <a:lnTo>
                      <a:pt x="1392" y="70"/>
                    </a:lnTo>
                    <a:lnTo>
                      <a:pt x="1393" y="70"/>
                    </a:lnTo>
                    <a:lnTo>
                      <a:pt x="1394" y="69"/>
                    </a:lnTo>
                    <a:lnTo>
                      <a:pt x="1396" y="68"/>
                    </a:lnTo>
                    <a:lnTo>
                      <a:pt x="1397" y="68"/>
                    </a:lnTo>
                    <a:lnTo>
                      <a:pt x="1398" y="67"/>
                    </a:lnTo>
                    <a:lnTo>
                      <a:pt x="1400" y="67"/>
                    </a:lnTo>
                    <a:lnTo>
                      <a:pt x="1401" y="66"/>
                    </a:lnTo>
                    <a:lnTo>
                      <a:pt x="1403" y="64"/>
                    </a:lnTo>
                    <a:lnTo>
                      <a:pt x="1404" y="63"/>
                    </a:lnTo>
                    <a:lnTo>
                      <a:pt x="1405" y="63"/>
                    </a:lnTo>
                    <a:lnTo>
                      <a:pt x="1407" y="63"/>
                    </a:lnTo>
                    <a:lnTo>
                      <a:pt x="1408" y="63"/>
                    </a:lnTo>
                    <a:lnTo>
                      <a:pt x="1409" y="64"/>
                    </a:lnTo>
                    <a:lnTo>
                      <a:pt x="1411" y="62"/>
                    </a:lnTo>
                    <a:lnTo>
                      <a:pt x="1412" y="62"/>
                    </a:lnTo>
                    <a:lnTo>
                      <a:pt x="1413" y="63"/>
                    </a:lnTo>
                    <a:lnTo>
                      <a:pt x="1415" y="64"/>
                    </a:lnTo>
                    <a:lnTo>
                      <a:pt x="1416" y="64"/>
                    </a:lnTo>
                    <a:lnTo>
                      <a:pt x="1417" y="64"/>
                    </a:lnTo>
                    <a:lnTo>
                      <a:pt x="1419" y="64"/>
                    </a:lnTo>
                    <a:lnTo>
                      <a:pt x="1420" y="63"/>
                    </a:lnTo>
                    <a:lnTo>
                      <a:pt x="1422" y="64"/>
                    </a:lnTo>
                    <a:lnTo>
                      <a:pt x="1423" y="64"/>
                    </a:lnTo>
                    <a:lnTo>
                      <a:pt x="1424" y="64"/>
                    </a:lnTo>
                    <a:lnTo>
                      <a:pt x="1426" y="63"/>
                    </a:lnTo>
                    <a:lnTo>
                      <a:pt x="1427" y="63"/>
                    </a:lnTo>
                    <a:lnTo>
                      <a:pt x="1428" y="63"/>
                    </a:lnTo>
                    <a:lnTo>
                      <a:pt x="1430" y="63"/>
                    </a:lnTo>
                    <a:lnTo>
                      <a:pt x="1431" y="62"/>
                    </a:lnTo>
                    <a:lnTo>
                      <a:pt x="1432" y="61"/>
                    </a:lnTo>
                    <a:lnTo>
                      <a:pt x="1434" y="61"/>
                    </a:lnTo>
                    <a:lnTo>
                      <a:pt x="1435" y="60"/>
                    </a:lnTo>
                    <a:lnTo>
                      <a:pt x="1437" y="60"/>
                    </a:lnTo>
                    <a:lnTo>
                      <a:pt x="1438" y="60"/>
                    </a:lnTo>
                    <a:lnTo>
                      <a:pt x="1439" y="59"/>
                    </a:lnTo>
                    <a:lnTo>
                      <a:pt x="1441" y="58"/>
                    </a:lnTo>
                    <a:lnTo>
                      <a:pt x="1442" y="57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 flipH="1" rot="10800000">
                <a:off x="1077913" y="1479551"/>
                <a:ext cx="3810000" cy="1385888"/>
              </a:xfrm>
              <a:custGeom>
                <a:rect b="b" l="l" r="r" t="t"/>
                <a:pathLst>
                  <a:path extrusionOk="0" h="629" w="1442">
                    <a:moveTo>
                      <a:pt x="0" y="11"/>
                    </a:moveTo>
                    <a:lnTo>
                      <a:pt x="2" y="2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9" y="3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4"/>
                    </a:lnTo>
                    <a:lnTo>
                      <a:pt x="14" y="4"/>
                    </a:lnTo>
                    <a:lnTo>
                      <a:pt x="15" y="3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9" y="2"/>
                    </a:lnTo>
                    <a:lnTo>
                      <a:pt x="21" y="3"/>
                    </a:lnTo>
                    <a:lnTo>
                      <a:pt x="22" y="3"/>
                    </a:lnTo>
                    <a:lnTo>
                      <a:pt x="23" y="2"/>
                    </a:lnTo>
                    <a:lnTo>
                      <a:pt x="25" y="2"/>
                    </a:lnTo>
                    <a:lnTo>
                      <a:pt x="26" y="4"/>
                    </a:lnTo>
                    <a:lnTo>
                      <a:pt x="28" y="3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6" y="2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40" y="5"/>
                    </a:lnTo>
                    <a:lnTo>
                      <a:pt x="41" y="5"/>
                    </a:lnTo>
                    <a:lnTo>
                      <a:pt x="43" y="4"/>
                    </a:lnTo>
                    <a:lnTo>
                      <a:pt x="44" y="5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8" y="4"/>
                    </a:lnTo>
                    <a:lnTo>
                      <a:pt x="49" y="4"/>
                    </a:lnTo>
                    <a:lnTo>
                      <a:pt x="51" y="4"/>
                    </a:lnTo>
                    <a:lnTo>
                      <a:pt x="52" y="3"/>
                    </a:lnTo>
                    <a:lnTo>
                      <a:pt x="53" y="3"/>
                    </a:lnTo>
                    <a:lnTo>
                      <a:pt x="55" y="2"/>
                    </a:lnTo>
                    <a:lnTo>
                      <a:pt x="56" y="2"/>
                    </a:lnTo>
                    <a:lnTo>
                      <a:pt x="57" y="1"/>
                    </a:lnTo>
                    <a:lnTo>
                      <a:pt x="59" y="2"/>
                    </a:lnTo>
                    <a:lnTo>
                      <a:pt x="60" y="1"/>
                    </a:lnTo>
                    <a:lnTo>
                      <a:pt x="62" y="0"/>
                    </a:lnTo>
                    <a:lnTo>
                      <a:pt x="63" y="1"/>
                    </a:lnTo>
                    <a:lnTo>
                      <a:pt x="64" y="2"/>
                    </a:lnTo>
                    <a:lnTo>
                      <a:pt x="66" y="2"/>
                    </a:lnTo>
                    <a:lnTo>
                      <a:pt x="67" y="2"/>
                    </a:lnTo>
                    <a:lnTo>
                      <a:pt x="68" y="2"/>
                    </a:lnTo>
                    <a:lnTo>
                      <a:pt x="70" y="2"/>
                    </a:lnTo>
                    <a:lnTo>
                      <a:pt x="71" y="3"/>
                    </a:lnTo>
                    <a:lnTo>
                      <a:pt x="72" y="3"/>
                    </a:lnTo>
                    <a:lnTo>
                      <a:pt x="74" y="3"/>
                    </a:lnTo>
                    <a:lnTo>
                      <a:pt x="75" y="5"/>
                    </a:lnTo>
                    <a:lnTo>
                      <a:pt x="77" y="4"/>
                    </a:lnTo>
                    <a:lnTo>
                      <a:pt x="78" y="5"/>
                    </a:lnTo>
                    <a:lnTo>
                      <a:pt x="79" y="5"/>
                    </a:lnTo>
                    <a:lnTo>
                      <a:pt x="81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9" y="3"/>
                    </a:lnTo>
                    <a:lnTo>
                      <a:pt x="90" y="3"/>
                    </a:lnTo>
                    <a:lnTo>
                      <a:pt x="91" y="3"/>
                    </a:lnTo>
                    <a:lnTo>
                      <a:pt x="93" y="3"/>
                    </a:lnTo>
                    <a:lnTo>
                      <a:pt x="94" y="3"/>
                    </a:lnTo>
                    <a:lnTo>
                      <a:pt x="96" y="3"/>
                    </a:lnTo>
                    <a:lnTo>
                      <a:pt x="97" y="3"/>
                    </a:lnTo>
                    <a:lnTo>
                      <a:pt x="98" y="2"/>
                    </a:lnTo>
                    <a:lnTo>
                      <a:pt x="100" y="3"/>
                    </a:lnTo>
                    <a:lnTo>
                      <a:pt x="101" y="4"/>
                    </a:lnTo>
                    <a:lnTo>
                      <a:pt x="102" y="4"/>
                    </a:lnTo>
                    <a:lnTo>
                      <a:pt x="104" y="5"/>
                    </a:lnTo>
                    <a:lnTo>
                      <a:pt x="105" y="5"/>
                    </a:lnTo>
                    <a:lnTo>
                      <a:pt x="106" y="5"/>
                    </a:lnTo>
                    <a:lnTo>
                      <a:pt x="108" y="5"/>
                    </a:lnTo>
                    <a:lnTo>
                      <a:pt x="109" y="5"/>
                    </a:lnTo>
                    <a:lnTo>
                      <a:pt x="111" y="3"/>
                    </a:lnTo>
                    <a:lnTo>
                      <a:pt x="112" y="3"/>
                    </a:lnTo>
                    <a:lnTo>
                      <a:pt x="113" y="3"/>
                    </a:lnTo>
                    <a:lnTo>
                      <a:pt x="115" y="4"/>
                    </a:lnTo>
                    <a:lnTo>
                      <a:pt x="116" y="4"/>
                    </a:lnTo>
                    <a:lnTo>
                      <a:pt x="117" y="6"/>
                    </a:lnTo>
                    <a:lnTo>
                      <a:pt x="119" y="348"/>
                    </a:lnTo>
                    <a:lnTo>
                      <a:pt x="120" y="390"/>
                    </a:lnTo>
                    <a:lnTo>
                      <a:pt x="121" y="397"/>
                    </a:lnTo>
                    <a:lnTo>
                      <a:pt x="123" y="403"/>
                    </a:lnTo>
                    <a:lnTo>
                      <a:pt x="124" y="408"/>
                    </a:lnTo>
                    <a:lnTo>
                      <a:pt x="125" y="412"/>
                    </a:lnTo>
                    <a:lnTo>
                      <a:pt x="127" y="414"/>
                    </a:lnTo>
                    <a:lnTo>
                      <a:pt x="128" y="417"/>
                    </a:lnTo>
                    <a:lnTo>
                      <a:pt x="130" y="420"/>
                    </a:lnTo>
                    <a:lnTo>
                      <a:pt x="131" y="423"/>
                    </a:lnTo>
                    <a:lnTo>
                      <a:pt x="132" y="426"/>
                    </a:lnTo>
                    <a:lnTo>
                      <a:pt x="134" y="429"/>
                    </a:lnTo>
                    <a:lnTo>
                      <a:pt x="135" y="432"/>
                    </a:lnTo>
                    <a:lnTo>
                      <a:pt x="136" y="434"/>
                    </a:lnTo>
                    <a:lnTo>
                      <a:pt x="138" y="437"/>
                    </a:lnTo>
                    <a:lnTo>
                      <a:pt x="139" y="439"/>
                    </a:lnTo>
                    <a:lnTo>
                      <a:pt x="140" y="440"/>
                    </a:lnTo>
                    <a:lnTo>
                      <a:pt x="142" y="442"/>
                    </a:lnTo>
                    <a:lnTo>
                      <a:pt x="143" y="445"/>
                    </a:lnTo>
                    <a:lnTo>
                      <a:pt x="145" y="448"/>
                    </a:lnTo>
                    <a:lnTo>
                      <a:pt x="146" y="452"/>
                    </a:lnTo>
                    <a:lnTo>
                      <a:pt x="147" y="454"/>
                    </a:lnTo>
                    <a:lnTo>
                      <a:pt x="149" y="456"/>
                    </a:lnTo>
                    <a:lnTo>
                      <a:pt x="150" y="457"/>
                    </a:lnTo>
                    <a:lnTo>
                      <a:pt x="151" y="458"/>
                    </a:lnTo>
                    <a:lnTo>
                      <a:pt x="153" y="459"/>
                    </a:lnTo>
                    <a:lnTo>
                      <a:pt x="154" y="459"/>
                    </a:lnTo>
                    <a:lnTo>
                      <a:pt x="155" y="461"/>
                    </a:lnTo>
                    <a:lnTo>
                      <a:pt x="157" y="462"/>
                    </a:lnTo>
                    <a:lnTo>
                      <a:pt x="158" y="464"/>
                    </a:lnTo>
                    <a:lnTo>
                      <a:pt x="159" y="466"/>
                    </a:lnTo>
                    <a:lnTo>
                      <a:pt x="161" y="467"/>
                    </a:lnTo>
                    <a:lnTo>
                      <a:pt x="162" y="469"/>
                    </a:lnTo>
                    <a:lnTo>
                      <a:pt x="164" y="470"/>
                    </a:lnTo>
                    <a:lnTo>
                      <a:pt x="165" y="472"/>
                    </a:lnTo>
                    <a:lnTo>
                      <a:pt x="166" y="473"/>
                    </a:lnTo>
                    <a:lnTo>
                      <a:pt x="168" y="473"/>
                    </a:lnTo>
                    <a:lnTo>
                      <a:pt x="169" y="475"/>
                    </a:lnTo>
                    <a:lnTo>
                      <a:pt x="170" y="477"/>
                    </a:lnTo>
                    <a:lnTo>
                      <a:pt x="172" y="478"/>
                    </a:lnTo>
                    <a:lnTo>
                      <a:pt x="173" y="479"/>
                    </a:lnTo>
                    <a:lnTo>
                      <a:pt x="174" y="482"/>
                    </a:lnTo>
                    <a:lnTo>
                      <a:pt x="176" y="483"/>
                    </a:lnTo>
                    <a:lnTo>
                      <a:pt x="177" y="485"/>
                    </a:lnTo>
                    <a:lnTo>
                      <a:pt x="179" y="486"/>
                    </a:lnTo>
                    <a:lnTo>
                      <a:pt x="180" y="489"/>
                    </a:lnTo>
                    <a:lnTo>
                      <a:pt x="181" y="491"/>
                    </a:lnTo>
                    <a:lnTo>
                      <a:pt x="183" y="492"/>
                    </a:lnTo>
                    <a:lnTo>
                      <a:pt x="184" y="494"/>
                    </a:lnTo>
                    <a:lnTo>
                      <a:pt x="185" y="495"/>
                    </a:lnTo>
                    <a:lnTo>
                      <a:pt x="187" y="496"/>
                    </a:lnTo>
                    <a:lnTo>
                      <a:pt x="188" y="497"/>
                    </a:lnTo>
                    <a:lnTo>
                      <a:pt x="189" y="499"/>
                    </a:lnTo>
                    <a:lnTo>
                      <a:pt x="191" y="499"/>
                    </a:lnTo>
                    <a:lnTo>
                      <a:pt x="192" y="501"/>
                    </a:lnTo>
                    <a:lnTo>
                      <a:pt x="193" y="502"/>
                    </a:lnTo>
                    <a:lnTo>
                      <a:pt x="195" y="503"/>
                    </a:lnTo>
                    <a:lnTo>
                      <a:pt x="196" y="505"/>
                    </a:lnTo>
                    <a:lnTo>
                      <a:pt x="198" y="505"/>
                    </a:lnTo>
                    <a:lnTo>
                      <a:pt x="199" y="506"/>
                    </a:lnTo>
                    <a:lnTo>
                      <a:pt x="200" y="507"/>
                    </a:lnTo>
                    <a:lnTo>
                      <a:pt x="202" y="508"/>
                    </a:lnTo>
                    <a:lnTo>
                      <a:pt x="203" y="509"/>
                    </a:lnTo>
                    <a:lnTo>
                      <a:pt x="204" y="510"/>
                    </a:lnTo>
                    <a:lnTo>
                      <a:pt x="206" y="511"/>
                    </a:lnTo>
                    <a:lnTo>
                      <a:pt x="207" y="512"/>
                    </a:lnTo>
                    <a:lnTo>
                      <a:pt x="208" y="513"/>
                    </a:lnTo>
                    <a:lnTo>
                      <a:pt x="210" y="513"/>
                    </a:lnTo>
                    <a:lnTo>
                      <a:pt x="211" y="513"/>
                    </a:lnTo>
                    <a:lnTo>
                      <a:pt x="213" y="514"/>
                    </a:lnTo>
                    <a:lnTo>
                      <a:pt x="214" y="515"/>
                    </a:lnTo>
                    <a:lnTo>
                      <a:pt x="215" y="514"/>
                    </a:lnTo>
                    <a:lnTo>
                      <a:pt x="217" y="515"/>
                    </a:lnTo>
                    <a:lnTo>
                      <a:pt x="218" y="515"/>
                    </a:lnTo>
                    <a:lnTo>
                      <a:pt x="219" y="517"/>
                    </a:lnTo>
                    <a:lnTo>
                      <a:pt x="221" y="517"/>
                    </a:lnTo>
                    <a:lnTo>
                      <a:pt x="222" y="518"/>
                    </a:lnTo>
                    <a:lnTo>
                      <a:pt x="223" y="518"/>
                    </a:lnTo>
                    <a:lnTo>
                      <a:pt x="225" y="518"/>
                    </a:lnTo>
                    <a:lnTo>
                      <a:pt x="226" y="518"/>
                    </a:lnTo>
                    <a:lnTo>
                      <a:pt x="227" y="518"/>
                    </a:lnTo>
                    <a:lnTo>
                      <a:pt x="229" y="519"/>
                    </a:lnTo>
                    <a:lnTo>
                      <a:pt x="230" y="519"/>
                    </a:lnTo>
                    <a:lnTo>
                      <a:pt x="232" y="519"/>
                    </a:lnTo>
                    <a:lnTo>
                      <a:pt x="233" y="519"/>
                    </a:lnTo>
                    <a:lnTo>
                      <a:pt x="234" y="520"/>
                    </a:lnTo>
                    <a:lnTo>
                      <a:pt x="236" y="521"/>
                    </a:lnTo>
                    <a:lnTo>
                      <a:pt x="237" y="522"/>
                    </a:lnTo>
                    <a:lnTo>
                      <a:pt x="238" y="523"/>
                    </a:lnTo>
                    <a:lnTo>
                      <a:pt x="240" y="524"/>
                    </a:lnTo>
                    <a:lnTo>
                      <a:pt x="241" y="525"/>
                    </a:lnTo>
                    <a:lnTo>
                      <a:pt x="242" y="525"/>
                    </a:lnTo>
                    <a:lnTo>
                      <a:pt x="244" y="526"/>
                    </a:lnTo>
                    <a:lnTo>
                      <a:pt x="245" y="526"/>
                    </a:lnTo>
                    <a:lnTo>
                      <a:pt x="247" y="527"/>
                    </a:lnTo>
                    <a:lnTo>
                      <a:pt x="248" y="527"/>
                    </a:lnTo>
                    <a:lnTo>
                      <a:pt x="249" y="527"/>
                    </a:lnTo>
                    <a:lnTo>
                      <a:pt x="251" y="527"/>
                    </a:lnTo>
                    <a:lnTo>
                      <a:pt x="252" y="528"/>
                    </a:lnTo>
                    <a:lnTo>
                      <a:pt x="253" y="528"/>
                    </a:lnTo>
                    <a:lnTo>
                      <a:pt x="255" y="530"/>
                    </a:lnTo>
                    <a:lnTo>
                      <a:pt x="256" y="530"/>
                    </a:lnTo>
                    <a:lnTo>
                      <a:pt x="257" y="530"/>
                    </a:lnTo>
                    <a:lnTo>
                      <a:pt x="259" y="530"/>
                    </a:lnTo>
                    <a:lnTo>
                      <a:pt x="260" y="531"/>
                    </a:lnTo>
                    <a:lnTo>
                      <a:pt x="261" y="531"/>
                    </a:lnTo>
                    <a:lnTo>
                      <a:pt x="263" y="532"/>
                    </a:lnTo>
                    <a:lnTo>
                      <a:pt x="264" y="533"/>
                    </a:lnTo>
                    <a:lnTo>
                      <a:pt x="266" y="533"/>
                    </a:lnTo>
                    <a:lnTo>
                      <a:pt x="267" y="534"/>
                    </a:lnTo>
                    <a:lnTo>
                      <a:pt x="268" y="535"/>
                    </a:lnTo>
                    <a:lnTo>
                      <a:pt x="270" y="535"/>
                    </a:lnTo>
                    <a:lnTo>
                      <a:pt x="271" y="536"/>
                    </a:lnTo>
                    <a:lnTo>
                      <a:pt x="272" y="537"/>
                    </a:lnTo>
                    <a:lnTo>
                      <a:pt x="274" y="537"/>
                    </a:lnTo>
                    <a:lnTo>
                      <a:pt x="275" y="537"/>
                    </a:lnTo>
                    <a:lnTo>
                      <a:pt x="276" y="537"/>
                    </a:lnTo>
                    <a:lnTo>
                      <a:pt x="278" y="537"/>
                    </a:lnTo>
                    <a:lnTo>
                      <a:pt x="279" y="538"/>
                    </a:lnTo>
                    <a:lnTo>
                      <a:pt x="281" y="538"/>
                    </a:lnTo>
                    <a:lnTo>
                      <a:pt x="282" y="539"/>
                    </a:lnTo>
                    <a:lnTo>
                      <a:pt x="283" y="540"/>
                    </a:lnTo>
                    <a:lnTo>
                      <a:pt x="285" y="541"/>
                    </a:lnTo>
                    <a:lnTo>
                      <a:pt x="286" y="541"/>
                    </a:lnTo>
                    <a:lnTo>
                      <a:pt x="287" y="542"/>
                    </a:lnTo>
                    <a:lnTo>
                      <a:pt x="289" y="543"/>
                    </a:lnTo>
                    <a:lnTo>
                      <a:pt x="290" y="544"/>
                    </a:lnTo>
                    <a:lnTo>
                      <a:pt x="291" y="545"/>
                    </a:lnTo>
                    <a:lnTo>
                      <a:pt x="293" y="547"/>
                    </a:lnTo>
                    <a:lnTo>
                      <a:pt x="294" y="547"/>
                    </a:lnTo>
                    <a:lnTo>
                      <a:pt x="295" y="549"/>
                    </a:lnTo>
                    <a:lnTo>
                      <a:pt x="297" y="549"/>
                    </a:lnTo>
                    <a:lnTo>
                      <a:pt x="298" y="549"/>
                    </a:lnTo>
                    <a:lnTo>
                      <a:pt x="300" y="549"/>
                    </a:lnTo>
                    <a:lnTo>
                      <a:pt x="301" y="549"/>
                    </a:lnTo>
                    <a:lnTo>
                      <a:pt x="302" y="550"/>
                    </a:lnTo>
                    <a:lnTo>
                      <a:pt x="304" y="551"/>
                    </a:lnTo>
                    <a:lnTo>
                      <a:pt x="305" y="551"/>
                    </a:lnTo>
                    <a:lnTo>
                      <a:pt x="306" y="552"/>
                    </a:lnTo>
                    <a:lnTo>
                      <a:pt x="308" y="552"/>
                    </a:lnTo>
                    <a:lnTo>
                      <a:pt x="309" y="553"/>
                    </a:lnTo>
                    <a:lnTo>
                      <a:pt x="310" y="554"/>
                    </a:lnTo>
                    <a:lnTo>
                      <a:pt x="312" y="554"/>
                    </a:lnTo>
                    <a:lnTo>
                      <a:pt x="313" y="555"/>
                    </a:lnTo>
                    <a:lnTo>
                      <a:pt x="315" y="556"/>
                    </a:lnTo>
                    <a:lnTo>
                      <a:pt x="316" y="555"/>
                    </a:lnTo>
                    <a:lnTo>
                      <a:pt x="317" y="557"/>
                    </a:lnTo>
                    <a:lnTo>
                      <a:pt x="319" y="557"/>
                    </a:lnTo>
                    <a:lnTo>
                      <a:pt x="320" y="558"/>
                    </a:lnTo>
                    <a:lnTo>
                      <a:pt x="321" y="559"/>
                    </a:lnTo>
                    <a:lnTo>
                      <a:pt x="323" y="558"/>
                    </a:lnTo>
                    <a:lnTo>
                      <a:pt x="324" y="559"/>
                    </a:lnTo>
                    <a:lnTo>
                      <a:pt x="325" y="559"/>
                    </a:lnTo>
                    <a:lnTo>
                      <a:pt x="327" y="560"/>
                    </a:lnTo>
                    <a:lnTo>
                      <a:pt x="328" y="560"/>
                    </a:lnTo>
                    <a:lnTo>
                      <a:pt x="329" y="561"/>
                    </a:lnTo>
                    <a:lnTo>
                      <a:pt x="331" y="562"/>
                    </a:lnTo>
                    <a:lnTo>
                      <a:pt x="332" y="562"/>
                    </a:lnTo>
                    <a:lnTo>
                      <a:pt x="334" y="563"/>
                    </a:lnTo>
                    <a:lnTo>
                      <a:pt x="335" y="565"/>
                    </a:lnTo>
                    <a:lnTo>
                      <a:pt x="336" y="564"/>
                    </a:lnTo>
                    <a:lnTo>
                      <a:pt x="338" y="566"/>
                    </a:lnTo>
                    <a:lnTo>
                      <a:pt x="339" y="568"/>
                    </a:lnTo>
                    <a:lnTo>
                      <a:pt x="340" y="569"/>
                    </a:lnTo>
                    <a:lnTo>
                      <a:pt x="342" y="572"/>
                    </a:lnTo>
                    <a:lnTo>
                      <a:pt x="343" y="573"/>
                    </a:lnTo>
                    <a:lnTo>
                      <a:pt x="344" y="574"/>
                    </a:lnTo>
                    <a:lnTo>
                      <a:pt x="346" y="574"/>
                    </a:lnTo>
                    <a:lnTo>
                      <a:pt x="347" y="576"/>
                    </a:lnTo>
                    <a:lnTo>
                      <a:pt x="349" y="575"/>
                    </a:lnTo>
                    <a:lnTo>
                      <a:pt x="350" y="576"/>
                    </a:lnTo>
                    <a:lnTo>
                      <a:pt x="351" y="576"/>
                    </a:lnTo>
                    <a:lnTo>
                      <a:pt x="353" y="577"/>
                    </a:lnTo>
                    <a:lnTo>
                      <a:pt x="354" y="578"/>
                    </a:lnTo>
                    <a:lnTo>
                      <a:pt x="355" y="578"/>
                    </a:lnTo>
                    <a:lnTo>
                      <a:pt x="357" y="578"/>
                    </a:lnTo>
                    <a:lnTo>
                      <a:pt x="358" y="579"/>
                    </a:lnTo>
                    <a:lnTo>
                      <a:pt x="359" y="579"/>
                    </a:lnTo>
                    <a:lnTo>
                      <a:pt x="361" y="581"/>
                    </a:lnTo>
                    <a:lnTo>
                      <a:pt x="362" y="582"/>
                    </a:lnTo>
                    <a:lnTo>
                      <a:pt x="363" y="583"/>
                    </a:lnTo>
                    <a:lnTo>
                      <a:pt x="365" y="584"/>
                    </a:lnTo>
                    <a:lnTo>
                      <a:pt x="366" y="585"/>
                    </a:lnTo>
                    <a:lnTo>
                      <a:pt x="368" y="587"/>
                    </a:lnTo>
                    <a:lnTo>
                      <a:pt x="369" y="588"/>
                    </a:lnTo>
                    <a:lnTo>
                      <a:pt x="370" y="589"/>
                    </a:lnTo>
                    <a:lnTo>
                      <a:pt x="372" y="590"/>
                    </a:lnTo>
                    <a:lnTo>
                      <a:pt x="373" y="591"/>
                    </a:lnTo>
                    <a:lnTo>
                      <a:pt x="374" y="593"/>
                    </a:lnTo>
                    <a:lnTo>
                      <a:pt x="376" y="594"/>
                    </a:lnTo>
                    <a:lnTo>
                      <a:pt x="377" y="595"/>
                    </a:lnTo>
                    <a:lnTo>
                      <a:pt x="378" y="597"/>
                    </a:lnTo>
                    <a:lnTo>
                      <a:pt x="380" y="599"/>
                    </a:lnTo>
                    <a:lnTo>
                      <a:pt x="381" y="600"/>
                    </a:lnTo>
                    <a:lnTo>
                      <a:pt x="383" y="601"/>
                    </a:lnTo>
                    <a:lnTo>
                      <a:pt x="384" y="603"/>
                    </a:lnTo>
                    <a:lnTo>
                      <a:pt x="385" y="603"/>
                    </a:lnTo>
                    <a:lnTo>
                      <a:pt x="387" y="604"/>
                    </a:lnTo>
                    <a:lnTo>
                      <a:pt x="388" y="605"/>
                    </a:lnTo>
                    <a:lnTo>
                      <a:pt x="389" y="605"/>
                    </a:lnTo>
                    <a:lnTo>
                      <a:pt x="391" y="606"/>
                    </a:lnTo>
                    <a:lnTo>
                      <a:pt x="392" y="606"/>
                    </a:lnTo>
                    <a:lnTo>
                      <a:pt x="393" y="607"/>
                    </a:lnTo>
                    <a:lnTo>
                      <a:pt x="395" y="608"/>
                    </a:lnTo>
                    <a:lnTo>
                      <a:pt x="396" y="608"/>
                    </a:lnTo>
                    <a:lnTo>
                      <a:pt x="397" y="609"/>
                    </a:lnTo>
                    <a:lnTo>
                      <a:pt x="399" y="610"/>
                    </a:lnTo>
                    <a:lnTo>
                      <a:pt x="400" y="611"/>
                    </a:lnTo>
                    <a:lnTo>
                      <a:pt x="402" y="612"/>
                    </a:lnTo>
                    <a:lnTo>
                      <a:pt x="403" y="613"/>
                    </a:lnTo>
                    <a:lnTo>
                      <a:pt x="404" y="614"/>
                    </a:lnTo>
                    <a:lnTo>
                      <a:pt x="406" y="616"/>
                    </a:lnTo>
                    <a:lnTo>
                      <a:pt x="407" y="616"/>
                    </a:lnTo>
                    <a:lnTo>
                      <a:pt x="408" y="617"/>
                    </a:lnTo>
                    <a:lnTo>
                      <a:pt x="410" y="618"/>
                    </a:lnTo>
                    <a:lnTo>
                      <a:pt x="411" y="619"/>
                    </a:lnTo>
                    <a:lnTo>
                      <a:pt x="412" y="620"/>
                    </a:lnTo>
                    <a:lnTo>
                      <a:pt x="414" y="621"/>
                    </a:lnTo>
                    <a:lnTo>
                      <a:pt x="415" y="622"/>
                    </a:lnTo>
                    <a:lnTo>
                      <a:pt x="417" y="623"/>
                    </a:lnTo>
                    <a:lnTo>
                      <a:pt x="418" y="625"/>
                    </a:lnTo>
                    <a:lnTo>
                      <a:pt x="419" y="626"/>
                    </a:lnTo>
                    <a:lnTo>
                      <a:pt x="421" y="627"/>
                    </a:lnTo>
                    <a:lnTo>
                      <a:pt x="422" y="629"/>
                    </a:lnTo>
                    <a:lnTo>
                      <a:pt x="423" y="624"/>
                    </a:lnTo>
                    <a:lnTo>
                      <a:pt x="425" y="344"/>
                    </a:lnTo>
                    <a:lnTo>
                      <a:pt x="426" y="343"/>
                    </a:lnTo>
                    <a:lnTo>
                      <a:pt x="427" y="338"/>
                    </a:lnTo>
                    <a:lnTo>
                      <a:pt x="429" y="338"/>
                    </a:lnTo>
                    <a:lnTo>
                      <a:pt x="430" y="338"/>
                    </a:lnTo>
                    <a:lnTo>
                      <a:pt x="431" y="337"/>
                    </a:lnTo>
                    <a:lnTo>
                      <a:pt x="433" y="336"/>
                    </a:lnTo>
                    <a:lnTo>
                      <a:pt x="434" y="334"/>
                    </a:lnTo>
                    <a:lnTo>
                      <a:pt x="436" y="332"/>
                    </a:lnTo>
                    <a:lnTo>
                      <a:pt x="437" y="331"/>
                    </a:lnTo>
                    <a:lnTo>
                      <a:pt x="438" y="329"/>
                    </a:lnTo>
                    <a:lnTo>
                      <a:pt x="440" y="328"/>
                    </a:lnTo>
                    <a:lnTo>
                      <a:pt x="441" y="326"/>
                    </a:lnTo>
                    <a:lnTo>
                      <a:pt x="442" y="325"/>
                    </a:lnTo>
                    <a:lnTo>
                      <a:pt x="444" y="324"/>
                    </a:lnTo>
                    <a:lnTo>
                      <a:pt x="445" y="323"/>
                    </a:lnTo>
                    <a:lnTo>
                      <a:pt x="446" y="323"/>
                    </a:lnTo>
                    <a:lnTo>
                      <a:pt x="448" y="322"/>
                    </a:lnTo>
                    <a:lnTo>
                      <a:pt x="449" y="322"/>
                    </a:lnTo>
                    <a:lnTo>
                      <a:pt x="451" y="321"/>
                    </a:lnTo>
                    <a:lnTo>
                      <a:pt x="452" y="320"/>
                    </a:lnTo>
                    <a:lnTo>
                      <a:pt x="453" y="319"/>
                    </a:lnTo>
                    <a:lnTo>
                      <a:pt x="455" y="319"/>
                    </a:lnTo>
                    <a:lnTo>
                      <a:pt x="456" y="318"/>
                    </a:lnTo>
                    <a:lnTo>
                      <a:pt x="457" y="318"/>
                    </a:lnTo>
                    <a:lnTo>
                      <a:pt x="459" y="318"/>
                    </a:lnTo>
                    <a:lnTo>
                      <a:pt x="460" y="318"/>
                    </a:lnTo>
                    <a:lnTo>
                      <a:pt x="461" y="318"/>
                    </a:lnTo>
                    <a:lnTo>
                      <a:pt x="463" y="317"/>
                    </a:lnTo>
                    <a:lnTo>
                      <a:pt x="464" y="317"/>
                    </a:lnTo>
                    <a:lnTo>
                      <a:pt x="465" y="316"/>
                    </a:lnTo>
                    <a:lnTo>
                      <a:pt x="467" y="315"/>
                    </a:lnTo>
                    <a:lnTo>
                      <a:pt x="468" y="313"/>
                    </a:lnTo>
                    <a:lnTo>
                      <a:pt x="470" y="311"/>
                    </a:lnTo>
                    <a:lnTo>
                      <a:pt x="471" y="310"/>
                    </a:lnTo>
                    <a:lnTo>
                      <a:pt x="472" y="309"/>
                    </a:lnTo>
                    <a:lnTo>
                      <a:pt x="474" y="308"/>
                    </a:lnTo>
                    <a:lnTo>
                      <a:pt x="475" y="308"/>
                    </a:lnTo>
                    <a:lnTo>
                      <a:pt x="476" y="308"/>
                    </a:lnTo>
                    <a:lnTo>
                      <a:pt x="478" y="307"/>
                    </a:lnTo>
                    <a:lnTo>
                      <a:pt x="479" y="307"/>
                    </a:lnTo>
                    <a:lnTo>
                      <a:pt x="480" y="307"/>
                    </a:lnTo>
                    <a:lnTo>
                      <a:pt x="482" y="307"/>
                    </a:lnTo>
                    <a:lnTo>
                      <a:pt x="483" y="305"/>
                    </a:lnTo>
                    <a:lnTo>
                      <a:pt x="485" y="304"/>
                    </a:lnTo>
                    <a:lnTo>
                      <a:pt x="486" y="303"/>
                    </a:lnTo>
                    <a:lnTo>
                      <a:pt x="487" y="303"/>
                    </a:lnTo>
                    <a:lnTo>
                      <a:pt x="489" y="303"/>
                    </a:lnTo>
                    <a:lnTo>
                      <a:pt x="490" y="302"/>
                    </a:lnTo>
                    <a:lnTo>
                      <a:pt x="491" y="302"/>
                    </a:lnTo>
                    <a:lnTo>
                      <a:pt x="493" y="301"/>
                    </a:lnTo>
                    <a:lnTo>
                      <a:pt x="494" y="301"/>
                    </a:lnTo>
                    <a:lnTo>
                      <a:pt x="495" y="301"/>
                    </a:lnTo>
                    <a:lnTo>
                      <a:pt x="497" y="299"/>
                    </a:lnTo>
                    <a:lnTo>
                      <a:pt x="498" y="297"/>
                    </a:lnTo>
                    <a:lnTo>
                      <a:pt x="499" y="297"/>
                    </a:lnTo>
                    <a:lnTo>
                      <a:pt x="501" y="297"/>
                    </a:lnTo>
                    <a:lnTo>
                      <a:pt x="502" y="296"/>
                    </a:lnTo>
                    <a:lnTo>
                      <a:pt x="504" y="296"/>
                    </a:lnTo>
                    <a:lnTo>
                      <a:pt x="505" y="296"/>
                    </a:lnTo>
                    <a:lnTo>
                      <a:pt x="506" y="297"/>
                    </a:lnTo>
                    <a:lnTo>
                      <a:pt x="508" y="298"/>
                    </a:lnTo>
                    <a:lnTo>
                      <a:pt x="509" y="298"/>
                    </a:lnTo>
                    <a:lnTo>
                      <a:pt x="510" y="297"/>
                    </a:lnTo>
                    <a:lnTo>
                      <a:pt x="512" y="297"/>
                    </a:lnTo>
                    <a:lnTo>
                      <a:pt x="513" y="296"/>
                    </a:lnTo>
                    <a:lnTo>
                      <a:pt x="514" y="294"/>
                    </a:lnTo>
                    <a:lnTo>
                      <a:pt x="516" y="295"/>
                    </a:lnTo>
                    <a:lnTo>
                      <a:pt x="517" y="294"/>
                    </a:lnTo>
                    <a:lnTo>
                      <a:pt x="519" y="293"/>
                    </a:lnTo>
                    <a:lnTo>
                      <a:pt x="520" y="294"/>
                    </a:lnTo>
                    <a:lnTo>
                      <a:pt x="521" y="294"/>
                    </a:lnTo>
                    <a:lnTo>
                      <a:pt x="523" y="294"/>
                    </a:lnTo>
                    <a:lnTo>
                      <a:pt x="524" y="293"/>
                    </a:lnTo>
                    <a:lnTo>
                      <a:pt x="525" y="293"/>
                    </a:lnTo>
                    <a:lnTo>
                      <a:pt x="527" y="292"/>
                    </a:lnTo>
                    <a:lnTo>
                      <a:pt x="528" y="292"/>
                    </a:lnTo>
                    <a:lnTo>
                      <a:pt x="529" y="291"/>
                    </a:lnTo>
                    <a:lnTo>
                      <a:pt x="531" y="291"/>
                    </a:lnTo>
                    <a:lnTo>
                      <a:pt x="532" y="292"/>
                    </a:lnTo>
                    <a:lnTo>
                      <a:pt x="533" y="291"/>
                    </a:lnTo>
                    <a:lnTo>
                      <a:pt x="535" y="291"/>
                    </a:lnTo>
                    <a:lnTo>
                      <a:pt x="536" y="290"/>
                    </a:lnTo>
                    <a:lnTo>
                      <a:pt x="538" y="290"/>
                    </a:lnTo>
                    <a:lnTo>
                      <a:pt x="539" y="289"/>
                    </a:lnTo>
                    <a:lnTo>
                      <a:pt x="540" y="288"/>
                    </a:lnTo>
                    <a:lnTo>
                      <a:pt x="542" y="288"/>
                    </a:lnTo>
                    <a:lnTo>
                      <a:pt x="543" y="288"/>
                    </a:lnTo>
                    <a:lnTo>
                      <a:pt x="544" y="288"/>
                    </a:lnTo>
                    <a:lnTo>
                      <a:pt x="546" y="288"/>
                    </a:lnTo>
                    <a:lnTo>
                      <a:pt x="547" y="289"/>
                    </a:lnTo>
                    <a:lnTo>
                      <a:pt x="548" y="289"/>
                    </a:lnTo>
                    <a:lnTo>
                      <a:pt x="550" y="289"/>
                    </a:lnTo>
                    <a:lnTo>
                      <a:pt x="551" y="289"/>
                    </a:lnTo>
                    <a:lnTo>
                      <a:pt x="553" y="289"/>
                    </a:lnTo>
                    <a:lnTo>
                      <a:pt x="554" y="288"/>
                    </a:lnTo>
                    <a:lnTo>
                      <a:pt x="555" y="288"/>
                    </a:lnTo>
                    <a:lnTo>
                      <a:pt x="557" y="286"/>
                    </a:lnTo>
                    <a:lnTo>
                      <a:pt x="558" y="286"/>
                    </a:lnTo>
                    <a:lnTo>
                      <a:pt x="559" y="284"/>
                    </a:lnTo>
                    <a:lnTo>
                      <a:pt x="561" y="284"/>
                    </a:lnTo>
                    <a:lnTo>
                      <a:pt x="562" y="284"/>
                    </a:lnTo>
                    <a:lnTo>
                      <a:pt x="563" y="283"/>
                    </a:lnTo>
                    <a:lnTo>
                      <a:pt x="565" y="283"/>
                    </a:lnTo>
                    <a:lnTo>
                      <a:pt x="566" y="283"/>
                    </a:lnTo>
                    <a:lnTo>
                      <a:pt x="567" y="282"/>
                    </a:lnTo>
                    <a:lnTo>
                      <a:pt x="569" y="282"/>
                    </a:lnTo>
                    <a:lnTo>
                      <a:pt x="570" y="282"/>
                    </a:lnTo>
                    <a:lnTo>
                      <a:pt x="572" y="281"/>
                    </a:lnTo>
                    <a:lnTo>
                      <a:pt x="573" y="281"/>
                    </a:lnTo>
                    <a:lnTo>
                      <a:pt x="574" y="280"/>
                    </a:lnTo>
                    <a:lnTo>
                      <a:pt x="576" y="278"/>
                    </a:lnTo>
                    <a:lnTo>
                      <a:pt x="577" y="278"/>
                    </a:lnTo>
                    <a:lnTo>
                      <a:pt x="578" y="277"/>
                    </a:lnTo>
                    <a:lnTo>
                      <a:pt x="580" y="276"/>
                    </a:lnTo>
                    <a:lnTo>
                      <a:pt x="581" y="276"/>
                    </a:lnTo>
                    <a:lnTo>
                      <a:pt x="582" y="276"/>
                    </a:lnTo>
                    <a:lnTo>
                      <a:pt x="584" y="275"/>
                    </a:lnTo>
                    <a:lnTo>
                      <a:pt x="585" y="275"/>
                    </a:lnTo>
                    <a:lnTo>
                      <a:pt x="587" y="276"/>
                    </a:lnTo>
                    <a:lnTo>
                      <a:pt x="588" y="276"/>
                    </a:lnTo>
                    <a:lnTo>
                      <a:pt x="589" y="276"/>
                    </a:lnTo>
                    <a:lnTo>
                      <a:pt x="591" y="275"/>
                    </a:lnTo>
                    <a:lnTo>
                      <a:pt x="592" y="274"/>
                    </a:lnTo>
                    <a:lnTo>
                      <a:pt x="593" y="275"/>
                    </a:lnTo>
                    <a:lnTo>
                      <a:pt x="595" y="274"/>
                    </a:lnTo>
                    <a:lnTo>
                      <a:pt x="596" y="273"/>
                    </a:lnTo>
                    <a:lnTo>
                      <a:pt x="597" y="272"/>
                    </a:lnTo>
                    <a:lnTo>
                      <a:pt x="599" y="272"/>
                    </a:lnTo>
                    <a:lnTo>
                      <a:pt x="600" y="272"/>
                    </a:lnTo>
                    <a:lnTo>
                      <a:pt x="601" y="271"/>
                    </a:lnTo>
                    <a:lnTo>
                      <a:pt x="603" y="271"/>
                    </a:lnTo>
                    <a:lnTo>
                      <a:pt x="604" y="271"/>
                    </a:lnTo>
                    <a:lnTo>
                      <a:pt x="606" y="271"/>
                    </a:lnTo>
                    <a:lnTo>
                      <a:pt x="607" y="271"/>
                    </a:lnTo>
                    <a:lnTo>
                      <a:pt x="608" y="270"/>
                    </a:lnTo>
                    <a:lnTo>
                      <a:pt x="610" y="270"/>
                    </a:lnTo>
                    <a:lnTo>
                      <a:pt x="611" y="269"/>
                    </a:lnTo>
                    <a:lnTo>
                      <a:pt x="612" y="269"/>
                    </a:lnTo>
                    <a:lnTo>
                      <a:pt x="614" y="269"/>
                    </a:lnTo>
                    <a:lnTo>
                      <a:pt x="615" y="268"/>
                    </a:lnTo>
                    <a:lnTo>
                      <a:pt x="616" y="267"/>
                    </a:lnTo>
                    <a:lnTo>
                      <a:pt x="618" y="267"/>
                    </a:lnTo>
                    <a:lnTo>
                      <a:pt x="619" y="266"/>
                    </a:lnTo>
                    <a:lnTo>
                      <a:pt x="621" y="266"/>
                    </a:lnTo>
                    <a:lnTo>
                      <a:pt x="622" y="265"/>
                    </a:lnTo>
                    <a:lnTo>
                      <a:pt x="623" y="265"/>
                    </a:lnTo>
                    <a:lnTo>
                      <a:pt x="625" y="263"/>
                    </a:lnTo>
                    <a:lnTo>
                      <a:pt x="626" y="264"/>
                    </a:lnTo>
                    <a:lnTo>
                      <a:pt x="627" y="264"/>
                    </a:lnTo>
                    <a:lnTo>
                      <a:pt x="629" y="264"/>
                    </a:lnTo>
                    <a:lnTo>
                      <a:pt x="630" y="264"/>
                    </a:lnTo>
                    <a:lnTo>
                      <a:pt x="631" y="264"/>
                    </a:lnTo>
                    <a:lnTo>
                      <a:pt x="633" y="265"/>
                    </a:lnTo>
                    <a:lnTo>
                      <a:pt x="634" y="265"/>
                    </a:lnTo>
                    <a:lnTo>
                      <a:pt x="635" y="264"/>
                    </a:lnTo>
                    <a:lnTo>
                      <a:pt x="637" y="264"/>
                    </a:lnTo>
                    <a:lnTo>
                      <a:pt x="638" y="263"/>
                    </a:lnTo>
                    <a:lnTo>
                      <a:pt x="640" y="263"/>
                    </a:lnTo>
                    <a:lnTo>
                      <a:pt x="641" y="263"/>
                    </a:lnTo>
                    <a:lnTo>
                      <a:pt x="642" y="263"/>
                    </a:lnTo>
                    <a:lnTo>
                      <a:pt x="644" y="263"/>
                    </a:lnTo>
                    <a:lnTo>
                      <a:pt x="645" y="263"/>
                    </a:lnTo>
                    <a:lnTo>
                      <a:pt x="646" y="263"/>
                    </a:lnTo>
                    <a:lnTo>
                      <a:pt x="648" y="263"/>
                    </a:lnTo>
                    <a:lnTo>
                      <a:pt x="649" y="263"/>
                    </a:lnTo>
                    <a:lnTo>
                      <a:pt x="650" y="263"/>
                    </a:lnTo>
                    <a:lnTo>
                      <a:pt x="652" y="262"/>
                    </a:lnTo>
                    <a:lnTo>
                      <a:pt x="653" y="262"/>
                    </a:lnTo>
                    <a:lnTo>
                      <a:pt x="655" y="261"/>
                    </a:lnTo>
                    <a:lnTo>
                      <a:pt x="656" y="261"/>
                    </a:lnTo>
                    <a:lnTo>
                      <a:pt x="657" y="260"/>
                    </a:lnTo>
                    <a:lnTo>
                      <a:pt x="659" y="260"/>
                    </a:lnTo>
                    <a:lnTo>
                      <a:pt x="660" y="260"/>
                    </a:lnTo>
                    <a:lnTo>
                      <a:pt x="661" y="260"/>
                    </a:lnTo>
                    <a:lnTo>
                      <a:pt x="663" y="260"/>
                    </a:lnTo>
                    <a:lnTo>
                      <a:pt x="664" y="261"/>
                    </a:lnTo>
                    <a:lnTo>
                      <a:pt x="665" y="261"/>
                    </a:lnTo>
                    <a:lnTo>
                      <a:pt x="667" y="261"/>
                    </a:lnTo>
                    <a:lnTo>
                      <a:pt x="668" y="261"/>
                    </a:lnTo>
                    <a:lnTo>
                      <a:pt x="669" y="260"/>
                    </a:lnTo>
                    <a:lnTo>
                      <a:pt x="671" y="259"/>
                    </a:lnTo>
                    <a:lnTo>
                      <a:pt x="672" y="258"/>
                    </a:lnTo>
                    <a:lnTo>
                      <a:pt x="674" y="257"/>
                    </a:lnTo>
                    <a:lnTo>
                      <a:pt x="675" y="257"/>
                    </a:lnTo>
                    <a:lnTo>
                      <a:pt x="676" y="256"/>
                    </a:lnTo>
                    <a:lnTo>
                      <a:pt x="678" y="255"/>
                    </a:lnTo>
                    <a:lnTo>
                      <a:pt x="679" y="255"/>
                    </a:lnTo>
                    <a:lnTo>
                      <a:pt x="680" y="254"/>
                    </a:lnTo>
                    <a:lnTo>
                      <a:pt x="682" y="254"/>
                    </a:lnTo>
                    <a:lnTo>
                      <a:pt x="683" y="253"/>
                    </a:lnTo>
                    <a:lnTo>
                      <a:pt x="684" y="253"/>
                    </a:lnTo>
                    <a:lnTo>
                      <a:pt x="686" y="253"/>
                    </a:lnTo>
                    <a:lnTo>
                      <a:pt x="687" y="253"/>
                    </a:lnTo>
                    <a:lnTo>
                      <a:pt x="689" y="252"/>
                    </a:lnTo>
                    <a:lnTo>
                      <a:pt x="690" y="253"/>
                    </a:lnTo>
                    <a:lnTo>
                      <a:pt x="691" y="253"/>
                    </a:lnTo>
                    <a:lnTo>
                      <a:pt x="693" y="254"/>
                    </a:lnTo>
                    <a:lnTo>
                      <a:pt x="694" y="254"/>
                    </a:lnTo>
                    <a:lnTo>
                      <a:pt x="695" y="254"/>
                    </a:lnTo>
                    <a:lnTo>
                      <a:pt x="697" y="254"/>
                    </a:lnTo>
                    <a:lnTo>
                      <a:pt x="698" y="255"/>
                    </a:lnTo>
                    <a:lnTo>
                      <a:pt x="699" y="253"/>
                    </a:lnTo>
                    <a:lnTo>
                      <a:pt x="701" y="253"/>
                    </a:lnTo>
                    <a:lnTo>
                      <a:pt x="702" y="253"/>
                    </a:lnTo>
                    <a:lnTo>
                      <a:pt x="703" y="252"/>
                    </a:lnTo>
                    <a:lnTo>
                      <a:pt x="705" y="252"/>
                    </a:lnTo>
                    <a:lnTo>
                      <a:pt x="706" y="251"/>
                    </a:lnTo>
                    <a:lnTo>
                      <a:pt x="708" y="251"/>
                    </a:lnTo>
                    <a:lnTo>
                      <a:pt x="709" y="251"/>
                    </a:lnTo>
                    <a:lnTo>
                      <a:pt x="710" y="251"/>
                    </a:lnTo>
                    <a:lnTo>
                      <a:pt x="712" y="251"/>
                    </a:lnTo>
                    <a:lnTo>
                      <a:pt x="713" y="252"/>
                    </a:lnTo>
                    <a:lnTo>
                      <a:pt x="714" y="251"/>
                    </a:lnTo>
                    <a:lnTo>
                      <a:pt x="716" y="250"/>
                    </a:lnTo>
                    <a:lnTo>
                      <a:pt x="717" y="250"/>
                    </a:lnTo>
                    <a:lnTo>
                      <a:pt x="718" y="249"/>
                    </a:lnTo>
                    <a:lnTo>
                      <a:pt x="720" y="250"/>
                    </a:lnTo>
                    <a:lnTo>
                      <a:pt x="721" y="248"/>
                    </a:lnTo>
                    <a:lnTo>
                      <a:pt x="723" y="248"/>
                    </a:lnTo>
                    <a:lnTo>
                      <a:pt x="724" y="247"/>
                    </a:lnTo>
                    <a:lnTo>
                      <a:pt x="725" y="247"/>
                    </a:lnTo>
                    <a:lnTo>
                      <a:pt x="727" y="247"/>
                    </a:lnTo>
                    <a:lnTo>
                      <a:pt x="728" y="247"/>
                    </a:lnTo>
                    <a:lnTo>
                      <a:pt x="729" y="247"/>
                    </a:lnTo>
                    <a:lnTo>
                      <a:pt x="731" y="247"/>
                    </a:lnTo>
                    <a:lnTo>
                      <a:pt x="732" y="247"/>
                    </a:lnTo>
                    <a:lnTo>
                      <a:pt x="733" y="247"/>
                    </a:lnTo>
                    <a:lnTo>
                      <a:pt x="735" y="248"/>
                    </a:lnTo>
                    <a:lnTo>
                      <a:pt x="736" y="247"/>
                    </a:lnTo>
                    <a:lnTo>
                      <a:pt x="737" y="247"/>
                    </a:lnTo>
                    <a:lnTo>
                      <a:pt x="739" y="247"/>
                    </a:lnTo>
                    <a:lnTo>
                      <a:pt x="740" y="246"/>
                    </a:lnTo>
                    <a:lnTo>
                      <a:pt x="742" y="245"/>
                    </a:lnTo>
                    <a:lnTo>
                      <a:pt x="743" y="245"/>
                    </a:lnTo>
                    <a:lnTo>
                      <a:pt x="744" y="245"/>
                    </a:lnTo>
                    <a:lnTo>
                      <a:pt x="746" y="244"/>
                    </a:lnTo>
                    <a:lnTo>
                      <a:pt x="747" y="244"/>
                    </a:lnTo>
                    <a:lnTo>
                      <a:pt x="748" y="244"/>
                    </a:lnTo>
                    <a:lnTo>
                      <a:pt x="750" y="243"/>
                    </a:lnTo>
                    <a:lnTo>
                      <a:pt x="751" y="243"/>
                    </a:lnTo>
                    <a:lnTo>
                      <a:pt x="752" y="243"/>
                    </a:lnTo>
                    <a:lnTo>
                      <a:pt x="754" y="243"/>
                    </a:lnTo>
                    <a:lnTo>
                      <a:pt x="755" y="242"/>
                    </a:lnTo>
                    <a:lnTo>
                      <a:pt x="757" y="241"/>
                    </a:lnTo>
                    <a:lnTo>
                      <a:pt x="758" y="240"/>
                    </a:lnTo>
                    <a:lnTo>
                      <a:pt x="759" y="240"/>
                    </a:lnTo>
                    <a:lnTo>
                      <a:pt x="761" y="240"/>
                    </a:lnTo>
                    <a:lnTo>
                      <a:pt x="762" y="240"/>
                    </a:lnTo>
                    <a:lnTo>
                      <a:pt x="763" y="240"/>
                    </a:lnTo>
                    <a:lnTo>
                      <a:pt x="765" y="240"/>
                    </a:lnTo>
                    <a:lnTo>
                      <a:pt x="766" y="239"/>
                    </a:lnTo>
                    <a:lnTo>
                      <a:pt x="767" y="239"/>
                    </a:lnTo>
                    <a:lnTo>
                      <a:pt x="769" y="238"/>
                    </a:lnTo>
                    <a:lnTo>
                      <a:pt x="770" y="238"/>
                    </a:lnTo>
                    <a:lnTo>
                      <a:pt x="771" y="237"/>
                    </a:lnTo>
                    <a:lnTo>
                      <a:pt x="773" y="237"/>
                    </a:lnTo>
                    <a:lnTo>
                      <a:pt x="774" y="237"/>
                    </a:lnTo>
                    <a:lnTo>
                      <a:pt x="776" y="238"/>
                    </a:lnTo>
                    <a:lnTo>
                      <a:pt x="777" y="238"/>
                    </a:lnTo>
                    <a:lnTo>
                      <a:pt x="778" y="238"/>
                    </a:lnTo>
                    <a:lnTo>
                      <a:pt x="780" y="239"/>
                    </a:lnTo>
                    <a:lnTo>
                      <a:pt x="781" y="239"/>
                    </a:lnTo>
                    <a:lnTo>
                      <a:pt x="782" y="240"/>
                    </a:lnTo>
                    <a:lnTo>
                      <a:pt x="784" y="239"/>
                    </a:lnTo>
                    <a:lnTo>
                      <a:pt x="785" y="238"/>
                    </a:lnTo>
                    <a:lnTo>
                      <a:pt x="786" y="239"/>
                    </a:lnTo>
                    <a:lnTo>
                      <a:pt x="788" y="238"/>
                    </a:lnTo>
                    <a:lnTo>
                      <a:pt x="789" y="237"/>
                    </a:lnTo>
                    <a:lnTo>
                      <a:pt x="791" y="236"/>
                    </a:lnTo>
                    <a:lnTo>
                      <a:pt x="792" y="236"/>
                    </a:lnTo>
                    <a:lnTo>
                      <a:pt x="793" y="235"/>
                    </a:lnTo>
                    <a:lnTo>
                      <a:pt x="795" y="235"/>
                    </a:lnTo>
                    <a:lnTo>
                      <a:pt x="796" y="235"/>
                    </a:lnTo>
                    <a:lnTo>
                      <a:pt x="797" y="235"/>
                    </a:lnTo>
                    <a:lnTo>
                      <a:pt x="799" y="235"/>
                    </a:lnTo>
                    <a:lnTo>
                      <a:pt x="800" y="235"/>
                    </a:lnTo>
                    <a:lnTo>
                      <a:pt x="801" y="235"/>
                    </a:lnTo>
                    <a:lnTo>
                      <a:pt x="803" y="235"/>
                    </a:lnTo>
                    <a:lnTo>
                      <a:pt x="804" y="235"/>
                    </a:lnTo>
                    <a:lnTo>
                      <a:pt x="805" y="233"/>
                    </a:lnTo>
                    <a:lnTo>
                      <a:pt x="807" y="233"/>
                    </a:lnTo>
                    <a:lnTo>
                      <a:pt x="808" y="233"/>
                    </a:lnTo>
                    <a:lnTo>
                      <a:pt x="810" y="233"/>
                    </a:lnTo>
                    <a:lnTo>
                      <a:pt x="811" y="232"/>
                    </a:lnTo>
                    <a:lnTo>
                      <a:pt x="812" y="233"/>
                    </a:lnTo>
                    <a:lnTo>
                      <a:pt x="814" y="233"/>
                    </a:lnTo>
                    <a:lnTo>
                      <a:pt x="815" y="232"/>
                    </a:lnTo>
                    <a:lnTo>
                      <a:pt x="816" y="233"/>
                    </a:lnTo>
                    <a:lnTo>
                      <a:pt x="818" y="233"/>
                    </a:lnTo>
                    <a:lnTo>
                      <a:pt x="819" y="233"/>
                    </a:lnTo>
                    <a:lnTo>
                      <a:pt x="820" y="233"/>
                    </a:lnTo>
                    <a:lnTo>
                      <a:pt x="822" y="232"/>
                    </a:lnTo>
                    <a:lnTo>
                      <a:pt x="823" y="231"/>
                    </a:lnTo>
                    <a:lnTo>
                      <a:pt x="825" y="231"/>
                    </a:lnTo>
                    <a:lnTo>
                      <a:pt x="826" y="230"/>
                    </a:lnTo>
                    <a:lnTo>
                      <a:pt x="827" y="230"/>
                    </a:lnTo>
                    <a:lnTo>
                      <a:pt x="829" y="229"/>
                    </a:lnTo>
                    <a:lnTo>
                      <a:pt x="830" y="229"/>
                    </a:lnTo>
                    <a:lnTo>
                      <a:pt x="831" y="229"/>
                    </a:lnTo>
                    <a:lnTo>
                      <a:pt x="833" y="229"/>
                    </a:lnTo>
                    <a:lnTo>
                      <a:pt x="834" y="229"/>
                    </a:lnTo>
                    <a:lnTo>
                      <a:pt x="835" y="228"/>
                    </a:lnTo>
                    <a:lnTo>
                      <a:pt x="837" y="228"/>
                    </a:lnTo>
                    <a:lnTo>
                      <a:pt x="838" y="227"/>
                    </a:lnTo>
                    <a:lnTo>
                      <a:pt x="839" y="227"/>
                    </a:lnTo>
                    <a:lnTo>
                      <a:pt x="841" y="227"/>
                    </a:lnTo>
                    <a:lnTo>
                      <a:pt x="842" y="227"/>
                    </a:lnTo>
                    <a:lnTo>
                      <a:pt x="844" y="226"/>
                    </a:lnTo>
                    <a:lnTo>
                      <a:pt x="845" y="227"/>
                    </a:lnTo>
                    <a:lnTo>
                      <a:pt x="846" y="228"/>
                    </a:lnTo>
                    <a:lnTo>
                      <a:pt x="848" y="228"/>
                    </a:lnTo>
                    <a:lnTo>
                      <a:pt x="849" y="227"/>
                    </a:lnTo>
                    <a:lnTo>
                      <a:pt x="850" y="227"/>
                    </a:lnTo>
                    <a:lnTo>
                      <a:pt x="852" y="226"/>
                    </a:lnTo>
                    <a:lnTo>
                      <a:pt x="853" y="225"/>
                    </a:lnTo>
                    <a:lnTo>
                      <a:pt x="854" y="224"/>
                    </a:lnTo>
                    <a:lnTo>
                      <a:pt x="856" y="224"/>
                    </a:lnTo>
                    <a:lnTo>
                      <a:pt x="857" y="222"/>
                    </a:lnTo>
                    <a:lnTo>
                      <a:pt x="859" y="223"/>
                    </a:lnTo>
                    <a:lnTo>
                      <a:pt x="860" y="223"/>
                    </a:lnTo>
                    <a:lnTo>
                      <a:pt x="861" y="224"/>
                    </a:lnTo>
                    <a:lnTo>
                      <a:pt x="863" y="224"/>
                    </a:lnTo>
                    <a:lnTo>
                      <a:pt x="864" y="225"/>
                    </a:lnTo>
                    <a:lnTo>
                      <a:pt x="865" y="224"/>
                    </a:lnTo>
                    <a:lnTo>
                      <a:pt x="867" y="224"/>
                    </a:lnTo>
                    <a:lnTo>
                      <a:pt x="868" y="225"/>
                    </a:lnTo>
                    <a:lnTo>
                      <a:pt x="869" y="225"/>
                    </a:lnTo>
                    <a:lnTo>
                      <a:pt x="871" y="225"/>
                    </a:lnTo>
                    <a:lnTo>
                      <a:pt x="872" y="225"/>
                    </a:lnTo>
                    <a:lnTo>
                      <a:pt x="873" y="225"/>
                    </a:lnTo>
                    <a:lnTo>
                      <a:pt x="875" y="225"/>
                    </a:lnTo>
                    <a:lnTo>
                      <a:pt x="876" y="224"/>
                    </a:lnTo>
                    <a:lnTo>
                      <a:pt x="878" y="223"/>
                    </a:lnTo>
                    <a:lnTo>
                      <a:pt x="879" y="223"/>
                    </a:lnTo>
                    <a:lnTo>
                      <a:pt x="880" y="222"/>
                    </a:lnTo>
                    <a:lnTo>
                      <a:pt x="882" y="221"/>
                    </a:lnTo>
                    <a:lnTo>
                      <a:pt x="883" y="221"/>
                    </a:lnTo>
                    <a:lnTo>
                      <a:pt x="884" y="219"/>
                    </a:lnTo>
                    <a:lnTo>
                      <a:pt x="886" y="219"/>
                    </a:lnTo>
                    <a:lnTo>
                      <a:pt x="887" y="217"/>
                    </a:lnTo>
                    <a:lnTo>
                      <a:pt x="888" y="216"/>
                    </a:lnTo>
                    <a:lnTo>
                      <a:pt x="890" y="216"/>
                    </a:lnTo>
                    <a:lnTo>
                      <a:pt x="891" y="215"/>
                    </a:lnTo>
                    <a:lnTo>
                      <a:pt x="893" y="215"/>
                    </a:lnTo>
                    <a:lnTo>
                      <a:pt x="894" y="215"/>
                    </a:lnTo>
                    <a:lnTo>
                      <a:pt x="895" y="215"/>
                    </a:lnTo>
                    <a:lnTo>
                      <a:pt x="897" y="215"/>
                    </a:lnTo>
                    <a:lnTo>
                      <a:pt x="898" y="216"/>
                    </a:lnTo>
                    <a:lnTo>
                      <a:pt x="899" y="216"/>
                    </a:lnTo>
                    <a:lnTo>
                      <a:pt x="901" y="216"/>
                    </a:lnTo>
                    <a:lnTo>
                      <a:pt x="902" y="215"/>
                    </a:lnTo>
                    <a:lnTo>
                      <a:pt x="903" y="215"/>
                    </a:lnTo>
                    <a:lnTo>
                      <a:pt x="905" y="215"/>
                    </a:lnTo>
                    <a:lnTo>
                      <a:pt x="906" y="215"/>
                    </a:lnTo>
                    <a:lnTo>
                      <a:pt x="907" y="215"/>
                    </a:lnTo>
                    <a:lnTo>
                      <a:pt x="909" y="214"/>
                    </a:lnTo>
                    <a:lnTo>
                      <a:pt x="910" y="213"/>
                    </a:lnTo>
                    <a:lnTo>
                      <a:pt x="912" y="214"/>
                    </a:lnTo>
                    <a:lnTo>
                      <a:pt x="913" y="213"/>
                    </a:lnTo>
                    <a:lnTo>
                      <a:pt x="914" y="213"/>
                    </a:lnTo>
                    <a:lnTo>
                      <a:pt x="916" y="212"/>
                    </a:lnTo>
                    <a:lnTo>
                      <a:pt x="917" y="212"/>
                    </a:lnTo>
                    <a:lnTo>
                      <a:pt x="918" y="212"/>
                    </a:lnTo>
                    <a:lnTo>
                      <a:pt x="920" y="212"/>
                    </a:lnTo>
                    <a:lnTo>
                      <a:pt x="921" y="212"/>
                    </a:lnTo>
                    <a:lnTo>
                      <a:pt x="922" y="212"/>
                    </a:lnTo>
                    <a:lnTo>
                      <a:pt x="924" y="212"/>
                    </a:lnTo>
                    <a:lnTo>
                      <a:pt x="925" y="212"/>
                    </a:lnTo>
                    <a:lnTo>
                      <a:pt x="927" y="212"/>
                    </a:lnTo>
                    <a:lnTo>
                      <a:pt x="928" y="212"/>
                    </a:lnTo>
                    <a:lnTo>
                      <a:pt x="929" y="211"/>
                    </a:lnTo>
                    <a:lnTo>
                      <a:pt x="931" y="211"/>
                    </a:lnTo>
                    <a:lnTo>
                      <a:pt x="932" y="210"/>
                    </a:lnTo>
                    <a:lnTo>
                      <a:pt x="933" y="210"/>
                    </a:lnTo>
                    <a:lnTo>
                      <a:pt x="935" y="210"/>
                    </a:lnTo>
                    <a:lnTo>
                      <a:pt x="936" y="209"/>
                    </a:lnTo>
                    <a:lnTo>
                      <a:pt x="937" y="209"/>
                    </a:lnTo>
                    <a:lnTo>
                      <a:pt x="939" y="208"/>
                    </a:lnTo>
                    <a:lnTo>
                      <a:pt x="940" y="207"/>
                    </a:lnTo>
                    <a:lnTo>
                      <a:pt x="941" y="207"/>
                    </a:lnTo>
                    <a:lnTo>
                      <a:pt x="943" y="207"/>
                    </a:lnTo>
                    <a:lnTo>
                      <a:pt x="944" y="207"/>
                    </a:lnTo>
                    <a:lnTo>
                      <a:pt x="946" y="208"/>
                    </a:lnTo>
                    <a:lnTo>
                      <a:pt x="947" y="208"/>
                    </a:lnTo>
                    <a:lnTo>
                      <a:pt x="948" y="208"/>
                    </a:lnTo>
                    <a:lnTo>
                      <a:pt x="950" y="208"/>
                    </a:lnTo>
                    <a:lnTo>
                      <a:pt x="951" y="208"/>
                    </a:lnTo>
                    <a:lnTo>
                      <a:pt x="952" y="206"/>
                    </a:lnTo>
                    <a:lnTo>
                      <a:pt x="954" y="207"/>
                    </a:lnTo>
                    <a:lnTo>
                      <a:pt x="955" y="205"/>
                    </a:lnTo>
                    <a:lnTo>
                      <a:pt x="956" y="205"/>
                    </a:lnTo>
                    <a:lnTo>
                      <a:pt x="958" y="204"/>
                    </a:lnTo>
                    <a:lnTo>
                      <a:pt x="959" y="204"/>
                    </a:lnTo>
                    <a:lnTo>
                      <a:pt x="961" y="203"/>
                    </a:lnTo>
                    <a:lnTo>
                      <a:pt x="962" y="204"/>
                    </a:lnTo>
                    <a:lnTo>
                      <a:pt x="963" y="203"/>
                    </a:lnTo>
                    <a:lnTo>
                      <a:pt x="965" y="202"/>
                    </a:lnTo>
                    <a:lnTo>
                      <a:pt x="966" y="201"/>
                    </a:lnTo>
                    <a:lnTo>
                      <a:pt x="967" y="201"/>
                    </a:lnTo>
                    <a:lnTo>
                      <a:pt x="969" y="200"/>
                    </a:lnTo>
                    <a:lnTo>
                      <a:pt x="970" y="200"/>
                    </a:lnTo>
                    <a:lnTo>
                      <a:pt x="971" y="199"/>
                    </a:lnTo>
                    <a:lnTo>
                      <a:pt x="973" y="200"/>
                    </a:lnTo>
                    <a:lnTo>
                      <a:pt x="974" y="199"/>
                    </a:lnTo>
                    <a:lnTo>
                      <a:pt x="975" y="199"/>
                    </a:lnTo>
                    <a:lnTo>
                      <a:pt x="977" y="200"/>
                    </a:lnTo>
                    <a:lnTo>
                      <a:pt x="978" y="200"/>
                    </a:lnTo>
                    <a:lnTo>
                      <a:pt x="980" y="200"/>
                    </a:lnTo>
                    <a:lnTo>
                      <a:pt x="981" y="201"/>
                    </a:lnTo>
                    <a:lnTo>
                      <a:pt x="982" y="200"/>
                    </a:lnTo>
                    <a:lnTo>
                      <a:pt x="984" y="200"/>
                    </a:lnTo>
                    <a:lnTo>
                      <a:pt x="985" y="200"/>
                    </a:lnTo>
                    <a:lnTo>
                      <a:pt x="986" y="199"/>
                    </a:lnTo>
                    <a:lnTo>
                      <a:pt x="988" y="199"/>
                    </a:lnTo>
                    <a:lnTo>
                      <a:pt x="989" y="198"/>
                    </a:lnTo>
                    <a:lnTo>
                      <a:pt x="990" y="198"/>
                    </a:lnTo>
                    <a:lnTo>
                      <a:pt x="992" y="198"/>
                    </a:lnTo>
                    <a:lnTo>
                      <a:pt x="993" y="198"/>
                    </a:lnTo>
                    <a:lnTo>
                      <a:pt x="995" y="198"/>
                    </a:lnTo>
                    <a:lnTo>
                      <a:pt x="996" y="199"/>
                    </a:lnTo>
                    <a:lnTo>
                      <a:pt x="997" y="198"/>
                    </a:lnTo>
                    <a:lnTo>
                      <a:pt x="999" y="198"/>
                    </a:lnTo>
                    <a:lnTo>
                      <a:pt x="1000" y="197"/>
                    </a:lnTo>
                    <a:lnTo>
                      <a:pt x="1001" y="197"/>
                    </a:lnTo>
                    <a:lnTo>
                      <a:pt x="1003" y="197"/>
                    </a:lnTo>
                    <a:lnTo>
                      <a:pt x="1004" y="196"/>
                    </a:lnTo>
                    <a:lnTo>
                      <a:pt x="1005" y="195"/>
                    </a:lnTo>
                    <a:lnTo>
                      <a:pt x="1007" y="195"/>
                    </a:lnTo>
                    <a:lnTo>
                      <a:pt x="1008" y="195"/>
                    </a:lnTo>
                    <a:lnTo>
                      <a:pt x="1009" y="194"/>
                    </a:lnTo>
                    <a:lnTo>
                      <a:pt x="1011" y="193"/>
                    </a:lnTo>
                    <a:lnTo>
                      <a:pt x="1012" y="192"/>
                    </a:lnTo>
                    <a:lnTo>
                      <a:pt x="1014" y="191"/>
                    </a:lnTo>
                    <a:lnTo>
                      <a:pt x="1015" y="191"/>
                    </a:lnTo>
                    <a:lnTo>
                      <a:pt x="1016" y="190"/>
                    </a:lnTo>
                    <a:lnTo>
                      <a:pt x="1018" y="188"/>
                    </a:lnTo>
                    <a:lnTo>
                      <a:pt x="1019" y="188"/>
                    </a:lnTo>
                    <a:lnTo>
                      <a:pt x="1020" y="188"/>
                    </a:lnTo>
                    <a:lnTo>
                      <a:pt x="1022" y="186"/>
                    </a:lnTo>
                    <a:lnTo>
                      <a:pt x="1023" y="186"/>
                    </a:lnTo>
                    <a:lnTo>
                      <a:pt x="1024" y="185"/>
                    </a:lnTo>
                    <a:lnTo>
                      <a:pt x="1026" y="185"/>
                    </a:lnTo>
                    <a:lnTo>
                      <a:pt x="1027" y="185"/>
                    </a:lnTo>
                    <a:lnTo>
                      <a:pt x="1029" y="186"/>
                    </a:lnTo>
                    <a:lnTo>
                      <a:pt x="1030" y="185"/>
                    </a:lnTo>
                    <a:lnTo>
                      <a:pt x="1031" y="186"/>
                    </a:lnTo>
                    <a:lnTo>
                      <a:pt x="1033" y="186"/>
                    </a:lnTo>
                    <a:lnTo>
                      <a:pt x="1034" y="187"/>
                    </a:lnTo>
                    <a:lnTo>
                      <a:pt x="1035" y="187"/>
                    </a:lnTo>
                    <a:lnTo>
                      <a:pt x="1037" y="185"/>
                    </a:lnTo>
                    <a:lnTo>
                      <a:pt x="1038" y="185"/>
                    </a:lnTo>
                    <a:lnTo>
                      <a:pt x="1039" y="185"/>
                    </a:lnTo>
                    <a:lnTo>
                      <a:pt x="1041" y="184"/>
                    </a:lnTo>
                    <a:lnTo>
                      <a:pt x="1042" y="184"/>
                    </a:lnTo>
                    <a:lnTo>
                      <a:pt x="1043" y="183"/>
                    </a:lnTo>
                    <a:lnTo>
                      <a:pt x="1045" y="183"/>
                    </a:lnTo>
                    <a:lnTo>
                      <a:pt x="1046" y="183"/>
                    </a:lnTo>
                    <a:lnTo>
                      <a:pt x="1048" y="182"/>
                    </a:lnTo>
                    <a:lnTo>
                      <a:pt x="1049" y="182"/>
                    </a:lnTo>
                    <a:lnTo>
                      <a:pt x="1050" y="182"/>
                    </a:lnTo>
                    <a:lnTo>
                      <a:pt x="1052" y="182"/>
                    </a:lnTo>
                    <a:lnTo>
                      <a:pt x="1053" y="182"/>
                    </a:lnTo>
                    <a:lnTo>
                      <a:pt x="1054" y="182"/>
                    </a:lnTo>
                    <a:lnTo>
                      <a:pt x="1056" y="182"/>
                    </a:lnTo>
                    <a:lnTo>
                      <a:pt x="1057" y="182"/>
                    </a:lnTo>
                    <a:lnTo>
                      <a:pt x="1058" y="183"/>
                    </a:lnTo>
                    <a:lnTo>
                      <a:pt x="1060" y="183"/>
                    </a:lnTo>
                    <a:lnTo>
                      <a:pt x="1061" y="182"/>
                    </a:lnTo>
                    <a:lnTo>
                      <a:pt x="1063" y="182"/>
                    </a:lnTo>
                    <a:lnTo>
                      <a:pt x="1064" y="182"/>
                    </a:lnTo>
                    <a:lnTo>
                      <a:pt x="1065" y="182"/>
                    </a:lnTo>
                    <a:lnTo>
                      <a:pt x="1067" y="182"/>
                    </a:lnTo>
                    <a:lnTo>
                      <a:pt x="1068" y="182"/>
                    </a:lnTo>
                    <a:lnTo>
                      <a:pt x="1069" y="182"/>
                    </a:lnTo>
                    <a:lnTo>
                      <a:pt x="1071" y="181"/>
                    </a:lnTo>
                    <a:lnTo>
                      <a:pt x="1072" y="180"/>
                    </a:lnTo>
                    <a:lnTo>
                      <a:pt x="1073" y="180"/>
                    </a:lnTo>
                    <a:lnTo>
                      <a:pt x="1075" y="178"/>
                    </a:lnTo>
                    <a:lnTo>
                      <a:pt x="1076" y="178"/>
                    </a:lnTo>
                    <a:lnTo>
                      <a:pt x="1077" y="178"/>
                    </a:lnTo>
                    <a:lnTo>
                      <a:pt x="1079" y="177"/>
                    </a:lnTo>
                    <a:lnTo>
                      <a:pt x="1080" y="178"/>
                    </a:lnTo>
                    <a:lnTo>
                      <a:pt x="1082" y="177"/>
                    </a:lnTo>
                    <a:lnTo>
                      <a:pt x="1083" y="177"/>
                    </a:lnTo>
                    <a:lnTo>
                      <a:pt x="1084" y="177"/>
                    </a:lnTo>
                    <a:lnTo>
                      <a:pt x="1086" y="177"/>
                    </a:lnTo>
                    <a:lnTo>
                      <a:pt x="1087" y="177"/>
                    </a:lnTo>
                    <a:lnTo>
                      <a:pt x="1088" y="177"/>
                    </a:lnTo>
                    <a:lnTo>
                      <a:pt x="1090" y="177"/>
                    </a:lnTo>
                    <a:lnTo>
                      <a:pt x="1091" y="177"/>
                    </a:lnTo>
                    <a:lnTo>
                      <a:pt x="1092" y="177"/>
                    </a:lnTo>
                    <a:lnTo>
                      <a:pt x="1094" y="177"/>
                    </a:lnTo>
                    <a:lnTo>
                      <a:pt x="1095" y="178"/>
                    </a:lnTo>
                    <a:lnTo>
                      <a:pt x="1097" y="178"/>
                    </a:lnTo>
                    <a:lnTo>
                      <a:pt x="1098" y="178"/>
                    </a:lnTo>
                    <a:lnTo>
                      <a:pt x="1099" y="177"/>
                    </a:lnTo>
                    <a:lnTo>
                      <a:pt x="1101" y="177"/>
                    </a:lnTo>
                    <a:lnTo>
                      <a:pt x="1102" y="177"/>
                    </a:lnTo>
                    <a:lnTo>
                      <a:pt x="1103" y="177"/>
                    </a:lnTo>
                    <a:lnTo>
                      <a:pt x="1105" y="176"/>
                    </a:lnTo>
                    <a:lnTo>
                      <a:pt x="1106" y="175"/>
                    </a:lnTo>
                    <a:lnTo>
                      <a:pt x="1107" y="175"/>
                    </a:lnTo>
                    <a:lnTo>
                      <a:pt x="1109" y="175"/>
                    </a:lnTo>
                    <a:lnTo>
                      <a:pt x="1110" y="176"/>
                    </a:lnTo>
                    <a:lnTo>
                      <a:pt x="1111" y="175"/>
                    </a:lnTo>
                    <a:lnTo>
                      <a:pt x="1113" y="175"/>
                    </a:lnTo>
                    <a:lnTo>
                      <a:pt x="1114" y="174"/>
                    </a:lnTo>
                    <a:lnTo>
                      <a:pt x="1116" y="173"/>
                    </a:lnTo>
                    <a:lnTo>
                      <a:pt x="1117" y="173"/>
                    </a:lnTo>
                    <a:lnTo>
                      <a:pt x="1118" y="172"/>
                    </a:lnTo>
                    <a:lnTo>
                      <a:pt x="1120" y="172"/>
                    </a:lnTo>
                    <a:lnTo>
                      <a:pt x="1121" y="172"/>
                    </a:lnTo>
                    <a:lnTo>
                      <a:pt x="1122" y="173"/>
                    </a:lnTo>
                    <a:lnTo>
                      <a:pt x="1124" y="173"/>
                    </a:lnTo>
                    <a:lnTo>
                      <a:pt x="1125" y="173"/>
                    </a:lnTo>
                    <a:lnTo>
                      <a:pt x="1126" y="173"/>
                    </a:lnTo>
                    <a:lnTo>
                      <a:pt x="1128" y="173"/>
                    </a:lnTo>
                    <a:lnTo>
                      <a:pt x="1129" y="172"/>
                    </a:lnTo>
                    <a:lnTo>
                      <a:pt x="1131" y="173"/>
                    </a:lnTo>
                    <a:lnTo>
                      <a:pt x="1132" y="172"/>
                    </a:lnTo>
                    <a:lnTo>
                      <a:pt x="1133" y="171"/>
                    </a:lnTo>
                    <a:lnTo>
                      <a:pt x="1135" y="172"/>
                    </a:lnTo>
                    <a:lnTo>
                      <a:pt x="1136" y="171"/>
                    </a:lnTo>
                    <a:lnTo>
                      <a:pt x="1137" y="171"/>
                    </a:lnTo>
                    <a:lnTo>
                      <a:pt x="1139" y="170"/>
                    </a:lnTo>
                    <a:lnTo>
                      <a:pt x="1140" y="170"/>
                    </a:lnTo>
                    <a:lnTo>
                      <a:pt x="1141" y="169"/>
                    </a:lnTo>
                    <a:lnTo>
                      <a:pt x="1143" y="168"/>
                    </a:lnTo>
                    <a:lnTo>
                      <a:pt x="1144" y="168"/>
                    </a:lnTo>
                    <a:lnTo>
                      <a:pt x="1145" y="168"/>
                    </a:lnTo>
                    <a:lnTo>
                      <a:pt x="1147" y="167"/>
                    </a:lnTo>
                    <a:lnTo>
                      <a:pt x="1148" y="167"/>
                    </a:lnTo>
                    <a:lnTo>
                      <a:pt x="1150" y="167"/>
                    </a:lnTo>
                    <a:lnTo>
                      <a:pt x="1151" y="165"/>
                    </a:lnTo>
                    <a:lnTo>
                      <a:pt x="1152" y="165"/>
                    </a:lnTo>
                    <a:lnTo>
                      <a:pt x="1154" y="165"/>
                    </a:lnTo>
                    <a:lnTo>
                      <a:pt x="1155" y="165"/>
                    </a:lnTo>
                    <a:lnTo>
                      <a:pt x="1156" y="165"/>
                    </a:lnTo>
                    <a:lnTo>
                      <a:pt x="1158" y="164"/>
                    </a:lnTo>
                    <a:lnTo>
                      <a:pt x="1159" y="164"/>
                    </a:lnTo>
                    <a:lnTo>
                      <a:pt x="1160" y="164"/>
                    </a:lnTo>
                    <a:lnTo>
                      <a:pt x="1162" y="165"/>
                    </a:lnTo>
                    <a:lnTo>
                      <a:pt x="1163" y="165"/>
                    </a:lnTo>
                    <a:lnTo>
                      <a:pt x="1165" y="165"/>
                    </a:lnTo>
                    <a:lnTo>
                      <a:pt x="1166" y="166"/>
                    </a:lnTo>
                    <a:lnTo>
                      <a:pt x="1167" y="166"/>
                    </a:lnTo>
                    <a:lnTo>
                      <a:pt x="1169" y="167"/>
                    </a:lnTo>
                    <a:lnTo>
                      <a:pt x="1170" y="166"/>
                    </a:lnTo>
                    <a:lnTo>
                      <a:pt x="1171" y="166"/>
                    </a:lnTo>
                    <a:lnTo>
                      <a:pt x="1173" y="165"/>
                    </a:lnTo>
                    <a:lnTo>
                      <a:pt x="1174" y="164"/>
                    </a:lnTo>
                    <a:lnTo>
                      <a:pt x="1175" y="164"/>
                    </a:lnTo>
                    <a:lnTo>
                      <a:pt x="1177" y="165"/>
                    </a:lnTo>
                    <a:lnTo>
                      <a:pt x="1178" y="164"/>
                    </a:lnTo>
                    <a:lnTo>
                      <a:pt x="1179" y="164"/>
                    </a:lnTo>
                    <a:lnTo>
                      <a:pt x="1181" y="163"/>
                    </a:lnTo>
                    <a:lnTo>
                      <a:pt x="1182" y="163"/>
                    </a:lnTo>
                    <a:lnTo>
                      <a:pt x="1184" y="163"/>
                    </a:lnTo>
                    <a:lnTo>
                      <a:pt x="1185" y="162"/>
                    </a:lnTo>
                    <a:lnTo>
                      <a:pt x="1186" y="162"/>
                    </a:lnTo>
                    <a:lnTo>
                      <a:pt x="1188" y="161"/>
                    </a:lnTo>
                    <a:lnTo>
                      <a:pt x="1189" y="160"/>
                    </a:lnTo>
                    <a:lnTo>
                      <a:pt x="1190" y="160"/>
                    </a:lnTo>
                    <a:lnTo>
                      <a:pt x="1192" y="160"/>
                    </a:lnTo>
                    <a:lnTo>
                      <a:pt x="1193" y="160"/>
                    </a:lnTo>
                    <a:lnTo>
                      <a:pt x="1194" y="160"/>
                    </a:lnTo>
                    <a:lnTo>
                      <a:pt x="1196" y="160"/>
                    </a:lnTo>
                    <a:lnTo>
                      <a:pt x="1197" y="159"/>
                    </a:lnTo>
                    <a:lnTo>
                      <a:pt x="1199" y="160"/>
                    </a:lnTo>
                    <a:lnTo>
                      <a:pt x="1200" y="160"/>
                    </a:lnTo>
                    <a:lnTo>
                      <a:pt x="1201" y="160"/>
                    </a:lnTo>
                    <a:lnTo>
                      <a:pt x="1203" y="159"/>
                    </a:lnTo>
                    <a:lnTo>
                      <a:pt x="1204" y="159"/>
                    </a:lnTo>
                    <a:lnTo>
                      <a:pt x="1205" y="158"/>
                    </a:lnTo>
                    <a:lnTo>
                      <a:pt x="1207" y="158"/>
                    </a:lnTo>
                    <a:lnTo>
                      <a:pt x="1208" y="158"/>
                    </a:lnTo>
                    <a:lnTo>
                      <a:pt x="1209" y="158"/>
                    </a:lnTo>
                    <a:lnTo>
                      <a:pt x="1211" y="157"/>
                    </a:lnTo>
                    <a:lnTo>
                      <a:pt x="1212" y="157"/>
                    </a:lnTo>
                    <a:lnTo>
                      <a:pt x="1213" y="157"/>
                    </a:lnTo>
                    <a:lnTo>
                      <a:pt x="1215" y="157"/>
                    </a:lnTo>
                    <a:lnTo>
                      <a:pt x="1216" y="157"/>
                    </a:lnTo>
                    <a:lnTo>
                      <a:pt x="1218" y="157"/>
                    </a:lnTo>
                    <a:lnTo>
                      <a:pt x="1219" y="157"/>
                    </a:lnTo>
                    <a:lnTo>
                      <a:pt x="1220" y="157"/>
                    </a:lnTo>
                    <a:lnTo>
                      <a:pt x="1222" y="157"/>
                    </a:lnTo>
                    <a:lnTo>
                      <a:pt x="1223" y="157"/>
                    </a:lnTo>
                    <a:lnTo>
                      <a:pt x="1224" y="157"/>
                    </a:lnTo>
                    <a:lnTo>
                      <a:pt x="1226" y="157"/>
                    </a:lnTo>
                    <a:lnTo>
                      <a:pt x="1227" y="157"/>
                    </a:lnTo>
                    <a:lnTo>
                      <a:pt x="1228" y="157"/>
                    </a:lnTo>
                    <a:lnTo>
                      <a:pt x="1230" y="157"/>
                    </a:lnTo>
                    <a:lnTo>
                      <a:pt x="1231" y="156"/>
                    </a:lnTo>
                    <a:lnTo>
                      <a:pt x="1233" y="156"/>
                    </a:lnTo>
                    <a:lnTo>
                      <a:pt x="1234" y="155"/>
                    </a:lnTo>
                    <a:lnTo>
                      <a:pt x="1235" y="153"/>
                    </a:lnTo>
                    <a:lnTo>
                      <a:pt x="1237" y="152"/>
                    </a:lnTo>
                    <a:lnTo>
                      <a:pt x="1238" y="151"/>
                    </a:lnTo>
                    <a:lnTo>
                      <a:pt x="1239" y="150"/>
                    </a:lnTo>
                    <a:lnTo>
                      <a:pt x="1241" y="149"/>
                    </a:lnTo>
                    <a:lnTo>
                      <a:pt x="1242" y="149"/>
                    </a:lnTo>
                    <a:lnTo>
                      <a:pt x="1243" y="149"/>
                    </a:lnTo>
                    <a:lnTo>
                      <a:pt x="1245" y="148"/>
                    </a:lnTo>
                    <a:lnTo>
                      <a:pt x="1246" y="149"/>
                    </a:lnTo>
                    <a:lnTo>
                      <a:pt x="1247" y="149"/>
                    </a:lnTo>
                    <a:lnTo>
                      <a:pt x="1249" y="150"/>
                    </a:lnTo>
                    <a:lnTo>
                      <a:pt x="1250" y="151"/>
                    </a:lnTo>
                    <a:lnTo>
                      <a:pt x="1252" y="150"/>
                    </a:lnTo>
                    <a:lnTo>
                      <a:pt x="1253" y="149"/>
                    </a:lnTo>
                    <a:lnTo>
                      <a:pt x="1254" y="150"/>
                    </a:lnTo>
                    <a:lnTo>
                      <a:pt x="1256" y="150"/>
                    </a:lnTo>
                    <a:lnTo>
                      <a:pt x="1257" y="149"/>
                    </a:lnTo>
                    <a:lnTo>
                      <a:pt x="1258" y="148"/>
                    </a:lnTo>
                    <a:lnTo>
                      <a:pt x="1260" y="147"/>
                    </a:lnTo>
                    <a:lnTo>
                      <a:pt x="1261" y="147"/>
                    </a:lnTo>
                    <a:lnTo>
                      <a:pt x="1262" y="147"/>
                    </a:lnTo>
                    <a:lnTo>
                      <a:pt x="1264" y="147"/>
                    </a:lnTo>
                    <a:lnTo>
                      <a:pt x="1265" y="146"/>
                    </a:lnTo>
                    <a:lnTo>
                      <a:pt x="1267" y="146"/>
                    </a:lnTo>
                    <a:lnTo>
                      <a:pt x="1268" y="145"/>
                    </a:lnTo>
                    <a:lnTo>
                      <a:pt x="1269" y="145"/>
                    </a:lnTo>
                    <a:lnTo>
                      <a:pt x="1271" y="144"/>
                    </a:lnTo>
                    <a:lnTo>
                      <a:pt x="1272" y="145"/>
                    </a:lnTo>
                    <a:lnTo>
                      <a:pt x="1273" y="144"/>
                    </a:lnTo>
                    <a:lnTo>
                      <a:pt x="1275" y="143"/>
                    </a:lnTo>
                    <a:lnTo>
                      <a:pt x="1276" y="143"/>
                    </a:lnTo>
                    <a:lnTo>
                      <a:pt x="1277" y="143"/>
                    </a:lnTo>
                    <a:lnTo>
                      <a:pt x="1279" y="144"/>
                    </a:lnTo>
                    <a:lnTo>
                      <a:pt x="1280" y="144"/>
                    </a:lnTo>
                    <a:lnTo>
                      <a:pt x="1281" y="144"/>
                    </a:lnTo>
                    <a:lnTo>
                      <a:pt x="1283" y="144"/>
                    </a:lnTo>
                    <a:lnTo>
                      <a:pt x="1284" y="144"/>
                    </a:lnTo>
                    <a:lnTo>
                      <a:pt x="1286" y="144"/>
                    </a:lnTo>
                    <a:lnTo>
                      <a:pt x="1287" y="144"/>
                    </a:lnTo>
                    <a:lnTo>
                      <a:pt x="1288" y="144"/>
                    </a:lnTo>
                    <a:lnTo>
                      <a:pt x="1290" y="144"/>
                    </a:lnTo>
                    <a:lnTo>
                      <a:pt x="1291" y="143"/>
                    </a:lnTo>
                    <a:lnTo>
                      <a:pt x="1292" y="143"/>
                    </a:lnTo>
                    <a:lnTo>
                      <a:pt x="1294" y="144"/>
                    </a:lnTo>
                    <a:lnTo>
                      <a:pt x="1295" y="145"/>
                    </a:lnTo>
                    <a:lnTo>
                      <a:pt x="1296" y="145"/>
                    </a:lnTo>
                    <a:lnTo>
                      <a:pt x="1298" y="144"/>
                    </a:lnTo>
                    <a:lnTo>
                      <a:pt x="1299" y="145"/>
                    </a:lnTo>
                    <a:lnTo>
                      <a:pt x="1301" y="145"/>
                    </a:lnTo>
                    <a:lnTo>
                      <a:pt x="1302" y="145"/>
                    </a:lnTo>
                    <a:lnTo>
                      <a:pt x="1303" y="145"/>
                    </a:lnTo>
                    <a:lnTo>
                      <a:pt x="1305" y="145"/>
                    </a:lnTo>
                    <a:lnTo>
                      <a:pt x="1306" y="145"/>
                    </a:lnTo>
                    <a:lnTo>
                      <a:pt x="1307" y="144"/>
                    </a:lnTo>
                    <a:lnTo>
                      <a:pt x="1309" y="144"/>
                    </a:lnTo>
                    <a:lnTo>
                      <a:pt x="1310" y="143"/>
                    </a:lnTo>
                    <a:lnTo>
                      <a:pt x="1311" y="144"/>
                    </a:lnTo>
                    <a:lnTo>
                      <a:pt x="1313" y="143"/>
                    </a:lnTo>
                    <a:lnTo>
                      <a:pt x="1314" y="142"/>
                    </a:lnTo>
                    <a:lnTo>
                      <a:pt x="1315" y="142"/>
                    </a:lnTo>
                    <a:lnTo>
                      <a:pt x="1317" y="142"/>
                    </a:lnTo>
                    <a:lnTo>
                      <a:pt x="1318" y="142"/>
                    </a:lnTo>
                    <a:lnTo>
                      <a:pt x="1320" y="142"/>
                    </a:lnTo>
                    <a:lnTo>
                      <a:pt x="1321" y="142"/>
                    </a:lnTo>
                    <a:lnTo>
                      <a:pt x="1322" y="142"/>
                    </a:lnTo>
                    <a:lnTo>
                      <a:pt x="1324" y="142"/>
                    </a:lnTo>
                    <a:lnTo>
                      <a:pt x="1325" y="141"/>
                    </a:lnTo>
                    <a:lnTo>
                      <a:pt x="1326" y="141"/>
                    </a:lnTo>
                    <a:lnTo>
                      <a:pt x="1328" y="140"/>
                    </a:lnTo>
                    <a:lnTo>
                      <a:pt x="1329" y="139"/>
                    </a:lnTo>
                    <a:lnTo>
                      <a:pt x="1330" y="139"/>
                    </a:lnTo>
                    <a:lnTo>
                      <a:pt x="1332" y="138"/>
                    </a:lnTo>
                    <a:lnTo>
                      <a:pt x="1333" y="138"/>
                    </a:lnTo>
                    <a:lnTo>
                      <a:pt x="1335" y="138"/>
                    </a:lnTo>
                    <a:lnTo>
                      <a:pt x="1336" y="137"/>
                    </a:lnTo>
                    <a:lnTo>
                      <a:pt x="1337" y="137"/>
                    </a:lnTo>
                    <a:lnTo>
                      <a:pt x="1339" y="138"/>
                    </a:lnTo>
                    <a:lnTo>
                      <a:pt x="1340" y="138"/>
                    </a:lnTo>
                    <a:lnTo>
                      <a:pt x="1341" y="139"/>
                    </a:lnTo>
                    <a:lnTo>
                      <a:pt x="1343" y="139"/>
                    </a:lnTo>
                    <a:lnTo>
                      <a:pt x="1344" y="139"/>
                    </a:lnTo>
                    <a:lnTo>
                      <a:pt x="1345" y="140"/>
                    </a:lnTo>
                    <a:lnTo>
                      <a:pt x="1347" y="141"/>
                    </a:lnTo>
                    <a:lnTo>
                      <a:pt x="1348" y="141"/>
                    </a:lnTo>
                    <a:lnTo>
                      <a:pt x="1349" y="140"/>
                    </a:lnTo>
                    <a:lnTo>
                      <a:pt x="1351" y="139"/>
                    </a:lnTo>
                    <a:lnTo>
                      <a:pt x="1352" y="139"/>
                    </a:lnTo>
                    <a:lnTo>
                      <a:pt x="1354" y="139"/>
                    </a:lnTo>
                    <a:lnTo>
                      <a:pt x="1355" y="139"/>
                    </a:lnTo>
                    <a:lnTo>
                      <a:pt x="1356" y="139"/>
                    </a:lnTo>
                    <a:lnTo>
                      <a:pt x="1358" y="138"/>
                    </a:lnTo>
                    <a:lnTo>
                      <a:pt x="1359" y="138"/>
                    </a:lnTo>
                    <a:lnTo>
                      <a:pt x="1360" y="138"/>
                    </a:lnTo>
                    <a:lnTo>
                      <a:pt x="1362" y="137"/>
                    </a:lnTo>
                    <a:lnTo>
                      <a:pt x="1363" y="137"/>
                    </a:lnTo>
                    <a:lnTo>
                      <a:pt x="1364" y="136"/>
                    </a:lnTo>
                    <a:lnTo>
                      <a:pt x="1366" y="136"/>
                    </a:lnTo>
                    <a:lnTo>
                      <a:pt x="1367" y="135"/>
                    </a:lnTo>
                    <a:lnTo>
                      <a:pt x="1369" y="135"/>
                    </a:lnTo>
                    <a:lnTo>
                      <a:pt x="1370" y="135"/>
                    </a:lnTo>
                    <a:lnTo>
                      <a:pt x="1371" y="135"/>
                    </a:lnTo>
                    <a:lnTo>
                      <a:pt x="1373" y="134"/>
                    </a:lnTo>
                    <a:lnTo>
                      <a:pt x="1374" y="134"/>
                    </a:lnTo>
                    <a:lnTo>
                      <a:pt x="1375" y="134"/>
                    </a:lnTo>
                    <a:lnTo>
                      <a:pt x="1377" y="134"/>
                    </a:lnTo>
                    <a:lnTo>
                      <a:pt x="1378" y="133"/>
                    </a:lnTo>
                    <a:lnTo>
                      <a:pt x="1379" y="133"/>
                    </a:lnTo>
                    <a:lnTo>
                      <a:pt x="1381" y="133"/>
                    </a:lnTo>
                    <a:lnTo>
                      <a:pt x="1382" y="133"/>
                    </a:lnTo>
                    <a:lnTo>
                      <a:pt x="1383" y="133"/>
                    </a:lnTo>
                    <a:lnTo>
                      <a:pt x="1385" y="133"/>
                    </a:lnTo>
                    <a:lnTo>
                      <a:pt x="1386" y="133"/>
                    </a:lnTo>
                    <a:lnTo>
                      <a:pt x="1388" y="133"/>
                    </a:lnTo>
                    <a:lnTo>
                      <a:pt x="1389" y="133"/>
                    </a:lnTo>
                    <a:lnTo>
                      <a:pt x="1390" y="132"/>
                    </a:lnTo>
                    <a:lnTo>
                      <a:pt x="1392" y="132"/>
                    </a:lnTo>
                    <a:lnTo>
                      <a:pt x="1393" y="132"/>
                    </a:lnTo>
                    <a:lnTo>
                      <a:pt x="1394" y="131"/>
                    </a:lnTo>
                    <a:lnTo>
                      <a:pt x="1396" y="130"/>
                    </a:lnTo>
                    <a:lnTo>
                      <a:pt x="1397" y="129"/>
                    </a:lnTo>
                    <a:lnTo>
                      <a:pt x="1398" y="128"/>
                    </a:lnTo>
                    <a:lnTo>
                      <a:pt x="1400" y="128"/>
                    </a:lnTo>
                    <a:lnTo>
                      <a:pt x="1401" y="128"/>
                    </a:lnTo>
                    <a:lnTo>
                      <a:pt x="1403" y="127"/>
                    </a:lnTo>
                    <a:lnTo>
                      <a:pt x="1404" y="126"/>
                    </a:lnTo>
                    <a:lnTo>
                      <a:pt x="1405" y="126"/>
                    </a:lnTo>
                    <a:lnTo>
                      <a:pt x="1407" y="126"/>
                    </a:lnTo>
                    <a:lnTo>
                      <a:pt x="1408" y="126"/>
                    </a:lnTo>
                    <a:lnTo>
                      <a:pt x="1409" y="127"/>
                    </a:lnTo>
                    <a:lnTo>
                      <a:pt x="1411" y="125"/>
                    </a:lnTo>
                    <a:lnTo>
                      <a:pt x="1412" y="125"/>
                    </a:lnTo>
                    <a:lnTo>
                      <a:pt x="1413" y="126"/>
                    </a:lnTo>
                    <a:lnTo>
                      <a:pt x="1415" y="126"/>
                    </a:lnTo>
                    <a:lnTo>
                      <a:pt x="1416" y="126"/>
                    </a:lnTo>
                    <a:lnTo>
                      <a:pt x="1417" y="126"/>
                    </a:lnTo>
                    <a:lnTo>
                      <a:pt x="1419" y="125"/>
                    </a:lnTo>
                    <a:lnTo>
                      <a:pt x="1420" y="125"/>
                    </a:lnTo>
                    <a:lnTo>
                      <a:pt x="1422" y="125"/>
                    </a:lnTo>
                    <a:lnTo>
                      <a:pt x="1423" y="126"/>
                    </a:lnTo>
                    <a:lnTo>
                      <a:pt x="1424" y="125"/>
                    </a:lnTo>
                    <a:lnTo>
                      <a:pt x="1426" y="125"/>
                    </a:lnTo>
                    <a:lnTo>
                      <a:pt x="1427" y="124"/>
                    </a:lnTo>
                    <a:lnTo>
                      <a:pt x="1428" y="124"/>
                    </a:lnTo>
                    <a:lnTo>
                      <a:pt x="1430" y="123"/>
                    </a:lnTo>
                    <a:lnTo>
                      <a:pt x="1431" y="123"/>
                    </a:lnTo>
                    <a:lnTo>
                      <a:pt x="1432" y="122"/>
                    </a:lnTo>
                    <a:lnTo>
                      <a:pt x="1434" y="122"/>
                    </a:lnTo>
                    <a:lnTo>
                      <a:pt x="1435" y="122"/>
                    </a:lnTo>
                    <a:lnTo>
                      <a:pt x="1437" y="122"/>
                    </a:lnTo>
                    <a:lnTo>
                      <a:pt x="1438" y="122"/>
                    </a:lnTo>
                    <a:lnTo>
                      <a:pt x="1439" y="121"/>
                    </a:lnTo>
                    <a:lnTo>
                      <a:pt x="1441" y="120"/>
                    </a:lnTo>
                    <a:lnTo>
                      <a:pt x="1442" y="120"/>
                    </a:lnTo>
                  </a:path>
                </a:pathLst>
              </a:custGeom>
              <a:noFill/>
              <a:ln cap="flat" cmpd="sng" w="25400">
                <a:solidFill>
                  <a:srgbClr val="8B008B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 flipH="1" rot="10800000">
                <a:off x="1077913" y="982663"/>
                <a:ext cx="3810000" cy="1882775"/>
              </a:xfrm>
              <a:custGeom>
                <a:rect b="b" l="l" r="r" t="t"/>
                <a:pathLst>
                  <a:path extrusionOk="0" h="854" w="1442">
                    <a:moveTo>
                      <a:pt x="0" y="14"/>
                    </a:moveTo>
                    <a:lnTo>
                      <a:pt x="2" y="8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9" y="9"/>
                    </a:lnTo>
                    <a:lnTo>
                      <a:pt x="10" y="9"/>
                    </a:lnTo>
                    <a:lnTo>
                      <a:pt x="11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8"/>
                    </a:lnTo>
                    <a:lnTo>
                      <a:pt x="17" y="8"/>
                    </a:lnTo>
                    <a:lnTo>
                      <a:pt x="18" y="6"/>
                    </a:lnTo>
                    <a:lnTo>
                      <a:pt x="19" y="6"/>
                    </a:lnTo>
                    <a:lnTo>
                      <a:pt x="21" y="7"/>
                    </a:lnTo>
                    <a:lnTo>
                      <a:pt x="22" y="7"/>
                    </a:lnTo>
                    <a:lnTo>
                      <a:pt x="23" y="7"/>
                    </a:lnTo>
                    <a:lnTo>
                      <a:pt x="25" y="7"/>
                    </a:lnTo>
                    <a:lnTo>
                      <a:pt x="26" y="9"/>
                    </a:lnTo>
                    <a:lnTo>
                      <a:pt x="28" y="9"/>
                    </a:lnTo>
                    <a:lnTo>
                      <a:pt x="29" y="8"/>
                    </a:lnTo>
                    <a:lnTo>
                      <a:pt x="30" y="7"/>
                    </a:lnTo>
                    <a:lnTo>
                      <a:pt x="32" y="7"/>
                    </a:lnTo>
                    <a:lnTo>
                      <a:pt x="33" y="8"/>
                    </a:lnTo>
                    <a:lnTo>
                      <a:pt x="34" y="7"/>
                    </a:lnTo>
                    <a:lnTo>
                      <a:pt x="36" y="7"/>
                    </a:lnTo>
                    <a:lnTo>
                      <a:pt x="37" y="7"/>
                    </a:lnTo>
                    <a:lnTo>
                      <a:pt x="38" y="7"/>
                    </a:lnTo>
                    <a:lnTo>
                      <a:pt x="40" y="8"/>
                    </a:lnTo>
                    <a:lnTo>
                      <a:pt x="41" y="8"/>
                    </a:lnTo>
                    <a:lnTo>
                      <a:pt x="43" y="8"/>
                    </a:lnTo>
                    <a:lnTo>
                      <a:pt x="44" y="9"/>
                    </a:lnTo>
                    <a:lnTo>
                      <a:pt x="45" y="8"/>
                    </a:lnTo>
                    <a:lnTo>
                      <a:pt x="47" y="8"/>
                    </a:lnTo>
                    <a:lnTo>
                      <a:pt x="48" y="9"/>
                    </a:lnTo>
                    <a:lnTo>
                      <a:pt x="49" y="9"/>
                    </a:lnTo>
                    <a:lnTo>
                      <a:pt x="51" y="9"/>
                    </a:lnTo>
                    <a:lnTo>
                      <a:pt x="52" y="9"/>
                    </a:lnTo>
                    <a:lnTo>
                      <a:pt x="53" y="9"/>
                    </a:lnTo>
                    <a:lnTo>
                      <a:pt x="55" y="9"/>
                    </a:lnTo>
                    <a:lnTo>
                      <a:pt x="56" y="9"/>
                    </a:lnTo>
                    <a:lnTo>
                      <a:pt x="57" y="8"/>
                    </a:lnTo>
                    <a:lnTo>
                      <a:pt x="59" y="8"/>
                    </a:lnTo>
                    <a:lnTo>
                      <a:pt x="60" y="8"/>
                    </a:lnTo>
                    <a:lnTo>
                      <a:pt x="62" y="7"/>
                    </a:lnTo>
                    <a:lnTo>
                      <a:pt x="63" y="7"/>
                    </a:lnTo>
                    <a:lnTo>
                      <a:pt x="64" y="7"/>
                    </a:lnTo>
                    <a:lnTo>
                      <a:pt x="66" y="7"/>
                    </a:lnTo>
                    <a:lnTo>
                      <a:pt x="67" y="8"/>
                    </a:lnTo>
                    <a:lnTo>
                      <a:pt x="68" y="7"/>
                    </a:lnTo>
                    <a:lnTo>
                      <a:pt x="70" y="7"/>
                    </a:lnTo>
                    <a:lnTo>
                      <a:pt x="71" y="7"/>
                    </a:lnTo>
                    <a:lnTo>
                      <a:pt x="72" y="7"/>
                    </a:lnTo>
                    <a:lnTo>
                      <a:pt x="74" y="7"/>
                    </a:lnTo>
                    <a:lnTo>
                      <a:pt x="75" y="7"/>
                    </a:lnTo>
                    <a:lnTo>
                      <a:pt x="77" y="6"/>
                    </a:lnTo>
                    <a:lnTo>
                      <a:pt x="78" y="6"/>
                    </a:lnTo>
                    <a:lnTo>
                      <a:pt x="79" y="6"/>
                    </a:lnTo>
                    <a:lnTo>
                      <a:pt x="81" y="5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1" y="4"/>
                    </a:lnTo>
                    <a:lnTo>
                      <a:pt x="93" y="4"/>
                    </a:lnTo>
                    <a:lnTo>
                      <a:pt x="94" y="4"/>
                    </a:lnTo>
                    <a:lnTo>
                      <a:pt x="96" y="4"/>
                    </a:lnTo>
                    <a:lnTo>
                      <a:pt x="97" y="4"/>
                    </a:lnTo>
                    <a:lnTo>
                      <a:pt x="98" y="3"/>
                    </a:lnTo>
                    <a:lnTo>
                      <a:pt x="100" y="4"/>
                    </a:lnTo>
                    <a:lnTo>
                      <a:pt x="101" y="4"/>
                    </a:lnTo>
                    <a:lnTo>
                      <a:pt x="102" y="4"/>
                    </a:lnTo>
                    <a:lnTo>
                      <a:pt x="104" y="5"/>
                    </a:lnTo>
                    <a:lnTo>
                      <a:pt x="105" y="5"/>
                    </a:lnTo>
                    <a:lnTo>
                      <a:pt x="106" y="5"/>
                    </a:lnTo>
                    <a:lnTo>
                      <a:pt x="108" y="6"/>
                    </a:lnTo>
                    <a:lnTo>
                      <a:pt x="109" y="6"/>
                    </a:lnTo>
                    <a:lnTo>
                      <a:pt x="111" y="5"/>
                    </a:lnTo>
                    <a:lnTo>
                      <a:pt x="112" y="5"/>
                    </a:lnTo>
                    <a:lnTo>
                      <a:pt x="113" y="4"/>
                    </a:lnTo>
                    <a:lnTo>
                      <a:pt x="115" y="3"/>
                    </a:lnTo>
                    <a:lnTo>
                      <a:pt x="116" y="2"/>
                    </a:lnTo>
                    <a:lnTo>
                      <a:pt x="117" y="0"/>
                    </a:lnTo>
                    <a:lnTo>
                      <a:pt x="119" y="388"/>
                    </a:lnTo>
                    <a:lnTo>
                      <a:pt x="120" y="423"/>
                    </a:lnTo>
                    <a:lnTo>
                      <a:pt x="121" y="434"/>
                    </a:lnTo>
                    <a:lnTo>
                      <a:pt x="123" y="440"/>
                    </a:lnTo>
                    <a:lnTo>
                      <a:pt x="124" y="446"/>
                    </a:lnTo>
                    <a:lnTo>
                      <a:pt x="125" y="451"/>
                    </a:lnTo>
                    <a:lnTo>
                      <a:pt x="127" y="457"/>
                    </a:lnTo>
                    <a:lnTo>
                      <a:pt x="128" y="462"/>
                    </a:lnTo>
                    <a:lnTo>
                      <a:pt x="130" y="467"/>
                    </a:lnTo>
                    <a:lnTo>
                      <a:pt x="131" y="471"/>
                    </a:lnTo>
                    <a:lnTo>
                      <a:pt x="132" y="476"/>
                    </a:lnTo>
                    <a:lnTo>
                      <a:pt x="134" y="481"/>
                    </a:lnTo>
                    <a:lnTo>
                      <a:pt x="135" y="486"/>
                    </a:lnTo>
                    <a:lnTo>
                      <a:pt x="136" y="491"/>
                    </a:lnTo>
                    <a:lnTo>
                      <a:pt x="138" y="495"/>
                    </a:lnTo>
                    <a:lnTo>
                      <a:pt x="139" y="499"/>
                    </a:lnTo>
                    <a:lnTo>
                      <a:pt x="140" y="502"/>
                    </a:lnTo>
                    <a:lnTo>
                      <a:pt x="142" y="505"/>
                    </a:lnTo>
                    <a:lnTo>
                      <a:pt x="143" y="507"/>
                    </a:lnTo>
                    <a:lnTo>
                      <a:pt x="145" y="510"/>
                    </a:lnTo>
                    <a:lnTo>
                      <a:pt x="146" y="514"/>
                    </a:lnTo>
                    <a:lnTo>
                      <a:pt x="147" y="517"/>
                    </a:lnTo>
                    <a:lnTo>
                      <a:pt x="149" y="519"/>
                    </a:lnTo>
                    <a:lnTo>
                      <a:pt x="150" y="523"/>
                    </a:lnTo>
                    <a:lnTo>
                      <a:pt x="151" y="524"/>
                    </a:lnTo>
                    <a:lnTo>
                      <a:pt x="153" y="526"/>
                    </a:lnTo>
                    <a:lnTo>
                      <a:pt x="154" y="529"/>
                    </a:lnTo>
                    <a:lnTo>
                      <a:pt x="155" y="532"/>
                    </a:lnTo>
                    <a:lnTo>
                      <a:pt x="157" y="534"/>
                    </a:lnTo>
                    <a:lnTo>
                      <a:pt x="158" y="537"/>
                    </a:lnTo>
                    <a:lnTo>
                      <a:pt x="159" y="540"/>
                    </a:lnTo>
                    <a:lnTo>
                      <a:pt x="161" y="542"/>
                    </a:lnTo>
                    <a:lnTo>
                      <a:pt x="162" y="545"/>
                    </a:lnTo>
                    <a:lnTo>
                      <a:pt x="164" y="547"/>
                    </a:lnTo>
                    <a:lnTo>
                      <a:pt x="165" y="548"/>
                    </a:lnTo>
                    <a:lnTo>
                      <a:pt x="166" y="550"/>
                    </a:lnTo>
                    <a:lnTo>
                      <a:pt x="168" y="551"/>
                    </a:lnTo>
                    <a:lnTo>
                      <a:pt x="169" y="554"/>
                    </a:lnTo>
                    <a:lnTo>
                      <a:pt x="170" y="556"/>
                    </a:lnTo>
                    <a:lnTo>
                      <a:pt x="172" y="557"/>
                    </a:lnTo>
                    <a:lnTo>
                      <a:pt x="173" y="560"/>
                    </a:lnTo>
                    <a:lnTo>
                      <a:pt x="174" y="562"/>
                    </a:lnTo>
                    <a:lnTo>
                      <a:pt x="176" y="565"/>
                    </a:lnTo>
                    <a:lnTo>
                      <a:pt x="177" y="567"/>
                    </a:lnTo>
                    <a:lnTo>
                      <a:pt x="179" y="569"/>
                    </a:lnTo>
                    <a:lnTo>
                      <a:pt x="180" y="571"/>
                    </a:lnTo>
                    <a:lnTo>
                      <a:pt x="181" y="573"/>
                    </a:lnTo>
                    <a:lnTo>
                      <a:pt x="183" y="576"/>
                    </a:lnTo>
                    <a:lnTo>
                      <a:pt x="184" y="578"/>
                    </a:lnTo>
                    <a:lnTo>
                      <a:pt x="185" y="580"/>
                    </a:lnTo>
                    <a:lnTo>
                      <a:pt x="187" y="582"/>
                    </a:lnTo>
                    <a:lnTo>
                      <a:pt x="188" y="584"/>
                    </a:lnTo>
                    <a:lnTo>
                      <a:pt x="189" y="586"/>
                    </a:lnTo>
                    <a:lnTo>
                      <a:pt x="191" y="587"/>
                    </a:lnTo>
                    <a:lnTo>
                      <a:pt x="192" y="589"/>
                    </a:lnTo>
                    <a:lnTo>
                      <a:pt x="193" y="590"/>
                    </a:lnTo>
                    <a:lnTo>
                      <a:pt x="195" y="592"/>
                    </a:lnTo>
                    <a:lnTo>
                      <a:pt x="196" y="593"/>
                    </a:lnTo>
                    <a:lnTo>
                      <a:pt x="198" y="594"/>
                    </a:lnTo>
                    <a:lnTo>
                      <a:pt x="199" y="595"/>
                    </a:lnTo>
                    <a:lnTo>
                      <a:pt x="200" y="597"/>
                    </a:lnTo>
                    <a:lnTo>
                      <a:pt x="202" y="598"/>
                    </a:lnTo>
                    <a:lnTo>
                      <a:pt x="203" y="600"/>
                    </a:lnTo>
                    <a:lnTo>
                      <a:pt x="204" y="602"/>
                    </a:lnTo>
                    <a:lnTo>
                      <a:pt x="206" y="604"/>
                    </a:lnTo>
                    <a:lnTo>
                      <a:pt x="207" y="607"/>
                    </a:lnTo>
                    <a:lnTo>
                      <a:pt x="208" y="609"/>
                    </a:lnTo>
                    <a:lnTo>
                      <a:pt x="210" y="611"/>
                    </a:lnTo>
                    <a:lnTo>
                      <a:pt x="211" y="613"/>
                    </a:lnTo>
                    <a:lnTo>
                      <a:pt x="213" y="615"/>
                    </a:lnTo>
                    <a:lnTo>
                      <a:pt x="214" y="616"/>
                    </a:lnTo>
                    <a:lnTo>
                      <a:pt x="215" y="617"/>
                    </a:lnTo>
                    <a:lnTo>
                      <a:pt x="217" y="618"/>
                    </a:lnTo>
                    <a:lnTo>
                      <a:pt x="218" y="620"/>
                    </a:lnTo>
                    <a:lnTo>
                      <a:pt x="219" y="622"/>
                    </a:lnTo>
                    <a:lnTo>
                      <a:pt x="221" y="624"/>
                    </a:lnTo>
                    <a:lnTo>
                      <a:pt x="222" y="625"/>
                    </a:lnTo>
                    <a:lnTo>
                      <a:pt x="223" y="626"/>
                    </a:lnTo>
                    <a:lnTo>
                      <a:pt x="225" y="627"/>
                    </a:lnTo>
                    <a:lnTo>
                      <a:pt x="226" y="629"/>
                    </a:lnTo>
                    <a:lnTo>
                      <a:pt x="227" y="630"/>
                    </a:lnTo>
                    <a:lnTo>
                      <a:pt x="229" y="631"/>
                    </a:lnTo>
                    <a:lnTo>
                      <a:pt x="230" y="634"/>
                    </a:lnTo>
                    <a:lnTo>
                      <a:pt x="232" y="635"/>
                    </a:lnTo>
                    <a:lnTo>
                      <a:pt x="233" y="638"/>
                    </a:lnTo>
                    <a:lnTo>
                      <a:pt x="234" y="639"/>
                    </a:lnTo>
                    <a:lnTo>
                      <a:pt x="236" y="641"/>
                    </a:lnTo>
                    <a:lnTo>
                      <a:pt x="237" y="642"/>
                    </a:lnTo>
                    <a:lnTo>
                      <a:pt x="238" y="643"/>
                    </a:lnTo>
                    <a:lnTo>
                      <a:pt x="240" y="645"/>
                    </a:lnTo>
                    <a:lnTo>
                      <a:pt x="241" y="647"/>
                    </a:lnTo>
                    <a:lnTo>
                      <a:pt x="242" y="648"/>
                    </a:lnTo>
                    <a:lnTo>
                      <a:pt x="244" y="650"/>
                    </a:lnTo>
                    <a:lnTo>
                      <a:pt x="245" y="651"/>
                    </a:lnTo>
                    <a:lnTo>
                      <a:pt x="247" y="654"/>
                    </a:lnTo>
                    <a:lnTo>
                      <a:pt x="248" y="656"/>
                    </a:lnTo>
                    <a:lnTo>
                      <a:pt x="249" y="657"/>
                    </a:lnTo>
                    <a:lnTo>
                      <a:pt x="251" y="657"/>
                    </a:lnTo>
                    <a:lnTo>
                      <a:pt x="252" y="659"/>
                    </a:lnTo>
                    <a:lnTo>
                      <a:pt x="253" y="661"/>
                    </a:lnTo>
                    <a:lnTo>
                      <a:pt x="255" y="662"/>
                    </a:lnTo>
                    <a:lnTo>
                      <a:pt x="256" y="663"/>
                    </a:lnTo>
                    <a:lnTo>
                      <a:pt x="257" y="665"/>
                    </a:lnTo>
                    <a:lnTo>
                      <a:pt x="259" y="667"/>
                    </a:lnTo>
                    <a:lnTo>
                      <a:pt x="260" y="669"/>
                    </a:lnTo>
                    <a:lnTo>
                      <a:pt x="261" y="671"/>
                    </a:lnTo>
                    <a:lnTo>
                      <a:pt x="263" y="673"/>
                    </a:lnTo>
                    <a:lnTo>
                      <a:pt x="264" y="675"/>
                    </a:lnTo>
                    <a:lnTo>
                      <a:pt x="266" y="677"/>
                    </a:lnTo>
                    <a:lnTo>
                      <a:pt x="267" y="679"/>
                    </a:lnTo>
                    <a:lnTo>
                      <a:pt x="268" y="681"/>
                    </a:lnTo>
                    <a:lnTo>
                      <a:pt x="270" y="682"/>
                    </a:lnTo>
                    <a:lnTo>
                      <a:pt x="271" y="683"/>
                    </a:lnTo>
                    <a:lnTo>
                      <a:pt x="272" y="685"/>
                    </a:lnTo>
                    <a:lnTo>
                      <a:pt x="274" y="687"/>
                    </a:lnTo>
                    <a:lnTo>
                      <a:pt x="275" y="689"/>
                    </a:lnTo>
                    <a:lnTo>
                      <a:pt x="276" y="690"/>
                    </a:lnTo>
                    <a:lnTo>
                      <a:pt x="278" y="690"/>
                    </a:lnTo>
                    <a:lnTo>
                      <a:pt x="279" y="692"/>
                    </a:lnTo>
                    <a:lnTo>
                      <a:pt x="281" y="692"/>
                    </a:lnTo>
                    <a:lnTo>
                      <a:pt x="282" y="693"/>
                    </a:lnTo>
                    <a:lnTo>
                      <a:pt x="283" y="694"/>
                    </a:lnTo>
                    <a:lnTo>
                      <a:pt x="285" y="695"/>
                    </a:lnTo>
                    <a:lnTo>
                      <a:pt x="286" y="696"/>
                    </a:lnTo>
                    <a:lnTo>
                      <a:pt x="287" y="698"/>
                    </a:lnTo>
                    <a:lnTo>
                      <a:pt x="289" y="699"/>
                    </a:lnTo>
                    <a:lnTo>
                      <a:pt x="290" y="701"/>
                    </a:lnTo>
                    <a:lnTo>
                      <a:pt x="291" y="704"/>
                    </a:lnTo>
                    <a:lnTo>
                      <a:pt x="293" y="706"/>
                    </a:lnTo>
                    <a:lnTo>
                      <a:pt x="294" y="709"/>
                    </a:lnTo>
                    <a:lnTo>
                      <a:pt x="295" y="711"/>
                    </a:lnTo>
                    <a:lnTo>
                      <a:pt x="297" y="712"/>
                    </a:lnTo>
                    <a:lnTo>
                      <a:pt x="298" y="713"/>
                    </a:lnTo>
                    <a:lnTo>
                      <a:pt x="300" y="714"/>
                    </a:lnTo>
                    <a:lnTo>
                      <a:pt x="301" y="717"/>
                    </a:lnTo>
                    <a:lnTo>
                      <a:pt x="302" y="718"/>
                    </a:lnTo>
                    <a:lnTo>
                      <a:pt x="304" y="720"/>
                    </a:lnTo>
                    <a:lnTo>
                      <a:pt x="305" y="720"/>
                    </a:lnTo>
                    <a:lnTo>
                      <a:pt x="306" y="722"/>
                    </a:lnTo>
                    <a:lnTo>
                      <a:pt x="308" y="724"/>
                    </a:lnTo>
                    <a:lnTo>
                      <a:pt x="309" y="725"/>
                    </a:lnTo>
                    <a:lnTo>
                      <a:pt x="310" y="726"/>
                    </a:lnTo>
                    <a:lnTo>
                      <a:pt x="312" y="727"/>
                    </a:lnTo>
                    <a:lnTo>
                      <a:pt x="313" y="729"/>
                    </a:lnTo>
                    <a:lnTo>
                      <a:pt x="315" y="730"/>
                    </a:lnTo>
                    <a:lnTo>
                      <a:pt x="316" y="730"/>
                    </a:lnTo>
                    <a:lnTo>
                      <a:pt x="317" y="731"/>
                    </a:lnTo>
                    <a:lnTo>
                      <a:pt x="319" y="733"/>
                    </a:lnTo>
                    <a:lnTo>
                      <a:pt x="320" y="734"/>
                    </a:lnTo>
                    <a:lnTo>
                      <a:pt x="321" y="736"/>
                    </a:lnTo>
                    <a:lnTo>
                      <a:pt x="323" y="737"/>
                    </a:lnTo>
                    <a:lnTo>
                      <a:pt x="324" y="740"/>
                    </a:lnTo>
                    <a:lnTo>
                      <a:pt x="325" y="741"/>
                    </a:lnTo>
                    <a:lnTo>
                      <a:pt x="327" y="743"/>
                    </a:lnTo>
                    <a:lnTo>
                      <a:pt x="328" y="745"/>
                    </a:lnTo>
                    <a:lnTo>
                      <a:pt x="329" y="746"/>
                    </a:lnTo>
                    <a:lnTo>
                      <a:pt x="331" y="748"/>
                    </a:lnTo>
                    <a:lnTo>
                      <a:pt x="332" y="750"/>
                    </a:lnTo>
                    <a:lnTo>
                      <a:pt x="334" y="751"/>
                    </a:lnTo>
                    <a:lnTo>
                      <a:pt x="335" y="752"/>
                    </a:lnTo>
                    <a:lnTo>
                      <a:pt x="336" y="753"/>
                    </a:lnTo>
                    <a:lnTo>
                      <a:pt x="338" y="755"/>
                    </a:lnTo>
                    <a:lnTo>
                      <a:pt x="339" y="758"/>
                    </a:lnTo>
                    <a:lnTo>
                      <a:pt x="340" y="758"/>
                    </a:lnTo>
                    <a:lnTo>
                      <a:pt x="342" y="759"/>
                    </a:lnTo>
                    <a:lnTo>
                      <a:pt x="343" y="761"/>
                    </a:lnTo>
                    <a:lnTo>
                      <a:pt x="344" y="762"/>
                    </a:lnTo>
                    <a:lnTo>
                      <a:pt x="346" y="764"/>
                    </a:lnTo>
                    <a:lnTo>
                      <a:pt x="347" y="766"/>
                    </a:lnTo>
                    <a:lnTo>
                      <a:pt x="349" y="766"/>
                    </a:lnTo>
                    <a:lnTo>
                      <a:pt x="350" y="768"/>
                    </a:lnTo>
                    <a:lnTo>
                      <a:pt x="351" y="770"/>
                    </a:lnTo>
                    <a:lnTo>
                      <a:pt x="353" y="772"/>
                    </a:lnTo>
                    <a:lnTo>
                      <a:pt x="354" y="773"/>
                    </a:lnTo>
                    <a:lnTo>
                      <a:pt x="355" y="774"/>
                    </a:lnTo>
                    <a:lnTo>
                      <a:pt x="357" y="776"/>
                    </a:lnTo>
                    <a:lnTo>
                      <a:pt x="358" y="778"/>
                    </a:lnTo>
                    <a:lnTo>
                      <a:pt x="359" y="779"/>
                    </a:lnTo>
                    <a:lnTo>
                      <a:pt x="361" y="782"/>
                    </a:lnTo>
                    <a:lnTo>
                      <a:pt x="362" y="783"/>
                    </a:lnTo>
                    <a:lnTo>
                      <a:pt x="363" y="785"/>
                    </a:lnTo>
                    <a:lnTo>
                      <a:pt x="365" y="787"/>
                    </a:lnTo>
                    <a:lnTo>
                      <a:pt x="366" y="789"/>
                    </a:lnTo>
                    <a:lnTo>
                      <a:pt x="368" y="791"/>
                    </a:lnTo>
                    <a:lnTo>
                      <a:pt x="369" y="793"/>
                    </a:lnTo>
                    <a:lnTo>
                      <a:pt x="370" y="795"/>
                    </a:lnTo>
                    <a:lnTo>
                      <a:pt x="372" y="797"/>
                    </a:lnTo>
                    <a:lnTo>
                      <a:pt x="373" y="799"/>
                    </a:lnTo>
                    <a:lnTo>
                      <a:pt x="374" y="800"/>
                    </a:lnTo>
                    <a:lnTo>
                      <a:pt x="376" y="802"/>
                    </a:lnTo>
                    <a:lnTo>
                      <a:pt x="377" y="804"/>
                    </a:lnTo>
                    <a:lnTo>
                      <a:pt x="378" y="806"/>
                    </a:lnTo>
                    <a:lnTo>
                      <a:pt x="380" y="808"/>
                    </a:lnTo>
                    <a:lnTo>
                      <a:pt x="381" y="810"/>
                    </a:lnTo>
                    <a:lnTo>
                      <a:pt x="383" y="811"/>
                    </a:lnTo>
                    <a:lnTo>
                      <a:pt x="384" y="813"/>
                    </a:lnTo>
                    <a:lnTo>
                      <a:pt x="385" y="814"/>
                    </a:lnTo>
                    <a:lnTo>
                      <a:pt x="387" y="815"/>
                    </a:lnTo>
                    <a:lnTo>
                      <a:pt x="388" y="816"/>
                    </a:lnTo>
                    <a:lnTo>
                      <a:pt x="389" y="818"/>
                    </a:lnTo>
                    <a:lnTo>
                      <a:pt x="391" y="819"/>
                    </a:lnTo>
                    <a:lnTo>
                      <a:pt x="392" y="820"/>
                    </a:lnTo>
                    <a:lnTo>
                      <a:pt x="393" y="822"/>
                    </a:lnTo>
                    <a:lnTo>
                      <a:pt x="395" y="824"/>
                    </a:lnTo>
                    <a:lnTo>
                      <a:pt x="396" y="825"/>
                    </a:lnTo>
                    <a:lnTo>
                      <a:pt x="397" y="826"/>
                    </a:lnTo>
                    <a:lnTo>
                      <a:pt x="399" y="827"/>
                    </a:lnTo>
                    <a:lnTo>
                      <a:pt x="400" y="828"/>
                    </a:lnTo>
                    <a:lnTo>
                      <a:pt x="402" y="831"/>
                    </a:lnTo>
                    <a:lnTo>
                      <a:pt x="403" y="833"/>
                    </a:lnTo>
                    <a:lnTo>
                      <a:pt x="404" y="835"/>
                    </a:lnTo>
                    <a:lnTo>
                      <a:pt x="406" y="837"/>
                    </a:lnTo>
                    <a:lnTo>
                      <a:pt x="407" y="838"/>
                    </a:lnTo>
                    <a:lnTo>
                      <a:pt x="408" y="841"/>
                    </a:lnTo>
                    <a:lnTo>
                      <a:pt x="410" y="842"/>
                    </a:lnTo>
                    <a:lnTo>
                      <a:pt x="411" y="844"/>
                    </a:lnTo>
                    <a:lnTo>
                      <a:pt x="412" y="845"/>
                    </a:lnTo>
                    <a:lnTo>
                      <a:pt x="414" y="847"/>
                    </a:lnTo>
                    <a:lnTo>
                      <a:pt x="415" y="849"/>
                    </a:lnTo>
                    <a:lnTo>
                      <a:pt x="417" y="850"/>
                    </a:lnTo>
                    <a:lnTo>
                      <a:pt x="418" y="851"/>
                    </a:lnTo>
                    <a:lnTo>
                      <a:pt x="419" y="852"/>
                    </a:lnTo>
                    <a:lnTo>
                      <a:pt x="421" y="853"/>
                    </a:lnTo>
                    <a:lnTo>
                      <a:pt x="422" y="854"/>
                    </a:lnTo>
                    <a:lnTo>
                      <a:pt x="423" y="853"/>
                    </a:lnTo>
                    <a:lnTo>
                      <a:pt x="425" y="549"/>
                    </a:lnTo>
                    <a:lnTo>
                      <a:pt x="426" y="543"/>
                    </a:lnTo>
                    <a:lnTo>
                      <a:pt x="427" y="538"/>
                    </a:lnTo>
                    <a:lnTo>
                      <a:pt x="429" y="537"/>
                    </a:lnTo>
                    <a:lnTo>
                      <a:pt x="430" y="535"/>
                    </a:lnTo>
                    <a:lnTo>
                      <a:pt x="431" y="534"/>
                    </a:lnTo>
                    <a:lnTo>
                      <a:pt x="433" y="533"/>
                    </a:lnTo>
                    <a:lnTo>
                      <a:pt x="434" y="530"/>
                    </a:lnTo>
                    <a:lnTo>
                      <a:pt x="436" y="528"/>
                    </a:lnTo>
                    <a:lnTo>
                      <a:pt x="437" y="525"/>
                    </a:lnTo>
                    <a:lnTo>
                      <a:pt x="438" y="523"/>
                    </a:lnTo>
                    <a:lnTo>
                      <a:pt x="440" y="521"/>
                    </a:lnTo>
                    <a:lnTo>
                      <a:pt x="441" y="519"/>
                    </a:lnTo>
                    <a:lnTo>
                      <a:pt x="442" y="517"/>
                    </a:lnTo>
                    <a:lnTo>
                      <a:pt x="444" y="515"/>
                    </a:lnTo>
                    <a:lnTo>
                      <a:pt x="445" y="514"/>
                    </a:lnTo>
                    <a:lnTo>
                      <a:pt x="446" y="513"/>
                    </a:lnTo>
                    <a:lnTo>
                      <a:pt x="448" y="513"/>
                    </a:lnTo>
                    <a:lnTo>
                      <a:pt x="449" y="512"/>
                    </a:lnTo>
                    <a:lnTo>
                      <a:pt x="451" y="512"/>
                    </a:lnTo>
                    <a:lnTo>
                      <a:pt x="452" y="511"/>
                    </a:lnTo>
                    <a:lnTo>
                      <a:pt x="453" y="511"/>
                    </a:lnTo>
                    <a:lnTo>
                      <a:pt x="455" y="510"/>
                    </a:lnTo>
                    <a:lnTo>
                      <a:pt x="456" y="509"/>
                    </a:lnTo>
                    <a:lnTo>
                      <a:pt x="457" y="508"/>
                    </a:lnTo>
                    <a:lnTo>
                      <a:pt x="459" y="508"/>
                    </a:lnTo>
                    <a:lnTo>
                      <a:pt x="460" y="507"/>
                    </a:lnTo>
                    <a:lnTo>
                      <a:pt x="461" y="507"/>
                    </a:lnTo>
                    <a:lnTo>
                      <a:pt x="463" y="506"/>
                    </a:lnTo>
                    <a:lnTo>
                      <a:pt x="464" y="506"/>
                    </a:lnTo>
                    <a:lnTo>
                      <a:pt x="465" y="505"/>
                    </a:lnTo>
                    <a:lnTo>
                      <a:pt x="467" y="504"/>
                    </a:lnTo>
                    <a:lnTo>
                      <a:pt x="468" y="502"/>
                    </a:lnTo>
                    <a:lnTo>
                      <a:pt x="470" y="501"/>
                    </a:lnTo>
                    <a:lnTo>
                      <a:pt x="471" y="499"/>
                    </a:lnTo>
                    <a:lnTo>
                      <a:pt x="472" y="498"/>
                    </a:lnTo>
                    <a:lnTo>
                      <a:pt x="474" y="498"/>
                    </a:lnTo>
                    <a:lnTo>
                      <a:pt x="475" y="497"/>
                    </a:lnTo>
                    <a:lnTo>
                      <a:pt x="476" y="497"/>
                    </a:lnTo>
                    <a:lnTo>
                      <a:pt x="478" y="497"/>
                    </a:lnTo>
                    <a:lnTo>
                      <a:pt x="479" y="496"/>
                    </a:lnTo>
                    <a:lnTo>
                      <a:pt x="480" y="496"/>
                    </a:lnTo>
                    <a:lnTo>
                      <a:pt x="482" y="495"/>
                    </a:lnTo>
                    <a:lnTo>
                      <a:pt x="483" y="493"/>
                    </a:lnTo>
                    <a:lnTo>
                      <a:pt x="485" y="492"/>
                    </a:lnTo>
                    <a:lnTo>
                      <a:pt x="486" y="491"/>
                    </a:lnTo>
                    <a:lnTo>
                      <a:pt x="487" y="490"/>
                    </a:lnTo>
                    <a:lnTo>
                      <a:pt x="489" y="490"/>
                    </a:lnTo>
                    <a:lnTo>
                      <a:pt x="490" y="488"/>
                    </a:lnTo>
                    <a:lnTo>
                      <a:pt x="491" y="487"/>
                    </a:lnTo>
                    <a:lnTo>
                      <a:pt x="493" y="486"/>
                    </a:lnTo>
                    <a:lnTo>
                      <a:pt x="494" y="486"/>
                    </a:lnTo>
                    <a:lnTo>
                      <a:pt x="495" y="486"/>
                    </a:lnTo>
                    <a:lnTo>
                      <a:pt x="497" y="485"/>
                    </a:lnTo>
                    <a:lnTo>
                      <a:pt x="498" y="484"/>
                    </a:lnTo>
                    <a:lnTo>
                      <a:pt x="499" y="485"/>
                    </a:lnTo>
                    <a:lnTo>
                      <a:pt x="501" y="484"/>
                    </a:lnTo>
                    <a:lnTo>
                      <a:pt x="502" y="484"/>
                    </a:lnTo>
                    <a:lnTo>
                      <a:pt x="504" y="484"/>
                    </a:lnTo>
                    <a:lnTo>
                      <a:pt x="505" y="483"/>
                    </a:lnTo>
                    <a:lnTo>
                      <a:pt x="506" y="483"/>
                    </a:lnTo>
                    <a:lnTo>
                      <a:pt x="508" y="483"/>
                    </a:lnTo>
                    <a:lnTo>
                      <a:pt x="509" y="483"/>
                    </a:lnTo>
                    <a:lnTo>
                      <a:pt x="510" y="481"/>
                    </a:lnTo>
                    <a:lnTo>
                      <a:pt x="512" y="480"/>
                    </a:lnTo>
                    <a:lnTo>
                      <a:pt x="513" y="479"/>
                    </a:lnTo>
                    <a:lnTo>
                      <a:pt x="514" y="477"/>
                    </a:lnTo>
                    <a:lnTo>
                      <a:pt x="516" y="477"/>
                    </a:lnTo>
                    <a:lnTo>
                      <a:pt x="517" y="477"/>
                    </a:lnTo>
                    <a:lnTo>
                      <a:pt x="519" y="477"/>
                    </a:lnTo>
                    <a:lnTo>
                      <a:pt x="520" y="476"/>
                    </a:lnTo>
                    <a:lnTo>
                      <a:pt x="521" y="475"/>
                    </a:lnTo>
                    <a:lnTo>
                      <a:pt x="523" y="475"/>
                    </a:lnTo>
                    <a:lnTo>
                      <a:pt x="524" y="475"/>
                    </a:lnTo>
                    <a:lnTo>
                      <a:pt x="525" y="474"/>
                    </a:lnTo>
                    <a:lnTo>
                      <a:pt x="527" y="472"/>
                    </a:lnTo>
                    <a:lnTo>
                      <a:pt x="528" y="471"/>
                    </a:lnTo>
                    <a:lnTo>
                      <a:pt x="529" y="471"/>
                    </a:lnTo>
                    <a:lnTo>
                      <a:pt x="531" y="470"/>
                    </a:lnTo>
                    <a:lnTo>
                      <a:pt x="532" y="470"/>
                    </a:lnTo>
                    <a:lnTo>
                      <a:pt x="533" y="468"/>
                    </a:lnTo>
                    <a:lnTo>
                      <a:pt x="535" y="468"/>
                    </a:lnTo>
                    <a:lnTo>
                      <a:pt x="536" y="467"/>
                    </a:lnTo>
                    <a:lnTo>
                      <a:pt x="538" y="466"/>
                    </a:lnTo>
                    <a:lnTo>
                      <a:pt x="539" y="465"/>
                    </a:lnTo>
                    <a:lnTo>
                      <a:pt x="540" y="465"/>
                    </a:lnTo>
                    <a:lnTo>
                      <a:pt x="542" y="464"/>
                    </a:lnTo>
                    <a:lnTo>
                      <a:pt x="543" y="463"/>
                    </a:lnTo>
                    <a:lnTo>
                      <a:pt x="544" y="463"/>
                    </a:lnTo>
                    <a:lnTo>
                      <a:pt x="546" y="463"/>
                    </a:lnTo>
                    <a:lnTo>
                      <a:pt x="547" y="463"/>
                    </a:lnTo>
                    <a:lnTo>
                      <a:pt x="548" y="463"/>
                    </a:lnTo>
                    <a:lnTo>
                      <a:pt x="550" y="463"/>
                    </a:lnTo>
                    <a:lnTo>
                      <a:pt x="551" y="463"/>
                    </a:lnTo>
                    <a:lnTo>
                      <a:pt x="553" y="462"/>
                    </a:lnTo>
                    <a:lnTo>
                      <a:pt x="554" y="462"/>
                    </a:lnTo>
                    <a:lnTo>
                      <a:pt x="555" y="461"/>
                    </a:lnTo>
                    <a:lnTo>
                      <a:pt x="557" y="459"/>
                    </a:lnTo>
                    <a:lnTo>
                      <a:pt x="558" y="459"/>
                    </a:lnTo>
                    <a:lnTo>
                      <a:pt x="559" y="458"/>
                    </a:lnTo>
                    <a:lnTo>
                      <a:pt x="561" y="457"/>
                    </a:lnTo>
                    <a:lnTo>
                      <a:pt x="562" y="457"/>
                    </a:lnTo>
                    <a:lnTo>
                      <a:pt x="563" y="456"/>
                    </a:lnTo>
                    <a:lnTo>
                      <a:pt x="565" y="456"/>
                    </a:lnTo>
                    <a:lnTo>
                      <a:pt x="566" y="456"/>
                    </a:lnTo>
                    <a:lnTo>
                      <a:pt x="567" y="455"/>
                    </a:lnTo>
                    <a:lnTo>
                      <a:pt x="569" y="454"/>
                    </a:lnTo>
                    <a:lnTo>
                      <a:pt x="570" y="454"/>
                    </a:lnTo>
                    <a:lnTo>
                      <a:pt x="572" y="453"/>
                    </a:lnTo>
                    <a:lnTo>
                      <a:pt x="573" y="453"/>
                    </a:lnTo>
                    <a:lnTo>
                      <a:pt x="574" y="452"/>
                    </a:lnTo>
                    <a:lnTo>
                      <a:pt x="576" y="451"/>
                    </a:lnTo>
                    <a:lnTo>
                      <a:pt x="577" y="451"/>
                    </a:lnTo>
                    <a:lnTo>
                      <a:pt x="578" y="451"/>
                    </a:lnTo>
                    <a:lnTo>
                      <a:pt x="580" y="450"/>
                    </a:lnTo>
                    <a:lnTo>
                      <a:pt x="581" y="450"/>
                    </a:lnTo>
                    <a:lnTo>
                      <a:pt x="582" y="449"/>
                    </a:lnTo>
                    <a:lnTo>
                      <a:pt x="584" y="447"/>
                    </a:lnTo>
                    <a:lnTo>
                      <a:pt x="585" y="447"/>
                    </a:lnTo>
                    <a:lnTo>
                      <a:pt x="587" y="446"/>
                    </a:lnTo>
                    <a:lnTo>
                      <a:pt x="588" y="446"/>
                    </a:lnTo>
                    <a:lnTo>
                      <a:pt x="589" y="446"/>
                    </a:lnTo>
                    <a:lnTo>
                      <a:pt x="591" y="445"/>
                    </a:lnTo>
                    <a:lnTo>
                      <a:pt x="592" y="445"/>
                    </a:lnTo>
                    <a:lnTo>
                      <a:pt x="593" y="445"/>
                    </a:lnTo>
                    <a:lnTo>
                      <a:pt x="595" y="444"/>
                    </a:lnTo>
                    <a:lnTo>
                      <a:pt x="596" y="443"/>
                    </a:lnTo>
                    <a:lnTo>
                      <a:pt x="597" y="443"/>
                    </a:lnTo>
                    <a:lnTo>
                      <a:pt x="599" y="442"/>
                    </a:lnTo>
                    <a:lnTo>
                      <a:pt x="600" y="442"/>
                    </a:lnTo>
                    <a:lnTo>
                      <a:pt x="601" y="442"/>
                    </a:lnTo>
                    <a:lnTo>
                      <a:pt x="603" y="441"/>
                    </a:lnTo>
                    <a:lnTo>
                      <a:pt x="604" y="440"/>
                    </a:lnTo>
                    <a:lnTo>
                      <a:pt x="606" y="441"/>
                    </a:lnTo>
                    <a:lnTo>
                      <a:pt x="607" y="440"/>
                    </a:lnTo>
                    <a:lnTo>
                      <a:pt x="608" y="440"/>
                    </a:lnTo>
                    <a:lnTo>
                      <a:pt x="610" y="440"/>
                    </a:lnTo>
                    <a:lnTo>
                      <a:pt x="611" y="439"/>
                    </a:lnTo>
                    <a:lnTo>
                      <a:pt x="612" y="438"/>
                    </a:lnTo>
                    <a:lnTo>
                      <a:pt x="614" y="438"/>
                    </a:lnTo>
                    <a:lnTo>
                      <a:pt x="615" y="437"/>
                    </a:lnTo>
                    <a:lnTo>
                      <a:pt x="616" y="436"/>
                    </a:lnTo>
                    <a:lnTo>
                      <a:pt x="618" y="436"/>
                    </a:lnTo>
                    <a:lnTo>
                      <a:pt x="619" y="435"/>
                    </a:lnTo>
                    <a:lnTo>
                      <a:pt x="621" y="435"/>
                    </a:lnTo>
                    <a:lnTo>
                      <a:pt x="622" y="435"/>
                    </a:lnTo>
                    <a:lnTo>
                      <a:pt x="623" y="434"/>
                    </a:lnTo>
                    <a:lnTo>
                      <a:pt x="625" y="433"/>
                    </a:lnTo>
                    <a:lnTo>
                      <a:pt x="626" y="433"/>
                    </a:lnTo>
                    <a:lnTo>
                      <a:pt x="627" y="432"/>
                    </a:lnTo>
                    <a:lnTo>
                      <a:pt x="629" y="432"/>
                    </a:lnTo>
                    <a:lnTo>
                      <a:pt x="630" y="432"/>
                    </a:lnTo>
                    <a:lnTo>
                      <a:pt x="631" y="431"/>
                    </a:lnTo>
                    <a:lnTo>
                      <a:pt x="633" y="431"/>
                    </a:lnTo>
                    <a:lnTo>
                      <a:pt x="634" y="432"/>
                    </a:lnTo>
                    <a:lnTo>
                      <a:pt x="635" y="432"/>
                    </a:lnTo>
                    <a:lnTo>
                      <a:pt x="637" y="433"/>
                    </a:lnTo>
                    <a:lnTo>
                      <a:pt x="638" y="432"/>
                    </a:lnTo>
                    <a:lnTo>
                      <a:pt x="640" y="432"/>
                    </a:lnTo>
                    <a:lnTo>
                      <a:pt x="641" y="431"/>
                    </a:lnTo>
                    <a:lnTo>
                      <a:pt x="642" y="431"/>
                    </a:lnTo>
                    <a:lnTo>
                      <a:pt x="644" y="430"/>
                    </a:lnTo>
                    <a:lnTo>
                      <a:pt x="645" y="430"/>
                    </a:lnTo>
                    <a:lnTo>
                      <a:pt x="646" y="430"/>
                    </a:lnTo>
                    <a:lnTo>
                      <a:pt x="648" y="430"/>
                    </a:lnTo>
                    <a:lnTo>
                      <a:pt x="649" y="430"/>
                    </a:lnTo>
                    <a:lnTo>
                      <a:pt x="650" y="431"/>
                    </a:lnTo>
                    <a:lnTo>
                      <a:pt x="652" y="430"/>
                    </a:lnTo>
                    <a:lnTo>
                      <a:pt x="653" y="430"/>
                    </a:lnTo>
                    <a:lnTo>
                      <a:pt x="655" y="430"/>
                    </a:lnTo>
                    <a:lnTo>
                      <a:pt x="656" y="429"/>
                    </a:lnTo>
                    <a:lnTo>
                      <a:pt x="657" y="428"/>
                    </a:lnTo>
                    <a:lnTo>
                      <a:pt x="659" y="427"/>
                    </a:lnTo>
                    <a:lnTo>
                      <a:pt x="660" y="426"/>
                    </a:lnTo>
                    <a:lnTo>
                      <a:pt x="661" y="426"/>
                    </a:lnTo>
                    <a:lnTo>
                      <a:pt x="663" y="426"/>
                    </a:lnTo>
                    <a:lnTo>
                      <a:pt x="664" y="426"/>
                    </a:lnTo>
                    <a:lnTo>
                      <a:pt x="665" y="426"/>
                    </a:lnTo>
                    <a:lnTo>
                      <a:pt x="667" y="426"/>
                    </a:lnTo>
                    <a:lnTo>
                      <a:pt x="668" y="425"/>
                    </a:lnTo>
                    <a:lnTo>
                      <a:pt x="669" y="424"/>
                    </a:lnTo>
                    <a:lnTo>
                      <a:pt x="671" y="423"/>
                    </a:lnTo>
                    <a:lnTo>
                      <a:pt x="672" y="423"/>
                    </a:lnTo>
                    <a:lnTo>
                      <a:pt x="674" y="422"/>
                    </a:lnTo>
                    <a:lnTo>
                      <a:pt x="675" y="421"/>
                    </a:lnTo>
                    <a:lnTo>
                      <a:pt x="676" y="421"/>
                    </a:lnTo>
                    <a:lnTo>
                      <a:pt x="678" y="420"/>
                    </a:lnTo>
                    <a:lnTo>
                      <a:pt x="679" y="420"/>
                    </a:lnTo>
                    <a:lnTo>
                      <a:pt x="680" y="420"/>
                    </a:lnTo>
                    <a:lnTo>
                      <a:pt x="682" y="419"/>
                    </a:lnTo>
                    <a:lnTo>
                      <a:pt x="683" y="418"/>
                    </a:lnTo>
                    <a:lnTo>
                      <a:pt x="684" y="418"/>
                    </a:lnTo>
                    <a:lnTo>
                      <a:pt x="686" y="418"/>
                    </a:lnTo>
                    <a:lnTo>
                      <a:pt x="687" y="418"/>
                    </a:lnTo>
                    <a:lnTo>
                      <a:pt x="689" y="418"/>
                    </a:lnTo>
                    <a:lnTo>
                      <a:pt x="690" y="418"/>
                    </a:lnTo>
                    <a:lnTo>
                      <a:pt x="691" y="418"/>
                    </a:lnTo>
                    <a:lnTo>
                      <a:pt x="693" y="417"/>
                    </a:lnTo>
                    <a:lnTo>
                      <a:pt x="694" y="417"/>
                    </a:lnTo>
                    <a:lnTo>
                      <a:pt x="695" y="417"/>
                    </a:lnTo>
                    <a:lnTo>
                      <a:pt x="697" y="416"/>
                    </a:lnTo>
                    <a:lnTo>
                      <a:pt x="698" y="416"/>
                    </a:lnTo>
                    <a:lnTo>
                      <a:pt x="699" y="415"/>
                    </a:lnTo>
                    <a:lnTo>
                      <a:pt x="701" y="414"/>
                    </a:lnTo>
                    <a:lnTo>
                      <a:pt x="702" y="414"/>
                    </a:lnTo>
                    <a:lnTo>
                      <a:pt x="703" y="413"/>
                    </a:lnTo>
                    <a:lnTo>
                      <a:pt x="705" y="412"/>
                    </a:lnTo>
                    <a:lnTo>
                      <a:pt x="706" y="412"/>
                    </a:lnTo>
                    <a:lnTo>
                      <a:pt x="708" y="410"/>
                    </a:lnTo>
                    <a:lnTo>
                      <a:pt x="709" y="411"/>
                    </a:lnTo>
                    <a:lnTo>
                      <a:pt x="710" y="410"/>
                    </a:lnTo>
                    <a:lnTo>
                      <a:pt x="712" y="410"/>
                    </a:lnTo>
                    <a:lnTo>
                      <a:pt x="713" y="410"/>
                    </a:lnTo>
                    <a:lnTo>
                      <a:pt x="714" y="409"/>
                    </a:lnTo>
                    <a:lnTo>
                      <a:pt x="716" y="408"/>
                    </a:lnTo>
                    <a:lnTo>
                      <a:pt x="717" y="408"/>
                    </a:lnTo>
                    <a:lnTo>
                      <a:pt x="718" y="406"/>
                    </a:lnTo>
                    <a:lnTo>
                      <a:pt x="720" y="406"/>
                    </a:lnTo>
                    <a:lnTo>
                      <a:pt x="721" y="404"/>
                    </a:lnTo>
                    <a:lnTo>
                      <a:pt x="723" y="404"/>
                    </a:lnTo>
                    <a:lnTo>
                      <a:pt x="724" y="404"/>
                    </a:lnTo>
                    <a:lnTo>
                      <a:pt x="725" y="403"/>
                    </a:lnTo>
                    <a:lnTo>
                      <a:pt x="727" y="402"/>
                    </a:lnTo>
                    <a:lnTo>
                      <a:pt x="728" y="402"/>
                    </a:lnTo>
                    <a:lnTo>
                      <a:pt x="729" y="402"/>
                    </a:lnTo>
                    <a:lnTo>
                      <a:pt x="731" y="401"/>
                    </a:lnTo>
                    <a:lnTo>
                      <a:pt x="732" y="401"/>
                    </a:lnTo>
                    <a:lnTo>
                      <a:pt x="733" y="400"/>
                    </a:lnTo>
                    <a:lnTo>
                      <a:pt x="735" y="400"/>
                    </a:lnTo>
                    <a:lnTo>
                      <a:pt x="736" y="399"/>
                    </a:lnTo>
                    <a:lnTo>
                      <a:pt x="737" y="399"/>
                    </a:lnTo>
                    <a:lnTo>
                      <a:pt x="739" y="399"/>
                    </a:lnTo>
                    <a:lnTo>
                      <a:pt x="740" y="399"/>
                    </a:lnTo>
                    <a:lnTo>
                      <a:pt x="742" y="398"/>
                    </a:lnTo>
                    <a:lnTo>
                      <a:pt x="743" y="397"/>
                    </a:lnTo>
                    <a:lnTo>
                      <a:pt x="744" y="397"/>
                    </a:lnTo>
                    <a:lnTo>
                      <a:pt x="746" y="397"/>
                    </a:lnTo>
                    <a:lnTo>
                      <a:pt x="747" y="397"/>
                    </a:lnTo>
                    <a:lnTo>
                      <a:pt x="748" y="397"/>
                    </a:lnTo>
                    <a:lnTo>
                      <a:pt x="750" y="397"/>
                    </a:lnTo>
                    <a:lnTo>
                      <a:pt x="751" y="397"/>
                    </a:lnTo>
                    <a:lnTo>
                      <a:pt x="752" y="397"/>
                    </a:lnTo>
                    <a:lnTo>
                      <a:pt x="754" y="397"/>
                    </a:lnTo>
                    <a:lnTo>
                      <a:pt x="755" y="397"/>
                    </a:lnTo>
                    <a:lnTo>
                      <a:pt x="757" y="396"/>
                    </a:lnTo>
                    <a:lnTo>
                      <a:pt x="758" y="395"/>
                    </a:lnTo>
                    <a:lnTo>
                      <a:pt x="759" y="395"/>
                    </a:lnTo>
                    <a:lnTo>
                      <a:pt x="761" y="394"/>
                    </a:lnTo>
                    <a:lnTo>
                      <a:pt x="762" y="394"/>
                    </a:lnTo>
                    <a:lnTo>
                      <a:pt x="763" y="393"/>
                    </a:lnTo>
                    <a:lnTo>
                      <a:pt x="765" y="392"/>
                    </a:lnTo>
                    <a:lnTo>
                      <a:pt x="766" y="392"/>
                    </a:lnTo>
                    <a:lnTo>
                      <a:pt x="767" y="392"/>
                    </a:lnTo>
                    <a:lnTo>
                      <a:pt x="769" y="392"/>
                    </a:lnTo>
                    <a:lnTo>
                      <a:pt x="770" y="391"/>
                    </a:lnTo>
                    <a:lnTo>
                      <a:pt x="771" y="391"/>
                    </a:lnTo>
                    <a:lnTo>
                      <a:pt x="773" y="391"/>
                    </a:lnTo>
                    <a:lnTo>
                      <a:pt x="774" y="392"/>
                    </a:lnTo>
                    <a:lnTo>
                      <a:pt x="776" y="391"/>
                    </a:lnTo>
                    <a:lnTo>
                      <a:pt x="777" y="391"/>
                    </a:lnTo>
                    <a:lnTo>
                      <a:pt x="778" y="391"/>
                    </a:lnTo>
                    <a:lnTo>
                      <a:pt x="780" y="391"/>
                    </a:lnTo>
                    <a:lnTo>
                      <a:pt x="781" y="391"/>
                    </a:lnTo>
                    <a:lnTo>
                      <a:pt x="782" y="391"/>
                    </a:lnTo>
                    <a:lnTo>
                      <a:pt x="784" y="390"/>
                    </a:lnTo>
                    <a:lnTo>
                      <a:pt x="785" y="389"/>
                    </a:lnTo>
                    <a:lnTo>
                      <a:pt x="786" y="390"/>
                    </a:lnTo>
                    <a:lnTo>
                      <a:pt x="788" y="389"/>
                    </a:lnTo>
                    <a:lnTo>
                      <a:pt x="789" y="388"/>
                    </a:lnTo>
                    <a:lnTo>
                      <a:pt x="791" y="388"/>
                    </a:lnTo>
                    <a:lnTo>
                      <a:pt x="792" y="386"/>
                    </a:lnTo>
                    <a:lnTo>
                      <a:pt x="793" y="386"/>
                    </a:lnTo>
                    <a:lnTo>
                      <a:pt x="795" y="385"/>
                    </a:lnTo>
                    <a:lnTo>
                      <a:pt x="796" y="385"/>
                    </a:lnTo>
                    <a:lnTo>
                      <a:pt x="797" y="384"/>
                    </a:lnTo>
                    <a:lnTo>
                      <a:pt x="799" y="384"/>
                    </a:lnTo>
                    <a:lnTo>
                      <a:pt x="800" y="383"/>
                    </a:lnTo>
                    <a:lnTo>
                      <a:pt x="801" y="383"/>
                    </a:lnTo>
                    <a:lnTo>
                      <a:pt x="803" y="383"/>
                    </a:lnTo>
                    <a:lnTo>
                      <a:pt x="804" y="382"/>
                    </a:lnTo>
                    <a:lnTo>
                      <a:pt x="805" y="381"/>
                    </a:lnTo>
                    <a:lnTo>
                      <a:pt x="807" y="380"/>
                    </a:lnTo>
                    <a:lnTo>
                      <a:pt x="808" y="380"/>
                    </a:lnTo>
                    <a:lnTo>
                      <a:pt x="810" y="379"/>
                    </a:lnTo>
                    <a:lnTo>
                      <a:pt x="811" y="378"/>
                    </a:lnTo>
                    <a:lnTo>
                      <a:pt x="812" y="378"/>
                    </a:lnTo>
                    <a:lnTo>
                      <a:pt x="814" y="377"/>
                    </a:lnTo>
                    <a:lnTo>
                      <a:pt x="815" y="376"/>
                    </a:lnTo>
                    <a:lnTo>
                      <a:pt x="816" y="377"/>
                    </a:lnTo>
                    <a:lnTo>
                      <a:pt x="818" y="377"/>
                    </a:lnTo>
                    <a:lnTo>
                      <a:pt x="819" y="377"/>
                    </a:lnTo>
                    <a:lnTo>
                      <a:pt x="820" y="377"/>
                    </a:lnTo>
                    <a:lnTo>
                      <a:pt x="822" y="377"/>
                    </a:lnTo>
                    <a:lnTo>
                      <a:pt x="823" y="376"/>
                    </a:lnTo>
                    <a:lnTo>
                      <a:pt x="825" y="376"/>
                    </a:lnTo>
                    <a:lnTo>
                      <a:pt x="826" y="376"/>
                    </a:lnTo>
                    <a:lnTo>
                      <a:pt x="827" y="375"/>
                    </a:lnTo>
                    <a:lnTo>
                      <a:pt x="829" y="375"/>
                    </a:lnTo>
                    <a:lnTo>
                      <a:pt x="830" y="375"/>
                    </a:lnTo>
                    <a:lnTo>
                      <a:pt x="831" y="374"/>
                    </a:lnTo>
                    <a:lnTo>
                      <a:pt x="833" y="374"/>
                    </a:lnTo>
                    <a:lnTo>
                      <a:pt x="834" y="374"/>
                    </a:lnTo>
                    <a:lnTo>
                      <a:pt x="835" y="374"/>
                    </a:lnTo>
                    <a:lnTo>
                      <a:pt x="837" y="373"/>
                    </a:lnTo>
                    <a:lnTo>
                      <a:pt x="838" y="373"/>
                    </a:lnTo>
                    <a:lnTo>
                      <a:pt x="839" y="373"/>
                    </a:lnTo>
                    <a:lnTo>
                      <a:pt x="841" y="373"/>
                    </a:lnTo>
                    <a:lnTo>
                      <a:pt x="842" y="372"/>
                    </a:lnTo>
                    <a:lnTo>
                      <a:pt x="844" y="371"/>
                    </a:lnTo>
                    <a:lnTo>
                      <a:pt x="845" y="371"/>
                    </a:lnTo>
                    <a:lnTo>
                      <a:pt x="846" y="371"/>
                    </a:lnTo>
                    <a:lnTo>
                      <a:pt x="848" y="371"/>
                    </a:lnTo>
                    <a:lnTo>
                      <a:pt x="849" y="371"/>
                    </a:lnTo>
                    <a:lnTo>
                      <a:pt x="850" y="370"/>
                    </a:lnTo>
                    <a:lnTo>
                      <a:pt x="852" y="370"/>
                    </a:lnTo>
                    <a:lnTo>
                      <a:pt x="853" y="369"/>
                    </a:lnTo>
                    <a:lnTo>
                      <a:pt x="854" y="370"/>
                    </a:lnTo>
                    <a:lnTo>
                      <a:pt x="856" y="370"/>
                    </a:lnTo>
                    <a:lnTo>
                      <a:pt x="857" y="368"/>
                    </a:lnTo>
                    <a:lnTo>
                      <a:pt x="859" y="369"/>
                    </a:lnTo>
                    <a:lnTo>
                      <a:pt x="860" y="368"/>
                    </a:lnTo>
                    <a:lnTo>
                      <a:pt x="861" y="368"/>
                    </a:lnTo>
                    <a:lnTo>
                      <a:pt x="863" y="368"/>
                    </a:lnTo>
                    <a:lnTo>
                      <a:pt x="864" y="367"/>
                    </a:lnTo>
                    <a:lnTo>
                      <a:pt x="865" y="367"/>
                    </a:lnTo>
                    <a:lnTo>
                      <a:pt x="867" y="366"/>
                    </a:lnTo>
                    <a:lnTo>
                      <a:pt x="868" y="366"/>
                    </a:lnTo>
                    <a:lnTo>
                      <a:pt x="869" y="366"/>
                    </a:lnTo>
                    <a:lnTo>
                      <a:pt x="871" y="366"/>
                    </a:lnTo>
                    <a:lnTo>
                      <a:pt x="872" y="366"/>
                    </a:lnTo>
                    <a:lnTo>
                      <a:pt x="873" y="366"/>
                    </a:lnTo>
                    <a:lnTo>
                      <a:pt x="875" y="366"/>
                    </a:lnTo>
                    <a:lnTo>
                      <a:pt x="876" y="365"/>
                    </a:lnTo>
                    <a:lnTo>
                      <a:pt x="878" y="365"/>
                    </a:lnTo>
                    <a:lnTo>
                      <a:pt x="879" y="365"/>
                    </a:lnTo>
                    <a:lnTo>
                      <a:pt x="880" y="364"/>
                    </a:lnTo>
                    <a:lnTo>
                      <a:pt x="882" y="363"/>
                    </a:lnTo>
                    <a:lnTo>
                      <a:pt x="883" y="363"/>
                    </a:lnTo>
                    <a:lnTo>
                      <a:pt x="884" y="361"/>
                    </a:lnTo>
                    <a:lnTo>
                      <a:pt x="886" y="361"/>
                    </a:lnTo>
                    <a:lnTo>
                      <a:pt x="887" y="360"/>
                    </a:lnTo>
                    <a:lnTo>
                      <a:pt x="888" y="359"/>
                    </a:lnTo>
                    <a:lnTo>
                      <a:pt x="890" y="359"/>
                    </a:lnTo>
                    <a:lnTo>
                      <a:pt x="891" y="358"/>
                    </a:lnTo>
                    <a:lnTo>
                      <a:pt x="893" y="358"/>
                    </a:lnTo>
                    <a:lnTo>
                      <a:pt x="894" y="358"/>
                    </a:lnTo>
                    <a:lnTo>
                      <a:pt x="895" y="357"/>
                    </a:lnTo>
                    <a:lnTo>
                      <a:pt x="897" y="357"/>
                    </a:lnTo>
                    <a:lnTo>
                      <a:pt x="898" y="357"/>
                    </a:lnTo>
                    <a:lnTo>
                      <a:pt x="899" y="357"/>
                    </a:lnTo>
                    <a:lnTo>
                      <a:pt x="901" y="357"/>
                    </a:lnTo>
                    <a:lnTo>
                      <a:pt x="902" y="356"/>
                    </a:lnTo>
                    <a:lnTo>
                      <a:pt x="903" y="356"/>
                    </a:lnTo>
                    <a:lnTo>
                      <a:pt x="905" y="356"/>
                    </a:lnTo>
                    <a:lnTo>
                      <a:pt x="906" y="356"/>
                    </a:lnTo>
                    <a:lnTo>
                      <a:pt x="907" y="356"/>
                    </a:lnTo>
                    <a:lnTo>
                      <a:pt x="909" y="355"/>
                    </a:lnTo>
                    <a:lnTo>
                      <a:pt x="910" y="354"/>
                    </a:lnTo>
                    <a:lnTo>
                      <a:pt x="912" y="354"/>
                    </a:lnTo>
                    <a:lnTo>
                      <a:pt x="913" y="354"/>
                    </a:lnTo>
                    <a:lnTo>
                      <a:pt x="914" y="353"/>
                    </a:lnTo>
                    <a:lnTo>
                      <a:pt x="916" y="352"/>
                    </a:lnTo>
                    <a:lnTo>
                      <a:pt x="917" y="352"/>
                    </a:lnTo>
                    <a:lnTo>
                      <a:pt x="918" y="351"/>
                    </a:lnTo>
                    <a:lnTo>
                      <a:pt x="920" y="352"/>
                    </a:lnTo>
                    <a:lnTo>
                      <a:pt x="921" y="351"/>
                    </a:lnTo>
                    <a:lnTo>
                      <a:pt x="922" y="351"/>
                    </a:lnTo>
                    <a:lnTo>
                      <a:pt x="924" y="351"/>
                    </a:lnTo>
                    <a:lnTo>
                      <a:pt x="925" y="351"/>
                    </a:lnTo>
                    <a:lnTo>
                      <a:pt x="927" y="350"/>
                    </a:lnTo>
                    <a:lnTo>
                      <a:pt x="928" y="350"/>
                    </a:lnTo>
                    <a:lnTo>
                      <a:pt x="929" y="349"/>
                    </a:lnTo>
                    <a:lnTo>
                      <a:pt x="931" y="348"/>
                    </a:lnTo>
                    <a:lnTo>
                      <a:pt x="932" y="347"/>
                    </a:lnTo>
                    <a:lnTo>
                      <a:pt x="933" y="347"/>
                    </a:lnTo>
                    <a:lnTo>
                      <a:pt x="935" y="347"/>
                    </a:lnTo>
                    <a:lnTo>
                      <a:pt x="936" y="347"/>
                    </a:lnTo>
                    <a:lnTo>
                      <a:pt x="937" y="346"/>
                    </a:lnTo>
                    <a:lnTo>
                      <a:pt x="939" y="344"/>
                    </a:lnTo>
                    <a:lnTo>
                      <a:pt x="940" y="344"/>
                    </a:lnTo>
                    <a:lnTo>
                      <a:pt x="941" y="344"/>
                    </a:lnTo>
                    <a:lnTo>
                      <a:pt x="943" y="344"/>
                    </a:lnTo>
                    <a:lnTo>
                      <a:pt x="944" y="344"/>
                    </a:lnTo>
                    <a:lnTo>
                      <a:pt x="946" y="344"/>
                    </a:lnTo>
                    <a:lnTo>
                      <a:pt x="947" y="344"/>
                    </a:lnTo>
                    <a:lnTo>
                      <a:pt x="948" y="344"/>
                    </a:lnTo>
                    <a:lnTo>
                      <a:pt x="950" y="344"/>
                    </a:lnTo>
                    <a:lnTo>
                      <a:pt x="951" y="345"/>
                    </a:lnTo>
                    <a:lnTo>
                      <a:pt x="952" y="343"/>
                    </a:lnTo>
                    <a:lnTo>
                      <a:pt x="954" y="344"/>
                    </a:lnTo>
                    <a:lnTo>
                      <a:pt x="955" y="342"/>
                    </a:lnTo>
                    <a:lnTo>
                      <a:pt x="956" y="342"/>
                    </a:lnTo>
                    <a:lnTo>
                      <a:pt x="958" y="341"/>
                    </a:lnTo>
                    <a:lnTo>
                      <a:pt x="959" y="341"/>
                    </a:lnTo>
                    <a:lnTo>
                      <a:pt x="961" y="339"/>
                    </a:lnTo>
                    <a:lnTo>
                      <a:pt x="962" y="339"/>
                    </a:lnTo>
                    <a:lnTo>
                      <a:pt x="963" y="339"/>
                    </a:lnTo>
                    <a:lnTo>
                      <a:pt x="965" y="338"/>
                    </a:lnTo>
                    <a:lnTo>
                      <a:pt x="966" y="338"/>
                    </a:lnTo>
                    <a:lnTo>
                      <a:pt x="967" y="338"/>
                    </a:lnTo>
                    <a:lnTo>
                      <a:pt x="969" y="338"/>
                    </a:lnTo>
                    <a:lnTo>
                      <a:pt x="970" y="337"/>
                    </a:lnTo>
                    <a:lnTo>
                      <a:pt x="971" y="337"/>
                    </a:lnTo>
                    <a:lnTo>
                      <a:pt x="973" y="337"/>
                    </a:lnTo>
                    <a:lnTo>
                      <a:pt x="974" y="337"/>
                    </a:lnTo>
                    <a:lnTo>
                      <a:pt x="975" y="336"/>
                    </a:lnTo>
                    <a:lnTo>
                      <a:pt x="977" y="336"/>
                    </a:lnTo>
                    <a:lnTo>
                      <a:pt x="978" y="336"/>
                    </a:lnTo>
                    <a:lnTo>
                      <a:pt x="980" y="336"/>
                    </a:lnTo>
                    <a:lnTo>
                      <a:pt x="981" y="336"/>
                    </a:lnTo>
                    <a:lnTo>
                      <a:pt x="982" y="336"/>
                    </a:lnTo>
                    <a:lnTo>
                      <a:pt x="984" y="335"/>
                    </a:lnTo>
                    <a:lnTo>
                      <a:pt x="985" y="336"/>
                    </a:lnTo>
                    <a:lnTo>
                      <a:pt x="986" y="336"/>
                    </a:lnTo>
                    <a:lnTo>
                      <a:pt x="988" y="335"/>
                    </a:lnTo>
                    <a:lnTo>
                      <a:pt x="989" y="334"/>
                    </a:lnTo>
                    <a:lnTo>
                      <a:pt x="990" y="334"/>
                    </a:lnTo>
                    <a:lnTo>
                      <a:pt x="992" y="334"/>
                    </a:lnTo>
                    <a:lnTo>
                      <a:pt x="993" y="334"/>
                    </a:lnTo>
                    <a:lnTo>
                      <a:pt x="995" y="334"/>
                    </a:lnTo>
                    <a:lnTo>
                      <a:pt x="996" y="333"/>
                    </a:lnTo>
                    <a:lnTo>
                      <a:pt x="997" y="332"/>
                    </a:lnTo>
                    <a:lnTo>
                      <a:pt x="999" y="332"/>
                    </a:lnTo>
                    <a:lnTo>
                      <a:pt x="1000" y="331"/>
                    </a:lnTo>
                    <a:lnTo>
                      <a:pt x="1001" y="331"/>
                    </a:lnTo>
                    <a:lnTo>
                      <a:pt x="1003" y="331"/>
                    </a:lnTo>
                    <a:lnTo>
                      <a:pt x="1004" y="330"/>
                    </a:lnTo>
                    <a:lnTo>
                      <a:pt x="1005" y="329"/>
                    </a:lnTo>
                    <a:lnTo>
                      <a:pt x="1007" y="329"/>
                    </a:lnTo>
                    <a:lnTo>
                      <a:pt x="1008" y="329"/>
                    </a:lnTo>
                    <a:lnTo>
                      <a:pt x="1009" y="329"/>
                    </a:lnTo>
                    <a:lnTo>
                      <a:pt x="1011" y="329"/>
                    </a:lnTo>
                    <a:lnTo>
                      <a:pt x="1012" y="328"/>
                    </a:lnTo>
                    <a:lnTo>
                      <a:pt x="1014" y="328"/>
                    </a:lnTo>
                    <a:lnTo>
                      <a:pt x="1015" y="327"/>
                    </a:lnTo>
                    <a:lnTo>
                      <a:pt x="1016" y="327"/>
                    </a:lnTo>
                    <a:lnTo>
                      <a:pt x="1018" y="326"/>
                    </a:lnTo>
                    <a:lnTo>
                      <a:pt x="1019" y="325"/>
                    </a:lnTo>
                    <a:lnTo>
                      <a:pt x="1020" y="324"/>
                    </a:lnTo>
                    <a:lnTo>
                      <a:pt x="1022" y="323"/>
                    </a:lnTo>
                    <a:lnTo>
                      <a:pt x="1023" y="322"/>
                    </a:lnTo>
                    <a:lnTo>
                      <a:pt x="1024" y="321"/>
                    </a:lnTo>
                    <a:lnTo>
                      <a:pt x="1026" y="320"/>
                    </a:lnTo>
                    <a:lnTo>
                      <a:pt x="1027" y="320"/>
                    </a:lnTo>
                    <a:lnTo>
                      <a:pt x="1029" y="319"/>
                    </a:lnTo>
                    <a:lnTo>
                      <a:pt x="1030" y="319"/>
                    </a:lnTo>
                    <a:lnTo>
                      <a:pt x="1031" y="318"/>
                    </a:lnTo>
                    <a:lnTo>
                      <a:pt x="1033" y="318"/>
                    </a:lnTo>
                    <a:lnTo>
                      <a:pt x="1034" y="318"/>
                    </a:lnTo>
                    <a:lnTo>
                      <a:pt x="1035" y="318"/>
                    </a:lnTo>
                    <a:lnTo>
                      <a:pt x="1037" y="317"/>
                    </a:lnTo>
                    <a:lnTo>
                      <a:pt x="1038" y="317"/>
                    </a:lnTo>
                    <a:lnTo>
                      <a:pt x="1039" y="317"/>
                    </a:lnTo>
                    <a:lnTo>
                      <a:pt x="1041" y="317"/>
                    </a:lnTo>
                    <a:lnTo>
                      <a:pt x="1042" y="317"/>
                    </a:lnTo>
                    <a:lnTo>
                      <a:pt x="1043" y="317"/>
                    </a:lnTo>
                    <a:lnTo>
                      <a:pt x="1045" y="317"/>
                    </a:lnTo>
                    <a:lnTo>
                      <a:pt x="1046" y="317"/>
                    </a:lnTo>
                    <a:lnTo>
                      <a:pt x="1048" y="316"/>
                    </a:lnTo>
                    <a:lnTo>
                      <a:pt x="1049" y="316"/>
                    </a:lnTo>
                    <a:lnTo>
                      <a:pt x="1050" y="316"/>
                    </a:lnTo>
                    <a:lnTo>
                      <a:pt x="1052" y="316"/>
                    </a:lnTo>
                    <a:lnTo>
                      <a:pt x="1053" y="315"/>
                    </a:lnTo>
                    <a:lnTo>
                      <a:pt x="1054" y="316"/>
                    </a:lnTo>
                    <a:lnTo>
                      <a:pt x="1056" y="316"/>
                    </a:lnTo>
                    <a:lnTo>
                      <a:pt x="1057" y="316"/>
                    </a:lnTo>
                    <a:lnTo>
                      <a:pt x="1058" y="316"/>
                    </a:lnTo>
                    <a:lnTo>
                      <a:pt x="1060" y="315"/>
                    </a:lnTo>
                    <a:lnTo>
                      <a:pt x="1061" y="315"/>
                    </a:lnTo>
                    <a:lnTo>
                      <a:pt x="1063" y="315"/>
                    </a:lnTo>
                    <a:lnTo>
                      <a:pt x="1064" y="316"/>
                    </a:lnTo>
                    <a:lnTo>
                      <a:pt x="1065" y="315"/>
                    </a:lnTo>
                    <a:lnTo>
                      <a:pt x="1067" y="315"/>
                    </a:lnTo>
                    <a:lnTo>
                      <a:pt x="1068" y="315"/>
                    </a:lnTo>
                    <a:lnTo>
                      <a:pt x="1069" y="315"/>
                    </a:lnTo>
                    <a:lnTo>
                      <a:pt x="1071" y="314"/>
                    </a:lnTo>
                    <a:lnTo>
                      <a:pt x="1072" y="313"/>
                    </a:lnTo>
                    <a:lnTo>
                      <a:pt x="1073" y="312"/>
                    </a:lnTo>
                    <a:lnTo>
                      <a:pt x="1075" y="311"/>
                    </a:lnTo>
                    <a:lnTo>
                      <a:pt x="1076" y="311"/>
                    </a:lnTo>
                    <a:lnTo>
                      <a:pt x="1077" y="310"/>
                    </a:lnTo>
                    <a:lnTo>
                      <a:pt x="1079" y="309"/>
                    </a:lnTo>
                    <a:lnTo>
                      <a:pt x="1080" y="309"/>
                    </a:lnTo>
                    <a:lnTo>
                      <a:pt x="1082" y="309"/>
                    </a:lnTo>
                    <a:lnTo>
                      <a:pt x="1083" y="309"/>
                    </a:lnTo>
                    <a:lnTo>
                      <a:pt x="1084" y="308"/>
                    </a:lnTo>
                    <a:lnTo>
                      <a:pt x="1086" y="308"/>
                    </a:lnTo>
                    <a:lnTo>
                      <a:pt x="1087" y="308"/>
                    </a:lnTo>
                    <a:lnTo>
                      <a:pt x="1088" y="308"/>
                    </a:lnTo>
                    <a:lnTo>
                      <a:pt x="1090" y="308"/>
                    </a:lnTo>
                    <a:lnTo>
                      <a:pt x="1091" y="308"/>
                    </a:lnTo>
                    <a:lnTo>
                      <a:pt x="1092" y="309"/>
                    </a:lnTo>
                    <a:lnTo>
                      <a:pt x="1094" y="308"/>
                    </a:lnTo>
                    <a:lnTo>
                      <a:pt x="1095" y="307"/>
                    </a:lnTo>
                    <a:lnTo>
                      <a:pt x="1097" y="307"/>
                    </a:lnTo>
                    <a:lnTo>
                      <a:pt x="1098" y="307"/>
                    </a:lnTo>
                    <a:lnTo>
                      <a:pt x="1099" y="307"/>
                    </a:lnTo>
                    <a:lnTo>
                      <a:pt x="1101" y="307"/>
                    </a:lnTo>
                    <a:lnTo>
                      <a:pt x="1102" y="307"/>
                    </a:lnTo>
                    <a:lnTo>
                      <a:pt x="1103" y="306"/>
                    </a:lnTo>
                    <a:lnTo>
                      <a:pt x="1105" y="305"/>
                    </a:lnTo>
                    <a:lnTo>
                      <a:pt x="1106" y="305"/>
                    </a:lnTo>
                    <a:lnTo>
                      <a:pt x="1107" y="304"/>
                    </a:lnTo>
                    <a:lnTo>
                      <a:pt x="1109" y="305"/>
                    </a:lnTo>
                    <a:lnTo>
                      <a:pt x="1110" y="304"/>
                    </a:lnTo>
                    <a:lnTo>
                      <a:pt x="1111" y="304"/>
                    </a:lnTo>
                    <a:lnTo>
                      <a:pt x="1113" y="304"/>
                    </a:lnTo>
                    <a:lnTo>
                      <a:pt x="1114" y="304"/>
                    </a:lnTo>
                    <a:lnTo>
                      <a:pt x="1116" y="303"/>
                    </a:lnTo>
                    <a:lnTo>
                      <a:pt x="1117" y="303"/>
                    </a:lnTo>
                    <a:lnTo>
                      <a:pt x="1118" y="302"/>
                    </a:lnTo>
                    <a:lnTo>
                      <a:pt x="1120" y="302"/>
                    </a:lnTo>
                    <a:lnTo>
                      <a:pt x="1121" y="301"/>
                    </a:lnTo>
                    <a:lnTo>
                      <a:pt x="1122" y="302"/>
                    </a:lnTo>
                    <a:lnTo>
                      <a:pt x="1124" y="301"/>
                    </a:lnTo>
                    <a:lnTo>
                      <a:pt x="1125" y="302"/>
                    </a:lnTo>
                    <a:lnTo>
                      <a:pt x="1126" y="302"/>
                    </a:lnTo>
                    <a:lnTo>
                      <a:pt x="1128" y="302"/>
                    </a:lnTo>
                    <a:lnTo>
                      <a:pt x="1129" y="302"/>
                    </a:lnTo>
                    <a:lnTo>
                      <a:pt x="1131" y="302"/>
                    </a:lnTo>
                    <a:lnTo>
                      <a:pt x="1132" y="302"/>
                    </a:lnTo>
                    <a:lnTo>
                      <a:pt x="1133" y="303"/>
                    </a:lnTo>
                    <a:lnTo>
                      <a:pt x="1135" y="302"/>
                    </a:lnTo>
                    <a:lnTo>
                      <a:pt x="1136" y="301"/>
                    </a:lnTo>
                    <a:lnTo>
                      <a:pt x="1137" y="301"/>
                    </a:lnTo>
                    <a:lnTo>
                      <a:pt x="1139" y="300"/>
                    </a:lnTo>
                    <a:lnTo>
                      <a:pt x="1140" y="300"/>
                    </a:lnTo>
                    <a:lnTo>
                      <a:pt x="1141" y="299"/>
                    </a:lnTo>
                    <a:lnTo>
                      <a:pt x="1143" y="298"/>
                    </a:lnTo>
                    <a:lnTo>
                      <a:pt x="1144" y="298"/>
                    </a:lnTo>
                    <a:lnTo>
                      <a:pt x="1145" y="298"/>
                    </a:lnTo>
                    <a:lnTo>
                      <a:pt x="1147" y="297"/>
                    </a:lnTo>
                    <a:lnTo>
                      <a:pt x="1148" y="296"/>
                    </a:lnTo>
                    <a:lnTo>
                      <a:pt x="1150" y="296"/>
                    </a:lnTo>
                    <a:lnTo>
                      <a:pt x="1151" y="294"/>
                    </a:lnTo>
                    <a:lnTo>
                      <a:pt x="1152" y="294"/>
                    </a:lnTo>
                    <a:lnTo>
                      <a:pt x="1154" y="293"/>
                    </a:lnTo>
                    <a:lnTo>
                      <a:pt x="1155" y="293"/>
                    </a:lnTo>
                    <a:lnTo>
                      <a:pt x="1156" y="293"/>
                    </a:lnTo>
                    <a:lnTo>
                      <a:pt x="1158" y="292"/>
                    </a:lnTo>
                    <a:lnTo>
                      <a:pt x="1159" y="291"/>
                    </a:lnTo>
                    <a:lnTo>
                      <a:pt x="1160" y="291"/>
                    </a:lnTo>
                    <a:lnTo>
                      <a:pt x="1162" y="291"/>
                    </a:lnTo>
                    <a:lnTo>
                      <a:pt x="1163" y="291"/>
                    </a:lnTo>
                    <a:lnTo>
                      <a:pt x="1165" y="291"/>
                    </a:lnTo>
                    <a:lnTo>
                      <a:pt x="1166" y="290"/>
                    </a:lnTo>
                    <a:lnTo>
                      <a:pt x="1167" y="289"/>
                    </a:lnTo>
                    <a:lnTo>
                      <a:pt x="1169" y="289"/>
                    </a:lnTo>
                    <a:lnTo>
                      <a:pt x="1170" y="289"/>
                    </a:lnTo>
                    <a:lnTo>
                      <a:pt x="1171" y="289"/>
                    </a:lnTo>
                    <a:lnTo>
                      <a:pt x="1173" y="289"/>
                    </a:lnTo>
                    <a:lnTo>
                      <a:pt x="1174" y="288"/>
                    </a:lnTo>
                    <a:lnTo>
                      <a:pt x="1175" y="288"/>
                    </a:lnTo>
                    <a:lnTo>
                      <a:pt x="1177" y="288"/>
                    </a:lnTo>
                    <a:lnTo>
                      <a:pt x="1178" y="287"/>
                    </a:lnTo>
                    <a:lnTo>
                      <a:pt x="1179" y="287"/>
                    </a:lnTo>
                    <a:lnTo>
                      <a:pt x="1181" y="287"/>
                    </a:lnTo>
                    <a:lnTo>
                      <a:pt x="1182" y="287"/>
                    </a:lnTo>
                    <a:lnTo>
                      <a:pt x="1184" y="287"/>
                    </a:lnTo>
                    <a:lnTo>
                      <a:pt x="1185" y="286"/>
                    </a:lnTo>
                    <a:lnTo>
                      <a:pt x="1186" y="286"/>
                    </a:lnTo>
                    <a:lnTo>
                      <a:pt x="1188" y="285"/>
                    </a:lnTo>
                    <a:lnTo>
                      <a:pt x="1189" y="284"/>
                    </a:lnTo>
                    <a:lnTo>
                      <a:pt x="1190" y="284"/>
                    </a:lnTo>
                    <a:lnTo>
                      <a:pt x="1192" y="284"/>
                    </a:lnTo>
                    <a:lnTo>
                      <a:pt x="1193" y="283"/>
                    </a:lnTo>
                    <a:lnTo>
                      <a:pt x="1194" y="283"/>
                    </a:lnTo>
                    <a:lnTo>
                      <a:pt x="1196" y="282"/>
                    </a:lnTo>
                    <a:lnTo>
                      <a:pt x="1197" y="281"/>
                    </a:lnTo>
                    <a:lnTo>
                      <a:pt x="1199" y="281"/>
                    </a:lnTo>
                    <a:lnTo>
                      <a:pt x="1200" y="281"/>
                    </a:lnTo>
                    <a:lnTo>
                      <a:pt x="1201" y="280"/>
                    </a:lnTo>
                    <a:lnTo>
                      <a:pt x="1203" y="279"/>
                    </a:lnTo>
                    <a:lnTo>
                      <a:pt x="1204" y="279"/>
                    </a:lnTo>
                    <a:lnTo>
                      <a:pt x="1205" y="279"/>
                    </a:lnTo>
                    <a:lnTo>
                      <a:pt x="1207" y="279"/>
                    </a:lnTo>
                    <a:lnTo>
                      <a:pt x="1208" y="279"/>
                    </a:lnTo>
                    <a:lnTo>
                      <a:pt x="1209" y="278"/>
                    </a:lnTo>
                    <a:lnTo>
                      <a:pt x="1211" y="278"/>
                    </a:lnTo>
                    <a:lnTo>
                      <a:pt x="1212" y="278"/>
                    </a:lnTo>
                    <a:lnTo>
                      <a:pt x="1213" y="278"/>
                    </a:lnTo>
                    <a:lnTo>
                      <a:pt x="1215" y="277"/>
                    </a:lnTo>
                    <a:lnTo>
                      <a:pt x="1216" y="278"/>
                    </a:lnTo>
                    <a:lnTo>
                      <a:pt x="1218" y="277"/>
                    </a:lnTo>
                    <a:lnTo>
                      <a:pt x="1219" y="277"/>
                    </a:lnTo>
                    <a:lnTo>
                      <a:pt x="1220" y="277"/>
                    </a:lnTo>
                    <a:lnTo>
                      <a:pt x="1222" y="277"/>
                    </a:lnTo>
                    <a:lnTo>
                      <a:pt x="1223" y="277"/>
                    </a:lnTo>
                    <a:lnTo>
                      <a:pt x="1224" y="277"/>
                    </a:lnTo>
                    <a:lnTo>
                      <a:pt x="1226" y="277"/>
                    </a:lnTo>
                    <a:lnTo>
                      <a:pt x="1227" y="277"/>
                    </a:lnTo>
                    <a:lnTo>
                      <a:pt x="1228" y="277"/>
                    </a:lnTo>
                    <a:lnTo>
                      <a:pt x="1230" y="277"/>
                    </a:lnTo>
                    <a:lnTo>
                      <a:pt x="1231" y="277"/>
                    </a:lnTo>
                    <a:lnTo>
                      <a:pt x="1233" y="277"/>
                    </a:lnTo>
                    <a:lnTo>
                      <a:pt x="1234" y="276"/>
                    </a:lnTo>
                    <a:lnTo>
                      <a:pt x="1235" y="275"/>
                    </a:lnTo>
                    <a:lnTo>
                      <a:pt x="1237" y="274"/>
                    </a:lnTo>
                    <a:lnTo>
                      <a:pt x="1238" y="273"/>
                    </a:lnTo>
                    <a:lnTo>
                      <a:pt x="1239" y="272"/>
                    </a:lnTo>
                    <a:lnTo>
                      <a:pt x="1241" y="271"/>
                    </a:lnTo>
                    <a:lnTo>
                      <a:pt x="1242" y="270"/>
                    </a:lnTo>
                    <a:lnTo>
                      <a:pt x="1243" y="270"/>
                    </a:lnTo>
                    <a:lnTo>
                      <a:pt x="1245" y="270"/>
                    </a:lnTo>
                    <a:lnTo>
                      <a:pt x="1246" y="271"/>
                    </a:lnTo>
                    <a:lnTo>
                      <a:pt x="1247" y="271"/>
                    </a:lnTo>
                    <a:lnTo>
                      <a:pt x="1249" y="270"/>
                    </a:lnTo>
                    <a:lnTo>
                      <a:pt x="1250" y="271"/>
                    </a:lnTo>
                    <a:lnTo>
                      <a:pt x="1252" y="271"/>
                    </a:lnTo>
                    <a:lnTo>
                      <a:pt x="1253" y="270"/>
                    </a:lnTo>
                    <a:lnTo>
                      <a:pt x="1254" y="270"/>
                    </a:lnTo>
                    <a:lnTo>
                      <a:pt x="1256" y="269"/>
                    </a:lnTo>
                    <a:lnTo>
                      <a:pt x="1257" y="269"/>
                    </a:lnTo>
                    <a:lnTo>
                      <a:pt x="1258" y="267"/>
                    </a:lnTo>
                    <a:lnTo>
                      <a:pt x="1260" y="266"/>
                    </a:lnTo>
                    <a:lnTo>
                      <a:pt x="1261" y="266"/>
                    </a:lnTo>
                    <a:lnTo>
                      <a:pt x="1262" y="265"/>
                    </a:lnTo>
                    <a:lnTo>
                      <a:pt x="1264" y="266"/>
                    </a:lnTo>
                    <a:lnTo>
                      <a:pt x="1265" y="265"/>
                    </a:lnTo>
                    <a:lnTo>
                      <a:pt x="1267" y="265"/>
                    </a:lnTo>
                    <a:lnTo>
                      <a:pt x="1268" y="266"/>
                    </a:lnTo>
                    <a:lnTo>
                      <a:pt x="1269" y="266"/>
                    </a:lnTo>
                    <a:lnTo>
                      <a:pt x="1271" y="266"/>
                    </a:lnTo>
                    <a:lnTo>
                      <a:pt x="1272" y="266"/>
                    </a:lnTo>
                    <a:lnTo>
                      <a:pt x="1273" y="266"/>
                    </a:lnTo>
                    <a:lnTo>
                      <a:pt x="1275" y="264"/>
                    </a:lnTo>
                    <a:lnTo>
                      <a:pt x="1276" y="264"/>
                    </a:lnTo>
                    <a:lnTo>
                      <a:pt x="1277" y="263"/>
                    </a:lnTo>
                    <a:lnTo>
                      <a:pt x="1279" y="262"/>
                    </a:lnTo>
                    <a:lnTo>
                      <a:pt x="1280" y="262"/>
                    </a:lnTo>
                    <a:lnTo>
                      <a:pt x="1281" y="261"/>
                    </a:lnTo>
                    <a:lnTo>
                      <a:pt x="1283" y="262"/>
                    </a:lnTo>
                    <a:lnTo>
                      <a:pt x="1284" y="262"/>
                    </a:lnTo>
                    <a:lnTo>
                      <a:pt x="1286" y="262"/>
                    </a:lnTo>
                    <a:lnTo>
                      <a:pt x="1287" y="262"/>
                    </a:lnTo>
                    <a:lnTo>
                      <a:pt x="1288" y="262"/>
                    </a:lnTo>
                    <a:lnTo>
                      <a:pt x="1290" y="263"/>
                    </a:lnTo>
                    <a:lnTo>
                      <a:pt x="1291" y="262"/>
                    </a:lnTo>
                    <a:lnTo>
                      <a:pt x="1292" y="262"/>
                    </a:lnTo>
                    <a:lnTo>
                      <a:pt x="1294" y="262"/>
                    </a:lnTo>
                    <a:lnTo>
                      <a:pt x="1295" y="263"/>
                    </a:lnTo>
                    <a:lnTo>
                      <a:pt x="1296" y="262"/>
                    </a:lnTo>
                    <a:lnTo>
                      <a:pt x="1298" y="262"/>
                    </a:lnTo>
                    <a:lnTo>
                      <a:pt x="1299" y="262"/>
                    </a:lnTo>
                    <a:lnTo>
                      <a:pt x="1301" y="261"/>
                    </a:lnTo>
                    <a:lnTo>
                      <a:pt x="1302" y="261"/>
                    </a:lnTo>
                    <a:lnTo>
                      <a:pt x="1303" y="260"/>
                    </a:lnTo>
                    <a:lnTo>
                      <a:pt x="1305" y="260"/>
                    </a:lnTo>
                    <a:lnTo>
                      <a:pt x="1306" y="260"/>
                    </a:lnTo>
                    <a:lnTo>
                      <a:pt x="1307" y="259"/>
                    </a:lnTo>
                    <a:lnTo>
                      <a:pt x="1309" y="259"/>
                    </a:lnTo>
                    <a:lnTo>
                      <a:pt x="1310" y="259"/>
                    </a:lnTo>
                    <a:lnTo>
                      <a:pt x="1311" y="260"/>
                    </a:lnTo>
                    <a:lnTo>
                      <a:pt x="1313" y="260"/>
                    </a:lnTo>
                    <a:lnTo>
                      <a:pt x="1314" y="260"/>
                    </a:lnTo>
                    <a:lnTo>
                      <a:pt x="1315" y="260"/>
                    </a:lnTo>
                    <a:lnTo>
                      <a:pt x="1317" y="260"/>
                    </a:lnTo>
                    <a:lnTo>
                      <a:pt x="1318" y="260"/>
                    </a:lnTo>
                    <a:lnTo>
                      <a:pt x="1320" y="259"/>
                    </a:lnTo>
                    <a:lnTo>
                      <a:pt x="1321" y="259"/>
                    </a:lnTo>
                    <a:lnTo>
                      <a:pt x="1322" y="258"/>
                    </a:lnTo>
                    <a:lnTo>
                      <a:pt x="1324" y="258"/>
                    </a:lnTo>
                    <a:lnTo>
                      <a:pt x="1325" y="257"/>
                    </a:lnTo>
                    <a:lnTo>
                      <a:pt x="1326" y="257"/>
                    </a:lnTo>
                    <a:lnTo>
                      <a:pt x="1328" y="256"/>
                    </a:lnTo>
                    <a:lnTo>
                      <a:pt x="1329" y="255"/>
                    </a:lnTo>
                    <a:lnTo>
                      <a:pt x="1330" y="255"/>
                    </a:lnTo>
                    <a:lnTo>
                      <a:pt x="1332" y="254"/>
                    </a:lnTo>
                    <a:lnTo>
                      <a:pt x="1333" y="255"/>
                    </a:lnTo>
                    <a:lnTo>
                      <a:pt x="1335" y="254"/>
                    </a:lnTo>
                    <a:lnTo>
                      <a:pt x="1336" y="254"/>
                    </a:lnTo>
                    <a:lnTo>
                      <a:pt x="1337" y="253"/>
                    </a:lnTo>
                    <a:lnTo>
                      <a:pt x="1339" y="253"/>
                    </a:lnTo>
                    <a:lnTo>
                      <a:pt x="1340" y="253"/>
                    </a:lnTo>
                    <a:lnTo>
                      <a:pt x="1341" y="253"/>
                    </a:lnTo>
                    <a:lnTo>
                      <a:pt x="1343" y="252"/>
                    </a:lnTo>
                    <a:lnTo>
                      <a:pt x="1344" y="252"/>
                    </a:lnTo>
                    <a:lnTo>
                      <a:pt x="1345" y="252"/>
                    </a:lnTo>
                    <a:lnTo>
                      <a:pt x="1347" y="251"/>
                    </a:lnTo>
                    <a:lnTo>
                      <a:pt x="1348" y="251"/>
                    </a:lnTo>
                    <a:lnTo>
                      <a:pt x="1349" y="250"/>
                    </a:lnTo>
                    <a:lnTo>
                      <a:pt x="1351" y="250"/>
                    </a:lnTo>
                    <a:lnTo>
                      <a:pt x="1352" y="249"/>
                    </a:lnTo>
                    <a:lnTo>
                      <a:pt x="1354" y="248"/>
                    </a:lnTo>
                    <a:lnTo>
                      <a:pt x="1355" y="248"/>
                    </a:lnTo>
                    <a:lnTo>
                      <a:pt x="1356" y="248"/>
                    </a:lnTo>
                    <a:lnTo>
                      <a:pt x="1358" y="248"/>
                    </a:lnTo>
                    <a:lnTo>
                      <a:pt x="1359" y="247"/>
                    </a:lnTo>
                    <a:lnTo>
                      <a:pt x="1360" y="246"/>
                    </a:lnTo>
                    <a:lnTo>
                      <a:pt x="1362" y="246"/>
                    </a:lnTo>
                    <a:lnTo>
                      <a:pt x="1363" y="245"/>
                    </a:lnTo>
                    <a:lnTo>
                      <a:pt x="1364" y="243"/>
                    </a:lnTo>
                    <a:lnTo>
                      <a:pt x="1366" y="243"/>
                    </a:lnTo>
                    <a:lnTo>
                      <a:pt x="1367" y="242"/>
                    </a:lnTo>
                    <a:lnTo>
                      <a:pt x="1369" y="242"/>
                    </a:lnTo>
                    <a:lnTo>
                      <a:pt x="1370" y="242"/>
                    </a:lnTo>
                    <a:lnTo>
                      <a:pt x="1371" y="242"/>
                    </a:lnTo>
                    <a:lnTo>
                      <a:pt x="1373" y="241"/>
                    </a:lnTo>
                    <a:lnTo>
                      <a:pt x="1374" y="241"/>
                    </a:lnTo>
                    <a:lnTo>
                      <a:pt x="1375" y="241"/>
                    </a:lnTo>
                    <a:lnTo>
                      <a:pt x="1377" y="241"/>
                    </a:lnTo>
                    <a:lnTo>
                      <a:pt x="1378" y="241"/>
                    </a:lnTo>
                    <a:lnTo>
                      <a:pt x="1379" y="240"/>
                    </a:lnTo>
                    <a:lnTo>
                      <a:pt x="1381" y="240"/>
                    </a:lnTo>
                    <a:lnTo>
                      <a:pt x="1382" y="240"/>
                    </a:lnTo>
                    <a:lnTo>
                      <a:pt x="1383" y="240"/>
                    </a:lnTo>
                    <a:lnTo>
                      <a:pt x="1385" y="241"/>
                    </a:lnTo>
                    <a:lnTo>
                      <a:pt x="1386" y="240"/>
                    </a:lnTo>
                    <a:lnTo>
                      <a:pt x="1388" y="240"/>
                    </a:lnTo>
                    <a:lnTo>
                      <a:pt x="1389" y="240"/>
                    </a:lnTo>
                    <a:lnTo>
                      <a:pt x="1390" y="241"/>
                    </a:lnTo>
                    <a:lnTo>
                      <a:pt x="1392" y="241"/>
                    </a:lnTo>
                    <a:lnTo>
                      <a:pt x="1393" y="240"/>
                    </a:lnTo>
                    <a:lnTo>
                      <a:pt x="1394" y="239"/>
                    </a:lnTo>
                    <a:lnTo>
                      <a:pt x="1396" y="238"/>
                    </a:lnTo>
                    <a:lnTo>
                      <a:pt x="1397" y="237"/>
                    </a:lnTo>
                    <a:lnTo>
                      <a:pt x="1398" y="236"/>
                    </a:lnTo>
                    <a:lnTo>
                      <a:pt x="1400" y="236"/>
                    </a:lnTo>
                    <a:lnTo>
                      <a:pt x="1401" y="235"/>
                    </a:lnTo>
                    <a:lnTo>
                      <a:pt x="1403" y="234"/>
                    </a:lnTo>
                    <a:lnTo>
                      <a:pt x="1404" y="233"/>
                    </a:lnTo>
                    <a:lnTo>
                      <a:pt x="1405" y="233"/>
                    </a:lnTo>
                    <a:lnTo>
                      <a:pt x="1407" y="233"/>
                    </a:lnTo>
                    <a:lnTo>
                      <a:pt x="1408" y="233"/>
                    </a:lnTo>
                    <a:lnTo>
                      <a:pt x="1409" y="233"/>
                    </a:lnTo>
                    <a:lnTo>
                      <a:pt x="1411" y="231"/>
                    </a:lnTo>
                    <a:lnTo>
                      <a:pt x="1412" y="232"/>
                    </a:lnTo>
                    <a:lnTo>
                      <a:pt x="1413" y="233"/>
                    </a:lnTo>
                    <a:lnTo>
                      <a:pt x="1415" y="232"/>
                    </a:lnTo>
                    <a:lnTo>
                      <a:pt x="1416" y="233"/>
                    </a:lnTo>
                    <a:lnTo>
                      <a:pt x="1417" y="233"/>
                    </a:lnTo>
                    <a:lnTo>
                      <a:pt x="1419" y="232"/>
                    </a:lnTo>
                    <a:lnTo>
                      <a:pt x="1420" y="233"/>
                    </a:lnTo>
                    <a:lnTo>
                      <a:pt x="1422" y="233"/>
                    </a:lnTo>
                    <a:lnTo>
                      <a:pt x="1423" y="233"/>
                    </a:lnTo>
                    <a:lnTo>
                      <a:pt x="1424" y="232"/>
                    </a:lnTo>
                    <a:lnTo>
                      <a:pt x="1426" y="232"/>
                    </a:lnTo>
                    <a:lnTo>
                      <a:pt x="1427" y="231"/>
                    </a:lnTo>
                    <a:lnTo>
                      <a:pt x="1428" y="231"/>
                    </a:lnTo>
                    <a:lnTo>
                      <a:pt x="1430" y="231"/>
                    </a:lnTo>
                    <a:lnTo>
                      <a:pt x="1431" y="230"/>
                    </a:lnTo>
                    <a:lnTo>
                      <a:pt x="1432" y="230"/>
                    </a:lnTo>
                    <a:lnTo>
                      <a:pt x="1434" y="229"/>
                    </a:lnTo>
                    <a:lnTo>
                      <a:pt x="1435" y="229"/>
                    </a:lnTo>
                    <a:lnTo>
                      <a:pt x="1437" y="228"/>
                    </a:lnTo>
                    <a:lnTo>
                      <a:pt x="1438" y="228"/>
                    </a:lnTo>
                    <a:lnTo>
                      <a:pt x="1439" y="227"/>
                    </a:lnTo>
                    <a:lnTo>
                      <a:pt x="1441" y="226"/>
                    </a:lnTo>
                    <a:lnTo>
                      <a:pt x="1442" y="225"/>
                    </a:lnTo>
                  </a:path>
                </a:pathLst>
              </a:custGeom>
              <a:noFill/>
              <a:ln cap="flat" cmpd="sng" w="25400">
                <a:solidFill>
                  <a:srgbClr val="32CD3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 flipH="1" rot="10800000">
                <a:off x="1077913" y="1166813"/>
                <a:ext cx="3810000" cy="1708150"/>
              </a:xfrm>
              <a:custGeom>
                <a:rect b="b" l="l" r="r" t="t"/>
                <a:pathLst>
                  <a:path extrusionOk="0" h="775" w="1442">
                    <a:moveTo>
                      <a:pt x="0" y="30"/>
                    </a:moveTo>
                    <a:lnTo>
                      <a:pt x="2" y="20"/>
                    </a:lnTo>
                    <a:lnTo>
                      <a:pt x="3" y="20"/>
                    </a:lnTo>
                    <a:lnTo>
                      <a:pt x="4" y="20"/>
                    </a:lnTo>
                    <a:lnTo>
                      <a:pt x="6" y="20"/>
                    </a:lnTo>
                    <a:lnTo>
                      <a:pt x="7" y="19"/>
                    </a:lnTo>
                    <a:lnTo>
                      <a:pt x="9" y="20"/>
                    </a:lnTo>
                    <a:lnTo>
                      <a:pt x="10" y="20"/>
                    </a:lnTo>
                    <a:lnTo>
                      <a:pt x="11" y="20"/>
                    </a:lnTo>
                    <a:lnTo>
                      <a:pt x="13" y="20"/>
                    </a:lnTo>
                    <a:lnTo>
                      <a:pt x="14" y="19"/>
                    </a:lnTo>
                    <a:lnTo>
                      <a:pt x="15" y="20"/>
                    </a:lnTo>
                    <a:lnTo>
                      <a:pt x="17" y="19"/>
                    </a:lnTo>
                    <a:lnTo>
                      <a:pt x="18" y="19"/>
                    </a:lnTo>
                    <a:lnTo>
                      <a:pt x="19" y="19"/>
                    </a:lnTo>
                    <a:lnTo>
                      <a:pt x="21" y="19"/>
                    </a:lnTo>
                    <a:lnTo>
                      <a:pt x="22" y="19"/>
                    </a:lnTo>
                    <a:lnTo>
                      <a:pt x="23" y="18"/>
                    </a:lnTo>
                    <a:lnTo>
                      <a:pt x="25" y="18"/>
                    </a:lnTo>
                    <a:lnTo>
                      <a:pt x="26" y="18"/>
                    </a:lnTo>
                    <a:lnTo>
                      <a:pt x="28" y="18"/>
                    </a:lnTo>
                    <a:lnTo>
                      <a:pt x="29" y="17"/>
                    </a:lnTo>
                    <a:lnTo>
                      <a:pt x="30" y="16"/>
                    </a:lnTo>
                    <a:lnTo>
                      <a:pt x="32" y="15"/>
                    </a:lnTo>
                    <a:lnTo>
                      <a:pt x="33" y="17"/>
                    </a:lnTo>
                    <a:lnTo>
                      <a:pt x="34" y="16"/>
                    </a:lnTo>
                    <a:lnTo>
                      <a:pt x="36" y="15"/>
                    </a:lnTo>
                    <a:lnTo>
                      <a:pt x="37" y="15"/>
                    </a:lnTo>
                    <a:lnTo>
                      <a:pt x="38" y="16"/>
                    </a:lnTo>
                    <a:lnTo>
                      <a:pt x="40" y="17"/>
                    </a:lnTo>
                    <a:lnTo>
                      <a:pt x="41" y="16"/>
                    </a:lnTo>
                    <a:lnTo>
                      <a:pt x="43" y="16"/>
                    </a:lnTo>
                    <a:lnTo>
                      <a:pt x="44" y="16"/>
                    </a:lnTo>
                    <a:lnTo>
                      <a:pt x="45" y="15"/>
                    </a:lnTo>
                    <a:lnTo>
                      <a:pt x="47" y="15"/>
                    </a:lnTo>
                    <a:lnTo>
                      <a:pt x="48" y="14"/>
                    </a:lnTo>
                    <a:lnTo>
                      <a:pt x="49" y="14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7" y="12"/>
                    </a:lnTo>
                    <a:lnTo>
                      <a:pt x="59" y="13"/>
                    </a:lnTo>
                    <a:lnTo>
                      <a:pt x="60" y="12"/>
                    </a:lnTo>
                    <a:lnTo>
                      <a:pt x="62" y="11"/>
                    </a:lnTo>
                    <a:lnTo>
                      <a:pt x="63" y="11"/>
                    </a:lnTo>
                    <a:lnTo>
                      <a:pt x="64" y="11"/>
                    </a:lnTo>
                    <a:lnTo>
                      <a:pt x="66" y="11"/>
                    </a:lnTo>
                    <a:lnTo>
                      <a:pt x="67" y="11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1" y="10"/>
                    </a:lnTo>
                    <a:lnTo>
                      <a:pt x="72" y="10"/>
                    </a:lnTo>
                    <a:lnTo>
                      <a:pt x="74" y="10"/>
                    </a:lnTo>
                    <a:lnTo>
                      <a:pt x="75" y="11"/>
                    </a:lnTo>
                    <a:lnTo>
                      <a:pt x="77" y="10"/>
                    </a:lnTo>
                    <a:lnTo>
                      <a:pt x="78" y="10"/>
                    </a:lnTo>
                    <a:lnTo>
                      <a:pt x="79" y="10"/>
                    </a:lnTo>
                    <a:lnTo>
                      <a:pt x="81" y="9"/>
                    </a:lnTo>
                    <a:lnTo>
                      <a:pt x="82" y="9"/>
                    </a:lnTo>
                    <a:lnTo>
                      <a:pt x="83" y="7"/>
                    </a:lnTo>
                    <a:lnTo>
                      <a:pt x="85" y="8"/>
                    </a:lnTo>
                    <a:lnTo>
                      <a:pt x="86" y="8"/>
                    </a:lnTo>
                    <a:lnTo>
                      <a:pt x="87" y="7"/>
                    </a:lnTo>
                    <a:lnTo>
                      <a:pt x="89" y="8"/>
                    </a:lnTo>
                    <a:lnTo>
                      <a:pt x="90" y="8"/>
                    </a:lnTo>
                    <a:lnTo>
                      <a:pt x="91" y="8"/>
                    </a:lnTo>
                    <a:lnTo>
                      <a:pt x="93" y="8"/>
                    </a:lnTo>
                    <a:lnTo>
                      <a:pt x="94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8" y="7"/>
                    </a:lnTo>
                    <a:lnTo>
                      <a:pt x="100" y="8"/>
                    </a:lnTo>
                    <a:lnTo>
                      <a:pt x="101" y="8"/>
                    </a:lnTo>
                    <a:lnTo>
                      <a:pt x="102" y="8"/>
                    </a:lnTo>
                    <a:lnTo>
                      <a:pt x="104" y="8"/>
                    </a:lnTo>
                    <a:lnTo>
                      <a:pt x="105" y="8"/>
                    </a:lnTo>
                    <a:lnTo>
                      <a:pt x="106" y="8"/>
                    </a:lnTo>
                    <a:lnTo>
                      <a:pt x="108" y="8"/>
                    </a:lnTo>
                    <a:lnTo>
                      <a:pt x="109" y="7"/>
                    </a:lnTo>
                    <a:lnTo>
                      <a:pt x="111" y="6"/>
                    </a:lnTo>
                    <a:lnTo>
                      <a:pt x="112" y="5"/>
                    </a:lnTo>
                    <a:lnTo>
                      <a:pt x="113" y="4"/>
                    </a:lnTo>
                    <a:lnTo>
                      <a:pt x="115" y="3"/>
                    </a:lnTo>
                    <a:lnTo>
                      <a:pt x="116" y="3"/>
                    </a:lnTo>
                    <a:lnTo>
                      <a:pt x="117" y="0"/>
                    </a:lnTo>
                    <a:lnTo>
                      <a:pt x="119" y="581"/>
                    </a:lnTo>
                    <a:lnTo>
                      <a:pt x="120" y="648"/>
                    </a:lnTo>
                    <a:lnTo>
                      <a:pt x="121" y="657"/>
                    </a:lnTo>
                    <a:lnTo>
                      <a:pt x="123" y="659"/>
                    </a:lnTo>
                    <a:lnTo>
                      <a:pt x="124" y="662"/>
                    </a:lnTo>
                    <a:lnTo>
                      <a:pt x="125" y="664"/>
                    </a:lnTo>
                    <a:lnTo>
                      <a:pt x="127" y="666"/>
                    </a:lnTo>
                    <a:lnTo>
                      <a:pt x="128" y="668"/>
                    </a:lnTo>
                    <a:lnTo>
                      <a:pt x="130" y="671"/>
                    </a:lnTo>
                    <a:lnTo>
                      <a:pt x="131" y="673"/>
                    </a:lnTo>
                    <a:lnTo>
                      <a:pt x="132" y="675"/>
                    </a:lnTo>
                    <a:lnTo>
                      <a:pt x="134" y="678"/>
                    </a:lnTo>
                    <a:lnTo>
                      <a:pt x="135" y="681"/>
                    </a:lnTo>
                    <a:lnTo>
                      <a:pt x="136" y="683"/>
                    </a:lnTo>
                    <a:lnTo>
                      <a:pt x="138" y="685"/>
                    </a:lnTo>
                    <a:lnTo>
                      <a:pt x="139" y="687"/>
                    </a:lnTo>
                    <a:lnTo>
                      <a:pt x="140" y="689"/>
                    </a:lnTo>
                    <a:lnTo>
                      <a:pt x="142" y="691"/>
                    </a:lnTo>
                    <a:lnTo>
                      <a:pt x="143" y="694"/>
                    </a:lnTo>
                    <a:lnTo>
                      <a:pt x="145" y="696"/>
                    </a:lnTo>
                    <a:lnTo>
                      <a:pt x="146" y="699"/>
                    </a:lnTo>
                    <a:lnTo>
                      <a:pt x="147" y="703"/>
                    </a:lnTo>
                    <a:lnTo>
                      <a:pt x="149" y="706"/>
                    </a:lnTo>
                    <a:lnTo>
                      <a:pt x="150" y="710"/>
                    </a:lnTo>
                    <a:lnTo>
                      <a:pt x="151" y="712"/>
                    </a:lnTo>
                    <a:lnTo>
                      <a:pt x="153" y="715"/>
                    </a:lnTo>
                    <a:lnTo>
                      <a:pt x="154" y="718"/>
                    </a:lnTo>
                    <a:lnTo>
                      <a:pt x="155" y="721"/>
                    </a:lnTo>
                    <a:lnTo>
                      <a:pt x="157" y="724"/>
                    </a:lnTo>
                    <a:lnTo>
                      <a:pt x="158" y="727"/>
                    </a:lnTo>
                    <a:lnTo>
                      <a:pt x="159" y="729"/>
                    </a:lnTo>
                    <a:lnTo>
                      <a:pt x="161" y="732"/>
                    </a:lnTo>
                    <a:lnTo>
                      <a:pt x="162" y="734"/>
                    </a:lnTo>
                    <a:lnTo>
                      <a:pt x="164" y="737"/>
                    </a:lnTo>
                    <a:lnTo>
                      <a:pt x="165" y="739"/>
                    </a:lnTo>
                    <a:lnTo>
                      <a:pt x="166" y="740"/>
                    </a:lnTo>
                    <a:lnTo>
                      <a:pt x="168" y="741"/>
                    </a:lnTo>
                    <a:lnTo>
                      <a:pt x="169" y="741"/>
                    </a:lnTo>
                    <a:lnTo>
                      <a:pt x="170" y="742"/>
                    </a:lnTo>
                    <a:lnTo>
                      <a:pt x="172" y="741"/>
                    </a:lnTo>
                    <a:lnTo>
                      <a:pt x="173" y="742"/>
                    </a:lnTo>
                    <a:lnTo>
                      <a:pt x="174" y="742"/>
                    </a:lnTo>
                    <a:lnTo>
                      <a:pt x="176" y="742"/>
                    </a:lnTo>
                    <a:lnTo>
                      <a:pt x="177" y="743"/>
                    </a:lnTo>
                    <a:lnTo>
                      <a:pt x="179" y="743"/>
                    </a:lnTo>
                    <a:lnTo>
                      <a:pt x="180" y="743"/>
                    </a:lnTo>
                    <a:lnTo>
                      <a:pt x="181" y="743"/>
                    </a:lnTo>
                    <a:lnTo>
                      <a:pt x="183" y="743"/>
                    </a:lnTo>
                    <a:lnTo>
                      <a:pt x="184" y="742"/>
                    </a:lnTo>
                    <a:lnTo>
                      <a:pt x="185" y="742"/>
                    </a:lnTo>
                    <a:lnTo>
                      <a:pt x="187" y="742"/>
                    </a:lnTo>
                    <a:lnTo>
                      <a:pt x="188" y="742"/>
                    </a:lnTo>
                    <a:lnTo>
                      <a:pt x="189" y="742"/>
                    </a:lnTo>
                    <a:lnTo>
                      <a:pt x="191" y="742"/>
                    </a:lnTo>
                    <a:lnTo>
                      <a:pt x="192" y="742"/>
                    </a:lnTo>
                    <a:lnTo>
                      <a:pt x="193" y="742"/>
                    </a:lnTo>
                    <a:lnTo>
                      <a:pt x="195" y="741"/>
                    </a:lnTo>
                    <a:lnTo>
                      <a:pt x="196" y="742"/>
                    </a:lnTo>
                    <a:lnTo>
                      <a:pt x="198" y="742"/>
                    </a:lnTo>
                    <a:lnTo>
                      <a:pt x="199" y="741"/>
                    </a:lnTo>
                    <a:lnTo>
                      <a:pt x="200" y="742"/>
                    </a:lnTo>
                    <a:lnTo>
                      <a:pt x="202" y="742"/>
                    </a:lnTo>
                    <a:lnTo>
                      <a:pt x="203" y="742"/>
                    </a:lnTo>
                    <a:lnTo>
                      <a:pt x="204" y="743"/>
                    </a:lnTo>
                    <a:lnTo>
                      <a:pt x="206" y="744"/>
                    </a:lnTo>
                    <a:lnTo>
                      <a:pt x="207" y="743"/>
                    </a:lnTo>
                    <a:lnTo>
                      <a:pt x="208" y="744"/>
                    </a:lnTo>
                    <a:lnTo>
                      <a:pt x="210" y="744"/>
                    </a:lnTo>
                    <a:lnTo>
                      <a:pt x="211" y="744"/>
                    </a:lnTo>
                    <a:lnTo>
                      <a:pt x="213" y="743"/>
                    </a:lnTo>
                    <a:lnTo>
                      <a:pt x="214" y="743"/>
                    </a:lnTo>
                    <a:lnTo>
                      <a:pt x="215" y="743"/>
                    </a:lnTo>
                    <a:lnTo>
                      <a:pt x="217" y="744"/>
                    </a:lnTo>
                    <a:lnTo>
                      <a:pt x="218" y="744"/>
                    </a:lnTo>
                    <a:lnTo>
                      <a:pt x="219" y="744"/>
                    </a:lnTo>
                    <a:lnTo>
                      <a:pt x="221" y="744"/>
                    </a:lnTo>
                    <a:lnTo>
                      <a:pt x="222" y="744"/>
                    </a:lnTo>
                    <a:lnTo>
                      <a:pt x="223" y="744"/>
                    </a:lnTo>
                    <a:lnTo>
                      <a:pt x="225" y="744"/>
                    </a:lnTo>
                    <a:lnTo>
                      <a:pt x="226" y="744"/>
                    </a:lnTo>
                    <a:lnTo>
                      <a:pt x="227" y="744"/>
                    </a:lnTo>
                    <a:lnTo>
                      <a:pt x="229" y="745"/>
                    </a:lnTo>
                    <a:lnTo>
                      <a:pt x="230" y="745"/>
                    </a:lnTo>
                    <a:lnTo>
                      <a:pt x="232" y="745"/>
                    </a:lnTo>
                    <a:lnTo>
                      <a:pt x="233" y="745"/>
                    </a:lnTo>
                    <a:lnTo>
                      <a:pt x="234" y="745"/>
                    </a:lnTo>
                    <a:lnTo>
                      <a:pt x="236" y="745"/>
                    </a:lnTo>
                    <a:lnTo>
                      <a:pt x="237" y="745"/>
                    </a:lnTo>
                    <a:lnTo>
                      <a:pt x="238" y="745"/>
                    </a:lnTo>
                    <a:lnTo>
                      <a:pt x="240" y="746"/>
                    </a:lnTo>
                    <a:lnTo>
                      <a:pt x="241" y="746"/>
                    </a:lnTo>
                    <a:lnTo>
                      <a:pt x="242" y="745"/>
                    </a:lnTo>
                    <a:lnTo>
                      <a:pt x="244" y="746"/>
                    </a:lnTo>
                    <a:lnTo>
                      <a:pt x="245" y="746"/>
                    </a:lnTo>
                    <a:lnTo>
                      <a:pt x="247" y="746"/>
                    </a:lnTo>
                    <a:lnTo>
                      <a:pt x="248" y="746"/>
                    </a:lnTo>
                    <a:lnTo>
                      <a:pt x="249" y="745"/>
                    </a:lnTo>
                    <a:lnTo>
                      <a:pt x="251" y="745"/>
                    </a:lnTo>
                    <a:lnTo>
                      <a:pt x="252" y="745"/>
                    </a:lnTo>
                    <a:lnTo>
                      <a:pt x="253" y="745"/>
                    </a:lnTo>
                    <a:lnTo>
                      <a:pt x="255" y="747"/>
                    </a:lnTo>
                    <a:lnTo>
                      <a:pt x="256" y="746"/>
                    </a:lnTo>
                    <a:lnTo>
                      <a:pt x="257" y="747"/>
                    </a:lnTo>
                    <a:lnTo>
                      <a:pt x="259" y="747"/>
                    </a:lnTo>
                    <a:lnTo>
                      <a:pt x="260" y="749"/>
                    </a:lnTo>
                    <a:lnTo>
                      <a:pt x="261" y="749"/>
                    </a:lnTo>
                    <a:lnTo>
                      <a:pt x="263" y="749"/>
                    </a:lnTo>
                    <a:lnTo>
                      <a:pt x="264" y="749"/>
                    </a:lnTo>
                    <a:lnTo>
                      <a:pt x="266" y="749"/>
                    </a:lnTo>
                    <a:lnTo>
                      <a:pt x="267" y="748"/>
                    </a:lnTo>
                    <a:lnTo>
                      <a:pt x="268" y="749"/>
                    </a:lnTo>
                    <a:lnTo>
                      <a:pt x="270" y="748"/>
                    </a:lnTo>
                    <a:lnTo>
                      <a:pt x="271" y="748"/>
                    </a:lnTo>
                    <a:lnTo>
                      <a:pt x="272" y="747"/>
                    </a:lnTo>
                    <a:lnTo>
                      <a:pt x="274" y="746"/>
                    </a:lnTo>
                    <a:lnTo>
                      <a:pt x="275" y="747"/>
                    </a:lnTo>
                    <a:lnTo>
                      <a:pt x="276" y="748"/>
                    </a:lnTo>
                    <a:lnTo>
                      <a:pt x="278" y="747"/>
                    </a:lnTo>
                    <a:lnTo>
                      <a:pt x="279" y="747"/>
                    </a:lnTo>
                    <a:lnTo>
                      <a:pt x="281" y="746"/>
                    </a:lnTo>
                    <a:lnTo>
                      <a:pt x="282" y="747"/>
                    </a:lnTo>
                    <a:lnTo>
                      <a:pt x="283" y="747"/>
                    </a:lnTo>
                    <a:lnTo>
                      <a:pt x="285" y="747"/>
                    </a:lnTo>
                    <a:lnTo>
                      <a:pt x="286" y="747"/>
                    </a:lnTo>
                    <a:lnTo>
                      <a:pt x="287" y="747"/>
                    </a:lnTo>
                    <a:lnTo>
                      <a:pt x="289" y="748"/>
                    </a:lnTo>
                    <a:lnTo>
                      <a:pt x="290" y="748"/>
                    </a:lnTo>
                    <a:lnTo>
                      <a:pt x="291" y="749"/>
                    </a:lnTo>
                    <a:lnTo>
                      <a:pt x="293" y="750"/>
                    </a:lnTo>
                    <a:lnTo>
                      <a:pt x="294" y="751"/>
                    </a:lnTo>
                    <a:lnTo>
                      <a:pt x="295" y="752"/>
                    </a:lnTo>
                    <a:lnTo>
                      <a:pt x="297" y="752"/>
                    </a:lnTo>
                    <a:lnTo>
                      <a:pt x="298" y="752"/>
                    </a:lnTo>
                    <a:lnTo>
                      <a:pt x="300" y="752"/>
                    </a:lnTo>
                    <a:lnTo>
                      <a:pt x="301" y="753"/>
                    </a:lnTo>
                    <a:lnTo>
                      <a:pt x="302" y="752"/>
                    </a:lnTo>
                    <a:lnTo>
                      <a:pt x="304" y="753"/>
                    </a:lnTo>
                    <a:lnTo>
                      <a:pt x="305" y="752"/>
                    </a:lnTo>
                    <a:lnTo>
                      <a:pt x="306" y="753"/>
                    </a:lnTo>
                    <a:lnTo>
                      <a:pt x="308" y="752"/>
                    </a:lnTo>
                    <a:lnTo>
                      <a:pt x="309" y="751"/>
                    </a:lnTo>
                    <a:lnTo>
                      <a:pt x="310" y="751"/>
                    </a:lnTo>
                    <a:lnTo>
                      <a:pt x="312" y="750"/>
                    </a:lnTo>
                    <a:lnTo>
                      <a:pt x="313" y="751"/>
                    </a:lnTo>
                    <a:lnTo>
                      <a:pt x="315" y="750"/>
                    </a:lnTo>
                    <a:lnTo>
                      <a:pt x="316" y="750"/>
                    </a:lnTo>
                    <a:lnTo>
                      <a:pt x="317" y="751"/>
                    </a:lnTo>
                    <a:lnTo>
                      <a:pt x="319" y="752"/>
                    </a:lnTo>
                    <a:lnTo>
                      <a:pt x="320" y="752"/>
                    </a:lnTo>
                    <a:lnTo>
                      <a:pt x="321" y="753"/>
                    </a:lnTo>
                    <a:lnTo>
                      <a:pt x="323" y="752"/>
                    </a:lnTo>
                    <a:lnTo>
                      <a:pt x="324" y="753"/>
                    </a:lnTo>
                    <a:lnTo>
                      <a:pt x="325" y="753"/>
                    </a:lnTo>
                    <a:lnTo>
                      <a:pt x="327" y="752"/>
                    </a:lnTo>
                    <a:lnTo>
                      <a:pt x="328" y="752"/>
                    </a:lnTo>
                    <a:lnTo>
                      <a:pt x="329" y="751"/>
                    </a:lnTo>
                    <a:lnTo>
                      <a:pt x="331" y="750"/>
                    </a:lnTo>
                    <a:lnTo>
                      <a:pt x="332" y="750"/>
                    </a:lnTo>
                    <a:lnTo>
                      <a:pt x="334" y="751"/>
                    </a:lnTo>
                    <a:lnTo>
                      <a:pt x="335" y="751"/>
                    </a:lnTo>
                    <a:lnTo>
                      <a:pt x="336" y="751"/>
                    </a:lnTo>
                    <a:lnTo>
                      <a:pt x="338" y="752"/>
                    </a:lnTo>
                    <a:lnTo>
                      <a:pt x="339" y="753"/>
                    </a:lnTo>
                    <a:lnTo>
                      <a:pt x="340" y="752"/>
                    </a:lnTo>
                    <a:lnTo>
                      <a:pt x="342" y="753"/>
                    </a:lnTo>
                    <a:lnTo>
                      <a:pt x="343" y="753"/>
                    </a:lnTo>
                    <a:lnTo>
                      <a:pt x="344" y="753"/>
                    </a:lnTo>
                    <a:lnTo>
                      <a:pt x="346" y="754"/>
                    </a:lnTo>
                    <a:lnTo>
                      <a:pt x="347" y="754"/>
                    </a:lnTo>
                    <a:lnTo>
                      <a:pt x="349" y="754"/>
                    </a:lnTo>
                    <a:lnTo>
                      <a:pt x="350" y="755"/>
                    </a:lnTo>
                    <a:lnTo>
                      <a:pt x="351" y="755"/>
                    </a:lnTo>
                    <a:lnTo>
                      <a:pt x="353" y="755"/>
                    </a:lnTo>
                    <a:lnTo>
                      <a:pt x="354" y="755"/>
                    </a:lnTo>
                    <a:lnTo>
                      <a:pt x="355" y="754"/>
                    </a:lnTo>
                    <a:lnTo>
                      <a:pt x="357" y="754"/>
                    </a:lnTo>
                    <a:lnTo>
                      <a:pt x="358" y="754"/>
                    </a:lnTo>
                    <a:lnTo>
                      <a:pt x="359" y="754"/>
                    </a:lnTo>
                    <a:lnTo>
                      <a:pt x="361" y="755"/>
                    </a:lnTo>
                    <a:lnTo>
                      <a:pt x="362" y="755"/>
                    </a:lnTo>
                    <a:lnTo>
                      <a:pt x="363" y="756"/>
                    </a:lnTo>
                    <a:lnTo>
                      <a:pt x="365" y="757"/>
                    </a:lnTo>
                    <a:lnTo>
                      <a:pt x="366" y="756"/>
                    </a:lnTo>
                    <a:lnTo>
                      <a:pt x="368" y="757"/>
                    </a:lnTo>
                    <a:lnTo>
                      <a:pt x="369" y="759"/>
                    </a:lnTo>
                    <a:lnTo>
                      <a:pt x="370" y="759"/>
                    </a:lnTo>
                    <a:lnTo>
                      <a:pt x="372" y="760"/>
                    </a:lnTo>
                    <a:lnTo>
                      <a:pt x="373" y="760"/>
                    </a:lnTo>
                    <a:lnTo>
                      <a:pt x="374" y="760"/>
                    </a:lnTo>
                    <a:lnTo>
                      <a:pt x="376" y="760"/>
                    </a:lnTo>
                    <a:lnTo>
                      <a:pt x="377" y="761"/>
                    </a:lnTo>
                    <a:lnTo>
                      <a:pt x="378" y="762"/>
                    </a:lnTo>
                    <a:lnTo>
                      <a:pt x="380" y="763"/>
                    </a:lnTo>
                    <a:lnTo>
                      <a:pt x="381" y="763"/>
                    </a:lnTo>
                    <a:lnTo>
                      <a:pt x="383" y="763"/>
                    </a:lnTo>
                    <a:lnTo>
                      <a:pt x="384" y="764"/>
                    </a:lnTo>
                    <a:lnTo>
                      <a:pt x="385" y="765"/>
                    </a:lnTo>
                    <a:lnTo>
                      <a:pt x="387" y="765"/>
                    </a:lnTo>
                    <a:lnTo>
                      <a:pt x="388" y="765"/>
                    </a:lnTo>
                    <a:lnTo>
                      <a:pt x="389" y="766"/>
                    </a:lnTo>
                    <a:lnTo>
                      <a:pt x="391" y="766"/>
                    </a:lnTo>
                    <a:lnTo>
                      <a:pt x="392" y="768"/>
                    </a:lnTo>
                    <a:lnTo>
                      <a:pt x="393" y="768"/>
                    </a:lnTo>
                    <a:lnTo>
                      <a:pt x="395" y="768"/>
                    </a:lnTo>
                    <a:lnTo>
                      <a:pt x="396" y="768"/>
                    </a:lnTo>
                    <a:lnTo>
                      <a:pt x="397" y="769"/>
                    </a:lnTo>
                    <a:lnTo>
                      <a:pt x="399" y="769"/>
                    </a:lnTo>
                    <a:lnTo>
                      <a:pt x="400" y="769"/>
                    </a:lnTo>
                    <a:lnTo>
                      <a:pt x="402" y="769"/>
                    </a:lnTo>
                    <a:lnTo>
                      <a:pt x="403" y="770"/>
                    </a:lnTo>
                    <a:lnTo>
                      <a:pt x="404" y="772"/>
                    </a:lnTo>
                    <a:lnTo>
                      <a:pt x="406" y="773"/>
                    </a:lnTo>
                    <a:lnTo>
                      <a:pt x="407" y="774"/>
                    </a:lnTo>
                    <a:lnTo>
                      <a:pt x="408" y="774"/>
                    </a:lnTo>
                    <a:lnTo>
                      <a:pt x="410" y="775"/>
                    </a:lnTo>
                    <a:lnTo>
                      <a:pt x="411" y="775"/>
                    </a:lnTo>
                    <a:lnTo>
                      <a:pt x="412" y="775"/>
                    </a:lnTo>
                    <a:lnTo>
                      <a:pt x="414" y="775"/>
                    </a:lnTo>
                    <a:lnTo>
                      <a:pt x="415" y="775"/>
                    </a:lnTo>
                    <a:lnTo>
                      <a:pt x="417" y="775"/>
                    </a:lnTo>
                    <a:lnTo>
                      <a:pt x="418" y="775"/>
                    </a:lnTo>
                    <a:lnTo>
                      <a:pt x="419" y="775"/>
                    </a:lnTo>
                    <a:lnTo>
                      <a:pt x="421" y="775"/>
                    </a:lnTo>
                    <a:lnTo>
                      <a:pt x="422" y="775"/>
                    </a:lnTo>
                    <a:lnTo>
                      <a:pt x="423" y="775"/>
                    </a:lnTo>
                    <a:lnTo>
                      <a:pt x="425" y="319"/>
                    </a:lnTo>
                    <a:lnTo>
                      <a:pt x="426" y="310"/>
                    </a:lnTo>
                    <a:lnTo>
                      <a:pt x="427" y="308"/>
                    </a:lnTo>
                    <a:lnTo>
                      <a:pt x="429" y="307"/>
                    </a:lnTo>
                    <a:lnTo>
                      <a:pt x="430" y="307"/>
                    </a:lnTo>
                    <a:lnTo>
                      <a:pt x="431" y="306"/>
                    </a:lnTo>
                    <a:lnTo>
                      <a:pt x="433" y="305"/>
                    </a:lnTo>
                    <a:lnTo>
                      <a:pt x="434" y="303"/>
                    </a:lnTo>
                    <a:lnTo>
                      <a:pt x="436" y="302"/>
                    </a:lnTo>
                    <a:lnTo>
                      <a:pt x="437" y="301"/>
                    </a:lnTo>
                    <a:lnTo>
                      <a:pt x="438" y="299"/>
                    </a:lnTo>
                    <a:lnTo>
                      <a:pt x="440" y="297"/>
                    </a:lnTo>
                    <a:lnTo>
                      <a:pt x="441" y="295"/>
                    </a:lnTo>
                    <a:lnTo>
                      <a:pt x="442" y="295"/>
                    </a:lnTo>
                    <a:lnTo>
                      <a:pt x="444" y="294"/>
                    </a:lnTo>
                    <a:lnTo>
                      <a:pt x="445" y="293"/>
                    </a:lnTo>
                    <a:lnTo>
                      <a:pt x="446" y="293"/>
                    </a:lnTo>
                    <a:lnTo>
                      <a:pt x="448" y="293"/>
                    </a:lnTo>
                    <a:lnTo>
                      <a:pt x="449" y="293"/>
                    </a:lnTo>
                    <a:lnTo>
                      <a:pt x="451" y="292"/>
                    </a:lnTo>
                    <a:lnTo>
                      <a:pt x="452" y="292"/>
                    </a:lnTo>
                    <a:lnTo>
                      <a:pt x="453" y="292"/>
                    </a:lnTo>
                    <a:lnTo>
                      <a:pt x="455" y="292"/>
                    </a:lnTo>
                    <a:lnTo>
                      <a:pt x="456" y="291"/>
                    </a:lnTo>
                    <a:lnTo>
                      <a:pt x="457" y="290"/>
                    </a:lnTo>
                    <a:lnTo>
                      <a:pt x="459" y="289"/>
                    </a:lnTo>
                    <a:lnTo>
                      <a:pt x="460" y="289"/>
                    </a:lnTo>
                    <a:lnTo>
                      <a:pt x="461" y="289"/>
                    </a:lnTo>
                    <a:lnTo>
                      <a:pt x="463" y="287"/>
                    </a:lnTo>
                    <a:lnTo>
                      <a:pt x="464" y="287"/>
                    </a:lnTo>
                    <a:lnTo>
                      <a:pt x="465" y="285"/>
                    </a:lnTo>
                    <a:lnTo>
                      <a:pt x="467" y="285"/>
                    </a:lnTo>
                    <a:lnTo>
                      <a:pt x="468" y="284"/>
                    </a:lnTo>
                    <a:lnTo>
                      <a:pt x="470" y="282"/>
                    </a:lnTo>
                    <a:lnTo>
                      <a:pt x="471" y="282"/>
                    </a:lnTo>
                    <a:lnTo>
                      <a:pt x="472" y="282"/>
                    </a:lnTo>
                    <a:lnTo>
                      <a:pt x="474" y="281"/>
                    </a:lnTo>
                    <a:lnTo>
                      <a:pt x="475" y="282"/>
                    </a:lnTo>
                    <a:lnTo>
                      <a:pt x="476" y="281"/>
                    </a:lnTo>
                    <a:lnTo>
                      <a:pt x="478" y="281"/>
                    </a:lnTo>
                    <a:lnTo>
                      <a:pt x="479" y="282"/>
                    </a:lnTo>
                    <a:lnTo>
                      <a:pt x="480" y="281"/>
                    </a:lnTo>
                    <a:lnTo>
                      <a:pt x="482" y="281"/>
                    </a:lnTo>
                    <a:lnTo>
                      <a:pt x="483" y="280"/>
                    </a:lnTo>
                    <a:lnTo>
                      <a:pt x="485" y="280"/>
                    </a:lnTo>
                    <a:lnTo>
                      <a:pt x="486" y="279"/>
                    </a:lnTo>
                    <a:lnTo>
                      <a:pt x="487" y="279"/>
                    </a:lnTo>
                    <a:lnTo>
                      <a:pt x="489" y="278"/>
                    </a:lnTo>
                    <a:lnTo>
                      <a:pt x="490" y="277"/>
                    </a:lnTo>
                    <a:lnTo>
                      <a:pt x="491" y="277"/>
                    </a:lnTo>
                    <a:lnTo>
                      <a:pt x="493" y="276"/>
                    </a:lnTo>
                    <a:lnTo>
                      <a:pt x="494" y="276"/>
                    </a:lnTo>
                    <a:lnTo>
                      <a:pt x="495" y="275"/>
                    </a:lnTo>
                    <a:lnTo>
                      <a:pt x="497" y="273"/>
                    </a:lnTo>
                    <a:lnTo>
                      <a:pt x="498" y="272"/>
                    </a:lnTo>
                    <a:lnTo>
                      <a:pt x="499" y="272"/>
                    </a:lnTo>
                    <a:lnTo>
                      <a:pt x="501" y="271"/>
                    </a:lnTo>
                    <a:lnTo>
                      <a:pt x="502" y="271"/>
                    </a:lnTo>
                    <a:lnTo>
                      <a:pt x="504" y="271"/>
                    </a:lnTo>
                    <a:lnTo>
                      <a:pt x="505" y="271"/>
                    </a:lnTo>
                    <a:lnTo>
                      <a:pt x="506" y="271"/>
                    </a:lnTo>
                    <a:lnTo>
                      <a:pt x="508" y="271"/>
                    </a:lnTo>
                    <a:lnTo>
                      <a:pt x="509" y="271"/>
                    </a:lnTo>
                    <a:lnTo>
                      <a:pt x="510" y="270"/>
                    </a:lnTo>
                    <a:lnTo>
                      <a:pt x="512" y="269"/>
                    </a:lnTo>
                    <a:lnTo>
                      <a:pt x="513" y="269"/>
                    </a:lnTo>
                    <a:lnTo>
                      <a:pt x="514" y="267"/>
                    </a:lnTo>
                    <a:lnTo>
                      <a:pt x="516" y="268"/>
                    </a:lnTo>
                    <a:lnTo>
                      <a:pt x="517" y="269"/>
                    </a:lnTo>
                    <a:lnTo>
                      <a:pt x="519" y="268"/>
                    </a:lnTo>
                    <a:lnTo>
                      <a:pt x="520" y="268"/>
                    </a:lnTo>
                    <a:lnTo>
                      <a:pt x="521" y="268"/>
                    </a:lnTo>
                    <a:lnTo>
                      <a:pt x="523" y="268"/>
                    </a:lnTo>
                    <a:lnTo>
                      <a:pt x="524" y="267"/>
                    </a:lnTo>
                    <a:lnTo>
                      <a:pt x="525" y="267"/>
                    </a:lnTo>
                    <a:lnTo>
                      <a:pt x="527" y="265"/>
                    </a:lnTo>
                    <a:lnTo>
                      <a:pt x="528" y="265"/>
                    </a:lnTo>
                    <a:lnTo>
                      <a:pt x="529" y="264"/>
                    </a:lnTo>
                    <a:lnTo>
                      <a:pt x="531" y="265"/>
                    </a:lnTo>
                    <a:lnTo>
                      <a:pt x="532" y="264"/>
                    </a:lnTo>
                    <a:lnTo>
                      <a:pt x="533" y="264"/>
                    </a:lnTo>
                    <a:lnTo>
                      <a:pt x="535" y="265"/>
                    </a:lnTo>
                    <a:lnTo>
                      <a:pt x="536" y="264"/>
                    </a:lnTo>
                    <a:lnTo>
                      <a:pt x="538" y="265"/>
                    </a:lnTo>
                    <a:lnTo>
                      <a:pt x="539" y="264"/>
                    </a:lnTo>
                    <a:lnTo>
                      <a:pt x="540" y="264"/>
                    </a:lnTo>
                    <a:lnTo>
                      <a:pt x="542" y="263"/>
                    </a:lnTo>
                    <a:lnTo>
                      <a:pt x="543" y="262"/>
                    </a:lnTo>
                    <a:lnTo>
                      <a:pt x="544" y="262"/>
                    </a:lnTo>
                    <a:lnTo>
                      <a:pt x="546" y="262"/>
                    </a:lnTo>
                    <a:lnTo>
                      <a:pt x="547" y="262"/>
                    </a:lnTo>
                    <a:lnTo>
                      <a:pt x="548" y="262"/>
                    </a:lnTo>
                    <a:lnTo>
                      <a:pt x="550" y="263"/>
                    </a:lnTo>
                    <a:lnTo>
                      <a:pt x="551" y="262"/>
                    </a:lnTo>
                    <a:lnTo>
                      <a:pt x="553" y="262"/>
                    </a:lnTo>
                    <a:lnTo>
                      <a:pt x="554" y="262"/>
                    </a:lnTo>
                    <a:lnTo>
                      <a:pt x="555" y="261"/>
                    </a:lnTo>
                    <a:lnTo>
                      <a:pt x="557" y="260"/>
                    </a:lnTo>
                    <a:lnTo>
                      <a:pt x="558" y="260"/>
                    </a:lnTo>
                    <a:lnTo>
                      <a:pt x="559" y="258"/>
                    </a:lnTo>
                    <a:lnTo>
                      <a:pt x="561" y="258"/>
                    </a:lnTo>
                    <a:lnTo>
                      <a:pt x="562" y="258"/>
                    </a:lnTo>
                    <a:lnTo>
                      <a:pt x="563" y="257"/>
                    </a:lnTo>
                    <a:lnTo>
                      <a:pt x="565" y="256"/>
                    </a:lnTo>
                    <a:lnTo>
                      <a:pt x="566" y="256"/>
                    </a:lnTo>
                    <a:lnTo>
                      <a:pt x="567" y="255"/>
                    </a:lnTo>
                    <a:lnTo>
                      <a:pt x="569" y="255"/>
                    </a:lnTo>
                    <a:lnTo>
                      <a:pt x="570" y="255"/>
                    </a:lnTo>
                    <a:lnTo>
                      <a:pt x="572" y="255"/>
                    </a:lnTo>
                    <a:lnTo>
                      <a:pt x="573" y="255"/>
                    </a:lnTo>
                    <a:lnTo>
                      <a:pt x="574" y="255"/>
                    </a:lnTo>
                    <a:lnTo>
                      <a:pt x="576" y="254"/>
                    </a:lnTo>
                    <a:lnTo>
                      <a:pt x="577" y="254"/>
                    </a:lnTo>
                    <a:lnTo>
                      <a:pt x="578" y="253"/>
                    </a:lnTo>
                    <a:lnTo>
                      <a:pt x="580" y="252"/>
                    </a:lnTo>
                    <a:lnTo>
                      <a:pt x="581" y="251"/>
                    </a:lnTo>
                    <a:lnTo>
                      <a:pt x="582" y="251"/>
                    </a:lnTo>
                    <a:lnTo>
                      <a:pt x="584" y="250"/>
                    </a:lnTo>
                    <a:lnTo>
                      <a:pt x="585" y="249"/>
                    </a:lnTo>
                    <a:lnTo>
                      <a:pt x="587" y="249"/>
                    </a:lnTo>
                    <a:lnTo>
                      <a:pt x="588" y="248"/>
                    </a:lnTo>
                    <a:lnTo>
                      <a:pt x="589" y="248"/>
                    </a:lnTo>
                    <a:lnTo>
                      <a:pt x="591" y="247"/>
                    </a:lnTo>
                    <a:lnTo>
                      <a:pt x="592" y="247"/>
                    </a:lnTo>
                    <a:lnTo>
                      <a:pt x="593" y="247"/>
                    </a:lnTo>
                    <a:lnTo>
                      <a:pt x="595" y="245"/>
                    </a:lnTo>
                    <a:lnTo>
                      <a:pt x="596" y="244"/>
                    </a:lnTo>
                    <a:lnTo>
                      <a:pt x="597" y="243"/>
                    </a:lnTo>
                    <a:lnTo>
                      <a:pt x="599" y="242"/>
                    </a:lnTo>
                    <a:lnTo>
                      <a:pt x="600" y="242"/>
                    </a:lnTo>
                    <a:lnTo>
                      <a:pt x="601" y="242"/>
                    </a:lnTo>
                    <a:lnTo>
                      <a:pt x="603" y="241"/>
                    </a:lnTo>
                    <a:lnTo>
                      <a:pt x="604" y="241"/>
                    </a:lnTo>
                    <a:lnTo>
                      <a:pt x="606" y="241"/>
                    </a:lnTo>
                    <a:lnTo>
                      <a:pt x="607" y="241"/>
                    </a:lnTo>
                    <a:lnTo>
                      <a:pt x="608" y="241"/>
                    </a:lnTo>
                    <a:lnTo>
                      <a:pt x="610" y="241"/>
                    </a:lnTo>
                    <a:lnTo>
                      <a:pt x="611" y="240"/>
                    </a:lnTo>
                    <a:lnTo>
                      <a:pt x="612" y="240"/>
                    </a:lnTo>
                    <a:lnTo>
                      <a:pt x="614" y="240"/>
                    </a:lnTo>
                    <a:lnTo>
                      <a:pt x="615" y="240"/>
                    </a:lnTo>
                    <a:lnTo>
                      <a:pt x="616" y="239"/>
                    </a:lnTo>
                    <a:lnTo>
                      <a:pt x="618" y="238"/>
                    </a:lnTo>
                    <a:lnTo>
                      <a:pt x="619" y="238"/>
                    </a:lnTo>
                    <a:lnTo>
                      <a:pt x="621" y="238"/>
                    </a:lnTo>
                    <a:lnTo>
                      <a:pt x="622" y="237"/>
                    </a:lnTo>
                    <a:lnTo>
                      <a:pt x="623" y="237"/>
                    </a:lnTo>
                    <a:lnTo>
                      <a:pt x="625" y="235"/>
                    </a:lnTo>
                    <a:lnTo>
                      <a:pt x="626" y="235"/>
                    </a:lnTo>
                    <a:lnTo>
                      <a:pt x="627" y="234"/>
                    </a:lnTo>
                    <a:lnTo>
                      <a:pt x="629" y="234"/>
                    </a:lnTo>
                    <a:lnTo>
                      <a:pt x="630" y="234"/>
                    </a:lnTo>
                    <a:lnTo>
                      <a:pt x="631" y="235"/>
                    </a:lnTo>
                    <a:lnTo>
                      <a:pt x="633" y="235"/>
                    </a:lnTo>
                    <a:lnTo>
                      <a:pt x="634" y="236"/>
                    </a:lnTo>
                    <a:lnTo>
                      <a:pt x="635" y="236"/>
                    </a:lnTo>
                    <a:lnTo>
                      <a:pt x="637" y="236"/>
                    </a:lnTo>
                    <a:lnTo>
                      <a:pt x="638" y="236"/>
                    </a:lnTo>
                    <a:lnTo>
                      <a:pt x="640" y="236"/>
                    </a:lnTo>
                    <a:lnTo>
                      <a:pt x="641" y="236"/>
                    </a:lnTo>
                    <a:lnTo>
                      <a:pt x="642" y="236"/>
                    </a:lnTo>
                    <a:lnTo>
                      <a:pt x="644" y="236"/>
                    </a:lnTo>
                    <a:lnTo>
                      <a:pt x="645" y="237"/>
                    </a:lnTo>
                    <a:lnTo>
                      <a:pt x="646" y="236"/>
                    </a:lnTo>
                    <a:lnTo>
                      <a:pt x="648" y="236"/>
                    </a:lnTo>
                    <a:lnTo>
                      <a:pt x="649" y="237"/>
                    </a:lnTo>
                    <a:lnTo>
                      <a:pt x="650" y="237"/>
                    </a:lnTo>
                    <a:lnTo>
                      <a:pt x="652" y="236"/>
                    </a:lnTo>
                    <a:lnTo>
                      <a:pt x="653" y="236"/>
                    </a:lnTo>
                    <a:lnTo>
                      <a:pt x="655" y="235"/>
                    </a:lnTo>
                    <a:lnTo>
                      <a:pt x="656" y="234"/>
                    </a:lnTo>
                    <a:lnTo>
                      <a:pt x="657" y="233"/>
                    </a:lnTo>
                    <a:lnTo>
                      <a:pt x="659" y="232"/>
                    </a:lnTo>
                    <a:lnTo>
                      <a:pt x="660" y="231"/>
                    </a:lnTo>
                    <a:lnTo>
                      <a:pt x="661" y="231"/>
                    </a:lnTo>
                    <a:lnTo>
                      <a:pt x="663" y="231"/>
                    </a:lnTo>
                    <a:lnTo>
                      <a:pt x="664" y="231"/>
                    </a:lnTo>
                    <a:lnTo>
                      <a:pt x="665" y="231"/>
                    </a:lnTo>
                    <a:lnTo>
                      <a:pt x="667" y="231"/>
                    </a:lnTo>
                    <a:lnTo>
                      <a:pt x="668" y="230"/>
                    </a:lnTo>
                    <a:lnTo>
                      <a:pt x="669" y="229"/>
                    </a:lnTo>
                    <a:lnTo>
                      <a:pt x="671" y="228"/>
                    </a:lnTo>
                    <a:lnTo>
                      <a:pt x="672" y="227"/>
                    </a:lnTo>
                    <a:lnTo>
                      <a:pt x="674" y="227"/>
                    </a:lnTo>
                    <a:lnTo>
                      <a:pt x="675" y="226"/>
                    </a:lnTo>
                    <a:lnTo>
                      <a:pt x="676" y="226"/>
                    </a:lnTo>
                    <a:lnTo>
                      <a:pt x="678" y="225"/>
                    </a:lnTo>
                    <a:lnTo>
                      <a:pt x="679" y="225"/>
                    </a:lnTo>
                    <a:lnTo>
                      <a:pt x="680" y="224"/>
                    </a:lnTo>
                    <a:lnTo>
                      <a:pt x="682" y="224"/>
                    </a:lnTo>
                    <a:lnTo>
                      <a:pt x="683" y="224"/>
                    </a:lnTo>
                    <a:lnTo>
                      <a:pt x="684" y="224"/>
                    </a:lnTo>
                    <a:lnTo>
                      <a:pt x="686" y="224"/>
                    </a:lnTo>
                    <a:lnTo>
                      <a:pt x="687" y="224"/>
                    </a:lnTo>
                    <a:lnTo>
                      <a:pt x="689" y="225"/>
                    </a:lnTo>
                    <a:lnTo>
                      <a:pt x="690" y="225"/>
                    </a:lnTo>
                    <a:lnTo>
                      <a:pt x="691" y="224"/>
                    </a:lnTo>
                    <a:lnTo>
                      <a:pt x="693" y="224"/>
                    </a:lnTo>
                    <a:lnTo>
                      <a:pt x="694" y="224"/>
                    </a:lnTo>
                    <a:lnTo>
                      <a:pt x="695" y="224"/>
                    </a:lnTo>
                    <a:lnTo>
                      <a:pt x="697" y="223"/>
                    </a:lnTo>
                    <a:lnTo>
                      <a:pt x="698" y="223"/>
                    </a:lnTo>
                    <a:lnTo>
                      <a:pt x="699" y="222"/>
                    </a:lnTo>
                    <a:lnTo>
                      <a:pt x="701" y="221"/>
                    </a:lnTo>
                    <a:lnTo>
                      <a:pt x="702" y="221"/>
                    </a:lnTo>
                    <a:lnTo>
                      <a:pt x="703" y="221"/>
                    </a:lnTo>
                    <a:lnTo>
                      <a:pt x="705" y="221"/>
                    </a:lnTo>
                    <a:lnTo>
                      <a:pt x="706" y="220"/>
                    </a:lnTo>
                    <a:lnTo>
                      <a:pt x="708" y="220"/>
                    </a:lnTo>
                    <a:lnTo>
                      <a:pt x="709" y="220"/>
                    </a:lnTo>
                    <a:lnTo>
                      <a:pt x="710" y="220"/>
                    </a:lnTo>
                    <a:lnTo>
                      <a:pt x="712" y="219"/>
                    </a:lnTo>
                    <a:lnTo>
                      <a:pt x="713" y="219"/>
                    </a:lnTo>
                    <a:lnTo>
                      <a:pt x="714" y="218"/>
                    </a:lnTo>
                    <a:lnTo>
                      <a:pt x="716" y="218"/>
                    </a:lnTo>
                    <a:lnTo>
                      <a:pt x="717" y="218"/>
                    </a:lnTo>
                    <a:lnTo>
                      <a:pt x="718" y="217"/>
                    </a:lnTo>
                    <a:lnTo>
                      <a:pt x="720" y="217"/>
                    </a:lnTo>
                    <a:lnTo>
                      <a:pt x="721" y="217"/>
                    </a:lnTo>
                    <a:lnTo>
                      <a:pt x="723" y="217"/>
                    </a:lnTo>
                    <a:lnTo>
                      <a:pt x="724" y="216"/>
                    </a:lnTo>
                    <a:lnTo>
                      <a:pt x="725" y="216"/>
                    </a:lnTo>
                    <a:lnTo>
                      <a:pt x="727" y="216"/>
                    </a:lnTo>
                    <a:lnTo>
                      <a:pt x="728" y="215"/>
                    </a:lnTo>
                    <a:lnTo>
                      <a:pt x="729" y="215"/>
                    </a:lnTo>
                    <a:lnTo>
                      <a:pt x="731" y="215"/>
                    </a:lnTo>
                    <a:lnTo>
                      <a:pt x="732" y="214"/>
                    </a:lnTo>
                    <a:lnTo>
                      <a:pt x="733" y="214"/>
                    </a:lnTo>
                    <a:lnTo>
                      <a:pt x="735" y="214"/>
                    </a:lnTo>
                    <a:lnTo>
                      <a:pt x="736" y="213"/>
                    </a:lnTo>
                    <a:lnTo>
                      <a:pt x="737" y="213"/>
                    </a:lnTo>
                    <a:lnTo>
                      <a:pt x="739" y="212"/>
                    </a:lnTo>
                    <a:lnTo>
                      <a:pt x="740" y="211"/>
                    </a:lnTo>
                    <a:lnTo>
                      <a:pt x="742" y="211"/>
                    </a:lnTo>
                    <a:lnTo>
                      <a:pt x="743" y="210"/>
                    </a:lnTo>
                    <a:lnTo>
                      <a:pt x="744" y="210"/>
                    </a:lnTo>
                    <a:lnTo>
                      <a:pt x="746" y="209"/>
                    </a:lnTo>
                    <a:lnTo>
                      <a:pt x="747" y="209"/>
                    </a:lnTo>
                    <a:lnTo>
                      <a:pt x="748" y="209"/>
                    </a:lnTo>
                    <a:lnTo>
                      <a:pt x="750" y="208"/>
                    </a:lnTo>
                    <a:lnTo>
                      <a:pt x="751" y="208"/>
                    </a:lnTo>
                    <a:lnTo>
                      <a:pt x="752" y="209"/>
                    </a:lnTo>
                    <a:lnTo>
                      <a:pt x="754" y="208"/>
                    </a:lnTo>
                    <a:lnTo>
                      <a:pt x="755" y="207"/>
                    </a:lnTo>
                    <a:lnTo>
                      <a:pt x="757" y="207"/>
                    </a:lnTo>
                    <a:lnTo>
                      <a:pt x="758" y="206"/>
                    </a:lnTo>
                    <a:lnTo>
                      <a:pt x="759" y="206"/>
                    </a:lnTo>
                    <a:lnTo>
                      <a:pt x="761" y="204"/>
                    </a:lnTo>
                    <a:lnTo>
                      <a:pt x="762" y="204"/>
                    </a:lnTo>
                    <a:lnTo>
                      <a:pt x="763" y="204"/>
                    </a:lnTo>
                    <a:lnTo>
                      <a:pt x="765" y="203"/>
                    </a:lnTo>
                    <a:lnTo>
                      <a:pt x="766" y="202"/>
                    </a:lnTo>
                    <a:lnTo>
                      <a:pt x="767" y="203"/>
                    </a:lnTo>
                    <a:lnTo>
                      <a:pt x="769" y="202"/>
                    </a:lnTo>
                    <a:lnTo>
                      <a:pt x="770" y="202"/>
                    </a:lnTo>
                    <a:lnTo>
                      <a:pt x="771" y="202"/>
                    </a:lnTo>
                    <a:lnTo>
                      <a:pt x="773" y="201"/>
                    </a:lnTo>
                    <a:lnTo>
                      <a:pt x="774" y="200"/>
                    </a:lnTo>
                    <a:lnTo>
                      <a:pt x="776" y="200"/>
                    </a:lnTo>
                    <a:lnTo>
                      <a:pt x="777" y="199"/>
                    </a:lnTo>
                    <a:lnTo>
                      <a:pt x="778" y="199"/>
                    </a:lnTo>
                    <a:lnTo>
                      <a:pt x="780" y="200"/>
                    </a:lnTo>
                    <a:lnTo>
                      <a:pt x="781" y="200"/>
                    </a:lnTo>
                    <a:lnTo>
                      <a:pt x="782" y="200"/>
                    </a:lnTo>
                    <a:lnTo>
                      <a:pt x="784" y="200"/>
                    </a:lnTo>
                    <a:lnTo>
                      <a:pt x="785" y="199"/>
                    </a:lnTo>
                    <a:lnTo>
                      <a:pt x="786" y="199"/>
                    </a:lnTo>
                    <a:lnTo>
                      <a:pt x="788" y="198"/>
                    </a:lnTo>
                    <a:lnTo>
                      <a:pt x="789" y="197"/>
                    </a:lnTo>
                    <a:lnTo>
                      <a:pt x="791" y="197"/>
                    </a:lnTo>
                    <a:lnTo>
                      <a:pt x="792" y="197"/>
                    </a:lnTo>
                    <a:lnTo>
                      <a:pt x="793" y="196"/>
                    </a:lnTo>
                    <a:lnTo>
                      <a:pt x="795" y="196"/>
                    </a:lnTo>
                    <a:lnTo>
                      <a:pt x="796" y="197"/>
                    </a:lnTo>
                    <a:lnTo>
                      <a:pt x="797" y="196"/>
                    </a:lnTo>
                    <a:lnTo>
                      <a:pt x="799" y="196"/>
                    </a:lnTo>
                    <a:lnTo>
                      <a:pt x="800" y="196"/>
                    </a:lnTo>
                    <a:lnTo>
                      <a:pt x="801" y="195"/>
                    </a:lnTo>
                    <a:lnTo>
                      <a:pt x="803" y="195"/>
                    </a:lnTo>
                    <a:lnTo>
                      <a:pt x="804" y="194"/>
                    </a:lnTo>
                    <a:lnTo>
                      <a:pt x="805" y="192"/>
                    </a:lnTo>
                    <a:lnTo>
                      <a:pt x="807" y="191"/>
                    </a:lnTo>
                    <a:lnTo>
                      <a:pt x="808" y="190"/>
                    </a:lnTo>
                    <a:lnTo>
                      <a:pt x="810" y="189"/>
                    </a:lnTo>
                    <a:lnTo>
                      <a:pt x="811" y="189"/>
                    </a:lnTo>
                    <a:lnTo>
                      <a:pt x="812" y="188"/>
                    </a:lnTo>
                    <a:lnTo>
                      <a:pt x="814" y="188"/>
                    </a:lnTo>
                    <a:lnTo>
                      <a:pt x="815" y="187"/>
                    </a:lnTo>
                    <a:lnTo>
                      <a:pt x="816" y="188"/>
                    </a:lnTo>
                    <a:lnTo>
                      <a:pt x="818" y="187"/>
                    </a:lnTo>
                    <a:lnTo>
                      <a:pt x="819" y="188"/>
                    </a:lnTo>
                    <a:lnTo>
                      <a:pt x="820" y="187"/>
                    </a:lnTo>
                    <a:lnTo>
                      <a:pt x="822" y="187"/>
                    </a:lnTo>
                    <a:lnTo>
                      <a:pt x="823" y="186"/>
                    </a:lnTo>
                    <a:lnTo>
                      <a:pt x="825" y="187"/>
                    </a:lnTo>
                    <a:lnTo>
                      <a:pt x="826" y="187"/>
                    </a:lnTo>
                    <a:lnTo>
                      <a:pt x="827" y="186"/>
                    </a:lnTo>
                    <a:lnTo>
                      <a:pt x="829" y="186"/>
                    </a:lnTo>
                    <a:lnTo>
                      <a:pt x="830" y="186"/>
                    </a:lnTo>
                    <a:lnTo>
                      <a:pt x="831" y="185"/>
                    </a:lnTo>
                    <a:lnTo>
                      <a:pt x="833" y="186"/>
                    </a:lnTo>
                    <a:lnTo>
                      <a:pt x="834" y="186"/>
                    </a:lnTo>
                    <a:lnTo>
                      <a:pt x="835" y="185"/>
                    </a:lnTo>
                    <a:lnTo>
                      <a:pt x="837" y="184"/>
                    </a:lnTo>
                    <a:lnTo>
                      <a:pt x="838" y="184"/>
                    </a:lnTo>
                    <a:lnTo>
                      <a:pt x="839" y="184"/>
                    </a:lnTo>
                    <a:lnTo>
                      <a:pt x="841" y="184"/>
                    </a:lnTo>
                    <a:lnTo>
                      <a:pt x="842" y="183"/>
                    </a:lnTo>
                    <a:lnTo>
                      <a:pt x="844" y="183"/>
                    </a:lnTo>
                    <a:lnTo>
                      <a:pt x="845" y="183"/>
                    </a:lnTo>
                    <a:lnTo>
                      <a:pt x="846" y="184"/>
                    </a:lnTo>
                    <a:lnTo>
                      <a:pt x="848" y="184"/>
                    </a:lnTo>
                    <a:lnTo>
                      <a:pt x="849" y="183"/>
                    </a:lnTo>
                    <a:lnTo>
                      <a:pt x="850" y="183"/>
                    </a:lnTo>
                    <a:lnTo>
                      <a:pt x="852" y="183"/>
                    </a:lnTo>
                    <a:lnTo>
                      <a:pt x="853" y="183"/>
                    </a:lnTo>
                    <a:lnTo>
                      <a:pt x="854" y="183"/>
                    </a:lnTo>
                    <a:lnTo>
                      <a:pt x="856" y="184"/>
                    </a:lnTo>
                    <a:lnTo>
                      <a:pt x="857" y="182"/>
                    </a:lnTo>
                    <a:lnTo>
                      <a:pt x="859" y="182"/>
                    </a:lnTo>
                    <a:lnTo>
                      <a:pt x="860" y="181"/>
                    </a:lnTo>
                    <a:lnTo>
                      <a:pt x="861" y="181"/>
                    </a:lnTo>
                    <a:lnTo>
                      <a:pt x="863" y="180"/>
                    </a:lnTo>
                    <a:lnTo>
                      <a:pt x="864" y="180"/>
                    </a:lnTo>
                    <a:lnTo>
                      <a:pt x="865" y="179"/>
                    </a:lnTo>
                    <a:lnTo>
                      <a:pt x="867" y="179"/>
                    </a:lnTo>
                    <a:lnTo>
                      <a:pt x="868" y="179"/>
                    </a:lnTo>
                    <a:lnTo>
                      <a:pt x="869" y="180"/>
                    </a:lnTo>
                    <a:lnTo>
                      <a:pt x="871" y="179"/>
                    </a:lnTo>
                    <a:lnTo>
                      <a:pt x="872" y="180"/>
                    </a:lnTo>
                    <a:lnTo>
                      <a:pt x="873" y="179"/>
                    </a:lnTo>
                    <a:lnTo>
                      <a:pt x="875" y="179"/>
                    </a:lnTo>
                    <a:lnTo>
                      <a:pt x="876" y="178"/>
                    </a:lnTo>
                    <a:lnTo>
                      <a:pt x="878" y="177"/>
                    </a:lnTo>
                    <a:lnTo>
                      <a:pt x="879" y="177"/>
                    </a:lnTo>
                    <a:lnTo>
                      <a:pt x="880" y="176"/>
                    </a:lnTo>
                    <a:lnTo>
                      <a:pt x="882" y="175"/>
                    </a:lnTo>
                    <a:lnTo>
                      <a:pt x="883" y="174"/>
                    </a:lnTo>
                    <a:lnTo>
                      <a:pt x="884" y="173"/>
                    </a:lnTo>
                    <a:lnTo>
                      <a:pt x="886" y="173"/>
                    </a:lnTo>
                    <a:lnTo>
                      <a:pt x="887" y="172"/>
                    </a:lnTo>
                    <a:lnTo>
                      <a:pt x="888" y="172"/>
                    </a:lnTo>
                    <a:lnTo>
                      <a:pt x="890" y="171"/>
                    </a:lnTo>
                    <a:lnTo>
                      <a:pt x="891" y="171"/>
                    </a:lnTo>
                    <a:lnTo>
                      <a:pt x="893" y="171"/>
                    </a:lnTo>
                    <a:lnTo>
                      <a:pt x="894" y="172"/>
                    </a:lnTo>
                    <a:lnTo>
                      <a:pt x="895" y="172"/>
                    </a:lnTo>
                    <a:lnTo>
                      <a:pt x="897" y="171"/>
                    </a:lnTo>
                    <a:lnTo>
                      <a:pt x="898" y="171"/>
                    </a:lnTo>
                    <a:lnTo>
                      <a:pt x="899" y="171"/>
                    </a:lnTo>
                    <a:lnTo>
                      <a:pt x="901" y="171"/>
                    </a:lnTo>
                    <a:lnTo>
                      <a:pt x="902" y="170"/>
                    </a:lnTo>
                    <a:lnTo>
                      <a:pt x="903" y="170"/>
                    </a:lnTo>
                    <a:lnTo>
                      <a:pt x="905" y="169"/>
                    </a:lnTo>
                    <a:lnTo>
                      <a:pt x="906" y="169"/>
                    </a:lnTo>
                    <a:lnTo>
                      <a:pt x="907" y="169"/>
                    </a:lnTo>
                    <a:lnTo>
                      <a:pt x="909" y="169"/>
                    </a:lnTo>
                    <a:lnTo>
                      <a:pt x="910" y="168"/>
                    </a:lnTo>
                    <a:lnTo>
                      <a:pt x="912" y="168"/>
                    </a:lnTo>
                    <a:lnTo>
                      <a:pt x="913" y="168"/>
                    </a:lnTo>
                    <a:lnTo>
                      <a:pt x="914" y="167"/>
                    </a:lnTo>
                    <a:lnTo>
                      <a:pt x="916" y="167"/>
                    </a:lnTo>
                    <a:lnTo>
                      <a:pt x="917" y="167"/>
                    </a:lnTo>
                    <a:lnTo>
                      <a:pt x="918" y="167"/>
                    </a:lnTo>
                    <a:lnTo>
                      <a:pt x="920" y="168"/>
                    </a:lnTo>
                    <a:lnTo>
                      <a:pt x="921" y="167"/>
                    </a:lnTo>
                    <a:lnTo>
                      <a:pt x="922" y="167"/>
                    </a:lnTo>
                    <a:lnTo>
                      <a:pt x="924" y="167"/>
                    </a:lnTo>
                    <a:lnTo>
                      <a:pt x="925" y="166"/>
                    </a:lnTo>
                    <a:lnTo>
                      <a:pt x="927" y="165"/>
                    </a:lnTo>
                    <a:lnTo>
                      <a:pt x="928" y="165"/>
                    </a:lnTo>
                    <a:lnTo>
                      <a:pt x="929" y="164"/>
                    </a:lnTo>
                    <a:lnTo>
                      <a:pt x="931" y="164"/>
                    </a:lnTo>
                    <a:lnTo>
                      <a:pt x="932" y="163"/>
                    </a:lnTo>
                    <a:lnTo>
                      <a:pt x="933" y="162"/>
                    </a:lnTo>
                    <a:lnTo>
                      <a:pt x="935" y="162"/>
                    </a:lnTo>
                    <a:lnTo>
                      <a:pt x="936" y="161"/>
                    </a:lnTo>
                    <a:lnTo>
                      <a:pt x="937" y="161"/>
                    </a:lnTo>
                    <a:lnTo>
                      <a:pt x="939" y="159"/>
                    </a:lnTo>
                    <a:lnTo>
                      <a:pt x="940" y="158"/>
                    </a:lnTo>
                    <a:lnTo>
                      <a:pt x="941" y="158"/>
                    </a:lnTo>
                    <a:lnTo>
                      <a:pt x="943" y="159"/>
                    </a:lnTo>
                    <a:lnTo>
                      <a:pt x="944" y="159"/>
                    </a:lnTo>
                    <a:lnTo>
                      <a:pt x="946" y="159"/>
                    </a:lnTo>
                    <a:lnTo>
                      <a:pt x="947" y="159"/>
                    </a:lnTo>
                    <a:lnTo>
                      <a:pt x="948" y="159"/>
                    </a:lnTo>
                    <a:lnTo>
                      <a:pt x="950" y="158"/>
                    </a:lnTo>
                    <a:lnTo>
                      <a:pt x="951" y="158"/>
                    </a:lnTo>
                    <a:lnTo>
                      <a:pt x="952" y="157"/>
                    </a:lnTo>
                    <a:lnTo>
                      <a:pt x="954" y="157"/>
                    </a:lnTo>
                    <a:lnTo>
                      <a:pt x="955" y="155"/>
                    </a:lnTo>
                    <a:lnTo>
                      <a:pt x="956" y="154"/>
                    </a:lnTo>
                    <a:lnTo>
                      <a:pt x="958" y="153"/>
                    </a:lnTo>
                    <a:lnTo>
                      <a:pt x="959" y="153"/>
                    </a:lnTo>
                    <a:lnTo>
                      <a:pt x="961" y="153"/>
                    </a:lnTo>
                    <a:lnTo>
                      <a:pt x="962" y="152"/>
                    </a:lnTo>
                    <a:lnTo>
                      <a:pt x="963" y="152"/>
                    </a:lnTo>
                    <a:lnTo>
                      <a:pt x="965" y="151"/>
                    </a:lnTo>
                    <a:lnTo>
                      <a:pt x="966" y="151"/>
                    </a:lnTo>
                    <a:lnTo>
                      <a:pt x="967" y="152"/>
                    </a:lnTo>
                    <a:lnTo>
                      <a:pt x="969" y="152"/>
                    </a:lnTo>
                    <a:lnTo>
                      <a:pt x="970" y="152"/>
                    </a:lnTo>
                    <a:lnTo>
                      <a:pt x="971" y="152"/>
                    </a:lnTo>
                    <a:lnTo>
                      <a:pt x="973" y="152"/>
                    </a:lnTo>
                    <a:lnTo>
                      <a:pt x="974" y="152"/>
                    </a:lnTo>
                    <a:lnTo>
                      <a:pt x="975" y="152"/>
                    </a:lnTo>
                    <a:lnTo>
                      <a:pt x="977" y="151"/>
                    </a:lnTo>
                    <a:lnTo>
                      <a:pt x="978" y="151"/>
                    </a:lnTo>
                    <a:lnTo>
                      <a:pt x="980" y="151"/>
                    </a:lnTo>
                    <a:lnTo>
                      <a:pt x="981" y="151"/>
                    </a:lnTo>
                    <a:lnTo>
                      <a:pt x="982" y="151"/>
                    </a:lnTo>
                    <a:lnTo>
                      <a:pt x="984" y="151"/>
                    </a:lnTo>
                    <a:lnTo>
                      <a:pt x="985" y="150"/>
                    </a:lnTo>
                    <a:lnTo>
                      <a:pt x="986" y="150"/>
                    </a:lnTo>
                    <a:lnTo>
                      <a:pt x="988" y="149"/>
                    </a:lnTo>
                    <a:lnTo>
                      <a:pt x="989" y="149"/>
                    </a:lnTo>
                    <a:lnTo>
                      <a:pt x="990" y="148"/>
                    </a:lnTo>
                    <a:lnTo>
                      <a:pt x="992" y="149"/>
                    </a:lnTo>
                    <a:lnTo>
                      <a:pt x="993" y="149"/>
                    </a:lnTo>
                    <a:lnTo>
                      <a:pt x="995" y="149"/>
                    </a:lnTo>
                    <a:lnTo>
                      <a:pt x="996" y="148"/>
                    </a:lnTo>
                    <a:lnTo>
                      <a:pt x="997" y="148"/>
                    </a:lnTo>
                    <a:lnTo>
                      <a:pt x="999" y="148"/>
                    </a:lnTo>
                    <a:lnTo>
                      <a:pt x="1000" y="147"/>
                    </a:lnTo>
                    <a:lnTo>
                      <a:pt x="1001" y="147"/>
                    </a:lnTo>
                    <a:lnTo>
                      <a:pt x="1003" y="147"/>
                    </a:lnTo>
                    <a:lnTo>
                      <a:pt x="1004" y="146"/>
                    </a:lnTo>
                    <a:lnTo>
                      <a:pt x="1005" y="145"/>
                    </a:lnTo>
                    <a:lnTo>
                      <a:pt x="1007" y="145"/>
                    </a:lnTo>
                    <a:lnTo>
                      <a:pt x="1008" y="145"/>
                    </a:lnTo>
                    <a:lnTo>
                      <a:pt x="1009" y="144"/>
                    </a:lnTo>
                    <a:lnTo>
                      <a:pt x="1011" y="144"/>
                    </a:lnTo>
                    <a:lnTo>
                      <a:pt x="1012" y="144"/>
                    </a:lnTo>
                    <a:lnTo>
                      <a:pt x="1014" y="143"/>
                    </a:lnTo>
                    <a:lnTo>
                      <a:pt x="1015" y="143"/>
                    </a:lnTo>
                    <a:lnTo>
                      <a:pt x="1016" y="142"/>
                    </a:lnTo>
                    <a:lnTo>
                      <a:pt x="1018" y="141"/>
                    </a:lnTo>
                    <a:lnTo>
                      <a:pt x="1019" y="141"/>
                    </a:lnTo>
                    <a:lnTo>
                      <a:pt x="1020" y="140"/>
                    </a:lnTo>
                    <a:lnTo>
                      <a:pt x="1022" y="140"/>
                    </a:lnTo>
                    <a:lnTo>
                      <a:pt x="1023" y="140"/>
                    </a:lnTo>
                    <a:lnTo>
                      <a:pt x="1024" y="139"/>
                    </a:lnTo>
                    <a:lnTo>
                      <a:pt x="1026" y="139"/>
                    </a:lnTo>
                    <a:lnTo>
                      <a:pt x="1027" y="139"/>
                    </a:lnTo>
                    <a:lnTo>
                      <a:pt x="1029" y="138"/>
                    </a:lnTo>
                    <a:lnTo>
                      <a:pt x="1030" y="137"/>
                    </a:lnTo>
                    <a:lnTo>
                      <a:pt x="1031" y="137"/>
                    </a:lnTo>
                    <a:lnTo>
                      <a:pt x="1033" y="137"/>
                    </a:lnTo>
                    <a:lnTo>
                      <a:pt x="1034" y="137"/>
                    </a:lnTo>
                    <a:lnTo>
                      <a:pt x="1035" y="137"/>
                    </a:lnTo>
                    <a:lnTo>
                      <a:pt x="1037" y="136"/>
                    </a:lnTo>
                    <a:lnTo>
                      <a:pt x="1038" y="136"/>
                    </a:lnTo>
                    <a:lnTo>
                      <a:pt x="1039" y="136"/>
                    </a:lnTo>
                    <a:lnTo>
                      <a:pt x="1041" y="136"/>
                    </a:lnTo>
                    <a:lnTo>
                      <a:pt x="1042" y="136"/>
                    </a:lnTo>
                    <a:lnTo>
                      <a:pt x="1043" y="135"/>
                    </a:lnTo>
                    <a:lnTo>
                      <a:pt x="1045" y="134"/>
                    </a:lnTo>
                    <a:lnTo>
                      <a:pt x="1046" y="134"/>
                    </a:lnTo>
                    <a:lnTo>
                      <a:pt x="1048" y="134"/>
                    </a:lnTo>
                    <a:lnTo>
                      <a:pt x="1049" y="134"/>
                    </a:lnTo>
                    <a:lnTo>
                      <a:pt x="1050" y="133"/>
                    </a:lnTo>
                    <a:lnTo>
                      <a:pt x="1052" y="133"/>
                    </a:lnTo>
                    <a:lnTo>
                      <a:pt x="1053" y="133"/>
                    </a:lnTo>
                    <a:lnTo>
                      <a:pt x="1054" y="134"/>
                    </a:lnTo>
                    <a:lnTo>
                      <a:pt x="1056" y="133"/>
                    </a:lnTo>
                    <a:lnTo>
                      <a:pt x="1057" y="133"/>
                    </a:lnTo>
                    <a:lnTo>
                      <a:pt x="1058" y="133"/>
                    </a:lnTo>
                    <a:lnTo>
                      <a:pt x="1060" y="133"/>
                    </a:lnTo>
                    <a:lnTo>
                      <a:pt x="1061" y="132"/>
                    </a:lnTo>
                    <a:lnTo>
                      <a:pt x="1063" y="133"/>
                    </a:lnTo>
                    <a:lnTo>
                      <a:pt x="1064" y="132"/>
                    </a:lnTo>
                    <a:lnTo>
                      <a:pt x="1065" y="132"/>
                    </a:lnTo>
                    <a:lnTo>
                      <a:pt x="1067" y="132"/>
                    </a:lnTo>
                    <a:lnTo>
                      <a:pt x="1068" y="132"/>
                    </a:lnTo>
                    <a:lnTo>
                      <a:pt x="1069" y="132"/>
                    </a:lnTo>
                    <a:lnTo>
                      <a:pt x="1071" y="132"/>
                    </a:lnTo>
                    <a:lnTo>
                      <a:pt x="1072" y="131"/>
                    </a:lnTo>
                    <a:lnTo>
                      <a:pt x="1073" y="131"/>
                    </a:lnTo>
                    <a:lnTo>
                      <a:pt x="1075" y="130"/>
                    </a:lnTo>
                    <a:lnTo>
                      <a:pt x="1076" y="130"/>
                    </a:lnTo>
                    <a:lnTo>
                      <a:pt x="1077" y="129"/>
                    </a:lnTo>
                    <a:lnTo>
                      <a:pt x="1079" y="128"/>
                    </a:lnTo>
                    <a:lnTo>
                      <a:pt x="1080" y="128"/>
                    </a:lnTo>
                    <a:lnTo>
                      <a:pt x="1082" y="128"/>
                    </a:lnTo>
                    <a:lnTo>
                      <a:pt x="1083" y="127"/>
                    </a:lnTo>
                    <a:lnTo>
                      <a:pt x="1084" y="127"/>
                    </a:lnTo>
                    <a:lnTo>
                      <a:pt x="1086" y="127"/>
                    </a:lnTo>
                    <a:lnTo>
                      <a:pt x="1087" y="127"/>
                    </a:lnTo>
                    <a:lnTo>
                      <a:pt x="1088" y="127"/>
                    </a:lnTo>
                    <a:lnTo>
                      <a:pt x="1090" y="127"/>
                    </a:lnTo>
                    <a:lnTo>
                      <a:pt x="1091" y="126"/>
                    </a:lnTo>
                    <a:lnTo>
                      <a:pt x="1092" y="126"/>
                    </a:lnTo>
                    <a:lnTo>
                      <a:pt x="1094" y="126"/>
                    </a:lnTo>
                    <a:lnTo>
                      <a:pt x="1095" y="125"/>
                    </a:lnTo>
                    <a:lnTo>
                      <a:pt x="1097" y="126"/>
                    </a:lnTo>
                    <a:lnTo>
                      <a:pt x="1098" y="126"/>
                    </a:lnTo>
                    <a:lnTo>
                      <a:pt x="1099" y="125"/>
                    </a:lnTo>
                    <a:lnTo>
                      <a:pt x="1101" y="125"/>
                    </a:lnTo>
                    <a:lnTo>
                      <a:pt x="1102" y="125"/>
                    </a:lnTo>
                    <a:lnTo>
                      <a:pt x="1103" y="125"/>
                    </a:lnTo>
                    <a:lnTo>
                      <a:pt x="1105" y="124"/>
                    </a:lnTo>
                    <a:lnTo>
                      <a:pt x="1106" y="123"/>
                    </a:lnTo>
                    <a:lnTo>
                      <a:pt x="1107" y="123"/>
                    </a:lnTo>
                    <a:lnTo>
                      <a:pt x="1109" y="123"/>
                    </a:lnTo>
                    <a:lnTo>
                      <a:pt x="1110" y="124"/>
                    </a:lnTo>
                    <a:lnTo>
                      <a:pt x="1111" y="123"/>
                    </a:lnTo>
                    <a:lnTo>
                      <a:pt x="1113" y="122"/>
                    </a:lnTo>
                    <a:lnTo>
                      <a:pt x="1114" y="122"/>
                    </a:lnTo>
                    <a:lnTo>
                      <a:pt x="1116" y="121"/>
                    </a:lnTo>
                    <a:lnTo>
                      <a:pt x="1117" y="121"/>
                    </a:lnTo>
                    <a:lnTo>
                      <a:pt x="1118" y="119"/>
                    </a:lnTo>
                    <a:lnTo>
                      <a:pt x="1120" y="119"/>
                    </a:lnTo>
                    <a:lnTo>
                      <a:pt x="1121" y="118"/>
                    </a:lnTo>
                    <a:lnTo>
                      <a:pt x="1122" y="118"/>
                    </a:lnTo>
                    <a:lnTo>
                      <a:pt x="1124" y="118"/>
                    </a:lnTo>
                    <a:lnTo>
                      <a:pt x="1125" y="118"/>
                    </a:lnTo>
                    <a:lnTo>
                      <a:pt x="1126" y="118"/>
                    </a:lnTo>
                    <a:lnTo>
                      <a:pt x="1128" y="118"/>
                    </a:lnTo>
                    <a:lnTo>
                      <a:pt x="1129" y="118"/>
                    </a:lnTo>
                    <a:lnTo>
                      <a:pt x="1131" y="118"/>
                    </a:lnTo>
                    <a:lnTo>
                      <a:pt x="1132" y="119"/>
                    </a:lnTo>
                    <a:lnTo>
                      <a:pt x="1133" y="118"/>
                    </a:lnTo>
                    <a:lnTo>
                      <a:pt x="1135" y="118"/>
                    </a:lnTo>
                    <a:lnTo>
                      <a:pt x="1136" y="118"/>
                    </a:lnTo>
                    <a:lnTo>
                      <a:pt x="1137" y="118"/>
                    </a:lnTo>
                    <a:lnTo>
                      <a:pt x="1139" y="117"/>
                    </a:lnTo>
                    <a:lnTo>
                      <a:pt x="1140" y="117"/>
                    </a:lnTo>
                    <a:lnTo>
                      <a:pt x="1141" y="116"/>
                    </a:lnTo>
                    <a:lnTo>
                      <a:pt x="1143" y="115"/>
                    </a:lnTo>
                    <a:lnTo>
                      <a:pt x="1144" y="115"/>
                    </a:lnTo>
                    <a:lnTo>
                      <a:pt x="1145" y="114"/>
                    </a:lnTo>
                    <a:lnTo>
                      <a:pt x="1147" y="114"/>
                    </a:lnTo>
                    <a:lnTo>
                      <a:pt x="1148" y="113"/>
                    </a:lnTo>
                    <a:lnTo>
                      <a:pt x="1150" y="114"/>
                    </a:lnTo>
                    <a:lnTo>
                      <a:pt x="1151" y="112"/>
                    </a:lnTo>
                    <a:lnTo>
                      <a:pt x="1152" y="112"/>
                    </a:lnTo>
                    <a:lnTo>
                      <a:pt x="1154" y="112"/>
                    </a:lnTo>
                    <a:lnTo>
                      <a:pt x="1155" y="112"/>
                    </a:lnTo>
                    <a:lnTo>
                      <a:pt x="1156" y="112"/>
                    </a:lnTo>
                    <a:lnTo>
                      <a:pt x="1158" y="112"/>
                    </a:lnTo>
                    <a:lnTo>
                      <a:pt x="1159" y="111"/>
                    </a:lnTo>
                    <a:lnTo>
                      <a:pt x="1160" y="111"/>
                    </a:lnTo>
                    <a:lnTo>
                      <a:pt x="1162" y="110"/>
                    </a:lnTo>
                    <a:lnTo>
                      <a:pt x="1163" y="110"/>
                    </a:lnTo>
                    <a:lnTo>
                      <a:pt x="1165" y="110"/>
                    </a:lnTo>
                    <a:lnTo>
                      <a:pt x="1166" y="110"/>
                    </a:lnTo>
                    <a:lnTo>
                      <a:pt x="1167" y="109"/>
                    </a:lnTo>
                    <a:lnTo>
                      <a:pt x="1169" y="109"/>
                    </a:lnTo>
                    <a:lnTo>
                      <a:pt x="1170" y="109"/>
                    </a:lnTo>
                    <a:lnTo>
                      <a:pt x="1171" y="108"/>
                    </a:lnTo>
                    <a:lnTo>
                      <a:pt x="1173" y="108"/>
                    </a:lnTo>
                    <a:lnTo>
                      <a:pt x="1174" y="106"/>
                    </a:lnTo>
                    <a:lnTo>
                      <a:pt x="1175" y="105"/>
                    </a:lnTo>
                    <a:lnTo>
                      <a:pt x="1177" y="105"/>
                    </a:lnTo>
                    <a:lnTo>
                      <a:pt x="1178" y="104"/>
                    </a:lnTo>
                    <a:lnTo>
                      <a:pt x="1179" y="104"/>
                    </a:lnTo>
                    <a:lnTo>
                      <a:pt x="1181" y="104"/>
                    </a:lnTo>
                    <a:lnTo>
                      <a:pt x="1182" y="103"/>
                    </a:lnTo>
                    <a:lnTo>
                      <a:pt x="1184" y="103"/>
                    </a:lnTo>
                    <a:lnTo>
                      <a:pt x="1185" y="103"/>
                    </a:lnTo>
                    <a:lnTo>
                      <a:pt x="1186" y="103"/>
                    </a:lnTo>
                    <a:lnTo>
                      <a:pt x="1188" y="102"/>
                    </a:lnTo>
                    <a:lnTo>
                      <a:pt x="1189" y="102"/>
                    </a:lnTo>
                    <a:lnTo>
                      <a:pt x="1190" y="102"/>
                    </a:lnTo>
                    <a:lnTo>
                      <a:pt x="1192" y="101"/>
                    </a:lnTo>
                    <a:lnTo>
                      <a:pt x="1193" y="102"/>
                    </a:lnTo>
                    <a:lnTo>
                      <a:pt x="1194" y="102"/>
                    </a:lnTo>
                    <a:lnTo>
                      <a:pt x="1196" y="102"/>
                    </a:lnTo>
                    <a:lnTo>
                      <a:pt x="1197" y="102"/>
                    </a:lnTo>
                    <a:lnTo>
                      <a:pt x="1199" y="102"/>
                    </a:lnTo>
                    <a:lnTo>
                      <a:pt x="1200" y="102"/>
                    </a:lnTo>
                    <a:lnTo>
                      <a:pt x="1201" y="102"/>
                    </a:lnTo>
                    <a:lnTo>
                      <a:pt x="1203" y="101"/>
                    </a:lnTo>
                    <a:lnTo>
                      <a:pt x="1204" y="101"/>
                    </a:lnTo>
                    <a:lnTo>
                      <a:pt x="1205" y="100"/>
                    </a:lnTo>
                    <a:lnTo>
                      <a:pt x="1207" y="99"/>
                    </a:lnTo>
                    <a:lnTo>
                      <a:pt x="1208" y="98"/>
                    </a:lnTo>
                    <a:lnTo>
                      <a:pt x="1209" y="98"/>
                    </a:lnTo>
                    <a:lnTo>
                      <a:pt x="1211" y="97"/>
                    </a:lnTo>
                    <a:lnTo>
                      <a:pt x="1212" y="97"/>
                    </a:lnTo>
                    <a:lnTo>
                      <a:pt x="1213" y="97"/>
                    </a:lnTo>
                    <a:lnTo>
                      <a:pt x="1215" y="97"/>
                    </a:lnTo>
                    <a:lnTo>
                      <a:pt x="1216" y="97"/>
                    </a:lnTo>
                    <a:lnTo>
                      <a:pt x="1218" y="96"/>
                    </a:lnTo>
                    <a:lnTo>
                      <a:pt x="1219" y="96"/>
                    </a:lnTo>
                    <a:lnTo>
                      <a:pt x="1220" y="95"/>
                    </a:lnTo>
                    <a:lnTo>
                      <a:pt x="1222" y="96"/>
                    </a:lnTo>
                    <a:lnTo>
                      <a:pt x="1223" y="96"/>
                    </a:lnTo>
                    <a:lnTo>
                      <a:pt x="1224" y="95"/>
                    </a:lnTo>
                    <a:lnTo>
                      <a:pt x="1226" y="94"/>
                    </a:lnTo>
                    <a:lnTo>
                      <a:pt x="1227" y="95"/>
                    </a:lnTo>
                    <a:lnTo>
                      <a:pt x="1228" y="94"/>
                    </a:lnTo>
                    <a:lnTo>
                      <a:pt x="1230" y="94"/>
                    </a:lnTo>
                    <a:lnTo>
                      <a:pt x="1231" y="94"/>
                    </a:lnTo>
                    <a:lnTo>
                      <a:pt x="1233" y="93"/>
                    </a:lnTo>
                    <a:lnTo>
                      <a:pt x="1234" y="93"/>
                    </a:lnTo>
                    <a:lnTo>
                      <a:pt x="1235" y="92"/>
                    </a:lnTo>
                    <a:lnTo>
                      <a:pt x="1237" y="90"/>
                    </a:lnTo>
                    <a:lnTo>
                      <a:pt x="1238" y="89"/>
                    </a:lnTo>
                    <a:lnTo>
                      <a:pt x="1239" y="88"/>
                    </a:lnTo>
                    <a:lnTo>
                      <a:pt x="1241" y="87"/>
                    </a:lnTo>
                    <a:lnTo>
                      <a:pt x="1242" y="86"/>
                    </a:lnTo>
                    <a:lnTo>
                      <a:pt x="1243" y="87"/>
                    </a:lnTo>
                    <a:lnTo>
                      <a:pt x="1245" y="86"/>
                    </a:lnTo>
                    <a:lnTo>
                      <a:pt x="1246" y="87"/>
                    </a:lnTo>
                    <a:lnTo>
                      <a:pt x="1247" y="88"/>
                    </a:lnTo>
                    <a:lnTo>
                      <a:pt x="1249" y="88"/>
                    </a:lnTo>
                    <a:lnTo>
                      <a:pt x="1250" y="88"/>
                    </a:lnTo>
                    <a:lnTo>
                      <a:pt x="1252" y="89"/>
                    </a:lnTo>
                    <a:lnTo>
                      <a:pt x="1253" y="88"/>
                    </a:lnTo>
                    <a:lnTo>
                      <a:pt x="1254" y="89"/>
                    </a:lnTo>
                    <a:lnTo>
                      <a:pt x="1256" y="88"/>
                    </a:lnTo>
                    <a:lnTo>
                      <a:pt x="1257" y="88"/>
                    </a:lnTo>
                    <a:lnTo>
                      <a:pt x="1258" y="86"/>
                    </a:lnTo>
                    <a:lnTo>
                      <a:pt x="1260" y="87"/>
                    </a:lnTo>
                    <a:lnTo>
                      <a:pt x="1261" y="86"/>
                    </a:lnTo>
                    <a:lnTo>
                      <a:pt x="1262" y="85"/>
                    </a:lnTo>
                    <a:lnTo>
                      <a:pt x="1264" y="85"/>
                    </a:lnTo>
                    <a:lnTo>
                      <a:pt x="1265" y="84"/>
                    </a:lnTo>
                    <a:lnTo>
                      <a:pt x="1267" y="84"/>
                    </a:lnTo>
                    <a:lnTo>
                      <a:pt x="1268" y="84"/>
                    </a:lnTo>
                    <a:lnTo>
                      <a:pt x="1269" y="84"/>
                    </a:lnTo>
                    <a:lnTo>
                      <a:pt x="1271" y="83"/>
                    </a:lnTo>
                    <a:lnTo>
                      <a:pt x="1272" y="83"/>
                    </a:lnTo>
                    <a:lnTo>
                      <a:pt x="1273" y="84"/>
                    </a:lnTo>
                    <a:lnTo>
                      <a:pt x="1275" y="83"/>
                    </a:lnTo>
                    <a:lnTo>
                      <a:pt x="1276" y="83"/>
                    </a:lnTo>
                    <a:lnTo>
                      <a:pt x="1277" y="82"/>
                    </a:lnTo>
                    <a:lnTo>
                      <a:pt x="1279" y="83"/>
                    </a:lnTo>
                    <a:lnTo>
                      <a:pt x="1280" y="83"/>
                    </a:lnTo>
                    <a:lnTo>
                      <a:pt x="1281" y="83"/>
                    </a:lnTo>
                    <a:lnTo>
                      <a:pt x="1283" y="83"/>
                    </a:lnTo>
                    <a:lnTo>
                      <a:pt x="1284" y="82"/>
                    </a:lnTo>
                    <a:lnTo>
                      <a:pt x="1286" y="82"/>
                    </a:lnTo>
                    <a:lnTo>
                      <a:pt x="1287" y="82"/>
                    </a:lnTo>
                    <a:lnTo>
                      <a:pt x="1288" y="83"/>
                    </a:lnTo>
                    <a:lnTo>
                      <a:pt x="1290" y="83"/>
                    </a:lnTo>
                    <a:lnTo>
                      <a:pt x="1291" y="82"/>
                    </a:lnTo>
                    <a:lnTo>
                      <a:pt x="1292" y="82"/>
                    </a:lnTo>
                    <a:lnTo>
                      <a:pt x="1294" y="82"/>
                    </a:lnTo>
                    <a:lnTo>
                      <a:pt x="1295" y="82"/>
                    </a:lnTo>
                    <a:lnTo>
                      <a:pt x="1296" y="82"/>
                    </a:lnTo>
                    <a:lnTo>
                      <a:pt x="1298" y="81"/>
                    </a:lnTo>
                    <a:lnTo>
                      <a:pt x="1299" y="80"/>
                    </a:lnTo>
                    <a:lnTo>
                      <a:pt x="1301" y="79"/>
                    </a:lnTo>
                    <a:lnTo>
                      <a:pt x="1302" y="79"/>
                    </a:lnTo>
                    <a:lnTo>
                      <a:pt x="1303" y="78"/>
                    </a:lnTo>
                    <a:lnTo>
                      <a:pt x="1305" y="77"/>
                    </a:lnTo>
                    <a:lnTo>
                      <a:pt x="1306" y="77"/>
                    </a:lnTo>
                    <a:lnTo>
                      <a:pt x="1307" y="76"/>
                    </a:lnTo>
                    <a:lnTo>
                      <a:pt x="1309" y="76"/>
                    </a:lnTo>
                    <a:lnTo>
                      <a:pt x="1310" y="76"/>
                    </a:lnTo>
                    <a:lnTo>
                      <a:pt x="1311" y="76"/>
                    </a:lnTo>
                    <a:lnTo>
                      <a:pt x="1313" y="76"/>
                    </a:lnTo>
                    <a:lnTo>
                      <a:pt x="1314" y="75"/>
                    </a:lnTo>
                    <a:lnTo>
                      <a:pt x="1315" y="75"/>
                    </a:lnTo>
                    <a:lnTo>
                      <a:pt x="1317" y="75"/>
                    </a:lnTo>
                    <a:lnTo>
                      <a:pt x="1318" y="74"/>
                    </a:lnTo>
                    <a:lnTo>
                      <a:pt x="1320" y="74"/>
                    </a:lnTo>
                    <a:lnTo>
                      <a:pt x="1321" y="73"/>
                    </a:lnTo>
                    <a:lnTo>
                      <a:pt x="1322" y="73"/>
                    </a:lnTo>
                    <a:lnTo>
                      <a:pt x="1324" y="73"/>
                    </a:lnTo>
                    <a:lnTo>
                      <a:pt x="1325" y="73"/>
                    </a:lnTo>
                    <a:lnTo>
                      <a:pt x="1326" y="73"/>
                    </a:lnTo>
                    <a:lnTo>
                      <a:pt x="1328" y="72"/>
                    </a:lnTo>
                    <a:lnTo>
                      <a:pt x="1329" y="72"/>
                    </a:lnTo>
                    <a:lnTo>
                      <a:pt x="1330" y="72"/>
                    </a:lnTo>
                    <a:lnTo>
                      <a:pt x="1332" y="71"/>
                    </a:lnTo>
                    <a:lnTo>
                      <a:pt x="1333" y="72"/>
                    </a:lnTo>
                    <a:lnTo>
                      <a:pt x="1335" y="72"/>
                    </a:lnTo>
                    <a:lnTo>
                      <a:pt x="1336" y="72"/>
                    </a:lnTo>
                    <a:lnTo>
                      <a:pt x="1337" y="72"/>
                    </a:lnTo>
                    <a:lnTo>
                      <a:pt x="1339" y="72"/>
                    </a:lnTo>
                    <a:lnTo>
                      <a:pt x="1340" y="73"/>
                    </a:lnTo>
                    <a:lnTo>
                      <a:pt x="1341" y="73"/>
                    </a:lnTo>
                    <a:lnTo>
                      <a:pt x="1343" y="72"/>
                    </a:lnTo>
                    <a:lnTo>
                      <a:pt x="1344" y="72"/>
                    </a:lnTo>
                    <a:lnTo>
                      <a:pt x="1345" y="73"/>
                    </a:lnTo>
                    <a:lnTo>
                      <a:pt x="1347" y="72"/>
                    </a:lnTo>
                    <a:lnTo>
                      <a:pt x="1348" y="72"/>
                    </a:lnTo>
                    <a:lnTo>
                      <a:pt x="1349" y="71"/>
                    </a:lnTo>
                    <a:lnTo>
                      <a:pt x="1351" y="70"/>
                    </a:lnTo>
                    <a:lnTo>
                      <a:pt x="1352" y="69"/>
                    </a:lnTo>
                    <a:lnTo>
                      <a:pt x="1354" y="69"/>
                    </a:lnTo>
                    <a:lnTo>
                      <a:pt x="1355" y="68"/>
                    </a:lnTo>
                    <a:lnTo>
                      <a:pt x="1356" y="68"/>
                    </a:lnTo>
                    <a:lnTo>
                      <a:pt x="1358" y="68"/>
                    </a:lnTo>
                    <a:lnTo>
                      <a:pt x="1359" y="67"/>
                    </a:lnTo>
                    <a:lnTo>
                      <a:pt x="1360" y="67"/>
                    </a:lnTo>
                    <a:lnTo>
                      <a:pt x="1362" y="67"/>
                    </a:lnTo>
                    <a:lnTo>
                      <a:pt x="1363" y="66"/>
                    </a:lnTo>
                    <a:lnTo>
                      <a:pt x="1364" y="66"/>
                    </a:lnTo>
                    <a:lnTo>
                      <a:pt x="1366" y="66"/>
                    </a:lnTo>
                    <a:lnTo>
                      <a:pt x="1367" y="66"/>
                    </a:lnTo>
                    <a:lnTo>
                      <a:pt x="1369" y="65"/>
                    </a:lnTo>
                    <a:lnTo>
                      <a:pt x="1370" y="66"/>
                    </a:lnTo>
                    <a:lnTo>
                      <a:pt x="1371" y="66"/>
                    </a:lnTo>
                    <a:lnTo>
                      <a:pt x="1373" y="65"/>
                    </a:lnTo>
                    <a:lnTo>
                      <a:pt x="1374" y="65"/>
                    </a:lnTo>
                    <a:lnTo>
                      <a:pt x="1375" y="64"/>
                    </a:lnTo>
                    <a:lnTo>
                      <a:pt x="1377" y="64"/>
                    </a:lnTo>
                    <a:lnTo>
                      <a:pt x="1378" y="64"/>
                    </a:lnTo>
                    <a:lnTo>
                      <a:pt x="1379" y="63"/>
                    </a:lnTo>
                    <a:lnTo>
                      <a:pt x="1381" y="62"/>
                    </a:lnTo>
                    <a:lnTo>
                      <a:pt x="1382" y="62"/>
                    </a:lnTo>
                    <a:lnTo>
                      <a:pt x="1383" y="62"/>
                    </a:lnTo>
                    <a:lnTo>
                      <a:pt x="1385" y="62"/>
                    </a:lnTo>
                    <a:lnTo>
                      <a:pt x="1386" y="61"/>
                    </a:lnTo>
                    <a:lnTo>
                      <a:pt x="1388" y="60"/>
                    </a:lnTo>
                    <a:lnTo>
                      <a:pt x="1389" y="61"/>
                    </a:lnTo>
                    <a:lnTo>
                      <a:pt x="1390" y="61"/>
                    </a:lnTo>
                    <a:lnTo>
                      <a:pt x="1392" y="61"/>
                    </a:lnTo>
                    <a:lnTo>
                      <a:pt x="1393" y="61"/>
                    </a:lnTo>
                    <a:lnTo>
                      <a:pt x="1394" y="61"/>
                    </a:lnTo>
                    <a:lnTo>
                      <a:pt x="1396" y="61"/>
                    </a:lnTo>
                    <a:lnTo>
                      <a:pt x="1397" y="61"/>
                    </a:lnTo>
                    <a:lnTo>
                      <a:pt x="1398" y="60"/>
                    </a:lnTo>
                    <a:lnTo>
                      <a:pt x="1400" y="59"/>
                    </a:lnTo>
                    <a:lnTo>
                      <a:pt x="1401" y="59"/>
                    </a:lnTo>
                    <a:lnTo>
                      <a:pt x="1403" y="58"/>
                    </a:lnTo>
                    <a:lnTo>
                      <a:pt x="1404" y="57"/>
                    </a:lnTo>
                    <a:lnTo>
                      <a:pt x="1405" y="58"/>
                    </a:lnTo>
                    <a:lnTo>
                      <a:pt x="1407" y="58"/>
                    </a:lnTo>
                    <a:lnTo>
                      <a:pt x="1408" y="57"/>
                    </a:lnTo>
                    <a:lnTo>
                      <a:pt x="1409" y="59"/>
                    </a:lnTo>
                    <a:lnTo>
                      <a:pt x="1411" y="58"/>
                    </a:lnTo>
                    <a:lnTo>
                      <a:pt x="1412" y="58"/>
                    </a:lnTo>
                    <a:lnTo>
                      <a:pt x="1413" y="59"/>
                    </a:lnTo>
                    <a:lnTo>
                      <a:pt x="1415" y="59"/>
                    </a:lnTo>
                    <a:lnTo>
                      <a:pt x="1416" y="59"/>
                    </a:lnTo>
                    <a:lnTo>
                      <a:pt x="1417" y="59"/>
                    </a:lnTo>
                    <a:lnTo>
                      <a:pt x="1419" y="58"/>
                    </a:lnTo>
                    <a:lnTo>
                      <a:pt x="1420" y="58"/>
                    </a:lnTo>
                    <a:lnTo>
                      <a:pt x="1422" y="58"/>
                    </a:lnTo>
                    <a:lnTo>
                      <a:pt x="1423" y="58"/>
                    </a:lnTo>
                    <a:lnTo>
                      <a:pt x="1424" y="57"/>
                    </a:lnTo>
                    <a:lnTo>
                      <a:pt x="1426" y="56"/>
                    </a:lnTo>
                    <a:lnTo>
                      <a:pt x="1427" y="55"/>
                    </a:lnTo>
                    <a:lnTo>
                      <a:pt x="1428" y="55"/>
                    </a:lnTo>
                    <a:lnTo>
                      <a:pt x="1430" y="55"/>
                    </a:lnTo>
                    <a:lnTo>
                      <a:pt x="1431" y="54"/>
                    </a:lnTo>
                    <a:lnTo>
                      <a:pt x="1432" y="53"/>
                    </a:lnTo>
                    <a:lnTo>
                      <a:pt x="1434" y="53"/>
                    </a:lnTo>
                    <a:lnTo>
                      <a:pt x="1435" y="53"/>
                    </a:lnTo>
                    <a:lnTo>
                      <a:pt x="1437" y="53"/>
                    </a:lnTo>
                    <a:lnTo>
                      <a:pt x="1438" y="53"/>
                    </a:lnTo>
                    <a:lnTo>
                      <a:pt x="1439" y="53"/>
                    </a:lnTo>
                    <a:lnTo>
                      <a:pt x="1441" y="52"/>
                    </a:lnTo>
                    <a:lnTo>
                      <a:pt x="1442" y="52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" name="Google Shape;175;p15"/>
            <p:cNvSpPr txBox="1"/>
            <p:nvPr/>
          </p:nvSpPr>
          <p:spPr>
            <a:xfrm>
              <a:off x="917283" y="342156"/>
              <a:ext cx="2244525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MCH Surface (Fc3, Raw)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Buffer Subtracted</a:t>
              </a:r>
              <a:endParaRPr i="1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176;p15"/>
            <p:cNvGrpSpPr/>
            <p:nvPr/>
          </p:nvGrpSpPr>
          <p:grpSpPr>
            <a:xfrm>
              <a:off x="3717747" y="1182143"/>
              <a:ext cx="1278313" cy="1602046"/>
              <a:chOff x="3405026" y="4025740"/>
              <a:chExt cx="1278313" cy="1602046"/>
            </a:xfrm>
          </p:grpSpPr>
          <p:sp>
            <p:nvSpPr>
              <p:cNvPr id="177" name="Google Shape;177;p15"/>
              <p:cNvSpPr/>
              <p:nvPr/>
            </p:nvSpPr>
            <p:spPr>
              <a:xfrm>
                <a:off x="3405026" y="4025740"/>
                <a:ext cx="1278313" cy="1602046"/>
              </a:xfrm>
              <a:prstGeom prst="rect">
                <a:avLst/>
              </a:prstGeom>
              <a:solidFill>
                <a:schemeClr val="lt1">
                  <a:alpha val="80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8" name="Google Shape;178;p15"/>
              <p:cNvGrpSpPr/>
              <p:nvPr/>
            </p:nvGrpSpPr>
            <p:grpSpPr>
              <a:xfrm>
                <a:off x="3472333" y="4144976"/>
                <a:ext cx="1143699" cy="1363575"/>
                <a:chOff x="6059885" y="1975691"/>
                <a:chExt cx="1143699" cy="1363575"/>
              </a:xfrm>
            </p:grpSpPr>
            <p:grpSp>
              <p:nvGrpSpPr>
                <p:cNvPr id="179" name="Google Shape;179;p15"/>
                <p:cNvGrpSpPr/>
                <p:nvPr/>
              </p:nvGrpSpPr>
              <p:grpSpPr>
                <a:xfrm>
                  <a:off x="6059885" y="1975691"/>
                  <a:ext cx="957750" cy="153888"/>
                  <a:chOff x="6059885" y="2009032"/>
                  <a:chExt cx="957750" cy="153888"/>
                </a:xfrm>
              </p:grpSpPr>
              <p:sp>
                <p:nvSpPr>
                  <p:cNvPr id="180" name="Google Shape;180;p15"/>
                  <p:cNvSpPr/>
                  <p:nvPr/>
                </p:nvSpPr>
                <p:spPr>
                  <a:xfrm>
                    <a:off x="6302696" y="2009032"/>
                    <a:ext cx="714939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200 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81" name="Google Shape;181;p15"/>
                  <p:cNvCxnSpPr/>
                  <p:nvPr/>
                </p:nvCxnSpPr>
                <p:spPr>
                  <a:xfrm>
                    <a:off x="6059885" y="2085976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32CD3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82" name="Google Shape;182;p15"/>
                <p:cNvGrpSpPr/>
                <p:nvPr/>
              </p:nvGrpSpPr>
              <p:grpSpPr>
                <a:xfrm>
                  <a:off x="6059885" y="2126902"/>
                  <a:ext cx="967368" cy="153888"/>
                  <a:chOff x="6059885" y="2156075"/>
                  <a:chExt cx="967368" cy="153888"/>
                </a:xfrm>
              </p:grpSpPr>
              <p:sp>
                <p:nvSpPr>
                  <p:cNvPr id="183" name="Google Shape;183;p15"/>
                  <p:cNvSpPr/>
                  <p:nvPr/>
                </p:nvSpPr>
                <p:spPr>
                  <a:xfrm>
                    <a:off x="6302696" y="2156075"/>
                    <a:ext cx="724557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100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84" name="Google Shape;184;p15"/>
                  <p:cNvCxnSpPr/>
                  <p:nvPr/>
                </p:nvCxnSpPr>
                <p:spPr>
                  <a:xfrm>
                    <a:off x="6059885" y="2233019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8B008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85" name="Google Shape;185;p15"/>
                <p:cNvGrpSpPr/>
                <p:nvPr/>
              </p:nvGrpSpPr>
              <p:grpSpPr>
                <a:xfrm>
                  <a:off x="6059885" y="2278113"/>
                  <a:ext cx="896836" cy="153888"/>
                  <a:chOff x="6059885" y="2303118"/>
                  <a:chExt cx="896836" cy="153888"/>
                </a:xfrm>
              </p:grpSpPr>
              <p:sp>
                <p:nvSpPr>
                  <p:cNvPr id="186" name="Google Shape;186;p15"/>
                  <p:cNvSpPr/>
                  <p:nvPr/>
                </p:nvSpPr>
                <p:spPr>
                  <a:xfrm>
                    <a:off x="6302696" y="2303118"/>
                    <a:ext cx="65402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50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87" name="Google Shape;187;p15"/>
                  <p:cNvCxnSpPr/>
                  <p:nvPr/>
                </p:nvCxnSpPr>
                <p:spPr>
                  <a:xfrm>
                    <a:off x="6059885" y="2380062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A9A9A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88" name="Google Shape;188;p15"/>
                <p:cNvGrpSpPr/>
                <p:nvPr/>
              </p:nvGrpSpPr>
              <p:grpSpPr>
                <a:xfrm>
                  <a:off x="6059885" y="2429324"/>
                  <a:ext cx="896836" cy="153888"/>
                  <a:chOff x="6059885" y="2450161"/>
                  <a:chExt cx="896836" cy="153888"/>
                </a:xfrm>
              </p:grpSpPr>
              <p:sp>
                <p:nvSpPr>
                  <p:cNvPr id="189" name="Google Shape;189;p15"/>
                  <p:cNvSpPr/>
                  <p:nvPr/>
                </p:nvSpPr>
                <p:spPr>
                  <a:xfrm>
                    <a:off x="6302696" y="2450161"/>
                    <a:ext cx="65402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0" name="Google Shape;190;p15"/>
                  <p:cNvCxnSpPr/>
                  <p:nvPr/>
                </p:nvCxnSpPr>
                <p:spPr>
                  <a:xfrm>
                    <a:off x="6059885" y="2527105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DAA52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91" name="Google Shape;191;p15"/>
                <p:cNvGrpSpPr/>
                <p:nvPr/>
              </p:nvGrpSpPr>
              <p:grpSpPr>
                <a:xfrm>
                  <a:off x="6059885" y="2580535"/>
                  <a:ext cx="1002634" cy="153888"/>
                  <a:chOff x="6059885" y="2597204"/>
                  <a:chExt cx="1002634" cy="153888"/>
                </a:xfrm>
              </p:grpSpPr>
              <p:sp>
                <p:nvSpPr>
                  <p:cNvPr id="192" name="Google Shape;192;p15"/>
                  <p:cNvSpPr/>
                  <p:nvPr/>
                </p:nvSpPr>
                <p:spPr>
                  <a:xfrm>
                    <a:off x="6302696" y="2597204"/>
                    <a:ext cx="759823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12.5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3" name="Google Shape;193;p15"/>
                  <p:cNvCxnSpPr/>
                  <p:nvPr/>
                </p:nvCxnSpPr>
                <p:spPr>
                  <a:xfrm>
                    <a:off x="6059885" y="2674148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CED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94" name="Google Shape;194;p15"/>
                <p:cNvGrpSpPr/>
                <p:nvPr/>
              </p:nvGrpSpPr>
              <p:grpSpPr>
                <a:xfrm>
                  <a:off x="6059885" y="2731746"/>
                  <a:ext cx="993016" cy="153888"/>
                  <a:chOff x="6059885" y="2744247"/>
                  <a:chExt cx="993016" cy="153888"/>
                </a:xfrm>
              </p:grpSpPr>
              <p:sp>
                <p:nvSpPr>
                  <p:cNvPr id="195" name="Google Shape;195;p15"/>
                  <p:cNvSpPr/>
                  <p:nvPr/>
                </p:nvSpPr>
                <p:spPr>
                  <a:xfrm>
                    <a:off x="6302696" y="2744247"/>
                    <a:ext cx="75020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6.25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6" name="Google Shape;196;p15"/>
                  <p:cNvCxnSpPr/>
                  <p:nvPr/>
                </p:nvCxnSpPr>
                <p:spPr>
                  <a:xfrm>
                    <a:off x="6059885" y="2821191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197" name="Google Shape;197;p15"/>
                <p:cNvGrpSpPr/>
                <p:nvPr/>
              </p:nvGrpSpPr>
              <p:grpSpPr>
                <a:xfrm>
                  <a:off x="6059885" y="2882957"/>
                  <a:ext cx="1073167" cy="153888"/>
                  <a:chOff x="6059885" y="2891290"/>
                  <a:chExt cx="1073167" cy="153888"/>
                </a:xfrm>
              </p:grpSpPr>
              <p:sp>
                <p:nvSpPr>
                  <p:cNvPr id="198" name="Google Shape;198;p15"/>
                  <p:cNvSpPr/>
                  <p:nvPr/>
                </p:nvSpPr>
                <p:spPr>
                  <a:xfrm>
                    <a:off x="6302696" y="2891290"/>
                    <a:ext cx="830356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3.125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9" name="Google Shape;199;p15"/>
                  <p:cNvCxnSpPr/>
                  <p:nvPr/>
                </p:nvCxnSpPr>
                <p:spPr>
                  <a:xfrm>
                    <a:off x="6059885" y="2968234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00" name="Google Shape;200;p15"/>
                <p:cNvGrpSpPr/>
                <p:nvPr/>
              </p:nvGrpSpPr>
              <p:grpSpPr>
                <a:xfrm>
                  <a:off x="6059885" y="3034168"/>
                  <a:ext cx="1143699" cy="153888"/>
                  <a:chOff x="6059885" y="3038333"/>
                  <a:chExt cx="1143699" cy="153888"/>
                </a:xfrm>
              </p:grpSpPr>
              <p:sp>
                <p:nvSpPr>
                  <p:cNvPr id="201" name="Google Shape;201;p15"/>
                  <p:cNvSpPr/>
                  <p:nvPr/>
                </p:nvSpPr>
                <p:spPr>
                  <a:xfrm>
                    <a:off x="6302696" y="3038333"/>
                    <a:ext cx="900888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1.5625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02" name="Google Shape;202;p15"/>
                  <p:cNvCxnSpPr/>
                  <p:nvPr/>
                </p:nvCxnSpPr>
                <p:spPr>
                  <a:xfrm>
                    <a:off x="6059885" y="3115277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228B2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03" name="Google Shape;203;p15"/>
                <p:cNvGrpSpPr/>
                <p:nvPr/>
              </p:nvGrpSpPr>
              <p:grpSpPr>
                <a:xfrm>
                  <a:off x="6059885" y="3185378"/>
                  <a:ext cx="826304" cy="153888"/>
                  <a:chOff x="6059885" y="3185378"/>
                  <a:chExt cx="826304" cy="153888"/>
                </a:xfrm>
              </p:grpSpPr>
              <p:sp>
                <p:nvSpPr>
                  <p:cNvPr id="204" name="Google Shape;204;p15"/>
                  <p:cNvSpPr/>
                  <p:nvPr/>
                </p:nvSpPr>
                <p:spPr>
                  <a:xfrm>
                    <a:off x="6302696" y="3185378"/>
                    <a:ext cx="583493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205" name="Google Shape;205;p15"/>
                  <p:cNvCxnSpPr/>
                  <p:nvPr/>
                </p:nvCxnSpPr>
                <p:spPr>
                  <a:xfrm>
                    <a:off x="6059885" y="3262322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grpSp>
        <p:nvGrpSpPr>
          <p:cNvPr id="206" name="Google Shape;206;p15"/>
          <p:cNvGrpSpPr/>
          <p:nvPr/>
        </p:nvGrpSpPr>
        <p:grpSpPr>
          <a:xfrm>
            <a:off x="850391" y="3657600"/>
            <a:ext cx="4699190" cy="2891809"/>
            <a:chOff x="394573" y="3391499"/>
            <a:chExt cx="4699190" cy="2891809"/>
          </a:xfrm>
        </p:grpSpPr>
        <p:grpSp>
          <p:nvGrpSpPr>
            <p:cNvPr id="207" name="Google Shape;207;p15"/>
            <p:cNvGrpSpPr/>
            <p:nvPr/>
          </p:nvGrpSpPr>
          <p:grpSpPr>
            <a:xfrm>
              <a:off x="394573" y="3722988"/>
              <a:ext cx="4699190" cy="2560320"/>
              <a:chOff x="6138121" y="661988"/>
              <a:chExt cx="4577963" cy="2740124"/>
            </a:xfrm>
          </p:grpSpPr>
          <p:cxnSp>
            <p:nvCxnSpPr>
              <p:cNvPr id="208" name="Google Shape;208;p15"/>
              <p:cNvCxnSpPr/>
              <p:nvPr/>
            </p:nvCxnSpPr>
            <p:spPr>
              <a:xfrm rot="10800000">
                <a:off x="6562726" y="730251"/>
                <a:ext cx="0" cy="23383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15"/>
              <p:cNvCxnSpPr/>
              <p:nvPr/>
            </p:nvCxnSpPr>
            <p:spPr>
              <a:xfrm rot="10800000">
                <a:off x="6546851" y="306863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15"/>
              <p:cNvCxnSpPr/>
              <p:nvPr/>
            </p:nvCxnSpPr>
            <p:spPr>
              <a:xfrm rot="10800000">
                <a:off x="6546851" y="29511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" name="Google Shape;211;p15"/>
              <p:cNvCxnSpPr/>
              <p:nvPr/>
            </p:nvCxnSpPr>
            <p:spPr>
              <a:xfrm rot="10800000">
                <a:off x="6546851" y="28352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2" name="Google Shape;212;p15"/>
              <p:cNvCxnSpPr/>
              <p:nvPr/>
            </p:nvCxnSpPr>
            <p:spPr>
              <a:xfrm rot="10800000">
                <a:off x="6546851" y="27178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3" name="Google Shape;213;p15"/>
              <p:cNvCxnSpPr/>
              <p:nvPr/>
            </p:nvCxnSpPr>
            <p:spPr>
              <a:xfrm rot="10800000">
                <a:off x="6546851" y="26003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" name="Google Shape;214;p15"/>
              <p:cNvCxnSpPr/>
              <p:nvPr/>
            </p:nvCxnSpPr>
            <p:spPr>
              <a:xfrm rot="10800000">
                <a:off x="6546851" y="248443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15"/>
              <p:cNvCxnSpPr/>
              <p:nvPr/>
            </p:nvCxnSpPr>
            <p:spPr>
              <a:xfrm rot="10800000">
                <a:off x="6546851" y="23669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6" name="Google Shape;216;p15"/>
              <p:cNvCxnSpPr/>
              <p:nvPr/>
            </p:nvCxnSpPr>
            <p:spPr>
              <a:xfrm rot="10800000">
                <a:off x="6546851" y="22510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7" name="Google Shape;217;p15"/>
              <p:cNvCxnSpPr/>
              <p:nvPr/>
            </p:nvCxnSpPr>
            <p:spPr>
              <a:xfrm rot="10800000">
                <a:off x="6546851" y="21336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8" name="Google Shape;218;p15"/>
              <p:cNvCxnSpPr/>
              <p:nvPr/>
            </p:nvCxnSpPr>
            <p:spPr>
              <a:xfrm rot="10800000">
                <a:off x="6546851" y="20177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9" name="Google Shape;219;p15"/>
              <p:cNvCxnSpPr/>
              <p:nvPr/>
            </p:nvCxnSpPr>
            <p:spPr>
              <a:xfrm rot="10800000">
                <a:off x="6546851" y="190023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15"/>
              <p:cNvCxnSpPr/>
              <p:nvPr/>
            </p:nvCxnSpPr>
            <p:spPr>
              <a:xfrm rot="10800000">
                <a:off x="6546851" y="17827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" name="Google Shape;221;p15"/>
              <p:cNvCxnSpPr/>
              <p:nvPr/>
            </p:nvCxnSpPr>
            <p:spPr>
              <a:xfrm rot="10800000">
                <a:off x="6546851" y="16668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" name="Google Shape;222;p15"/>
              <p:cNvCxnSpPr/>
              <p:nvPr/>
            </p:nvCxnSpPr>
            <p:spPr>
              <a:xfrm rot="10800000">
                <a:off x="6546851" y="15494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3" name="Google Shape;223;p15"/>
              <p:cNvCxnSpPr/>
              <p:nvPr/>
            </p:nvCxnSpPr>
            <p:spPr>
              <a:xfrm rot="10800000">
                <a:off x="6546851" y="14335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4" name="Google Shape;224;p15"/>
              <p:cNvCxnSpPr/>
              <p:nvPr/>
            </p:nvCxnSpPr>
            <p:spPr>
              <a:xfrm rot="10800000">
                <a:off x="6546851" y="131603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5" name="Google Shape;225;p15"/>
              <p:cNvCxnSpPr/>
              <p:nvPr/>
            </p:nvCxnSpPr>
            <p:spPr>
              <a:xfrm rot="10800000">
                <a:off x="6546851" y="11985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15"/>
              <p:cNvCxnSpPr/>
              <p:nvPr/>
            </p:nvCxnSpPr>
            <p:spPr>
              <a:xfrm rot="10800000">
                <a:off x="6546851" y="10826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15"/>
              <p:cNvCxnSpPr/>
              <p:nvPr/>
            </p:nvCxnSpPr>
            <p:spPr>
              <a:xfrm rot="10800000">
                <a:off x="6546851" y="9652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8" name="Google Shape;228;p15"/>
              <p:cNvCxnSpPr/>
              <p:nvPr/>
            </p:nvCxnSpPr>
            <p:spPr>
              <a:xfrm rot="10800000">
                <a:off x="6546851" y="8493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9" name="Google Shape;229;p15"/>
              <p:cNvCxnSpPr/>
              <p:nvPr/>
            </p:nvCxnSpPr>
            <p:spPr>
              <a:xfrm rot="10800000">
                <a:off x="6546851" y="73025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0" name="Google Shape;230;p15"/>
              <p:cNvCxnSpPr/>
              <p:nvPr/>
            </p:nvCxnSpPr>
            <p:spPr>
              <a:xfrm rot="10800000">
                <a:off x="6526213" y="3068638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15"/>
              <p:cNvCxnSpPr/>
              <p:nvPr/>
            </p:nvCxnSpPr>
            <p:spPr>
              <a:xfrm rot="10800000">
                <a:off x="6526213" y="283527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15"/>
              <p:cNvCxnSpPr/>
              <p:nvPr/>
            </p:nvCxnSpPr>
            <p:spPr>
              <a:xfrm rot="10800000">
                <a:off x="6526213" y="260032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3" name="Google Shape;233;p15"/>
              <p:cNvCxnSpPr/>
              <p:nvPr/>
            </p:nvCxnSpPr>
            <p:spPr>
              <a:xfrm rot="10800000">
                <a:off x="6526213" y="2366963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4" name="Google Shape;234;p15"/>
              <p:cNvCxnSpPr/>
              <p:nvPr/>
            </p:nvCxnSpPr>
            <p:spPr>
              <a:xfrm rot="10800000">
                <a:off x="6526213" y="213360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15"/>
              <p:cNvCxnSpPr/>
              <p:nvPr/>
            </p:nvCxnSpPr>
            <p:spPr>
              <a:xfrm rot="10800000">
                <a:off x="6526213" y="1900238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6" name="Google Shape;236;p15"/>
              <p:cNvCxnSpPr/>
              <p:nvPr/>
            </p:nvCxnSpPr>
            <p:spPr>
              <a:xfrm rot="10800000">
                <a:off x="6526213" y="166687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7" name="Google Shape;237;p15"/>
              <p:cNvCxnSpPr/>
              <p:nvPr/>
            </p:nvCxnSpPr>
            <p:spPr>
              <a:xfrm rot="10800000">
                <a:off x="6526213" y="1433513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15"/>
              <p:cNvCxnSpPr/>
              <p:nvPr/>
            </p:nvCxnSpPr>
            <p:spPr>
              <a:xfrm rot="10800000">
                <a:off x="6526213" y="1198563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9" name="Google Shape;239;p15"/>
              <p:cNvCxnSpPr/>
              <p:nvPr/>
            </p:nvCxnSpPr>
            <p:spPr>
              <a:xfrm rot="10800000">
                <a:off x="6526213" y="96520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" name="Google Shape;240;p15"/>
              <p:cNvCxnSpPr/>
              <p:nvPr/>
            </p:nvCxnSpPr>
            <p:spPr>
              <a:xfrm rot="10800000">
                <a:off x="6526213" y="73025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1" name="Google Shape;241;p15"/>
              <p:cNvSpPr/>
              <p:nvPr/>
            </p:nvSpPr>
            <p:spPr>
              <a:xfrm>
                <a:off x="6373813" y="3000376"/>
                <a:ext cx="11381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5"/>
              <p:cNvSpPr/>
              <p:nvPr/>
            </p:nvSpPr>
            <p:spPr>
              <a:xfrm>
                <a:off x="6397626" y="2767013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6397626" y="2532063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5"/>
              <p:cNvSpPr/>
              <p:nvPr/>
            </p:nvSpPr>
            <p:spPr>
              <a:xfrm>
                <a:off x="6397626" y="2298701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5"/>
              <p:cNvSpPr/>
              <p:nvPr/>
            </p:nvSpPr>
            <p:spPr>
              <a:xfrm>
                <a:off x="6397626" y="2065338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5"/>
              <p:cNvSpPr/>
              <p:nvPr/>
            </p:nvSpPr>
            <p:spPr>
              <a:xfrm>
                <a:off x="6397626" y="1831976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5"/>
              <p:cNvSpPr/>
              <p:nvPr/>
            </p:nvSpPr>
            <p:spPr>
              <a:xfrm>
                <a:off x="6357938" y="1598613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5"/>
              <p:cNvSpPr/>
              <p:nvPr/>
            </p:nvSpPr>
            <p:spPr>
              <a:xfrm>
                <a:off x="6357938" y="1365251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6357938" y="1130301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5"/>
              <p:cNvSpPr/>
              <p:nvPr/>
            </p:nvSpPr>
            <p:spPr>
              <a:xfrm>
                <a:off x="6357938" y="896938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5"/>
              <p:cNvSpPr/>
              <p:nvPr/>
            </p:nvSpPr>
            <p:spPr>
              <a:xfrm>
                <a:off x="6357938" y="661988"/>
                <a:ext cx="14106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18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2" name="Google Shape;252;p15"/>
              <p:cNvCxnSpPr/>
              <p:nvPr/>
            </p:nvCxnSpPr>
            <p:spPr>
              <a:xfrm>
                <a:off x="6562726" y="3068638"/>
                <a:ext cx="404336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" name="Google Shape;253;p15"/>
              <p:cNvCxnSpPr/>
              <p:nvPr/>
            </p:nvCxnSpPr>
            <p:spPr>
              <a:xfrm>
                <a:off x="656272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15"/>
              <p:cNvCxnSpPr/>
              <p:nvPr/>
            </p:nvCxnSpPr>
            <p:spPr>
              <a:xfrm>
                <a:off x="678815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5" name="Google Shape;255;p15"/>
              <p:cNvCxnSpPr/>
              <p:nvPr/>
            </p:nvCxnSpPr>
            <p:spPr>
              <a:xfrm>
                <a:off x="701198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15"/>
              <p:cNvCxnSpPr/>
              <p:nvPr/>
            </p:nvCxnSpPr>
            <p:spPr>
              <a:xfrm>
                <a:off x="723741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7" name="Google Shape;257;p15"/>
              <p:cNvCxnSpPr/>
              <p:nvPr/>
            </p:nvCxnSpPr>
            <p:spPr>
              <a:xfrm>
                <a:off x="746125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5"/>
              <p:cNvCxnSpPr/>
              <p:nvPr/>
            </p:nvCxnSpPr>
            <p:spPr>
              <a:xfrm>
                <a:off x="768508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" name="Google Shape;259;p15"/>
              <p:cNvCxnSpPr/>
              <p:nvPr/>
            </p:nvCxnSpPr>
            <p:spPr>
              <a:xfrm>
                <a:off x="791051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0" name="Google Shape;260;p15"/>
              <p:cNvCxnSpPr/>
              <p:nvPr/>
            </p:nvCxnSpPr>
            <p:spPr>
              <a:xfrm>
                <a:off x="813435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1" name="Google Shape;261;p15"/>
              <p:cNvCxnSpPr/>
              <p:nvPr/>
            </p:nvCxnSpPr>
            <p:spPr>
              <a:xfrm>
                <a:off x="835977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15"/>
              <p:cNvCxnSpPr/>
              <p:nvPr/>
            </p:nvCxnSpPr>
            <p:spPr>
              <a:xfrm>
                <a:off x="858361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3" name="Google Shape;263;p15"/>
              <p:cNvCxnSpPr/>
              <p:nvPr/>
            </p:nvCxnSpPr>
            <p:spPr>
              <a:xfrm>
                <a:off x="880903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4" name="Google Shape;264;p15"/>
              <p:cNvCxnSpPr/>
              <p:nvPr/>
            </p:nvCxnSpPr>
            <p:spPr>
              <a:xfrm>
                <a:off x="903287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15"/>
              <p:cNvCxnSpPr/>
              <p:nvPr/>
            </p:nvCxnSpPr>
            <p:spPr>
              <a:xfrm>
                <a:off x="925830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6" name="Google Shape;266;p15"/>
              <p:cNvCxnSpPr/>
              <p:nvPr/>
            </p:nvCxnSpPr>
            <p:spPr>
              <a:xfrm>
                <a:off x="948213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15"/>
              <p:cNvCxnSpPr/>
              <p:nvPr/>
            </p:nvCxnSpPr>
            <p:spPr>
              <a:xfrm>
                <a:off x="970756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5"/>
              <p:cNvCxnSpPr/>
              <p:nvPr/>
            </p:nvCxnSpPr>
            <p:spPr>
              <a:xfrm>
                <a:off x="9931401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9" name="Google Shape;269;p15"/>
              <p:cNvCxnSpPr/>
              <p:nvPr/>
            </p:nvCxnSpPr>
            <p:spPr>
              <a:xfrm>
                <a:off x="10156826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0" name="Google Shape;270;p15"/>
              <p:cNvCxnSpPr/>
              <p:nvPr/>
            </p:nvCxnSpPr>
            <p:spPr>
              <a:xfrm>
                <a:off x="10380663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1" name="Google Shape;271;p15"/>
              <p:cNvCxnSpPr/>
              <p:nvPr/>
            </p:nvCxnSpPr>
            <p:spPr>
              <a:xfrm>
                <a:off x="10606088" y="306387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2" name="Google Shape;272;p15"/>
              <p:cNvCxnSpPr/>
              <p:nvPr/>
            </p:nvCxnSpPr>
            <p:spPr>
              <a:xfrm>
                <a:off x="6562726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3" name="Google Shape;273;p15"/>
              <p:cNvCxnSpPr/>
              <p:nvPr/>
            </p:nvCxnSpPr>
            <p:spPr>
              <a:xfrm>
                <a:off x="7011988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4" name="Google Shape;274;p15"/>
              <p:cNvCxnSpPr/>
              <p:nvPr/>
            </p:nvCxnSpPr>
            <p:spPr>
              <a:xfrm>
                <a:off x="7461251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5" name="Google Shape;275;p15"/>
              <p:cNvCxnSpPr/>
              <p:nvPr/>
            </p:nvCxnSpPr>
            <p:spPr>
              <a:xfrm>
                <a:off x="7910513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6" name="Google Shape;276;p15"/>
              <p:cNvCxnSpPr/>
              <p:nvPr/>
            </p:nvCxnSpPr>
            <p:spPr>
              <a:xfrm>
                <a:off x="8359776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7" name="Google Shape;277;p15"/>
              <p:cNvCxnSpPr/>
              <p:nvPr/>
            </p:nvCxnSpPr>
            <p:spPr>
              <a:xfrm>
                <a:off x="8809038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8" name="Google Shape;278;p15"/>
              <p:cNvCxnSpPr/>
              <p:nvPr/>
            </p:nvCxnSpPr>
            <p:spPr>
              <a:xfrm>
                <a:off x="9258301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79" name="Google Shape;279;p15"/>
              <p:cNvCxnSpPr/>
              <p:nvPr/>
            </p:nvCxnSpPr>
            <p:spPr>
              <a:xfrm>
                <a:off x="9707563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0" name="Google Shape;280;p15"/>
              <p:cNvCxnSpPr/>
              <p:nvPr/>
            </p:nvCxnSpPr>
            <p:spPr>
              <a:xfrm>
                <a:off x="10156826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1" name="Google Shape;281;p15"/>
              <p:cNvCxnSpPr/>
              <p:nvPr/>
            </p:nvCxnSpPr>
            <p:spPr>
              <a:xfrm>
                <a:off x="10606088" y="305435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2" name="Google Shape;282;p15"/>
              <p:cNvSpPr/>
              <p:nvPr/>
            </p:nvSpPr>
            <p:spPr>
              <a:xfrm>
                <a:off x="6486526" y="3121026"/>
                <a:ext cx="254878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6991351" y="3121026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7359651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7808913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8258176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8707438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9156701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5"/>
              <p:cNvSpPr/>
              <p:nvPr/>
            </p:nvSpPr>
            <p:spPr>
              <a:xfrm>
                <a:off x="9605963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5"/>
              <p:cNvSpPr/>
              <p:nvPr/>
            </p:nvSpPr>
            <p:spPr>
              <a:xfrm>
                <a:off x="10055226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5"/>
              <p:cNvSpPr/>
              <p:nvPr/>
            </p:nvSpPr>
            <p:spPr>
              <a:xfrm>
                <a:off x="10504488" y="312102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5"/>
              <p:cNvSpPr/>
              <p:nvPr/>
            </p:nvSpPr>
            <p:spPr>
              <a:xfrm rot="-5400000">
                <a:off x="5755805" y="1808957"/>
                <a:ext cx="918521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Response (RU)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5"/>
              <p:cNvSpPr/>
              <p:nvPr/>
            </p:nvSpPr>
            <p:spPr>
              <a:xfrm>
                <a:off x="8340189" y="3248224"/>
                <a:ext cx="490519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 (s)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5"/>
              <p:cNvSpPr/>
              <p:nvPr/>
            </p:nvSpPr>
            <p:spPr>
              <a:xfrm>
                <a:off x="6745288" y="2835276"/>
                <a:ext cx="3810000" cy="0"/>
              </a:xfrm>
              <a:custGeom>
                <a:rect b="b" l="l" r="r" t="t"/>
                <a:pathLst>
                  <a:path extrusionOk="0" h="120000" w="1442">
                    <a:moveTo>
                      <a:pt x="0" y="0"/>
                    </a:move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5" y="0"/>
                    </a:lnTo>
                    <a:lnTo>
                      <a:pt x="26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4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8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7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1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5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9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3" y="0"/>
                    </a:lnTo>
                    <a:lnTo>
                      <a:pt x="94" y="0"/>
                    </a:lnTo>
                    <a:lnTo>
                      <a:pt x="96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100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8" y="0"/>
                    </a:lnTo>
                    <a:lnTo>
                      <a:pt x="109" y="0"/>
                    </a:lnTo>
                    <a:lnTo>
                      <a:pt x="111" y="0"/>
                    </a:lnTo>
                    <a:lnTo>
                      <a:pt x="112" y="0"/>
                    </a:lnTo>
                    <a:lnTo>
                      <a:pt x="113" y="0"/>
                    </a:lnTo>
                    <a:lnTo>
                      <a:pt x="115" y="0"/>
                    </a:lnTo>
                    <a:lnTo>
                      <a:pt x="116" y="0"/>
                    </a:lnTo>
                    <a:lnTo>
                      <a:pt x="117" y="0"/>
                    </a:lnTo>
                    <a:lnTo>
                      <a:pt x="119" y="0"/>
                    </a:lnTo>
                    <a:lnTo>
                      <a:pt x="120" y="0"/>
                    </a:lnTo>
                    <a:lnTo>
                      <a:pt x="121" y="0"/>
                    </a:lnTo>
                    <a:lnTo>
                      <a:pt x="123" y="0"/>
                    </a:lnTo>
                    <a:lnTo>
                      <a:pt x="124" y="0"/>
                    </a:lnTo>
                    <a:lnTo>
                      <a:pt x="125" y="0"/>
                    </a:lnTo>
                    <a:lnTo>
                      <a:pt x="127" y="0"/>
                    </a:lnTo>
                    <a:lnTo>
                      <a:pt x="128" y="0"/>
                    </a:lnTo>
                    <a:lnTo>
                      <a:pt x="130" y="0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0" y="0"/>
                    </a:lnTo>
                    <a:lnTo>
                      <a:pt x="142" y="0"/>
                    </a:lnTo>
                    <a:lnTo>
                      <a:pt x="143" y="0"/>
                    </a:lnTo>
                    <a:lnTo>
                      <a:pt x="145" y="0"/>
                    </a:lnTo>
                    <a:lnTo>
                      <a:pt x="146" y="0"/>
                    </a:lnTo>
                    <a:lnTo>
                      <a:pt x="147" y="0"/>
                    </a:lnTo>
                    <a:lnTo>
                      <a:pt x="149" y="0"/>
                    </a:lnTo>
                    <a:lnTo>
                      <a:pt x="150" y="0"/>
                    </a:lnTo>
                    <a:lnTo>
                      <a:pt x="151" y="0"/>
                    </a:lnTo>
                    <a:lnTo>
                      <a:pt x="153" y="0"/>
                    </a:lnTo>
                    <a:lnTo>
                      <a:pt x="154" y="0"/>
                    </a:lnTo>
                    <a:lnTo>
                      <a:pt x="155" y="0"/>
                    </a:lnTo>
                    <a:lnTo>
                      <a:pt x="157" y="0"/>
                    </a:lnTo>
                    <a:lnTo>
                      <a:pt x="158" y="0"/>
                    </a:lnTo>
                    <a:lnTo>
                      <a:pt x="159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3" y="0"/>
                    </a:lnTo>
                    <a:lnTo>
                      <a:pt x="184" y="0"/>
                    </a:lnTo>
                    <a:lnTo>
                      <a:pt x="185" y="0"/>
                    </a:lnTo>
                    <a:lnTo>
                      <a:pt x="187" y="0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1" y="0"/>
                    </a:lnTo>
                    <a:lnTo>
                      <a:pt x="192" y="0"/>
                    </a:lnTo>
                    <a:lnTo>
                      <a:pt x="193" y="0"/>
                    </a:lnTo>
                    <a:lnTo>
                      <a:pt x="195" y="0"/>
                    </a:lnTo>
                    <a:lnTo>
                      <a:pt x="196" y="0"/>
                    </a:lnTo>
                    <a:lnTo>
                      <a:pt x="198" y="0"/>
                    </a:lnTo>
                    <a:lnTo>
                      <a:pt x="199" y="0"/>
                    </a:lnTo>
                    <a:lnTo>
                      <a:pt x="200" y="0"/>
                    </a:lnTo>
                    <a:lnTo>
                      <a:pt x="202" y="0"/>
                    </a:lnTo>
                    <a:lnTo>
                      <a:pt x="203" y="0"/>
                    </a:lnTo>
                    <a:lnTo>
                      <a:pt x="204" y="0"/>
                    </a:lnTo>
                    <a:lnTo>
                      <a:pt x="206" y="0"/>
                    </a:lnTo>
                    <a:lnTo>
                      <a:pt x="207" y="0"/>
                    </a:lnTo>
                    <a:lnTo>
                      <a:pt x="208" y="0"/>
                    </a:lnTo>
                    <a:lnTo>
                      <a:pt x="210" y="0"/>
                    </a:lnTo>
                    <a:lnTo>
                      <a:pt x="211" y="0"/>
                    </a:lnTo>
                    <a:lnTo>
                      <a:pt x="213" y="0"/>
                    </a:lnTo>
                    <a:lnTo>
                      <a:pt x="214" y="0"/>
                    </a:lnTo>
                    <a:lnTo>
                      <a:pt x="215" y="0"/>
                    </a:lnTo>
                    <a:lnTo>
                      <a:pt x="217" y="0"/>
                    </a:lnTo>
                    <a:lnTo>
                      <a:pt x="218" y="0"/>
                    </a:lnTo>
                    <a:lnTo>
                      <a:pt x="219" y="0"/>
                    </a:lnTo>
                    <a:lnTo>
                      <a:pt x="221" y="0"/>
                    </a:lnTo>
                    <a:lnTo>
                      <a:pt x="222" y="0"/>
                    </a:lnTo>
                    <a:lnTo>
                      <a:pt x="223" y="0"/>
                    </a:lnTo>
                    <a:lnTo>
                      <a:pt x="225" y="0"/>
                    </a:lnTo>
                    <a:lnTo>
                      <a:pt x="226" y="0"/>
                    </a:lnTo>
                    <a:lnTo>
                      <a:pt x="227" y="0"/>
                    </a:lnTo>
                    <a:lnTo>
                      <a:pt x="229" y="0"/>
                    </a:lnTo>
                    <a:lnTo>
                      <a:pt x="230" y="0"/>
                    </a:lnTo>
                    <a:lnTo>
                      <a:pt x="232" y="0"/>
                    </a:lnTo>
                    <a:lnTo>
                      <a:pt x="233" y="0"/>
                    </a:lnTo>
                    <a:lnTo>
                      <a:pt x="234" y="0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8" y="0"/>
                    </a:lnTo>
                    <a:lnTo>
                      <a:pt x="240" y="0"/>
                    </a:lnTo>
                    <a:lnTo>
                      <a:pt x="241" y="0"/>
                    </a:lnTo>
                    <a:lnTo>
                      <a:pt x="242" y="0"/>
                    </a:lnTo>
                    <a:lnTo>
                      <a:pt x="244" y="0"/>
                    </a:lnTo>
                    <a:lnTo>
                      <a:pt x="245" y="0"/>
                    </a:lnTo>
                    <a:lnTo>
                      <a:pt x="247" y="0"/>
                    </a:lnTo>
                    <a:lnTo>
                      <a:pt x="248" y="0"/>
                    </a:lnTo>
                    <a:lnTo>
                      <a:pt x="249" y="0"/>
                    </a:lnTo>
                    <a:lnTo>
                      <a:pt x="251" y="0"/>
                    </a:lnTo>
                    <a:lnTo>
                      <a:pt x="252" y="0"/>
                    </a:lnTo>
                    <a:lnTo>
                      <a:pt x="253" y="0"/>
                    </a:lnTo>
                    <a:lnTo>
                      <a:pt x="255" y="0"/>
                    </a:lnTo>
                    <a:lnTo>
                      <a:pt x="256" y="0"/>
                    </a:lnTo>
                    <a:lnTo>
                      <a:pt x="257" y="0"/>
                    </a:lnTo>
                    <a:lnTo>
                      <a:pt x="259" y="0"/>
                    </a:lnTo>
                    <a:lnTo>
                      <a:pt x="260" y="0"/>
                    </a:lnTo>
                    <a:lnTo>
                      <a:pt x="261" y="0"/>
                    </a:lnTo>
                    <a:lnTo>
                      <a:pt x="263" y="0"/>
                    </a:lnTo>
                    <a:lnTo>
                      <a:pt x="264" y="0"/>
                    </a:lnTo>
                    <a:lnTo>
                      <a:pt x="266" y="0"/>
                    </a:lnTo>
                    <a:lnTo>
                      <a:pt x="267" y="0"/>
                    </a:lnTo>
                    <a:lnTo>
                      <a:pt x="268" y="0"/>
                    </a:lnTo>
                    <a:lnTo>
                      <a:pt x="270" y="0"/>
                    </a:lnTo>
                    <a:lnTo>
                      <a:pt x="271" y="0"/>
                    </a:lnTo>
                    <a:lnTo>
                      <a:pt x="272" y="0"/>
                    </a:lnTo>
                    <a:lnTo>
                      <a:pt x="274" y="0"/>
                    </a:lnTo>
                    <a:lnTo>
                      <a:pt x="275" y="0"/>
                    </a:lnTo>
                    <a:lnTo>
                      <a:pt x="276" y="0"/>
                    </a:lnTo>
                    <a:lnTo>
                      <a:pt x="278" y="0"/>
                    </a:lnTo>
                    <a:lnTo>
                      <a:pt x="279" y="0"/>
                    </a:lnTo>
                    <a:lnTo>
                      <a:pt x="281" y="0"/>
                    </a:lnTo>
                    <a:lnTo>
                      <a:pt x="282" y="0"/>
                    </a:lnTo>
                    <a:lnTo>
                      <a:pt x="283" y="0"/>
                    </a:lnTo>
                    <a:lnTo>
                      <a:pt x="285" y="0"/>
                    </a:lnTo>
                    <a:lnTo>
                      <a:pt x="286" y="0"/>
                    </a:lnTo>
                    <a:lnTo>
                      <a:pt x="287" y="0"/>
                    </a:lnTo>
                    <a:lnTo>
                      <a:pt x="289" y="0"/>
                    </a:lnTo>
                    <a:lnTo>
                      <a:pt x="290" y="0"/>
                    </a:lnTo>
                    <a:lnTo>
                      <a:pt x="291" y="0"/>
                    </a:lnTo>
                    <a:lnTo>
                      <a:pt x="293" y="0"/>
                    </a:lnTo>
                    <a:lnTo>
                      <a:pt x="294" y="0"/>
                    </a:lnTo>
                    <a:lnTo>
                      <a:pt x="295" y="0"/>
                    </a:lnTo>
                    <a:lnTo>
                      <a:pt x="297" y="0"/>
                    </a:lnTo>
                    <a:lnTo>
                      <a:pt x="298" y="0"/>
                    </a:lnTo>
                    <a:lnTo>
                      <a:pt x="300" y="0"/>
                    </a:lnTo>
                    <a:lnTo>
                      <a:pt x="301" y="0"/>
                    </a:lnTo>
                    <a:lnTo>
                      <a:pt x="302" y="0"/>
                    </a:lnTo>
                    <a:lnTo>
                      <a:pt x="304" y="0"/>
                    </a:lnTo>
                    <a:lnTo>
                      <a:pt x="305" y="0"/>
                    </a:lnTo>
                    <a:lnTo>
                      <a:pt x="306" y="0"/>
                    </a:lnTo>
                    <a:lnTo>
                      <a:pt x="308" y="0"/>
                    </a:lnTo>
                    <a:lnTo>
                      <a:pt x="309" y="0"/>
                    </a:lnTo>
                    <a:lnTo>
                      <a:pt x="310" y="0"/>
                    </a:lnTo>
                    <a:lnTo>
                      <a:pt x="312" y="0"/>
                    </a:lnTo>
                    <a:lnTo>
                      <a:pt x="313" y="0"/>
                    </a:lnTo>
                    <a:lnTo>
                      <a:pt x="315" y="0"/>
                    </a:lnTo>
                    <a:lnTo>
                      <a:pt x="316" y="0"/>
                    </a:lnTo>
                    <a:lnTo>
                      <a:pt x="317" y="0"/>
                    </a:lnTo>
                    <a:lnTo>
                      <a:pt x="319" y="0"/>
                    </a:lnTo>
                    <a:lnTo>
                      <a:pt x="320" y="0"/>
                    </a:lnTo>
                    <a:lnTo>
                      <a:pt x="321" y="0"/>
                    </a:lnTo>
                    <a:lnTo>
                      <a:pt x="323" y="0"/>
                    </a:lnTo>
                    <a:lnTo>
                      <a:pt x="324" y="0"/>
                    </a:lnTo>
                    <a:lnTo>
                      <a:pt x="325" y="0"/>
                    </a:lnTo>
                    <a:lnTo>
                      <a:pt x="327" y="0"/>
                    </a:lnTo>
                    <a:lnTo>
                      <a:pt x="328" y="0"/>
                    </a:lnTo>
                    <a:lnTo>
                      <a:pt x="329" y="0"/>
                    </a:lnTo>
                    <a:lnTo>
                      <a:pt x="331" y="0"/>
                    </a:lnTo>
                    <a:lnTo>
                      <a:pt x="332" y="0"/>
                    </a:lnTo>
                    <a:lnTo>
                      <a:pt x="334" y="0"/>
                    </a:lnTo>
                    <a:lnTo>
                      <a:pt x="335" y="0"/>
                    </a:lnTo>
                    <a:lnTo>
                      <a:pt x="336" y="0"/>
                    </a:lnTo>
                    <a:lnTo>
                      <a:pt x="338" y="0"/>
                    </a:lnTo>
                    <a:lnTo>
                      <a:pt x="339" y="0"/>
                    </a:lnTo>
                    <a:lnTo>
                      <a:pt x="340" y="0"/>
                    </a:lnTo>
                    <a:lnTo>
                      <a:pt x="342" y="0"/>
                    </a:lnTo>
                    <a:lnTo>
                      <a:pt x="343" y="0"/>
                    </a:lnTo>
                    <a:lnTo>
                      <a:pt x="344" y="0"/>
                    </a:lnTo>
                    <a:lnTo>
                      <a:pt x="346" y="0"/>
                    </a:lnTo>
                    <a:lnTo>
                      <a:pt x="347" y="0"/>
                    </a:lnTo>
                    <a:lnTo>
                      <a:pt x="349" y="0"/>
                    </a:lnTo>
                    <a:lnTo>
                      <a:pt x="350" y="0"/>
                    </a:lnTo>
                    <a:lnTo>
                      <a:pt x="351" y="0"/>
                    </a:lnTo>
                    <a:lnTo>
                      <a:pt x="353" y="0"/>
                    </a:lnTo>
                    <a:lnTo>
                      <a:pt x="354" y="0"/>
                    </a:lnTo>
                    <a:lnTo>
                      <a:pt x="355" y="0"/>
                    </a:lnTo>
                    <a:lnTo>
                      <a:pt x="357" y="0"/>
                    </a:lnTo>
                    <a:lnTo>
                      <a:pt x="358" y="0"/>
                    </a:lnTo>
                    <a:lnTo>
                      <a:pt x="359" y="0"/>
                    </a:lnTo>
                    <a:lnTo>
                      <a:pt x="361" y="0"/>
                    </a:lnTo>
                    <a:lnTo>
                      <a:pt x="362" y="0"/>
                    </a:lnTo>
                    <a:lnTo>
                      <a:pt x="363" y="0"/>
                    </a:lnTo>
                    <a:lnTo>
                      <a:pt x="365" y="0"/>
                    </a:lnTo>
                    <a:lnTo>
                      <a:pt x="366" y="0"/>
                    </a:lnTo>
                    <a:lnTo>
                      <a:pt x="368" y="0"/>
                    </a:lnTo>
                    <a:lnTo>
                      <a:pt x="369" y="0"/>
                    </a:lnTo>
                    <a:lnTo>
                      <a:pt x="370" y="0"/>
                    </a:lnTo>
                    <a:lnTo>
                      <a:pt x="372" y="0"/>
                    </a:lnTo>
                    <a:lnTo>
                      <a:pt x="373" y="0"/>
                    </a:lnTo>
                    <a:lnTo>
                      <a:pt x="374" y="0"/>
                    </a:lnTo>
                    <a:lnTo>
                      <a:pt x="376" y="0"/>
                    </a:lnTo>
                    <a:lnTo>
                      <a:pt x="377" y="0"/>
                    </a:lnTo>
                    <a:lnTo>
                      <a:pt x="378" y="0"/>
                    </a:lnTo>
                    <a:lnTo>
                      <a:pt x="380" y="0"/>
                    </a:lnTo>
                    <a:lnTo>
                      <a:pt x="381" y="0"/>
                    </a:lnTo>
                    <a:lnTo>
                      <a:pt x="383" y="0"/>
                    </a:lnTo>
                    <a:lnTo>
                      <a:pt x="384" y="0"/>
                    </a:lnTo>
                    <a:lnTo>
                      <a:pt x="385" y="0"/>
                    </a:lnTo>
                    <a:lnTo>
                      <a:pt x="387" y="0"/>
                    </a:lnTo>
                    <a:lnTo>
                      <a:pt x="388" y="0"/>
                    </a:lnTo>
                    <a:lnTo>
                      <a:pt x="389" y="0"/>
                    </a:lnTo>
                    <a:lnTo>
                      <a:pt x="391" y="0"/>
                    </a:lnTo>
                    <a:lnTo>
                      <a:pt x="392" y="0"/>
                    </a:lnTo>
                    <a:lnTo>
                      <a:pt x="393" y="0"/>
                    </a:lnTo>
                    <a:lnTo>
                      <a:pt x="395" y="0"/>
                    </a:lnTo>
                    <a:lnTo>
                      <a:pt x="396" y="0"/>
                    </a:lnTo>
                    <a:lnTo>
                      <a:pt x="397" y="0"/>
                    </a:lnTo>
                    <a:lnTo>
                      <a:pt x="399" y="0"/>
                    </a:lnTo>
                    <a:lnTo>
                      <a:pt x="400" y="0"/>
                    </a:lnTo>
                    <a:lnTo>
                      <a:pt x="402" y="0"/>
                    </a:lnTo>
                    <a:lnTo>
                      <a:pt x="403" y="0"/>
                    </a:lnTo>
                    <a:lnTo>
                      <a:pt x="404" y="0"/>
                    </a:lnTo>
                    <a:lnTo>
                      <a:pt x="406" y="0"/>
                    </a:lnTo>
                    <a:lnTo>
                      <a:pt x="407" y="0"/>
                    </a:lnTo>
                    <a:lnTo>
                      <a:pt x="408" y="0"/>
                    </a:lnTo>
                    <a:lnTo>
                      <a:pt x="410" y="0"/>
                    </a:lnTo>
                    <a:lnTo>
                      <a:pt x="411" y="0"/>
                    </a:lnTo>
                    <a:lnTo>
                      <a:pt x="412" y="0"/>
                    </a:lnTo>
                    <a:lnTo>
                      <a:pt x="414" y="0"/>
                    </a:lnTo>
                    <a:lnTo>
                      <a:pt x="415" y="0"/>
                    </a:lnTo>
                    <a:lnTo>
                      <a:pt x="417" y="0"/>
                    </a:lnTo>
                    <a:lnTo>
                      <a:pt x="418" y="0"/>
                    </a:lnTo>
                    <a:lnTo>
                      <a:pt x="419" y="0"/>
                    </a:lnTo>
                    <a:lnTo>
                      <a:pt x="421" y="0"/>
                    </a:lnTo>
                    <a:lnTo>
                      <a:pt x="422" y="0"/>
                    </a:lnTo>
                    <a:lnTo>
                      <a:pt x="423" y="0"/>
                    </a:lnTo>
                    <a:lnTo>
                      <a:pt x="425" y="0"/>
                    </a:lnTo>
                    <a:lnTo>
                      <a:pt x="426" y="0"/>
                    </a:lnTo>
                    <a:lnTo>
                      <a:pt x="427" y="0"/>
                    </a:lnTo>
                    <a:lnTo>
                      <a:pt x="429" y="0"/>
                    </a:lnTo>
                    <a:lnTo>
                      <a:pt x="430" y="0"/>
                    </a:lnTo>
                    <a:lnTo>
                      <a:pt x="431" y="0"/>
                    </a:lnTo>
                    <a:lnTo>
                      <a:pt x="433" y="0"/>
                    </a:lnTo>
                    <a:lnTo>
                      <a:pt x="434" y="0"/>
                    </a:lnTo>
                    <a:lnTo>
                      <a:pt x="436" y="0"/>
                    </a:lnTo>
                    <a:lnTo>
                      <a:pt x="437" y="0"/>
                    </a:lnTo>
                    <a:lnTo>
                      <a:pt x="438" y="0"/>
                    </a:lnTo>
                    <a:lnTo>
                      <a:pt x="440" y="0"/>
                    </a:lnTo>
                    <a:lnTo>
                      <a:pt x="441" y="0"/>
                    </a:lnTo>
                    <a:lnTo>
                      <a:pt x="442" y="0"/>
                    </a:lnTo>
                    <a:lnTo>
                      <a:pt x="444" y="0"/>
                    </a:lnTo>
                    <a:lnTo>
                      <a:pt x="445" y="0"/>
                    </a:lnTo>
                    <a:lnTo>
                      <a:pt x="446" y="0"/>
                    </a:lnTo>
                    <a:lnTo>
                      <a:pt x="448" y="0"/>
                    </a:lnTo>
                    <a:lnTo>
                      <a:pt x="449" y="0"/>
                    </a:lnTo>
                    <a:lnTo>
                      <a:pt x="451" y="0"/>
                    </a:lnTo>
                    <a:lnTo>
                      <a:pt x="452" y="0"/>
                    </a:lnTo>
                    <a:lnTo>
                      <a:pt x="453" y="0"/>
                    </a:lnTo>
                    <a:lnTo>
                      <a:pt x="455" y="0"/>
                    </a:lnTo>
                    <a:lnTo>
                      <a:pt x="456" y="0"/>
                    </a:lnTo>
                    <a:lnTo>
                      <a:pt x="457" y="0"/>
                    </a:lnTo>
                    <a:lnTo>
                      <a:pt x="459" y="0"/>
                    </a:lnTo>
                    <a:lnTo>
                      <a:pt x="460" y="0"/>
                    </a:lnTo>
                    <a:lnTo>
                      <a:pt x="461" y="0"/>
                    </a:lnTo>
                    <a:lnTo>
                      <a:pt x="463" y="0"/>
                    </a:lnTo>
                    <a:lnTo>
                      <a:pt x="464" y="0"/>
                    </a:lnTo>
                    <a:lnTo>
                      <a:pt x="465" y="0"/>
                    </a:lnTo>
                    <a:lnTo>
                      <a:pt x="467" y="0"/>
                    </a:lnTo>
                    <a:lnTo>
                      <a:pt x="468" y="0"/>
                    </a:lnTo>
                    <a:lnTo>
                      <a:pt x="470" y="0"/>
                    </a:lnTo>
                    <a:lnTo>
                      <a:pt x="471" y="0"/>
                    </a:lnTo>
                    <a:lnTo>
                      <a:pt x="472" y="0"/>
                    </a:lnTo>
                    <a:lnTo>
                      <a:pt x="474" y="0"/>
                    </a:lnTo>
                    <a:lnTo>
                      <a:pt x="475" y="0"/>
                    </a:lnTo>
                    <a:lnTo>
                      <a:pt x="476" y="0"/>
                    </a:lnTo>
                    <a:lnTo>
                      <a:pt x="478" y="0"/>
                    </a:lnTo>
                    <a:lnTo>
                      <a:pt x="479" y="0"/>
                    </a:lnTo>
                    <a:lnTo>
                      <a:pt x="480" y="0"/>
                    </a:lnTo>
                    <a:lnTo>
                      <a:pt x="482" y="0"/>
                    </a:lnTo>
                    <a:lnTo>
                      <a:pt x="483" y="0"/>
                    </a:lnTo>
                    <a:lnTo>
                      <a:pt x="485" y="0"/>
                    </a:lnTo>
                    <a:lnTo>
                      <a:pt x="486" y="0"/>
                    </a:lnTo>
                    <a:lnTo>
                      <a:pt x="487" y="0"/>
                    </a:lnTo>
                    <a:lnTo>
                      <a:pt x="489" y="0"/>
                    </a:lnTo>
                    <a:lnTo>
                      <a:pt x="490" y="0"/>
                    </a:lnTo>
                    <a:lnTo>
                      <a:pt x="491" y="0"/>
                    </a:lnTo>
                    <a:lnTo>
                      <a:pt x="493" y="0"/>
                    </a:lnTo>
                    <a:lnTo>
                      <a:pt x="494" y="0"/>
                    </a:lnTo>
                    <a:lnTo>
                      <a:pt x="495" y="0"/>
                    </a:lnTo>
                    <a:lnTo>
                      <a:pt x="497" y="0"/>
                    </a:lnTo>
                    <a:lnTo>
                      <a:pt x="498" y="0"/>
                    </a:lnTo>
                    <a:lnTo>
                      <a:pt x="499" y="0"/>
                    </a:lnTo>
                    <a:lnTo>
                      <a:pt x="501" y="0"/>
                    </a:lnTo>
                    <a:lnTo>
                      <a:pt x="502" y="0"/>
                    </a:lnTo>
                    <a:lnTo>
                      <a:pt x="504" y="0"/>
                    </a:lnTo>
                    <a:lnTo>
                      <a:pt x="505" y="0"/>
                    </a:lnTo>
                    <a:lnTo>
                      <a:pt x="506" y="0"/>
                    </a:lnTo>
                    <a:lnTo>
                      <a:pt x="508" y="0"/>
                    </a:lnTo>
                    <a:lnTo>
                      <a:pt x="509" y="0"/>
                    </a:lnTo>
                    <a:lnTo>
                      <a:pt x="510" y="0"/>
                    </a:lnTo>
                    <a:lnTo>
                      <a:pt x="512" y="0"/>
                    </a:lnTo>
                    <a:lnTo>
                      <a:pt x="513" y="0"/>
                    </a:lnTo>
                    <a:lnTo>
                      <a:pt x="514" y="0"/>
                    </a:lnTo>
                    <a:lnTo>
                      <a:pt x="516" y="0"/>
                    </a:lnTo>
                    <a:lnTo>
                      <a:pt x="517" y="0"/>
                    </a:lnTo>
                    <a:lnTo>
                      <a:pt x="519" y="0"/>
                    </a:lnTo>
                    <a:lnTo>
                      <a:pt x="520" y="0"/>
                    </a:lnTo>
                    <a:lnTo>
                      <a:pt x="521" y="0"/>
                    </a:lnTo>
                    <a:lnTo>
                      <a:pt x="523" y="0"/>
                    </a:lnTo>
                    <a:lnTo>
                      <a:pt x="524" y="0"/>
                    </a:lnTo>
                    <a:lnTo>
                      <a:pt x="525" y="0"/>
                    </a:lnTo>
                    <a:lnTo>
                      <a:pt x="527" y="0"/>
                    </a:lnTo>
                    <a:lnTo>
                      <a:pt x="528" y="0"/>
                    </a:lnTo>
                    <a:lnTo>
                      <a:pt x="529" y="0"/>
                    </a:lnTo>
                    <a:lnTo>
                      <a:pt x="531" y="0"/>
                    </a:lnTo>
                    <a:lnTo>
                      <a:pt x="532" y="0"/>
                    </a:lnTo>
                    <a:lnTo>
                      <a:pt x="533" y="0"/>
                    </a:lnTo>
                    <a:lnTo>
                      <a:pt x="535" y="0"/>
                    </a:lnTo>
                    <a:lnTo>
                      <a:pt x="536" y="0"/>
                    </a:lnTo>
                    <a:lnTo>
                      <a:pt x="538" y="0"/>
                    </a:lnTo>
                    <a:lnTo>
                      <a:pt x="539" y="0"/>
                    </a:lnTo>
                    <a:lnTo>
                      <a:pt x="540" y="0"/>
                    </a:lnTo>
                    <a:lnTo>
                      <a:pt x="542" y="0"/>
                    </a:lnTo>
                    <a:lnTo>
                      <a:pt x="543" y="0"/>
                    </a:lnTo>
                    <a:lnTo>
                      <a:pt x="544" y="0"/>
                    </a:lnTo>
                    <a:lnTo>
                      <a:pt x="546" y="0"/>
                    </a:lnTo>
                    <a:lnTo>
                      <a:pt x="547" y="0"/>
                    </a:lnTo>
                    <a:lnTo>
                      <a:pt x="548" y="0"/>
                    </a:lnTo>
                    <a:lnTo>
                      <a:pt x="550" y="0"/>
                    </a:lnTo>
                    <a:lnTo>
                      <a:pt x="551" y="0"/>
                    </a:lnTo>
                    <a:lnTo>
                      <a:pt x="553" y="0"/>
                    </a:lnTo>
                    <a:lnTo>
                      <a:pt x="554" y="0"/>
                    </a:lnTo>
                    <a:lnTo>
                      <a:pt x="555" y="0"/>
                    </a:lnTo>
                    <a:lnTo>
                      <a:pt x="557" y="0"/>
                    </a:lnTo>
                    <a:lnTo>
                      <a:pt x="558" y="0"/>
                    </a:lnTo>
                    <a:lnTo>
                      <a:pt x="559" y="0"/>
                    </a:lnTo>
                    <a:lnTo>
                      <a:pt x="561" y="0"/>
                    </a:lnTo>
                    <a:lnTo>
                      <a:pt x="562" y="0"/>
                    </a:lnTo>
                    <a:lnTo>
                      <a:pt x="563" y="0"/>
                    </a:lnTo>
                    <a:lnTo>
                      <a:pt x="565" y="0"/>
                    </a:lnTo>
                    <a:lnTo>
                      <a:pt x="566" y="0"/>
                    </a:lnTo>
                    <a:lnTo>
                      <a:pt x="567" y="0"/>
                    </a:lnTo>
                    <a:lnTo>
                      <a:pt x="569" y="0"/>
                    </a:lnTo>
                    <a:lnTo>
                      <a:pt x="570" y="0"/>
                    </a:lnTo>
                    <a:lnTo>
                      <a:pt x="572" y="0"/>
                    </a:lnTo>
                    <a:lnTo>
                      <a:pt x="573" y="0"/>
                    </a:lnTo>
                    <a:lnTo>
                      <a:pt x="574" y="0"/>
                    </a:lnTo>
                    <a:lnTo>
                      <a:pt x="576" y="0"/>
                    </a:lnTo>
                    <a:lnTo>
                      <a:pt x="577" y="0"/>
                    </a:lnTo>
                    <a:lnTo>
                      <a:pt x="578" y="0"/>
                    </a:lnTo>
                    <a:lnTo>
                      <a:pt x="580" y="0"/>
                    </a:lnTo>
                    <a:lnTo>
                      <a:pt x="581" y="0"/>
                    </a:lnTo>
                    <a:lnTo>
                      <a:pt x="582" y="0"/>
                    </a:lnTo>
                    <a:lnTo>
                      <a:pt x="584" y="0"/>
                    </a:lnTo>
                    <a:lnTo>
                      <a:pt x="585" y="0"/>
                    </a:lnTo>
                    <a:lnTo>
                      <a:pt x="587" y="0"/>
                    </a:lnTo>
                    <a:lnTo>
                      <a:pt x="588" y="0"/>
                    </a:lnTo>
                    <a:lnTo>
                      <a:pt x="589" y="0"/>
                    </a:lnTo>
                    <a:lnTo>
                      <a:pt x="591" y="0"/>
                    </a:lnTo>
                    <a:lnTo>
                      <a:pt x="592" y="0"/>
                    </a:lnTo>
                    <a:lnTo>
                      <a:pt x="593" y="0"/>
                    </a:lnTo>
                    <a:lnTo>
                      <a:pt x="595" y="0"/>
                    </a:lnTo>
                    <a:lnTo>
                      <a:pt x="596" y="0"/>
                    </a:lnTo>
                    <a:lnTo>
                      <a:pt x="597" y="0"/>
                    </a:lnTo>
                    <a:lnTo>
                      <a:pt x="599" y="0"/>
                    </a:lnTo>
                    <a:lnTo>
                      <a:pt x="600" y="0"/>
                    </a:lnTo>
                    <a:lnTo>
                      <a:pt x="601" y="0"/>
                    </a:lnTo>
                    <a:lnTo>
                      <a:pt x="603" y="0"/>
                    </a:lnTo>
                    <a:lnTo>
                      <a:pt x="604" y="0"/>
                    </a:lnTo>
                    <a:lnTo>
                      <a:pt x="606" y="0"/>
                    </a:lnTo>
                    <a:lnTo>
                      <a:pt x="607" y="0"/>
                    </a:lnTo>
                    <a:lnTo>
                      <a:pt x="608" y="0"/>
                    </a:lnTo>
                    <a:lnTo>
                      <a:pt x="610" y="0"/>
                    </a:lnTo>
                    <a:lnTo>
                      <a:pt x="611" y="0"/>
                    </a:lnTo>
                    <a:lnTo>
                      <a:pt x="612" y="0"/>
                    </a:lnTo>
                    <a:lnTo>
                      <a:pt x="614" y="0"/>
                    </a:lnTo>
                    <a:lnTo>
                      <a:pt x="615" y="0"/>
                    </a:lnTo>
                    <a:lnTo>
                      <a:pt x="616" y="0"/>
                    </a:lnTo>
                    <a:lnTo>
                      <a:pt x="618" y="0"/>
                    </a:lnTo>
                    <a:lnTo>
                      <a:pt x="619" y="0"/>
                    </a:lnTo>
                    <a:lnTo>
                      <a:pt x="621" y="0"/>
                    </a:lnTo>
                    <a:lnTo>
                      <a:pt x="622" y="0"/>
                    </a:lnTo>
                    <a:lnTo>
                      <a:pt x="623" y="0"/>
                    </a:lnTo>
                    <a:lnTo>
                      <a:pt x="625" y="0"/>
                    </a:lnTo>
                    <a:lnTo>
                      <a:pt x="626" y="0"/>
                    </a:lnTo>
                    <a:lnTo>
                      <a:pt x="627" y="0"/>
                    </a:lnTo>
                    <a:lnTo>
                      <a:pt x="629" y="0"/>
                    </a:lnTo>
                    <a:lnTo>
                      <a:pt x="630" y="0"/>
                    </a:lnTo>
                    <a:lnTo>
                      <a:pt x="631" y="0"/>
                    </a:lnTo>
                    <a:lnTo>
                      <a:pt x="633" y="0"/>
                    </a:lnTo>
                    <a:lnTo>
                      <a:pt x="634" y="0"/>
                    </a:lnTo>
                    <a:lnTo>
                      <a:pt x="635" y="0"/>
                    </a:lnTo>
                    <a:lnTo>
                      <a:pt x="637" y="0"/>
                    </a:lnTo>
                    <a:lnTo>
                      <a:pt x="638" y="0"/>
                    </a:lnTo>
                    <a:lnTo>
                      <a:pt x="640" y="0"/>
                    </a:lnTo>
                    <a:lnTo>
                      <a:pt x="641" y="0"/>
                    </a:lnTo>
                    <a:lnTo>
                      <a:pt x="642" y="0"/>
                    </a:lnTo>
                    <a:lnTo>
                      <a:pt x="644" y="0"/>
                    </a:lnTo>
                    <a:lnTo>
                      <a:pt x="645" y="0"/>
                    </a:lnTo>
                    <a:lnTo>
                      <a:pt x="646" y="0"/>
                    </a:lnTo>
                    <a:lnTo>
                      <a:pt x="648" y="0"/>
                    </a:lnTo>
                    <a:lnTo>
                      <a:pt x="649" y="0"/>
                    </a:lnTo>
                    <a:lnTo>
                      <a:pt x="650" y="0"/>
                    </a:lnTo>
                    <a:lnTo>
                      <a:pt x="652" y="0"/>
                    </a:lnTo>
                    <a:lnTo>
                      <a:pt x="653" y="0"/>
                    </a:lnTo>
                    <a:lnTo>
                      <a:pt x="655" y="0"/>
                    </a:lnTo>
                    <a:lnTo>
                      <a:pt x="656" y="0"/>
                    </a:lnTo>
                    <a:lnTo>
                      <a:pt x="657" y="0"/>
                    </a:lnTo>
                    <a:lnTo>
                      <a:pt x="659" y="0"/>
                    </a:lnTo>
                    <a:lnTo>
                      <a:pt x="660" y="0"/>
                    </a:lnTo>
                    <a:lnTo>
                      <a:pt x="661" y="0"/>
                    </a:lnTo>
                    <a:lnTo>
                      <a:pt x="663" y="0"/>
                    </a:lnTo>
                    <a:lnTo>
                      <a:pt x="664" y="0"/>
                    </a:lnTo>
                    <a:lnTo>
                      <a:pt x="665" y="0"/>
                    </a:lnTo>
                    <a:lnTo>
                      <a:pt x="667" y="0"/>
                    </a:lnTo>
                    <a:lnTo>
                      <a:pt x="668" y="0"/>
                    </a:lnTo>
                    <a:lnTo>
                      <a:pt x="669" y="0"/>
                    </a:lnTo>
                    <a:lnTo>
                      <a:pt x="671" y="0"/>
                    </a:lnTo>
                    <a:lnTo>
                      <a:pt x="672" y="0"/>
                    </a:lnTo>
                    <a:lnTo>
                      <a:pt x="674" y="0"/>
                    </a:lnTo>
                    <a:lnTo>
                      <a:pt x="675" y="0"/>
                    </a:lnTo>
                    <a:lnTo>
                      <a:pt x="676" y="0"/>
                    </a:lnTo>
                    <a:lnTo>
                      <a:pt x="678" y="0"/>
                    </a:lnTo>
                    <a:lnTo>
                      <a:pt x="679" y="0"/>
                    </a:lnTo>
                    <a:lnTo>
                      <a:pt x="680" y="0"/>
                    </a:lnTo>
                    <a:lnTo>
                      <a:pt x="682" y="0"/>
                    </a:lnTo>
                    <a:lnTo>
                      <a:pt x="683" y="0"/>
                    </a:lnTo>
                    <a:lnTo>
                      <a:pt x="684" y="0"/>
                    </a:lnTo>
                    <a:lnTo>
                      <a:pt x="686" y="0"/>
                    </a:lnTo>
                    <a:lnTo>
                      <a:pt x="687" y="0"/>
                    </a:lnTo>
                    <a:lnTo>
                      <a:pt x="689" y="0"/>
                    </a:lnTo>
                    <a:lnTo>
                      <a:pt x="690" y="0"/>
                    </a:lnTo>
                    <a:lnTo>
                      <a:pt x="691" y="0"/>
                    </a:lnTo>
                    <a:lnTo>
                      <a:pt x="693" y="0"/>
                    </a:lnTo>
                    <a:lnTo>
                      <a:pt x="694" y="0"/>
                    </a:lnTo>
                    <a:lnTo>
                      <a:pt x="695" y="0"/>
                    </a:lnTo>
                    <a:lnTo>
                      <a:pt x="697" y="0"/>
                    </a:lnTo>
                    <a:lnTo>
                      <a:pt x="698" y="0"/>
                    </a:lnTo>
                    <a:lnTo>
                      <a:pt x="699" y="0"/>
                    </a:lnTo>
                    <a:lnTo>
                      <a:pt x="701" y="0"/>
                    </a:lnTo>
                    <a:lnTo>
                      <a:pt x="702" y="0"/>
                    </a:lnTo>
                    <a:lnTo>
                      <a:pt x="703" y="0"/>
                    </a:lnTo>
                    <a:lnTo>
                      <a:pt x="705" y="0"/>
                    </a:lnTo>
                    <a:lnTo>
                      <a:pt x="706" y="0"/>
                    </a:lnTo>
                    <a:lnTo>
                      <a:pt x="708" y="0"/>
                    </a:lnTo>
                    <a:lnTo>
                      <a:pt x="709" y="0"/>
                    </a:lnTo>
                    <a:lnTo>
                      <a:pt x="710" y="0"/>
                    </a:lnTo>
                    <a:lnTo>
                      <a:pt x="712" y="0"/>
                    </a:lnTo>
                    <a:lnTo>
                      <a:pt x="713" y="0"/>
                    </a:lnTo>
                    <a:lnTo>
                      <a:pt x="714" y="0"/>
                    </a:lnTo>
                    <a:lnTo>
                      <a:pt x="716" y="0"/>
                    </a:lnTo>
                    <a:lnTo>
                      <a:pt x="717" y="0"/>
                    </a:lnTo>
                    <a:lnTo>
                      <a:pt x="718" y="0"/>
                    </a:lnTo>
                    <a:lnTo>
                      <a:pt x="720" y="0"/>
                    </a:lnTo>
                    <a:lnTo>
                      <a:pt x="721" y="0"/>
                    </a:lnTo>
                    <a:lnTo>
                      <a:pt x="723" y="0"/>
                    </a:lnTo>
                    <a:lnTo>
                      <a:pt x="724" y="0"/>
                    </a:lnTo>
                    <a:lnTo>
                      <a:pt x="725" y="0"/>
                    </a:lnTo>
                    <a:lnTo>
                      <a:pt x="727" y="0"/>
                    </a:lnTo>
                    <a:lnTo>
                      <a:pt x="728" y="0"/>
                    </a:lnTo>
                    <a:lnTo>
                      <a:pt x="729" y="0"/>
                    </a:lnTo>
                    <a:lnTo>
                      <a:pt x="731" y="0"/>
                    </a:lnTo>
                    <a:lnTo>
                      <a:pt x="732" y="0"/>
                    </a:lnTo>
                    <a:lnTo>
                      <a:pt x="733" y="0"/>
                    </a:lnTo>
                    <a:lnTo>
                      <a:pt x="735" y="0"/>
                    </a:lnTo>
                    <a:lnTo>
                      <a:pt x="736" y="0"/>
                    </a:lnTo>
                    <a:lnTo>
                      <a:pt x="737" y="0"/>
                    </a:lnTo>
                    <a:lnTo>
                      <a:pt x="739" y="0"/>
                    </a:lnTo>
                    <a:lnTo>
                      <a:pt x="740" y="0"/>
                    </a:lnTo>
                    <a:lnTo>
                      <a:pt x="742" y="0"/>
                    </a:lnTo>
                    <a:lnTo>
                      <a:pt x="743" y="0"/>
                    </a:lnTo>
                    <a:lnTo>
                      <a:pt x="744" y="0"/>
                    </a:lnTo>
                    <a:lnTo>
                      <a:pt x="746" y="0"/>
                    </a:lnTo>
                    <a:lnTo>
                      <a:pt x="747" y="0"/>
                    </a:lnTo>
                    <a:lnTo>
                      <a:pt x="748" y="0"/>
                    </a:lnTo>
                    <a:lnTo>
                      <a:pt x="750" y="0"/>
                    </a:lnTo>
                    <a:lnTo>
                      <a:pt x="751" y="0"/>
                    </a:lnTo>
                    <a:lnTo>
                      <a:pt x="752" y="0"/>
                    </a:lnTo>
                    <a:lnTo>
                      <a:pt x="754" y="0"/>
                    </a:lnTo>
                    <a:lnTo>
                      <a:pt x="755" y="0"/>
                    </a:lnTo>
                    <a:lnTo>
                      <a:pt x="757" y="0"/>
                    </a:lnTo>
                    <a:lnTo>
                      <a:pt x="758" y="0"/>
                    </a:lnTo>
                    <a:lnTo>
                      <a:pt x="759" y="0"/>
                    </a:lnTo>
                    <a:lnTo>
                      <a:pt x="761" y="0"/>
                    </a:lnTo>
                    <a:lnTo>
                      <a:pt x="762" y="0"/>
                    </a:lnTo>
                    <a:lnTo>
                      <a:pt x="763" y="0"/>
                    </a:lnTo>
                    <a:lnTo>
                      <a:pt x="765" y="0"/>
                    </a:lnTo>
                    <a:lnTo>
                      <a:pt x="766" y="0"/>
                    </a:lnTo>
                    <a:lnTo>
                      <a:pt x="767" y="0"/>
                    </a:lnTo>
                    <a:lnTo>
                      <a:pt x="769" y="0"/>
                    </a:lnTo>
                    <a:lnTo>
                      <a:pt x="770" y="0"/>
                    </a:lnTo>
                    <a:lnTo>
                      <a:pt x="771" y="0"/>
                    </a:lnTo>
                    <a:lnTo>
                      <a:pt x="773" y="0"/>
                    </a:lnTo>
                    <a:lnTo>
                      <a:pt x="774" y="0"/>
                    </a:lnTo>
                    <a:lnTo>
                      <a:pt x="776" y="0"/>
                    </a:lnTo>
                    <a:lnTo>
                      <a:pt x="777" y="0"/>
                    </a:lnTo>
                    <a:lnTo>
                      <a:pt x="778" y="0"/>
                    </a:lnTo>
                    <a:lnTo>
                      <a:pt x="780" y="0"/>
                    </a:lnTo>
                    <a:lnTo>
                      <a:pt x="781" y="0"/>
                    </a:lnTo>
                    <a:lnTo>
                      <a:pt x="782" y="0"/>
                    </a:lnTo>
                    <a:lnTo>
                      <a:pt x="784" y="0"/>
                    </a:lnTo>
                    <a:lnTo>
                      <a:pt x="785" y="0"/>
                    </a:lnTo>
                    <a:lnTo>
                      <a:pt x="786" y="0"/>
                    </a:lnTo>
                    <a:lnTo>
                      <a:pt x="788" y="0"/>
                    </a:lnTo>
                    <a:lnTo>
                      <a:pt x="789" y="0"/>
                    </a:lnTo>
                    <a:lnTo>
                      <a:pt x="791" y="0"/>
                    </a:lnTo>
                    <a:lnTo>
                      <a:pt x="792" y="0"/>
                    </a:lnTo>
                    <a:lnTo>
                      <a:pt x="793" y="0"/>
                    </a:lnTo>
                    <a:lnTo>
                      <a:pt x="795" y="0"/>
                    </a:lnTo>
                    <a:lnTo>
                      <a:pt x="796" y="0"/>
                    </a:lnTo>
                    <a:lnTo>
                      <a:pt x="797" y="0"/>
                    </a:lnTo>
                    <a:lnTo>
                      <a:pt x="799" y="0"/>
                    </a:lnTo>
                    <a:lnTo>
                      <a:pt x="800" y="0"/>
                    </a:lnTo>
                    <a:lnTo>
                      <a:pt x="801" y="0"/>
                    </a:lnTo>
                    <a:lnTo>
                      <a:pt x="803" y="0"/>
                    </a:lnTo>
                    <a:lnTo>
                      <a:pt x="804" y="0"/>
                    </a:lnTo>
                    <a:lnTo>
                      <a:pt x="805" y="0"/>
                    </a:lnTo>
                    <a:lnTo>
                      <a:pt x="807" y="0"/>
                    </a:lnTo>
                    <a:lnTo>
                      <a:pt x="808" y="0"/>
                    </a:lnTo>
                    <a:lnTo>
                      <a:pt x="810" y="0"/>
                    </a:lnTo>
                    <a:lnTo>
                      <a:pt x="811" y="0"/>
                    </a:lnTo>
                    <a:lnTo>
                      <a:pt x="812" y="0"/>
                    </a:lnTo>
                    <a:lnTo>
                      <a:pt x="814" y="0"/>
                    </a:lnTo>
                    <a:lnTo>
                      <a:pt x="815" y="0"/>
                    </a:lnTo>
                    <a:lnTo>
                      <a:pt x="816" y="0"/>
                    </a:lnTo>
                    <a:lnTo>
                      <a:pt x="818" y="0"/>
                    </a:lnTo>
                    <a:lnTo>
                      <a:pt x="819" y="0"/>
                    </a:lnTo>
                    <a:lnTo>
                      <a:pt x="820" y="0"/>
                    </a:lnTo>
                    <a:lnTo>
                      <a:pt x="822" y="0"/>
                    </a:lnTo>
                    <a:lnTo>
                      <a:pt x="823" y="0"/>
                    </a:lnTo>
                    <a:lnTo>
                      <a:pt x="825" y="0"/>
                    </a:lnTo>
                    <a:lnTo>
                      <a:pt x="826" y="0"/>
                    </a:lnTo>
                    <a:lnTo>
                      <a:pt x="827" y="0"/>
                    </a:lnTo>
                    <a:lnTo>
                      <a:pt x="829" y="0"/>
                    </a:lnTo>
                    <a:lnTo>
                      <a:pt x="830" y="0"/>
                    </a:lnTo>
                    <a:lnTo>
                      <a:pt x="831" y="0"/>
                    </a:lnTo>
                    <a:lnTo>
                      <a:pt x="833" y="0"/>
                    </a:lnTo>
                    <a:lnTo>
                      <a:pt x="834" y="0"/>
                    </a:lnTo>
                    <a:lnTo>
                      <a:pt x="835" y="0"/>
                    </a:lnTo>
                    <a:lnTo>
                      <a:pt x="837" y="0"/>
                    </a:lnTo>
                    <a:lnTo>
                      <a:pt x="838" y="0"/>
                    </a:lnTo>
                    <a:lnTo>
                      <a:pt x="839" y="0"/>
                    </a:lnTo>
                    <a:lnTo>
                      <a:pt x="841" y="0"/>
                    </a:lnTo>
                    <a:lnTo>
                      <a:pt x="842" y="0"/>
                    </a:lnTo>
                    <a:lnTo>
                      <a:pt x="844" y="0"/>
                    </a:lnTo>
                    <a:lnTo>
                      <a:pt x="845" y="0"/>
                    </a:lnTo>
                    <a:lnTo>
                      <a:pt x="846" y="0"/>
                    </a:lnTo>
                    <a:lnTo>
                      <a:pt x="848" y="0"/>
                    </a:lnTo>
                    <a:lnTo>
                      <a:pt x="849" y="0"/>
                    </a:lnTo>
                    <a:lnTo>
                      <a:pt x="850" y="0"/>
                    </a:lnTo>
                    <a:lnTo>
                      <a:pt x="852" y="0"/>
                    </a:lnTo>
                    <a:lnTo>
                      <a:pt x="853" y="0"/>
                    </a:lnTo>
                    <a:lnTo>
                      <a:pt x="854" y="0"/>
                    </a:lnTo>
                    <a:lnTo>
                      <a:pt x="856" y="0"/>
                    </a:lnTo>
                    <a:lnTo>
                      <a:pt x="857" y="0"/>
                    </a:lnTo>
                    <a:lnTo>
                      <a:pt x="859" y="0"/>
                    </a:lnTo>
                    <a:lnTo>
                      <a:pt x="860" y="0"/>
                    </a:lnTo>
                    <a:lnTo>
                      <a:pt x="861" y="0"/>
                    </a:lnTo>
                    <a:lnTo>
                      <a:pt x="863" y="0"/>
                    </a:lnTo>
                    <a:lnTo>
                      <a:pt x="864" y="0"/>
                    </a:lnTo>
                    <a:lnTo>
                      <a:pt x="865" y="0"/>
                    </a:lnTo>
                    <a:lnTo>
                      <a:pt x="867" y="0"/>
                    </a:lnTo>
                    <a:lnTo>
                      <a:pt x="868" y="0"/>
                    </a:lnTo>
                    <a:lnTo>
                      <a:pt x="869" y="0"/>
                    </a:lnTo>
                    <a:lnTo>
                      <a:pt x="871" y="0"/>
                    </a:lnTo>
                    <a:lnTo>
                      <a:pt x="872" y="0"/>
                    </a:lnTo>
                    <a:lnTo>
                      <a:pt x="873" y="0"/>
                    </a:lnTo>
                    <a:lnTo>
                      <a:pt x="875" y="0"/>
                    </a:lnTo>
                    <a:lnTo>
                      <a:pt x="876" y="0"/>
                    </a:lnTo>
                    <a:lnTo>
                      <a:pt x="878" y="0"/>
                    </a:lnTo>
                    <a:lnTo>
                      <a:pt x="879" y="0"/>
                    </a:lnTo>
                    <a:lnTo>
                      <a:pt x="880" y="0"/>
                    </a:lnTo>
                    <a:lnTo>
                      <a:pt x="882" y="0"/>
                    </a:lnTo>
                    <a:lnTo>
                      <a:pt x="883" y="0"/>
                    </a:lnTo>
                    <a:lnTo>
                      <a:pt x="884" y="0"/>
                    </a:lnTo>
                    <a:lnTo>
                      <a:pt x="886" y="0"/>
                    </a:lnTo>
                    <a:lnTo>
                      <a:pt x="887" y="0"/>
                    </a:lnTo>
                    <a:lnTo>
                      <a:pt x="888" y="0"/>
                    </a:lnTo>
                    <a:lnTo>
                      <a:pt x="890" y="0"/>
                    </a:lnTo>
                    <a:lnTo>
                      <a:pt x="891" y="0"/>
                    </a:lnTo>
                    <a:lnTo>
                      <a:pt x="893" y="0"/>
                    </a:lnTo>
                    <a:lnTo>
                      <a:pt x="894" y="0"/>
                    </a:lnTo>
                    <a:lnTo>
                      <a:pt x="895" y="0"/>
                    </a:lnTo>
                    <a:lnTo>
                      <a:pt x="897" y="0"/>
                    </a:lnTo>
                    <a:lnTo>
                      <a:pt x="898" y="0"/>
                    </a:lnTo>
                    <a:lnTo>
                      <a:pt x="899" y="0"/>
                    </a:lnTo>
                    <a:lnTo>
                      <a:pt x="901" y="0"/>
                    </a:lnTo>
                    <a:lnTo>
                      <a:pt x="902" y="0"/>
                    </a:lnTo>
                    <a:lnTo>
                      <a:pt x="903" y="0"/>
                    </a:lnTo>
                    <a:lnTo>
                      <a:pt x="905" y="0"/>
                    </a:lnTo>
                    <a:lnTo>
                      <a:pt x="906" y="0"/>
                    </a:lnTo>
                    <a:lnTo>
                      <a:pt x="907" y="0"/>
                    </a:lnTo>
                    <a:lnTo>
                      <a:pt x="909" y="0"/>
                    </a:lnTo>
                    <a:lnTo>
                      <a:pt x="910" y="0"/>
                    </a:lnTo>
                    <a:lnTo>
                      <a:pt x="912" y="0"/>
                    </a:lnTo>
                    <a:lnTo>
                      <a:pt x="913" y="0"/>
                    </a:lnTo>
                    <a:lnTo>
                      <a:pt x="914" y="0"/>
                    </a:lnTo>
                    <a:lnTo>
                      <a:pt x="916" y="0"/>
                    </a:lnTo>
                    <a:lnTo>
                      <a:pt x="917" y="0"/>
                    </a:lnTo>
                    <a:lnTo>
                      <a:pt x="918" y="0"/>
                    </a:lnTo>
                    <a:lnTo>
                      <a:pt x="920" y="0"/>
                    </a:lnTo>
                    <a:lnTo>
                      <a:pt x="921" y="0"/>
                    </a:lnTo>
                    <a:lnTo>
                      <a:pt x="922" y="0"/>
                    </a:lnTo>
                    <a:lnTo>
                      <a:pt x="924" y="0"/>
                    </a:lnTo>
                    <a:lnTo>
                      <a:pt x="925" y="0"/>
                    </a:lnTo>
                    <a:lnTo>
                      <a:pt x="927" y="0"/>
                    </a:lnTo>
                    <a:lnTo>
                      <a:pt x="928" y="0"/>
                    </a:lnTo>
                    <a:lnTo>
                      <a:pt x="929" y="0"/>
                    </a:lnTo>
                    <a:lnTo>
                      <a:pt x="931" y="0"/>
                    </a:lnTo>
                    <a:lnTo>
                      <a:pt x="932" y="0"/>
                    </a:lnTo>
                    <a:lnTo>
                      <a:pt x="933" y="0"/>
                    </a:lnTo>
                    <a:lnTo>
                      <a:pt x="935" y="0"/>
                    </a:lnTo>
                    <a:lnTo>
                      <a:pt x="936" y="0"/>
                    </a:lnTo>
                    <a:lnTo>
                      <a:pt x="937" y="0"/>
                    </a:lnTo>
                    <a:lnTo>
                      <a:pt x="939" y="0"/>
                    </a:lnTo>
                    <a:lnTo>
                      <a:pt x="940" y="0"/>
                    </a:lnTo>
                    <a:lnTo>
                      <a:pt x="941" y="0"/>
                    </a:lnTo>
                    <a:lnTo>
                      <a:pt x="943" y="0"/>
                    </a:lnTo>
                    <a:lnTo>
                      <a:pt x="944" y="0"/>
                    </a:lnTo>
                    <a:lnTo>
                      <a:pt x="946" y="0"/>
                    </a:lnTo>
                    <a:lnTo>
                      <a:pt x="947" y="0"/>
                    </a:lnTo>
                    <a:lnTo>
                      <a:pt x="948" y="0"/>
                    </a:lnTo>
                    <a:lnTo>
                      <a:pt x="950" y="0"/>
                    </a:lnTo>
                    <a:lnTo>
                      <a:pt x="951" y="0"/>
                    </a:lnTo>
                    <a:lnTo>
                      <a:pt x="952" y="0"/>
                    </a:lnTo>
                    <a:lnTo>
                      <a:pt x="954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8" y="0"/>
                    </a:lnTo>
                    <a:lnTo>
                      <a:pt x="959" y="0"/>
                    </a:lnTo>
                    <a:lnTo>
                      <a:pt x="961" y="0"/>
                    </a:lnTo>
                    <a:lnTo>
                      <a:pt x="962" y="0"/>
                    </a:lnTo>
                    <a:lnTo>
                      <a:pt x="963" y="0"/>
                    </a:lnTo>
                    <a:lnTo>
                      <a:pt x="965" y="0"/>
                    </a:lnTo>
                    <a:lnTo>
                      <a:pt x="966" y="0"/>
                    </a:lnTo>
                    <a:lnTo>
                      <a:pt x="967" y="0"/>
                    </a:lnTo>
                    <a:lnTo>
                      <a:pt x="969" y="0"/>
                    </a:lnTo>
                    <a:lnTo>
                      <a:pt x="970" y="0"/>
                    </a:lnTo>
                    <a:lnTo>
                      <a:pt x="971" y="0"/>
                    </a:lnTo>
                    <a:lnTo>
                      <a:pt x="973" y="0"/>
                    </a:lnTo>
                    <a:lnTo>
                      <a:pt x="974" y="0"/>
                    </a:lnTo>
                    <a:lnTo>
                      <a:pt x="975" y="0"/>
                    </a:lnTo>
                    <a:lnTo>
                      <a:pt x="977" y="0"/>
                    </a:lnTo>
                    <a:lnTo>
                      <a:pt x="978" y="0"/>
                    </a:lnTo>
                    <a:lnTo>
                      <a:pt x="980" y="0"/>
                    </a:lnTo>
                    <a:lnTo>
                      <a:pt x="981" y="0"/>
                    </a:lnTo>
                    <a:lnTo>
                      <a:pt x="982" y="0"/>
                    </a:lnTo>
                    <a:lnTo>
                      <a:pt x="984" y="0"/>
                    </a:lnTo>
                    <a:lnTo>
                      <a:pt x="985" y="0"/>
                    </a:lnTo>
                    <a:lnTo>
                      <a:pt x="986" y="0"/>
                    </a:lnTo>
                    <a:lnTo>
                      <a:pt x="988" y="0"/>
                    </a:lnTo>
                    <a:lnTo>
                      <a:pt x="989" y="0"/>
                    </a:lnTo>
                    <a:lnTo>
                      <a:pt x="990" y="0"/>
                    </a:lnTo>
                    <a:lnTo>
                      <a:pt x="992" y="0"/>
                    </a:lnTo>
                    <a:lnTo>
                      <a:pt x="993" y="0"/>
                    </a:lnTo>
                    <a:lnTo>
                      <a:pt x="995" y="0"/>
                    </a:lnTo>
                    <a:lnTo>
                      <a:pt x="996" y="0"/>
                    </a:lnTo>
                    <a:lnTo>
                      <a:pt x="997" y="0"/>
                    </a:lnTo>
                    <a:lnTo>
                      <a:pt x="999" y="0"/>
                    </a:lnTo>
                    <a:lnTo>
                      <a:pt x="1000" y="0"/>
                    </a:lnTo>
                    <a:lnTo>
                      <a:pt x="1001" y="0"/>
                    </a:lnTo>
                    <a:lnTo>
                      <a:pt x="1003" y="0"/>
                    </a:lnTo>
                    <a:lnTo>
                      <a:pt x="1004" y="0"/>
                    </a:lnTo>
                    <a:lnTo>
                      <a:pt x="1005" y="0"/>
                    </a:lnTo>
                    <a:lnTo>
                      <a:pt x="1007" y="0"/>
                    </a:lnTo>
                    <a:lnTo>
                      <a:pt x="1008" y="0"/>
                    </a:lnTo>
                    <a:lnTo>
                      <a:pt x="1009" y="0"/>
                    </a:lnTo>
                    <a:lnTo>
                      <a:pt x="1011" y="0"/>
                    </a:lnTo>
                    <a:lnTo>
                      <a:pt x="1012" y="0"/>
                    </a:lnTo>
                    <a:lnTo>
                      <a:pt x="1014" y="0"/>
                    </a:lnTo>
                    <a:lnTo>
                      <a:pt x="1015" y="0"/>
                    </a:lnTo>
                    <a:lnTo>
                      <a:pt x="1016" y="0"/>
                    </a:lnTo>
                    <a:lnTo>
                      <a:pt x="1018" y="0"/>
                    </a:lnTo>
                    <a:lnTo>
                      <a:pt x="1019" y="0"/>
                    </a:lnTo>
                    <a:lnTo>
                      <a:pt x="1020" y="0"/>
                    </a:lnTo>
                    <a:lnTo>
                      <a:pt x="1022" y="0"/>
                    </a:lnTo>
                    <a:lnTo>
                      <a:pt x="1023" y="0"/>
                    </a:lnTo>
                    <a:lnTo>
                      <a:pt x="1024" y="0"/>
                    </a:lnTo>
                    <a:lnTo>
                      <a:pt x="1026" y="0"/>
                    </a:lnTo>
                    <a:lnTo>
                      <a:pt x="1027" y="0"/>
                    </a:lnTo>
                    <a:lnTo>
                      <a:pt x="1029" y="0"/>
                    </a:lnTo>
                    <a:lnTo>
                      <a:pt x="1030" y="0"/>
                    </a:lnTo>
                    <a:lnTo>
                      <a:pt x="1031" y="0"/>
                    </a:lnTo>
                    <a:lnTo>
                      <a:pt x="1033" y="0"/>
                    </a:lnTo>
                    <a:lnTo>
                      <a:pt x="1034" y="0"/>
                    </a:lnTo>
                    <a:lnTo>
                      <a:pt x="1035" y="0"/>
                    </a:lnTo>
                    <a:lnTo>
                      <a:pt x="1037" y="0"/>
                    </a:lnTo>
                    <a:lnTo>
                      <a:pt x="1038" y="0"/>
                    </a:lnTo>
                    <a:lnTo>
                      <a:pt x="1039" y="0"/>
                    </a:lnTo>
                    <a:lnTo>
                      <a:pt x="1041" y="0"/>
                    </a:lnTo>
                    <a:lnTo>
                      <a:pt x="1042" y="0"/>
                    </a:lnTo>
                    <a:lnTo>
                      <a:pt x="1043" y="0"/>
                    </a:lnTo>
                    <a:lnTo>
                      <a:pt x="1045" y="0"/>
                    </a:lnTo>
                    <a:lnTo>
                      <a:pt x="1046" y="0"/>
                    </a:lnTo>
                    <a:lnTo>
                      <a:pt x="1048" y="0"/>
                    </a:lnTo>
                    <a:lnTo>
                      <a:pt x="1049" y="0"/>
                    </a:lnTo>
                    <a:lnTo>
                      <a:pt x="1050" y="0"/>
                    </a:lnTo>
                    <a:lnTo>
                      <a:pt x="1052" y="0"/>
                    </a:lnTo>
                    <a:lnTo>
                      <a:pt x="1053" y="0"/>
                    </a:lnTo>
                    <a:lnTo>
                      <a:pt x="1054" y="0"/>
                    </a:lnTo>
                    <a:lnTo>
                      <a:pt x="1056" y="0"/>
                    </a:lnTo>
                    <a:lnTo>
                      <a:pt x="1057" y="0"/>
                    </a:lnTo>
                    <a:lnTo>
                      <a:pt x="1058" y="0"/>
                    </a:lnTo>
                    <a:lnTo>
                      <a:pt x="1060" y="0"/>
                    </a:lnTo>
                    <a:lnTo>
                      <a:pt x="1061" y="0"/>
                    </a:lnTo>
                    <a:lnTo>
                      <a:pt x="1063" y="0"/>
                    </a:lnTo>
                    <a:lnTo>
                      <a:pt x="1064" y="0"/>
                    </a:lnTo>
                    <a:lnTo>
                      <a:pt x="1065" y="0"/>
                    </a:lnTo>
                    <a:lnTo>
                      <a:pt x="1067" y="0"/>
                    </a:lnTo>
                    <a:lnTo>
                      <a:pt x="1068" y="0"/>
                    </a:lnTo>
                    <a:lnTo>
                      <a:pt x="1069" y="0"/>
                    </a:lnTo>
                    <a:lnTo>
                      <a:pt x="1071" y="0"/>
                    </a:lnTo>
                    <a:lnTo>
                      <a:pt x="1072" y="0"/>
                    </a:lnTo>
                    <a:lnTo>
                      <a:pt x="1073" y="0"/>
                    </a:lnTo>
                    <a:lnTo>
                      <a:pt x="1075" y="0"/>
                    </a:lnTo>
                    <a:lnTo>
                      <a:pt x="1076" y="0"/>
                    </a:lnTo>
                    <a:lnTo>
                      <a:pt x="1077" y="0"/>
                    </a:lnTo>
                    <a:lnTo>
                      <a:pt x="1079" y="0"/>
                    </a:lnTo>
                    <a:lnTo>
                      <a:pt x="1080" y="0"/>
                    </a:lnTo>
                    <a:lnTo>
                      <a:pt x="1082" y="0"/>
                    </a:lnTo>
                    <a:lnTo>
                      <a:pt x="1083" y="0"/>
                    </a:lnTo>
                    <a:lnTo>
                      <a:pt x="1084" y="0"/>
                    </a:lnTo>
                    <a:lnTo>
                      <a:pt x="1086" y="0"/>
                    </a:lnTo>
                    <a:lnTo>
                      <a:pt x="1087" y="0"/>
                    </a:lnTo>
                    <a:lnTo>
                      <a:pt x="1088" y="0"/>
                    </a:lnTo>
                    <a:lnTo>
                      <a:pt x="1090" y="0"/>
                    </a:lnTo>
                    <a:lnTo>
                      <a:pt x="1091" y="0"/>
                    </a:lnTo>
                    <a:lnTo>
                      <a:pt x="1092" y="0"/>
                    </a:lnTo>
                    <a:lnTo>
                      <a:pt x="1094" y="0"/>
                    </a:lnTo>
                    <a:lnTo>
                      <a:pt x="1095" y="0"/>
                    </a:lnTo>
                    <a:lnTo>
                      <a:pt x="1097" y="0"/>
                    </a:lnTo>
                    <a:lnTo>
                      <a:pt x="1098" y="0"/>
                    </a:lnTo>
                    <a:lnTo>
                      <a:pt x="1099" y="0"/>
                    </a:lnTo>
                    <a:lnTo>
                      <a:pt x="1101" y="0"/>
                    </a:lnTo>
                    <a:lnTo>
                      <a:pt x="1102" y="0"/>
                    </a:lnTo>
                    <a:lnTo>
                      <a:pt x="1103" y="0"/>
                    </a:lnTo>
                    <a:lnTo>
                      <a:pt x="1105" y="0"/>
                    </a:lnTo>
                    <a:lnTo>
                      <a:pt x="1106" y="0"/>
                    </a:lnTo>
                    <a:lnTo>
                      <a:pt x="1107" y="0"/>
                    </a:lnTo>
                    <a:lnTo>
                      <a:pt x="1109" y="0"/>
                    </a:lnTo>
                    <a:lnTo>
                      <a:pt x="1110" y="0"/>
                    </a:lnTo>
                    <a:lnTo>
                      <a:pt x="1111" y="0"/>
                    </a:lnTo>
                    <a:lnTo>
                      <a:pt x="1113" y="0"/>
                    </a:lnTo>
                    <a:lnTo>
                      <a:pt x="1114" y="0"/>
                    </a:lnTo>
                    <a:lnTo>
                      <a:pt x="1116" y="0"/>
                    </a:lnTo>
                    <a:lnTo>
                      <a:pt x="1117" y="0"/>
                    </a:lnTo>
                    <a:lnTo>
                      <a:pt x="1118" y="0"/>
                    </a:lnTo>
                    <a:lnTo>
                      <a:pt x="1120" y="0"/>
                    </a:lnTo>
                    <a:lnTo>
                      <a:pt x="1121" y="0"/>
                    </a:lnTo>
                    <a:lnTo>
                      <a:pt x="1122" y="0"/>
                    </a:lnTo>
                    <a:lnTo>
                      <a:pt x="1124" y="0"/>
                    </a:lnTo>
                    <a:lnTo>
                      <a:pt x="1125" y="0"/>
                    </a:lnTo>
                    <a:lnTo>
                      <a:pt x="1126" y="0"/>
                    </a:lnTo>
                    <a:lnTo>
                      <a:pt x="1128" y="0"/>
                    </a:lnTo>
                    <a:lnTo>
                      <a:pt x="1129" y="0"/>
                    </a:lnTo>
                    <a:lnTo>
                      <a:pt x="1131" y="0"/>
                    </a:lnTo>
                    <a:lnTo>
                      <a:pt x="1132" y="0"/>
                    </a:lnTo>
                    <a:lnTo>
                      <a:pt x="1133" y="0"/>
                    </a:lnTo>
                    <a:lnTo>
                      <a:pt x="1135" y="0"/>
                    </a:lnTo>
                    <a:lnTo>
                      <a:pt x="1136" y="0"/>
                    </a:lnTo>
                    <a:lnTo>
                      <a:pt x="1137" y="0"/>
                    </a:lnTo>
                    <a:lnTo>
                      <a:pt x="1139" y="0"/>
                    </a:lnTo>
                    <a:lnTo>
                      <a:pt x="1140" y="0"/>
                    </a:lnTo>
                    <a:lnTo>
                      <a:pt x="1141" y="0"/>
                    </a:lnTo>
                    <a:lnTo>
                      <a:pt x="1143" y="0"/>
                    </a:lnTo>
                    <a:lnTo>
                      <a:pt x="1144" y="0"/>
                    </a:lnTo>
                    <a:lnTo>
                      <a:pt x="1145" y="0"/>
                    </a:lnTo>
                    <a:lnTo>
                      <a:pt x="1147" y="0"/>
                    </a:lnTo>
                    <a:lnTo>
                      <a:pt x="1148" y="0"/>
                    </a:lnTo>
                    <a:lnTo>
                      <a:pt x="1150" y="0"/>
                    </a:lnTo>
                    <a:lnTo>
                      <a:pt x="1151" y="0"/>
                    </a:lnTo>
                    <a:lnTo>
                      <a:pt x="1152" y="0"/>
                    </a:lnTo>
                    <a:lnTo>
                      <a:pt x="1154" y="0"/>
                    </a:lnTo>
                    <a:lnTo>
                      <a:pt x="1155" y="0"/>
                    </a:lnTo>
                    <a:lnTo>
                      <a:pt x="1156" y="0"/>
                    </a:lnTo>
                    <a:lnTo>
                      <a:pt x="1158" y="0"/>
                    </a:lnTo>
                    <a:lnTo>
                      <a:pt x="1159" y="0"/>
                    </a:lnTo>
                    <a:lnTo>
                      <a:pt x="1160" y="0"/>
                    </a:lnTo>
                    <a:lnTo>
                      <a:pt x="1162" y="0"/>
                    </a:lnTo>
                    <a:lnTo>
                      <a:pt x="1163" y="0"/>
                    </a:lnTo>
                    <a:lnTo>
                      <a:pt x="1165" y="0"/>
                    </a:lnTo>
                    <a:lnTo>
                      <a:pt x="1166" y="0"/>
                    </a:lnTo>
                    <a:lnTo>
                      <a:pt x="1167" y="0"/>
                    </a:lnTo>
                    <a:lnTo>
                      <a:pt x="1169" y="0"/>
                    </a:lnTo>
                    <a:lnTo>
                      <a:pt x="1170" y="0"/>
                    </a:lnTo>
                    <a:lnTo>
                      <a:pt x="1171" y="0"/>
                    </a:lnTo>
                    <a:lnTo>
                      <a:pt x="1173" y="0"/>
                    </a:lnTo>
                    <a:lnTo>
                      <a:pt x="1174" y="0"/>
                    </a:lnTo>
                    <a:lnTo>
                      <a:pt x="1175" y="0"/>
                    </a:lnTo>
                    <a:lnTo>
                      <a:pt x="1177" y="0"/>
                    </a:lnTo>
                    <a:lnTo>
                      <a:pt x="1178" y="0"/>
                    </a:lnTo>
                    <a:lnTo>
                      <a:pt x="1179" y="0"/>
                    </a:lnTo>
                    <a:lnTo>
                      <a:pt x="1181" y="0"/>
                    </a:lnTo>
                    <a:lnTo>
                      <a:pt x="1182" y="0"/>
                    </a:lnTo>
                    <a:lnTo>
                      <a:pt x="1184" y="0"/>
                    </a:lnTo>
                    <a:lnTo>
                      <a:pt x="1185" y="0"/>
                    </a:lnTo>
                    <a:lnTo>
                      <a:pt x="1186" y="0"/>
                    </a:lnTo>
                    <a:lnTo>
                      <a:pt x="1188" y="0"/>
                    </a:lnTo>
                    <a:lnTo>
                      <a:pt x="1189" y="0"/>
                    </a:lnTo>
                    <a:lnTo>
                      <a:pt x="1190" y="0"/>
                    </a:lnTo>
                    <a:lnTo>
                      <a:pt x="1192" y="0"/>
                    </a:lnTo>
                    <a:lnTo>
                      <a:pt x="1193" y="0"/>
                    </a:lnTo>
                    <a:lnTo>
                      <a:pt x="1194" y="0"/>
                    </a:lnTo>
                    <a:lnTo>
                      <a:pt x="1196" y="0"/>
                    </a:lnTo>
                    <a:lnTo>
                      <a:pt x="1197" y="0"/>
                    </a:lnTo>
                    <a:lnTo>
                      <a:pt x="1199" y="0"/>
                    </a:lnTo>
                    <a:lnTo>
                      <a:pt x="1200" y="0"/>
                    </a:lnTo>
                    <a:lnTo>
                      <a:pt x="1201" y="0"/>
                    </a:lnTo>
                    <a:lnTo>
                      <a:pt x="1203" y="0"/>
                    </a:lnTo>
                    <a:lnTo>
                      <a:pt x="1204" y="0"/>
                    </a:lnTo>
                    <a:lnTo>
                      <a:pt x="1205" y="0"/>
                    </a:lnTo>
                    <a:lnTo>
                      <a:pt x="1207" y="0"/>
                    </a:lnTo>
                    <a:lnTo>
                      <a:pt x="1208" y="0"/>
                    </a:lnTo>
                    <a:lnTo>
                      <a:pt x="1209" y="0"/>
                    </a:lnTo>
                    <a:lnTo>
                      <a:pt x="1211" y="0"/>
                    </a:lnTo>
                    <a:lnTo>
                      <a:pt x="1212" y="0"/>
                    </a:lnTo>
                    <a:lnTo>
                      <a:pt x="1213" y="0"/>
                    </a:lnTo>
                    <a:lnTo>
                      <a:pt x="1215" y="0"/>
                    </a:lnTo>
                    <a:lnTo>
                      <a:pt x="1216" y="0"/>
                    </a:lnTo>
                    <a:lnTo>
                      <a:pt x="1218" y="0"/>
                    </a:lnTo>
                    <a:lnTo>
                      <a:pt x="1219" y="0"/>
                    </a:lnTo>
                    <a:lnTo>
                      <a:pt x="1220" y="0"/>
                    </a:lnTo>
                    <a:lnTo>
                      <a:pt x="1222" y="0"/>
                    </a:lnTo>
                    <a:lnTo>
                      <a:pt x="1223" y="0"/>
                    </a:lnTo>
                    <a:lnTo>
                      <a:pt x="1224" y="0"/>
                    </a:lnTo>
                    <a:lnTo>
                      <a:pt x="1226" y="0"/>
                    </a:lnTo>
                    <a:lnTo>
                      <a:pt x="1227" y="0"/>
                    </a:lnTo>
                    <a:lnTo>
                      <a:pt x="1228" y="0"/>
                    </a:lnTo>
                    <a:lnTo>
                      <a:pt x="1230" y="0"/>
                    </a:lnTo>
                    <a:lnTo>
                      <a:pt x="1231" y="0"/>
                    </a:lnTo>
                    <a:lnTo>
                      <a:pt x="1233" y="0"/>
                    </a:lnTo>
                    <a:lnTo>
                      <a:pt x="1234" y="0"/>
                    </a:lnTo>
                    <a:lnTo>
                      <a:pt x="1235" y="0"/>
                    </a:lnTo>
                    <a:lnTo>
                      <a:pt x="1237" y="0"/>
                    </a:lnTo>
                    <a:lnTo>
                      <a:pt x="1238" y="0"/>
                    </a:lnTo>
                    <a:lnTo>
                      <a:pt x="1239" y="0"/>
                    </a:lnTo>
                    <a:lnTo>
                      <a:pt x="1241" y="0"/>
                    </a:lnTo>
                    <a:lnTo>
                      <a:pt x="1242" y="0"/>
                    </a:lnTo>
                    <a:lnTo>
                      <a:pt x="1243" y="0"/>
                    </a:lnTo>
                    <a:lnTo>
                      <a:pt x="1245" y="0"/>
                    </a:lnTo>
                    <a:lnTo>
                      <a:pt x="1246" y="0"/>
                    </a:lnTo>
                    <a:lnTo>
                      <a:pt x="1247" y="0"/>
                    </a:lnTo>
                    <a:lnTo>
                      <a:pt x="1249" y="0"/>
                    </a:lnTo>
                    <a:lnTo>
                      <a:pt x="1250" y="0"/>
                    </a:lnTo>
                    <a:lnTo>
                      <a:pt x="1252" y="0"/>
                    </a:lnTo>
                    <a:lnTo>
                      <a:pt x="1253" y="0"/>
                    </a:lnTo>
                    <a:lnTo>
                      <a:pt x="1254" y="0"/>
                    </a:lnTo>
                    <a:lnTo>
                      <a:pt x="1256" y="0"/>
                    </a:lnTo>
                    <a:lnTo>
                      <a:pt x="1257" y="0"/>
                    </a:lnTo>
                    <a:lnTo>
                      <a:pt x="1258" y="0"/>
                    </a:lnTo>
                    <a:lnTo>
                      <a:pt x="1260" y="0"/>
                    </a:lnTo>
                    <a:lnTo>
                      <a:pt x="1261" y="0"/>
                    </a:lnTo>
                    <a:lnTo>
                      <a:pt x="1262" y="0"/>
                    </a:lnTo>
                    <a:lnTo>
                      <a:pt x="1264" y="0"/>
                    </a:lnTo>
                    <a:lnTo>
                      <a:pt x="1265" y="0"/>
                    </a:lnTo>
                    <a:lnTo>
                      <a:pt x="1267" y="0"/>
                    </a:lnTo>
                    <a:lnTo>
                      <a:pt x="1268" y="0"/>
                    </a:lnTo>
                    <a:lnTo>
                      <a:pt x="1269" y="0"/>
                    </a:lnTo>
                    <a:lnTo>
                      <a:pt x="1271" y="0"/>
                    </a:lnTo>
                    <a:lnTo>
                      <a:pt x="1272" y="0"/>
                    </a:lnTo>
                    <a:lnTo>
                      <a:pt x="1273" y="0"/>
                    </a:lnTo>
                    <a:lnTo>
                      <a:pt x="1275" y="0"/>
                    </a:lnTo>
                    <a:lnTo>
                      <a:pt x="1276" y="0"/>
                    </a:lnTo>
                    <a:lnTo>
                      <a:pt x="1277" y="0"/>
                    </a:lnTo>
                    <a:lnTo>
                      <a:pt x="1279" y="0"/>
                    </a:lnTo>
                    <a:lnTo>
                      <a:pt x="1280" y="0"/>
                    </a:lnTo>
                    <a:lnTo>
                      <a:pt x="1281" y="0"/>
                    </a:lnTo>
                    <a:lnTo>
                      <a:pt x="1283" y="0"/>
                    </a:lnTo>
                    <a:lnTo>
                      <a:pt x="1284" y="0"/>
                    </a:lnTo>
                    <a:lnTo>
                      <a:pt x="1286" y="0"/>
                    </a:lnTo>
                    <a:lnTo>
                      <a:pt x="1287" y="0"/>
                    </a:lnTo>
                    <a:lnTo>
                      <a:pt x="1288" y="0"/>
                    </a:lnTo>
                    <a:lnTo>
                      <a:pt x="1290" y="0"/>
                    </a:lnTo>
                    <a:lnTo>
                      <a:pt x="1291" y="0"/>
                    </a:lnTo>
                    <a:lnTo>
                      <a:pt x="1292" y="0"/>
                    </a:lnTo>
                    <a:lnTo>
                      <a:pt x="1294" y="0"/>
                    </a:lnTo>
                    <a:lnTo>
                      <a:pt x="1295" y="0"/>
                    </a:lnTo>
                    <a:lnTo>
                      <a:pt x="1296" y="0"/>
                    </a:lnTo>
                    <a:lnTo>
                      <a:pt x="1298" y="0"/>
                    </a:lnTo>
                    <a:lnTo>
                      <a:pt x="1299" y="0"/>
                    </a:lnTo>
                    <a:lnTo>
                      <a:pt x="1301" y="0"/>
                    </a:lnTo>
                    <a:lnTo>
                      <a:pt x="1302" y="0"/>
                    </a:lnTo>
                    <a:lnTo>
                      <a:pt x="1303" y="0"/>
                    </a:lnTo>
                    <a:lnTo>
                      <a:pt x="1305" y="0"/>
                    </a:lnTo>
                    <a:lnTo>
                      <a:pt x="1306" y="0"/>
                    </a:lnTo>
                    <a:lnTo>
                      <a:pt x="1307" y="0"/>
                    </a:lnTo>
                    <a:lnTo>
                      <a:pt x="1309" y="0"/>
                    </a:lnTo>
                    <a:lnTo>
                      <a:pt x="1310" y="0"/>
                    </a:lnTo>
                    <a:lnTo>
                      <a:pt x="1311" y="0"/>
                    </a:lnTo>
                    <a:lnTo>
                      <a:pt x="1313" y="0"/>
                    </a:lnTo>
                    <a:lnTo>
                      <a:pt x="1314" y="0"/>
                    </a:lnTo>
                    <a:lnTo>
                      <a:pt x="1315" y="0"/>
                    </a:lnTo>
                    <a:lnTo>
                      <a:pt x="1317" y="0"/>
                    </a:lnTo>
                    <a:lnTo>
                      <a:pt x="1318" y="0"/>
                    </a:lnTo>
                    <a:lnTo>
                      <a:pt x="1320" y="0"/>
                    </a:lnTo>
                    <a:lnTo>
                      <a:pt x="1321" y="0"/>
                    </a:lnTo>
                    <a:lnTo>
                      <a:pt x="1322" y="0"/>
                    </a:lnTo>
                    <a:lnTo>
                      <a:pt x="1324" y="0"/>
                    </a:lnTo>
                    <a:lnTo>
                      <a:pt x="1325" y="0"/>
                    </a:lnTo>
                    <a:lnTo>
                      <a:pt x="1326" y="0"/>
                    </a:lnTo>
                    <a:lnTo>
                      <a:pt x="1328" y="0"/>
                    </a:lnTo>
                    <a:lnTo>
                      <a:pt x="1329" y="0"/>
                    </a:lnTo>
                    <a:lnTo>
                      <a:pt x="1330" y="0"/>
                    </a:lnTo>
                    <a:lnTo>
                      <a:pt x="1332" y="0"/>
                    </a:lnTo>
                    <a:lnTo>
                      <a:pt x="1333" y="0"/>
                    </a:lnTo>
                    <a:lnTo>
                      <a:pt x="1335" y="0"/>
                    </a:lnTo>
                    <a:lnTo>
                      <a:pt x="1336" y="0"/>
                    </a:lnTo>
                    <a:lnTo>
                      <a:pt x="1337" y="0"/>
                    </a:lnTo>
                    <a:lnTo>
                      <a:pt x="1339" y="0"/>
                    </a:lnTo>
                    <a:lnTo>
                      <a:pt x="1340" y="0"/>
                    </a:lnTo>
                    <a:lnTo>
                      <a:pt x="1341" y="0"/>
                    </a:lnTo>
                    <a:lnTo>
                      <a:pt x="1343" y="0"/>
                    </a:lnTo>
                    <a:lnTo>
                      <a:pt x="1344" y="0"/>
                    </a:lnTo>
                    <a:lnTo>
                      <a:pt x="1345" y="0"/>
                    </a:lnTo>
                    <a:lnTo>
                      <a:pt x="1347" y="0"/>
                    </a:lnTo>
                    <a:lnTo>
                      <a:pt x="1348" y="0"/>
                    </a:lnTo>
                    <a:lnTo>
                      <a:pt x="1349" y="0"/>
                    </a:lnTo>
                    <a:lnTo>
                      <a:pt x="1351" y="0"/>
                    </a:lnTo>
                    <a:lnTo>
                      <a:pt x="1352" y="0"/>
                    </a:lnTo>
                    <a:lnTo>
                      <a:pt x="1354" y="0"/>
                    </a:lnTo>
                    <a:lnTo>
                      <a:pt x="1355" y="0"/>
                    </a:lnTo>
                    <a:lnTo>
                      <a:pt x="1356" y="0"/>
                    </a:lnTo>
                    <a:lnTo>
                      <a:pt x="1358" y="0"/>
                    </a:lnTo>
                    <a:lnTo>
                      <a:pt x="1359" y="0"/>
                    </a:lnTo>
                    <a:lnTo>
                      <a:pt x="1360" y="0"/>
                    </a:lnTo>
                    <a:lnTo>
                      <a:pt x="1362" y="0"/>
                    </a:lnTo>
                    <a:lnTo>
                      <a:pt x="1363" y="0"/>
                    </a:lnTo>
                    <a:lnTo>
                      <a:pt x="1364" y="0"/>
                    </a:lnTo>
                    <a:lnTo>
                      <a:pt x="1366" y="0"/>
                    </a:lnTo>
                    <a:lnTo>
                      <a:pt x="1367" y="0"/>
                    </a:lnTo>
                    <a:lnTo>
                      <a:pt x="1369" y="0"/>
                    </a:lnTo>
                    <a:lnTo>
                      <a:pt x="1370" y="0"/>
                    </a:lnTo>
                    <a:lnTo>
                      <a:pt x="1371" y="0"/>
                    </a:lnTo>
                    <a:lnTo>
                      <a:pt x="1373" y="0"/>
                    </a:lnTo>
                    <a:lnTo>
                      <a:pt x="1374" y="0"/>
                    </a:lnTo>
                    <a:lnTo>
                      <a:pt x="1375" y="0"/>
                    </a:lnTo>
                    <a:lnTo>
                      <a:pt x="1377" y="0"/>
                    </a:lnTo>
                    <a:lnTo>
                      <a:pt x="1378" y="0"/>
                    </a:lnTo>
                    <a:lnTo>
                      <a:pt x="1379" y="0"/>
                    </a:lnTo>
                    <a:lnTo>
                      <a:pt x="1381" y="0"/>
                    </a:lnTo>
                    <a:lnTo>
                      <a:pt x="1382" y="0"/>
                    </a:lnTo>
                    <a:lnTo>
                      <a:pt x="1383" y="0"/>
                    </a:lnTo>
                    <a:lnTo>
                      <a:pt x="1385" y="0"/>
                    </a:lnTo>
                    <a:lnTo>
                      <a:pt x="1386" y="0"/>
                    </a:lnTo>
                    <a:lnTo>
                      <a:pt x="1388" y="0"/>
                    </a:lnTo>
                    <a:lnTo>
                      <a:pt x="1389" y="0"/>
                    </a:lnTo>
                    <a:lnTo>
                      <a:pt x="1390" y="0"/>
                    </a:lnTo>
                    <a:lnTo>
                      <a:pt x="1392" y="0"/>
                    </a:lnTo>
                    <a:lnTo>
                      <a:pt x="1393" y="0"/>
                    </a:lnTo>
                    <a:lnTo>
                      <a:pt x="1394" y="0"/>
                    </a:lnTo>
                    <a:lnTo>
                      <a:pt x="1396" y="0"/>
                    </a:lnTo>
                    <a:lnTo>
                      <a:pt x="1397" y="0"/>
                    </a:lnTo>
                    <a:lnTo>
                      <a:pt x="1398" y="0"/>
                    </a:lnTo>
                    <a:lnTo>
                      <a:pt x="1400" y="0"/>
                    </a:lnTo>
                    <a:lnTo>
                      <a:pt x="1401" y="0"/>
                    </a:lnTo>
                    <a:lnTo>
                      <a:pt x="1403" y="0"/>
                    </a:lnTo>
                    <a:lnTo>
                      <a:pt x="1404" y="0"/>
                    </a:lnTo>
                    <a:lnTo>
                      <a:pt x="1405" y="0"/>
                    </a:lnTo>
                    <a:lnTo>
                      <a:pt x="1407" y="0"/>
                    </a:lnTo>
                    <a:lnTo>
                      <a:pt x="1408" y="0"/>
                    </a:lnTo>
                    <a:lnTo>
                      <a:pt x="1409" y="0"/>
                    </a:lnTo>
                    <a:lnTo>
                      <a:pt x="1411" y="0"/>
                    </a:lnTo>
                    <a:lnTo>
                      <a:pt x="1412" y="0"/>
                    </a:lnTo>
                    <a:lnTo>
                      <a:pt x="1413" y="0"/>
                    </a:lnTo>
                    <a:lnTo>
                      <a:pt x="1415" y="0"/>
                    </a:lnTo>
                    <a:lnTo>
                      <a:pt x="1416" y="0"/>
                    </a:lnTo>
                    <a:lnTo>
                      <a:pt x="1417" y="0"/>
                    </a:lnTo>
                    <a:lnTo>
                      <a:pt x="1419" y="0"/>
                    </a:lnTo>
                    <a:lnTo>
                      <a:pt x="1420" y="0"/>
                    </a:lnTo>
                    <a:lnTo>
                      <a:pt x="1422" y="0"/>
                    </a:lnTo>
                    <a:lnTo>
                      <a:pt x="1423" y="0"/>
                    </a:lnTo>
                    <a:lnTo>
                      <a:pt x="1424" y="0"/>
                    </a:lnTo>
                    <a:lnTo>
                      <a:pt x="1426" y="0"/>
                    </a:lnTo>
                    <a:lnTo>
                      <a:pt x="1427" y="0"/>
                    </a:lnTo>
                    <a:lnTo>
                      <a:pt x="1428" y="0"/>
                    </a:lnTo>
                    <a:lnTo>
                      <a:pt x="1430" y="0"/>
                    </a:lnTo>
                    <a:lnTo>
                      <a:pt x="1431" y="0"/>
                    </a:lnTo>
                    <a:lnTo>
                      <a:pt x="1432" y="0"/>
                    </a:lnTo>
                    <a:lnTo>
                      <a:pt x="1434" y="0"/>
                    </a:lnTo>
                    <a:lnTo>
                      <a:pt x="1435" y="0"/>
                    </a:lnTo>
                    <a:lnTo>
                      <a:pt x="1437" y="0"/>
                    </a:lnTo>
                    <a:lnTo>
                      <a:pt x="1438" y="0"/>
                    </a:lnTo>
                    <a:lnTo>
                      <a:pt x="1439" y="0"/>
                    </a:lnTo>
                    <a:lnTo>
                      <a:pt x="1441" y="0"/>
                    </a:lnTo>
                    <a:lnTo>
                      <a:pt x="1442" y="0"/>
                    </a:lnTo>
                  </a:path>
                </a:pathLst>
              </a:custGeom>
              <a:noFill/>
              <a:ln cap="flat" cmpd="sng" w="254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 flipH="1" rot="10800000">
                <a:off x="6745288" y="2093913"/>
                <a:ext cx="3810000" cy="755650"/>
              </a:xfrm>
              <a:custGeom>
                <a:rect b="b" l="l" r="r" t="t"/>
                <a:pathLst>
                  <a:path extrusionOk="0" h="343" w="1442">
                    <a:moveTo>
                      <a:pt x="0" y="2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7" y="1"/>
                    </a:lnTo>
                    <a:lnTo>
                      <a:pt x="9" y="1"/>
                    </a:lnTo>
                    <a:lnTo>
                      <a:pt x="10" y="0"/>
                    </a:lnTo>
                    <a:lnTo>
                      <a:pt x="11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7" y="1"/>
                    </a:lnTo>
                    <a:lnTo>
                      <a:pt x="18" y="1"/>
                    </a:lnTo>
                    <a:lnTo>
                      <a:pt x="19" y="1"/>
                    </a:lnTo>
                    <a:lnTo>
                      <a:pt x="21" y="1"/>
                    </a:lnTo>
                    <a:lnTo>
                      <a:pt x="22" y="0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2"/>
                    </a:lnTo>
                    <a:lnTo>
                      <a:pt x="28" y="3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2" y="3"/>
                    </a:lnTo>
                    <a:lnTo>
                      <a:pt x="33" y="2"/>
                    </a:lnTo>
                    <a:lnTo>
                      <a:pt x="34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40" y="2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1"/>
                    </a:lnTo>
                    <a:lnTo>
                      <a:pt x="45" y="1"/>
                    </a:lnTo>
                    <a:lnTo>
                      <a:pt x="47" y="1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1"/>
                    </a:lnTo>
                    <a:lnTo>
                      <a:pt x="52" y="2"/>
                    </a:lnTo>
                    <a:lnTo>
                      <a:pt x="53" y="2"/>
                    </a:lnTo>
                    <a:lnTo>
                      <a:pt x="55" y="2"/>
                    </a:lnTo>
                    <a:lnTo>
                      <a:pt x="56" y="2"/>
                    </a:lnTo>
                    <a:lnTo>
                      <a:pt x="57" y="3"/>
                    </a:lnTo>
                    <a:lnTo>
                      <a:pt x="59" y="3"/>
                    </a:lnTo>
                    <a:lnTo>
                      <a:pt x="60" y="3"/>
                    </a:lnTo>
                    <a:lnTo>
                      <a:pt x="62" y="2"/>
                    </a:lnTo>
                    <a:lnTo>
                      <a:pt x="63" y="2"/>
                    </a:lnTo>
                    <a:lnTo>
                      <a:pt x="64" y="2"/>
                    </a:lnTo>
                    <a:lnTo>
                      <a:pt x="66" y="2"/>
                    </a:lnTo>
                    <a:lnTo>
                      <a:pt x="67" y="2"/>
                    </a:lnTo>
                    <a:lnTo>
                      <a:pt x="68" y="2"/>
                    </a:lnTo>
                    <a:lnTo>
                      <a:pt x="70" y="1"/>
                    </a:lnTo>
                    <a:lnTo>
                      <a:pt x="71" y="2"/>
                    </a:lnTo>
                    <a:lnTo>
                      <a:pt x="72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1" y="1"/>
                    </a:lnTo>
                    <a:lnTo>
                      <a:pt x="82" y="2"/>
                    </a:lnTo>
                    <a:lnTo>
                      <a:pt x="83" y="1"/>
                    </a:lnTo>
                    <a:lnTo>
                      <a:pt x="85" y="1"/>
                    </a:lnTo>
                    <a:lnTo>
                      <a:pt x="86" y="0"/>
                    </a:lnTo>
                    <a:lnTo>
                      <a:pt x="87" y="1"/>
                    </a:lnTo>
                    <a:lnTo>
                      <a:pt x="89" y="1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3" y="2"/>
                    </a:lnTo>
                    <a:lnTo>
                      <a:pt x="94" y="3"/>
                    </a:lnTo>
                    <a:lnTo>
                      <a:pt x="96" y="5"/>
                    </a:lnTo>
                    <a:lnTo>
                      <a:pt x="97" y="5"/>
                    </a:lnTo>
                    <a:lnTo>
                      <a:pt x="98" y="6"/>
                    </a:lnTo>
                    <a:lnTo>
                      <a:pt x="100" y="7"/>
                    </a:lnTo>
                    <a:lnTo>
                      <a:pt x="101" y="6"/>
                    </a:lnTo>
                    <a:lnTo>
                      <a:pt x="102" y="6"/>
                    </a:lnTo>
                    <a:lnTo>
                      <a:pt x="104" y="7"/>
                    </a:lnTo>
                    <a:lnTo>
                      <a:pt x="105" y="6"/>
                    </a:lnTo>
                    <a:lnTo>
                      <a:pt x="106" y="6"/>
                    </a:lnTo>
                    <a:lnTo>
                      <a:pt x="108" y="6"/>
                    </a:lnTo>
                    <a:lnTo>
                      <a:pt x="109" y="6"/>
                    </a:lnTo>
                    <a:lnTo>
                      <a:pt x="111" y="8"/>
                    </a:lnTo>
                    <a:lnTo>
                      <a:pt x="112" y="7"/>
                    </a:lnTo>
                    <a:lnTo>
                      <a:pt x="113" y="7"/>
                    </a:lnTo>
                    <a:lnTo>
                      <a:pt x="115" y="5"/>
                    </a:lnTo>
                    <a:lnTo>
                      <a:pt x="116" y="6"/>
                    </a:lnTo>
                    <a:lnTo>
                      <a:pt x="117" y="4"/>
                    </a:lnTo>
                    <a:lnTo>
                      <a:pt x="119" y="210"/>
                    </a:lnTo>
                    <a:lnTo>
                      <a:pt x="120" y="332"/>
                    </a:lnTo>
                    <a:lnTo>
                      <a:pt x="121" y="337"/>
                    </a:lnTo>
                    <a:lnTo>
                      <a:pt x="123" y="342"/>
                    </a:lnTo>
                    <a:lnTo>
                      <a:pt x="124" y="343"/>
                    </a:lnTo>
                    <a:lnTo>
                      <a:pt x="125" y="342"/>
                    </a:lnTo>
                    <a:lnTo>
                      <a:pt x="127" y="341"/>
                    </a:lnTo>
                    <a:lnTo>
                      <a:pt x="128" y="341"/>
                    </a:lnTo>
                    <a:lnTo>
                      <a:pt x="130" y="340"/>
                    </a:lnTo>
                    <a:lnTo>
                      <a:pt x="131" y="340"/>
                    </a:lnTo>
                    <a:lnTo>
                      <a:pt x="132" y="339"/>
                    </a:lnTo>
                    <a:lnTo>
                      <a:pt x="134" y="337"/>
                    </a:lnTo>
                    <a:lnTo>
                      <a:pt x="135" y="337"/>
                    </a:lnTo>
                    <a:lnTo>
                      <a:pt x="136" y="337"/>
                    </a:lnTo>
                    <a:lnTo>
                      <a:pt x="138" y="336"/>
                    </a:lnTo>
                    <a:lnTo>
                      <a:pt x="139" y="335"/>
                    </a:lnTo>
                    <a:lnTo>
                      <a:pt x="140" y="335"/>
                    </a:lnTo>
                    <a:lnTo>
                      <a:pt x="142" y="334"/>
                    </a:lnTo>
                    <a:lnTo>
                      <a:pt x="143" y="333"/>
                    </a:lnTo>
                    <a:lnTo>
                      <a:pt x="145" y="333"/>
                    </a:lnTo>
                    <a:lnTo>
                      <a:pt x="146" y="333"/>
                    </a:lnTo>
                    <a:lnTo>
                      <a:pt x="147" y="332"/>
                    </a:lnTo>
                    <a:lnTo>
                      <a:pt x="149" y="332"/>
                    </a:lnTo>
                    <a:lnTo>
                      <a:pt x="150" y="330"/>
                    </a:lnTo>
                    <a:lnTo>
                      <a:pt x="151" y="330"/>
                    </a:lnTo>
                    <a:lnTo>
                      <a:pt x="153" y="330"/>
                    </a:lnTo>
                    <a:lnTo>
                      <a:pt x="154" y="328"/>
                    </a:lnTo>
                    <a:lnTo>
                      <a:pt x="155" y="327"/>
                    </a:lnTo>
                    <a:lnTo>
                      <a:pt x="157" y="326"/>
                    </a:lnTo>
                    <a:lnTo>
                      <a:pt x="158" y="326"/>
                    </a:lnTo>
                    <a:lnTo>
                      <a:pt x="159" y="324"/>
                    </a:lnTo>
                    <a:lnTo>
                      <a:pt x="161" y="324"/>
                    </a:lnTo>
                    <a:lnTo>
                      <a:pt x="162" y="322"/>
                    </a:lnTo>
                    <a:lnTo>
                      <a:pt x="164" y="321"/>
                    </a:lnTo>
                    <a:lnTo>
                      <a:pt x="165" y="320"/>
                    </a:lnTo>
                    <a:lnTo>
                      <a:pt x="166" y="319"/>
                    </a:lnTo>
                    <a:lnTo>
                      <a:pt x="168" y="317"/>
                    </a:lnTo>
                    <a:lnTo>
                      <a:pt x="169" y="316"/>
                    </a:lnTo>
                    <a:lnTo>
                      <a:pt x="170" y="316"/>
                    </a:lnTo>
                    <a:lnTo>
                      <a:pt x="172" y="316"/>
                    </a:lnTo>
                    <a:lnTo>
                      <a:pt x="173" y="315"/>
                    </a:lnTo>
                    <a:lnTo>
                      <a:pt x="174" y="314"/>
                    </a:lnTo>
                    <a:lnTo>
                      <a:pt x="176" y="314"/>
                    </a:lnTo>
                    <a:lnTo>
                      <a:pt x="177" y="314"/>
                    </a:lnTo>
                    <a:lnTo>
                      <a:pt x="179" y="314"/>
                    </a:lnTo>
                    <a:lnTo>
                      <a:pt x="180" y="313"/>
                    </a:lnTo>
                    <a:lnTo>
                      <a:pt x="181" y="311"/>
                    </a:lnTo>
                    <a:lnTo>
                      <a:pt x="183" y="310"/>
                    </a:lnTo>
                    <a:lnTo>
                      <a:pt x="184" y="311"/>
                    </a:lnTo>
                    <a:lnTo>
                      <a:pt x="185" y="309"/>
                    </a:lnTo>
                    <a:lnTo>
                      <a:pt x="187" y="308"/>
                    </a:lnTo>
                    <a:lnTo>
                      <a:pt x="188" y="307"/>
                    </a:lnTo>
                    <a:lnTo>
                      <a:pt x="189" y="306"/>
                    </a:lnTo>
                    <a:lnTo>
                      <a:pt x="191" y="305"/>
                    </a:lnTo>
                    <a:lnTo>
                      <a:pt x="192" y="304"/>
                    </a:lnTo>
                    <a:lnTo>
                      <a:pt x="193" y="304"/>
                    </a:lnTo>
                    <a:lnTo>
                      <a:pt x="195" y="302"/>
                    </a:lnTo>
                    <a:lnTo>
                      <a:pt x="196" y="301"/>
                    </a:lnTo>
                    <a:lnTo>
                      <a:pt x="198" y="300"/>
                    </a:lnTo>
                    <a:lnTo>
                      <a:pt x="199" y="299"/>
                    </a:lnTo>
                    <a:lnTo>
                      <a:pt x="200" y="298"/>
                    </a:lnTo>
                    <a:lnTo>
                      <a:pt x="202" y="297"/>
                    </a:lnTo>
                    <a:lnTo>
                      <a:pt x="203" y="297"/>
                    </a:lnTo>
                    <a:lnTo>
                      <a:pt x="204" y="297"/>
                    </a:lnTo>
                    <a:lnTo>
                      <a:pt x="206" y="298"/>
                    </a:lnTo>
                    <a:lnTo>
                      <a:pt x="207" y="298"/>
                    </a:lnTo>
                    <a:lnTo>
                      <a:pt x="208" y="297"/>
                    </a:lnTo>
                    <a:lnTo>
                      <a:pt x="210" y="297"/>
                    </a:lnTo>
                    <a:lnTo>
                      <a:pt x="211" y="297"/>
                    </a:lnTo>
                    <a:lnTo>
                      <a:pt x="213" y="297"/>
                    </a:lnTo>
                    <a:lnTo>
                      <a:pt x="214" y="296"/>
                    </a:lnTo>
                    <a:lnTo>
                      <a:pt x="215" y="295"/>
                    </a:lnTo>
                    <a:lnTo>
                      <a:pt x="217" y="294"/>
                    </a:lnTo>
                    <a:lnTo>
                      <a:pt x="218" y="293"/>
                    </a:lnTo>
                    <a:lnTo>
                      <a:pt x="219" y="292"/>
                    </a:lnTo>
                    <a:lnTo>
                      <a:pt x="221" y="291"/>
                    </a:lnTo>
                    <a:lnTo>
                      <a:pt x="222" y="291"/>
                    </a:lnTo>
                    <a:lnTo>
                      <a:pt x="223" y="290"/>
                    </a:lnTo>
                    <a:lnTo>
                      <a:pt x="225" y="288"/>
                    </a:lnTo>
                    <a:lnTo>
                      <a:pt x="226" y="288"/>
                    </a:lnTo>
                    <a:lnTo>
                      <a:pt x="227" y="287"/>
                    </a:lnTo>
                    <a:lnTo>
                      <a:pt x="229" y="286"/>
                    </a:lnTo>
                    <a:lnTo>
                      <a:pt x="230" y="286"/>
                    </a:lnTo>
                    <a:lnTo>
                      <a:pt x="232" y="286"/>
                    </a:lnTo>
                    <a:lnTo>
                      <a:pt x="233" y="285"/>
                    </a:lnTo>
                    <a:lnTo>
                      <a:pt x="234" y="284"/>
                    </a:lnTo>
                    <a:lnTo>
                      <a:pt x="236" y="285"/>
                    </a:lnTo>
                    <a:lnTo>
                      <a:pt x="237" y="285"/>
                    </a:lnTo>
                    <a:lnTo>
                      <a:pt x="238" y="284"/>
                    </a:lnTo>
                    <a:lnTo>
                      <a:pt x="240" y="283"/>
                    </a:lnTo>
                    <a:lnTo>
                      <a:pt x="241" y="284"/>
                    </a:lnTo>
                    <a:lnTo>
                      <a:pt x="242" y="283"/>
                    </a:lnTo>
                    <a:lnTo>
                      <a:pt x="244" y="284"/>
                    </a:lnTo>
                    <a:lnTo>
                      <a:pt x="245" y="283"/>
                    </a:lnTo>
                    <a:lnTo>
                      <a:pt x="247" y="283"/>
                    </a:lnTo>
                    <a:lnTo>
                      <a:pt x="248" y="283"/>
                    </a:lnTo>
                    <a:lnTo>
                      <a:pt x="249" y="283"/>
                    </a:lnTo>
                    <a:lnTo>
                      <a:pt x="251" y="281"/>
                    </a:lnTo>
                    <a:lnTo>
                      <a:pt x="252" y="281"/>
                    </a:lnTo>
                    <a:lnTo>
                      <a:pt x="253" y="281"/>
                    </a:lnTo>
                    <a:lnTo>
                      <a:pt x="255" y="282"/>
                    </a:lnTo>
                    <a:lnTo>
                      <a:pt x="256" y="281"/>
                    </a:lnTo>
                    <a:lnTo>
                      <a:pt x="257" y="281"/>
                    </a:lnTo>
                    <a:lnTo>
                      <a:pt x="259" y="281"/>
                    </a:lnTo>
                    <a:lnTo>
                      <a:pt x="260" y="281"/>
                    </a:lnTo>
                    <a:lnTo>
                      <a:pt x="261" y="281"/>
                    </a:lnTo>
                    <a:lnTo>
                      <a:pt x="263" y="281"/>
                    </a:lnTo>
                    <a:lnTo>
                      <a:pt x="264" y="280"/>
                    </a:lnTo>
                    <a:lnTo>
                      <a:pt x="266" y="281"/>
                    </a:lnTo>
                    <a:lnTo>
                      <a:pt x="267" y="281"/>
                    </a:lnTo>
                    <a:lnTo>
                      <a:pt x="268" y="280"/>
                    </a:lnTo>
                    <a:lnTo>
                      <a:pt x="270" y="280"/>
                    </a:lnTo>
                    <a:lnTo>
                      <a:pt x="271" y="280"/>
                    </a:lnTo>
                    <a:lnTo>
                      <a:pt x="272" y="279"/>
                    </a:lnTo>
                    <a:lnTo>
                      <a:pt x="274" y="279"/>
                    </a:lnTo>
                    <a:lnTo>
                      <a:pt x="275" y="278"/>
                    </a:lnTo>
                    <a:lnTo>
                      <a:pt x="276" y="277"/>
                    </a:lnTo>
                    <a:lnTo>
                      <a:pt x="278" y="277"/>
                    </a:lnTo>
                    <a:lnTo>
                      <a:pt x="279" y="276"/>
                    </a:lnTo>
                    <a:lnTo>
                      <a:pt x="281" y="276"/>
                    </a:lnTo>
                    <a:lnTo>
                      <a:pt x="282" y="276"/>
                    </a:lnTo>
                    <a:lnTo>
                      <a:pt x="283" y="276"/>
                    </a:lnTo>
                    <a:lnTo>
                      <a:pt x="285" y="274"/>
                    </a:lnTo>
                    <a:lnTo>
                      <a:pt x="286" y="274"/>
                    </a:lnTo>
                    <a:lnTo>
                      <a:pt x="287" y="274"/>
                    </a:lnTo>
                    <a:lnTo>
                      <a:pt x="289" y="274"/>
                    </a:lnTo>
                    <a:lnTo>
                      <a:pt x="290" y="273"/>
                    </a:lnTo>
                    <a:lnTo>
                      <a:pt x="291" y="274"/>
                    </a:lnTo>
                    <a:lnTo>
                      <a:pt x="293" y="273"/>
                    </a:lnTo>
                    <a:lnTo>
                      <a:pt x="294" y="274"/>
                    </a:lnTo>
                    <a:lnTo>
                      <a:pt x="295" y="275"/>
                    </a:lnTo>
                    <a:lnTo>
                      <a:pt x="297" y="274"/>
                    </a:lnTo>
                    <a:lnTo>
                      <a:pt x="298" y="274"/>
                    </a:lnTo>
                    <a:lnTo>
                      <a:pt x="300" y="274"/>
                    </a:lnTo>
                    <a:lnTo>
                      <a:pt x="301" y="274"/>
                    </a:lnTo>
                    <a:lnTo>
                      <a:pt x="302" y="274"/>
                    </a:lnTo>
                    <a:lnTo>
                      <a:pt x="304" y="272"/>
                    </a:lnTo>
                    <a:lnTo>
                      <a:pt x="305" y="270"/>
                    </a:lnTo>
                    <a:lnTo>
                      <a:pt x="306" y="270"/>
                    </a:lnTo>
                    <a:lnTo>
                      <a:pt x="308" y="269"/>
                    </a:lnTo>
                    <a:lnTo>
                      <a:pt x="309" y="268"/>
                    </a:lnTo>
                    <a:lnTo>
                      <a:pt x="310" y="267"/>
                    </a:lnTo>
                    <a:lnTo>
                      <a:pt x="312" y="267"/>
                    </a:lnTo>
                    <a:lnTo>
                      <a:pt x="313" y="267"/>
                    </a:lnTo>
                    <a:lnTo>
                      <a:pt x="315" y="267"/>
                    </a:lnTo>
                    <a:lnTo>
                      <a:pt x="316" y="268"/>
                    </a:lnTo>
                    <a:lnTo>
                      <a:pt x="317" y="267"/>
                    </a:lnTo>
                    <a:lnTo>
                      <a:pt x="319" y="267"/>
                    </a:lnTo>
                    <a:lnTo>
                      <a:pt x="320" y="267"/>
                    </a:lnTo>
                    <a:lnTo>
                      <a:pt x="321" y="267"/>
                    </a:lnTo>
                    <a:lnTo>
                      <a:pt x="323" y="267"/>
                    </a:lnTo>
                    <a:lnTo>
                      <a:pt x="324" y="267"/>
                    </a:lnTo>
                    <a:lnTo>
                      <a:pt x="325" y="267"/>
                    </a:lnTo>
                    <a:lnTo>
                      <a:pt x="327" y="267"/>
                    </a:lnTo>
                    <a:lnTo>
                      <a:pt x="328" y="267"/>
                    </a:lnTo>
                    <a:lnTo>
                      <a:pt x="329" y="266"/>
                    </a:lnTo>
                    <a:lnTo>
                      <a:pt x="331" y="266"/>
                    </a:lnTo>
                    <a:lnTo>
                      <a:pt x="332" y="264"/>
                    </a:lnTo>
                    <a:lnTo>
                      <a:pt x="334" y="264"/>
                    </a:lnTo>
                    <a:lnTo>
                      <a:pt x="335" y="262"/>
                    </a:lnTo>
                    <a:lnTo>
                      <a:pt x="336" y="262"/>
                    </a:lnTo>
                    <a:lnTo>
                      <a:pt x="338" y="261"/>
                    </a:lnTo>
                    <a:lnTo>
                      <a:pt x="339" y="260"/>
                    </a:lnTo>
                    <a:lnTo>
                      <a:pt x="340" y="260"/>
                    </a:lnTo>
                    <a:lnTo>
                      <a:pt x="342" y="260"/>
                    </a:lnTo>
                    <a:lnTo>
                      <a:pt x="343" y="259"/>
                    </a:lnTo>
                    <a:lnTo>
                      <a:pt x="344" y="260"/>
                    </a:lnTo>
                    <a:lnTo>
                      <a:pt x="346" y="259"/>
                    </a:lnTo>
                    <a:lnTo>
                      <a:pt x="347" y="259"/>
                    </a:lnTo>
                    <a:lnTo>
                      <a:pt x="349" y="259"/>
                    </a:lnTo>
                    <a:lnTo>
                      <a:pt x="350" y="259"/>
                    </a:lnTo>
                    <a:lnTo>
                      <a:pt x="351" y="258"/>
                    </a:lnTo>
                    <a:lnTo>
                      <a:pt x="353" y="257"/>
                    </a:lnTo>
                    <a:lnTo>
                      <a:pt x="354" y="257"/>
                    </a:lnTo>
                    <a:lnTo>
                      <a:pt x="355" y="256"/>
                    </a:lnTo>
                    <a:lnTo>
                      <a:pt x="357" y="256"/>
                    </a:lnTo>
                    <a:lnTo>
                      <a:pt x="358" y="257"/>
                    </a:lnTo>
                    <a:lnTo>
                      <a:pt x="359" y="256"/>
                    </a:lnTo>
                    <a:lnTo>
                      <a:pt x="361" y="255"/>
                    </a:lnTo>
                    <a:lnTo>
                      <a:pt x="362" y="255"/>
                    </a:lnTo>
                    <a:lnTo>
                      <a:pt x="363" y="255"/>
                    </a:lnTo>
                    <a:lnTo>
                      <a:pt x="365" y="254"/>
                    </a:lnTo>
                    <a:lnTo>
                      <a:pt x="366" y="254"/>
                    </a:lnTo>
                    <a:lnTo>
                      <a:pt x="368" y="253"/>
                    </a:lnTo>
                    <a:lnTo>
                      <a:pt x="369" y="252"/>
                    </a:lnTo>
                    <a:lnTo>
                      <a:pt x="370" y="252"/>
                    </a:lnTo>
                    <a:lnTo>
                      <a:pt x="372" y="252"/>
                    </a:lnTo>
                    <a:lnTo>
                      <a:pt x="373" y="252"/>
                    </a:lnTo>
                    <a:lnTo>
                      <a:pt x="374" y="252"/>
                    </a:lnTo>
                    <a:lnTo>
                      <a:pt x="376" y="252"/>
                    </a:lnTo>
                    <a:lnTo>
                      <a:pt x="377" y="252"/>
                    </a:lnTo>
                    <a:lnTo>
                      <a:pt x="378" y="253"/>
                    </a:lnTo>
                    <a:lnTo>
                      <a:pt x="380" y="254"/>
                    </a:lnTo>
                    <a:lnTo>
                      <a:pt x="381" y="254"/>
                    </a:lnTo>
                    <a:lnTo>
                      <a:pt x="383" y="253"/>
                    </a:lnTo>
                    <a:lnTo>
                      <a:pt x="384" y="253"/>
                    </a:lnTo>
                    <a:lnTo>
                      <a:pt x="385" y="253"/>
                    </a:lnTo>
                    <a:lnTo>
                      <a:pt x="387" y="254"/>
                    </a:lnTo>
                    <a:lnTo>
                      <a:pt x="388" y="253"/>
                    </a:lnTo>
                    <a:lnTo>
                      <a:pt x="389" y="252"/>
                    </a:lnTo>
                    <a:lnTo>
                      <a:pt x="391" y="252"/>
                    </a:lnTo>
                    <a:lnTo>
                      <a:pt x="392" y="252"/>
                    </a:lnTo>
                    <a:lnTo>
                      <a:pt x="393" y="252"/>
                    </a:lnTo>
                    <a:lnTo>
                      <a:pt x="395" y="253"/>
                    </a:lnTo>
                    <a:lnTo>
                      <a:pt x="396" y="253"/>
                    </a:lnTo>
                    <a:lnTo>
                      <a:pt x="397" y="252"/>
                    </a:lnTo>
                    <a:lnTo>
                      <a:pt x="399" y="252"/>
                    </a:lnTo>
                    <a:lnTo>
                      <a:pt x="400" y="253"/>
                    </a:lnTo>
                    <a:lnTo>
                      <a:pt x="402" y="254"/>
                    </a:lnTo>
                    <a:lnTo>
                      <a:pt x="403" y="254"/>
                    </a:lnTo>
                    <a:lnTo>
                      <a:pt x="404" y="254"/>
                    </a:lnTo>
                    <a:lnTo>
                      <a:pt x="406" y="254"/>
                    </a:lnTo>
                    <a:lnTo>
                      <a:pt x="407" y="255"/>
                    </a:lnTo>
                    <a:lnTo>
                      <a:pt x="408" y="256"/>
                    </a:lnTo>
                    <a:lnTo>
                      <a:pt x="410" y="255"/>
                    </a:lnTo>
                    <a:lnTo>
                      <a:pt x="411" y="257"/>
                    </a:lnTo>
                    <a:lnTo>
                      <a:pt x="412" y="256"/>
                    </a:lnTo>
                    <a:lnTo>
                      <a:pt x="414" y="257"/>
                    </a:lnTo>
                    <a:lnTo>
                      <a:pt x="415" y="257"/>
                    </a:lnTo>
                    <a:lnTo>
                      <a:pt x="417" y="257"/>
                    </a:lnTo>
                    <a:lnTo>
                      <a:pt x="418" y="256"/>
                    </a:lnTo>
                    <a:lnTo>
                      <a:pt x="419" y="257"/>
                    </a:lnTo>
                    <a:lnTo>
                      <a:pt x="421" y="257"/>
                    </a:lnTo>
                    <a:lnTo>
                      <a:pt x="422" y="256"/>
                    </a:lnTo>
                    <a:lnTo>
                      <a:pt x="423" y="254"/>
                    </a:lnTo>
                    <a:lnTo>
                      <a:pt x="425" y="16"/>
                    </a:lnTo>
                    <a:lnTo>
                      <a:pt x="426" y="13"/>
                    </a:lnTo>
                    <a:lnTo>
                      <a:pt x="427" y="14"/>
                    </a:lnTo>
                    <a:lnTo>
                      <a:pt x="429" y="15"/>
                    </a:lnTo>
                    <a:lnTo>
                      <a:pt x="430" y="16"/>
                    </a:lnTo>
                    <a:lnTo>
                      <a:pt x="431" y="17"/>
                    </a:lnTo>
                    <a:lnTo>
                      <a:pt x="433" y="17"/>
                    </a:lnTo>
                    <a:lnTo>
                      <a:pt x="434" y="18"/>
                    </a:lnTo>
                    <a:lnTo>
                      <a:pt x="436" y="18"/>
                    </a:lnTo>
                    <a:lnTo>
                      <a:pt x="437" y="18"/>
                    </a:lnTo>
                    <a:lnTo>
                      <a:pt x="438" y="18"/>
                    </a:lnTo>
                    <a:lnTo>
                      <a:pt x="440" y="18"/>
                    </a:lnTo>
                    <a:lnTo>
                      <a:pt x="441" y="18"/>
                    </a:lnTo>
                    <a:lnTo>
                      <a:pt x="442" y="18"/>
                    </a:lnTo>
                    <a:lnTo>
                      <a:pt x="444" y="18"/>
                    </a:lnTo>
                    <a:lnTo>
                      <a:pt x="445" y="17"/>
                    </a:lnTo>
                    <a:lnTo>
                      <a:pt x="446" y="18"/>
                    </a:lnTo>
                    <a:lnTo>
                      <a:pt x="448" y="18"/>
                    </a:lnTo>
                    <a:lnTo>
                      <a:pt x="449" y="18"/>
                    </a:lnTo>
                    <a:lnTo>
                      <a:pt x="451" y="18"/>
                    </a:lnTo>
                    <a:lnTo>
                      <a:pt x="452" y="18"/>
                    </a:lnTo>
                    <a:lnTo>
                      <a:pt x="453" y="19"/>
                    </a:lnTo>
                    <a:lnTo>
                      <a:pt x="455" y="19"/>
                    </a:lnTo>
                    <a:lnTo>
                      <a:pt x="456" y="19"/>
                    </a:lnTo>
                    <a:lnTo>
                      <a:pt x="457" y="19"/>
                    </a:lnTo>
                    <a:lnTo>
                      <a:pt x="459" y="20"/>
                    </a:lnTo>
                    <a:lnTo>
                      <a:pt x="460" y="20"/>
                    </a:lnTo>
                    <a:lnTo>
                      <a:pt x="461" y="20"/>
                    </a:lnTo>
                    <a:lnTo>
                      <a:pt x="463" y="19"/>
                    </a:lnTo>
                    <a:lnTo>
                      <a:pt x="464" y="19"/>
                    </a:lnTo>
                    <a:lnTo>
                      <a:pt x="465" y="19"/>
                    </a:lnTo>
                    <a:lnTo>
                      <a:pt x="467" y="18"/>
                    </a:lnTo>
                    <a:lnTo>
                      <a:pt x="468" y="18"/>
                    </a:lnTo>
                    <a:lnTo>
                      <a:pt x="470" y="17"/>
                    </a:lnTo>
                    <a:lnTo>
                      <a:pt x="471" y="17"/>
                    </a:lnTo>
                    <a:lnTo>
                      <a:pt x="472" y="17"/>
                    </a:lnTo>
                    <a:lnTo>
                      <a:pt x="474" y="17"/>
                    </a:lnTo>
                    <a:lnTo>
                      <a:pt x="475" y="17"/>
                    </a:lnTo>
                    <a:lnTo>
                      <a:pt x="476" y="17"/>
                    </a:lnTo>
                    <a:lnTo>
                      <a:pt x="478" y="18"/>
                    </a:lnTo>
                    <a:lnTo>
                      <a:pt x="479" y="19"/>
                    </a:lnTo>
                    <a:lnTo>
                      <a:pt x="480" y="19"/>
                    </a:lnTo>
                    <a:lnTo>
                      <a:pt x="482" y="20"/>
                    </a:lnTo>
                    <a:lnTo>
                      <a:pt x="483" y="20"/>
                    </a:lnTo>
                    <a:lnTo>
                      <a:pt x="485" y="20"/>
                    </a:lnTo>
                    <a:lnTo>
                      <a:pt x="486" y="19"/>
                    </a:lnTo>
                    <a:lnTo>
                      <a:pt x="487" y="19"/>
                    </a:lnTo>
                    <a:lnTo>
                      <a:pt x="489" y="18"/>
                    </a:lnTo>
                    <a:lnTo>
                      <a:pt x="490" y="18"/>
                    </a:lnTo>
                    <a:lnTo>
                      <a:pt x="491" y="17"/>
                    </a:lnTo>
                    <a:lnTo>
                      <a:pt x="493" y="17"/>
                    </a:lnTo>
                    <a:lnTo>
                      <a:pt x="494" y="17"/>
                    </a:lnTo>
                    <a:lnTo>
                      <a:pt x="495" y="17"/>
                    </a:lnTo>
                    <a:lnTo>
                      <a:pt x="497" y="18"/>
                    </a:lnTo>
                    <a:lnTo>
                      <a:pt x="498" y="18"/>
                    </a:lnTo>
                    <a:lnTo>
                      <a:pt x="499" y="18"/>
                    </a:lnTo>
                    <a:lnTo>
                      <a:pt x="501" y="18"/>
                    </a:lnTo>
                    <a:lnTo>
                      <a:pt x="502" y="18"/>
                    </a:lnTo>
                    <a:lnTo>
                      <a:pt x="504" y="19"/>
                    </a:lnTo>
                    <a:lnTo>
                      <a:pt x="505" y="18"/>
                    </a:lnTo>
                    <a:lnTo>
                      <a:pt x="506" y="18"/>
                    </a:lnTo>
                    <a:lnTo>
                      <a:pt x="508" y="18"/>
                    </a:lnTo>
                    <a:lnTo>
                      <a:pt x="509" y="19"/>
                    </a:lnTo>
                    <a:lnTo>
                      <a:pt x="510" y="19"/>
                    </a:lnTo>
                    <a:lnTo>
                      <a:pt x="512" y="19"/>
                    </a:lnTo>
                    <a:lnTo>
                      <a:pt x="513" y="18"/>
                    </a:lnTo>
                    <a:lnTo>
                      <a:pt x="514" y="18"/>
                    </a:lnTo>
                    <a:lnTo>
                      <a:pt x="516" y="18"/>
                    </a:lnTo>
                    <a:lnTo>
                      <a:pt x="517" y="18"/>
                    </a:lnTo>
                    <a:lnTo>
                      <a:pt x="519" y="18"/>
                    </a:lnTo>
                    <a:lnTo>
                      <a:pt x="520" y="18"/>
                    </a:lnTo>
                    <a:lnTo>
                      <a:pt x="521" y="17"/>
                    </a:lnTo>
                    <a:lnTo>
                      <a:pt x="523" y="17"/>
                    </a:lnTo>
                    <a:lnTo>
                      <a:pt x="524" y="18"/>
                    </a:lnTo>
                    <a:lnTo>
                      <a:pt x="525" y="19"/>
                    </a:lnTo>
                    <a:lnTo>
                      <a:pt x="527" y="19"/>
                    </a:lnTo>
                    <a:lnTo>
                      <a:pt x="528" y="19"/>
                    </a:lnTo>
                    <a:lnTo>
                      <a:pt x="529" y="20"/>
                    </a:lnTo>
                    <a:lnTo>
                      <a:pt x="531" y="20"/>
                    </a:lnTo>
                    <a:lnTo>
                      <a:pt x="532" y="20"/>
                    </a:lnTo>
                    <a:lnTo>
                      <a:pt x="533" y="19"/>
                    </a:lnTo>
                    <a:lnTo>
                      <a:pt x="535" y="20"/>
                    </a:lnTo>
                    <a:lnTo>
                      <a:pt x="536" y="19"/>
                    </a:lnTo>
                    <a:lnTo>
                      <a:pt x="538" y="19"/>
                    </a:lnTo>
                    <a:lnTo>
                      <a:pt x="539" y="19"/>
                    </a:lnTo>
                    <a:lnTo>
                      <a:pt x="540" y="18"/>
                    </a:lnTo>
                    <a:lnTo>
                      <a:pt x="542" y="18"/>
                    </a:lnTo>
                    <a:lnTo>
                      <a:pt x="543" y="18"/>
                    </a:lnTo>
                    <a:lnTo>
                      <a:pt x="544" y="18"/>
                    </a:lnTo>
                    <a:lnTo>
                      <a:pt x="546" y="18"/>
                    </a:lnTo>
                    <a:lnTo>
                      <a:pt x="547" y="18"/>
                    </a:lnTo>
                    <a:lnTo>
                      <a:pt x="548" y="19"/>
                    </a:lnTo>
                    <a:lnTo>
                      <a:pt x="550" y="20"/>
                    </a:lnTo>
                    <a:lnTo>
                      <a:pt x="551" y="20"/>
                    </a:lnTo>
                    <a:lnTo>
                      <a:pt x="553" y="20"/>
                    </a:lnTo>
                    <a:lnTo>
                      <a:pt x="554" y="21"/>
                    </a:lnTo>
                    <a:lnTo>
                      <a:pt x="555" y="22"/>
                    </a:lnTo>
                    <a:lnTo>
                      <a:pt x="557" y="22"/>
                    </a:lnTo>
                    <a:lnTo>
                      <a:pt x="558" y="23"/>
                    </a:lnTo>
                    <a:lnTo>
                      <a:pt x="559" y="22"/>
                    </a:lnTo>
                    <a:lnTo>
                      <a:pt x="561" y="23"/>
                    </a:lnTo>
                    <a:lnTo>
                      <a:pt x="562" y="23"/>
                    </a:lnTo>
                    <a:lnTo>
                      <a:pt x="563" y="23"/>
                    </a:lnTo>
                    <a:lnTo>
                      <a:pt x="565" y="22"/>
                    </a:lnTo>
                    <a:lnTo>
                      <a:pt x="566" y="22"/>
                    </a:lnTo>
                    <a:lnTo>
                      <a:pt x="567" y="22"/>
                    </a:lnTo>
                    <a:lnTo>
                      <a:pt x="569" y="22"/>
                    </a:lnTo>
                    <a:lnTo>
                      <a:pt x="570" y="23"/>
                    </a:lnTo>
                    <a:lnTo>
                      <a:pt x="572" y="23"/>
                    </a:lnTo>
                    <a:lnTo>
                      <a:pt x="573" y="22"/>
                    </a:lnTo>
                    <a:lnTo>
                      <a:pt x="574" y="22"/>
                    </a:lnTo>
                    <a:lnTo>
                      <a:pt x="576" y="22"/>
                    </a:lnTo>
                    <a:lnTo>
                      <a:pt x="577" y="22"/>
                    </a:lnTo>
                    <a:lnTo>
                      <a:pt x="578" y="22"/>
                    </a:lnTo>
                    <a:lnTo>
                      <a:pt x="580" y="22"/>
                    </a:lnTo>
                    <a:lnTo>
                      <a:pt x="581" y="22"/>
                    </a:lnTo>
                    <a:lnTo>
                      <a:pt x="582" y="22"/>
                    </a:lnTo>
                    <a:lnTo>
                      <a:pt x="584" y="23"/>
                    </a:lnTo>
                    <a:lnTo>
                      <a:pt x="585" y="22"/>
                    </a:lnTo>
                    <a:lnTo>
                      <a:pt x="587" y="22"/>
                    </a:lnTo>
                    <a:lnTo>
                      <a:pt x="588" y="23"/>
                    </a:lnTo>
                    <a:lnTo>
                      <a:pt x="589" y="23"/>
                    </a:lnTo>
                    <a:lnTo>
                      <a:pt x="591" y="22"/>
                    </a:lnTo>
                    <a:lnTo>
                      <a:pt x="592" y="23"/>
                    </a:lnTo>
                    <a:lnTo>
                      <a:pt x="593" y="22"/>
                    </a:lnTo>
                    <a:lnTo>
                      <a:pt x="595" y="22"/>
                    </a:lnTo>
                    <a:lnTo>
                      <a:pt x="596" y="22"/>
                    </a:lnTo>
                    <a:lnTo>
                      <a:pt x="597" y="21"/>
                    </a:lnTo>
                    <a:lnTo>
                      <a:pt x="599" y="21"/>
                    </a:lnTo>
                    <a:lnTo>
                      <a:pt x="600" y="20"/>
                    </a:lnTo>
                    <a:lnTo>
                      <a:pt x="601" y="20"/>
                    </a:lnTo>
                    <a:lnTo>
                      <a:pt x="603" y="21"/>
                    </a:lnTo>
                    <a:lnTo>
                      <a:pt x="604" y="21"/>
                    </a:lnTo>
                    <a:lnTo>
                      <a:pt x="606" y="22"/>
                    </a:lnTo>
                    <a:lnTo>
                      <a:pt x="607" y="23"/>
                    </a:lnTo>
                    <a:lnTo>
                      <a:pt x="608" y="23"/>
                    </a:lnTo>
                    <a:lnTo>
                      <a:pt x="610" y="23"/>
                    </a:lnTo>
                    <a:lnTo>
                      <a:pt x="611" y="23"/>
                    </a:lnTo>
                    <a:lnTo>
                      <a:pt x="612" y="22"/>
                    </a:lnTo>
                    <a:lnTo>
                      <a:pt x="614" y="21"/>
                    </a:lnTo>
                    <a:lnTo>
                      <a:pt x="615" y="19"/>
                    </a:lnTo>
                    <a:lnTo>
                      <a:pt x="616" y="18"/>
                    </a:lnTo>
                    <a:lnTo>
                      <a:pt x="618" y="18"/>
                    </a:lnTo>
                    <a:lnTo>
                      <a:pt x="619" y="18"/>
                    </a:lnTo>
                    <a:lnTo>
                      <a:pt x="621" y="18"/>
                    </a:lnTo>
                    <a:lnTo>
                      <a:pt x="622" y="17"/>
                    </a:lnTo>
                    <a:lnTo>
                      <a:pt x="623" y="19"/>
                    </a:lnTo>
                    <a:lnTo>
                      <a:pt x="625" y="19"/>
                    </a:lnTo>
                    <a:lnTo>
                      <a:pt x="626" y="20"/>
                    </a:lnTo>
                    <a:lnTo>
                      <a:pt x="627" y="20"/>
                    </a:lnTo>
                    <a:lnTo>
                      <a:pt x="629" y="22"/>
                    </a:lnTo>
                    <a:lnTo>
                      <a:pt x="630" y="23"/>
                    </a:lnTo>
                    <a:lnTo>
                      <a:pt x="631" y="23"/>
                    </a:lnTo>
                    <a:lnTo>
                      <a:pt x="633" y="23"/>
                    </a:lnTo>
                    <a:lnTo>
                      <a:pt x="634" y="24"/>
                    </a:lnTo>
                    <a:lnTo>
                      <a:pt x="635" y="24"/>
                    </a:lnTo>
                    <a:lnTo>
                      <a:pt x="637" y="23"/>
                    </a:lnTo>
                    <a:lnTo>
                      <a:pt x="638" y="23"/>
                    </a:lnTo>
                    <a:lnTo>
                      <a:pt x="640" y="22"/>
                    </a:lnTo>
                    <a:lnTo>
                      <a:pt x="641" y="22"/>
                    </a:lnTo>
                    <a:lnTo>
                      <a:pt x="642" y="22"/>
                    </a:lnTo>
                    <a:lnTo>
                      <a:pt x="644" y="21"/>
                    </a:lnTo>
                    <a:lnTo>
                      <a:pt x="645" y="20"/>
                    </a:lnTo>
                    <a:lnTo>
                      <a:pt x="646" y="20"/>
                    </a:lnTo>
                    <a:lnTo>
                      <a:pt x="648" y="19"/>
                    </a:lnTo>
                    <a:lnTo>
                      <a:pt x="649" y="20"/>
                    </a:lnTo>
                    <a:lnTo>
                      <a:pt x="650" y="21"/>
                    </a:lnTo>
                    <a:lnTo>
                      <a:pt x="652" y="21"/>
                    </a:lnTo>
                    <a:lnTo>
                      <a:pt x="653" y="22"/>
                    </a:lnTo>
                    <a:lnTo>
                      <a:pt x="655" y="23"/>
                    </a:lnTo>
                    <a:lnTo>
                      <a:pt x="656" y="23"/>
                    </a:lnTo>
                    <a:lnTo>
                      <a:pt x="657" y="23"/>
                    </a:lnTo>
                    <a:lnTo>
                      <a:pt x="659" y="23"/>
                    </a:lnTo>
                    <a:lnTo>
                      <a:pt x="660" y="23"/>
                    </a:lnTo>
                    <a:lnTo>
                      <a:pt x="661" y="23"/>
                    </a:lnTo>
                    <a:lnTo>
                      <a:pt x="663" y="22"/>
                    </a:lnTo>
                    <a:lnTo>
                      <a:pt x="664" y="22"/>
                    </a:lnTo>
                    <a:lnTo>
                      <a:pt x="665" y="23"/>
                    </a:lnTo>
                    <a:lnTo>
                      <a:pt x="667" y="23"/>
                    </a:lnTo>
                    <a:lnTo>
                      <a:pt x="668" y="23"/>
                    </a:lnTo>
                    <a:lnTo>
                      <a:pt x="669" y="23"/>
                    </a:lnTo>
                    <a:lnTo>
                      <a:pt x="671" y="23"/>
                    </a:lnTo>
                    <a:lnTo>
                      <a:pt x="672" y="23"/>
                    </a:lnTo>
                    <a:lnTo>
                      <a:pt x="674" y="23"/>
                    </a:lnTo>
                    <a:lnTo>
                      <a:pt x="675" y="24"/>
                    </a:lnTo>
                    <a:lnTo>
                      <a:pt x="676" y="23"/>
                    </a:lnTo>
                    <a:lnTo>
                      <a:pt x="678" y="23"/>
                    </a:lnTo>
                    <a:lnTo>
                      <a:pt x="679" y="23"/>
                    </a:lnTo>
                    <a:lnTo>
                      <a:pt x="680" y="23"/>
                    </a:lnTo>
                    <a:lnTo>
                      <a:pt x="682" y="23"/>
                    </a:lnTo>
                    <a:lnTo>
                      <a:pt x="683" y="23"/>
                    </a:lnTo>
                    <a:lnTo>
                      <a:pt x="684" y="24"/>
                    </a:lnTo>
                    <a:lnTo>
                      <a:pt x="686" y="24"/>
                    </a:lnTo>
                    <a:lnTo>
                      <a:pt x="687" y="24"/>
                    </a:lnTo>
                    <a:lnTo>
                      <a:pt x="689" y="25"/>
                    </a:lnTo>
                    <a:lnTo>
                      <a:pt x="690" y="26"/>
                    </a:lnTo>
                    <a:lnTo>
                      <a:pt x="691" y="26"/>
                    </a:lnTo>
                    <a:lnTo>
                      <a:pt x="693" y="26"/>
                    </a:lnTo>
                    <a:lnTo>
                      <a:pt x="694" y="25"/>
                    </a:lnTo>
                    <a:lnTo>
                      <a:pt x="695" y="25"/>
                    </a:lnTo>
                    <a:lnTo>
                      <a:pt x="697" y="25"/>
                    </a:lnTo>
                    <a:lnTo>
                      <a:pt x="698" y="25"/>
                    </a:lnTo>
                    <a:lnTo>
                      <a:pt x="699" y="24"/>
                    </a:lnTo>
                    <a:lnTo>
                      <a:pt x="701" y="24"/>
                    </a:lnTo>
                    <a:lnTo>
                      <a:pt x="702" y="24"/>
                    </a:lnTo>
                    <a:lnTo>
                      <a:pt x="703" y="24"/>
                    </a:lnTo>
                    <a:lnTo>
                      <a:pt x="705" y="25"/>
                    </a:lnTo>
                    <a:lnTo>
                      <a:pt x="706" y="25"/>
                    </a:lnTo>
                    <a:lnTo>
                      <a:pt x="708" y="25"/>
                    </a:lnTo>
                    <a:lnTo>
                      <a:pt x="709" y="26"/>
                    </a:lnTo>
                    <a:lnTo>
                      <a:pt x="710" y="26"/>
                    </a:lnTo>
                    <a:lnTo>
                      <a:pt x="712" y="25"/>
                    </a:lnTo>
                    <a:lnTo>
                      <a:pt x="713" y="24"/>
                    </a:lnTo>
                    <a:lnTo>
                      <a:pt x="714" y="24"/>
                    </a:lnTo>
                    <a:lnTo>
                      <a:pt x="716" y="24"/>
                    </a:lnTo>
                    <a:lnTo>
                      <a:pt x="717" y="24"/>
                    </a:lnTo>
                    <a:lnTo>
                      <a:pt x="718" y="24"/>
                    </a:lnTo>
                    <a:lnTo>
                      <a:pt x="720" y="24"/>
                    </a:lnTo>
                    <a:lnTo>
                      <a:pt x="721" y="24"/>
                    </a:lnTo>
                    <a:lnTo>
                      <a:pt x="723" y="24"/>
                    </a:lnTo>
                    <a:lnTo>
                      <a:pt x="724" y="24"/>
                    </a:lnTo>
                    <a:lnTo>
                      <a:pt x="725" y="23"/>
                    </a:lnTo>
                    <a:lnTo>
                      <a:pt x="727" y="22"/>
                    </a:lnTo>
                    <a:lnTo>
                      <a:pt x="728" y="22"/>
                    </a:lnTo>
                    <a:lnTo>
                      <a:pt x="729" y="22"/>
                    </a:lnTo>
                    <a:lnTo>
                      <a:pt x="731" y="22"/>
                    </a:lnTo>
                    <a:lnTo>
                      <a:pt x="732" y="22"/>
                    </a:lnTo>
                    <a:lnTo>
                      <a:pt x="733" y="23"/>
                    </a:lnTo>
                    <a:lnTo>
                      <a:pt x="735" y="23"/>
                    </a:lnTo>
                    <a:lnTo>
                      <a:pt x="736" y="24"/>
                    </a:lnTo>
                    <a:lnTo>
                      <a:pt x="737" y="23"/>
                    </a:lnTo>
                    <a:lnTo>
                      <a:pt x="739" y="23"/>
                    </a:lnTo>
                    <a:lnTo>
                      <a:pt x="740" y="22"/>
                    </a:lnTo>
                    <a:lnTo>
                      <a:pt x="742" y="22"/>
                    </a:lnTo>
                    <a:lnTo>
                      <a:pt x="743" y="22"/>
                    </a:lnTo>
                    <a:lnTo>
                      <a:pt x="744" y="22"/>
                    </a:lnTo>
                    <a:lnTo>
                      <a:pt x="746" y="22"/>
                    </a:lnTo>
                    <a:lnTo>
                      <a:pt x="747" y="22"/>
                    </a:lnTo>
                    <a:lnTo>
                      <a:pt x="748" y="22"/>
                    </a:lnTo>
                    <a:lnTo>
                      <a:pt x="750" y="22"/>
                    </a:lnTo>
                    <a:lnTo>
                      <a:pt x="751" y="22"/>
                    </a:lnTo>
                    <a:lnTo>
                      <a:pt x="752" y="22"/>
                    </a:lnTo>
                    <a:lnTo>
                      <a:pt x="754" y="21"/>
                    </a:lnTo>
                    <a:lnTo>
                      <a:pt x="755" y="22"/>
                    </a:lnTo>
                    <a:lnTo>
                      <a:pt x="757" y="21"/>
                    </a:lnTo>
                    <a:lnTo>
                      <a:pt x="758" y="22"/>
                    </a:lnTo>
                    <a:lnTo>
                      <a:pt x="759" y="22"/>
                    </a:lnTo>
                    <a:lnTo>
                      <a:pt x="761" y="22"/>
                    </a:lnTo>
                    <a:lnTo>
                      <a:pt x="762" y="24"/>
                    </a:lnTo>
                    <a:lnTo>
                      <a:pt x="763" y="24"/>
                    </a:lnTo>
                    <a:lnTo>
                      <a:pt x="765" y="24"/>
                    </a:lnTo>
                    <a:lnTo>
                      <a:pt x="766" y="24"/>
                    </a:lnTo>
                    <a:lnTo>
                      <a:pt x="767" y="23"/>
                    </a:lnTo>
                    <a:lnTo>
                      <a:pt x="769" y="23"/>
                    </a:lnTo>
                    <a:lnTo>
                      <a:pt x="770" y="23"/>
                    </a:lnTo>
                    <a:lnTo>
                      <a:pt x="771" y="22"/>
                    </a:lnTo>
                    <a:lnTo>
                      <a:pt x="773" y="22"/>
                    </a:lnTo>
                    <a:lnTo>
                      <a:pt x="774" y="22"/>
                    </a:lnTo>
                    <a:lnTo>
                      <a:pt x="776" y="22"/>
                    </a:lnTo>
                    <a:lnTo>
                      <a:pt x="777" y="22"/>
                    </a:lnTo>
                    <a:lnTo>
                      <a:pt x="778" y="22"/>
                    </a:lnTo>
                    <a:lnTo>
                      <a:pt x="780" y="22"/>
                    </a:lnTo>
                    <a:lnTo>
                      <a:pt x="781" y="22"/>
                    </a:lnTo>
                    <a:lnTo>
                      <a:pt x="782" y="21"/>
                    </a:lnTo>
                    <a:lnTo>
                      <a:pt x="784" y="22"/>
                    </a:lnTo>
                    <a:lnTo>
                      <a:pt x="785" y="22"/>
                    </a:lnTo>
                    <a:lnTo>
                      <a:pt x="786" y="22"/>
                    </a:lnTo>
                    <a:lnTo>
                      <a:pt x="788" y="22"/>
                    </a:lnTo>
                    <a:lnTo>
                      <a:pt x="789" y="22"/>
                    </a:lnTo>
                    <a:lnTo>
                      <a:pt x="791" y="22"/>
                    </a:lnTo>
                    <a:lnTo>
                      <a:pt x="792" y="22"/>
                    </a:lnTo>
                    <a:lnTo>
                      <a:pt x="793" y="22"/>
                    </a:lnTo>
                    <a:lnTo>
                      <a:pt x="795" y="22"/>
                    </a:lnTo>
                    <a:lnTo>
                      <a:pt x="796" y="21"/>
                    </a:lnTo>
                    <a:lnTo>
                      <a:pt x="797" y="21"/>
                    </a:lnTo>
                    <a:lnTo>
                      <a:pt x="799" y="22"/>
                    </a:lnTo>
                    <a:lnTo>
                      <a:pt x="800" y="20"/>
                    </a:lnTo>
                    <a:lnTo>
                      <a:pt x="801" y="20"/>
                    </a:lnTo>
                    <a:lnTo>
                      <a:pt x="803" y="21"/>
                    </a:lnTo>
                    <a:lnTo>
                      <a:pt x="804" y="21"/>
                    </a:lnTo>
                    <a:lnTo>
                      <a:pt x="805" y="22"/>
                    </a:lnTo>
                    <a:lnTo>
                      <a:pt x="807" y="20"/>
                    </a:lnTo>
                    <a:lnTo>
                      <a:pt x="808" y="20"/>
                    </a:lnTo>
                    <a:lnTo>
                      <a:pt x="810" y="20"/>
                    </a:lnTo>
                    <a:lnTo>
                      <a:pt x="811" y="21"/>
                    </a:lnTo>
                    <a:lnTo>
                      <a:pt x="812" y="21"/>
                    </a:lnTo>
                    <a:lnTo>
                      <a:pt x="814" y="21"/>
                    </a:lnTo>
                    <a:lnTo>
                      <a:pt x="815" y="21"/>
                    </a:lnTo>
                    <a:lnTo>
                      <a:pt x="816" y="22"/>
                    </a:lnTo>
                    <a:lnTo>
                      <a:pt x="818" y="22"/>
                    </a:lnTo>
                    <a:lnTo>
                      <a:pt x="819" y="23"/>
                    </a:lnTo>
                    <a:lnTo>
                      <a:pt x="820" y="22"/>
                    </a:lnTo>
                    <a:lnTo>
                      <a:pt x="822" y="22"/>
                    </a:lnTo>
                    <a:lnTo>
                      <a:pt x="823" y="22"/>
                    </a:lnTo>
                    <a:lnTo>
                      <a:pt x="825" y="22"/>
                    </a:lnTo>
                    <a:lnTo>
                      <a:pt x="826" y="22"/>
                    </a:lnTo>
                    <a:lnTo>
                      <a:pt x="827" y="22"/>
                    </a:lnTo>
                    <a:lnTo>
                      <a:pt x="829" y="23"/>
                    </a:lnTo>
                    <a:lnTo>
                      <a:pt x="830" y="23"/>
                    </a:lnTo>
                    <a:lnTo>
                      <a:pt x="831" y="23"/>
                    </a:lnTo>
                    <a:lnTo>
                      <a:pt x="833" y="23"/>
                    </a:lnTo>
                    <a:lnTo>
                      <a:pt x="834" y="23"/>
                    </a:lnTo>
                    <a:lnTo>
                      <a:pt x="835" y="23"/>
                    </a:lnTo>
                    <a:lnTo>
                      <a:pt x="837" y="23"/>
                    </a:lnTo>
                    <a:lnTo>
                      <a:pt x="838" y="22"/>
                    </a:lnTo>
                    <a:lnTo>
                      <a:pt x="839" y="22"/>
                    </a:lnTo>
                    <a:lnTo>
                      <a:pt x="841" y="22"/>
                    </a:lnTo>
                    <a:lnTo>
                      <a:pt x="842" y="23"/>
                    </a:lnTo>
                    <a:lnTo>
                      <a:pt x="844" y="23"/>
                    </a:lnTo>
                    <a:lnTo>
                      <a:pt x="845" y="24"/>
                    </a:lnTo>
                    <a:lnTo>
                      <a:pt x="846" y="24"/>
                    </a:lnTo>
                    <a:lnTo>
                      <a:pt x="848" y="25"/>
                    </a:lnTo>
                    <a:lnTo>
                      <a:pt x="849" y="25"/>
                    </a:lnTo>
                    <a:lnTo>
                      <a:pt x="850" y="26"/>
                    </a:lnTo>
                    <a:lnTo>
                      <a:pt x="852" y="26"/>
                    </a:lnTo>
                    <a:lnTo>
                      <a:pt x="853" y="27"/>
                    </a:lnTo>
                    <a:lnTo>
                      <a:pt x="854" y="26"/>
                    </a:lnTo>
                    <a:lnTo>
                      <a:pt x="856" y="24"/>
                    </a:lnTo>
                    <a:lnTo>
                      <a:pt x="857" y="24"/>
                    </a:lnTo>
                    <a:lnTo>
                      <a:pt x="859" y="24"/>
                    </a:lnTo>
                    <a:lnTo>
                      <a:pt x="860" y="23"/>
                    </a:lnTo>
                    <a:lnTo>
                      <a:pt x="861" y="23"/>
                    </a:lnTo>
                    <a:lnTo>
                      <a:pt x="863" y="22"/>
                    </a:lnTo>
                    <a:lnTo>
                      <a:pt x="864" y="22"/>
                    </a:lnTo>
                    <a:lnTo>
                      <a:pt x="865" y="22"/>
                    </a:lnTo>
                    <a:lnTo>
                      <a:pt x="867" y="23"/>
                    </a:lnTo>
                    <a:lnTo>
                      <a:pt x="868" y="24"/>
                    </a:lnTo>
                    <a:lnTo>
                      <a:pt x="869" y="24"/>
                    </a:lnTo>
                    <a:lnTo>
                      <a:pt x="871" y="24"/>
                    </a:lnTo>
                    <a:lnTo>
                      <a:pt x="872" y="24"/>
                    </a:lnTo>
                    <a:lnTo>
                      <a:pt x="873" y="25"/>
                    </a:lnTo>
                    <a:lnTo>
                      <a:pt x="875" y="24"/>
                    </a:lnTo>
                    <a:lnTo>
                      <a:pt x="876" y="25"/>
                    </a:lnTo>
                    <a:lnTo>
                      <a:pt x="878" y="24"/>
                    </a:lnTo>
                    <a:lnTo>
                      <a:pt x="879" y="24"/>
                    </a:lnTo>
                    <a:lnTo>
                      <a:pt x="880" y="23"/>
                    </a:lnTo>
                    <a:lnTo>
                      <a:pt x="882" y="23"/>
                    </a:lnTo>
                    <a:lnTo>
                      <a:pt x="883" y="22"/>
                    </a:lnTo>
                    <a:lnTo>
                      <a:pt x="884" y="22"/>
                    </a:lnTo>
                    <a:lnTo>
                      <a:pt x="886" y="23"/>
                    </a:lnTo>
                    <a:lnTo>
                      <a:pt x="887" y="23"/>
                    </a:lnTo>
                    <a:lnTo>
                      <a:pt x="888" y="22"/>
                    </a:lnTo>
                    <a:lnTo>
                      <a:pt x="890" y="23"/>
                    </a:lnTo>
                    <a:lnTo>
                      <a:pt x="891" y="23"/>
                    </a:lnTo>
                    <a:lnTo>
                      <a:pt x="893" y="23"/>
                    </a:lnTo>
                    <a:lnTo>
                      <a:pt x="894" y="24"/>
                    </a:lnTo>
                    <a:lnTo>
                      <a:pt x="895" y="24"/>
                    </a:lnTo>
                    <a:lnTo>
                      <a:pt x="897" y="24"/>
                    </a:lnTo>
                    <a:lnTo>
                      <a:pt x="898" y="23"/>
                    </a:lnTo>
                    <a:lnTo>
                      <a:pt x="899" y="23"/>
                    </a:lnTo>
                    <a:lnTo>
                      <a:pt x="901" y="22"/>
                    </a:lnTo>
                    <a:lnTo>
                      <a:pt x="902" y="21"/>
                    </a:lnTo>
                    <a:lnTo>
                      <a:pt x="903" y="20"/>
                    </a:lnTo>
                    <a:lnTo>
                      <a:pt x="905" y="19"/>
                    </a:lnTo>
                    <a:lnTo>
                      <a:pt x="906" y="18"/>
                    </a:lnTo>
                    <a:lnTo>
                      <a:pt x="907" y="18"/>
                    </a:lnTo>
                    <a:lnTo>
                      <a:pt x="909" y="17"/>
                    </a:lnTo>
                    <a:lnTo>
                      <a:pt x="910" y="17"/>
                    </a:lnTo>
                    <a:lnTo>
                      <a:pt x="912" y="17"/>
                    </a:lnTo>
                    <a:lnTo>
                      <a:pt x="913" y="18"/>
                    </a:lnTo>
                    <a:lnTo>
                      <a:pt x="914" y="19"/>
                    </a:lnTo>
                    <a:lnTo>
                      <a:pt x="916" y="19"/>
                    </a:lnTo>
                    <a:lnTo>
                      <a:pt x="917" y="19"/>
                    </a:lnTo>
                    <a:lnTo>
                      <a:pt x="918" y="20"/>
                    </a:lnTo>
                    <a:lnTo>
                      <a:pt x="920" y="20"/>
                    </a:lnTo>
                    <a:lnTo>
                      <a:pt x="921" y="21"/>
                    </a:lnTo>
                    <a:lnTo>
                      <a:pt x="922" y="21"/>
                    </a:lnTo>
                    <a:lnTo>
                      <a:pt x="924" y="21"/>
                    </a:lnTo>
                    <a:lnTo>
                      <a:pt x="925" y="21"/>
                    </a:lnTo>
                    <a:lnTo>
                      <a:pt x="927" y="20"/>
                    </a:lnTo>
                    <a:lnTo>
                      <a:pt x="928" y="21"/>
                    </a:lnTo>
                    <a:lnTo>
                      <a:pt x="929" y="22"/>
                    </a:lnTo>
                    <a:lnTo>
                      <a:pt x="931" y="20"/>
                    </a:lnTo>
                    <a:lnTo>
                      <a:pt x="932" y="18"/>
                    </a:lnTo>
                    <a:lnTo>
                      <a:pt x="933" y="18"/>
                    </a:lnTo>
                    <a:lnTo>
                      <a:pt x="935" y="18"/>
                    </a:lnTo>
                    <a:lnTo>
                      <a:pt x="936" y="17"/>
                    </a:lnTo>
                    <a:lnTo>
                      <a:pt x="937" y="17"/>
                    </a:lnTo>
                    <a:lnTo>
                      <a:pt x="939" y="16"/>
                    </a:lnTo>
                    <a:lnTo>
                      <a:pt x="940" y="16"/>
                    </a:lnTo>
                    <a:lnTo>
                      <a:pt x="941" y="17"/>
                    </a:lnTo>
                    <a:lnTo>
                      <a:pt x="943" y="17"/>
                    </a:lnTo>
                    <a:lnTo>
                      <a:pt x="944" y="18"/>
                    </a:lnTo>
                    <a:lnTo>
                      <a:pt x="946" y="19"/>
                    </a:lnTo>
                    <a:lnTo>
                      <a:pt x="947" y="19"/>
                    </a:lnTo>
                    <a:lnTo>
                      <a:pt x="948" y="19"/>
                    </a:lnTo>
                    <a:lnTo>
                      <a:pt x="950" y="20"/>
                    </a:lnTo>
                    <a:lnTo>
                      <a:pt x="951" y="21"/>
                    </a:lnTo>
                    <a:lnTo>
                      <a:pt x="952" y="22"/>
                    </a:lnTo>
                    <a:lnTo>
                      <a:pt x="954" y="22"/>
                    </a:lnTo>
                    <a:lnTo>
                      <a:pt x="955" y="22"/>
                    </a:lnTo>
                    <a:lnTo>
                      <a:pt x="956" y="22"/>
                    </a:lnTo>
                    <a:lnTo>
                      <a:pt x="958" y="23"/>
                    </a:lnTo>
                    <a:lnTo>
                      <a:pt x="959" y="23"/>
                    </a:lnTo>
                    <a:lnTo>
                      <a:pt x="961" y="22"/>
                    </a:lnTo>
                    <a:lnTo>
                      <a:pt x="962" y="22"/>
                    </a:lnTo>
                    <a:lnTo>
                      <a:pt x="963" y="22"/>
                    </a:lnTo>
                    <a:lnTo>
                      <a:pt x="965" y="22"/>
                    </a:lnTo>
                    <a:lnTo>
                      <a:pt x="966" y="22"/>
                    </a:lnTo>
                    <a:lnTo>
                      <a:pt x="967" y="23"/>
                    </a:lnTo>
                    <a:lnTo>
                      <a:pt x="969" y="23"/>
                    </a:lnTo>
                    <a:lnTo>
                      <a:pt x="970" y="23"/>
                    </a:lnTo>
                    <a:lnTo>
                      <a:pt x="971" y="23"/>
                    </a:lnTo>
                    <a:lnTo>
                      <a:pt x="973" y="23"/>
                    </a:lnTo>
                    <a:lnTo>
                      <a:pt x="974" y="23"/>
                    </a:lnTo>
                    <a:lnTo>
                      <a:pt x="975" y="24"/>
                    </a:lnTo>
                    <a:lnTo>
                      <a:pt x="977" y="24"/>
                    </a:lnTo>
                    <a:lnTo>
                      <a:pt x="978" y="24"/>
                    </a:lnTo>
                    <a:lnTo>
                      <a:pt x="980" y="23"/>
                    </a:lnTo>
                    <a:lnTo>
                      <a:pt x="981" y="22"/>
                    </a:lnTo>
                    <a:lnTo>
                      <a:pt x="982" y="22"/>
                    </a:lnTo>
                    <a:lnTo>
                      <a:pt x="984" y="23"/>
                    </a:lnTo>
                    <a:lnTo>
                      <a:pt x="985" y="22"/>
                    </a:lnTo>
                    <a:lnTo>
                      <a:pt x="986" y="20"/>
                    </a:lnTo>
                    <a:lnTo>
                      <a:pt x="988" y="20"/>
                    </a:lnTo>
                    <a:lnTo>
                      <a:pt x="989" y="20"/>
                    </a:lnTo>
                    <a:lnTo>
                      <a:pt x="990" y="20"/>
                    </a:lnTo>
                    <a:lnTo>
                      <a:pt x="992" y="20"/>
                    </a:lnTo>
                    <a:lnTo>
                      <a:pt x="993" y="19"/>
                    </a:lnTo>
                    <a:lnTo>
                      <a:pt x="995" y="19"/>
                    </a:lnTo>
                    <a:lnTo>
                      <a:pt x="996" y="19"/>
                    </a:lnTo>
                    <a:lnTo>
                      <a:pt x="997" y="19"/>
                    </a:lnTo>
                    <a:lnTo>
                      <a:pt x="999" y="18"/>
                    </a:lnTo>
                    <a:lnTo>
                      <a:pt x="1000" y="19"/>
                    </a:lnTo>
                    <a:lnTo>
                      <a:pt x="1001" y="19"/>
                    </a:lnTo>
                    <a:lnTo>
                      <a:pt x="1003" y="19"/>
                    </a:lnTo>
                    <a:lnTo>
                      <a:pt x="1004" y="18"/>
                    </a:lnTo>
                    <a:lnTo>
                      <a:pt x="1005" y="18"/>
                    </a:lnTo>
                    <a:lnTo>
                      <a:pt x="1007" y="19"/>
                    </a:lnTo>
                    <a:lnTo>
                      <a:pt x="1008" y="19"/>
                    </a:lnTo>
                    <a:lnTo>
                      <a:pt x="1009" y="19"/>
                    </a:lnTo>
                    <a:lnTo>
                      <a:pt x="1011" y="19"/>
                    </a:lnTo>
                    <a:lnTo>
                      <a:pt x="1012" y="19"/>
                    </a:lnTo>
                    <a:lnTo>
                      <a:pt x="1014" y="18"/>
                    </a:lnTo>
                    <a:lnTo>
                      <a:pt x="1015" y="18"/>
                    </a:lnTo>
                    <a:lnTo>
                      <a:pt x="1016" y="18"/>
                    </a:lnTo>
                    <a:lnTo>
                      <a:pt x="1018" y="18"/>
                    </a:lnTo>
                    <a:lnTo>
                      <a:pt x="1019" y="17"/>
                    </a:lnTo>
                    <a:lnTo>
                      <a:pt x="1020" y="17"/>
                    </a:lnTo>
                    <a:lnTo>
                      <a:pt x="1022" y="17"/>
                    </a:lnTo>
                    <a:lnTo>
                      <a:pt x="1023" y="17"/>
                    </a:lnTo>
                    <a:lnTo>
                      <a:pt x="1024" y="17"/>
                    </a:lnTo>
                    <a:lnTo>
                      <a:pt x="1026" y="17"/>
                    </a:lnTo>
                    <a:lnTo>
                      <a:pt x="1027" y="17"/>
                    </a:lnTo>
                    <a:lnTo>
                      <a:pt x="1029" y="17"/>
                    </a:lnTo>
                    <a:lnTo>
                      <a:pt x="1030" y="19"/>
                    </a:lnTo>
                    <a:lnTo>
                      <a:pt x="1031" y="18"/>
                    </a:lnTo>
                    <a:lnTo>
                      <a:pt x="1033" y="18"/>
                    </a:lnTo>
                    <a:lnTo>
                      <a:pt x="1034" y="18"/>
                    </a:lnTo>
                    <a:lnTo>
                      <a:pt x="1035" y="18"/>
                    </a:lnTo>
                    <a:lnTo>
                      <a:pt x="1037" y="18"/>
                    </a:lnTo>
                    <a:lnTo>
                      <a:pt x="1038" y="17"/>
                    </a:lnTo>
                    <a:lnTo>
                      <a:pt x="1039" y="17"/>
                    </a:lnTo>
                    <a:lnTo>
                      <a:pt x="1041" y="16"/>
                    </a:lnTo>
                    <a:lnTo>
                      <a:pt x="1042" y="17"/>
                    </a:lnTo>
                    <a:lnTo>
                      <a:pt x="1043" y="16"/>
                    </a:lnTo>
                    <a:lnTo>
                      <a:pt x="1045" y="16"/>
                    </a:lnTo>
                    <a:lnTo>
                      <a:pt x="1046" y="17"/>
                    </a:lnTo>
                    <a:lnTo>
                      <a:pt x="1048" y="17"/>
                    </a:lnTo>
                    <a:lnTo>
                      <a:pt x="1049" y="17"/>
                    </a:lnTo>
                    <a:lnTo>
                      <a:pt x="1050" y="18"/>
                    </a:lnTo>
                    <a:lnTo>
                      <a:pt x="1052" y="18"/>
                    </a:lnTo>
                    <a:lnTo>
                      <a:pt x="1053" y="19"/>
                    </a:lnTo>
                    <a:lnTo>
                      <a:pt x="1054" y="20"/>
                    </a:lnTo>
                    <a:lnTo>
                      <a:pt x="1056" y="19"/>
                    </a:lnTo>
                    <a:lnTo>
                      <a:pt x="1057" y="18"/>
                    </a:lnTo>
                    <a:lnTo>
                      <a:pt x="1058" y="18"/>
                    </a:lnTo>
                    <a:lnTo>
                      <a:pt x="1060" y="19"/>
                    </a:lnTo>
                    <a:lnTo>
                      <a:pt x="1061" y="19"/>
                    </a:lnTo>
                    <a:lnTo>
                      <a:pt x="1063" y="18"/>
                    </a:lnTo>
                    <a:lnTo>
                      <a:pt x="1064" y="18"/>
                    </a:lnTo>
                    <a:lnTo>
                      <a:pt x="1065" y="17"/>
                    </a:lnTo>
                    <a:lnTo>
                      <a:pt x="1067" y="17"/>
                    </a:lnTo>
                    <a:lnTo>
                      <a:pt x="1068" y="16"/>
                    </a:lnTo>
                    <a:lnTo>
                      <a:pt x="1069" y="16"/>
                    </a:lnTo>
                    <a:lnTo>
                      <a:pt x="1071" y="15"/>
                    </a:lnTo>
                    <a:lnTo>
                      <a:pt x="1072" y="15"/>
                    </a:lnTo>
                    <a:lnTo>
                      <a:pt x="1073" y="15"/>
                    </a:lnTo>
                    <a:lnTo>
                      <a:pt x="1075" y="16"/>
                    </a:lnTo>
                    <a:lnTo>
                      <a:pt x="1076" y="16"/>
                    </a:lnTo>
                    <a:lnTo>
                      <a:pt x="1077" y="16"/>
                    </a:lnTo>
                    <a:lnTo>
                      <a:pt x="1079" y="17"/>
                    </a:lnTo>
                    <a:lnTo>
                      <a:pt x="1080" y="17"/>
                    </a:lnTo>
                    <a:lnTo>
                      <a:pt x="1082" y="18"/>
                    </a:lnTo>
                    <a:lnTo>
                      <a:pt x="1083" y="19"/>
                    </a:lnTo>
                    <a:lnTo>
                      <a:pt x="1084" y="18"/>
                    </a:lnTo>
                    <a:lnTo>
                      <a:pt x="1086" y="18"/>
                    </a:lnTo>
                    <a:lnTo>
                      <a:pt x="1087" y="19"/>
                    </a:lnTo>
                    <a:lnTo>
                      <a:pt x="1088" y="19"/>
                    </a:lnTo>
                    <a:lnTo>
                      <a:pt x="1090" y="18"/>
                    </a:lnTo>
                    <a:lnTo>
                      <a:pt x="1091" y="19"/>
                    </a:lnTo>
                    <a:lnTo>
                      <a:pt x="1092" y="18"/>
                    </a:lnTo>
                    <a:lnTo>
                      <a:pt x="1094" y="17"/>
                    </a:lnTo>
                    <a:lnTo>
                      <a:pt x="1095" y="18"/>
                    </a:lnTo>
                    <a:lnTo>
                      <a:pt x="1097" y="18"/>
                    </a:lnTo>
                    <a:lnTo>
                      <a:pt x="1098" y="18"/>
                    </a:lnTo>
                    <a:lnTo>
                      <a:pt x="1099" y="17"/>
                    </a:lnTo>
                    <a:lnTo>
                      <a:pt x="1101" y="17"/>
                    </a:lnTo>
                    <a:lnTo>
                      <a:pt x="1102" y="17"/>
                    </a:lnTo>
                    <a:lnTo>
                      <a:pt x="1103" y="18"/>
                    </a:lnTo>
                    <a:lnTo>
                      <a:pt x="1105" y="19"/>
                    </a:lnTo>
                    <a:lnTo>
                      <a:pt x="1106" y="20"/>
                    </a:lnTo>
                    <a:lnTo>
                      <a:pt x="1107" y="20"/>
                    </a:lnTo>
                    <a:lnTo>
                      <a:pt x="1109" y="22"/>
                    </a:lnTo>
                    <a:lnTo>
                      <a:pt x="1110" y="23"/>
                    </a:lnTo>
                    <a:lnTo>
                      <a:pt x="1111" y="23"/>
                    </a:lnTo>
                    <a:lnTo>
                      <a:pt x="1113" y="23"/>
                    </a:lnTo>
                    <a:lnTo>
                      <a:pt x="1114" y="23"/>
                    </a:lnTo>
                    <a:lnTo>
                      <a:pt x="1116" y="23"/>
                    </a:lnTo>
                    <a:lnTo>
                      <a:pt x="1117" y="22"/>
                    </a:lnTo>
                    <a:lnTo>
                      <a:pt x="1118" y="22"/>
                    </a:lnTo>
                    <a:lnTo>
                      <a:pt x="1120" y="20"/>
                    </a:lnTo>
                    <a:lnTo>
                      <a:pt x="1121" y="20"/>
                    </a:lnTo>
                    <a:lnTo>
                      <a:pt x="1122" y="20"/>
                    </a:lnTo>
                    <a:lnTo>
                      <a:pt x="1124" y="19"/>
                    </a:lnTo>
                    <a:lnTo>
                      <a:pt x="1125" y="19"/>
                    </a:lnTo>
                    <a:lnTo>
                      <a:pt x="1126" y="19"/>
                    </a:lnTo>
                    <a:lnTo>
                      <a:pt x="1128" y="20"/>
                    </a:lnTo>
                    <a:lnTo>
                      <a:pt x="1129" y="20"/>
                    </a:lnTo>
                    <a:lnTo>
                      <a:pt x="1131" y="21"/>
                    </a:lnTo>
                    <a:lnTo>
                      <a:pt x="1132" y="22"/>
                    </a:lnTo>
                    <a:lnTo>
                      <a:pt x="1133" y="21"/>
                    </a:lnTo>
                    <a:lnTo>
                      <a:pt x="1135" y="22"/>
                    </a:lnTo>
                    <a:lnTo>
                      <a:pt x="1136" y="22"/>
                    </a:lnTo>
                    <a:lnTo>
                      <a:pt x="1137" y="22"/>
                    </a:lnTo>
                    <a:lnTo>
                      <a:pt x="1139" y="22"/>
                    </a:lnTo>
                    <a:lnTo>
                      <a:pt x="1140" y="21"/>
                    </a:lnTo>
                    <a:lnTo>
                      <a:pt x="1141" y="22"/>
                    </a:lnTo>
                    <a:lnTo>
                      <a:pt x="1143" y="21"/>
                    </a:lnTo>
                    <a:lnTo>
                      <a:pt x="1144" y="21"/>
                    </a:lnTo>
                    <a:lnTo>
                      <a:pt x="1145" y="20"/>
                    </a:lnTo>
                    <a:lnTo>
                      <a:pt x="1147" y="20"/>
                    </a:lnTo>
                    <a:lnTo>
                      <a:pt x="1148" y="21"/>
                    </a:lnTo>
                    <a:lnTo>
                      <a:pt x="1150" y="20"/>
                    </a:lnTo>
                    <a:lnTo>
                      <a:pt x="1151" y="20"/>
                    </a:lnTo>
                    <a:lnTo>
                      <a:pt x="1152" y="20"/>
                    </a:lnTo>
                    <a:lnTo>
                      <a:pt x="1154" y="20"/>
                    </a:lnTo>
                    <a:lnTo>
                      <a:pt x="1155" y="20"/>
                    </a:lnTo>
                    <a:lnTo>
                      <a:pt x="1156" y="20"/>
                    </a:lnTo>
                    <a:lnTo>
                      <a:pt x="1158" y="20"/>
                    </a:lnTo>
                    <a:lnTo>
                      <a:pt x="1159" y="20"/>
                    </a:lnTo>
                    <a:lnTo>
                      <a:pt x="1160" y="20"/>
                    </a:lnTo>
                    <a:lnTo>
                      <a:pt x="1162" y="20"/>
                    </a:lnTo>
                    <a:lnTo>
                      <a:pt x="1163" y="20"/>
                    </a:lnTo>
                    <a:lnTo>
                      <a:pt x="1165" y="21"/>
                    </a:lnTo>
                    <a:lnTo>
                      <a:pt x="1166" y="21"/>
                    </a:lnTo>
                    <a:lnTo>
                      <a:pt x="1167" y="21"/>
                    </a:lnTo>
                    <a:lnTo>
                      <a:pt x="1169" y="21"/>
                    </a:lnTo>
                    <a:lnTo>
                      <a:pt x="1170" y="22"/>
                    </a:lnTo>
                    <a:lnTo>
                      <a:pt x="1171" y="23"/>
                    </a:lnTo>
                    <a:lnTo>
                      <a:pt x="1173" y="22"/>
                    </a:lnTo>
                    <a:lnTo>
                      <a:pt x="1174" y="21"/>
                    </a:lnTo>
                    <a:lnTo>
                      <a:pt x="1175" y="21"/>
                    </a:lnTo>
                    <a:lnTo>
                      <a:pt x="1177" y="20"/>
                    </a:lnTo>
                    <a:lnTo>
                      <a:pt x="1178" y="20"/>
                    </a:lnTo>
                    <a:lnTo>
                      <a:pt x="1179" y="20"/>
                    </a:lnTo>
                    <a:lnTo>
                      <a:pt x="1181" y="21"/>
                    </a:lnTo>
                    <a:lnTo>
                      <a:pt x="1182" y="22"/>
                    </a:lnTo>
                    <a:lnTo>
                      <a:pt x="1184" y="23"/>
                    </a:lnTo>
                    <a:lnTo>
                      <a:pt x="1185" y="23"/>
                    </a:lnTo>
                    <a:lnTo>
                      <a:pt x="1186" y="23"/>
                    </a:lnTo>
                    <a:lnTo>
                      <a:pt x="1188" y="24"/>
                    </a:lnTo>
                    <a:lnTo>
                      <a:pt x="1189" y="24"/>
                    </a:lnTo>
                    <a:lnTo>
                      <a:pt x="1190" y="24"/>
                    </a:lnTo>
                    <a:lnTo>
                      <a:pt x="1192" y="24"/>
                    </a:lnTo>
                    <a:lnTo>
                      <a:pt x="1193" y="24"/>
                    </a:lnTo>
                    <a:lnTo>
                      <a:pt x="1194" y="24"/>
                    </a:lnTo>
                    <a:lnTo>
                      <a:pt x="1196" y="24"/>
                    </a:lnTo>
                    <a:lnTo>
                      <a:pt x="1197" y="25"/>
                    </a:lnTo>
                    <a:lnTo>
                      <a:pt x="1199" y="25"/>
                    </a:lnTo>
                    <a:lnTo>
                      <a:pt x="1200" y="24"/>
                    </a:lnTo>
                    <a:lnTo>
                      <a:pt x="1201" y="25"/>
                    </a:lnTo>
                    <a:lnTo>
                      <a:pt x="1203" y="24"/>
                    </a:lnTo>
                    <a:lnTo>
                      <a:pt x="1204" y="24"/>
                    </a:lnTo>
                    <a:lnTo>
                      <a:pt x="1205" y="24"/>
                    </a:lnTo>
                    <a:lnTo>
                      <a:pt x="1207" y="23"/>
                    </a:lnTo>
                    <a:lnTo>
                      <a:pt x="1208" y="22"/>
                    </a:lnTo>
                    <a:lnTo>
                      <a:pt x="1209" y="21"/>
                    </a:lnTo>
                    <a:lnTo>
                      <a:pt x="1211" y="21"/>
                    </a:lnTo>
                    <a:lnTo>
                      <a:pt x="1212" y="21"/>
                    </a:lnTo>
                    <a:lnTo>
                      <a:pt x="1213" y="22"/>
                    </a:lnTo>
                    <a:lnTo>
                      <a:pt x="1215" y="22"/>
                    </a:lnTo>
                    <a:lnTo>
                      <a:pt x="1216" y="23"/>
                    </a:lnTo>
                    <a:lnTo>
                      <a:pt x="1218" y="24"/>
                    </a:lnTo>
                    <a:lnTo>
                      <a:pt x="1219" y="25"/>
                    </a:lnTo>
                    <a:lnTo>
                      <a:pt x="1220" y="26"/>
                    </a:lnTo>
                    <a:lnTo>
                      <a:pt x="1222" y="25"/>
                    </a:lnTo>
                    <a:lnTo>
                      <a:pt x="1223" y="26"/>
                    </a:lnTo>
                    <a:lnTo>
                      <a:pt x="1224" y="26"/>
                    </a:lnTo>
                    <a:lnTo>
                      <a:pt x="1226" y="26"/>
                    </a:lnTo>
                    <a:lnTo>
                      <a:pt x="1227" y="25"/>
                    </a:lnTo>
                    <a:lnTo>
                      <a:pt x="1228" y="24"/>
                    </a:lnTo>
                    <a:lnTo>
                      <a:pt x="1230" y="25"/>
                    </a:lnTo>
                    <a:lnTo>
                      <a:pt x="1231" y="25"/>
                    </a:lnTo>
                    <a:lnTo>
                      <a:pt x="1233" y="24"/>
                    </a:lnTo>
                    <a:lnTo>
                      <a:pt x="1234" y="24"/>
                    </a:lnTo>
                    <a:lnTo>
                      <a:pt x="1235" y="23"/>
                    </a:lnTo>
                    <a:lnTo>
                      <a:pt x="1237" y="23"/>
                    </a:lnTo>
                    <a:lnTo>
                      <a:pt x="1238" y="24"/>
                    </a:lnTo>
                    <a:lnTo>
                      <a:pt x="1239" y="24"/>
                    </a:lnTo>
                    <a:lnTo>
                      <a:pt x="1241" y="24"/>
                    </a:lnTo>
                    <a:lnTo>
                      <a:pt x="1242" y="23"/>
                    </a:lnTo>
                    <a:lnTo>
                      <a:pt x="1243" y="23"/>
                    </a:lnTo>
                    <a:lnTo>
                      <a:pt x="1245" y="23"/>
                    </a:lnTo>
                    <a:lnTo>
                      <a:pt x="1246" y="23"/>
                    </a:lnTo>
                    <a:lnTo>
                      <a:pt x="1247" y="23"/>
                    </a:lnTo>
                    <a:lnTo>
                      <a:pt x="1249" y="23"/>
                    </a:lnTo>
                    <a:lnTo>
                      <a:pt x="1250" y="22"/>
                    </a:lnTo>
                    <a:lnTo>
                      <a:pt x="1252" y="22"/>
                    </a:lnTo>
                    <a:lnTo>
                      <a:pt x="1253" y="22"/>
                    </a:lnTo>
                    <a:lnTo>
                      <a:pt x="1254" y="22"/>
                    </a:lnTo>
                    <a:lnTo>
                      <a:pt x="1256" y="22"/>
                    </a:lnTo>
                    <a:lnTo>
                      <a:pt x="1257" y="22"/>
                    </a:lnTo>
                    <a:lnTo>
                      <a:pt x="1258" y="21"/>
                    </a:lnTo>
                    <a:lnTo>
                      <a:pt x="1260" y="21"/>
                    </a:lnTo>
                    <a:lnTo>
                      <a:pt x="1261" y="20"/>
                    </a:lnTo>
                    <a:lnTo>
                      <a:pt x="1262" y="21"/>
                    </a:lnTo>
                    <a:lnTo>
                      <a:pt x="1264" y="21"/>
                    </a:lnTo>
                    <a:lnTo>
                      <a:pt x="1265" y="21"/>
                    </a:lnTo>
                    <a:lnTo>
                      <a:pt x="1267" y="21"/>
                    </a:lnTo>
                    <a:lnTo>
                      <a:pt x="1268" y="19"/>
                    </a:lnTo>
                    <a:lnTo>
                      <a:pt x="1269" y="20"/>
                    </a:lnTo>
                    <a:lnTo>
                      <a:pt x="1271" y="20"/>
                    </a:lnTo>
                    <a:lnTo>
                      <a:pt x="1272" y="20"/>
                    </a:lnTo>
                    <a:lnTo>
                      <a:pt x="1273" y="19"/>
                    </a:lnTo>
                    <a:lnTo>
                      <a:pt x="1275" y="19"/>
                    </a:lnTo>
                    <a:lnTo>
                      <a:pt x="1276" y="19"/>
                    </a:lnTo>
                    <a:lnTo>
                      <a:pt x="1277" y="20"/>
                    </a:lnTo>
                    <a:lnTo>
                      <a:pt x="1279" y="20"/>
                    </a:lnTo>
                    <a:lnTo>
                      <a:pt x="1280" y="22"/>
                    </a:lnTo>
                    <a:lnTo>
                      <a:pt x="1281" y="22"/>
                    </a:lnTo>
                    <a:lnTo>
                      <a:pt x="1283" y="23"/>
                    </a:lnTo>
                    <a:lnTo>
                      <a:pt x="1284" y="24"/>
                    </a:lnTo>
                    <a:lnTo>
                      <a:pt x="1286" y="25"/>
                    </a:lnTo>
                    <a:lnTo>
                      <a:pt x="1287" y="24"/>
                    </a:lnTo>
                    <a:lnTo>
                      <a:pt x="1288" y="24"/>
                    </a:lnTo>
                    <a:lnTo>
                      <a:pt x="1290" y="24"/>
                    </a:lnTo>
                    <a:lnTo>
                      <a:pt x="1291" y="24"/>
                    </a:lnTo>
                    <a:lnTo>
                      <a:pt x="1292" y="23"/>
                    </a:lnTo>
                    <a:lnTo>
                      <a:pt x="1294" y="23"/>
                    </a:lnTo>
                    <a:lnTo>
                      <a:pt x="1295" y="24"/>
                    </a:lnTo>
                    <a:lnTo>
                      <a:pt x="1296" y="24"/>
                    </a:lnTo>
                    <a:lnTo>
                      <a:pt x="1298" y="25"/>
                    </a:lnTo>
                    <a:lnTo>
                      <a:pt x="1299" y="26"/>
                    </a:lnTo>
                    <a:lnTo>
                      <a:pt x="1301" y="26"/>
                    </a:lnTo>
                    <a:lnTo>
                      <a:pt x="1302" y="26"/>
                    </a:lnTo>
                    <a:lnTo>
                      <a:pt x="1303" y="26"/>
                    </a:lnTo>
                    <a:lnTo>
                      <a:pt x="1305" y="25"/>
                    </a:lnTo>
                    <a:lnTo>
                      <a:pt x="1306" y="25"/>
                    </a:lnTo>
                    <a:lnTo>
                      <a:pt x="1307" y="24"/>
                    </a:lnTo>
                    <a:lnTo>
                      <a:pt x="1309" y="23"/>
                    </a:lnTo>
                    <a:lnTo>
                      <a:pt x="1310" y="22"/>
                    </a:lnTo>
                    <a:lnTo>
                      <a:pt x="1311" y="23"/>
                    </a:lnTo>
                    <a:lnTo>
                      <a:pt x="1313" y="22"/>
                    </a:lnTo>
                    <a:lnTo>
                      <a:pt x="1314" y="22"/>
                    </a:lnTo>
                    <a:lnTo>
                      <a:pt x="1315" y="23"/>
                    </a:lnTo>
                    <a:lnTo>
                      <a:pt x="1317" y="23"/>
                    </a:lnTo>
                    <a:lnTo>
                      <a:pt x="1318" y="23"/>
                    </a:lnTo>
                    <a:lnTo>
                      <a:pt x="1320" y="24"/>
                    </a:lnTo>
                    <a:lnTo>
                      <a:pt x="1321" y="23"/>
                    </a:lnTo>
                    <a:lnTo>
                      <a:pt x="1322" y="23"/>
                    </a:lnTo>
                    <a:lnTo>
                      <a:pt x="1324" y="22"/>
                    </a:lnTo>
                    <a:lnTo>
                      <a:pt x="1325" y="22"/>
                    </a:lnTo>
                    <a:lnTo>
                      <a:pt x="1326" y="22"/>
                    </a:lnTo>
                    <a:lnTo>
                      <a:pt x="1328" y="22"/>
                    </a:lnTo>
                    <a:lnTo>
                      <a:pt x="1329" y="22"/>
                    </a:lnTo>
                    <a:lnTo>
                      <a:pt x="1330" y="22"/>
                    </a:lnTo>
                    <a:lnTo>
                      <a:pt x="1332" y="22"/>
                    </a:lnTo>
                    <a:lnTo>
                      <a:pt x="1333" y="22"/>
                    </a:lnTo>
                    <a:lnTo>
                      <a:pt x="1335" y="22"/>
                    </a:lnTo>
                    <a:lnTo>
                      <a:pt x="1336" y="22"/>
                    </a:lnTo>
                    <a:lnTo>
                      <a:pt x="1337" y="21"/>
                    </a:lnTo>
                    <a:lnTo>
                      <a:pt x="1339" y="20"/>
                    </a:lnTo>
                    <a:lnTo>
                      <a:pt x="1340" y="20"/>
                    </a:lnTo>
                    <a:lnTo>
                      <a:pt x="1341" y="22"/>
                    </a:lnTo>
                    <a:lnTo>
                      <a:pt x="1343" y="22"/>
                    </a:lnTo>
                    <a:lnTo>
                      <a:pt x="1344" y="22"/>
                    </a:lnTo>
                    <a:lnTo>
                      <a:pt x="1345" y="21"/>
                    </a:lnTo>
                    <a:lnTo>
                      <a:pt x="1347" y="22"/>
                    </a:lnTo>
                    <a:lnTo>
                      <a:pt x="1348" y="21"/>
                    </a:lnTo>
                    <a:lnTo>
                      <a:pt x="1349" y="22"/>
                    </a:lnTo>
                    <a:lnTo>
                      <a:pt x="1351" y="22"/>
                    </a:lnTo>
                    <a:lnTo>
                      <a:pt x="1352" y="22"/>
                    </a:lnTo>
                    <a:lnTo>
                      <a:pt x="1354" y="22"/>
                    </a:lnTo>
                    <a:lnTo>
                      <a:pt x="1355" y="22"/>
                    </a:lnTo>
                    <a:lnTo>
                      <a:pt x="1356" y="22"/>
                    </a:lnTo>
                    <a:lnTo>
                      <a:pt x="1358" y="23"/>
                    </a:lnTo>
                    <a:lnTo>
                      <a:pt x="1359" y="23"/>
                    </a:lnTo>
                    <a:lnTo>
                      <a:pt x="1360" y="23"/>
                    </a:lnTo>
                    <a:lnTo>
                      <a:pt x="1362" y="22"/>
                    </a:lnTo>
                    <a:lnTo>
                      <a:pt x="1363" y="22"/>
                    </a:lnTo>
                    <a:lnTo>
                      <a:pt x="1364" y="22"/>
                    </a:lnTo>
                    <a:lnTo>
                      <a:pt x="1366" y="21"/>
                    </a:lnTo>
                    <a:lnTo>
                      <a:pt x="1367" y="21"/>
                    </a:lnTo>
                    <a:lnTo>
                      <a:pt x="1369" y="20"/>
                    </a:lnTo>
                    <a:lnTo>
                      <a:pt x="1370" y="21"/>
                    </a:lnTo>
                    <a:lnTo>
                      <a:pt x="1371" y="21"/>
                    </a:lnTo>
                    <a:lnTo>
                      <a:pt x="1373" y="21"/>
                    </a:lnTo>
                    <a:lnTo>
                      <a:pt x="1374" y="21"/>
                    </a:lnTo>
                    <a:lnTo>
                      <a:pt x="1375" y="20"/>
                    </a:lnTo>
                    <a:lnTo>
                      <a:pt x="1377" y="21"/>
                    </a:lnTo>
                    <a:lnTo>
                      <a:pt x="1378" y="21"/>
                    </a:lnTo>
                    <a:lnTo>
                      <a:pt x="1379" y="22"/>
                    </a:lnTo>
                    <a:lnTo>
                      <a:pt x="1381" y="22"/>
                    </a:lnTo>
                    <a:lnTo>
                      <a:pt x="1382" y="22"/>
                    </a:lnTo>
                    <a:lnTo>
                      <a:pt x="1383" y="23"/>
                    </a:lnTo>
                    <a:lnTo>
                      <a:pt x="1385" y="24"/>
                    </a:lnTo>
                    <a:lnTo>
                      <a:pt x="1386" y="24"/>
                    </a:lnTo>
                    <a:lnTo>
                      <a:pt x="1388" y="23"/>
                    </a:lnTo>
                    <a:lnTo>
                      <a:pt x="1389" y="24"/>
                    </a:lnTo>
                    <a:lnTo>
                      <a:pt x="1390" y="24"/>
                    </a:lnTo>
                    <a:lnTo>
                      <a:pt x="1392" y="23"/>
                    </a:lnTo>
                    <a:lnTo>
                      <a:pt x="1393" y="23"/>
                    </a:lnTo>
                    <a:lnTo>
                      <a:pt x="1394" y="21"/>
                    </a:lnTo>
                    <a:lnTo>
                      <a:pt x="1396" y="21"/>
                    </a:lnTo>
                    <a:lnTo>
                      <a:pt x="1397" y="20"/>
                    </a:lnTo>
                    <a:lnTo>
                      <a:pt x="1398" y="19"/>
                    </a:lnTo>
                    <a:lnTo>
                      <a:pt x="1400" y="19"/>
                    </a:lnTo>
                    <a:lnTo>
                      <a:pt x="1401" y="19"/>
                    </a:lnTo>
                    <a:lnTo>
                      <a:pt x="1403" y="19"/>
                    </a:lnTo>
                    <a:lnTo>
                      <a:pt x="1404" y="21"/>
                    </a:lnTo>
                    <a:lnTo>
                      <a:pt x="1405" y="20"/>
                    </a:lnTo>
                    <a:lnTo>
                      <a:pt x="1407" y="21"/>
                    </a:lnTo>
                    <a:lnTo>
                      <a:pt x="1408" y="21"/>
                    </a:lnTo>
                    <a:lnTo>
                      <a:pt x="1409" y="22"/>
                    </a:lnTo>
                    <a:lnTo>
                      <a:pt x="1411" y="22"/>
                    </a:lnTo>
                    <a:lnTo>
                      <a:pt x="1412" y="23"/>
                    </a:lnTo>
                    <a:lnTo>
                      <a:pt x="1413" y="24"/>
                    </a:lnTo>
                    <a:lnTo>
                      <a:pt x="1415" y="24"/>
                    </a:lnTo>
                    <a:lnTo>
                      <a:pt x="1416" y="24"/>
                    </a:lnTo>
                    <a:lnTo>
                      <a:pt x="1417" y="24"/>
                    </a:lnTo>
                    <a:lnTo>
                      <a:pt x="1419" y="25"/>
                    </a:lnTo>
                    <a:lnTo>
                      <a:pt x="1420" y="24"/>
                    </a:lnTo>
                    <a:lnTo>
                      <a:pt x="1422" y="23"/>
                    </a:lnTo>
                    <a:lnTo>
                      <a:pt x="1423" y="22"/>
                    </a:lnTo>
                    <a:lnTo>
                      <a:pt x="1424" y="22"/>
                    </a:lnTo>
                    <a:lnTo>
                      <a:pt x="1426" y="21"/>
                    </a:lnTo>
                    <a:lnTo>
                      <a:pt x="1427" y="21"/>
                    </a:lnTo>
                    <a:lnTo>
                      <a:pt x="1428" y="21"/>
                    </a:lnTo>
                    <a:lnTo>
                      <a:pt x="1430" y="22"/>
                    </a:lnTo>
                    <a:lnTo>
                      <a:pt x="1431" y="22"/>
                    </a:lnTo>
                    <a:lnTo>
                      <a:pt x="1432" y="24"/>
                    </a:lnTo>
                    <a:lnTo>
                      <a:pt x="1434" y="24"/>
                    </a:lnTo>
                    <a:lnTo>
                      <a:pt x="1435" y="25"/>
                    </a:lnTo>
                    <a:lnTo>
                      <a:pt x="1437" y="24"/>
                    </a:lnTo>
                    <a:lnTo>
                      <a:pt x="1438" y="24"/>
                    </a:lnTo>
                    <a:lnTo>
                      <a:pt x="1439" y="24"/>
                    </a:lnTo>
                    <a:lnTo>
                      <a:pt x="1441" y="24"/>
                    </a:lnTo>
                    <a:lnTo>
                      <a:pt x="1442" y="23"/>
                    </a:lnTo>
                  </a:path>
                </a:pathLst>
              </a:custGeom>
              <a:noFill/>
              <a:ln cap="flat" cmpd="sng" w="25400">
                <a:solidFill>
                  <a:srgbClr val="228B2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 flipH="1" rot="10800000">
                <a:off x="6745288" y="2089151"/>
                <a:ext cx="3810000" cy="766763"/>
              </a:xfrm>
              <a:custGeom>
                <a:rect b="b" l="l" r="r" t="t"/>
                <a:pathLst>
                  <a:path extrusionOk="0" h="348" w="1442">
                    <a:moveTo>
                      <a:pt x="0" y="0"/>
                    </a:moveTo>
                    <a:lnTo>
                      <a:pt x="2" y="1"/>
                    </a:lnTo>
                    <a:lnTo>
                      <a:pt x="3" y="2"/>
                    </a:lnTo>
                    <a:lnTo>
                      <a:pt x="4" y="2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4"/>
                    </a:lnTo>
                    <a:lnTo>
                      <a:pt x="13" y="3"/>
                    </a:lnTo>
                    <a:lnTo>
                      <a:pt x="14" y="3"/>
                    </a:lnTo>
                    <a:lnTo>
                      <a:pt x="15" y="3"/>
                    </a:lnTo>
                    <a:lnTo>
                      <a:pt x="17" y="2"/>
                    </a:lnTo>
                    <a:lnTo>
                      <a:pt x="18" y="1"/>
                    </a:lnTo>
                    <a:lnTo>
                      <a:pt x="19" y="1"/>
                    </a:lnTo>
                    <a:lnTo>
                      <a:pt x="21" y="2"/>
                    </a:lnTo>
                    <a:lnTo>
                      <a:pt x="22" y="2"/>
                    </a:lnTo>
                    <a:lnTo>
                      <a:pt x="23" y="3"/>
                    </a:lnTo>
                    <a:lnTo>
                      <a:pt x="25" y="3"/>
                    </a:lnTo>
                    <a:lnTo>
                      <a:pt x="26" y="5"/>
                    </a:lnTo>
                    <a:lnTo>
                      <a:pt x="28" y="6"/>
                    </a:lnTo>
                    <a:lnTo>
                      <a:pt x="29" y="6"/>
                    </a:lnTo>
                    <a:lnTo>
                      <a:pt x="30" y="6"/>
                    </a:lnTo>
                    <a:lnTo>
                      <a:pt x="32" y="5"/>
                    </a:lnTo>
                    <a:lnTo>
                      <a:pt x="33" y="5"/>
                    </a:lnTo>
                    <a:lnTo>
                      <a:pt x="34" y="5"/>
                    </a:lnTo>
                    <a:lnTo>
                      <a:pt x="36" y="5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3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7" y="7"/>
                    </a:lnTo>
                    <a:lnTo>
                      <a:pt x="48" y="6"/>
                    </a:lnTo>
                    <a:lnTo>
                      <a:pt x="49" y="7"/>
                    </a:lnTo>
                    <a:lnTo>
                      <a:pt x="51" y="7"/>
                    </a:lnTo>
                    <a:lnTo>
                      <a:pt x="52" y="7"/>
                    </a:lnTo>
                    <a:lnTo>
                      <a:pt x="53" y="6"/>
                    </a:lnTo>
                    <a:lnTo>
                      <a:pt x="55" y="6"/>
                    </a:lnTo>
                    <a:lnTo>
                      <a:pt x="56" y="6"/>
                    </a:lnTo>
                    <a:lnTo>
                      <a:pt x="57" y="8"/>
                    </a:lnTo>
                    <a:lnTo>
                      <a:pt x="59" y="8"/>
                    </a:lnTo>
                    <a:lnTo>
                      <a:pt x="60" y="9"/>
                    </a:lnTo>
                    <a:lnTo>
                      <a:pt x="62" y="9"/>
                    </a:lnTo>
                    <a:lnTo>
                      <a:pt x="63" y="9"/>
                    </a:lnTo>
                    <a:lnTo>
                      <a:pt x="64" y="10"/>
                    </a:lnTo>
                    <a:lnTo>
                      <a:pt x="66" y="10"/>
                    </a:lnTo>
                    <a:lnTo>
                      <a:pt x="67" y="9"/>
                    </a:lnTo>
                    <a:lnTo>
                      <a:pt x="68" y="8"/>
                    </a:lnTo>
                    <a:lnTo>
                      <a:pt x="70" y="8"/>
                    </a:lnTo>
                    <a:lnTo>
                      <a:pt x="71" y="7"/>
                    </a:lnTo>
                    <a:lnTo>
                      <a:pt x="72" y="7"/>
                    </a:lnTo>
                    <a:lnTo>
                      <a:pt x="74" y="8"/>
                    </a:lnTo>
                    <a:lnTo>
                      <a:pt x="75" y="8"/>
                    </a:lnTo>
                    <a:lnTo>
                      <a:pt x="77" y="7"/>
                    </a:lnTo>
                    <a:lnTo>
                      <a:pt x="78" y="8"/>
                    </a:lnTo>
                    <a:lnTo>
                      <a:pt x="79" y="9"/>
                    </a:lnTo>
                    <a:lnTo>
                      <a:pt x="81" y="8"/>
                    </a:lnTo>
                    <a:lnTo>
                      <a:pt x="82" y="9"/>
                    </a:lnTo>
                    <a:lnTo>
                      <a:pt x="83" y="9"/>
                    </a:lnTo>
                    <a:lnTo>
                      <a:pt x="85" y="8"/>
                    </a:lnTo>
                    <a:lnTo>
                      <a:pt x="86" y="8"/>
                    </a:lnTo>
                    <a:lnTo>
                      <a:pt x="87" y="8"/>
                    </a:lnTo>
                    <a:lnTo>
                      <a:pt x="89" y="9"/>
                    </a:lnTo>
                    <a:lnTo>
                      <a:pt x="90" y="8"/>
                    </a:lnTo>
                    <a:lnTo>
                      <a:pt x="91" y="9"/>
                    </a:lnTo>
                    <a:lnTo>
                      <a:pt x="93" y="10"/>
                    </a:lnTo>
                    <a:lnTo>
                      <a:pt x="94" y="9"/>
                    </a:lnTo>
                    <a:lnTo>
                      <a:pt x="96" y="10"/>
                    </a:lnTo>
                    <a:lnTo>
                      <a:pt x="97" y="10"/>
                    </a:lnTo>
                    <a:lnTo>
                      <a:pt x="98" y="10"/>
                    </a:lnTo>
                    <a:lnTo>
                      <a:pt x="100" y="10"/>
                    </a:lnTo>
                    <a:lnTo>
                      <a:pt x="101" y="10"/>
                    </a:lnTo>
                    <a:lnTo>
                      <a:pt x="102" y="10"/>
                    </a:lnTo>
                    <a:lnTo>
                      <a:pt x="104" y="10"/>
                    </a:lnTo>
                    <a:lnTo>
                      <a:pt x="105" y="9"/>
                    </a:lnTo>
                    <a:lnTo>
                      <a:pt x="106" y="8"/>
                    </a:lnTo>
                    <a:lnTo>
                      <a:pt x="108" y="7"/>
                    </a:lnTo>
                    <a:lnTo>
                      <a:pt x="109" y="6"/>
                    </a:lnTo>
                    <a:lnTo>
                      <a:pt x="111" y="6"/>
                    </a:lnTo>
                    <a:lnTo>
                      <a:pt x="112" y="4"/>
                    </a:lnTo>
                    <a:lnTo>
                      <a:pt x="113" y="3"/>
                    </a:lnTo>
                    <a:lnTo>
                      <a:pt x="115" y="0"/>
                    </a:lnTo>
                    <a:lnTo>
                      <a:pt x="116" y="9"/>
                    </a:lnTo>
                    <a:lnTo>
                      <a:pt x="117" y="3"/>
                    </a:lnTo>
                    <a:lnTo>
                      <a:pt x="119" y="223"/>
                    </a:lnTo>
                    <a:lnTo>
                      <a:pt x="120" y="334"/>
                    </a:lnTo>
                    <a:lnTo>
                      <a:pt x="121" y="342"/>
                    </a:lnTo>
                    <a:lnTo>
                      <a:pt x="123" y="344"/>
                    </a:lnTo>
                    <a:lnTo>
                      <a:pt x="124" y="345"/>
                    </a:lnTo>
                    <a:lnTo>
                      <a:pt x="125" y="346"/>
                    </a:lnTo>
                    <a:lnTo>
                      <a:pt x="127" y="346"/>
                    </a:lnTo>
                    <a:lnTo>
                      <a:pt x="128" y="346"/>
                    </a:lnTo>
                    <a:lnTo>
                      <a:pt x="130" y="345"/>
                    </a:lnTo>
                    <a:lnTo>
                      <a:pt x="131" y="346"/>
                    </a:lnTo>
                    <a:lnTo>
                      <a:pt x="132" y="344"/>
                    </a:lnTo>
                    <a:lnTo>
                      <a:pt x="134" y="344"/>
                    </a:lnTo>
                    <a:lnTo>
                      <a:pt x="135" y="346"/>
                    </a:lnTo>
                    <a:lnTo>
                      <a:pt x="136" y="346"/>
                    </a:lnTo>
                    <a:lnTo>
                      <a:pt x="138" y="347"/>
                    </a:lnTo>
                    <a:lnTo>
                      <a:pt x="139" y="347"/>
                    </a:lnTo>
                    <a:lnTo>
                      <a:pt x="140" y="348"/>
                    </a:lnTo>
                    <a:lnTo>
                      <a:pt x="142" y="348"/>
                    </a:lnTo>
                    <a:lnTo>
                      <a:pt x="143" y="348"/>
                    </a:lnTo>
                    <a:lnTo>
                      <a:pt x="145" y="347"/>
                    </a:lnTo>
                    <a:lnTo>
                      <a:pt x="146" y="348"/>
                    </a:lnTo>
                    <a:lnTo>
                      <a:pt x="147" y="348"/>
                    </a:lnTo>
                    <a:lnTo>
                      <a:pt x="149" y="348"/>
                    </a:lnTo>
                    <a:lnTo>
                      <a:pt x="150" y="347"/>
                    </a:lnTo>
                    <a:lnTo>
                      <a:pt x="151" y="346"/>
                    </a:lnTo>
                    <a:lnTo>
                      <a:pt x="153" y="346"/>
                    </a:lnTo>
                    <a:lnTo>
                      <a:pt x="154" y="346"/>
                    </a:lnTo>
                    <a:lnTo>
                      <a:pt x="155" y="344"/>
                    </a:lnTo>
                    <a:lnTo>
                      <a:pt x="157" y="344"/>
                    </a:lnTo>
                    <a:lnTo>
                      <a:pt x="158" y="343"/>
                    </a:lnTo>
                    <a:lnTo>
                      <a:pt x="159" y="342"/>
                    </a:lnTo>
                    <a:lnTo>
                      <a:pt x="161" y="343"/>
                    </a:lnTo>
                    <a:lnTo>
                      <a:pt x="162" y="342"/>
                    </a:lnTo>
                    <a:lnTo>
                      <a:pt x="164" y="342"/>
                    </a:lnTo>
                    <a:lnTo>
                      <a:pt x="165" y="341"/>
                    </a:lnTo>
                    <a:lnTo>
                      <a:pt x="166" y="342"/>
                    </a:lnTo>
                    <a:lnTo>
                      <a:pt x="168" y="341"/>
                    </a:lnTo>
                    <a:lnTo>
                      <a:pt x="169" y="342"/>
                    </a:lnTo>
                    <a:lnTo>
                      <a:pt x="170" y="341"/>
                    </a:lnTo>
                    <a:lnTo>
                      <a:pt x="172" y="342"/>
                    </a:lnTo>
                    <a:lnTo>
                      <a:pt x="173" y="341"/>
                    </a:lnTo>
                    <a:lnTo>
                      <a:pt x="174" y="340"/>
                    </a:lnTo>
                    <a:lnTo>
                      <a:pt x="176" y="340"/>
                    </a:lnTo>
                    <a:lnTo>
                      <a:pt x="177" y="339"/>
                    </a:lnTo>
                    <a:lnTo>
                      <a:pt x="179" y="340"/>
                    </a:lnTo>
                    <a:lnTo>
                      <a:pt x="180" y="340"/>
                    </a:lnTo>
                    <a:lnTo>
                      <a:pt x="181" y="339"/>
                    </a:lnTo>
                    <a:lnTo>
                      <a:pt x="183" y="338"/>
                    </a:lnTo>
                    <a:lnTo>
                      <a:pt x="184" y="339"/>
                    </a:lnTo>
                    <a:lnTo>
                      <a:pt x="185" y="339"/>
                    </a:lnTo>
                    <a:lnTo>
                      <a:pt x="187" y="340"/>
                    </a:lnTo>
                    <a:lnTo>
                      <a:pt x="188" y="340"/>
                    </a:lnTo>
                    <a:lnTo>
                      <a:pt x="189" y="339"/>
                    </a:lnTo>
                    <a:lnTo>
                      <a:pt x="191" y="339"/>
                    </a:lnTo>
                    <a:lnTo>
                      <a:pt x="192" y="338"/>
                    </a:lnTo>
                    <a:lnTo>
                      <a:pt x="193" y="338"/>
                    </a:lnTo>
                    <a:lnTo>
                      <a:pt x="195" y="337"/>
                    </a:lnTo>
                    <a:lnTo>
                      <a:pt x="196" y="335"/>
                    </a:lnTo>
                    <a:lnTo>
                      <a:pt x="198" y="334"/>
                    </a:lnTo>
                    <a:lnTo>
                      <a:pt x="199" y="334"/>
                    </a:lnTo>
                    <a:lnTo>
                      <a:pt x="200" y="334"/>
                    </a:lnTo>
                    <a:lnTo>
                      <a:pt x="202" y="332"/>
                    </a:lnTo>
                    <a:lnTo>
                      <a:pt x="203" y="331"/>
                    </a:lnTo>
                    <a:lnTo>
                      <a:pt x="204" y="331"/>
                    </a:lnTo>
                    <a:lnTo>
                      <a:pt x="206" y="331"/>
                    </a:lnTo>
                    <a:lnTo>
                      <a:pt x="207" y="330"/>
                    </a:lnTo>
                    <a:lnTo>
                      <a:pt x="208" y="330"/>
                    </a:lnTo>
                    <a:lnTo>
                      <a:pt x="210" y="328"/>
                    </a:lnTo>
                    <a:lnTo>
                      <a:pt x="211" y="328"/>
                    </a:lnTo>
                    <a:lnTo>
                      <a:pt x="213" y="329"/>
                    </a:lnTo>
                    <a:lnTo>
                      <a:pt x="214" y="327"/>
                    </a:lnTo>
                    <a:lnTo>
                      <a:pt x="215" y="327"/>
                    </a:lnTo>
                    <a:lnTo>
                      <a:pt x="217" y="326"/>
                    </a:lnTo>
                    <a:lnTo>
                      <a:pt x="218" y="325"/>
                    </a:lnTo>
                    <a:lnTo>
                      <a:pt x="219" y="324"/>
                    </a:lnTo>
                    <a:lnTo>
                      <a:pt x="221" y="325"/>
                    </a:lnTo>
                    <a:lnTo>
                      <a:pt x="222" y="324"/>
                    </a:lnTo>
                    <a:lnTo>
                      <a:pt x="223" y="323"/>
                    </a:lnTo>
                    <a:lnTo>
                      <a:pt x="225" y="322"/>
                    </a:lnTo>
                    <a:lnTo>
                      <a:pt x="226" y="321"/>
                    </a:lnTo>
                    <a:lnTo>
                      <a:pt x="227" y="319"/>
                    </a:lnTo>
                    <a:lnTo>
                      <a:pt x="229" y="319"/>
                    </a:lnTo>
                    <a:lnTo>
                      <a:pt x="230" y="318"/>
                    </a:lnTo>
                    <a:lnTo>
                      <a:pt x="232" y="317"/>
                    </a:lnTo>
                    <a:lnTo>
                      <a:pt x="233" y="315"/>
                    </a:lnTo>
                    <a:lnTo>
                      <a:pt x="234" y="316"/>
                    </a:lnTo>
                    <a:lnTo>
                      <a:pt x="236" y="316"/>
                    </a:lnTo>
                    <a:lnTo>
                      <a:pt x="237" y="317"/>
                    </a:lnTo>
                    <a:lnTo>
                      <a:pt x="238" y="316"/>
                    </a:lnTo>
                    <a:lnTo>
                      <a:pt x="240" y="317"/>
                    </a:lnTo>
                    <a:lnTo>
                      <a:pt x="241" y="317"/>
                    </a:lnTo>
                    <a:lnTo>
                      <a:pt x="242" y="317"/>
                    </a:lnTo>
                    <a:lnTo>
                      <a:pt x="244" y="316"/>
                    </a:lnTo>
                    <a:lnTo>
                      <a:pt x="245" y="316"/>
                    </a:lnTo>
                    <a:lnTo>
                      <a:pt x="247" y="316"/>
                    </a:lnTo>
                    <a:lnTo>
                      <a:pt x="248" y="317"/>
                    </a:lnTo>
                    <a:lnTo>
                      <a:pt x="249" y="316"/>
                    </a:lnTo>
                    <a:lnTo>
                      <a:pt x="251" y="315"/>
                    </a:lnTo>
                    <a:lnTo>
                      <a:pt x="252" y="315"/>
                    </a:lnTo>
                    <a:lnTo>
                      <a:pt x="253" y="315"/>
                    </a:lnTo>
                    <a:lnTo>
                      <a:pt x="255" y="314"/>
                    </a:lnTo>
                    <a:lnTo>
                      <a:pt x="256" y="313"/>
                    </a:lnTo>
                    <a:lnTo>
                      <a:pt x="257" y="311"/>
                    </a:lnTo>
                    <a:lnTo>
                      <a:pt x="259" y="310"/>
                    </a:lnTo>
                    <a:lnTo>
                      <a:pt x="260" y="310"/>
                    </a:lnTo>
                    <a:lnTo>
                      <a:pt x="261" y="310"/>
                    </a:lnTo>
                    <a:lnTo>
                      <a:pt x="263" y="310"/>
                    </a:lnTo>
                    <a:lnTo>
                      <a:pt x="264" y="309"/>
                    </a:lnTo>
                    <a:lnTo>
                      <a:pt x="266" y="310"/>
                    </a:lnTo>
                    <a:lnTo>
                      <a:pt x="267" y="310"/>
                    </a:lnTo>
                    <a:lnTo>
                      <a:pt x="268" y="310"/>
                    </a:lnTo>
                    <a:lnTo>
                      <a:pt x="270" y="310"/>
                    </a:lnTo>
                    <a:lnTo>
                      <a:pt x="271" y="309"/>
                    </a:lnTo>
                    <a:lnTo>
                      <a:pt x="272" y="309"/>
                    </a:lnTo>
                    <a:lnTo>
                      <a:pt x="274" y="309"/>
                    </a:lnTo>
                    <a:lnTo>
                      <a:pt x="275" y="308"/>
                    </a:lnTo>
                    <a:lnTo>
                      <a:pt x="276" y="308"/>
                    </a:lnTo>
                    <a:lnTo>
                      <a:pt x="278" y="307"/>
                    </a:lnTo>
                    <a:lnTo>
                      <a:pt x="279" y="306"/>
                    </a:lnTo>
                    <a:lnTo>
                      <a:pt x="281" y="306"/>
                    </a:lnTo>
                    <a:lnTo>
                      <a:pt x="282" y="305"/>
                    </a:lnTo>
                    <a:lnTo>
                      <a:pt x="283" y="304"/>
                    </a:lnTo>
                    <a:lnTo>
                      <a:pt x="285" y="303"/>
                    </a:lnTo>
                    <a:lnTo>
                      <a:pt x="286" y="302"/>
                    </a:lnTo>
                    <a:lnTo>
                      <a:pt x="287" y="303"/>
                    </a:lnTo>
                    <a:lnTo>
                      <a:pt x="289" y="303"/>
                    </a:lnTo>
                    <a:lnTo>
                      <a:pt x="290" y="302"/>
                    </a:lnTo>
                    <a:lnTo>
                      <a:pt x="291" y="303"/>
                    </a:lnTo>
                    <a:lnTo>
                      <a:pt x="293" y="303"/>
                    </a:lnTo>
                    <a:lnTo>
                      <a:pt x="294" y="304"/>
                    </a:lnTo>
                    <a:lnTo>
                      <a:pt x="295" y="305"/>
                    </a:lnTo>
                    <a:lnTo>
                      <a:pt x="297" y="304"/>
                    </a:lnTo>
                    <a:lnTo>
                      <a:pt x="298" y="304"/>
                    </a:lnTo>
                    <a:lnTo>
                      <a:pt x="300" y="304"/>
                    </a:lnTo>
                    <a:lnTo>
                      <a:pt x="301" y="303"/>
                    </a:lnTo>
                    <a:lnTo>
                      <a:pt x="302" y="304"/>
                    </a:lnTo>
                    <a:lnTo>
                      <a:pt x="304" y="302"/>
                    </a:lnTo>
                    <a:lnTo>
                      <a:pt x="305" y="300"/>
                    </a:lnTo>
                    <a:lnTo>
                      <a:pt x="306" y="300"/>
                    </a:lnTo>
                    <a:lnTo>
                      <a:pt x="308" y="299"/>
                    </a:lnTo>
                    <a:lnTo>
                      <a:pt x="309" y="298"/>
                    </a:lnTo>
                    <a:lnTo>
                      <a:pt x="310" y="298"/>
                    </a:lnTo>
                    <a:lnTo>
                      <a:pt x="312" y="297"/>
                    </a:lnTo>
                    <a:lnTo>
                      <a:pt x="313" y="297"/>
                    </a:lnTo>
                    <a:lnTo>
                      <a:pt x="315" y="297"/>
                    </a:lnTo>
                    <a:lnTo>
                      <a:pt x="316" y="297"/>
                    </a:lnTo>
                    <a:lnTo>
                      <a:pt x="317" y="297"/>
                    </a:lnTo>
                    <a:lnTo>
                      <a:pt x="319" y="297"/>
                    </a:lnTo>
                    <a:lnTo>
                      <a:pt x="320" y="296"/>
                    </a:lnTo>
                    <a:lnTo>
                      <a:pt x="321" y="295"/>
                    </a:lnTo>
                    <a:lnTo>
                      <a:pt x="323" y="296"/>
                    </a:lnTo>
                    <a:lnTo>
                      <a:pt x="324" y="296"/>
                    </a:lnTo>
                    <a:lnTo>
                      <a:pt x="325" y="295"/>
                    </a:lnTo>
                    <a:lnTo>
                      <a:pt x="327" y="296"/>
                    </a:lnTo>
                    <a:lnTo>
                      <a:pt x="328" y="294"/>
                    </a:lnTo>
                    <a:lnTo>
                      <a:pt x="329" y="293"/>
                    </a:lnTo>
                    <a:lnTo>
                      <a:pt x="331" y="292"/>
                    </a:lnTo>
                    <a:lnTo>
                      <a:pt x="332" y="291"/>
                    </a:lnTo>
                    <a:lnTo>
                      <a:pt x="334" y="290"/>
                    </a:lnTo>
                    <a:lnTo>
                      <a:pt x="335" y="290"/>
                    </a:lnTo>
                    <a:lnTo>
                      <a:pt x="336" y="290"/>
                    </a:lnTo>
                    <a:lnTo>
                      <a:pt x="338" y="290"/>
                    </a:lnTo>
                    <a:lnTo>
                      <a:pt x="339" y="291"/>
                    </a:lnTo>
                    <a:lnTo>
                      <a:pt x="340" y="290"/>
                    </a:lnTo>
                    <a:lnTo>
                      <a:pt x="342" y="291"/>
                    </a:lnTo>
                    <a:lnTo>
                      <a:pt x="343" y="291"/>
                    </a:lnTo>
                    <a:lnTo>
                      <a:pt x="344" y="291"/>
                    </a:lnTo>
                    <a:lnTo>
                      <a:pt x="346" y="290"/>
                    </a:lnTo>
                    <a:lnTo>
                      <a:pt x="347" y="289"/>
                    </a:lnTo>
                    <a:lnTo>
                      <a:pt x="349" y="289"/>
                    </a:lnTo>
                    <a:lnTo>
                      <a:pt x="350" y="287"/>
                    </a:lnTo>
                    <a:lnTo>
                      <a:pt x="351" y="286"/>
                    </a:lnTo>
                    <a:lnTo>
                      <a:pt x="353" y="286"/>
                    </a:lnTo>
                    <a:lnTo>
                      <a:pt x="354" y="285"/>
                    </a:lnTo>
                    <a:lnTo>
                      <a:pt x="355" y="285"/>
                    </a:lnTo>
                    <a:lnTo>
                      <a:pt x="357" y="285"/>
                    </a:lnTo>
                    <a:lnTo>
                      <a:pt x="358" y="286"/>
                    </a:lnTo>
                    <a:lnTo>
                      <a:pt x="359" y="285"/>
                    </a:lnTo>
                    <a:lnTo>
                      <a:pt x="361" y="285"/>
                    </a:lnTo>
                    <a:lnTo>
                      <a:pt x="362" y="285"/>
                    </a:lnTo>
                    <a:lnTo>
                      <a:pt x="363" y="285"/>
                    </a:lnTo>
                    <a:lnTo>
                      <a:pt x="365" y="284"/>
                    </a:lnTo>
                    <a:lnTo>
                      <a:pt x="366" y="285"/>
                    </a:lnTo>
                    <a:lnTo>
                      <a:pt x="368" y="284"/>
                    </a:lnTo>
                    <a:lnTo>
                      <a:pt x="369" y="283"/>
                    </a:lnTo>
                    <a:lnTo>
                      <a:pt x="370" y="283"/>
                    </a:lnTo>
                    <a:lnTo>
                      <a:pt x="372" y="283"/>
                    </a:lnTo>
                    <a:lnTo>
                      <a:pt x="373" y="283"/>
                    </a:lnTo>
                    <a:lnTo>
                      <a:pt x="374" y="283"/>
                    </a:lnTo>
                    <a:lnTo>
                      <a:pt x="376" y="282"/>
                    </a:lnTo>
                    <a:lnTo>
                      <a:pt x="377" y="281"/>
                    </a:lnTo>
                    <a:lnTo>
                      <a:pt x="378" y="282"/>
                    </a:lnTo>
                    <a:lnTo>
                      <a:pt x="380" y="282"/>
                    </a:lnTo>
                    <a:lnTo>
                      <a:pt x="381" y="282"/>
                    </a:lnTo>
                    <a:lnTo>
                      <a:pt x="383" y="282"/>
                    </a:lnTo>
                    <a:lnTo>
                      <a:pt x="384" y="282"/>
                    </a:lnTo>
                    <a:lnTo>
                      <a:pt x="385" y="281"/>
                    </a:lnTo>
                    <a:lnTo>
                      <a:pt x="387" y="282"/>
                    </a:lnTo>
                    <a:lnTo>
                      <a:pt x="388" y="281"/>
                    </a:lnTo>
                    <a:lnTo>
                      <a:pt x="389" y="281"/>
                    </a:lnTo>
                    <a:lnTo>
                      <a:pt x="391" y="281"/>
                    </a:lnTo>
                    <a:lnTo>
                      <a:pt x="392" y="281"/>
                    </a:lnTo>
                    <a:lnTo>
                      <a:pt x="393" y="282"/>
                    </a:lnTo>
                    <a:lnTo>
                      <a:pt x="395" y="283"/>
                    </a:lnTo>
                    <a:lnTo>
                      <a:pt x="396" y="283"/>
                    </a:lnTo>
                    <a:lnTo>
                      <a:pt x="397" y="283"/>
                    </a:lnTo>
                    <a:lnTo>
                      <a:pt x="399" y="283"/>
                    </a:lnTo>
                    <a:lnTo>
                      <a:pt x="400" y="283"/>
                    </a:lnTo>
                    <a:lnTo>
                      <a:pt x="402" y="283"/>
                    </a:lnTo>
                    <a:lnTo>
                      <a:pt x="403" y="283"/>
                    </a:lnTo>
                    <a:lnTo>
                      <a:pt x="404" y="283"/>
                    </a:lnTo>
                    <a:lnTo>
                      <a:pt x="406" y="283"/>
                    </a:lnTo>
                    <a:lnTo>
                      <a:pt x="407" y="284"/>
                    </a:lnTo>
                    <a:lnTo>
                      <a:pt x="408" y="285"/>
                    </a:lnTo>
                    <a:lnTo>
                      <a:pt x="410" y="285"/>
                    </a:lnTo>
                    <a:lnTo>
                      <a:pt x="411" y="286"/>
                    </a:lnTo>
                    <a:lnTo>
                      <a:pt x="412" y="286"/>
                    </a:lnTo>
                    <a:lnTo>
                      <a:pt x="414" y="287"/>
                    </a:lnTo>
                    <a:lnTo>
                      <a:pt x="415" y="287"/>
                    </a:lnTo>
                    <a:lnTo>
                      <a:pt x="417" y="286"/>
                    </a:lnTo>
                    <a:lnTo>
                      <a:pt x="418" y="285"/>
                    </a:lnTo>
                    <a:lnTo>
                      <a:pt x="419" y="285"/>
                    </a:lnTo>
                    <a:lnTo>
                      <a:pt x="421" y="286"/>
                    </a:lnTo>
                    <a:lnTo>
                      <a:pt x="422" y="284"/>
                    </a:lnTo>
                    <a:lnTo>
                      <a:pt x="423" y="287"/>
                    </a:lnTo>
                    <a:lnTo>
                      <a:pt x="425" y="34"/>
                    </a:lnTo>
                    <a:lnTo>
                      <a:pt x="426" y="25"/>
                    </a:lnTo>
                    <a:lnTo>
                      <a:pt x="427" y="22"/>
                    </a:lnTo>
                    <a:lnTo>
                      <a:pt x="429" y="25"/>
                    </a:lnTo>
                    <a:lnTo>
                      <a:pt x="430" y="26"/>
                    </a:lnTo>
                    <a:lnTo>
                      <a:pt x="431" y="25"/>
                    </a:lnTo>
                    <a:lnTo>
                      <a:pt x="433" y="26"/>
                    </a:lnTo>
                    <a:lnTo>
                      <a:pt x="434" y="26"/>
                    </a:lnTo>
                    <a:lnTo>
                      <a:pt x="436" y="25"/>
                    </a:lnTo>
                    <a:lnTo>
                      <a:pt x="437" y="24"/>
                    </a:lnTo>
                    <a:lnTo>
                      <a:pt x="438" y="25"/>
                    </a:lnTo>
                    <a:lnTo>
                      <a:pt x="440" y="25"/>
                    </a:lnTo>
                    <a:lnTo>
                      <a:pt x="441" y="25"/>
                    </a:lnTo>
                    <a:lnTo>
                      <a:pt x="442" y="24"/>
                    </a:lnTo>
                    <a:lnTo>
                      <a:pt x="444" y="24"/>
                    </a:lnTo>
                    <a:lnTo>
                      <a:pt x="445" y="24"/>
                    </a:lnTo>
                    <a:lnTo>
                      <a:pt x="446" y="25"/>
                    </a:lnTo>
                    <a:lnTo>
                      <a:pt x="448" y="25"/>
                    </a:lnTo>
                    <a:lnTo>
                      <a:pt x="449" y="24"/>
                    </a:lnTo>
                    <a:lnTo>
                      <a:pt x="451" y="25"/>
                    </a:lnTo>
                    <a:lnTo>
                      <a:pt x="452" y="25"/>
                    </a:lnTo>
                    <a:lnTo>
                      <a:pt x="453" y="26"/>
                    </a:lnTo>
                    <a:lnTo>
                      <a:pt x="455" y="24"/>
                    </a:lnTo>
                    <a:lnTo>
                      <a:pt x="456" y="25"/>
                    </a:lnTo>
                    <a:lnTo>
                      <a:pt x="457" y="26"/>
                    </a:lnTo>
                    <a:lnTo>
                      <a:pt x="459" y="27"/>
                    </a:lnTo>
                    <a:lnTo>
                      <a:pt x="460" y="26"/>
                    </a:lnTo>
                    <a:lnTo>
                      <a:pt x="461" y="27"/>
                    </a:lnTo>
                    <a:lnTo>
                      <a:pt x="463" y="27"/>
                    </a:lnTo>
                    <a:lnTo>
                      <a:pt x="464" y="27"/>
                    </a:lnTo>
                    <a:lnTo>
                      <a:pt x="465" y="27"/>
                    </a:lnTo>
                    <a:lnTo>
                      <a:pt x="467" y="26"/>
                    </a:lnTo>
                    <a:lnTo>
                      <a:pt x="468" y="26"/>
                    </a:lnTo>
                    <a:lnTo>
                      <a:pt x="470" y="25"/>
                    </a:lnTo>
                    <a:lnTo>
                      <a:pt x="471" y="24"/>
                    </a:lnTo>
                    <a:lnTo>
                      <a:pt x="472" y="24"/>
                    </a:lnTo>
                    <a:lnTo>
                      <a:pt x="474" y="25"/>
                    </a:lnTo>
                    <a:lnTo>
                      <a:pt x="475" y="25"/>
                    </a:lnTo>
                    <a:lnTo>
                      <a:pt x="476" y="24"/>
                    </a:lnTo>
                    <a:lnTo>
                      <a:pt x="478" y="24"/>
                    </a:lnTo>
                    <a:lnTo>
                      <a:pt x="479" y="25"/>
                    </a:lnTo>
                    <a:lnTo>
                      <a:pt x="480" y="25"/>
                    </a:lnTo>
                    <a:lnTo>
                      <a:pt x="482" y="25"/>
                    </a:lnTo>
                    <a:lnTo>
                      <a:pt x="483" y="26"/>
                    </a:lnTo>
                    <a:lnTo>
                      <a:pt x="485" y="26"/>
                    </a:lnTo>
                    <a:lnTo>
                      <a:pt x="486" y="27"/>
                    </a:lnTo>
                    <a:lnTo>
                      <a:pt x="487" y="26"/>
                    </a:lnTo>
                    <a:lnTo>
                      <a:pt x="489" y="25"/>
                    </a:lnTo>
                    <a:lnTo>
                      <a:pt x="490" y="25"/>
                    </a:lnTo>
                    <a:lnTo>
                      <a:pt x="491" y="24"/>
                    </a:lnTo>
                    <a:lnTo>
                      <a:pt x="493" y="23"/>
                    </a:lnTo>
                    <a:lnTo>
                      <a:pt x="494" y="23"/>
                    </a:lnTo>
                    <a:lnTo>
                      <a:pt x="495" y="22"/>
                    </a:lnTo>
                    <a:lnTo>
                      <a:pt x="497" y="23"/>
                    </a:lnTo>
                    <a:lnTo>
                      <a:pt x="498" y="23"/>
                    </a:lnTo>
                    <a:lnTo>
                      <a:pt x="499" y="24"/>
                    </a:lnTo>
                    <a:lnTo>
                      <a:pt x="501" y="24"/>
                    </a:lnTo>
                    <a:lnTo>
                      <a:pt x="502" y="25"/>
                    </a:lnTo>
                    <a:lnTo>
                      <a:pt x="504" y="25"/>
                    </a:lnTo>
                    <a:lnTo>
                      <a:pt x="505" y="24"/>
                    </a:lnTo>
                    <a:lnTo>
                      <a:pt x="506" y="25"/>
                    </a:lnTo>
                    <a:lnTo>
                      <a:pt x="508" y="25"/>
                    </a:lnTo>
                    <a:lnTo>
                      <a:pt x="509" y="25"/>
                    </a:lnTo>
                    <a:lnTo>
                      <a:pt x="510" y="25"/>
                    </a:lnTo>
                    <a:lnTo>
                      <a:pt x="512" y="25"/>
                    </a:lnTo>
                    <a:lnTo>
                      <a:pt x="513" y="24"/>
                    </a:lnTo>
                    <a:lnTo>
                      <a:pt x="514" y="24"/>
                    </a:lnTo>
                    <a:lnTo>
                      <a:pt x="516" y="24"/>
                    </a:lnTo>
                    <a:lnTo>
                      <a:pt x="517" y="24"/>
                    </a:lnTo>
                    <a:lnTo>
                      <a:pt x="519" y="23"/>
                    </a:lnTo>
                    <a:lnTo>
                      <a:pt x="520" y="23"/>
                    </a:lnTo>
                    <a:lnTo>
                      <a:pt x="521" y="23"/>
                    </a:lnTo>
                    <a:lnTo>
                      <a:pt x="523" y="25"/>
                    </a:lnTo>
                    <a:lnTo>
                      <a:pt x="524" y="25"/>
                    </a:lnTo>
                    <a:lnTo>
                      <a:pt x="525" y="27"/>
                    </a:lnTo>
                    <a:lnTo>
                      <a:pt x="527" y="27"/>
                    </a:lnTo>
                    <a:lnTo>
                      <a:pt x="528" y="28"/>
                    </a:lnTo>
                    <a:lnTo>
                      <a:pt x="529" y="29"/>
                    </a:lnTo>
                    <a:lnTo>
                      <a:pt x="531" y="30"/>
                    </a:lnTo>
                    <a:lnTo>
                      <a:pt x="532" y="30"/>
                    </a:lnTo>
                    <a:lnTo>
                      <a:pt x="533" y="31"/>
                    </a:lnTo>
                    <a:lnTo>
                      <a:pt x="535" y="32"/>
                    </a:lnTo>
                    <a:lnTo>
                      <a:pt x="536" y="32"/>
                    </a:lnTo>
                    <a:lnTo>
                      <a:pt x="538" y="32"/>
                    </a:lnTo>
                    <a:lnTo>
                      <a:pt x="539" y="33"/>
                    </a:lnTo>
                    <a:lnTo>
                      <a:pt x="540" y="32"/>
                    </a:lnTo>
                    <a:lnTo>
                      <a:pt x="542" y="32"/>
                    </a:lnTo>
                    <a:lnTo>
                      <a:pt x="543" y="31"/>
                    </a:lnTo>
                    <a:lnTo>
                      <a:pt x="544" y="31"/>
                    </a:lnTo>
                    <a:lnTo>
                      <a:pt x="546" y="30"/>
                    </a:lnTo>
                    <a:lnTo>
                      <a:pt x="547" y="30"/>
                    </a:lnTo>
                    <a:lnTo>
                      <a:pt x="548" y="31"/>
                    </a:lnTo>
                    <a:lnTo>
                      <a:pt x="550" y="31"/>
                    </a:lnTo>
                    <a:lnTo>
                      <a:pt x="551" y="31"/>
                    </a:lnTo>
                    <a:lnTo>
                      <a:pt x="553" y="31"/>
                    </a:lnTo>
                    <a:lnTo>
                      <a:pt x="554" y="32"/>
                    </a:lnTo>
                    <a:lnTo>
                      <a:pt x="555" y="33"/>
                    </a:lnTo>
                    <a:lnTo>
                      <a:pt x="557" y="33"/>
                    </a:lnTo>
                    <a:lnTo>
                      <a:pt x="558" y="34"/>
                    </a:lnTo>
                    <a:lnTo>
                      <a:pt x="559" y="33"/>
                    </a:lnTo>
                    <a:lnTo>
                      <a:pt x="561" y="33"/>
                    </a:lnTo>
                    <a:lnTo>
                      <a:pt x="562" y="34"/>
                    </a:lnTo>
                    <a:lnTo>
                      <a:pt x="563" y="34"/>
                    </a:lnTo>
                    <a:lnTo>
                      <a:pt x="565" y="34"/>
                    </a:lnTo>
                    <a:lnTo>
                      <a:pt x="566" y="34"/>
                    </a:lnTo>
                    <a:lnTo>
                      <a:pt x="567" y="34"/>
                    </a:lnTo>
                    <a:lnTo>
                      <a:pt x="569" y="34"/>
                    </a:lnTo>
                    <a:lnTo>
                      <a:pt x="570" y="35"/>
                    </a:lnTo>
                    <a:lnTo>
                      <a:pt x="572" y="35"/>
                    </a:lnTo>
                    <a:lnTo>
                      <a:pt x="573" y="35"/>
                    </a:lnTo>
                    <a:lnTo>
                      <a:pt x="574" y="35"/>
                    </a:lnTo>
                    <a:lnTo>
                      <a:pt x="576" y="35"/>
                    </a:lnTo>
                    <a:lnTo>
                      <a:pt x="577" y="35"/>
                    </a:lnTo>
                    <a:lnTo>
                      <a:pt x="578" y="34"/>
                    </a:lnTo>
                    <a:lnTo>
                      <a:pt x="580" y="34"/>
                    </a:lnTo>
                    <a:lnTo>
                      <a:pt x="581" y="33"/>
                    </a:lnTo>
                    <a:lnTo>
                      <a:pt x="582" y="33"/>
                    </a:lnTo>
                    <a:lnTo>
                      <a:pt x="584" y="32"/>
                    </a:lnTo>
                    <a:lnTo>
                      <a:pt x="585" y="32"/>
                    </a:lnTo>
                    <a:lnTo>
                      <a:pt x="587" y="30"/>
                    </a:lnTo>
                    <a:lnTo>
                      <a:pt x="588" y="31"/>
                    </a:lnTo>
                    <a:lnTo>
                      <a:pt x="589" y="31"/>
                    </a:lnTo>
                    <a:lnTo>
                      <a:pt x="591" y="31"/>
                    </a:lnTo>
                    <a:lnTo>
                      <a:pt x="592" y="32"/>
                    </a:lnTo>
                    <a:lnTo>
                      <a:pt x="593" y="33"/>
                    </a:lnTo>
                    <a:lnTo>
                      <a:pt x="595" y="32"/>
                    </a:lnTo>
                    <a:lnTo>
                      <a:pt x="596" y="32"/>
                    </a:lnTo>
                    <a:lnTo>
                      <a:pt x="597" y="32"/>
                    </a:lnTo>
                    <a:lnTo>
                      <a:pt x="599" y="32"/>
                    </a:lnTo>
                    <a:lnTo>
                      <a:pt x="600" y="31"/>
                    </a:lnTo>
                    <a:lnTo>
                      <a:pt x="601" y="31"/>
                    </a:lnTo>
                    <a:lnTo>
                      <a:pt x="603" y="30"/>
                    </a:lnTo>
                    <a:lnTo>
                      <a:pt x="604" y="30"/>
                    </a:lnTo>
                    <a:lnTo>
                      <a:pt x="606" y="29"/>
                    </a:lnTo>
                    <a:lnTo>
                      <a:pt x="607" y="29"/>
                    </a:lnTo>
                    <a:lnTo>
                      <a:pt x="608" y="29"/>
                    </a:lnTo>
                    <a:lnTo>
                      <a:pt x="610" y="29"/>
                    </a:lnTo>
                    <a:lnTo>
                      <a:pt x="611" y="29"/>
                    </a:lnTo>
                    <a:lnTo>
                      <a:pt x="612" y="29"/>
                    </a:lnTo>
                    <a:lnTo>
                      <a:pt x="614" y="29"/>
                    </a:lnTo>
                    <a:lnTo>
                      <a:pt x="615" y="29"/>
                    </a:lnTo>
                    <a:lnTo>
                      <a:pt x="616" y="29"/>
                    </a:lnTo>
                    <a:lnTo>
                      <a:pt x="618" y="29"/>
                    </a:lnTo>
                    <a:lnTo>
                      <a:pt x="619" y="28"/>
                    </a:lnTo>
                    <a:lnTo>
                      <a:pt x="621" y="29"/>
                    </a:lnTo>
                    <a:lnTo>
                      <a:pt x="622" y="29"/>
                    </a:lnTo>
                    <a:lnTo>
                      <a:pt x="623" y="29"/>
                    </a:lnTo>
                    <a:lnTo>
                      <a:pt x="625" y="29"/>
                    </a:lnTo>
                    <a:lnTo>
                      <a:pt x="626" y="29"/>
                    </a:lnTo>
                    <a:lnTo>
                      <a:pt x="627" y="29"/>
                    </a:lnTo>
                    <a:lnTo>
                      <a:pt x="629" y="29"/>
                    </a:lnTo>
                    <a:lnTo>
                      <a:pt x="630" y="30"/>
                    </a:lnTo>
                    <a:lnTo>
                      <a:pt x="631" y="30"/>
                    </a:lnTo>
                    <a:lnTo>
                      <a:pt x="633" y="30"/>
                    </a:lnTo>
                    <a:lnTo>
                      <a:pt x="634" y="31"/>
                    </a:lnTo>
                    <a:lnTo>
                      <a:pt x="635" y="31"/>
                    </a:lnTo>
                    <a:lnTo>
                      <a:pt x="637" y="32"/>
                    </a:lnTo>
                    <a:lnTo>
                      <a:pt x="638" y="31"/>
                    </a:lnTo>
                    <a:lnTo>
                      <a:pt x="640" y="31"/>
                    </a:lnTo>
                    <a:lnTo>
                      <a:pt x="641" y="31"/>
                    </a:lnTo>
                    <a:lnTo>
                      <a:pt x="642" y="32"/>
                    </a:lnTo>
                    <a:lnTo>
                      <a:pt x="644" y="31"/>
                    </a:lnTo>
                    <a:lnTo>
                      <a:pt x="645" y="31"/>
                    </a:lnTo>
                    <a:lnTo>
                      <a:pt x="646" y="30"/>
                    </a:lnTo>
                    <a:lnTo>
                      <a:pt x="648" y="30"/>
                    </a:lnTo>
                    <a:lnTo>
                      <a:pt x="649" y="30"/>
                    </a:lnTo>
                    <a:lnTo>
                      <a:pt x="650" y="30"/>
                    </a:lnTo>
                    <a:lnTo>
                      <a:pt x="652" y="30"/>
                    </a:lnTo>
                    <a:lnTo>
                      <a:pt x="653" y="30"/>
                    </a:lnTo>
                    <a:lnTo>
                      <a:pt x="655" y="29"/>
                    </a:lnTo>
                    <a:lnTo>
                      <a:pt x="656" y="29"/>
                    </a:lnTo>
                    <a:lnTo>
                      <a:pt x="657" y="29"/>
                    </a:lnTo>
                    <a:lnTo>
                      <a:pt x="659" y="29"/>
                    </a:lnTo>
                    <a:lnTo>
                      <a:pt x="660" y="29"/>
                    </a:lnTo>
                    <a:lnTo>
                      <a:pt x="661" y="29"/>
                    </a:lnTo>
                    <a:lnTo>
                      <a:pt x="663" y="29"/>
                    </a:lnTo>
                    <a:lnTo>
                      <a:pt x="664" y="29"/>
                    </a:lnTo>
                    <a:lnTo>
                      <a:pt x="665" y="29"/>
                    </a:lnTo>
                    <a:lnTo>
                      <a:pt x="667" y="28"/>
                    </a:lnTo>
                    <a:lnTo>
                      <a:pt x="668" y="29"/>
                    </a:lnTo>
                    <a:lnTo>
                      <a:pt x="669" y="28"/>
                    </a:lnTo>
                    <a:lnTo>
                      <a:pt x="671" y="28"/>
                    </a:lnTo>
                    <a:lnTo>
                      <a:pt x="672" y="28"/>
                    </a:lnTo>
                    <a:lnTo>
                      <a:pt x="674" y="28"/>
                    </a:lnTo>
                    <a:lnTo>
                      <a:pt x="675" y="29"/>
                    </a:lnTo>
                    <a:lnTo>
                      <a:pt x="676" y="29"/>
                    </a:lnTo>
                    <a:lnTo>
                      <a:pt x="678" y="29"/>
                    </a:lnTo>
                    <a:lnTo>
                      <a:pt x="679" y="30"/>
                    </a:lnTo>
                    <a:lnTo>
                      <a:pt x="680" y="30"/>
                    </a:lnTo>
                    <a:lnTo>
                      <a:pt x="682" y="30"/>
                    </a:lnTo>
                    <a:lnTo>
                      <a:pt x="683" y="30"/>
                    </a:lnTo>
                    <a:lnTo>
                      <a:pt x="684" y="30"/>
                    </a:lnTo>
                    <a:lnTo>
                      <a:pt x="686" y="30"/>
                    </a:lnTo>
                    <a:lnTo>
                      <a:pt x="687" y="30"/>
                    </a:lnTo>
                    <a:lnTo>
                      <a:pt x="689" y="31"/>
                    </a:lnTo>
                    <a:lnTo>
                      <a:pt x="690" y="31"/>
                    </a:lnTo>
                    <a:lnTo>
                      <a:pt x="691" y="31"/>
                    </a:lnTo>
                    <a:lnTo>
                      <a:pt x="693" y="31"/>
                    </a:lnTo>
                    <a:lnTo>
                      <a:pt x="694" y="30"/>
                    </a:lnTo>
                    <a:lnTo>
                      <a:pt x="695" y="29"/>
                    </a:lnTo>
                    <a:lnTo>
                      <a:pt x="697" y="29"/>
                    </a:lnTo>
                    <a:lnTo>
                      <a:pt x="698" y="28"/>
                    </a:lnTo>
                    <a:lnTo>
                      <a:pt x="699" y="28"/>
                    </a:lnTo>
                    <a:lnTo>
                      <a:pt x="701" y="27"/>
                    </a:lnTo>
                    <a:lnTo>
                      <a:pt x="702" y="27"/>
                    </a:lnTo>
                    <a:lnTo>
                      <a:pt x="703" y="27"/>
                    </a:lnTo>
                    <a:lnTo>
                      <a:pt x="705" y="28"/>
                    </a:lnTo>
                    <a:lnTo>
                      <a:pt x="706" y="28"/>
                    </a:lnTo>
                    <a:lnTo>
                      <a:pt x="708" y="28"/>
                    </a:lnTo>
                    <a:lnTo>
                      <a:pt x="709" y="28"/>
                    </a:lnTo>
                    <a:lnTo>
                      <a:pt x="710" y="29"/>
                    </a:lnTo>
                    <a:lnTo>
                      <a:pt x="712" y="28"/>
                    </a:lnTo>
                    <a:lnTo>
                      <a:pt x="713" y="28"/>
                    </a:lnTo>
                    <a:lnTo>
                      <a:pt x="714" y="28"/>
                    </a:lnTo>
                    <a:lnTo>
                      <a:pt x="716" y="28"/>
                    </a:lnTo>
                    <a:lnTo>
                      <a:pt x="717" y="28"/>
                    </a:lnTo>
                    <a:lnTo>
                      <a:pt x="718" y="27"/>
                    </a:lnTo>
                    <a:lnTo>
                      <a:pt x="720" y="27"/>
                    </a:lnTo>
                    <a:lnTo>
                      <a:pt x="721" y="27"/>
                    </a:lnTo>
                    <a:lnTo>
                      <a:pt x="723" y="27"/>
                    </a:lnTo>
                    <a:lnTo>
                      <a:pt x="724" y="27"/>
                    </a:lnTo>
                    <a:lnTo>
                      <a:pt x="725" y="25"/>
                    </a:lnTo>
                    <a:lnTo>
                      <a:pt x="727" y="25"/>
                    </a:lnTo>
                    <a:lnTo>
                      <a:pt x="728" y="26"/>
                    </a:lnTo>
                    <a:lnTo>
                      <a:pt x="729" y="26"/>
                    </a:lnTo>
                    <a:lnTo>
                      <a:pt x="731" y="26"/>
                    </a:lnTo>
                    <a:lnTo>
                      <a:pt x="732" y="27"/>
                    </a:lnTo>
                    <a:lnTo>
                      <a:pt x="733" y="27"/>
                    </a:lnTo>
                    <a:lnTo>
                      <a:pt x="735" y="28"/>
                    </a:lnTo>
                    <a:lnTo>
                      <a:pt x="736" y="28"/>
                    </a:lnTo>
                    <a:lnTo>
                      <a:pt x="737" y="27"/>
                    </a:lnTo>
                    <a:lnTo>
                      <a:pt x="739" y="26"/>
                    </a:lnTo>
                    <a:lnTo>
                      <a:pt x="740" y="26"/>
                    </a:lnTo>
                    <a:lnTo>
                      <a:pt x="742" y="25"/>
                    </a:lnTo>
                    <a:lnTo>
                      <a:pt x="743" y="26"/>
                    </a:lnTo>
                    <a:lnTo>
                      <a:pt x="744" y="26"/>
                    </a:lnTo>
                    <a:lnTo>
                      <a:pt x="746" y="25"/>
                    </a:lnTo>
                    <a:lnTo>
                      <a:pt x="747" y="26"/>
                    </a:lnTo>
                    <a:lnTo>
                      <a:pt x="748" y="27"/>
                    </a:lnTo>
                    <a:lnTo>
                      <a:pt x="750" y="29"/>
                    </a:lnTo>
                    <a:lnTo>
                      <a:pt x="751" y="29"/>
                    </a:lnTo>
                    <a:lnTo>
                      <a:pt x="752" y="29"/>
                    </a:lnTo>
                    <a:lnTo>
                      <a:pt x="754" y="29"/>
                    </a:lnTo>
                    <a:lnTo>
                      <a:pt x="755" y="30"/>
                    </a:lnTo>
                    <a:lnTo>
                      <a:pt x="757" y="29"/>
                    </a:lnTo>
                    <a:lnTo>
                      <a:pt x="758" y="30"/>
                    </a:lnTo>
                    <a:lnTo>
                      <a:pt x="759" y="29"/>
                    </a:lnTo>
                    <a:lnTo>
                      <a:pt x="761" y="29"/>
                    </a:lnTo>
                    <a:lnTo>
                      <a:pt x="762" y="30"/>
                    </a:lnTo>
                    <a:lnTo>
                      <a:pt x="763" y="31"/>
                    </a:lnTo>
                    <a:lnTo>
                      <a:pt x="765" y="30"/>
                    </a:lnTo>
                    <a:lnTo>
                      <a:pt x="766" y="31"/>
                    </a:lnTo>
                    <a:lnTo>
                      <a:pt x="767" y="30"/>
                    </a:lnTo>
                    <a:lnTo>
                      <a:pt x="769" y="30"/>
                    </a:lnTo>
                    <a:lnTo>
                      <a:pt x="770" y="30"/>
                    </a:lnTo>
                    <a:lnTo>
                      <a:pt x="771" y="30"/>
                    </a:lnTo>
                    <a:lnTo>
                      <a:pt x="773" y="30"/>
                    </a:lnTo>
                    <a:lnTo>
                      <a:pt x="774" y="30"/>
                    </a:lnTo>
                    <a:lnTo>
                      <a:pt x="776" y="30"/>
                    </a:lnTo>
                    <a:lnTo>
                      <a:pt x="777" y="31"/>
                    </a:lnTo>
                    <a:lnTo>
                      <a:pt x="778" y="30"/>
                    </a:lnTo>
                    <a:lnTo>
                      <a:pt x="780" y="31"/>
                    </a:lnTo>
                    <a:lnTo>
                      <a:pt x="781" y="31"/>
                    </a:lnTo>
                    <a:lnTo>
                      <a:pt x="782" y="30"/>
                    </a:lnTo>
                    <a:lnTo>
                      <a:pt x="784" y="30"/>
                    </a:lnTo>
                    <a:lnTo>
                      <a:pt x="785" y="29"/>
                    </a:lnTo>
                    <a:lnTo>
                      <a:pt x="786" y="30"/>
                    </a:lnTo>
                    <a:lnTo>
                      <a:pt x="788" y="30"/>
                    </a:lnTo>
                    <a:lnTo>
                      <a:pt x="789" y="29"/>
                    </a:lnTo>
                    <a:lnTo>
                      <a:pt x="791" y="29"/>
                    </a:lnTo>
                    <a:lnTo>
                      <a:pt x="792" y="29"/>
                    </a:lnTo>
                    <a:lnTo>
                      <a:pt x="793" y="28"/>
                    </a:lnTo>
                    <a:lnTo>
                      <a:pt x="795" y="27"/>
                    </a:lnTo>
                    <a:lnTo>
                      <a:pt x="796" y="27"/>
                    </a:lnTo>
                    <a:lnTo>
                      <a:pt x="797" y="27"/>
                    </a:lnTo>
                    <a:lnTo>
                      <a:pt x="799" y="27"/>
                    </a:lnTo>
                    <a:lnTo>
                      <a:pt x="800" y="26"/>
                    </a:lnTo>
                    <a:lnTo>
                      <a:pt x="801" y="25"/>
                    </a:lnTo>
                    <a:lnTo>
                      <a:pt x="803" y="27"/>
                    </a:lnTo>
                    <a:lnTo>
                      <a:pt x="804" y="28"/>
                    </a:lnTo>
                    <a:lnTo>
                      <a:pt x="805" y="29"/>
                    </a:lnTo>
                    <a:lnTo>
                      <a:pt x="807" y="28"/>
                    </a:lnTo>
                    <a:lnTo>
                      <a:pt x="808" y="29"/>
                    </a:lnTo>
                    <a:lnTo>
                      <a:pt x="810" y="29"/>
                    </a:lnTo>
                    <a:lnTo>
                      <a:pt x="811" y="30"/>
                    </a:lnTo>
                    <a:lnTo>
                      <a:pt x="812" y="29"/>
                    </a:lnTo>
                    <a:lnTo>
                      <a:pt x="814" y="29"/>
                    </a:lnTo>
                    <a:lnTo>
                      <a:pt x="815" y="29"/>
                    </a:lnTo>
                    <a:lnTo>
                      <a:pt x="816" y="28"/>
                    </a:lnTo>
                    <a:lnTo>
                      <a:pt x="818" y="28"/>
                    </a:lnTo>
                    <a:lnTo>
                      <a:pt x="819" y="28"/>
                    </a:lnTo>
                    <a:lnTo>
                      <a:pt x="820" y="28"/>
                    </a:lnTo>
                    <a:lnTo>
                      <a:pt x="822" y="27"/>
                    </a:lnTo>
                    <a:lnTo>
                      <a:pt x="823" y="28"/>
                    </a:lnTo>
                    <a:lnTo>
                      <a:pt x="825" y="28"/>
                    </a:lnTo>
                    <a:lnTo>
                      <a:pt x="826" y="28"/>
                    </a:lnTo>
                    <a:lnTo>
                      <a:pt x="827" y="28"/>
                    </a:lnTo>
                    <a:lnTo>
                      <a:pt x="829" y="29"/>
                    </a:lnTo>
                    <a:lnTo>
                      <a:pt x="830" y="29"/>
                    </a:lnTo>
                    <a:lnTo>
                      <a:pt x="831" y="29"/>
                    </a:lnTo>
                    <a:lnTo>
                      <a:pt x="833" y="29"/>
                    </a:lnTo>
                    <a:lnTo>
                      <a:pt x="834" y="30"/>
                    </a:lnTo>
                    <a:lnTo>
                      <a:pt x="835" y="30"/>
                    </a:lnTo>
                    <a:lnTo>
                      <a:pt x="837" y="31"/>
                    </a:lnTo>
                    <a:lnTo>
                      <a:pt x="838" y="30"/>
                    </a:lnTo>
                    <a:lnTo>
                      <a:pt x="839" y="29"/>
                    </a:lnTo>
                    <a:lnTo>
                      <a:pt x="841" y="30"/>
                    </a:lnTo>
                    <a:lnTo>
                      <a:pt x="842" y="29"/>
                    </a:lnTo>
                    <a:lnTo>
                      <a:pt x="844" y="29"/>
                    </a:lnTo>
                    <a:lnTo>
                      <a:pt x="845" y="30"/>
                    </a:lnTo>
                    <a:lnTo>
                      <a:pt x="846" y="29"/>
                    </a:lnTo>
                    <a:lnTo>
                      <a:pt x="848" y="30"/>
                    </a:lnTo>
                    <a:lnTo>
                      <a:pt x="849" y="31"/>
                    </a:lnTo>
                    <a:lnTo>
                      <a:pt x="850" y="31"/>
                    </a:lnTo>
                    <a:lnTo>
                      <a:pt x="852" y="31"/>
                    </a:lnTo>
                    <a:lnTo>
                      <a:pt x="853" y="32"/>
                    </a:lnTo>
                    <a:lnTo>
                      <a:pt x="854" y="32"/>
                    </a:lnTo>
                    <a:lnTo>
                      <a:pt x="856" y="31"/>
                    </a:lnTo>
                    <a:lnTo>
                      <a:pt x="857" y="31"/>
                    </a:lnTo>
                    <a:lnTo>
                      <a:pt x="859" y="31"/>
                    </a:lnTo>
                    <a:lnTo>
                      <a:pt x="860" y="31"/>
                    </a:lnTo>
                    <a:lnTo>
                      <a:pt x="861" y="31"/>
                    </a:lnTo>
                    <a:lnTo>
                      <a:pt x="863" y="31"/>
                    </a:lnTo>
                    <a:lnTo>
                      <a:pt x="864" y="31"/>
                    </a:lnTo>
                    <a:lnTo>
                      <a:pt x="865" y="32"/>
                    </a:lnTo>
                    <a:lnTo>
                      <a:pt x="867" y="32"/>
                    </a:lnTo>
                    <a:lnTo>
                      <a:pt x="868" y="33"/>
                    </a:lnTo>
                    <a:lnTo>
                      <a:pt x="869" y="34"/>
                    </a:lnTo>
                    <a:lnTo>
                      <a:pt x="871" y="35"/>
                    </a:lnTo>
                    <a:lnTo>
                      <a:pt x="872" y="36"/>
                    </a:lnTo>
                    <a:lnTo>
                      <a:pt x="873" y="36"/>
                    </a:lnTo>
                    <a:lnTo>
                      <a:pt x="875" y="35"/>
                    </a:lnTo>
                    <a:lnTo>
                      <a:pt x="876" y="36"/>
                    </a:lnTo>
                    <a:lnTo>
                      <a:pt x="878" y="35"/>
                    </a:lnTo>
                    <a:lnTo>
                      <a:pt x="879" y="34"/>
                    </a:lnTo>
                    <a:lnTo>
                      <a:pt x="880" y="32"/>
                    </a:lnTo>
                    <a:lnTo>
                      <a:pt x="882" y="31"/>
                    </a:lnTo>
                    <a:lnTo>
                      <a:pt x="883" y="31"/>
                    </a:lnTo>
                    <a:lnTo>
                      <a:pt x="884" y="30"/>
                    </a:lnTo>
                    <a:lnTo>
                      <a:pt x="886" y="31"/>
                    </a:lnTo>
                    <a:lnTo>
                      <a:pt x="887" y="31"/>
                    </a:lnTo>
                    <a:lnTo>
                      <a:pt x="888" y="31"/>
                    </a:lnTo>
                    <a:lnTo>
                      <a:pt x="890" y="32"/>
                    </a:lnTo>
                    <a:lnTo>
                      <a:pt x="891" y="33"/>
                    </a:lnTo>
                    <a:lnTo>
                      <a:pt x="893" y="33"/>
                    </a:lnTo>
                    <a:lnTo>
                      <a:pt x="894" y="33"/>
                    </a:lnTo>
                    <a:lnTo>
                      <a:pt x="895" y="32"/>
                    </a:lnTo>
                    <a:lnTo>
                      <a:pt x="897" y="33"/>
                    </a:lnTo>
                    <a:lnTo>
                      <a:pt x="898" y="32"/>
                    </a:lnTo>
                    <a:lnTo>
                      <a:pt x="899" y="32"/>
                    </a:lnTo>
                    <a:lnTo>
                      <a:pt x="901" y="32"/>
                    </a:lnTo>
                    <a:lnTo>
                      <a:pt x="902" y="31"/>
                    </a:lnTo>
                    <a:lnTo>
                      <a:pt x="903" y="31"/>
                    </a:lnTo>
                    <a:lnTo>
                      <a:pt x="905" y="30"/>
                    </a:lnTo>
                    <a:lnTo>
                      <a:pt x="906" y="30"/>
                    </a:lnTo>
                    <a:lnTo>
                      <a:pt x="907" y="29"/>
                    </a:lnTo>
                    <a:lnTo>
                      <a:pt x="909" y="29"/>
                    </a:lnTo>
                    <a:lnTo>
                      <a:pt x="910" y="29"/>
                    </a:lnTo>
                    <a:lnTo>
                      <a:pt x="912" y="28"/>
                    </a:lnTo>
                    <a:lnTo>
                      <a:pt x="913" y="28"/>
                    </a:lnTo>
                    <a:lnTo>
                      <a:pt x="914" y="28"/>
                    </a:lnTo>
                    <a:lnTo>
                      <a:pt x="916" y="29"/>
                    </a:lnTo>
                    <a:lnTo>
                      <a:pt x="917" y="29"/>
                    </a:lnTo>
                    <a:lnTo>
                      <a:pt x="918" y="29"/>
                    </a:lnTo>
                    <a:lnTo>
                      <a:pt x="920" y="30"/>
                    </a:lnTo>
                    <a:lnTo>
                      <a:pt x="921" y="31"/>
                    </a:lnTo>
                    <a:lnTo>
                      <a:pt x="922" y="31"/>
                    </a:lnTo>
                    <a:lnTo>
                      <a:pt x="924" y="31"/>
                    </a:lnTo>
                    <a:lnTo>
                      <a:pt x="925" y="31"/>
                    </a:lnTo>
                    <a:lnTo>
                      <a:pt x="927" y="31"/>
                    </a:lnTo>
                    <a:lnTo>
                      <a:pt x="928" y="31"/>
                    </a:lnTo>
                    <a:lnTo>
                      <a:pt x="929" y="31"/>
                    </a:lnTo>
                    <a:lnTo>
                      <a:pt x="931" y="30"/>
                    </a:lnTo>
                    <a:lnTo>
                      <a:pt x="932" y="30"/>
                    </a:lnTo>
                    <a:lnTo>
                      <a:pt x="933" y="30"/>
                    </a:lnTo>
                    <a:lnTo>
                      <a:pt x="935" y="30"/>
                    </a:lnTo>
                    <a:lnTo>
                      <a:pt x="936" y="30"/>
                    </a:lnTo>
                    <a:lnTo>
                      <a:pt x="937" y="31"/>
                    </a:lnTo>
                    <a:lnTo>
                      <a:pt x="939" y="30"/>
                    </a:lnTo>
                    <a:lnTo>
                      <a:pt x="940" y="30"/>
                    </a:lnTo>
                    <a:lnTo>
                      <a:pt x="941" y="30"/>
                    </a:lnTo>
                    <a:lnTo>
                      <a:pt x="943" y="30"/>
                    </a:lnTo>
                    <a:lnTo>
                      <a:pt x="944" y="31"/>
                    </a:lnTo>
                    <a:lnTo>
                      <a:pt x="946" y="32"/>
                    </a:lnTo>
                    <a:lnTo>
                      <a:pt x="947" y="32"/>
                    </a:lnTo>
                    <a:lnTo>
                      <a:pt x="948" y="32"/>
                    </a:lnTo>
                    <a:lnTo>
                      <a:pt x="950" y="34"/>
                    </a:lnTo>
                    <a:lnTo>
                      <a:pt x="951" y="35"/>
                    </a:lnTo>
                    <a:lnTo>
                      <a:pt x="952" y="36"/>
                    </a:lnTo>
                    <a:lnTo>
                      <a:pt x="954" y="36"/>
                    </a:lnTo>
                    <a:lnTo>
                      <a:pt x="955" y="36"/>
                    </a:lnTo>
                    <a:lnTo>
                      <a:pt x="956" y="36"/>
                    </a:lnTo>
                    <a:lnTo>
                      <a:pt x="958" y="36"/>
                    </a:lnTo>
                    <a:lnTo>
                      <a:pt x="959" y="36"/>
                    </a:lnTo>
                    <a:lnTo>
                      <a:pt x="961" y="35"/>
                    </a:lnTo>
                    <a:lnTo>
                      <a:pt x="962" y="35"/>
                    </a:lnTo>
                    <a:lnTo>
                      <a:pt x="963" y="34"/>
                    </a:lnTo>
                    <a:lnTo>
                      <a:pt x="965" y="34"/>
                    </a:lnTo>
                    <a:lnTo>
                      <a:pt x="966" y="33"/>
                    </a:lnTo>
                    <a:lnTo>
                      <a:pt x="967" y="34"/>
                    </a:lnTo>
                    <a:lnTo>
                      <a:pt x="969" y="34"/>
                    </a:lnTo>
                    <a:lnTo>
                      <a:pt x="970" y="33"/>
                    </a:lnTo>
                    <a:lnTo>
                      <a:pt x="971" y="33"/>
                    </a:lnTo>
                    <a:lnTo>
                      <a:pt x="973" y="32"/>
                    </a:lnTo>
                    <a:lnTo>
                      <a:pt x="974" y="33"/>
                    </a:lnTo>
                    <a:lnTo>
                      <a:pt x="975" y="34"/>
                    </a:lnTo>
                    <a:lnTo>
                      <a:pt x="977" y="34"/>
                    </a:lnTo>
                    <a:lnTo>
                      <a:pt x="978" y="34"/>
                    </a:lnTo>
                    <a:lnTo>
                      <a:pt x="980" y="35"/>
                    </a:lnTo>
                    <a:lnTo>
                      <a:pt x="981" y="34"/>
                    </a:lnTo>
                    <a:lnTo>
                      <a:pt x="982" y="34"/>
                    </a:lnTo>
                    <a:lnTo>
                      <a:pt x="984" y="35"/>
                    </a:lnTo>
                    <a:lnTo>
                      <a:pt x="985" y="34"/>
                    </a:lnTo>
                    <a:lnTo>
                      <a:pt x="986" y="33"/>
                    </a:lnTo>
                    <a:lnTo>
                      <a:pt x="988" y="33"/>
                    </a:lnTo>
                    <a:lnTo>
                      <a:pt x="989" y="32"/>
                    </a:lnTo>
                    <a:lnTo>
                      <a:pt x="990" y="34"/>
                    </a:lnTo>
                    <a:lnTo>
                      <a:pt x="992" y="33"/>
                    </a:lnTo>
                    <a:lnTo>
                      <a:pt x="993" y="33"/>
                    </a:lnTo>
                    <a:lnTo>
                      <a:pt x="995" y="32"/>
                    </a:lnTo>
                    <a:lnTo>
                      <a:pt x="996" y="33"/>
                    </a:lnTo>
                    <a:lnTo>
                      <a:pt x="997" y="33"/>
                    </a:lnTo>
                    <a:lnTo>
                      <a:pt x="999" y="32"/>
                    </a:lnTo>
                    <a:lnTo>
                      <a:pt x="1000" y="34"/>
                    </a:lnTo>
                    <a:lnTo>
                      <a:pt x="1001" y="34"/>
                    </a:lnTo>
                    <a:lnTo>
                      <a:pt x="1003" y="36"/>
                    </a:lnTo>
                    <a:lnTo>
                      <a:pt x="1004" y="35"/>
                    </a:lnTo>
                    <a:lnTo>
                      <a:pt x="1005" y="36"/>
                    </a:lnTo>
                    <a:lnTo>
                      <a:pt x="1007" y="36"/>
                    </a:lnTo>
                    <a:lnTo>
                      <a:pt x="1008" y="37"/>
                    </a:lnTo>
                    <a:lnTo>
                      <a:pt x="1009" y="36"/>
                    </a:lnTo>
                    <a:lnTo>
                      <a:pt x="1011" y="36"/>
                    </a:lnTo>
                    <a:lnTo>
                      <a:pt x="1012" y="35"/>
                    </a:lnTo>
                    <a:lnTo>
                      <a:pt x="1014" y="35"/>
                    </a:lnTo>
                    <a:lnTo>
                      <a:pt x="1015" y="35"/>
                    </a:lnTo>
                    <a:lnTo>
                      <a:pt x="1016" y="34"/>
                    </a:lnTo>
                    <a:lnTo>
                      <a:pt x="1018" y="35"/>
                    </a:lnTo>
                    <a:lnTo>
                      <a:pt x="1019" y="34"/>
                    </a:lnTo>
                    <a:lnTo>
                      <a:pt x="1020" y="34"/>
                    </a:lnTo>
                    <a:lnTo>
                      <a:pt x="1022" y="32"/>
                    </a:lnTo>
                    <a:lnTo>
                      <a:pt x="1023" y="32"/>
                    </a:lnTo>
                    <a:lnTo>
                      <a:pt x="1024" y="32"/>
                    </a:lnTo>
                    <a:lnTo>
                      <a:pt x="1026" y="31"/>
                    </a:lnTo>
                    <a:lnTo>
                      <a:pt x="1027" y="30"/>
                    </a:lnTo>
                    <a:lnTo>
                      <a:pt x="1029" y="30"/>
                    </a:lnTo>
                    <a:lnTo>
                      <a:pt x="1030" y="30"/>
                    </a:lnTo>
                    <a:lnTo>
                      <a:pt x="1031" y="30"/>
                    </a:lnTo>
                    <a:lnTo>
                      <a:pt x="1033" y="30"/>
                    </a:lnTo>
                    <a:lnTo>
                      <a:pt x="1034" y="29"/>
                    </a:lnTo>
                    <a:lnTo>
                      <a:pt x="1035" y="30"/>
                    </a:lnTo>
                    <a:lnTo>
                      <a:pt x="1037" y="30"/>
                    </a:lnTo>
                    <a:lnTo>
                      <a:pt x="1038" y="29"/>
                    </a:lnTo>
                    <a:lnTo>
                      <a:pt x="1039" y="29"/>
                    </a:lnTo>
                    <a:lnTo>
                      <a:pt x="1041" y="29"/>
                    </a:lnTo>
                    <a:lnTo>
                      <a:pt x="1042" y="29"/>
                    </a:lnTo>
                    <a:lnTo>
                      <a:pt x="1043" y="29"/>
                    </a:lnTo>
                    <a:lnTo>
                      <a:pt x="1045" y="28"/>
                    </a:lnTo>
                    <a:lnTo>
                      <a:pt x="1046" y="28"/>
                    </a:lnTo>
                    <a:lnTo>
                      <a:pt x="1048" y="29"/>
                    </a:lnTo>
                    <a:lnTo>
                      <a:pt x="1049" y="29"/>
                    </a:lnTo>
                    <a:lnTo>
                      <a:pt x="1050" y="29"/>
                    </a:lnTo>
                    <a:lnTo>
                      <a:pt x="1052" y="29"/>
                    </a:lnTo>
                    <a:lnTo>
                      <a:pt x="1053" y="29"/>
                    </a:lnTo>
                    <a:lnTo>
                      <a:pt x="1054" y="29"/>
                    </a:lnTo>
                    <a:lnTo>
                      <a:pt x="1056" y="29"/>
                    </a:lnTo>
                    <a:lnTo>
                      <a:pt x="1057" y="29"/>
                    </a:lnTo>
                    <a:lnTo>
                      <a:pt x="1058" y="30"/>
                    </a:lnTo>
                    <a:lnTo>
                      <a:pt x="1060" y="31"/>
                    </a:lnTo>
                    <a:lnTo>
                      <a:pt x="1061" y="30"/>
                    </a:lnTo>
                    <a:lnTo>
                      <a:pt x="1063" y="30"/>
                    </a:lnTo>
                    <a:lnTo>
                      <a:pt x="1064" y="30"/>
                    </a:lnTo>
                    <a:lnTo>
                      <a:pt x="1065" y="30"/>
                    </a:lnTo>
                    <a:lnTo>
                      <a:pt x="1067" y="31"/>
                    </a:lnTo>
                    <a:lnTo>
                      <a:pt x="1068" y="30"/>
                    </a:lnTo>
                    <a:lnTo>
                      <a:pt x="1069" y="29"/>
                    </a:lnTo>
                    <a:lnTo>
                      <a:pt x="1071" y="31"/>
                    </a:lnTo>
                    <a:lnTo>
                      <a:pt x="1072" y="31"/>
                    </a:lnTo>
                    <a:lnTo>
                      <a:pt x="1073" y="32"/>
                    </a:lnTo>
                    <a:lnTo>
                      <a:pt x="1075" y="32"/>
                    </a:lnTo>
                    <a:lnTo>
                      <a:pt x="1076" y="32"/>
                    </a:lnTo>
                    <a:lnTo>
                      <a:pt x="1077" y="32"/>
                    </a:lnTo>
                    <a:lnTo>
                      <a:pt x="1079" y="32"/>
                    </a:lnTo>
                    <a:lnTo>
                      <a:pt x="1080" y="32"/>
                    </a:lnTo>
                    <a:lnTo>
                      <a:pt x="1082" y="32"/>
                    </a:lnTo>
                    <a:lnTo>
                      <a:pt x="1083" y="32"/>
                    </a:lnTo>
                    <a:lnTo>
                      <a:pt x="1084" y="32"/>
                    </a:lnTo>
                    <a:lnTo>
                      <a:pt x="1086" y="32"/>
                    </a:lnTo>
                    <a:lnTo>
                      <a:pt x="1087" y="32"/>
                    </a:lnTo>
                    <a:lnTo>
                      <a:pt x="1088" y="33"/>
                    </a:lnTo>
                    <a:lnTo>
                      <a:pt x="1090" y="33"/>
                    </a:lnTo>
                    <a:lnTo>
                      <a:pt x="1091" y="33"/>
                    </a:lnTo>
                    <a:lnTo>
                      <a:pt x="1092" y="32"/>
                    </a:lnTo>
                    <a:lnTo>
                      <a:pt x="1094" y="31"/>
                    </a:lnTo>
                    <a:lnTo>
                      <a:pt x="1095" y="31"/>
                    </a:lnTo>
                    <a:lnTo>
                      <a:pt x="1097" y="31"/>
                    </a:lnTo>
                    <a:lnTo>
                      <a:pt x="1098" y="30"/>
                    </a:lnTo>
                    <a:lnTo>
                      <a:pt x="1099" y="30"/>
                    </a:lnTo>
                    <a:lnTo>
                      <a:pt x="1101" y="30"/>
                    </a:lnTo>
                    <a:lnTo>
                      <a:pt x="1102" y="30"/>
                    </a:lnTo>
                    <a:lnTo>
                      <a:pt x="1103" y="31"/>
                    </a:lnTo>
                    <a:lnTo>
                      <a:pt x="1105" y="31"/>
                    </a:lnTo>
                    <a:lnTo>
                      <a:pt x="1106" y="31"/>
                    </a:lnTo>
                    <a:lnTo>
                      <a:pt x="1107" y="30"/>
                    </a:lnTo>
                    <a:lnTo>
                      <a:pt x="1109" y="31"/>
                    </a:lnTo>
                    <a:lnTo>
                      <a:pt x="1110" y="32"/>
                    </a:lnTo>
                    <a:lnTo>
                      <a:pt x="1111" y="32"/>
                    </a:lnTo>
                    <a:lnTo>
                      <a:pt x="1113" y="32"/>
                    </a:lnTo>
                    <a:lnTo>
                      <a:pt x="1114" y="32"/>
                    </a:lnTo>
                    <a:lnTo>
                      <a:pt x="1116" y="32"/>
                    </a:lnTo>
                    <a:lnTo>
                      <a:pt x="1117" y="33"/>
                    </a:lnTo>
                    <a:lnTo>
                      <a:pt x="1118" y="32"/>
                    </a:lnTo>
                    <a:lnTo>
                      <a:pt x="1120" y="31"/>
                    </a:lnTo>
                    <a:lnTo>
                      <a:pt x="1121" y="31"/>
                    </a:lnTo>
                    <a:lnTo>
                      <a:pt x="1122" y="31"/>
                    </a:lnTo>
                    <a:lnTo>
                      <a:pt x="1124" y="31"/>
                    </a:lnTo>
                    <a:lnTo>
                      <a:pt x="1125" y="30"/>
                    </a:lnTo>
                    <a:lnTo>
                      <a:pt x="1126" y="29"/>
                    </a:lnTo>
                    <a:lnTo>
                      <a:pt x="1128" y="29"/>
                    </a:lnTo>
                    <a:lnTo>
                      <a:pt x="1129" y="30"/>
                    </a:lnTo>
                    <a:lnTo>
                      <a:pt x="1131" y="30"/>
                    </a:lnTo>
                    <a:lnTo>
                      <a:pt x="1132" y="30"/>
                    </a:lnTo>
                    <a:lnTo>
                      <a:pt x="1133" y="30"/>
                    </a:lnTo>
                    <a:lnTo>
                      <a:pt x="1135" y="31"/>
                    </a:lnTo>
                    <a:lnTo>
                      <a:pt x="1136" y="32"/>
                    </a:lnTo>
                    <a:lnTo>
                      <a:pt x="1137" y="31"/>
                    </a:lnTo>
                    <a:lnTo>
                      <a:pt x="1139" y="32"/>
                    </a:lnTo>
                    <a:lnTo>
                      <a:pt x="1140" y="31"/>
                    </a:lnTo>
                    <a:lnTo>
                      <a:pt x="1141" y="31"/>
                    </a:lnTo>
                    <a:lnTo>
                      <a:pt x="1143" y="31"/>
                    </a:lnTo>
                    <a:lnTo>
                      <a:pt x="1144" y="31"/>
                    </a:lnTo>
                    <a:lnTo>
                      <a:pt x="1145" y="31"/>
                    </a:lnTo>
                    <a:lnTo>
                      <a:pt x="1147" y="31"/>
                    </a:lnTo>
                    <a:lnTo>
                      <a:pt x="1148" y="31"/>
                    </a:lnTo>
                    <a:lnTo>
                      <a:pt x="1150" y="30"/>
                    </a:lnTo>
                    <a:lnTo>
                      <a:pt x="1151" y="30"/>
                    </a:lnTo>
                    <a:lnTo>
                      <a:pt x="1152" y="29"/>
                    </a:lnTo>
                    <a:lnTo>
                      <a:pt x="1154" y="30"/>
                    </a:lnTo>
                    <a:lnTo>
                      <a:pt x="1155" y="30"/>
                    </a:lnTo>
                    <a:lnTo>
                      <a:pt x="1156" y="30"/>
                    </a:lnTo>
                    <a:lnTo>
                      <a:pt x="1158" y="31"/>
                    </a:lnTo>
                    <a:lnTo>
                      <a:pt x="1159" y="31"/>
                    </a:lnTo>
                    <a:lnTo>
                      <a:pt x="1160" y="30"/>
                    </a:lnTo>
                    <a:lnTo>
                      <a:pt x="1162" y="30"/>
                    </a:lnTo>
                    <a:lnTo>
                      <a:pt x="1163" y="31"/>
                    </a:lnTo>
                    <a:lnTo>
                      <a:pt x="1165" y="31"/>
                    </a:lnTo>
                    <a:lnTo>
                      <a:pt x="1166" y="31"/>
                    </a:lnTo>
                    <a:lnTo>
                      <a:pt x="1167" y="31"/>
                    </a:lnTo>
                    <a:lnTo>
                      <a:pt x="1169" y="30"/>
                    </a:lnTo>
                    <a:lnTo>
                      <a:pt x="1170" y="30"/>
                    </a:lnTo>
                    <a:lnTo>
                      <a:pt x="1171" y="31"/>
                    </a:lnTo>
                    <a:lnTo>
                      <a:pt x="1173" y="30"/>
                    </a:lnTo>
                    <a:lnTo>
                      <a:pt x="1174" y="29"/>
                    </a:lnTo>
                    <a:lnTo>
                      <a:pt x="1175" y="29"/>
                    </a:lnTo>
                    <a:lnTo>
                      <a:pt x="1177" y="29"/>
                    </a:lnTo>
                    <a:lnTo>
                      <a:pt x="1178" y="30"/>
                    </a:lnTo>
                    <a:lnTo>
                      <a:pt x="1179" y="30"/>
                    </a:lnTo>
                    <a:lnTo>
                      <a:pt x="1181" y="31"/>
                    </a:lnTo>
                    <a:lnTo>
                      <a:pt x="1182" y="31"/>
                    </a:lnTo>
                    <a:lnTo>
                      <a:pt x="1184" y="32"/>
                    </a:lnTo>
                    <a:lnTo>
                      <a:pt x="1185" y="32"/>
                    </a:lnTo>
                    <a:lnTo>
                      <a:pt x="1186" y="33"/>
                    </a:lnTo>
                    <a:lnTo>
                      <a:pt x="1188" y="34"/>
                    </a:lnTo>
                    <a:lnTo>
                      <a:pt x="1189" y="34"/>
                    </a:lnTo>
                    <a:lnTo>
                      <a:pt x="1190" y="35"/>
                    </a:lnTo>
                    <a:lnTo>
                      <a:pt x="1192" y="36"/>
                    </a:lnTo>
                    <a:lnTo>
                      <a:pt x="1193" y="36"/>
                    </a:lnTo>
                    <a:lnTo>
                      <a:pt x="1194" y="36"/>
                    </a:lnTo>
                    <a:lnTo>
                      <a:pt x="1196" y="36"/>
                    </a:lnTo>
                    <a:lnTo>
                      <a:pt x="1197" y="35"/>
                    </a:lnTo>
                    <a:lnTo>
                      <a:pt x="1199" y="35"/>
                    </a:lnTo>
                    <a:lnTo>
                      <a:pt x="1200" y="35"/>
                    </a:lnTo>
                    <a:lnTo>
                      <a:pt x="1201" y="34"/>
                    </a:lnTo>
                    <a:lnTo>
                      <a:pt x="1203" y="34"/>
                    </a:lnTo>
                    <a:lnTo>
                      <a:pt x="1204" y="33"/>
                    </a:lnTo>
                    <a:lnTo>
                      <a:pt x="1205" y="34"/>
                    </a:lnTo>
                    <a:lnTo>
                      <a:pt x="1207" y="34"/>
                    </a:lnTo>
                    <a:lnTo>
                      <a:pt x="1208" y="33"/>
                    </a:lnTo>
                    <a:lnTo>
                      <a:pt x="1209" y="34"/>
                    </a:lnTo>
                    <a:lnTo>
                      <a:pt x="1211" y="34"/>
                    </a:lnTo>
                    <a:lnTo>
                      <a:pt x="1212" y="34"/>
                    </a:lnTo>
                    <a:lnTo>
                      <a:pt x="1213" y="35"/>
                    </a:lnTo>
                    <a:lnTo>
                      <a:pt x="1215" y="34"/>
                    </a:lnTo>
                    <a:lnTo>
                      <a:pt x="1216" y="35"/>
                    </a:lnTo>
                    <a:lnTo>
                      <a:pt x="1218" y="34"/>
                    </a:lnTo>
                    <a:lnTo>
                      <a:pt x="1219" y="34"/>
                    </a:lnTo>
                    <a:lnTo>
                      <a:pt x="1220" y="34"/>
                    </a:lnTo>
                    <a:lnTo>
                      <a:pt x="1222" y="33"/>
                    </a:lnTo>
                    <a:lnTo>
                      <a:pt x="1223" y="34"/>
                    </a:lnTo>
                    <a:lnTo>
                      <a:pt x="1224" y="33"/>
                    </a:lnTo>
                    <a:lnTo>
                      <a:pt x="1226" y="33"/>
                    </a:lnTo>
                    <a:lnTo>
                      <a:pt x="1227" y="32"/>
                    </a:lnTo>
                    <a:lnTo>
                      <a:pt x="1228" y="32"/>
                    </a:lnTo>
                    <a:lnTo>
                      <a:pt x="1230" y="32"/>
                    </a:lnTo>
                    <a:lnTo>
                      <a:pt x="1231" y="33"/>
                    </a:lnTo>
                    <a:lnTo>
                      <a:pt x="1233" y="33"/>
                    </a:lnTo>
                    <a:lnTo>
                      <a:pt x="1234" y="33"/>
                    </a:lnTo>
                    <a:lnTo>
                      <a:pt x="1235" y="33"/>
                    </a:lnTo>
                    <a:lnTo>
                      <a:pt x="1237" y="33"/>
                    </a:lnTo>
                    <a:lnTo>
                      <a:pt x="1238" y="33"/>
                    </a:lnTo>
                    <a:lnTo>
                      <a:pt x="1239" y="34"/>
                    </a:lnTo>
                    <a:lnTo>
                      <a:pt x="1241" y="34"/>
                    </a:lnTo>
                    <a:lnTo>
                      <a:pt x="1242" y="32"/>
                    </a:lnTo>
                    <a:lnTo>
                      <a:pt x="1243" y="33"/>
                    </a:lnTo>
                    <a:lnTo>
                      <a:pt x="1245" y="33"/>
                    </a:lnTo>
                    <a:lnTo>
                      <a:pt x="1246" y="34"/>
                    </a:lnTo>
                    <a:lnTo>
                      <a:pt x="1247" y="33"/>
                    </a:lnTo>
                    <a:lnTo>
                      <a:pt x="1249" y="33"/>
                    </a:lnTo>
                    <a:lnTo>
                      <a:pt x="1250" y="33"/>
                    </a:lnTo>
                    <a:lnTo>
                      <a:pt x="1252" y="33"/>
                    </a:lnTo>
                    <a:lnTo>
                      <a:pt x="1253" y="33"/>
                    </a:lnTo>
                    <a:lnTo>
                      <a:pt x="1254" y="32"/>
                    </a:lnTo>
                    <a:lnTo>
                      <a:pt x="1256" y="32"/>
                    </a:lnTo>
                    <a:lnTo>
                      <a:pt x="1257" y="32"/>
                    </a:lnTo>
                    <a:lnTo>
                      <a:pt x="1258" y="31"/>
                    </a:lnTo>
                    <a:lnTo>
                      <a:pt x="1260" y="31"/>
                    </a:lnTo>
                    <a:lnTo>
                      <a:pt x="1261" y="30"/>
                    </a:lnTo>
                    <a:lnTo>
                      <a:pt x="1262" y="30"/>
                    </a:lnTo>
                    <a:lnTo>
                      <a:pt x="1264" y="30"/>
                    </a:lnTo>
                    <a:lnTo>
                      <a:pt x="1265" y="30"/>
                    </a:lnTo>
                    <a:lnTo>
                      <a:pt x="1267" y="30"/>
                    </a:lnTo>
                    <a:lnTo>
                      <a:pt x="1268" y="29"/>
                    </a:lnTo>
                    <a:lnTo>
                      <a:pt x="1269" y="30"/>
                    </a:lnTo>
                    <a:lnTo>
                      <a:pt x="1271" y="30"/>
                    </a:lnTo>
                    <a:lnTo>
                      <a:pt x="1272" y="30"/>
                    </a:lnTo>
                    <a:lnTo>
                      <a:pt x="1273" y="30"/>
                    </a:lnTo>
                    <a:lnTo>
                      <a:pt x="1275" y="30"/>
                    </a:lnTo>
                    <a:lnTo>
                      <a:pt x="1276" y="30"/>
                    </a:lnTo>
                    <a:lnTo>
                      <a:pt x="1277" y="31"/>
                    </a:lnTo>
                    <a:lnTo>
                      <a:pt x="1279" y="31"/>
                    </a:lnTo>
                    <a:lnTo>
                      <a:pt x="1280" y="32"/>
                    </a:lnTo>
                    <a:lnTo>
                      <a:pt x="1281" y="32"/>
                    </a:lnTo>
                    <a:lnTo>
                      <a:pt x="1283" y="34"/>
                    </a:lnTo>
                    <a:lnTo>
                      <a:pt x="1284" y="34"/>
                    </a:lnTo>
                    <a:lnTo>
                      <a:pt x="1286" y="35"/>
                    </a:lnTo>
                    <a:lnTo>
                      <a:pt x="1287" y="34"/>
                    </a:lnTo>
                    <a:lnTo>
                      <a:pt x="1288" y="35"/>
                    </a:lnTo>
                    <a:lnTo>
                      <a:pt x="1290" y="35"/>
                    </a:lnTo>
                    <a:lnTo>
                      <a:pt x="1291" y="35"/>
                    </a:lnTo>
                    <a:lnTo>
                      <a:pt x="1292" y="36"/>
                    </a:lnTo>
                    <a:lnTo>
                      <a:pt x="1294" y="36"/>
                    </a:lnTo>
                    <a:lnTo>
                      <a:pt x="1295" y="36"/>
                    </a:lnTo>
                    <a:lnTo>
                      <a:pt x="1296" y="37"/>
                    </a:lnTo>
                    <a:lnTo>
                      <a:pt x="1298" y="37"/>
                    </a:lnTo>
                    <a:lnTo>
                      <a:pt x="1299" y="37"/>
                    </a:lnTo>
                    <a:lnTo>
                      <a:pt x="1301" y="38"/>
                    </a:lnTo>
                    <a:lnTo>
                      <a:pt x="1302" y="38"/>
                    </a:lnTo>
                    <a:lnTo>
                      <a:pt x="1303" y="37"/>
                    </a:lnTo>
                    <a:lnTo>
                      <a:pt x="1305" y="37"/>
                    </a:lnTo>
                    <a:lnTo>
                      <a:pt x="1306" y="37"/>
                    </a:lnTo>
                    <a:lnTo>
                      <a:pt x="1307" y="38"/>
                    </a:lnTo>
                    <a:lnTo>
                      <a:pt x="1309" y="37"/>
                    </a:lnTo>
                    <a:lnTo>
                      <a:pt x="1310" y="36"/>
                    </a:lnTo>
                    <a:lnTo>
                      <a:pt x="1311" y="36"/>
                    </a:lnTo>
                    <a:lnTo>
                      <a:pt x="1313" y="36"/>
                    </a:lnTo>
                    <a:lnTo>
                      <a:pt x="1314" y="36"/>
                    </a:lnTo>
                    <a:lnTo>
                      <a:pt x="1315" y="37"/>
                    </a:lnTo>
                    <a:lnTo>
                      <a:pt x="1317" y="35"/>
                    </a:lnTo>
                    <a:lnTo>
                      <a:pt x="1318" y="35"/>
                    </a:lnTo>
                    <a:lnTo>
                      <a:pt x="1320" y="36"/>
                    </a:lnTo>
                    <a:lnTo>
                      <a:pt x="1321" y="35"/>
                    </a:lnTo>
                    <a:lnTo>
                      <a:pt x="1322" y="34"/>
                    </a:lnTo>
                    <a:lnTo>
                      <a:pt x="1324" y="33"/>
                    </a:lnTo>
                    <a:lnTo>
                      <a:pt x="1325" y="32"/>
                    </a:lnTo>
                    <a:lnTo>
                      <a:pt x="1326" y="32"/>
                    </a:lnTo>
                    <a:lnTo>
                      <a:pt x="1328" y="32"/>
                    </a:lnTo>
                    <a:lnTo>
                      <a:pt x="1329" y="32"/>
                    </a:lnTo>
                    <a:lnTo>
                      <a:pt x="1330" y="32"/>
                    </a:lnTo>
                    <a:lnTo>
                      <a:pt x="1332" y="32"/>
                    </a:lnTo>
                    <a:lnTo>
                      <a:pt x="1333" y="33"/>
                    </a:lnTo>
                    <a:lnTo>
                      <a:pt x="1335" y="34"/>
                    </a:lnTo>
                    <a:lnTo>
                      <a:pt x="1336" y="33"/>
                    </a:lnTo>
                    <a:lnTo>
                      <a:pt x="1337" y="34"/>
                    </a:lnTo>
                    <a:lnTo>
                      <a:pt x="1339" y="33"/>
                    </a:lnTo>
                    <a:lnTo>
                      <a:pt x="1340" y="34"/>
                    </a:lnTo>
                    <a:lnTo>
                      <a:pt x="1341" y="36"/>
                    </a:lnTo>
                    <a:lnTo>
                      <a:pt x="1343" y="36"/>
                    </a:lnTo>
                    <a:lnTo>
                      <a:pt x="1344" y="37"/>
                    </a:lnTo>
                    <a:lnTo>
                      <a:pt x="1345" y="36"/>
                    </a:lnTo>
                    <a:lnTo>
                      <a:pt x="1347" y="36"/>
                    </a:lnTo>
                    <a:lnTo>
                      <a:pt x="1348" y="36"/>
                    </a:lnTo>
                    <a:lnTo>
                      <a:pt x="1349" y="36"/>
                    </a:lnTo>
                    <a:lnTo>
                      <a:pt x="1351" y="35"/>
                    </a:lnTo>
                    <a:lnTo>
                      <a:pt x="1352" y="34"/>
                    </a:lnTo>
                    <a:lnTo>
                      <a:pt x="1354" y="34"/>
                    </a:lnTo>
                    <a:lnTo>
                      <a:pt x="1355" y="35"/>
                    </a:lnTo>
                    <a:lnTo>
                      <a:pt x="1356" y="36"/>
                    </a:lnTo>
                    <a:lnTo>
                      <a:pt x="1358" y="36"/>
                    </a:lnTo>
                    <a:lnTo>
                      <a:pt x="1359" y="36"/>
                    </a:lnTo>
                    <a:lnTo>
                      <a:pt x="1360" y="36"/>
                    </a:lnTo>
                    <a:lnTo>
                      <a:pt x="1362" y="35"/>
                    </a:lnTo>
                    <a:lnTo>
                      <a:pt x="1363" y="34"/>
                    </a:lnTo>
                    <a:lnTo>
                      <a:pt x="1364" y="33"/>
                    </a:lnTo>
                    <a:lnTo>
                      <a:pt x="1366" y="32"/>
                    </a:lnTo>
                    <a:lnTo>
                      <a:pt x="1367" y="31"/>
                    </a:lnTo>
                    <a:lnTo>
                      <a:pt x="1369" y="31"/>
                    </a:lnTo>
                    <a:lnTo>
                      <a:pt x="1370" y="31"/>
                    </a:lnTo>
                    <a:lnTo>
                      <a:pt x="1371" y="31"/>
                    </a:lnTo>
                    <a:lnTo>
                      <a:pt x="1373" y="31"/>
                    </a:lnTo>
                    <a:lnTo>
                      <a:pt x="1374" y="31"/>
                    </a:lnTo>
                    <a:lnTo>
                      <a:pt x="1375" y="30"/>
                    </a:lnTo>
                    <a:lnTo>
                      <a:pt x="1377" y="30"/>
                    </a:lnTo>
                    <a:lnTo>
                      <a:pt x="1378" y="30"/>
                    </a:lnTo>
                    <a:lnTo>
                      <a:pt x="1379" y="30"/>
                    </a:lnTo>
                    <a:lnTo>
                      <a:pt x="1381" y="30"/>
                    </a:lnTo>
                    <a:lnTo>
                      <a:pt x="1382" y="30"/>
                    </a:lnTo>
                    <a:lnTo>
                      <a:pt x="1383" y="31"/>
                    </a:lnTo>
                    <a:lnTo>
                      <a:pt x="1385" y="31"/>
                    </a:lnTo>
                    <a:lnTo>
                      <a:pt x="1386" y="31"/>
                    </a:lnTo>
                    <a:lnTo>
                      <a:pt x="1388" y="32"/>
                    </a:lnTo>
                    <a:lnTo>
                      <a:pt x="1389" y="33"/>
                    </a:lnTo>
                    <a:lnTo>
                      <a:pt x="1390" y="32"/>
                    </a:lnTo>
                    <a:lnTo>
                      <a:pt x="1392" y="33"/>
                    </a:lnTo>
                    <a:lnTo>
                      <a:pt x="1393" y="33"/>
                    </a:lnTo>
                    <a:lnTo>
                      <a:pt x="1394" y="32"/>
                    </a:lnTo>
                    <a:lnTo>
                      <a:pt x="1396" y="31"/>
                    </a:lnTo>
                    <a:lnTo>
                      <a:pt x="1397" y="31"/>
                    </a:lnTo>
                    <a:lnTo>
                      <a:pt x="1398" y="30"/>
                    </a:lnTo>
                    <a:lnTo>
                      <a:pt x="1400" y="30"/>
                    </a:lnTo>
                    <a:lnTo>
                      <a:pt x="1401" y="29"/>
                    </a:lnTo>
                    <a:lnTo>
                      <a:pt x="1403" y="29"/>
                    </a:lnTo>
                    <a:lnTo>
                      <a:pt x="1404" y="29"/>
                    </a:lnTo>
                    <a:lnTo>
                      <a:pt x="1405" y="30"/>
                    </a:lnTo>
                    <a:lnTo>
                      <a:pt x="1407" y="30"/>
                    </a:lnTo>
                    <a:lnTo>
                      <a:pt x="1408" y="30"/>
                    </a:lnTo>
                    <a:lnTo>
                      <a:pt x="1409" y="31"/>
                    </a:lnTo>
                    <a:lnTo>
                      <a:pt x="1411" y="31"/>
                    </a:lnTo>
                    <a:lnTo>
                      <a:pt x="1412" y="32"/>
                    </a:lnTo>
                    <a:lnTo>
                      <a:pt x="1413" y="32"/>
                    </a:lnTo>
                    <a:lnTo>
                      <a:pt x="1415" y="32"/>
                    </a:lnTo>
                    <a:lnTo>
                      <a:pt x="1416" y="31"/>
                    </a:lnTo>
                    <a:lnTo>
                      <a:pt x="1417" y="31"/>
                    </a:lnTo>
                    <a:lnTo>
                      <a:pt x="1419" y="32"/>
                    </a:lnTo>
                    <a:lnTo>
                      <a:pt x="1420" y="31"/>
                    </a:lnTo>
                    <a:lnTo>
                      <a:pt x="1422" y="31"/>
                    </a:lnTo>
                    <a:lnTo>
                      <a:pt x="1423" y="31"/>
                    </a:lnTo>
                    <a:lnTo>
                      <a:pt x="1424" y="31"/>
                    </a:lnTo>
                    <a:lnTo>
                      <a:pt x="1426" y="30"/>
                    </a:lnTo>
                    <a:lnTo>
                      <a:pt x="1427" y="30"/>
                    </a:lnTo>
                    <a:lnTo>
                      <a:pt x="1428" y="31"/>
                    </a:lnTo>
                    <a:lnTo>
                      <a:pt x="1430" y="31"/>
                    </a:lnTo>
                    <a:lnTo>
                      <a:pt x="1431" y="31"/>
                    </a:lnTo>
                    <a:lnTo>
                      <a:pt x="1432" y="31"/>
                    </a:lnTo>
                    <a:lnTo>
                      <a:pt x="1434" y="31"/>
                    </a:lnTo>
                    <a:lnTo>
                      <a:pt x="1435" y="31"/>
                    </a:lnTo>
                    <a:lnTo>
                      <a:pt x="1437" y="31"/>
                    </a:lnTo>
                    <a:lnTo>
                      <a:pt x="1438" y="30"/>
                    </a:lnTo>
                    <a:lnTo>
                      <a:pt x="1439" y="30"/>
                    </a:lnTo>
                    <a:lnTo>
                      <a:pt x="1441" y="30"/>
                    </a:lnTo>
                    <a:lnTo>
                      <a:pt x="1442" y="30"/>
                    </a:lnTo>
                  </a:path>
                </a:pathLst>
              </a:custGeom>
              <a:noFill/>
              <a:ln cap="flat" cmpd="sng" w="254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5"/>
              <p:cNvSpPr/>
              <p:nvPr/>
            </p:nvSpPr>
            <p:spPr>
              <a:xfrm flipH="1" rot="10800000">
                <a:off x="6745288" y="1947863"/>
                <a:ext cx="3810000" cy="904875"/>
              </a:xfrm>
              <a:custGeom>
                <a:rect b="b" l="l" r="r" t="t"/>
                <a:pathLst>
                  <a:path extrusionOk="0" h="410" w="1442">
                    <a:moveTo>
                      <a:pt x="0" y="11"/>
                    </a:moveTo>
                    <a:lnTo>
                      <a:pt x="2" y="4"/>
                    </a:lnTo>
                    <a:lnTo>
                      <a:pt x="3" y="5"/>
                    </a:lnTo>
                    <a:lnTo>
                      <a:pt x="4" y="4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9" y="3"/>
                    </a:lnTo>
                    <a:lnTo>
                      <a:pt x="10" y="2"/>
                    </a:lnTo>
                    <a:lnTo>
                      <a:pt x="11" y="2"/>
                    </a:lnTo>
                    <a:lnTo>
                      <a:pt x="13" y="1"/>
                    </a:lnTo>
                    <a:lnTo>
                      <a:pt x="14" y="1"/>
                    </a:lnTo>
                    <a:lnTo>
                      <a:pt x="15" y="1"/>
                    </a:lnTo>
                    <a:lnTo>
                      <a:pt x="17" y="2"/>
                    </a:lnTo>
                    <a:lnTo>
                      <a:pt x="18" y="1"/>
                    </a:lnTo>
                    <a:lnTo>
                      <a:pt x="19" y="2"/>
                    </a:lnTo>
                    <a:lnTo>
                      <a:pt x="21" y="2"/>
                    </a:lnTo>
                    <a:lnTo>
                      <a:pt x="22" y="3"/>
                    </a:lnTo>
                    <a:lnTo>
                      <a:pt x="23" y="3"/>
                    </a:lnTo>
                    <a:lnTo>
                      <a:pt x="25" y="3"/>
                    </a:lnTo>
                    <a:lnTo>
                      <a:pt x="26" y="4"/>
                    </a:lnTo>
                    <a:lnTo>
                      <a:pt x="28" y="6"/>
                    </a:lnTo>
                    <a:lnTo>
                      <a:pt x="29" y="6"/>
                    </a:lnTo>
                    <a:lnTo>
                      <a:pt x="30" y="6"/>
                    </a:lnTo>
                    <a:lnTo>
                      <a:pt x="32" y="5"/>
                    </a:lnTo>
                    <a:lnTo>
                      <a:pt x="33" y="5"/>
                    </a:lnTo>
                    <a:lnTo>
                      <a:pt x="34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3"/>
                    </a:lnTo>
                    <a:lnTo>
                      <a:pt x="40" y="3"/>
                    </a:lnTo>
                    <a:lnTo>
                      <a:pt x="41" y="2"/>
                    </a:lnTo>
                    <a:lnTo>
                      <a:pt x="43" y="2"/>
                    </a:lnTo>
                    <a:lnTo>
                      <a:pt x="44" y="1"/>
                    </a:lnTo>
                    <a:lnTo>
                      <a:pt x="45" y="1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1"/>
                    </a:lnTo>
                    <a:lnTo>
                      <a:pt x="52" y="2"/>
                    </a:lnTo>
                    <a:lnTo>
                      <a:pt x="53" y="2"/>
                    </a:lnTo>
                    <a:lnTo>
                      <a:pt x="55" y="3"/>
                    </a:lnTo>
                    <a:lnTo>
                      <a:pt x="56" y="4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60" y="6"/>
                    </a:lnTo>
                    <a:lnTo>
                      <a:pt x="62" y="6"/>
                    </a:lnTo>
                    <a:lnTo>
                      <a:pt x="63" y="6"/>
                    </a:lnTo>
                    <a:lnTo>
                      <a:pt x="64" y="6"/>
                    </a:lnTo>
                    <a:lnTo>
                      <a:pt x="66" y="5"/>
                    </a:lnTo>
                    <a:lnTo>
                      <a:pt x="67" y="6"/>
                    </a:lnTo>
                    <a:lnTo>
                      <a:pt x="68" y="4"/>
                    </a:lnTo>
                    <a:lnTo>
                      <a:pt x="70" y="4"/>
                    </a:lnTo>
                    <a:lnTo>
                      <a:pt x="71" y="4"/>
                    </a:lnTo>
                    <a:lnTo>
                      <a:pt x="72" y="4"/>
                    </a:lnTo>
                    <a:lnTo>
                      <a:pt x="74" y="4"/>
                    </a:lnTo>
                    <a:lnTo>
                      <a:pt x="75" y="4"/>
                    </a:lnTo>
                    <a:lnTo>
                      <a:pt x="77" y="4"/>
                    </a:lnTo>
                    <a:lnTo>
                      <a:pt x="78" y="4"/>
                    </a:lnTo>
                    <a:lnTo>
                      <a:pt x="79" y="5"/>
                    </a:lnTo>
                    <a:lnTo>
                      <a:pt x="81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2"/>
                    </a:lnTo>
                    <a:lnTo>
                      <a:pt x="86" y="2"/>
                    </a:lnTo>
                    <a:lnTo>
                      <a:pt x="87" y="3"/>
                    </a:lnTo>
                    <a:lnTo>
                      <a:pt x="89" y="3"/>
                    </a:lnTo>
                    <a:lnTo>
                      <a:pt x="90" y="4"/>
                    </a:lnTo>
                    <a:lnTo>
                      <a:pt x="91" y="4"/>
                    </a:lnTo>
                    <a:lnTo>
                      <a:pt x="93" y="6"/>
                    </a:lnTo>
                    <a:lnTo>
                      <a:pt x="94" y="6"/>
                    </a:lnTo>
                    <a:lnTo>
                      <a:pt x="96" y="7"/>
                    </a:lnTo>
                    <a:lnTo>
                      <a:pt x="97" y="6"/>
                    </a:lnTo>
                    <a:lnTo>
                      <a:pt x="98" y="7"/>
                    </a:lnTo>
                    <a:lnTo>
                      <a:pt x="100" y="7"/>
                    </a:lnTo>
                    <a:lnTo>
                      <a:pt x="101" y="8"/>
                    </a:lnTo>
                    <a:lnTo>
                      <a:pt x="102" y="9"/>
                    </a:lnTo>
                    <a:lnTo>
                      <a:pt x="104" y="8"/>
                    </a:lnTo>
                    <a:lnTo>
                      <a:pt x="105" y="8"/>
                    </a:lnTo>
                    <a:lnTo>
                      <a:pt x="106" y="8"/>
                    </a:lnTo>
                    <a:lnTo>
                      <a:pt x="108" y="7"/>
                    </a:lnTo>
                    <a:lnTo>
                      <a:pt x="109" y="6"/>
                    </a:lnTo>
                    <a:lnTo>
                      <a:pt x="111" y="4"/>
                    </a:lnTo>
                    <a:lnTo>
                      <a:pt x="112" y="4"/>
                    </a:lnTo>
                    <a:lnTo>
                      <a:pt x="113" y="2"/>
                    </a:lnTo>
                    <a:lnTo>
                      <a:pt x="115" y="0"/>
                    </a:lnTo>
                    <a:lnTo>
                      <a:pt x="116" y="6"/>
                    </a:lnTo>
                    <a:lnTo>
                      <a:pt x="117" y="3"/>
                    </a:lnTo>
                    <a:lnTo>
                      <a:pt x="119" y="215"/>
                    </a:lnTo>
                    <a:lnTo>
                      <a:pt x="120" y="386"/>
                    </a:lnTo>
                    <a:lnTo>
                      <a:pt x="121" y="399"/>
                    </a:lnTo>
                    <a:lnTo>
                      <a:pt x="123" y="403"/>
                    </a:lnTo>
                    <a:lnTo>
                      <a:pt x="124" y="405"/>
                    </a:lnTo>
                    <a:lnTo>
                      <a:pt x="125" y="406"/>
                    </a:lnTo>
                    <a:lnTo>
                      <a:pt x="127" y="406"/>
                    </a:lnTo>
                    <a:lnTo>
                      <a:pt x="128" y="406"/>
                    </a:lnTo>
                    <a:lnTo>
                      <a:pt x="130" y="406"/>
                    </a:lnTo>
                    <a:lnTo>
                      <a:pt x="131" y="407"/>
                    </a:lnTo>
                    <a:lnTo>
                      <a:pt x="132" y="407"/>
                    </a:lnTo>
                    <a:lnTo>
                      <a:pt x="134" y="407"/>
                    </a:lnTo>
                    <a:lnTo>
                      <a:pt x="135" y="408"/>
                    </a:lnTo>
                    <a:lnTo>
                      <a:pt x="136" y="408"/>
                    </a:lnTo>
                    <a:lnTo>
                      <a:pt x="138" y="409"/>
                    </a:lnTo>
                    <a:lnTo>
                      <a:pt x="139" y="410"/>
                    </a:lnTo>
                    <a:lnTo>
                      <a:pt x="140" y="409"/>
                    </a:lnTo>
                    <a:lnTo>
                      <a:pt x="142" y="409"/>
                    </a:lnTo>
                    <a:lnTo>
                      <a:pt x="143" y="409"/>
                    </a:lnTo>
                    <a:lnTo>
                      <a:pt x="145" y="407"/>
                    </a:lnTo>
                    <a:lnTo>
                      <a:pt x="146" y="408"/>
                    </a:lnTo>
                    <a:lnTo>
                      <a:pt x="147" y="407"/>
                    </a:lnTo>
                    <a:lnTo>
                      <a:pt x="149" y="406"/>
                    </a:lnTo>
                    <a:lnTo>
                      <a:pt x="150" y="405"/>
                    </a:lnTo>
                    <a:lnTo>
                      <a:pt x="151" y="404"/>
                    </a:lnTo>
                    <a:lnTo>
                      <a:pt x="153" y="404"/>
                    </a:lnTo>
                    <a:lnTo>
                      <a:pt x="154" y="402"/>
                    </a:lnTo>
                    <a:lnTo>
                      <a:pt x="155" y="401"/>
                    </a:lnTo>
                    <a:lnTo>
                      <a:pt x="157" y="400"/>
                    </a:lnTo>
                    <a:lnTo>
                      <a:pt x="158" y="400"/>
                    </a:lnTo>
                    <a:lnTo>
                      <a:pt x="159" y="398"/>
                    </a:lnTo>
                    <a:lnTo>
                      <a:pt x="161" y="398"/>
                    </a:lnTo>
                    <a:lnTo>
                      <a:pt x="162" y="397"/>
                    </a:lnTo>
                    <a:lnTo>
                      <a:pt x="164" y="395"/>
                    </a:lnTo>
                    <a:lnTo>
                      <a:pt x="165" y="393"/>
                    </a:lnTo>
                    <a:lnTo>
                      <a:pt x="166" y="392"/>
                    </a:lnTo>
                    <a:lnTo>
                      <a:pt x="168" y="391"/>
                    </a:lnTo>
                    <a:lnTo>
                      <a:pt x="169" y="391"/>
                    </a:lnTo>
                    <a:lnTo>
                      <a:pt x="170" y="390"/>
                    </a:lnTo>
                    <a:lnTo>
                      <a:pt x="172" y="389"/>
                    </a:lnTo>
                    <a:lnTo>
                      <a:pt x="173" y="389"/>
                    </a:lnTo>
                    <a:lnTo>
                      <a:pt x="174" y="387"/>
                    </a:lnTo>
                    <a:lnTo>
                      <a:pt x="176" y="386"/>
                    </a:lnTo>
                    <a:lnTo>
                      <a:pt x="177" y="385"/>
                    </a:lnTo>
                    <a:lnTo>
                      <a:pt x="179" y="384"/>
                    </a:lnTo>
                    <a:lnTo>
                      <a:pt x="180" y="384"/>
                    </a:lnTo>
                    <a:lnTo>
                      <a:pt x="181" y="381"/>
                    </a:lnTo>
                    <a:lnTo>
                      <a:pt x="183" y="380"/>
                    </a:lnTo>
                    <a:lnTo>
                      <a:pt x="184" y="380"/>
                    </a:lnTo>
                    <a:lnTo>
                      <a:pt x="185" y="380"/>
                    </a:lnTo>
                    <a:lnTo>
                      <a:pt x="187" y="379"/>
                    </a:lnTo>
                    <a:lnTo>
                      <a:pt x="188" y="378"/>
                    </a:lnTo>
                    <a:lnTo>
                      <a:pt x="189" y="376"/>
                    </a:lnTo>
                    <a:lnTo>
                      <a:pt x="191" y="375"/>
                    </a:lnTo>
                    <a:lnTo>
                      <a:pt x="192" y="374"/>
                    </a:lnTo>
                    <a:lnTo>
                      <a:pt x="193" y="373"/>
                    </a:lnTo>
                    <a:lnTo>
                      <a:pt x="195" y="371"/>
                    </a:lnTo>
                    <a:lnTo>
                      <a:pt x="196" y="368"/>
                    </a:lnTo>
                    <a:lnTo>
                      <a:pt x="198" y="367"/>
                    </a:lnTo>
                    <a:lnTo>
                      <a:pt x="199" y="366"/>
                    </a:lnTo>
                    <a:lnTo>
                      <a:pt x="200" y="365"/>
                    </a:lnTo>
                    <a:lnTo>
                      <a:pt x="202" y="363"/>
                    </a:lnTo>
                    <a:lnTo>
                      <a:pt x="203" y="362"/>
                    </a:lnTo>
                    <a:lnTo>
                      <a:pt x="204" y="362"/>
                    </a:lnTo>
                    <a:lnTo>
                      <a:pt x="206" y="362"/>
                    </a:lnTo>
                    <a:lnTo>
                      <a:pt x="207" y="360"/>
                    </a:lnTo>
                    <a:lnTo>
                      <a:pt x="208" y="360"/>
                    </a:lnTo>
                    <a:lnTo>
                      <a:pt x="210" y="359"/>
                    </a:lnTo>
                    <a:lnTo>
                      <a:pt x="211" y="358"/>
                    </a:lnTo>
                    <a:lnTo>
                      <a:pt x="213" y="358"/>
                    </a:lnTo>
                    <a:lnTo>
                      <a:pt x="214" y="356"/>
                    </a:lnTo>
                    <a:lnTo>
                      <a:pt x="215" y="355"/>
                    </a:lnTo>
                    <a:lnTo>
                      <a:pt x="217" y="353"/>
                    </a:lnTo>
                    <a:lnTo>
                      <a:pt x="218" y="352"/>
                    </a:lnTo>
                    <a:lnTo>
                      <a:pt x="219" y="350"/>
                    </a:lnTo>
                    <a:lnTo>
                      <a:pt x="221" y="350"/>
                    </a:lnTo>
                    <a:lnTo>
                      <a:pt x="222" y="349"/>
                    </a:lnTo>
                    <a:lnTo>
                      <a:pt x="223" y="348"/>
                    </a:lnTo>
                    <a:lnTo>
                      <a:pt x="225" y="347"/>
                    </a:lnTo>
                    <a:lnTo>
                      <a:pt x="226" y="345"/>
                    </a:lnTo>
                    <a:lnTo>
                      <a:pt x="227" y="344"/>
                    </a:lnTo>
                    <a:lnTo>
                      <a:pt x="229" y="343"/>
                    </a:lnTo>
                    <a:lnTo>
                      <a:pt x="230" y="342"/>
                    </a:lnTo>
                    <a:lnTo>
                      <a:pt x="232" y="341"/>
                    </a:lnTo>
                    <a:lnTo>
                      <a:pt x="233" y="339"/>
                    </a:lnTo>
                    <a:lnTo>
                      <a:pt x="234" y="339"/>
                    </a:lnTo>
                    <a:lnTo>
                      <a:pt x="236" y="338"/>
                    </a:lnTo>
                    <a:lnTo>
                      <a:pt x="237" y="338"/>
                    </a:lnTo>
                    <a:lnTo>
                      <a:pt x="238" y="337"/>
                    </a:lnTo>
                    <a:lnTo>
                      <a:pt x="240" y="335"/>
                    </a:lnTo>
                    <a:lnTo>
                      <a:pt x="241" y="336"/>
                    </a:lnTo>
                    <a:lnTo>
                      <a:pt x="242" y="335"/>
                    </a:lnTo>
                    <a:lnTo>
                      <a:pt x="244" y="335"/>
                    </a:lnTo>
                    <a:lnTo>
                      <a:pt x="245" y="334"/>
                    </a:lnTo>
                    <a:lnTo>
                      <a:pt x="247" y="333"/>
                    </a:lnTo>
                    <a:lnTo>
                      <a:pt x="248" y="333"/>
                    </a:lnTo>
                    <a:lnTo>
                      <a:pt x="249" y="332"/>
                    </a:lnTo>
                    <a:lnTo>
                      <a:pt x="251" y="331"/>
                    </a:lnTo>
                    <a:lnTo>
                      <a:pt x="252" y="330"/>
                    </a:lnTo>
                    <a:lnTo>
                      <a:pt x="253" y="329"/>
                    </a:lnTo>
                    <a:lnTo>
                      <a:pt x="255" y="329"/>
                    </a:lnTo>
                    <a:lnTo>
                      <a:pt x="256" y="327"/>
                    </a:lnTo>
                    <a:lnTo>
                      <a:pt x="257" y="325"/>
                    </a:lnTo>
                    <a:lnTo>
                      <a:pt x="259" y="324"/>
                    </a:lnTo>
                    <a:lnTo>
                      <a:pt x="260" y="324"/>
                    </a:lnTo>
                    <a:lnTo>
                      <a:pt x="261" y="323"/>
                    </a:lnTo>
                    <a:lnTo>
                      <a:pt x="263" y="322"/>
                    </a:lnTo>
                    <a:lnTo>
                      <a:pt x="264" y="321"/>
                    </a:lnTo>
                    <a:lnTo>
                      <a:pt x="266" y="321"/>
                    </a:lnTo>
                    <a:lnTo>
                      <a:pt x="267" y="320"/>
                    </a:lnTo>
                    <a:lnTo>
                      <a:pt x="268" y="320"/>
                    </a:lnTo>
                    <a:lnTo>
                      <a:pt x="270" y="319"/>
                    </a:lnTo>
                    <a:lnTo>
                      <a:pt x="271" y="319"/>
                    </a:lnTo>
                    <a:lnTo>
                      <a:pt x="272" y="318"/>
                    </a:lnTo>
                    <a:lnTo>
                      <a:pt x="274" y="318"/>
                    </a:lnTo>
                    <a:lnTo>
                      <a:pt x="275" y="317"/>
                    </a:lnTo>
                    <a:lnTo>
                      <a:pt x="276" y="316"/>
                    </a:lnTo>
                    <a:lnTo>
                      <a:pt x="278" y="315"/>
                    </a:lnTo>
                    <a:lnTo>
                      <a:pt x="279" y="314"/>
                    </a:lnTo>
                    <a:lnTo>
                      <a:pt x="281" y="313"/>
                    </a:lnTo>
                    <a:lnTo>
                      <a:pt x="282" y="312"/>
                    </a:lnTo>
                    <a:lnTo>
                      <a:pt x="283" y="312"/>
                    </a:lnTo>
                    <a:lnTo>
                      <a:pt x="285" y="310"/>
                    </a:lnTo>
                    <a:lnTo>
                      <a:pt x="286" y="309"/>
                    </a:lnTo>
                    <a:lnTo>
                      <a:pt x="287" y="310"/>
                    </a:lnTo>
                    <a:lnTo>
                      <a:pt x="289" y="309"/>
                    </a:lnTo>
                    <a:lnTo>
                      <a:pt x="290" y="309"/>
                    </a:lnTo>
                    <a:lnTo>
                      <a:pt x="291" y="310"/>
                    </a:lnTo>
                    <a:lnTo>
                      <a:pt x="293" y="308"/>
                    </a:lnTo>
                    <a:lnTo>
                      <a:pt x="294" y="308"/>
                    </a:lnTo>
                    <a:lnTo>
                      <a:pt x="295" y="308"/>
                    </a:lnTo>
                    <a:lnTo>
                      <a:pt x="297" y="308"/>
                    </a:lnTo>
                    <a:lnTo>
                      <a:pt x="298" y="307"/>
                    </a:lnTo>
                    <a:lnTo>
                      <a:pt x="300" y="307"/>
                    </a:lnTo>
                    <a:lnTo>
                      <a:pt x="301" y="307"/>
                    </a:lnTo>
                    <a:lnTo>
                      <a:pt x="302" y="307"/>
                    </a:lnTo>
                    <a:lnTo>
                      <a:pt x="304" y="305"/>
                    </a:lnTo>
                    <a:lnTo>
                      <a:pt x="305" y="303"/>
                    </a:lnTo>
                    <a:lnTo>
                      <a:pt x="306" y="301"/>
                    </a:lnTo>
                    <a:lnTo>
                      <a:pt x="308" y="298"/>
                    </a:lnTo>
                    <a:lnTo>
                      <a:pt x="309" y="297"/>
                    </a:lnTo>
                    <a:lnTo>
                      <a:pt x="310" y="295"/>
                    </a:lnTo>
                    <a:lnTo>
                      <a:pt x="312" y="294"/>
                    </a:lnTo>
                    <a:lnTo>
                      <a:pt x="313" y="293"/>
                    </a:lnTo>
                    <a:lnTo>
                      <a:pt x="315" y="294"/>
                    </a:lnTo>
                    <a:lnTo>
                      <a:pt x="316" y="293"/>
                    </a:lnTo>
                    <a:lnTo>
                      <a:pt x="317" y="293"/>
                    </a:lnTo>
                    <a:lnTo>
                      <a:pt x="319" y="293"/>
                    </a:lnTo>
                    <a:lnTo>
                      <a:pt x="320" y="293"/>
                    </a:lnTo>
                    <a:lnTo>
                      <a:pt x="321" y="293"/>
                    </a:lnTo>
                    <a:lnTo>
                      <a:pt x="323" y="294"/>
                    </a:lnTo>
                    <a:lnTo>
                      <a:pt x="324" y="293"/>
                    </a:lnTo>
                    <a:lnTo>
                      <a:pt x="325" y="292"/>
                    </a:lnTo>
                    <a:lnTo>
                      <a:pt x="327" y="292"/>
                    </a:lnTo>
                    <a:lnTo>
                      <a:pt x="328" y="290"/>
                    </a:lnTo>
                    <a:lnTo>
                      <a:pt x="329" y="289"/>
                    </a:lnTo>
                    <a:lnTo>
                      <a:pt x="331" y="289"/>
                    </a:lnTo>
                    <a:lnTo>
                      <a:pt x="332" y="288"/>
                    </a:lnTo>
                    <a:lnTo>
                      <a:pt x="334" y="287"/>
                    </a:lnTo>
                    <a:lnTo>
                      <a:pt x="335" y="287"/>
                    </a:lnTo>
                    <a:lnTo>
                      <a:pt x="336" y="286"/>
                    </a:lnTo>
                    <a:lnTo>
                      <a:pt x="338" y="285"/>
                    </a:lnTo>
                    <a:lnTo>
                      <a:pt x="339" y="284"/>
                    </a:lnTo>
                    <a:lnTo>
                      <a:pt x="340" y="282"/>
                    </a:lnTo>
                    <a:lnTo>
                      <a:pt x="342" y="283"/>
                    </a:lnTo>
                    <a:lnTo>
                      <a:pt x="343" y="282"/>
                    </a:lnTo>
                    <a:lnTo>
                      <a:pt x="344" y="283"/>
                    </a:lnTo>
                    <a:lnTo>
                      <a:pt x="346" y="282"/>
                    </a:lnTo>
                    <a:lnTo>
                      <a:pt x="347" y="283"/>
                    </a:lnTo>
                    <a:lnTo>
                      <a:pt x="349" y="283"/>
                    </a:lnTo>
                    <a:lnTo>
                      <a:pt x="350" y="284"/>
                    </a:lnTo>
                    <a:lnTo>
                      <a:pt x="351" y="283"/>
                    </a:lnTo>
                    <a:lnTo>
                      <a:pt x="353" y="283"/>
                    </a:lnTo>
                    <a:lnTo>
                      <a:pt x="354" y="282"/>
                    </a:lnTo>
                    <a:lnTo>
                      <a:pt x="355" y="282"/>
                    </a:lnTo>
                    <a:lnTo>
                      <a:pt x="357" y="282"/>
                    </a:lnTo>
                    <a:lnTo>
                      <a:pt x="358" y="282"/>
                    </a:lnTo>
                    <a:lnTo>
                      <a:pt x="359" y="281"/>
                    </a:lnTo>
                    <a:lnTo>
                      <a:pt x="361" y="281"/>
                    </a:lnTo>
                    <a:lnTo>
                      <a:pt x="362" y="281"/>
                    </a:lnTo>
                    <a:lnTo>
                      <a:pt x="363" y="281"/>
                    </a:lnTo>
                    <a:lnTo>
                      <a:pt x="365" y="281"/>
                    </a:lnTo>
                    <a:lnTo>
                      <a:pt x="366" y="281"/>
                    </a:lnTo>
                    <a:lnTo>
                      <a:pt x="368" y="281"/>
                    </a:lnTo>
                    <a:lnTo>
                      <a:pt x="369" y="281"/>
                    </a:lnTo>
                    <a:lnTo>
                      <a:pt x="370" y="281"/>
                    </a:lnTo>
                    <a:lnTo>
                      <a:pt x="372" y="281"/>
                    </a:lnTo>
                    <a:lnTo>
                      <a:pt x="373" y="281"/>
                    </a:lnTo>
                    <a:lnTo>
                      <a:pt x="374" y="281"/>
                    </a:lnTo>
                    <a:lnTo>
                      <a:pt x="376" y="280"/>
                    </a:lnTo>
                    <a:lnTo>
                      <a:pt x="377" y="280"/>
                    </a:lnTo>
                    <a:lnTo>
                      <a:pt x="378" y="281"/>
                    </a:lnTo>
                    <a:lnTo>
                      <a:pt x="380" y="280"/>
                    </a:lnTo>
                    <a:lnTo>
                      <a:pt x="381" y="281"/>
                    </a:lnTo>
                    <a:lnTo>
                      <a:pt x="383" y="280"/>
                    </a:lnTo>
                    <a:lnTo>
                      <a:pt x="384" y="280"/>
                    </a:lnTo>
                    <a:lnTo>
                      <a:pt x="385" y="280"/>
                    </a:lnTo>
                    <a:lnTo>
                      <a:pt x="387" y="280"/>
                    </a:lnTo>
                    <a:lnTo>
                      <a:pt x="388" y="279"/>
                    </a:lnTo>
                    <a:lnTo>
                      <a:pt x="389" y="279"/>
                    </a:lnTo>
                    <a:lnTo>
                      <a:pt x="391" y="279"/>
                    </a:lnTo>
                    <a:lnTo>
                      <a:pt x="392" y="278"/>
                    </a:lnTo>
                    <a:lnTo>
                      <a:pt x="393" y="279"/>
                    </a:lnTo>
                    <a:lnTo>
                      <a:pt x="395" y="279"/>
                    </a:lnTo>
                    <a:lnTo>
                      <a:pt x="396" y="279"/>
                    </a:lnTo>
                    <a:lnTo>
                      <a:pt x="397" y="280"/>
                    </a:lnTo>
                    <a:lnTo>
                      <a:pt x="399" y="280"/>
                    </a:lnTo>
                    <a:lnTo>
                      <a:pt x="400" y="281"/>
                    </a:lnTo>
                    <a:lnTo>
                      <a:pt x="402" y="281"/>
                    </a:lnTo>
                    <a:lnTo>
                      <a:pt x="403" y="282"/>
                    </a:lnTo>
                    <a:lnTo>
                      <a:pt x="404" y="281"/>
                    </a:lnTo>
                    <a:lnTo>
                      <a:pt x="406" y="281"/>
                    </a:lnTo>
                    <a:lnTo>
                      <a:pt x="407" y="281"/>
                    </a:lnTo>
                    <a:lnTo>
                      <a:pt x="408" y="282"/>
                    </a:lnTo>
                    <a:lnTo>
                      <a:pt x="410" y="282"/>
                    </a:lnTo>
                    <a:lnTo>
                      <a:pt x="411" y="282"/>
                    </a:lnTo>
                    <a:lnTo>
                      <a:pt x="412" y="282"/>
                    </a:lnTo>
                    <a:lnTo>
                      <a:pt x="414" y="283"/>
                    </a:lnTo>
                    <a:lnTo>
                      <a:pt x="415" y="284"/>
                    </a:lnTo>
                    <a:lnTo>
                      <a:pt x="417" y="285"/>
                    </a:lnTo>
                    <a:lnTo>
                      <a:pt x="418" y="285"/>
                    </a:lnTo>
                    <a:lnTo>
                      <a:pt x="419" y="285"/>
                    </a:lnTo>
                    <a:lnTo>
                      <a:pt x="421" y="286"/>
                    </a:lnTo>
                    <a:lnTo>
                      <a:pt x="422" y="284"/>
                    </a:lnTo>
                    <a:lnTo>
                      <a:pt x="423" y="283"/>
                    </a:lnTo>
                    <a:lnTo>
                      <a:pt x="425" y="59"/>
                    </a:lnTo>
                    <a:lnTo>
                      <a:pt x="426" y="48"/>
                    </a:lnTo>
                    <a:lnTo>
                      <a:pt x="427" y="48"/>
                    </a:lnTo>
                    <a:lnTo>
                      <a:pt x="429" y="50"/>
                    </a:lnTo>
                    <a:lnTo>
                      <a:pt x="430" y="51"/>
                    </a:lnTo>
                    <a:lnTo>
                      <a:pt x="431" y="49"/>
                    </a:lnTo>
                    <a:lnTo>
                      <a:pt x="433" y="50"/>
                    </a:lnTo>
                    <a:lnTo>
                      <a:pt x="434" y="49"/>
                    </a:lnTo>
                    <a:lnTo>
                      <a:pt x="436" y="48"/>
                    </a:lnTo>
                    <a:lnTo>
                      <a:pt x="437" y="47"/>
                    </a:lnTo>
                    <a:lnTo>
                      <a:pt x="438" y="47"/>
                    </a:lnTo>
                    <a:lnTo>
                      <a:pt x="440" y="47"/>
                    </a:lnTo>
                    <a:lnTo>
                      <a:pt x="441" y="47"/>
                    </a:lnTo>
                    <a:lnTo>
                      <a:pt x="442" y="47"/>
                    </a:lnTo>
                    <a:lnTo>
                      <a:pt x="444" y="47"/>
                    </a:lnTo>
                    <a:lnTo>
                      <a:pt x="445" y="47"/>
                    </a:lnTo>
                    <a:lnTo>
                      <a:pt x="446" y="49"/>
                    </a:lnTo>
                    <a:lnTo>
                      <a:pt x="448" y="48"/>
                    </a:lnTo>
                    <a:lnTo>
                      <a:pt x="449" y="48"/>
                    </a:lnTo>
                    <a:lnTo>
                      <a:pt x="451" y="47"/>
                    </a:lnTo>
                    <a:lnTo>
                      <a:pt x="452" y="47"/>
                    </a:lnTo>
                    <a:lnTo>
                      <a:pt x="453" y="47"/>
                    </a:lnTo>
                    <a:lnTo>
                      <a:pt x="455" y="46"/>
                    </a:lnTo>
                    <a:lnTo>
                      <a:pt x="456" y="45"/>
                    </a:lnTo>
                    <a:lnTo>
                      <a:pt x="457" y="45"/>
                    </a:lnTo>
                    <a:lnTo>
                      <a:pt x="459" y="46"/>
                    </a:lnTo>
                    <a:lnTo>
                      <a:pt x="460" y="45"/>
                    </a:lnTo>
                    <a:lnTo>
                      <a:pt x="461" y="46"/>
                    </a:lnTo>
                    <a:lnTo>
                      <a:pt x="463" y="45"/>
                    </a:lnTo>
                    <a:lnTo>
                      <a:pt x="464" y="45"/>
                    </a:lnTo>
                    <a:lnTo>
                      <a:pt x="465" y="46"/>
                    </a:lnTo>
                    <a:lnTo>
                      <a:pt x="467" y="45"/>
                    </a:lnTo>
                    <a:lnTo>
                      <a:pt x="468" y="45"/>
                    </a:lnTo>
                    <a:lnTo>
                      <a:pt x="470" y="45"/>
                    </a:lnTo>
                    <a:lnTo>
                      <a:pt x="471" y="45"/>
                    </a:lnTo>
                    <a:lnTo>
                      <a:pt x="472" y="46"/>
                    </a:lnTo>
                    <a:lnTo>
                      <a:pt x="474" y="46"/>
                    </a:lnTo>
                    <a:lnTo>
                      <a:pt x="475" y="45"/>
                    </a:lnTo>
                    <a:lnTo>
                      <a:pt x="476" y="45"/>
                    </a:lnTo>
                    <a:lnTo>
                      <a:pt x="478" y="46"/>
                    </a:lnTo>
                    <a:lnTo>
                      <a:pt x="479" y="46"/>
                    </a:lnTo>
                    <a:lnTo>
                      <a:pt x="480" y="45"/>
                    </a:lnTo>
                    <a:lnTo>
                      <a:pt x="482" y="45"/>
                    </a:lnTo>
                    <a:lnTo>
                      <a:pt x="483" y="45"/>
                    </a:lnTo>
                    <a:lnTo>
                      <a:pt x="485" y="45"/>
                    </a:lnTo>
                    <a:lnTo>
                      <a:pt x="486" y="45"/>
                    </a:lnTo>
                    <a:lnTo>
                      <a:pt x="487" y="45"/>
                    </a:lnTo>
                    <a:lnTo>
                      <a:pt x="489" y="44"/>
                    </a:lnTo>
                    <a:lnTo>
                      <a:pt x="490" y="44"/>
                    </a:lnTo>
                    <a:lnTo>
                      <a:pt x="491" y="44"/>
                    </a:lnTo>
                    <a:lnTo>
                      <a:pt x="493" y="43"/>
                    </a:lnTo>
                    <a:lnTo>
                      <a:pt x="494" y="43"/>
                    </a:lnTo>
                    <a:lnTo>
                      <a:pt x="495" y="42"/>
                    </a:lnTo>
                    <a:lnTo>
                      <a:pt x="497" y="42"/>
                    </a:lnTo>
                    <a:lnTo>
                      <a:pt x="498" y="42"/>
                    </a:lnTo>
                    <a:lnTo>
                      <a:pt x="499" y="43"/>
                    </a:lnTo>
                    <a:lnTo>
                      <a:pt x="501" y="43"/>
                    </a:lnTo>
                    <a:lnTo>
                      <a:pt x="502" y="44"/>
                    </a:lnTo>
                    <a:lnTo>
                      <a:pt x="504" y="45"/>
                    </a:lnTo>
                    <a:lnTo>
                      <a:pt x="505" y="45"/>
                    </a:lnTo>
                    <a:lnTo>
                      <a:pt x="506" y="45"/>
                    </a:lnTo>
                    <a:lnTo>
                      <a:pt x="508" y="45"/>
                    </a:lnTo>
                    <a:lnTo>
                      <a:pt x="509" y="45"/>
                    </a:lnTo>
                    <a:lnTo>
                      <a:pt x="510" y="45"/>
                    </a:lnTo>
                    <a:lnTo>
                      <a:pt x="512" y="45"/>
                    </a:lnTo>
                    <a:lnTo>
                      <a:pt x="513" y="44"/>
                    </a:lnTo>
                    <a:lnTo>
                      <a:pt x="514" y="44"/>
                    </a:lnTo>
                    <a:lnTo>
                      <a:pt x="516" y="44"/>
                    </a:lnTo>
                    <a:lnTo>
                      <a:pt x="517" y="44"/>
                    </a:lnTo>
                    <a:lnTo>
                      <a:pt x="519" y="43"/>
                    </a:lnTo>
                    <a:lnTo>
                      <a:pt x="520" y="43"/>
                    </a:lnTo>
                    <a:lnTo>
                      <a:pt x="521" y="42"/>
                    </a:lnTo>
                    <a:lnTo>
                      <a:pt x="523" y="42"/>
                    </a:lnTo>
                    <a:lnTo>
                      <a:pt x="524" y="43"/>
                    </a:lnTo>
                    <a:lnTo>
                      <a:pt x="525" y="44"/>
                    </a:lnTo>
                    <a:lnTo>
                      <a:pt x="527" y="44"/>
                    </a:lnTo>
                    <a:lnTo>
                      <a:pt x="528" y="44"/>
                    </a:lnTo>
                    <a:lnTo>
                      <a:pt x="529" y="46"/>
                    </a:lnTo>
                    <a:lnTo>
                      <a:pt x="531" y="45"/>
                    </a:lnTo>
                    <a:lnTo>
                      <a:pt x="532" y="46"/>
                    </a:lnTo>
                    <a:lnTo>
                      <a:pt x="533" y="46"/>
                    </a:lnTo>
                    <a:lnTo>
                      <a:pt x="535" y="47"/>
                    </a:lnTo>
                    <a:lnTo>
                      <a:pt x="536" y="47"/>
                    </a:lnTo>
                    <a:lnTo>
                      <a:pt x="538" y="48"/>
                    </a:lnTo>
                    <a:lnTo>
                      <a:pt x="539" y="49"/>
                    </a:lnTo>
                    <a:lnTo>
                      <a:pt x="540" y="49"/>
                    </a:lnTo>
                    <a:lnTo>
                      <a:pt x="542" y="50"/>
                    </a:lnTo>
                    <a:lnTo>
                      <a:pt x="543" y="49"/>
                    </a:lnTo>
                    <a:lnTo>
                      <a:pt x="544" y="49"/>
                    </a:lnTo>
                    <a:lnTo>
                      <a:pt x="546" y="49"/>
                    </a:lnTo>
                    <a:lnTo>
                      <a:pt x="547" y="48"/>
                    </a:lnTo>
                    <a:lnTo>
                      <a:pt x="548" y="49"/>
                    </a:lnTo>
                    <a:lnTo>
                      <a:pt x="550" y="48"/>
                    </a:lnTo>
                    <a:lnTo>
                      <a:pt x="551" y="48"/>
                    </a:lnTo>
                    <a:lnTo>
                      <a:pt x="553" y="47"/>
                    </a:lnTo>
                    <a:lnTo>
                      <a:pt x="554" y="47"/>
                    </a:lnTo>
                    <a:lnTo>
                      <a:pt x="555" y="48"/>
                    </a:lnTo>
                    <a:lnTo>
                      <a:pt x="557" y="49"/>
                    </a:lnTo>
                    <a:lnTo>
                      <a:pt x="558" y="50"/>
                    </a:lnTo>
                    <a:lnTo>
                      <a:pt x="559" y="49"/>
                    </a:lnTo>
                    <a:lnTo>
                      <a:pt x="561" y="50"/>
                    </a:lnTo>
                    <a:lnTo>
                      <a:pt x="562" y="51"/>
                    </a:lnTo>
                    <a:lnTo>
                      <a:pt x="563" y="51"/>
                    </a:lnTo>
                    <a:lnTo>
                      <a:pt x="565" y="52"/>
                    </a:lnTo>
                    <a:lnTo>
                      <a:pt x="566" y="51"/>
                    </a:lnTo>
                    <a:lnTo>
                      <a:pt x="567" y="51"/>
                    </a:lnTo>
                    <a:lnTo>
                      <a:pt x="569" y="51"/>
                    </a:lnTo>
                    <a:lnTo>
                      <a:pt x="570" y="52"/>
                    </a:lnTo>
                    <a:lnTo>
                      <a:pt x="572" y="52"/>
                    </a:lnTo>
                    <a:lnTo>
                      <a:pt x="573" y="51"/>
                    </a:lnTo>
                    <a:lnTo>
                      <a:pt x="574" y="51"/>
                    </a:lnTo>
                    <a:lnTo>
                      <a:pt x="576" y="51"/>
                    </a:lnTo>
                    <a:lnTo>
                      <a:pt x="577" y="51"/>
                    </a:lnTo>
                    <a:lnTo>
                      <a:pt x="578" y="50"/>
                    </a:lnTo>
                    <a:lnTo>
                      <a:pt x="580" y="50"/>
                    </a:lnTo>
                    <a:lnTo>
                      <a:pt x="581" y="50"/>
                    </a:lnTo>
                    <a:lnTo>
                      <a:pt x="582" y="50"/>
                    </a:lnTo>
                    <a:lnTo>
                      <a:pt x="584" y="50"/>
                    </a:lnTo>
                    <a:lnTo>
                      <a:pt x="585" y="50"/>
                    </a:lnTo>
                    <a:lnTo>
                      <a:pt x="587" y="50"/>
                    </a:lnTo>
                    <a:lnTo>
                      <a:pt x="588" y="50"/>
                    </a:lnTo>
                    <a:lnTo>
                      <a:pt x="589" y="50"/>
                    </a:lnTo>
                    <a:lnTo>
                      <a:pt x="591" y="49"/>
                    </a:lnTo>
                    <a:lnTo>
                      <a:pt x="592" y="49"/>
                    </a:lnTo>
                    <a:lnTo>
                      <a:pt x="593" y="50"/>
                    </a:lnTo>
                    <a:lnTo>
                      <a:pt x="595" y="49"/>
                    </a:lnTo>
                    <a:lnTo>
                      <a:pt x="596" y="49"/>
                    </a:lnTo>
                    <a:lnTo>
                      <a:pt x="597" y="49"/>
                    </a:lnTo>
                    <a:lnTo>
                      <a:pt x="599" y="49"/>
                    </a:lnTo>
                    <a:lnTo>
                      <a:pt x="600" y="47"/>
                    </a:lnTo>
                    <a:lnTo>
                      <a:pt x="601" y="47"/>
                    </a:lnTo>
                    <a:lnTo>
                      <a:pt x="603" y="47"/>
                    </a:lnTo>
                    <a:lnTo>
                      <a:pt x="604" y="46"/>
                    </a:lnTo>
                    <a:lnTo>
                      <a:pt x="606" y="46"/>
                    </a:lnTo>
                    <a:lnTo>
                      <a:pt x="607" y="47"/>
                    </a:lnTo>
                    <a:lnTo>
                      <a:pt x="608" y="47"/>
                    </a:lnTo>
                    <a:lnTo>
                      <a:pt x="610" y="47"/>
                    </a:lnTo>
                    <a:lnTo>
                      <a:pt x="611" y="47"/>
                    </a:lnTo>
                    <a:lnTo>
                      <a:pt x="612" y="47"/>
                    </a:lnTo>
                    <a:lnTo>
                      <a:pt x="614" y="49"/>
                    </a:lnTo>
                    <a:lnTo>
                      <a:pt x="615" y="48"/>
                    </a:lnTo>
                    <a:lnTo>
                      <a:pt x="616" y="48"/>
                    </a:lnTo>
                    <a:lnTo>
                      <a:pt x="618" y="48"/>
                    </a:lnTo>
                    <a:lnTo>
                      <a:pt x="619" y="48"/>
                    </a:lnTo>
                    <a:lnTo>
                      <a:pt x="621" y="48"/>
                    </a:lnTo>
                    <a:lnTo>
                      <a:pt x="622" y="48"/>
                    </a:lnTo>
                    <a:lnTo>
                      <a:pt x="623" y="49"/>
                    </a:lnTo>
                    <a:lnTo>
                      <a:pt x="625" y="47"/>
                    </a:lnTo>
                    <a:lnTo>
                      <a:pt x="626" y="47"/>
                    </a:lnTo>
                    <a:lnTo>
                      <a:pt x="627" y="46"/>
                    </a:lnTo>
                    <a:lnTo>
                      <a:pt x="629" y="47"/>
                    </a:lnTo>
                    <a:lnTo>
                      <a:pt x="630" y="47"/>
                    </a:lnTo>
                    <a:lnTo>
                      <a:pt x="631" y="47"/>
                    </a:lnTo>
                    <a:lnTo>
                      <a:pt x="633" y="48"/>
                    </a:lnTo>
                    <a:lnTo>
                      <a:pt x="634" y="48"/>
                    </a:lnTo>
                    <a:lnTo>
                      <a:pt x="635" y="49"/>
                    </a:lnTo>
                    <a:lnTo>
                      <a:pt x="637" y="50"/>
                    </a:lnTo>
                    <a:lnTo>
                      <a:pt x="638" y="51"/>
                    </a:lnTo>
                    <a:lnTo>
                      <a:pt x="640" y="50"/>
                    </a:lnTo>
                    <a:lnTo>
                      <a:pt x="641" y="51"/>
                    </a:lnTo>
                    <a:lnTo>
                      <a:pt x="642" y="51"/>
                    </a:lnTo>
                    <a:lnTo>
                      <a:pt x="644" y="50"/>
                    </a:lnTo>
                    <a:lnTo>
                      <a:pt x="645" y="50"/>
                    </a:lnTo>
                    <a:lnTo>
                      <a:pt x="646" y="49"/>
                    </a:lnTo>
                    <a:lnTo>
                      <a:pt x="648" y="49"/>
                    </a:lnTo>
                    <a:lnTo>
                      <a:pt x="649" y="49"/>
                    </a:lnTo>
                    <a:lnTo>
                      <a:pt x="650" y="50"/>
                    </a:lnTo>
                    <a:lnTo>
                      <a:pt x="652" y="50"/>
                    </a:lnTo>
                    <a:lnTo>
                      <a:pt x="653" y="51"/>
                    </a:lnTo>
                    <a:lnTo>
                      <a:pt x="655" y="51"/>
                    </a:lnTo>
                    <a:lnTo>
                      <a:pt x="656" y="51"/>
                    </a:lnTo>
                    <a:lnTo>
                      <a:pt x="657" y="51"/>
                    </a:lnTo>
                    <a:lnTo>
                      <a:pt x="659" y="51"/>
                    </a:lnTo>
                    <a:lnTo>
                      <a:pt x="660" y="51"/>
                    </a:lnTo>
                    <a:lnTo>
                      <a:pt x="661" y="51"/>
                    </a:lnTo>
                    <a:lnTo>
                      <a:pt x="663" y="51"/>
                    </a:lnTo>
                    <a:lnTo>
                      <a:pt x="664" y="51"/>
                    </a:lnTo>
                    <a:lnTo>
                      <a:pt x="665" y="52"/>
                    </a:lnTo>
                    <a:lnTo>
                      <a:pt x="667" y="52"/>
                    </a:lnTo>
                    <a:lnTo>
                      <a:pt x="668" y="52"/>
                    </a:lnTo>
                    <a:lnTo>
                      <a:pt x="669" y="52"/>
                    </a:lnTo>
                    <a:lnTo>
                      <a:pt x="671" y="52"/>
                    </a:lnTo>
                    <a:lnTo>
                      <a:pt x="672" y="52"/>
                    </a:lnTo>
                    <a:lnTo>
                      <a:pt x="674" y="51"/>
                    </a:lnTo>
                    <a:lnTo>
                      <a:pt x="675" y="51"/>
                    </a:lnTo>
                    <a:lnTo>
                      <a:pt x="676" y="50"/>
                    </a:lnTo>
                    <a:lnTo>
                      <a:pt x="678" y="50"/>
                    </a:lnTo>
                    <a:lnTo>
                      <a:pt x="679" y="50"/>
                    </a:lnTo>
                    <a:lnTo>
                      <a:pt x="680" y="49"/>
                    </a:lnTo>
                    <a:lnTo>
                      <a:pt x="682" y="49"/>
                    </a:lnTo>
                    <a:lnTo>
                      <a:pt x="683" y="50"/>
                    </a:lnTo>
                    <a:lnTo>
                      <a:pt x="684" y="50"/>
                    </a:lnTo>
                    <a:lnTo>
                      <a:pt x="686" y="51"/>
                    </a:lnTo>
                    <a:lnTo>
                      <a:pt x="687" y="51"/>
                    </a:lnTo>
                    <a:lnTo>
                      <a:pt x="689" y="52"/>
                    </a:lnTo>
                    <a:lnTo>
                      <a:pt x="690" y="51"/>
                    </a:lnTo>
                    <a:lnTo>
                      <a:pt x="691" y="52"/>
                    </a:lnTo>
                    <a:lnTo>
                      <a:pt x="693" y="52"/>
                    </a:lnTo>
                    <a:lnTo>
                      <a:pt x="694" y="51"/>
                    </a:lnTo>
                    <a:lnTo>
                      <a:pt x="695" y="51"/>
                    </a:lnTo>
                    <a:lnTo>
                      <a:pt x="697" y="52"/>
                    </a:lnTo>
                    <a:lnTo>
                      <a:pt x="698" y="52"/>
                    </a:lnTo>
                    <a:lnTo>
                      <a:pt x="699" y="53"/>
                    </a:lnTo>
                    <a:lnTo>
                      <a:pt x="701" y="53"/>
                    </a:lnTo>
                    <a:lnTo>
                      <a:pt x="702" y="53"/>
                    </a:lnTo>
                    <a:lnTo>
                      <a:pt x="703" y="54"/>
                    </a:lnTo>
                    <a:lnTo>
                      <a:pt x="705" y="55"/>
                    </a:lnTo>
                    <a:lnTo>
                      <a:pt x="706" y="54"/>
                    </a:lnTo>
                    <a:lnTo>
                      <a:pt x="708" y="54"/>
                    </a:lnTo>
                    <a:lnTo>
                      <a:pt x="709" y="54"/>
                    </a:lnTo>
                    <a:lnTo>
                      <a:pt x="710" y="54"/>
                    </a:lnTo>
                    <a:lnTo>
                      <a:pt x="712" y="54"/>
                    </a:lnTo>
                    <a:lnTo>
                      <a:pt x="713" y="54"/>
                    </a:lnTo>
                    <a:lnTo>
                      <a:pt x="714" y="53"/>
                    </a:lnTo>
                    <a:lnTo>
                      <a:pt x="716" y="53"/>
                    </a:lnTo>
                    <a:lnTo>
                      <a:pt x="717" y="52"/>
                    </a:lnTo>
                    <a:lnTo>
                      <a:pt x="718" y="52"/>
                    </a:lnTo>
                    <a:lnTo>
                      <a:pt x="720" y="51"/>
                    </a:lnTo>
                    <a:lnTo>
                      <a:pt x="721" y="51"/>
                    </a:lnTo>
                    <a:lnTo>
                      <a:pt x="723" y="50"/>
                    </a:lnTo>
                    <a:lnTo>
                      <a:pt x="724" y="50"/>
                    </a:lnTo>
                    <a:lnTo>
                      <a:pt x="725" y="49"/>
                    </a:lnTo>
                    <a:lnTo>
                      <a:pt x="727" y="49"/>
                    </a:lnTo>
                    <a:lnTo>
                      <a:pt x="728" y="49"/>
                    </a:lnTo>
                    <a:lnTo>
                      <a:pt x="729" y="50"/>
                    </a:lnTo>
                    <a:lnTo>
                      <a:pt x="731" y="51"/>
                    </a:lnTo>
                    <a:lnTo>
                      <a:pt x="732" y="51"/>
                    </a:lnTo>
                    <a:lnTo>
                      <a:pt x="733" y="52"/>
                    </a:lnTo>
                    <a:lnTo>
                      <a:pt x="735" y="53"/>
                    </a:lnTo>
                    <a:lnTo>
                      <a:pt x="736" y="54"/>
                    </a:lnTo>
                    <a:lnTo>
                      <a:pt x="737" y="54"/>
                    </a:lnTo>
                    <a:lnTo>
                      <a:pt x="739" y="54"/>
                    </a:lnTo>
                    <a:lnTo>
                      <a:pt x="740" y="53"/>
                    </a:lnTo>
                    <a:lnTo>
                      <a:pt x="742" y="53"/>
                    </a:lnTo>
                    <a:lnTo>
                      <a:pt x="743" y="53"/>
                    </a:lnTo>
                    <a:lnTo>
                      <a:pt x="744" y="52"/>
                    </a:lnTo>
                    <a:lnTo>
                      <a:pt x="746" y="52"/>
                    </a:lnTo>
                    <a:lnTo>
                      <a:pt x="747" y="52"/>
                    </a:lnTo>
                    <a:lnTo>
                      <a:pt x="748" y="53"/>
                    </a:lnTo>
                    <a:lnTo>
                      <a:pt x="750" y="53"/>
                    </a:lnTo>
                    <a:lnTo>
                      <a:pt x="751" y="53"/>
                    </a:lnTo>
                    <a:lnTo>
                      <a:pt x="752" y="53"/>
                    </a:lnTo>
                    <a:lnTo>
                      <a:pt x="754" y="53"/>
                    </a:lnTo>
                    <a:lnTo>
                      <a:pt x="755" y="53"/>
                    </a:lnTo>
                    <a:lnTo>
                      <a:pt x="757" y="52"/>
                    </a:lnTo>
                    <a:lnTo>
                      <a:pt x="758" y="52"/>
                    </a:lnTo>
                    <a:lnTo>
                      <a:pt x="759" y="52"/>
                    </a:lnTo>
                    <a:lnTo>
                      <a:pt x="761" y="51"/>
                    </a:lnTo>
                    <a:lnTo>
                      <a:pt x="762" y="51"/>
                    </a:lnTo>
                    <a:lnTo>
                      <a:pt x="763" y="51"/>
                    </a:lnTo>
                    <a:lnTo>
                      <a:pt x="765" y="51"/>
                    </a:lnTo>
                    <a:lnTo>
                      <a:pt x="766" y="51"/>
                    </a:lnTo>
                    <a:lnTo>
                      <a:pt x="767" y="51"/>
                    </a:lnTo>
                    <a:lnTo>
                      <a:pt x="769" y="50"/>
                    </a:lnTo>
                    <a:lnTo>
                      <a:pt x="770" y="50"/>
                    </a:lnTo>
                    <a:lnTo>
                      <a:pt x="771" y="50"/>
                    </a:lnTo>
                    <a:lnTo>
                      <a:pt x="773" y="50"/>
                    </a:lnTo>
                    <a:lnTo>
                      <a:pt x="774" y="50"/>
                    </a:lnTo>
                    <a:lnTo>
                      <a:pt x="776" y="50"/>
                    </a:lnTo>
                    <a:lnTo>
                      <a:pt x="777" y="50"/>
                    </a:lnTo>
                    <a:lnTo>
                      <a:pt x="778" y="50"/>
                    </a:lnTo>
                    <a:lnTo>
                      <a:pt x="780" y="50"/>
                    </a:lnTo>
                    <a:lnTo>
                      <a:pt x="781" y="50"/>
                    </a:lnTo>
                    <a:lnTo>
                      <a:pt x="782" y="50"/>
                    </a:lnTo>
                    <a:lnTo>
                      <a:pt x="784" y="50"/>
                    </a:lnTo>
                    <a:lnTo>
                      <a:pt x="785" y="51"/>
                    </a:lnTo>
                    <a:lnTo>
                      <a:pt x="786" y="52"/>
                    </a:lnTo>
                    <a:lnTo>
                      <a:pt x="788" y="52"/>
                    </a:lnTo>
                    <a:lnTo>
                      <a:pt x="789" y="52"/>
                    </a:lnTo>
                    <a:lnTo>
                      <a:pt x="791" y="52"/>
                    </a:lnTo>
                    <a:lnTo>
                      <a:pt x="792" y="51"/>
                    </a:lnTo>
                    <a:lnTo>
                      <a:pt x="793" y="51"/>
                    </a:lnTo>
                    <a:lnTo>
                      <a:pt x="795" y="50"/>
                    </a:lnTo>
                    <a:lnTo>
                      <a:pt x="796" y="50"/>
                    </a:lnTo>
                    <a:lnTo>
                      <a:pt x="797" y="49"/>
                    </a:lnTo>
                    <a:lnTo>
                      <a:pt x="799" y="49"/>
                    </a:lnTo>
                    <a:lnTo>
                      <a:pt x="800" y="50"/>
                    </a:lnTo>
                    <a:lnTo>
                      <a:pt x="801" y="50"/>
                    </a:lnTo>
                    <a:lnTo>
                      <a:pt x="803" y="51"/>
                    </a:lnTo>
                    <a:lnTo>
                      <a:pt x="804" y="51"/>
                    </a:lnTo>
                    <a:lnTo>
                      <a:pt x="805" y="52"/>
                    </a:lnTo>
                    <a:lnTo>
                      <a:pt x="807" y="52"/>
                    </a:lnTo>
                    <a:lnTo>
                      <a:pt x="808" y="52"/>
                    </a:lnTo>
                    <a:lnTo>
                      <a:pt x="810" y="52"/>
                    </a:lnTo>
                    <a:lnTo>
                      <a:pt x="811" y="53"/>
                    </a:lnTo>
                    <a:lnTo>
                      <a:pt x="812" y="53"/>
                    </a:lnTo>
                    <a:lnTo>
                      <a:pt x="814" y="53"/>
                    </a:lnTo>
                    <a:lnTo>
                      <a:pt x="815" y="53"/>
                    </a:lnTo>
                    <a:lnTo>
                      <a:pt x="816" y="53"/>
                    </a:lnTo>
                    <a:lnTo>
                      <a:pt x="818" y="53"/>
                    </a:lnTo>
                    <a:lnTo>
                      <a:pt x="819" y="53"/>
                    </a:lnTo>
                    <a:lnTo>
                      <a:pt x="820" y="53"/>
                    </a:lnTo>
                    <a:lnTo>
                      <a:pt x="822" y="53"/>
                    </a:lnTo>
                    <a:lnTo>
                      <a:pt x="823" y="53"/>
                    </a:lnTo>
                    <a:lnTo>
                      <a:pt x="825" y="52"/>
                    </a:lnTo>
                    <a:lnTo>
                      <a:pt x="826" y="53"/>
                    </a:lnTo>
                    <a:lnTo>
                      <a:pt x="827" y="54"/>
                    </a:lnTo>
                    <a:lnTo>
                      <a:pt x="829" y="54"/>
                    </a:lnTo>
                    <a:lnTo>
                      <a:pt x="830" y="54"/>
                    </a:lnTo>
                    <a:lnTo>
                      <a:pt x="831" y="55"/>
                    </a:lnTo>
                    <a:lnTo>
                      <a:pt x="833" y="55"/>
                    </a:lnTo>
                    <a:lnTo>
                      <a:pt x="834" y="56"/>
                    </a:lnTo>
                    <a:lnTo>
                      <a:pt x="835" y="56"/>
                    </a:lnTo>
                    <a:lnTo>
                      <a:pt x="837" y="56"/>
                    </a:lnTo>
                    <a:lnTo>
                      <a:pt x="838" y="55"/>
                    </a:lnTo>
                    <a:lnTo>
                      <a:pt x="839" y="54"/>
                    </a:lnTo>
                    <a:lnTo>
                      <a:pt x="841" y="54"/>
                    </a:lnTo>
                    <a:lnTo>
                      <a:pt x="842" y="53"/>
                    </a:lnTo>
                    <a:lnTo>
                      <a:pt x="844" y="53"/>
                    </a:lnTo>
                    <a:lnTo>
                      <a:pt x="845" y="53"/>
                    </a:lnTo>
                    <a:lnTo>
                      <a:pt x="846" y="52"/>
                    </a:lnTo>
                    <a:lnTo>
                      <a:pt x="848" y="53"/>
                    </a:lnTo>
                    <a:lnTo>
                      <a:pt x="849" y="53"/>
                    </a:lnTo>
                    <a:lnTo>
                      <a:pt x="850" y="53"/>
                    </a:lnTo>
                    <a:lnTo>
                      <a:pt x="852" y="53"/>
                    </a:lnTo>
                    <a:lnTo>
                      <a:pt x="853" y="54"/>
                    </a:lnTo>
                    <a:lnTo>
                      <a:pt x="854" y="53"/>
                    </a:lnTo>
                    <a:lnTo>
                      <a:pt x="856" y="53"/>
                    </a:lnTo>
                    <a:lnTo>
                      <a:pt x="857" y="52"/>
                    </a:lnTo>
                    <a:lnTo>
                      <a:pt x="859" y="52"/>
                    </a:lnTo>
                    <a:lnTo>
                      <a:pt x="860" y="52"/>
                    </a:lnTo>
                    <a:lnTo>
                      <a:pt x="861" y="52"/>
                    </a:lnTo>
                    <a:lnTo>
                      <a:pt x="863" y="51"/>
                    </a:lnTo>
                    <a:lnTo>
                      <a:pt x="864" y="52"/>
                    </a:lnTo>
                    <a:lnTo>
                      <a:pt x="865" y="53"/>
                    </a:lnTo>
                    <a:lnTo>
                      <a:pt x="867" y="53"/>
                    </a:lnTo>
                    <a:lnTo>
                      <a:pt x="868" y="53"/>
                    </a:lnTo>
                    <a:lnTo>
                      <a:pt x="869" y="54"/>
                    </a:lnTo>
                    <a:lnTo>
                      <a:pt x="871" y="54"/>
                    </a:lnTo>
                    <a:lnTo>
                      <a:pt x="872" y="54"/>
                    </a:lnTo>
                    <a:lnTo>
                      <a:pt x="873" y="54"/>
                    </a:lnTo>
                    <a:lnTo>
                      <a:pt x="875" y="54"/>
                    </a:lnTo>
                    <a:lnTo>
                      <a:pt x="876" y="55"/>
                    </a:lnTo>
                    <a:lnTo>
                      <a:pt x="878" y="55"/>
                    </a:lnTo>
                    <a:lnTo>
                      <a:pt x="879" y="55"/>
                    </a:lnTo>
                    <a:lnTo>
                      <a:pt x="880" y="54"/>
                    </a:lnTo>
                    <a:lnTo>
                      <a:pt x="882" y="54"/>
                    </a:lnTo>
                    <a:lnTo>
                      <a:pt x="883" y="54"/>
                    </a:lnTo>
                    <a:lnTo>
                      <a:pt x="884" y="54"/>
                    </a:lnTo>
                    <a:lnTo>
                      <a:pt x="886" y="54"/>
                    </a:lnTo>
                    <a:lnTo>
                      <a:pt x="887" y="54"/>
                    </a:lnTo>
                    <a:lnTo>
                      <a:pt x="888" y="54"/>
                    </a:lnTo>
                    <a:lnTo>
                      <a:pt x="890" y="55"/>
                    </a:lnTo>
                    <a:lnTo>
                      <a:pt x="891" y="55"/>
                    </a:lnTo>
                    <a:lnTo>
                      <a:pt x="893" y="55"/>
                    </a:lnTo>
                    <a:lnTo>
                      <a:pt x="894" y="55"/>
                    </a:lnTo>
                    <a:lnTo>
                      <a:pt x="895" y="55"/>
                    </a:lnTo>
                    <a:lnTo>
                      <a:pt x="897" y="55"/>
                    </a:lnTo>
                    <a:lnTo>
                      <a:pt x="898" y="55"/>
                    </a:lnTo>
                    <a:lnTo>
                      <a:pt x="899" y="54"/>
                    </a:lnTo>
                    <a:lnTo>
                      <a:pt x="901" y="54"/>
                    </a:lnTo>
                    <a:lnTo>
                      <a:pt x="902" y="53"/>
                    </a:lnTo>
                    <a:lnTo>
                      <a:pt x="903" y="53"/>
                    </a:lnTo>
                    <a:lnTo>
                      <a:pt x="905" y="53"/>
                    </a:lnTo>
                    <a:lnTo>
                      <a:pt x="906" y="52"/>
                    </a:lnTo>
                    <a:lnTo>
                      <a:pt x="907" y="52"/>
                    </a:lnTo>
                    <a:lnTo>
                      <a:pt x="909" y="51"/>
                    </a:lnTo>
                    <a:lnTo>
                      <a:pt x="910" y="52"/>
                    </a:lnTo>
                    <a:lnTo>
                      <a:pt x="912" y="50"/>
                    </a:lnTo>
                    <a:lnTo>
                      <a:pt x="913" y="50"/>
                    </a:lnTo>
                    <a:lnTo>
                      <a:pt x="914" y="50"/>
                    </a:lnTo>
                    <a:lnTo>
                      <a:pt x="916" y="50"/>
                    </a:lnTo>
                    <a:lnTo>
                      <a:pt x="917" y="49"/>
                    </a:lnTo>
                    <a:lnTo>
                      <a:pt x="918" y="49"/>
                    </a:lnTo>
                    <a:lnTo>
                      <a:pt x="920" y="49"/>
                    </a:lnTo>
                    <a:lnTo>
                      <a:pt x="921" y="49"/>
                    </a:lnTo>
                    <a:lnTo>
                      <a:pt x="922" y="50"/>
                    </a:lnTo>
                    <a:lnTo>
                      <a:pt x="924" y="51"/>
                    </a:lnTo>
                    <a:lnTo>
                      <a:pt x="925" y="50"/>
                    </a:lnTo>
                    <a:lnTo>
                      <a:pt x="927" y="50"/>
                    </a:lnTo>
                    <a:lnTo>
                      <a:pt x="928" y="50"/>
                    </a:lnTo>
                    <a:lnTo>
                      <a:pt x="929" y="51"/>
                    </a:lnTo>
                    <a:lnTo>
                      <a:pt x="931" y="50"/>
                    </a:lnTo>
                    <a:lnTo>
                      <a:pt x="932" y="50"/>
                    </a:lnTo>
                    <a:lnTo>
                      <a:pt x="933" y="49"/>
                    </a:lnTo>
                    <a:lnTo>
                      <a:pt x="935" y="50"/>
                    </a:lnTo>
                    <a:lnTo>
                      <a:pt x="936" y="51"/>
                    </a:lnTo>
                    <a:lnTo>
                      <a:pt x="937" y="52"/>
                    </a:lnTo>
                    <a:lnTo>
                      <a:pt x="939" y="51"/>
                    </a:lnTo>
                    <a:lnTo>
                      <a:pt x="940" y="52"/>
                    </a:lnTo>
                    <a:lnTo>
                      <a:pt x="941" y="52"/>
                    </a:lnTo>
                    <a:lnTo>
                      <a:pt x="943" y="53"/>
                    </a:lnTo>
                    <a:lnTo>
                      <a:pt x="944" y="54"/>
                    </a:lnTo>
                    <a:lnTo>
                      <a:pt x="946" y="53"/>
                    </a:lnTo>
                    <a:lnTo>
                      <a:pt x="947" y="53"/>
                    </a:lnTo>
                    <a:lnTo>
                      <a:pt x="948" y="53"/>
                    </a:lnTo>
                    <a:lnTo>
                      <a:pt x="950" y="53"/>
                    </a:lnTo>
                    <a:lnTo>
                      <a:pt x="951" y="53"/>
                    </a:lnTo>
                    <a:lnTo>
                      <a:pt x="952" y="52"/>
                    </a:lnTo>
                    <a:lnTo>
                      <a:pt x="954" y="52"/>
                    </a:lnTo>
                    <a:lnTo>
                      <a:pt x="955" y="52"/>
                    </a:lnTo>
                    <a:lnTo>
                      <a:pt x="956" y="51"/>
                    </a:lnTo>
                    <a:lnTo>
                      <a:pt x="958" y="52"/>
                    </a:lnTo>
                    <a:lnTo>
                      <a:pt x="959" y="52"/>
                    </a:lnTo>
                    <a:lnTo>
                      <a:pt x="961" y="52"/>
                    </a:lnTo>
                    <a:lnTo>
                      <a:pt x="962" y="51"/>
                    </a:lnTo>
                    <a:lnTo>
                      <a:pt x="963" y="51"/>
                    </a:lnTo>
                    <a:lnTo>
                      <a:pt x="965" y="52"/>
                    </a:lnTo>
                    <a:lnTo>
                      <a:pt x="966" y="52"/>
                    </a:lnTo>
                    <a:lnTo>
                      <a:pt x="967" y="53"/>
                    </a:lnTo>
                    <a:lnTo>
                      <a:pt x="969" y="53"/>
                    </a:lnTo>
                    <a:lnTo>
                      <a:pt x="970" y="53"/>
                    </a:lnTo>
                    <a:lnTo>
                      <a:pt x="971" y="53"/>
                    </a:lnTo>
                    <a:lnTo>
                      <a:pt x="973" y="52"/>
                    </a:lnTo>
                    <a:lnTo>
                      <a:pt x="974" y="52"/>
                    </a:lnTo>
                    <a:lnTo>
                      <a:pt x="975" y="52"/>
                    </a:lnTo>
                    <a:lnTo>
                      <a:pt x="977" y="52"/>
                    </a:lnTo>
                    <a:lnTo>
                      <a:pt x="978" y="51"/>
                    </a:lnTo>
                    <a:lnTo>
                      <a:pt x="980" y="51"/>
                    </a:lnTo>
                    <a:lnTo>
                      <a:pt x="981" y="50"/>
                    </a:lnTo>
                    <a:lnTo>
                      <a:pt x="982" y="51"/>
                    </a:lnTo>
                    <a:lnTo>
                      <a:pt x="984" y="52"/>
                    </a:lnTo>
                    <a:lnTo>
                      <a:pt x="985" y="51"/>
                    </a:lnTo>
                    <a:lnTo>
                      <a:pt x="986" y="51"/>
                    </a:lnTo>
                    <a:lnTo>
                      <a:pt x="988" y="51"/>
                    </a:lnTo>
                    <a:lnTo>
                      <a:pt x="989" y="51"/>
                    </a:lnTo>
                    <a:lnTo>
                      <a:pt x="990" y="52"/>
                    </a:lnTo>
                    <a:lnTo>
                      <a:pt x="992" y="51"/>
                    </a:lnTo>
                    <a:lnTo>
                      <a:pt x="993" y="51"/>
                    </a:lnTo>
                    <a:lnTo>
                      <a:pt x="995" y="52"/>
                    </a:lnTo>
                    <a:lnTo>
                      <a:pt x="996" y="52"/>
                    </a:lnTo>
                    <a:lnTo>
                      <a:pt x="997" y="51"/>
                    </a:lnTo>
                    <a:lnTo>
                      <a:pt x="999" y="51"/>
                    </a:lnTo>
                    <a:lnTo>
                      <a:pt x="1000" y="52"/>
                    </a:lnTo>
                    <a:lnTo>
                      <a:pt x="1001" y="52"/>
                    </a:lnTo>
                    <a:lnTo>
                      <a:pt x="1003" y="53"/>
                    </a:lnTo>
                    <a:lnTo>
                      <a:pt x="1004" y="52"/>
                    </a:lnTo>
                    <a:lnTo>
                      <a:pt x="1005" y="51"/>
                    </a:lnTo>
                    <a:lnTo>
                      <a:pt x="1007" y="51"/>
                    </a:lnTo>
                    <a:lnTo>
                      <a:pt x="1008" y="51"/>
                    </a:lnTo>
                    <a:lnTo>
                      <a:pt x="1009" y="52"/>
                    </a:lnTo>
                    <a:lnTo>
                      <a:pt x="1011" y="52"/>
                    </a:lnTo>
                    <a:lnTo>
                      <a:pt x="1012" y="51"/>
                    </a:lnTo>
                    <a:lnTo>
                      <a:pt x="1014" y="51"/>
                    </a:lnTo>
                    <a:lnTo>
                      <a:pt x="1015" y="51"/>
                    </a:lnTo>
                    <a:lnTo>
                      <a:pt x="1016" y="51"/>
                    </a:lnTo>
                    <a:lnTo>
                      <a:pt x="1018" y="52"/>
                    </a:lnTo>
                    <a:lnTo>
                      <a:pt x="1019" y="51"/>
                    </a:lnTo>
                    <a:lnTo>
                      <a:pt x="1020" y="51"/>
                    </a:lnTo>
                    <a:lnTo>
                      <a:pt x="1022" y="50"/>
                    </a:lnTo>
                    <a:lnTo>
                      <a:pt x="1023" y="50"/>
                    </a:lnTo>
                    <a:lnTo>
                      <a:pt x="1024" y="50"/>
                    </a:lnTo>
                    <a:lnTo>
                      <a:pt x="1026" y="50"/>
                    </a:lnTo>
                    <a:lnTo>
                      <a:pt x="1027" y="50"/>
                    </a:lnTo>
                    <a:lnTo>
                      <a:pt x="1029" y="50"/>
                    </a:lnTo>
                    <a:lnTo>
                      <a:pt x="1030" y="50"/>
                    </a:lnTo>
                    <a:lnTo>
                      <a:pt x="1031" y="49"/>
                    </a:lnTo>
                    <a:lnTo>
                      <a:pt x="1033" y="49"/>
                    </a:lnTo>
                    <a:lnTo>
                      <a:pt x="1034" y="49"/>
                    </a:lnTo>
                    <a:lnTo>
                      <a:pt x="1035" y="49"/>
                    </a:lnTo>
                    <a:lnTo>
                      <a:pt x="1037" y="49"/>
                    </a:lnTo>
                    <a:lnTo>
                      <a:pt x="1038" y="47"/>
                    </a:lnTo>
                    <a:lnTo>
                      <a:pt x="1039" y="49"/>
                    </a:lnTo>
                    <a:lnTo>
                      <a:pt x="1041" y="49"/>
                    </a:lnTo>
                    <a:lnTo>
                      <a:pt x="1042" y="50"/>
                    </a:lnTo>
                    <a:lnTo>
                      <a:pt x="1043" y="49"/>
                    </a:lnTo>
                    <a:lnTo>
                      <a:pt x="1045" y="50"/>
                    </a:lnTo>
                    <a:lnTo>
                      <a:pt x="1046" y="49"/>
                    </a:lnTo>
                    <a:lnTo>
                      <a:pt x="1048" y="49"/>
                    </a:lnTo>
                    <a:lnTo>
                      <a:pt x="1049" y="49"/>
                    </a:lnTo>
                    <a:lnTo>
                      <a:pt x="1050" y="48"/>
                    </a:lnTo>
                    <a:lnTo>
                      <a:pt x="1052" y="49"/>
                    </a:lnTo>
                    <a:lnTo>
                      <a:pt x="1053" y="50"/>
                    </a:lnTo>
                    <a:lnTo>
                      <a:pt x="1054" y="50"/>
                    </a:lnTo>
                    <a:lnTo>
                      <a:pt x="1056" y="50"/>
                    </a:lnTo>
                    <a:lnTo>
                      <a:pt x="1057" y="50"/>
                    </a:lnTo>
                    <a:lnTo>
                      <a:pt x="1058" y="50"/>
                    </a:lnTo>
                    <a:lnTo>
                      <a:pt x="1060" y="50"/>
                    </a:lnTo>
                    <a:lnTo>
                      <a:pt x="1061" y="50"/>
                    </a:lnTo>
                    <a:lnTo>
                      <a:pt x="1063" y="48"/>
                    </a:lnTo>
                    <a:lnTo>
                      <a:pt x="1064" y="47"/>
                    </a:lnTo>
                    <a:lnTo>
                      <a:pt x="1065" y="46"/>
                    </a:lnTo>
                    <a:lnTo>
                      <a:pt x="1067" y="47"/>
                    </a:lnTo>
                    <a:lnTo>
                      <a:pt x="1068" y="46"/>
                    </a:lnTo>
                    <a:lnTo>
                      <a:pt x="1069" y="46"/>
                    </a:lnTo>
                    <a:lnTo>
                      <a:pt x="1071" y="46"/>
                    </a:lnTo>
                    <a:lnTo>
                      <a:pt x="1072" y="47"/>
                    </a:lnTo>
                    <a:lnTo>
                      <a:pt x="1073" y="47"/>
                    </a:lnTo>
                    <a:lnTo>
                      <a:pt x="1075" y="48"/>
                    </a:lnTo>
                    <a:lnTo>
                      <a:pt x="1076" y="49"/>
                    </a:lnTo>
                    <a:lnTo>
                      <a:pt x="1077" y="48"/>
                    </a:lnTo>
                    <a:lnTo>
                      <a:pt x="1079" y="49"/>
                    </a:lnTo>
                    <a:lnTo>
                      <a:pt x="1080" y="48"/>
                    </a:lnTo>
                    <a:lnTo>
                      <a:pt x="1082" y="48"/>
                    </a:lnTo>
                    <a:lnTo>
                      <a:pt x="1083" y="48"/>
                    </a:lnTo>
                    <a:lnTo>
                      <a:pt x="1084" y="48"/>
                    </a:lnTo>
                    <a:lnTo>
                      <a:pt x="1086" y="48"/>
                    </a:lnTo>
                    <a:lnTo>
                      <a:pt x="1087" y="48"/>
                    </a:lnTo>
                    <a:lnTo>
                      <a:pt x="1088" y="48"/>
                    </a:lnTo>
                    <a:lnTo>
                      <a:pt x="1090" y="48"/>
                    </a:lnTo>
                    <a:lnTo>
                      <a:pt x="1091" y="48"/>
                    </a:lnTo>
                    <a:lnTo>
                      <a:pt x="1092" y="48"/>
                    </a:lnTo>
                    <a:lnTo>
                      <a:pt x="1094" y="47"/>
                    </a:lnTo>
                    <a:lnTo>
                      <a:pt x="1095" y="47"/>
                    </a:lnTo>
                    <a:lnTo>
                      <a:pt x="1097" y="48"/>
                    </a:lnTo>
                    <a:lnTo>
                      <a:pt x="1098" y="47"/>
                    </a:lnTo>
                    <a:lnTo>
                      <a:pt x="1099" y="47"/>
                    </a:lnTo>
                    <a:lnTo>
                      <a:pt x="1101" y="47"/>
                    </a:lnTo>
                    <a:lnTo>
                      <a:pt x="1102" y="47"/>
                    </a:lnTo>
                    <a:lnTo>
                      <a:pt x="1103" y="48"/>
                    </a:lnTo>
                    <a:lnTo>
                      <a:pt x="1105" y="48"/>
                    </a:lnTo>
                    <a:lnTo>
                      <a:pt x="1106" y="47"/>
                    </a:lnTo>
                    <a:lnTo>
                      <a:pt x="1107" y="47"/>
                    </a:lnTo>
                    <a:lnTo>
                      <a:pt x="1109" y="48"/>
                    </a:lnTo>
                    <a:lnTo>
                      <a:pt x="1110" y="49"/>
                    </a:lnTo>
                    <a:lnTo>
                      <a:pt x="1111" y="49"/>
                    </a:lnTo>
                    <a:lnTo>
                      <a:pt x="1113" y="49"/>
                    </a:lnTo>
                    <a:lnTo>
                      <a:pt x="1114" y="50"/>
                    </a:lnTo>
                    <a:lnTo>
                      <a:pt x="1116" y="50"/>
                    </a:lnTo>
                    <a:lnTo>
                      <a:pt x="1117" y="50"/>
                    </a:lnTo>
                    <a:lnTo>
                      <a:pt x="1118" y="50"/>
                    </a:lnTo>
                    <a:lnTo>
                      <a:pt x="1120" y="50"/>
                    </a:lnTo>
                    <a:lnTo>
                      <a:pt x="1121" y="50"/>
                    </a:lnTo>
                    <a:lnTo>
                      <a:pt x="1122" y="50"/>
                    </a:lnTo>
                    <a:lnTo>
                      <a:pt x="1124" y="49"/>
                    </a:lnTo>
                    <a:lnTo>
                      <a:pt x="1125" y="48"/>
                    </a:lnTo>
                    <a:lnTo>
                      <a:pt x="1126" y="47"/>
                    </a:lnTo>
                    <a:lnTo>
                      <a:pt x="1128" y="47"/>
                    </a:lnTo>
                    <a:lnTo>
                      <a:pt x="1129" y="47"/>
                    </a:lnTo>
                    <a:lnTo>
                      <a:pt x="1131" y="47"/>
                    </a:lnTo>
                    <a:lnTo>
                      <a:pt x="1132" y="47"/>
                    </a:lnTo>
                    <a:lnTo>
                      <a:pt x="1133" y="47"/>
                    </a:lnTo>
                    <a:lnTo>
                      <a:pt x="1135" y="48"/>
                    </a:lnTo>
                    <a:lnTo>
                      <a:pt x="1136" y="49"/>
                    </a:lnTo>
                    <a:lnTo>
                      <a:pt x="1137" y="49"/>
                    </a:lnTo>
                    <a:lnTo>
                      <a:pt x="1139" y="49"/>
                    </a:lnTo>
                    <a:lnTo>
                      <a:pt x="1140" y="48"/>
                    </a:lnTo>
                    <a:lnTo>
                      <a:pt x="1141" y="48"/>
                    </a:lnTo>
                    <a:lnTo>
                      <a:pt x="1143" y="47"/>
                    </a:lnTo>
                    <a:lnTo>
                      <a:pt x="1144" y="47"/>
                    </a:lnTo>
                    <a:lnTo>
                      <a:pt x="1145" y="46"/>
                    </a:lnTo>
                    <a:lnTo>
                      <a:pt x="1147" y="45"/>
                    </a:lnTo>
                    <a:lnTo>
                      <a:pt x="1148" y="45"/>
                    </a:lnTo>
                    <a:lnTo>
                      <a:pt x="1150" y="44"/>
                    </a:lnTo>
                    <a:lnTo>
                      <a:pt x="1151" y="44"/>
                    </a:lnTo>
                    <a:lnTo>
                      <a:pt x="1152" y="43"/>
                    </a:lnTo>
                    <a:lnTo>
                      <a:pt x="1154" y="44"/>
                    </a:lnTo>
                    <a:lnTo>
                      <a:pt x="1155" y="43"/>
                    </a:lnTo>
                    <a:lnTo>
                      <a:pt x="1156" y="43"/>
                    </a:lnTo>
                    <a:lnTo>
                      <a:pt x="1158" y="44"/>
                    </a:lnTo>
                    <a:lnTo>
                      <a:pt x="1159" y="44"/>
                    </a:lnTo>
                    <a:lnTo>
                      <a:pt x="1160" y="44"/>
                    </a:lnTo>
                    <a:lnTo>
                      <a:pt x="1162" y="45"/>
                    </a:lnTo>
                    <a:lnTo>
                      <a:pt x="1163" y="46"/>
                    </a:lnTo>
                    <a:lnTo>
                      <a:pt x="1165" y="46"/>
                    </a:lnTo>
                    <a:lnTo>
                      <a:pt x="1166" y="46"/>
                    </a:lnTo>
                    <a:lnTo>
                      <a:pt x="1167" y="46"/>
                    </a:lnTo>
                    <a:lnTo>
                      <a:pt x="1169" y="46"/>
                    </a:lnTo>
                    <a:lnTo>
                      <a:pt x="1170" y="46"/>
                    </a:lnTo>
                    <a:lnTo>
                      <a:pt x="1171" y="47"/>
                    </a:lnTo>
                    <a:lnTo>
                      <a:pt x="1173" y="45"/>
                    </a:lnTo>
                    <a:lnTo>
                      <a:pt x="1174" y="45"/>
                    </a:lnTo>
                    <a:lnTo>
                      <a:pt x="1175" y="45"/>
                    </a:lnTo>
                    <a:lnTo>
                      <a:pt x="1177" y="45"/>
                    </a:lnTo>
                    <a:lnTo>
                      <a:pt x="1178" y="45"/>
                    </a:lnTo>
                    <a:lnTo>
                      <a:pt x="1179" y="45"/>
                    </a:lnTo>
                    <a:lnTo>
                      <a:pt x="1181" y="45"/>
                    </a:lnTo>
                    <a:lnTo>
                      <a:pt x="1182" y="46"/>
                    </a:lnTo>
                    <a:lnTo>
                      <a:pt x="1184" y="46"/>
                    </a:lnTo>
                    <a:lnTo>
                      <a:pt x="1185" y="45"/>
                    </a:lnTo>
                    <a:lnTo>
                      <a:pt x="1186" y="46"/>
                    </a:lnTo>
                    <a:lnTo>
                      <a:pt x="1188" y="45"/>
                    </a:lnTo>
                    <a:lnTo>
                      <a:pt x="1189" y="46"/>
                    </a:lnTo>
                    <a:lnTo>
                      <a:pt x="1190" y="46"/>
                    </a:lnTo>
                    <a:lnTo>
                      <a:pt x="1192" y="46"/>
                    </a:lnTo>
                    <a:lnTo>
                      <a:pt x="1193" y="46"/>
                    </a:lnTo>
                    <a:lnTo>
                      <a:pt x="1194" y="47"/>
                    </a:lnTo>
                    <a:lnTo>
                      <a:pt x="1196" y="47"/>
                    </a:lnTo>
                    <a:lnTo>
                      <a:pt x="1197" y="46"/>
                    </a:lnTo>
                    <a:lnTo>
                      <a:pt x="1199" y="45"/>
                    </a:lnTo>
                    <a:lnTo>
                      <a:pt x="1200" y="45"/>
                    </a:lnTo>
                    <a:lnTo>
                      <a:pt x="1201" y="46"/>
                    </a:lnTo>
                    <a:lnTo>
                      <a:pt x="1203" y="45"/>
                    </a:lnTo>
                    <a:lnTo>
                      <a:pt x="1204" y="45"/>
                    </a:lnTo>
                    <a:lnTo>
                      <a:pt x="1205" y="45"/>
                    </a:lnTo>
                    <a:lnTo>
                      <a:pt x="1207" y="45"/>
                    </a:lnTo>
                    <a:lnTo>
                      <a:pt x="1208" y="45"/>
                    </a:lnTo>
                    <a:lnTo>
                      <a:pt x="1209" y="44"/>
                    </a:lnTo>
                    <a:lnTo>
                      <a:pt x="1211" y="44"/>
                    </a:lnTo>
                    <a:lnTo>
                      <a:pt x="1212" y="44"/>
                    </a:lnTo>
                    <a:lnTo>
                      <a:pt x="1213" y="45"/>
                    </a:lnTo>
                    <a:lnTo>
                      <a:pt x="1215" y="45"/>
                    </a:lnTo>
                    <a:lnTo>
                      <a:pt x="1216" y="45"/>
                    </a:lnTo>
                    <a:lnTo>
                      <a:pt x="1218" y="44"/>
                    </a:lnTo>
                    <a:lnTo>
                      <a:pt x="1219" y="44"/>
                    </a:lnTo>
                    <a:lnTo>
                      <a:pt x="1220" y="45"/>
                    </a:lnTo>
                    <a:lnTo>
                      <a:pt x="1222" y="44"/>
                    </a:lnTo>
                    <a:lnTo>
                      <a:pt x="1223" y="45"/>
                    </a:lnTo>
                    <a:lnTo>
                      <a:pt x="1224" y="45"/>
                    </a:lnTo>
                    <a:lnTo>
                      <a:pt x="1226" y="45"/>
                    </a:lnTo>
                    <a:lnTo>
                      <a:pt x="1227" y="45"/>
                    </a:lnTo>
                    <a:lnTo>
                      <a:pt x="1228" y="45"/>
                    </a:lnTo>
                    <a:lnTo>
                      <a:pt x="1230" y="47"/>
                    </a:lnTo>
                    <a:lnTo>
                      <a:pt x="1231" y="47"/>
                    </a:lnTo>
                    <a:lnTo>
                      <a:pt x="1233" y="47"/>
                    </a:lnTo>
                    <a:lnTo>
                      <a:pt x="1234" y="47"/>
                    </a:lnTo>
                    <a:lnTo>
                      <a:pt x="1235" y="48"/>
                    </a:lnTo>
                    <a:lnTo>
                      <a:pt x="1237" y="48"/>
                    </a:lnTo>
                    <a:lnTo>
                      <a:pt x="1238" y="49"/>
                    </a:lnTo>
                    <a:lnTo>
                      <a:pt x="1239" y="49"/>
                    </a:lnTo>
                    <a:lnTo>
                      <a:pt x="1241" y="49"/>
                    </a:lnTo>
                    <a:lnTo>
                      <a:pt x="1242" y="48"/>
                    </a:lnTo>
                    <a:lnTo>
                      <a:pt x="1243" y="49"/>
                    </a:lnTo>
                    <a:lnTo>
                      <a:pt x="1245" y="49"/>
                    </a:lnTo>
                    <a:lnTo>
                      <a:pt x="1246" y="49"/>
                    </a:lnTo>
                    <a:lnTo>
                      <a:pt x="1247" y="48"/>
                    </a:lnTo>
                    <a:lnTo>
                      <a:pt x="1249" y="48"/>
                    </a:lnTo>
                    <a:lnTo>
                      <a:pt x="1250" y="48"/>
                    </a:lnTo>
                    <a:lnTo>
                      <a:pt x="1252" y="48"/>
                    </a:lnTo>
                    <a:lnTo>
                      <a:pt x="1253" y="47"/>
                    </a:lnTo>
                    <a:lnTo>
                      <a:pt x="1254" y="47"/>
                    </a:lnTo>
                    <a:lnTo>
                      <a:pt x="1256" y="47"/>
                    </a:lnTo>
                    <a:lnTo>
                      <a:pt x="1257" y="47"/>
                    </a:lnTo>
                    <a:lnTo>
                      <a:pt x="1258" y="47"/>
                    </a:lnTo>
                    <a:lnTo>
                      <a:pt x="1260" y="47"/>
                    </a:lnTo>
                    <a:lnTo>
                      <a:pt x="1261" y="47"/>
                    </a:lnTo>
                    <a:lnTo>
                      <a:pt x="1262" y="47"/>
                    </a:lnTo>
                    <a:lnTo>
                      <a:pt x="1264" y="47"/>
                    </a:lnTo>
                    <a:lnTo>
                      <a:pt x="1265" y="48"/>
                    </a:lnTo>
                    <a:lnTo>
                      <a:pt x="1267" y="47"/>
                    </a:lnTo>
                    <a:lnTo>
                      <a:pt x="1268" y="47"/>
                    </a:lnTo>
                    <a:lnTo>
                      <a:pt x="1269" y="47"/>
                    </a:lnTo>
                    <a:lnTo>
                      <a:pt x="1271" y="46"/>
                    </a:lnTo>
                    <a:lnTo>
                      <a:pt x="1272" y="46"/>
                    </a:lnTo>
                    <a:lnTo>
                      <a:pt x="1273" y="44"/>
                    </a:lnTo>
                    <a:lnTo>
                      <a:pt x="1275" y="44"/>
                    </a:lnTo>
                    <a:lnTo>
                      <a:pt x="1276" y="43"/>
                    </a:lnTo>
                    <a:lnTo>
                      <a:pt x="1277" y="44"/>
                    </a:lnTo>
                    <a:lnTo>
                      <a:pt x="1279" y="44"/>
                    </a:lnTo>
                    <a:lnTo>
                      <a:pt x="1280" y="45"/>
                    </a:lnTo>
                    <a:lnTo>
                      <a:pt x="1281" y="46"/>
                    </a:lnTo>
                    <a:lnTo>
                      <a:pt x="1283" y="46"/>
                    </a:lnTo>
                    <a:lnTo>
                      <a:pt x="1284" y="47"/>
                    </a:lnTo>
                    <a:lnTo>
                      <a:pt x="1286" y="48"/>
                    </a:lnTo>
                    <a:lnTo>
                      <a:pt x="1287" y="48"/>
                    </a:lnTo>
                    <a:lnTo>
                      <a:pt x="1288" y="48"/>
                    </a:lnTo>
                    <a:lnTo>
                      <a:pt x="1290" y="47"/>
                    </a:lnTo>
                    <a:lnTo>
                      <a:pt x="1291" y="47"/>
                    </a:lnTo>
                    <a:lnTo>
                      <a:pt x="1292" y="48"/>
                    </a:lnTo>
                    <a:lnTo>
                      <a:pt x="1294" y="48"/>
                    </a:lnTo>
                    <a:lnTo>
                      <a:pt x="1295" y="48"/>
                    </a:lnTo>
                    <a:lnTo>
                      <a:pt x="1296" y="49"/>
                    </a:lnTo>
                    <a:lnTo>
                      <a:pt x="1298" y="51"/>
                    </a:lnTo>
                    <a:lnTo>
                      <a:pt x="1299" y="51"/>
                    </a:lnTo>
                    <a:lnTo>
                      <a:pt x="1301" y="52"/>
                    </a:lnTo>
                    <a:lnTo>
                      <a:pt x="1302" y="52"/>
                    </a:lnTo>
                    <a:lnTo>
                      <a:pt x="1303" y="52"/>
                    </a:lnTo>
                    <a:lnTo>
                      <a:pt x="1305" y="53"/>
                    </a:lnTo>
                    <a:lnTo>
                      <a:pt x="1306" y="53"/>
                    </a:lnTo>
                    <a:lnTo>
                      <a:pt x="1307" y="52"/>
                    </a:lnTo>
                    <a:lnTo>
                      <a:pt x="1309" y="51"/>
                    </a:lnTo>
                    <a:lnTo>
                      <a:pt x="1310" y="51"/>
                    </a:lnTo>
                    <a:lnTo>
                      <a:pt x="1311" y="51"/>
                    </a:lnTo>
                    <a:lnTo>
                      <a:pt x="1313" y="51"/>
                    </a:lnTo>
                    <a:lnTo>
                      <a:pt x="1314" y="51"/>
                    </a:lnTo>
                    <a:lnTo>
                      <a:pt x="1315" y="50"/>
                    </a:lnTo>
                    <a:lnTo>
                      <a:pt x="1317" y="49"/>
                    </a:lnTo>
                    <a:lnTo>
                      <a:pt x="1318" y="48"/>
                    </a:lnTo>
                    <a:lnTo>
                      <a:pt x="1320" y="48"/>
                    </a:lnTo>
                    <a:lnTo>
                      <a:pt x="1321" y="47"/>
                    </a:lnTo>
                    <a:lnTo>
                      <a:pt x="1322" y="46"/>
                    </a:lnTo>
                    <a:lnTo>
                      <a:pt x="1324" y="45"/>
                    </a:lnTo>
                    <a:lnTo>
                      <a:pt x="1325" y="44"/>
                    </a:lnTo>
                    <a:lnTo>
                      <a:pt x="1326" y="44"/>
                    </a:lnTo>
                    <a:lnTo>
                      <a:pt x="1328" y="45"/>
                    </a:lnTo>
                    <a:lnTo>
                      <a:pt x="1329" y="45"/>
                    </a:lnTo>
                    <a:lnTo>
                      <a:pt x="1330" y="45"/>
                    </a:lnTo>
                    <a:lnTo>
                      <a:pt x="1332" y="45"/>
                    </a:lnTo>
                    <a:lnTo>
                      <a:pt x="1333" y="45"/>
                    </a:lnTo>
                    <a:lnTo>
                      <a:pt x="1335" y="46"/>
                    </a:lnTo>
                    <a:lnTo>
                      <a:pt x="1336" y="46"/>
                    </a:lnTo>
                    <a:lnTo>
                      <a:pt x="1337" y="45"/>
                    </a:lnTo>
                    <a:lnTo>
                      <a:pt x="1339" y="44"/>
                    </a:lnTo>
                    <a:lnTo>
                      <a:pt x="1340" y="44"/>
                    </a:lnTo>
                    <a:lnTo>
                      <a:pt x="1341" y="45"/>
                    </a:lnTo>
                    <a:lnTo>
                      <a:pt x="1343" y="44"/>
                    </a:lnTo>
                    <a:lnTo>
                      <a:pt x="1344" y="44"/>
                    </a:lnTo>
                    <a:lnTo>
                      <a:pt x="1345" y="42"/>
                    </a:lnTo>
                    <a:lnTo>
                      <a:pt x="1347" y="43"/>
                    </a:lnTo>
                    <a:lnTo>
                      <a:pt x="1348" y="43"/>
                    </a:lnTo>
                    <a:lnTo>
                      <a:pt x="1349" y="42"/>
                    </a:lnTo>
                    <a:lnTo>
                      <a:pt x="1351" y="42"/>
                    </a:lnTo>
                    <a:lnTo>
                      <a:pt x="1352" y="43"/>
                    </a:lnTo>
                    <a:lnTo>
                      <a:pt x="1354" y="43"/>
                    </a:lnTo>
                    <a:lnTo>
                      <a:pt x="1355" y="43"/>
                    </a:lnTo>
                    <a:lnTo>
                      <a:pt x="1356" y="43"/>
                    </a:lnTo>
                    <a:lnTo>
                      <a:pt x="1358" y="43"/>
                    </a:lnTo>
                    <a:lnTo>
                      <a:pt x="1359" y="43"/>
                    </a:lnTo>
                    <a:lnTo>
                      <a:pt x="1360" y="42"/>
                    </a:lnTo>
                    <a:lnTo>
                      <a:pt x="1362" y="42"/>
                    </a:lnTo>
                    <a:lnTo>
                      <a:pt x="1363" y="42"/>
                    </a:lnTo>
                    <a:lnTo>
                      <a:pt x="1364" y="41"/>
                    </a:lnTo>
                    <a:lnTo>
                      <a:pt x="1366" y="40"/>
                    </a:lnTo>
                    <a:lnTo>
                      <a:pt x="1367" y="39"/>
                    </a:lnTo>
                    <a:lnTo>
                      <a:pt x="1369" y="38"/>
                    </a:lnTo>
                    <a:lnTo>
                      <a:pt x="1370" y="38"/>
                    </a:lnTo>
                    <a:lnTo>
                      <a:pt x="1371" y="38"/>
                    </a:lnTo>
                    <a:lnTo>
                      <a:pt x="1373" y="38"/>
                    </a:lnTo>
                    <a:lnTo>
                      <a:pt x="1374" y="38"/>
                    </a:lnTo>
                    <a:lnTo>
                      <a:pt x="1375" y="38"/>
                    </a:lnTo>
                    <a:lnTo>
                      <a:pt x="1377" y="40"/>
                    </a:lnTo>
                    <a:lnTo>
                      <a:pt x="1378" y="40"/>
                    </a:lnTo>
                    <a:lnTo>
                      <a:pt x="1379" y="40"/>
                    </a:lnTo>
                    <a:lnTo>
                      <a:pt x="1381" y="39"/>
                    </a:lnTo>
                    <a:lnTo>
                      <a:pt x="1382" y="40"/>
                    </a:lnTo>
                    <a:lnTo>
                      <a:pt x="1383" y="41"/>
                    </a:lnTo>
                    <a:lnTo>
                      <a:pt x="1385" y="42"/>
                    </a:lnTo>
                    <a:lnTo>
                      <a:pt x="1386" y="42"/>
                    </a:lnTo>
                    <a:lnTo>
                      <a:pt x="1388" y="42"/>
                    </a:lnTo>
                    <a:lnTo>
                      <a:pt x="1389" y="43"/>
                    </a:lnTo>
                    <a:lnTo>
                      <a:pt x="1390" y="43"/>
                    </a:lnTo>
                    <a:lnTo>
                      <a:pt x="1392" y="43"/>
                    </a:lnTo>
                    <a:lnTo>
                      <a:pt x="1393" y="42"/>
                    </a:lnTo>
                    <a:lnTo>
                      <a:pt x="1394" y="41"/>
                    </a:lnTo>
                    <a:lnTo>
                      <a:pt x="1396" y="41"/>
                    </a:lnTo>
                    <a:lnTo>
                      <a:pt x="1397" y="40"/>
                    </a:lnTo>
                    <a:lnTo>
                      <a:pt x="1398" y="40"/>
                    </a:lnTo>
                    <a:lnTo>
                      <a:pt x="1400" y="39"/>
                    </a:lnTo>
                    <a:lnTo>
                      <a:pt x="1401" y="38"/>
                    </a:lnTo>
                    <a:lnTo>
                      <a:pt x="1403" y="39"/>
                    </a:lnTo>
                    <a:lnTo>
                      <a:pt x="1404" y="39"/>
                    </a:lnTo>
                    <a:lnTo>
                      <a:pt x="1405" y="39"/>
                    </a:lnTo>
                    <a:lnTo>
                      <a:pt x="1407" y="39"/>
                    </a:lnTo>
                    <a:lnTo>
                      <a:pt x="1408" y="40"/>
                    </a:lnTo>
                    <a:lnTo>
                      <a:pt x="1409" y="39"/>
                    </a:lnTo>
                    <a:lnTo>
                      <a:pt x="1411" y="40"/>
                    </a:lnTo>
                    <a:lnTo>
                      <a:pt x="1412" y="40"/>
                    </a:lnTo>
                    <a:lnTo>
                      <a:pt x="1413" y="41"/>
                    </a:lnTo>
                    <a:lnTo>
                      <a:pt x="1415" y="41"/>
                    </a:lnTo>
                    <a:lnTo>
                      <a:pt x="1416" y="42"/>
                    </a:lnTo>
                    <a:lnTo>
                      <a:pt x="1417" y="42"/>
                    </a:lnTo>
                    <a:lnTo>
                      <a:pt x="1419" y="43"/>
                    </a:lnTo>
                    <a:lnTo>
                      <a:pt x="1420" y="43"/>
                    </a:lnTo>
                    <a:lnTo>
                      <a:pt x="1422" y="43"/>
                    </a:lnTo>
                    <a:lnTo>
                      <a:pt x="1423" y="41"/>
                    </a:lnTo>
                    <a:lnTo>
                      <a:pt x="1424" y="41"/>
                    </a:lnTo>
                    <a:lnTo>
                      <a:pt x="1426" y="41"/>
                    </a:lnTo>
                    <a:lnTo>
                      <a:pt x="1427" y="41"/>
                    </a:lnTo>
                    <a:lnTo>
                      <a:pt x="1428" y="41"/>
                    </a:lnTo>
                    <a:lnTo>
                      <a:pt x="1430" y="41"/>
                    </a:lnTo>
                    <a:lnTo>
                      <a:pt x="1431" y="40"/>
                    </a:lnTo>
                    <a:lnTo>
                      <a:pt x="1432" y="41"/>
                    </a:lnTo>
                    <a:lnTo>
                      <a:pt x="1434" y="42"/>
                    </a:lnTo>
                    <a:lnTo>
                      <a:pt x="1435" y="42"/>
                    </a:lnTo>
                    <a:lnTo>
                      <a:pt x="1437" y="41"/>
                    </a:lnTo>
                    <a:lnTo>
                      <a:pt x="1438" y="41"/>
                    </a:lnTo>
                    <a:lnTo>
                      <a:pt x="1439" y="41"/>
                    </a:lnTo>
                    <a:lnTo>
                      <a:pt x="1441" y="42"/>
                    </a:lnTo>
                    <a:lnTo>
                      <a:pt x="1442" y="42"/>
                    </a:lnTo>
                  </a:path>
                </a:pathLst>
              </a:custGeom>
              <a:noFill/>
              <a:ln cap="flat" cmpd="sng" w="2540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5"/>
              <p:cNvSpPr/>
              <p:nvPr/>
            </p:nvSpPr>
            <p:spPr>
              <a:xfrm flipH="1" rot="10800000">
                <a:off x="6745288" y="1406526"/>
                <a:ext cx="3810000" cy="1452563"/>
              </a:xfrm>
              <a:custGeom>
                <a:rect b="b" l="l" r="r" t="t"/>
                <a:pathLst>
                  <a:path extrusionOk="0" h="659" w="1442">
                    <a:moveTo>
                      <a:pt x="0" y="7"/>
                    </a:moveTo>
                    <a:lnTo>
                      <a:pt x="2" y="6"/>
                    </a:lnTo>
                    <a:lnTo>
                      <a:pt x="3" y="8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8"/>
                    </a:lnTo>
                    <a:lnTo>
                      <a:pt x="9" y="8"/>
                    </a:lnTo>
                    <a:lnTo>
                      <a:pt x="10" y="7"/>
                    </a:lnTo>
                    <a:lnTo>
                      <a:pt x="11" y="7"/>
                    </a:lnTo>
                    <a:lnTo>
                      <a:pt x="13" y="7"/>
                    </a:lnTo>
                    <a:lnTo>
                      <a:pt x="14" y="7"/>
                    </a:lnTo>
                    <a:lnTo>
                      <a:pt x="15" y="7"/>
                    </a:lnTo>
                    <a:lnTo>
                      <a:pt x="17" y="7"/>
                    </a:lnTo>
                    <a:lnTo>
                      <a:pt x="18" y="6"/>
                    </a:lnTo>
                    <a:lnTo>
                      <a:pt x="19" y="5"/>
                    </a:lnTo>
                    <a:lnTo>
                      <a:pt x="21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5" y="4"/>
                    </a:lnTo>
                    <a:lnTo>
                      <a:pt x="26" y="5"/>
                    </a:lnTo>
                    <a:lnTo>
                      <a:pt x="28" y="8"/>
                    </a:lnTo>
                    <a:lnTo>
                      <a:pt x="29" y="8"/>
                    </a:lnTo>
                    <a:lnTo>
                      <a:pt x="30" y="9"/>
                    </a:lnTo>
                    <a:lnTo>
                      <a:pt x="32" y="7"/>
                    </a:lnTo>
                    <a:lnTo>
                      <a:pt x="33" y="7"/>
                    </a:lnTo>
                    <a:lnTo>
                      <a:pt x="34" y="6"/>
                    </a:lnTo>
                    <a:lnTo>
                      <a:pt x="36" y="6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40" y="5"/>
                    </a:lnTo>
                    <a:lnTo>
                      <a:pt x="41" y="4"/>
                    </a:lnTo>
                    <a:lnTo>
                      <a:pt x="43" y="4"/>
                    </a:lnTo>
                    <a:lnTo>
                      <a:pt x="44" y="4"/>
                    </a:lnTo>
                    <a:lnTo>
                      <a:pt x="45" y="4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9" y="4"/>
                    </a:lnTo>
                    <a:lnTo>
                      <a:pt x="51" y="5"/>
                    </a:lnTo>
                    <a:lnTo>
                      <a:pt x="52" y="5"/>
                    </a:lnTo>
                    <a:lnTo>
                      <a:pt x="53" y="5"/>
                    </a:lnTo>
                    <a:lnTo>
                      <a:pt x="55" y="5"/>
                    </a:lnTo>
                    <a:lnTo>
                      <a:pt x="56" y="5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60" y="6"/>
                    </a:lnTo>
                    <a:lnTo>
                      <a:pt x="62" y="6"/>
                    </a:lnTo>
                    <a:lnTo>
                      <a:pt x="63" y="6"/>
                    </a:lnTo>
                    <a:lnTo>
                      <a:pt x="64" y="6"/>
                    </a:lnTo>
                    <a:lnTo>
                      <a:pt x="66" y="6"/>
                    </a:lnTo>
                    <a:lnTo>
                      <a:pt x="67" y="6"/>
                    </a:lnTo>
                    <a:lnTo>
                      <a:pt x="68" y="6"/>
                    </a:lnTo>
                    <a:lnTo>
                      <a:pt x="70" y="5"/>
                    </a:lnTo>
                    <a:lnTo>
                      <a:pt x="71" y="5"/>
                    </a:lnTo>
                    <a:lnTo>
                      <a:pt x="72" y="6"/>
                    </a:lnTo>
                    <a:lnTo>
                      <a:pt x="74" y="6"/>
                    </a:lnTo>
                    <a:lnTo>
                      <a:pt x="75" y="6"/>
                    </a:lnTo>
                    <a:lnTo>
                      <a:pt x="77" y="5"/>
                    </a:lnTo>
                    <a:lnTo>
                      <a:pt x="78" y="6"/>
                    </a:lnTo>
                    <a:lnTo>
                      <a:pt x="79" y="6"/>
                    </a:lnTo>
                    <a:lnTo>
                      <a:pt x="81" y="6"/>
                    </a:lnTo>
                    <a:lnTo>
                      <a:pt x="82" y="6"/>
                    </a:lnTo>
                    <a:lnTo>
                      <a:pt x="83" y="6"/>
                    </a:lnTo>
                    <a:lnTo>
                      <a:pt x="85" y="4"/>
                    </a:lnTo>
                    <a:lnTo>
                      <a:pt x="86" y="5"/>
                    </a:lnTo>
                    <a:lnTo>
                      <a:pt x="87" y="6"/>
                    </a:lnTo>
                    <a:lnTo>
                      <a:pt x="89" y="6"/>
                    </a:lnTo>
                    <a:lnTo>
                      <a:pt x="90" y="6"/>
                    </a:lnTo>
                    <a:lnTo>
                      <a:pt x="91" y="7"/>
                    </a:lnTo>
                    <a:lnTo>
                      <a:pt x="93" y="9"/>
                    </a:lnTo>
                    <a:lnTo>
                      <a:pt x="94" y="9"/>
                    </a:lnTo>
                    <a:lnTo>
                      <a:pt x="96" y="10"/>
                    </a:lnTo>
                    <a:lnTo>
                      <a:pt x="97" y="10"/>
                    </a:lnTo>
                    <a:lnTo>
                      <a:pt x="98" y="10"/>
                    </a:lnTo>
                    <a:lnTo>
                      <a:pt x="100" y="11"/>
                    </a:lnTo>
                    <a:lnTo>
                      <a:pt x="101" y="11"/>
                    </a:lnTo>
                    <a:lnTo>
                      <a:pt x="102" y="11"/>
                    </a:lnTo>
                    <a:lnTo>
                      <a:pt x="104" y="11"/>
                    </a:lnTo>
                    <a:lnTo>
                      <a:pt x="105" y="10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09" y="9"/>
                    </a:lnTo>
                    <a:lnTo>
                      <a:pt x="111" y="9"/>
                    </a:lnTo>
                    <a:lnTo>
                      <a:pt x="112" y="7"/>
                    </a:lnTo>
                    <a:lnTo>
                      <a:pt x="113" y="6"/>
                    </a:lnTo>
                    <a:lnTo>
                      <a:pt x="115" y="0"/>
                    </a:lnTo>
                    <a:lnTo>
                      <a:pt x="116" y="11"/>
                    </a:lnTo>
                    <a:lnTo>
                      <a:pt x="117" y="3"/>
                    </a:lnTo>
                    <a:lnTo>
                      <a:pt x="119" y="449"/>
                    </a:lnTo>
                    <a:lnTo>
                      <a:pt x="120" y="631"/>
                    </a:lnTo>
                    <a:lnTo>
                      <a:pt x="121" y="648"/>
                    </a:lnTo>
                    <a:lnTo>
                      <a:pt x="123" y="655"/>
                    </a:lnTo>
                    <a:lnTo>
                      <a:pt x="124" y="657"/>
                    </a:lnTo>
                    <a:lnTo>
                      <a:pt x="125" y="659"/>
                    </a:lnTo>
                    <a:lnTo>
                      <a:pt x="127" y="659"/>
                    </a:lnTo>
                    <a:lnTo>
                      <a:pt x="128" y="659"/>
                    </a:lnTo>
                    <a:lnTo>
                      <a:pt x="130" y="659"/>
                    </a:lnTo>
                    <a:lnTo>
                      <a:pt x="131" y="659"/>
                    </a:lnTo>
                    <a:lnTo>
                      <a:pt x="132" y="659"/>
                    </a:lnTo>
                    <a:lnTo>
                      <a:pt x="134" y="659"/>
                    </a:lnTo>
                    <a:lnTo>
                      <a:pt x="135" y="659"/>
                    </a:lnTo>
                    <a:lnTo>
                      <a:pt x="136" y="659"/>
                    </a:lnTo>
                    <a:lnTo>
                      <a:pt x="138" y="658"/>
                    </a:lnTo>
                    <a:lnTo>
                      <a:pt x="139" y="658"/>
                    </a:lnTo>
                    <a:lnTo>
                      <a:pt x="140" y="658"/>
                    </a:lnTo>
                    <a:lnTo>
                      <a:pt x="142" y="658"/>
                    </a:lnTo>
                    <a:lnTo>
                      <a:pt x="143" y="657"/>
                    </a:lnTo>
                    <a:lnTo>
                      <a:pt x="145" y="657"/>
                    </a:lnTo>
                    <a:lnTo>
                      <a:pt x="146" y="657"/>
                    </a:lnTo>
                    <a:lnTo>
                      <a:pt x="147" y="657"/>
                    </a:lnTo>
                    <a:lnTo>
                      <a:pt x="149" y="657"/>
                    </a:lnTo>
                    <a:lnTo>
                      <a:pt x="150" y="656"/>
                    </a:lnTo>
                    <a:lnTo>
                      <a:pt x="151" y="655"/>
                    </a:lnTo>
                    <a:lnTo>
                      <a:pt x="153" y="655"/>
                    </a:lnTo>
                    <a:lnTo>
                      <a:pt x="154" y="653"/>
                    </a:lnTo>
                    <a:lnTo>
                      <a:pt x="155" y="652"/>
                    </a:lnTo>
                    <a:lnTo>
                      <a:pt x="157" y="652"/>
                    </a:lnTo>
                    <a:lnTo>
                      <a:pt x="158" y="651"/>
                    </a:lnTo>
                    <a:lnTo>
                      <a:pt x="159" y="649"/>
                    </a:lnTo>
                    <a:lnTo>
                      <a:pt x="161" y="649"/>
                    </a:lnTo>
                    <a:lnTo>
                      <a:pt x="162" y="648"/>
                    </a:lnTo>
                    <a:lnTo>
                      <a:pt x="164" y="647"/>
                    </a:lnTo>
                    <a:lnTo>
                      <a:pt x="165" y="646"/>
                    </a:lnTo>
                    <a:lnTo>
                      <a:pt x="166" y="645"/>
                    </a:lnTo>
                    <a:lnTo>
                      <a:pt x="168" y="643"/>
                    </a:lnTo>
                    <a:lnTo>
                      <a:pt x="169" y="642"/>
                    </a:lnTo>
                    <a:lnTo>
                      <a:pt x="170" y="642"/>
                    </a:lnTo>
                    <a:lnTo>
                      <a:pt x="172" y="641"/>
                    </a:lnTo>
                    <a:lnTo>
                      <a:pt x="173" y="640"/>
                    </a:lnTo>
                    <a:lnTo>
                      <a:pt x="174" y="639"/>
                    </a:lnTo>
                    <a:lnTo>
                      <a:pt x="176" y="638"/>
                    </a:lnTo>
                    <a:lnTo>
                      <a:pt x="177" y="637"/>
                    </a:lnTo>
                    <a:lnTo>
                      <a:pt x="179" y="637"/>
                    </a:lnTo>
                    <a:lnTo>
                      <a:pt x="180" y="637"/>
                    </a:lnTo>
                    <a:lnTo>
                      <a:pt x="181" y="635"/>
                    </a:lnTo>
                    <a:lnTo>
                      <a:pt x="183" y="634"/>
                    </a:lnTo>
                    <a:lnTo>
                      <a:pt x="184" y="635"/>
                    </a:lnTo>
                    <a:lnTo>
                      <a:pt x="185" y="635"/>
                    </a:lnTo>
                    <a:lnTo>
                      <a:pt x="187" y="634"/>
                    </a:lnTo>
                    <a:lnTo>
                      <a:pt x="188" y="634"/>
                    </a:lnTo>
                    <a:lnTo>
                      <a:pt x="189" y="633"/>
                    </a:lnTo>
                    <a:lnTo>
                      <a:pt x="191" y="632"/>
                    </a:lnTo>
                    <a:lnTo>
                      <a:pt x="192" y="631"/>
                    </a:lnTo>
                    <a:lnTo>
                      <a:pt x="193" y="631"/>
                    </a:lnTo>
                    <a:lnTo>
                      <a:pt x="195" y="628"/>
                    </a:lnTo>
                    <a:lnTo>
                      <a:pt x="196" y="626"/>
                    </a:lnTo>
                    <a:lnTo>
                      <a:pt x="198" y="626"/>
                    </a:lnTo>
                    <a:lnTo>
                      <a:pt x="199" y="625"/>
                    </a:lnTo>
                    <a:lnTo>
                      <a:pt x="200" y="624"/>
                    </a:lnTo>
                    <a:lnTo>
                      <a:pt x="202" y="623"/>
                    </a:lnTo>
                    <a:lnTo>
                      <a:pt x="203" y="622"/>
                    </a:lnTo>
                    <a:lnTo>
                      <a:pt x="204" y="622"/>
                    </a:lnTo>
                    <a:lnTo>
                      <a:pt x="206" y="622"/>
                    </a:lnTo>
                    <a:lnTo>
                      <a:pt x="207" y="621"/>
                    </a:lnTo>
                    <a:lnTo>
                      <a:pt x="208" y="621"/>
                    </a:lnTo>
                    <a:lnTo>
                      <a:pt x="210" y="620"/>
                    </a:lnTo>
                    <a:lnTo>
                      <a:pt x="211" y="619"/>
                    </a:lnTo>
                    <a:lnTo>
                      <a:pt x="213" y="619"/>
                    </a:lnTo>
                    <a:lnTo>
                      <a:pt x="214" y="617"/>
                    </a:lnTo>
                    <a:lnTo>
                      <a:pt x="215" y="616"/>
                    </a:lnTo>
                    <a:lnTo>
                      <a:pt x="217" y="614"/>
                    </a:lnTo>
                    <a:lnTo>
                      <a:pt x="218" y="614"/>
                    </a:lnTo>
                    <a:lnTo>
                      <a:pt x="219" y="612"/>
                    </a:lnTo>
                    <a:lnTo>
                      <a:pt x="221" y="612"/>
                    </a:lnTo>
                    <a:lnTo>
                      <a:pt x="222" y="611"/>
                    </a:lnTo>
                    <a:lnTo>
                      <a:pt x="223" y="609"/>
                    </a:lnTo>
                    <a:lnTo>
                      <a:pt x="225" y="609"/>
                    </a:lnTo>
                    <a:lnTo>
                      <a:pt x="226" y="608"/>
                    </a:lnTo>
                    <a:lnTo>
                      <a:pt x="227" y="606"/>
                    </a:lnTo>
                    <a:lnTo>
                      <a:pt x="229" y="606"/>
                    </a:lnTo>
                    <a:lnTo>
                      <a:pt x="230" y="605"/>
                    </a:lnTo>
                    <a:lnTo>
                      <a:pt x="232" y="604"/>
                    </a:lnTo>
                    <a:lnTo>
                      <a:pt x="233" y="603"/>
                    </a:lnTo>
                    <a:lnTo>
                      <a:pt x="234" y="603"/>
                    </a:lnTo>
                    <a:lnTo>
                      <a:pt x="236" y="603"/>
                    </a:lnTo>
                    <a:lnTo>
                      <a:pt x="237" y="602"/>
                    </a:lnTo>
                    <a:lnTo>
                      <a:pt x="238" y="601"/>
                    </a:lnTo>
                    <a:lnTo>
                      <a:pt x="240" y="600"/>
                    </a:lnTo>
                    <a:lnTo>
                      <a:pt x="241" y="599"/>
                    </a:lnTo>
                    <a:lnTo>
                      <a:pt x="242" y="599"/>
                    </a:lnTo>
                    <a:lnTo>
                      <a:pt x="244" y="598"/>
                    </a:lnTo>
                    <a:lnTo>
                      <a:pt x="245" y="598"/>
                    </a:lnTo>
                    <a:lnTo>
                      <a:pt x="247" y="598"/>
                    </a:lnTo>
                    <a:lnTo>
                      <a:pt x="248" y="598"/>
                    </a:lnTo>
                    <a:lnTo>
                      <a:pt x="249" y="597"/>
                    </a:lnTo>
                    <a:lnTo>
                      <a:pt x="251" y="597"/>
                    </a:lnTo>
                    <a:lnTo>
                      <a:pt x="252" y="597"/>
                    </a:lnTo>
                    <a:lnTo>
                      <a:pt x="253" y="597"/>
                    </a:lnTo>
                    <a:lnTo>
                      <a:pt x="255" y="596"/>
                    </a:lnTo>
                    <a:lnTo>
                      <a:pt x="256" y="595"/>
                    </a:lnTo>
                    <a:lnTo>
                      <a:pt x="257" y="595"/>
                    </a:lnTo>
                    <a:lnTo>
                      <a:pt x="259" y="595"/>
                    </a:lnTo>
                    <a:lnTo>
                      <a:pt x="260" y="594"/>
                    </a:lnTo>
                    <a:lnTo>
                      <a:pt x="261" y="593"/>
                    </a:lnTo>
                    <a:lnTo>
                      <a:pt x="263" y="593"/>
                    </a:lnTo>
                    <a:lnTo>
                      <a:pt x="264" y="592"/>
                    </a:lnTo>
                    <a:lnTo>
                      <a:pt x="266" y="593"/>
                    </a:lnTo>
                    <a:lnTo>
                      <a:pt x="267" y="591"/>
                    </a:lnTo>
                    <a:lnTo>
                      <a:pt x="268" y="591"/>
                    </a:lnTo>
                    <a:lnTo>
                      <a:pt x="270" y="591"/>
                    </a:lnTo>
                    <a:lnTo>
                      <a:pt x="271" y="591"/>
                    </a:lnTo>
                    <a:lnTo>
                      <a:pt x="272" y="591"/>
                    </a:lnTo>
                    <a:lnTo>
                      <a:pt x="274" y="591"/>
                    </a:lnTo>
                    <a:lnTo>
                      <a:pt x="275" y="590"/>
                    </a:lnTo>
                    <a:lnTo>
                      <a:pt x="276" y="590"/>
                    </a:lnTo>
                    <a:lnTo>
                      <a:pt x="278" y="591"/>
                    </a:lnTo>
                    <a:lnTo>
                      <a:pt x="279" y="590"/>
                    </a:lnTo>
                    <a:lnTo>
                      <a:pt x="281" y="590"/>
                    </a:lnTo>
                    <a:lnTo>
                      <a:pt x="282" y="589"/>
                    </a:lnTo>
                    <a:lnTo>
                      <a:pt x="283" y="589"/>
                    </a:lnTo>
                    <a:lnTo>
                      <a:pt x="285" y="588"/>
                    </a:lnTo>
                    <a:lnTo>
                      <a:pt x="286" y="588"/>
                    </a:lnTo>
                    <a:lnTo>
                      <a:pt x="287" y="588"/>
                    </a:lnTo>
                    <a:lnTo>
                      <a:pt x="289" y="589"/>
                    </a:lnTo>
                    <a:lnTo>
                      <a:pt x="290" y="589"/>
                    </a:lnTo>
                    <a:lnTo>
                      <a:pt x="291" y="589"/>
                    </a:lnTo>
                    <a:lnTo>
                      <a:pt x="293" y="589"/>
                    </a:lnTo>
                    <a:lnTo>
                      <a:pt x="294" y="590"/>
                    </a:lnTo>
                    <a:lnTo>
                      <a:pt x="295" y="590"/>
                    </a:lnTo>
                    <a:lnTo>
                      <a:pt x="297" y="589"/>
                    </a:lnTo>
                    <a:lnTo>
                      <a:pt x="298" y="588"/>
                    </a:lnTo>
                    <a:lnTo>
                      <a:pt x="300" y="588"/>
                    </a:lnTo>
                    <a:lnTo>
                      <a:pt x="301" y="588"/>
                    </a:lnTo>
                    <a:lnTo>
                      <a:pt x="302" y="587"/>
                    </a:lnTo>
                    <a:lnTo>
                      <a:pt x="304" y="586"/>
                    </a:lnTo>
                    <a:lnTo>
                      <a:pt x="305" y="583"/>
                    </a:lnTo>
                    <a:lnTo>
                      <a:pt x="306" y="582"/>
                    </a:lnTo>
                    <a:lnTo>
                      <a:pt x="308" y="581"/>
                    </a:lnTo>
                    <a:lnTo>
                      <a:pt x="309" y="580"/>
                    </a:lnTo>
                    <a:lnTo>
                      <a:pt x="310" y="579"/>
                    </a:lnTo>
                    <a:lnTo>
                      <a:pt x="312" y="578"/>
                    </a:lnTo>
                    <a:lnTo>
                      <a:pt x="313" y="578"/>
                    </a:lnTo>
                    <a:lnTo>
                      <a:pt x="315" y="579"/>
                    </a:lnTo>
                    <a:lnTo>
                      <a:pt x="316" y="579"/>
                    </a:lnTo>
                    <a:lnTo>
                      <a:pt x="317" y="578"/>
                    </a:lnTo>
                    <a:lnTo>
                      <a:pt x="319" y="578"/>
                    </a:lnTo>
                    <a:lnTo>
                      <a:pt x="320" y="578"/>
                    </a:lnTo>
                    <a:lnTo>
                      <a:pt x="321" y="579"/>
                    </a:lnTo>
                    <a:lnTo>
                      <a:pt x="323" y="579"/>
                    </a:lnTo>
                    <a:lnTo>
                      <a:pt x="324" y="578"/>
                    </a:lnTo>
                    <a:lnTo>
                      <a:pt x="325" y="579"/>
                    </a:lnTo>
                    <a:lnTo>
                      <a:pt x="327" y="578"/>
                    </a:lnTo>
                    <a:lnTo>
                      <a:pt x="328" y="577"/>
                    </a:lnTo>
                    <a:lnTo>
                      <a:pt x="329" y="576"/>
                    </a:lnTo>
                    <a:lnTo>
                      <a:pt x="331" y="574"/>
                    </a:lnTo>
                    <a:lnTo>
                      <a:pt x="332" y="573"/>
                    </a:lnTo>
                    <a:lnTo>
                      <a:pt x="334" y="572"/>
                    </a:lnTo>
                    <a:lnTo>
                      <a:pt x="335" y="572"/>
                    </a:lnTo>
                    <a:lnTo>
                      <a:pt x="336" y="572"/>
                    </a:lnTo>
                    <a:lnTo>
                      <a:pt x="338" y="572"/>
                    </a:lnTo>
                    <a:lnTo>
                      <a:pt x="339" y="571"/>
                    </a:lnTo>
                    <a:lnTo>
                      <a:pt x="340" y="571"/>
                    </a:lnTo>
                    <a:lnTo>
                      <a:pt x="342" y="573"/>
                    </a:lnTo>
                    <a:lnTo>
                      <a:pt x="343" y="573"/>
                    </a:lnTo>
                    <a:lnTo>
                      <a:pt x="344" y="574"/>
                    </a:lnTo>
                    <a:lnTo>
                      <a:pt x="346" y="574"/>
                    </a:lnTo>
                    <a:lnTo>
                      <a:pt x="347" y="574"/>
                    </a:lnTo>
                    <a:lnTo>
                      <a:pt x="349" y="574"/>
                    </a:lnTo>
                    <a:lnTo>
                      <a:pt x="350" y="574"/>
                    </a:lnTo>
                    <a:lnTo>
                      <a:pt x="351" y="573"/>
                    </a:lnTo>
                    <a:lnTo>
                      <a:pt x="353" y="574"/>
                    </a:lnTo>
                    <a:lnTo>
                      <a:pt x="354" y="574"/>
                    </a:lnTo>
                    <a:lnTo>
                      <a:pt x="355" y="574"/>
                    </a:lnTo>
                    <a:lnTo>
                      <a:pt x="357" y="575"/>
                    </a:lnTo>
                    <a:lnTo>
                      <a:pt x="358" y="576"/>
                    </a:lnTo>
                    <a:lnTo>
                      <a:pt x="359" y="576"/>
                    </a:lnTo>
                    <a:lnTo>
                      <a:pt x="361" y="576"/>
                    </a:lnTo>
                    <a:lnTo>
                      <a:pt x="362" y="576"/>
                    </a:lnTo>
                    <a:lnTo>
                      <a:pt x="363" y="576"/>
                    </a:lnTo>
                    <a:lnTo>
                      <a:pt x="365" y="576"/>
                    </a:lnTo>
                    <a:lnTo>
                      <a:pt x="366" y="576"/>
                    </a:lnTo>
                    <a:lnTo>
                      <a:pt x="368" y="576"/>
                    </a:lnTo>
                    <a:lnTo>
                      <a:pt x="369" y="576"/>
                    </a:lnTo>
                    <a:lnTo>
                      <a:pt x="370" y="576"/>
                    </a:lnTo>
                    <a:lnTo>
                      <a:pt x="372" y="576"/>
                    </a:lnTo>
                    <a:lnTo>
                      <a:pt x="373" y="577"/>
                    </a:lnTo>
                    <a:lnTo>
                      <a:pt x="374" y="577"/>
                    </a:lnTo>
                    <a:lnTo>
                      <a:pt x="376" y="578"/>
                    </a:lnTo>
                    <a:lnTo>
                      <a:pt x="377" y="578"/>
                    </a:lnTo>
                    <a:lnTo>
                      <a:pt x="378" y="578"/>
                    </a:lnTo>
                    <a:lnTo>
                      <a:pt x="380" y="579"/>
                    </a:lnTo>
                    <a:lnTo>
                      <a:pt x="381" y="579"/>
                    </a:lnTo>
                    <a:lnTo>
                      <a:pt x="383" y="578"/>
                    </a:lnTo>
                    <a:lnTo>
                      <a:pt x="384" y="578"/>
                    </a:lnTo>
                    <a:lnTo>
                      <a:pt x="385" y="578"/>
                    </a:lnTo>
                    <a:lnTo>
                      <a:pt x="387" y="578"/>
                    </a:lnTo>
                    <a:lnTo>
                      <a:pt x="388" y="578"/>
                    </a:lnTo>
                    <a:lnTo>
                      <a:pt x="389" y="579"/>
                    </a:lnTo>
                    <a:lnTo>
                      <a:pt x="391" y="579"/>
                    </a:lnTo>
                    <a:lnTo>
                      <a:pt x="392" y="579"/>
                    </a:lnTo>
                    <a:lnTo>
                      <a:pt x="393" y="579"/>
                    </a:lnTo>
                    <a:lnTo>
                      <a:pt x="395" y="580"/>
                    </a:lnTo>
                    <a:lnTo>
                      <a:pt x="396" y="580"/>
                    </a:lnTo>
                    <a:lnTo>
                      <a:pt x="397" y="580"/>
                    </a:lnTo>
                    <a:lnTo>
                      <a:pt x="399" y="580"/>
                    </a:lnTo>
                    <a:lnTo>
                      <a:pt x="400" y="580"/>
                    </a:lnTo>
                    <a:lnTo>
                      <a:pt x="402" y="581"/>
                    </a:lnTo>
                    <a:lnTo>
                      <a:pt x="403" y="582"/>
                    </a:lnTo>
                    <a:lnTo>
                      <a:pt x="404" y="583"/>
                    </a:lnTo>
                    <a:lnTo>
                      <a:pt x="406" y="582"/>
                    </a:lnTo>
                    <a:lnTo>
                      <a:pt x="407" y="581"/>
                    </a:lnTo>
                    <a:lnTo>
                      <a:pt x="408" y="582"/>
                    </a:lnTo>
                    <a:lnTo>
                      <a:pt x="410" y="582"/>
                    </a:lnTo>
                    <a:lnTo>
                      <a:pt x="411" y="582"/>
                    </a:lnTo>
                    <a:lnTo>
                      <a:pt x="412" y="582"/>
                    </a:lnTo>
                    <a:lnTo>
                      <a:pt x="414" y="583"/>
                    </a:lnTo>
                    <a:lnTo>
                      <a:pt x="415" y="583"/>
                    </a:lnTo>
                    <a:lnTo>
                      <a:pt x="417" y="584"/>
                    </a:lnTo>
                    <a:lnTo>
                      <a:pt x="418" y="583"/>
                    </a:lnTo>
                    <a:lnTo>
                      <a:pt x="419" y="583"/>
                    </a:lnTo>
                    <a:lnTo>
                      <a:pt x="421" y="585"/>
                    </a:lnTo>
                    <a:lnTo>
                      <a:pt x="422" y="582"/>
                    </a:lnTo>
                    <a:lnTo>
                      <a:pt x="423" y="578"/>
                    </a:lnTo>
                    <a:lnTo>
                      <a:pt x="425" y="73"/>
                    </a:lnTo>
                    <a:lnTo>
                      <a:pt x="426" y="63"/>
                    </a:lnTo>
                    <a:lnTo>
                      <a:pt x="427" y="60"/>
                    </a:lnTo>
                    <a:lnTo>
                      <a:pt x="429" y="63"/>
                    </a:lnTo>
                    <a:lnTo>
                      <a:pt x="430" y="62"/>
                    </a:lnTo>
                    <a:lnTo>
                      <a:pt x="431" y="62"/>
                    </a:lnTo>
                    <a:lnTo>
                      <a:pt x="433" y="63"/>
                    </a:lnTo>
                    <a:lnTo>
                      <a:pt x="434" y="63"/>
                    </a:lnTo>
                    <a:lnTo>
                      <a:pt x="436" y="62"/>
                    </a:lnTo>
                    <a:lnTo>
                      <a:pt x="437" y="63"/>
                    </a:lnTo>
                    <a:lnTo>
                      <a:pt x="438" y="63"/>
                    </a:lnTo>
                    <a:lnTo>
                      <a:pt x="440" y="64"/>
                    </a:lnTo>
                    <a:lnTo>
                      <a:pt x="441" y="63"/>
                    </a:lnTo>
                    <a:lnTo>
                      <a:pt x="442" y="62"/>
                    </a:lnTo>
                    <a:lnTo>
                      <a:pt x="444" y="62"/>
                    </a:lnTo>
                    <a:lnTo>
                      <a:pt x="445" y="61"/>
                    </a:lnTo>
                    <a:lnTo>
                      <a:pt x="446" y="62"/>
                    </a:lnTo>
                    <a:lnTo>
                      <a:pt x="448" y="60"/>
                    </a:lnTo>
                    <a:lnTo>
                      <a:pt x="449" y="59"/>
                    </a:lnTo>
                    <a:lnTo>
                      <a:pt x="451" y="58"/>
                    </a:lnTo>
                    <a:lnTo>
                      <a:pt x="452" y="58"/>
                    </a:lnTo>
                    <a:lnTo>
                      <a:pt x="453" y="58"/>
                    </a:lnTo>
                    <a:lnTo>
                      <a:pt x="455" y="58"/>
                    </a:lnTo>
                    <a:lnTo>
                      <a:pt x="456" y="58"/>
                    </a:lnTo>
                    <a:lnTo>
                      <a:pt x="457" y="58"/>
                    </a:lnTo>
                    <a:lnTo>
                      <a:pt x="459" y="59"/>
                    </a:lnTo>
                    <a:lnTo>
                      <a:pt x="460" y="58"/>
                    </a:lnTo>
                    <a:lnTo>
                      <a:pt x="461" y="58"/>
                    </a:lnTo>
                    <a:lnTo>
                      <a:pt x="463" y="57"/>
                    </a:lnTo>
                    <a:lnTo>
                      <a:pt x="464" y="57"/>
                    </a:lnTo>
                    <a:lnTo>
                      <a:pt x="465" y="56"/>
                    </a:lnTo>
                    <a:lnTo>
                      <a:pt x="467" y="56"/>
                    </a:lnTo>
                    <a:lnTo>
                      <a:pt x="468" y="55"/>
                    </a:lnTo>
                    <a:lnTo>
                      <a:pt x="470" y="54"/>
                    </a:lnTo>
                    <a:lnTo>
                      <a:pt x="471" y="54"/>
                    </a:lnTo>
                    <a:lnTo>
                      <a:pt x="472" y="55"/>
                    </a:lnTo>
                    <a:lnTo>
                      <a:pt x="474" y="55"/>
                    </a:lnTo>
                    <a:lnTo>
                      <a:pt x="475" y="55"/>
                    </a:lnTo>
                    <a:lnTo>
                      <a:pt x="476" y="54"/>
                    </a:lnTo>
                    <a:lnTo>
                      <a:pt x="478" y="54"/>
                    </a:lnTo>
                    <a:lnTo>
                      <a:pt x="479" y="55"/>
                    </a:lnTo>
                    <a:lnTo>
                      <a:pt x="480" y="56"/>
                    </a:lnTo>
                    <a:lnTo>
                      <a:pt x="482" y="57"/>
                    </a:lnTo>
                    <a:lnTo>
                      <a:pt x="483" y="57"/>
                    </a:lnTo>
                    <a:lnTo>
                      <a:pt x="485" y="57"/>
                    </a:lnTo>
                    <a:lnTo>
                      <a:pt x="486" y="58"/>
                    </a:lnTo>
                    <a:lnTo>
                      <a:pt x="487" y="57"/>
                    </a:lnTo>
                    <a:lnTo>
                      <a:pt x="489" y="56"/>
                    </a:lnTo>
                    <a:lnTo>
                      <a:pt x="490" y="56"/>
                    </a:lnTo>
                    <a:lnTo>
                      <a:pt x="491" y="55"/>
                    </a:lnTo>
                    <a:lnTo>
                      <a:pt x="493" y="54"/>
                    </a:lnTo>
                    <a:lnTo>
                      <a:pt x="494" y="54"/>
                    </a:lnTo>
                    <a:lnTo>
                      <a:pt x="495" y="53"/>
                    </a:lnTo>
                    <a:lnTo>
                      <a:pt x="497" y="54"/>
                    </a:lnTo>
                    <a:lnTo>
                      <a:pt x="498" y="54"/>
                    </a:lnTo>
                    <a:lnTo>
                      <a:pt x="499" y="55"/>
                    </a:lnTo>
                    <a:lnTo>
                      <a:pt x="501" y="55"/>
                    </a:lnTo>
                    <a:lnTo>
                      <a:pt x="502" y="56"/>
                    </a:lnTo>
                    <a:lnTo>
                      <a:pt x="504" y="56"/>
                    </a:lnTo>
                    <a:lnTo>
                      <a:pt x="505" y="56"/>
                    </a:lnTo>
                    <a:lnTo>
                      <a:pt x="506" y="56"/>
                    </a:lnTo>
                    <a:lnTo>
                      <a:pt x="508" y="55"/>
                    </a:lnTo>
                    <a:lnTo>
                      <a:pt x="509" y="55"/>
                    </a:lnTo>
                    <a:lnTo>
                      <a:pt x="510" y="55"/>
                    </a:lnTo>
                    <a:lnTo>
                      <a:pt x="512" y="55"/>
                    </a:lnTo>
                    <a:lnTo>
                      <a:pt x="513" y="55"/>
                    </a:lnTo>
                    <a:lnTo>
                      <a:pt x="514" y="55"/>
                    </a:lnTo>
                    <a:lnTo>
                      <a:pt x="516" y="55"/>
                    </a:lnTo>
                    <a:lnTo>
                      <a:pt x="517" y="55"/>
                    </a:lnTo>
                    <a:lnTo>
                      <a:pt x="519" y="54"/>
                    </a:lnTo>
                    <a:lnTo>
                      <a:pt x="520" y="54"/>
                    </a:lnTo>
                    <a:lnTo>
                      <a:pt x="521" y="54"/>
                    </a:lnTo>
                    <a:lnTo>
                      <a:pt x="523" y="54"/>
                    </a:lnTo>
                    <a:lnTo>
                      <a:pt x="524" y="54"/>
                    </a:lnTo>
                    <a:lnTo>
                      <a:pt x="525" y="55"/>
                    </a:lnTo>
                    <a:lnTo>
                      <a:pt x="527" y="55"/>
                    </a:lnTo>
                    <a:lnTo>
                      <a:pt x="528" y="54"/>
                    </a:lnTo>
                    <a:lnTo>
                      <a:pt x="529" y="55"/>
                    </a:lnTo>
                    <a:lnTo>
                      <a:pt x="531" y="54"/>
                    </a:lnTo>
                    <a:lnTo>
                      <a:pt x="532" y="55"/>
                    </a:lnTo>
                    <a:lnTo>
                      <a:pt x="533" y="55"/>
                    </a:lnTo>
                    <a:lnTo>
                      <a:pt x="535" y="56"/>
                    </a:lnTo>
                    <a:lnTo>
                      <a:pt x="536" y="56"/>
                    </a:lnTo>
                    <a:lnTo>
                      <a:pt x="538" y="57"/>
                    </a:lnTo>
                    <a:lnTo>
                      <a:pt x="539" y="58"/>
                    </a:lnTo>
                    <a:lnTo>
                      <a:pt x="540" y="58"/>
                    </a:lnTo>
                    <a:lnTo>
                      <a:pt x="542" y="59"/>
                    </a:lnTo>
                    <a:lnTo>
                      <a:pt x="543" y="58"/>
                    </a:lnTo>
                    <a:lnTo>
                      <a:pt x="544" y="58"/>
                    </a:lnTo>
                    <a:lnTo>
                      <a:pt x="546" y="58"/>
                    </a:lnTo>
                    <a:lnTo>
                      <a:pt x="547" y="59"/>
                    </a:lnTo>
                    <a:lnTo>
                      <a:pt x="548" y="60"/>
                    </a:lnTo>
                    <a:lnTo>
                      <a:pt x="550" y="59"/>
                    </a:lnTo>
                    <a:lnTo>
                      <a:pt x="551" y="58"/>
                    </a:lnTo>
                    <a:lnTo>
                      <a:pt x="553" y="58"/>
                    </a:lnTo>
                    <a:lnTo>
                      <a:pt x="554" y="58"/>
                    </a:lnTo>
                    <a:lnTo>
                      <a:pt x="555" y="58"/>
                    </a:lnTo>
                    <a:lnTo>
                      <a:pt x="557" y="57"/>
                    </a:lnTo>
                    <a:lnTo>
                      <a:pt x="558" y="57"/>
                    </a:lnTo>
                    <a:lnTo>
                      <a:pt x="559" y="57"/>
                    </a:lnTo>
                    <a:lnTo>
                      <a:pt x="561" y="58"/>
                    </a:lnTo>
                    <a:lnTo>
                      <a:pt x="562" y="58"/>
                    </a:lnTo>
                    <a:lnTo>
                      <a:pt x="563" y="58"/>
                    </a:lnTo>
                    <a:lnTo>
                      <a:pt x="565" y="59"/>
                    </a:lnTo>
                    <a:lnTo>
                      <a:pt x="566" y="59"/>
                    </a:lnTo>
                    <a:lnTo>
                      <a:pt x="567" y="61"/>
                    </a:lnTo>
                    <a:lnTo>
                      <a:pt x="569" y="61"/>
                    </a:lnTo>
                    <a:lnTo>
                      <a:pt x="570" y="62"/>
                    </a:lnTo>
                    <a:lnTo>
                      <a:pt x="572" y="61"/>
                    </a:lnTo>
                    <a:lnTo>
                      <a:pt x="573" y="61"/>
                    </a:lnTo>
                    <a:lnTo>
                      <a:pt x="574" y="60"/>
                    </a:lnTo>
                    <a:lnTo>
                      <a:pt x="576" y="60"/>
                    </a:lnTo>
                    <a:lnTo>
                      <a:pt x="577" y="58"/>
                    </a:lnTo>
                    <a:lnTo>
                      <a:pt x="578" y="57"/>
                    </a:lnTo>
                    <a:lnTo>
                      <a:pt x="580" y="56"/>
                    </a:lnTo>
                    <a:lnTo>
                      <a:pt x="581" y="56"/>
                    </a:lnTo>
                    <a:lnTo>
                      <a:pt x="582" y="56"/>
                    </a:lnTo>
                    <a:lnTo>
                      <a:pt x="584" y="57"/>
                    </a:lnTo>
                    <a:lnTo>
                      <a:pt x="585" y="57"/>
                    </a:lnTo>
                    <a:lnTo>
                      <a:pt x="587" y="56"/>
                    </a:lnTo>
                    <a:lnTo>
                      <a:pt x="588" y="57"/>
                    </a:lnTo>
                    <a:lnTo>
                      <a:pt x="589" y="56"/>
                    </a:lnTo>
                    <a:lnTo>
                      <a:pt x="591" y="57"/>
                    </a:lnTo>
                    <a:lnTo>
                      <a:pt x="592" y="57"/>
                    </a:lnTo>
                    <a:lnTo>
                      <a:pt x="593" y="57"/>
                    </a:lnTo>
                    <a:lnTo>
                      <a:pt x="595" y="56"/>
                    </a:lnTo>
                    <a:lnTo>
                      <a:pt x="596" y="55"/>
                    </a:lnTo>
                    <a:lnTo>
                      <a:pt x="597" y="55"/>
                    </a:lnTo>
                    <a:lnTo>
                      <a:pt x="599" y="55"/>
                    </a:lnTo>
                    <a:lnTo>
                      <a:pt x="600" y="54"/>
                    </a:lnTo>
                    <a:lnTo>
                      <a:pt x="601" y="54"/>
                    </a:lnTo>
                    <a:lnTo>
                      <a:pt x="603" y="54"/>
                    </a:lnTo>
                    <a:lnTo>
                      <a:pt x="604" y="53"/>
                    </a:lnTo>
                    <a:lnTo>
                      <a:pt x="606" y="52"/>
                    </a:lnTo>
                    <a:lnTo>
                      <a:pt x="607" y="53"/>
                    </a:lnTo>
                    <a:lnTo>
                      <a:pt x="608" y="53"/>
                    </a:lnTo>
                    <a:lnTo>
                      <a:pt x="610" y="53"/>
                    </a:lnTo>
                    <a:lnTo>
                      <a:pt x="611" y="54"/>
                    </a:lnTo>
                    <a:lnTo>
                      <a:pt x="612" y="54"/>
                    </a:lnTo>
                    <a:lnTo>
                      <a:pt x="614" y="54"/>
                    </a:lnTo>
                    <a:lnTo>
                      <a:pt x="615" y="53"/>
                    </a:lnTo>
                    <a:lnTo>
                      <a:pt x="616" y="52"/>
                    </a:lnTo>
                    <a:lnTo>
                      <a:pt x="618" y="53"/>
                    </a:lnTo>
                    <a:lnTo>
                      <a:pt x="619" y="52"/>
                    </a:lnTo>
                    <a:lnTo>
                      <a:pt x="621" y="52"/>
                    </a:lnTo>
                    <a:lnTo>
                      <a:pt x="622" y="50"/>
                    </a:lnTo>
                    <a:lnTo>
                      <a:pt x="623" y="51"/>
                    </a:lnTo>
                    <a:lnTo>
                      <a:pt x="625" y="51"/>
                    </a:lnTo>
                    <a:lnTo>
                      <a:pt x="626" y="51"/>
                    </a:lnTo>
                    <a:lnTo>
                      <a:pt x="627" y="50"/>
                    </a:lnTo>
                    <a:lnTo>
                      <a:pt x="629" y="51"/>
                    </a:lnTo>
                    <a:lnTo>
                      <a:pt x="630" y="52"/>
                    </a:lnTo>
                    <a:lnTo>
                      <a:pt x="631" y="52"/>
                    </a:lnTo>
                    <a:lnTo>
                      <a:pt x="633" y="52"/>
                    </a:lnTo>
                    <a:lnTo>
                      <a:pt x="634" y="52"/>
                    </a:lnTo>
                    <a:lnTo>
                      <a:pt x="635" y="52"/>
                    </a:lnTo>
                    <a:lnTo>
                      <a:pt x="637" y="53"/>
                    </a:lnTo>
                    <a:lnTo>
                      <a:pt x="638" y="52"/>
                    </a:lnTo>
                    <a:lnTo>
                      <a:pt x="640" y="52"/>
                    </a:lnTo>
                    <a:lnTo>
                      <a:pt x="641" y="51"/>
                    </a:lnTo>
                    <a:lnTo>
                      <a:pt x="642" y="51"/>
                    </a:lnTo>
                    <a:lnTo>
                      <a:pt x="644" y="51"/>
                    </a:lnTo>
                    <a:lnTo>
                      <a:pt x="645" y="51"/>
                    </a:lnTo>
                    <a:lnTo>
                      <a:pt x="646" y="50"/>
                    </a:lnTo>
                    <a:lnTo>
                      <a:pt x="648" y="50"/>
                    </a:lnTo>
                    <a:lnTo>
                      <a:pt x="649" y="50"/>
                    </a:lnTo>
                    <a:lnTo>
                      <a:pt x="650" y="50"/>
                    </a:lnTo>
                    <a:lnTo>
                      <a:pt x="652" y="51"/>
                    </a:lnTo>
                    <a:lnTo>
                      <a:pt x="653" y="52"/>
                    </a:lnTo>
                    <a:lnTo>
                      <a:pt x="655" y="52"/>
                    </a:lnTo>
                    <a:lnTo>
                      <a:pt x="656" y="53"/>
                    </a:lnTo>
                    <a:lnTo>
                      <a:pt x="657" y="53"/>
                    </a:lnTo>
                    <a:lnTo>
                      <a:pt x="659" y="53"/>
                    </a:lnTo>
                    <a:lnTo>
                      <a:pt x="660" y="53"/>
                    </a:lnTo>
                    <a:lnTo>
                      <a:pt x="661" y="53"/>
                    </a:lnTo>
                    <a:lnTo>
                      <a:pt x="663" y="52"/>
                    </a:lnTo>
                    <a:lnTo>
                      <a:pt x="664" y="51"/>
                    </a:lnTo>
                    <a:lnTo>
                      <a:pt x="665" y="52"/>
                    </a:lnTo>
                    <a:lnTo>
                      <a:pt x="667" y="52"/>
                    </a:lnTo>
                    <a:lnTo>
                      <a:pt x="668" y="52"/>
                    </a:lnTo>
                    <a:lnTo>
                      <a:pt x="669" y="51"/>
                    </a:lnTo>
                    <a:lnTo>
                      <a:pt x="671" y="50"/>
                    </a:lnTo>
                    <a:lnTo>
                      <a:pt x="672" y="50"/>
                    </a:lnTo>
                    <a:lnTo>
                      <a:pt x="674" y="50"/>
                    </a:lnTo>
                    <a:lnTo>
                      <a:pt x="675" y="51"/>
                    </a:lnTo>
                    <a:lnTo>
                      <a:pt x="676" y="51"/>
                    </a:lnTo>
                    <a:lnTo>
                      <a:pt x="678" y="52"/>
                    </a:lnTo>
                    <a:lnTo>
                      <a:pt x="679" y="52"/>
                    </a:lnTo>
                    <a:lnTo>
                      <a:pt x="680" y="51"/>
                    </a:lnTo>
                    <a:lnTo>
                      <a:pt x="682" y="51"/>
                    </a:lnTo>
                    <a:lnTo>
                      <a:pt x="683" y="51"/>
                    </a:lnTo>
                    <a:lnTo>
                      <a:pt x="684" y="52"/>
                    </a:lnTo>
                    <a:lnTo>
                      <a:pt x="686" y="52"/>
                    </a:lnTo>
                    <a:lnTo>
                      <a:pt x="687" y="51"/>
                    </a:lnTo>
                    <a:lnTo>
                      <a:pt x="689" y="51"/>
                    </a:lnTo>
                    <a:lnTo>
                      <a:pt x="690" y="52"/>
                    </a:lnTo>
                    <a:lnTo>
                      <a:pt x="691" y="53"/>
                    </a:lnTo>
                    <a:lnTo>
                      <a:pt x="693" y="54"/>
                    </a:lnTo>
                    <a:lnTo>
                      <a:pt x="694" y="52"/>
                    </a:lnTo>
                    <a:lnTo>
                      <a:pt x="695" y="52"/>
                    </a:lnTo>
                    <a:lnTo>
                      <a:pt x="697" y="52"/>
                    </a:lnTo>
                    <a:lnTo>
                      <a:pt x="698" y="51"/>
                    </a:lnTo>
                    <a:lnTo>
                      <a:pt x="699" y="51"/>
                    </a:lnTo>
                    <a:lnTo>
                      <a:pt x="701" y="50"/>
                    </a:lnTo>
                    <a:lnTo>
                      <a:pt x="702" y="49"/>
                    </a:lnTo>
                    <a:lnTo>
                      <a:pt x="703" y="49"/>
                    </a:lnTo>
                    <a:lnTo>
                      <a:pt x="705" y="50"/>
                    </a:lnTo>
                    <a:lnTo>
                      <a:pt x="706" y="50"/>
                    </a:lnTo>
                    <a:lnTo>
                      <a:pt x="708" y="50"/>
                    </a:lnTo>
                    <a:lnTo>
                      <a:pt x="709" y="50"/>
                    </a:lnTo>
                    <a:lnTo>
                      <a:pt x="710" y="51"/>
                    </a:lnTo>
                    <a:lnTo>
                      <a:pt x="712" y="51"/>
                    </a:lnTo>
                    <a:lnTo>
                      <a:pt x="713" y="50"/>
                    </a:lnTo>
                    <a:lnTo>
                      <a:pt x="714" y="50"/>
                    </a:lnTo>
                    <a:lnTo>
                      <a:pt x="716" y="50"/>
                    </a:lnTo>
                    <a:lnTo>
                      <a:pt x="717" y="50"/>
                    </a:lnTo>
                    <a:lnTo>
                      <a:pt x="718" y="50"/>
                    </a:lnTo>
                    <a:lnTo>
                      <a:pt x="720" y="50"/>
                    </a:lnTo>
                    <a:lnTo>
                      <a:pt x="721" y="49"/>
                    </a:lnTo>
                    <a:lnTo>
                      <a:pt x="723" y="49"/>
                    </a:lnTo>
                    <a:lnTo>
                      <a:pt x="724" y="49"/>
                    </a:lnTo>
                    <a:lnTo>
                      <a:pt x="725" y="48"/>
                    </a:lnTo>
                    <a:lnTo>
                      <a:pt x="727" y="48"/>
                    </a:lnTo>
                    <a:lnTo>
                      <a:pt x="728" y="47"/>
                    </a:lnTo>
                    <a:lnTo>
                      <a:pt x="729" y="47"/>
                    </a:lnTo>
                    <a:lnTo>
                      <a:pt x="731" y="46"/>
                    </a:lnTo>
                    <a:lnTo>
                      <a:pt x="732" y="46"/>
                    </a:lnTo>
                    <a:lnTo>
                      <a:pt x="733" y="46"/>
                    </a:lnTo>
                    <a:lnTo>
                      <a:pt x="735" y="46"/>
                    </a:lnTo>
                    <a:lnTo>
                      <a:pt x="736" y="46"/>
                    </a:lnTo>
                    <a:lnTo>
                      <a:pt x="737" y="46"/>
                    </a:lnTo>
                    <a:lnTo>
                      <a:pt x="739" y="46"/>
                    </a:lnTo>
                    <a:lnTo>
                      <a:pt x="740" y="45"/>
                    </a:lnTo>
                    <a:lnTo>
                      <a:pt x="742" y="45"/>
                    </a:lnTo>
                    <a:lnTo>
                      <a:pt x="743" y="46"/>
                    </a:lnTo>
                    <a:lnTo>
                      <a:pt x="744" y="46"/>
                    </a:lnTo>
                    <a:lnTo>
                      <a:pt x="746" y="46"/>
                    </a:lnTo>
                    <a:lnTo>
                      <a:pt x="747" y="46"/>
                    </a:lnTo>
                    <a:lnTo>
                      <a:pt x="748" y="46"/>
                    </a:lnTo>
                    <a:lnTo>
                      <a:pt x="750" y="47"/>
                    </a:lnTo>
                    <a:lnTo>
                      <a:pt x="751" y="47"/>
                    </a:lnTo>
                    <a:lnTo>
                      <a:pt x="752" y="47"/>
                    </a:lnTo>
                    <a:lnTo>
                      <a:pt x="754" y="47"/>
                    </a:lnTo>
                    <a:lnTo>
                      <a:pt x="755" y="47"/>
                    </a:lnTo>
                    <a:lnTo>
                      <a:pt x="757" y="47"/>
                    </a:lnTo>
                    <a:lnTo>
                      <a:pt x="758" y="47"/>
                    </a:lnTo>
                    <a:lnTo>
                      <a:pt x="759" y="48"/>
                    </a:lnTo>
                    <a:lnTo>
                      <a:pt x="761" y="48"/>
                    </a:lnTo>
                    <a:lnTo>
                      <a:pt x="762" y="48"/>
                    </a:lnTo>
                    <a:lnTo>
                      <a:pt x="763" y="48"/>
                    </a:lnTo>
                    <a:lnTo>
                      <a:pt x="765" y="48"/>
                    </a:lnTo>
                    <a:lnTo>
                      <a:pt x="766" y="47"/>
                    </a:lnTo>
                    <a:lnTo>
                      <a:pt x="767" y="47"/>
                    </a:lnTo>
                    <a:lnTo>
                      <a:pt x="769" y="47"/>
                    </a:lnTo>
                    <a:lnTo>
                      <a:pt x="770" y="46"/>
                    </a:lnTo>
                    <a:lnTo>
                      <a:pt x="771" y="45"/>
                    </a:lnTo>
                    <a:lnTo>
                      <a:pt x="773" y="46"/>
                    </a:lnTo>
                    <a:lnTo>
                      <a:pt x="774" y="45"/>
                    </a:lnTo>
                    <a:lnTo>
                      <a:pt x="776" y="45"/>
                    </a:lnTo>
                    <a:lnTo>
                      <a:pt x="777" y="45"/>
                    </a:lnTo>
                    <a:lnTo>
                      <a:pt x="778" y="45"/>
                    </a:lnTo>
                    <a:lnTo>
                      <a:pt x="780" y="46"/>
                    </a:lnTo>
                    <a:lnTo>
                      <a:pt x="781" y="46"/>
                    </a:lnTo>
                    <a:lnTo>
                      <a:pt x="782" y="45"/>
                    </a:lnTo>
                    <a:lnTo>
                      <a:pt x="784" y="45"/>
                    </a:lnTo>
                    <a:lnTo>
                      <a:pt x="785" y="46"/>
                    </a:lnTo>
                    <a:lnTo>
                      <a:pt x="786" y="47"/>
                    </a:lnTo>
                    <a:lnTo>
                      <a:pt x="788" y="47"/>
                    </a:lnTo>
                    <a:lnTo>
                      <a:pt x="789" y="47"/>
                    </a:lnTo>
                    <a:lnTo>
                      <a:pt x="791" y="47"/>
                    </a:lnTo>
                    <a:lnTo>
                      <a:pt x="792" y="47"/>
                    </a:lnTo>
                    <a:lnTo>
                      <a:pt x="793" y="47"/>
                    </a:lnTo>
                    <a:lnTo>
                      <a:pt x="795" y="47"/>
                    </a:lnTo>
                    <a:lnTo>
                      <a:pt x="796" y="46"/>
                    </a:lnTo>
                    <a:lnTo>
                      <a:pt x="797" y="46"/>
                    </a:lnTo>
                    <a:lnTo>
                      <a:pt x="799" y="46"/>
                    </a:lnTo>
                    <a:lnTo>
                      <a:pt x="800" y="45"/>
                    </a:lnTo>
                    <a:lnTo>
                      <a:pt x="801" y="45"/>
                    </a:lnTo>
                    <a:lnTo>
                      <a:pt x="803" y="45"/>
                    </a:lnTo>
                    <a:lnTo>
                      <a:pt x="804" y="45"/>
                    </a:lnTo>
                    <a:lnTo>
                      <a:pt x="805" y="46"/>
                    </a:lnTo>
                    <a:lnTo>
                      <a:pt x="807" y="45"/>
                    </a:lnTo>
                    <a:lnTo>
                      <a:pt x="808" y="46"/>
                    </a:lnTo>
                    <a:lnTo>
                      <a:pt x="810" y="46"/>
                    </a:lnTo>
                    <a:lnTo>
                      <a:pt x="811" y="46"/>
                    </a:lnTo>
                    <a:lnTo>
                      <a:pt x="812" y="46"/>
                    </a:lnTo>
                    <a:lnTo>
                      <a:pt x="814" y="45"/>
                    </a:lnTo>
                    <a:lnTo>
                      <a:pt x="815" y="45"/>
                    </a:lnTo>
                    <a:lnTo>
                      <a:pt x="816" y="45"/>
                    </a:lnTo>
                    <a:lnTo>
                      <a:pt x="818" y="44"/>
                    </a:lnTo>
                    <a:lnTo>
                      <a:pt x="819" y="45"/>
                    </a:lnTo>
                    <a:lnTo>
                      <a:pt x="820" y="43"/>
                    </a:lnTo>
                    <a:lnTo>
                      <a:pt x="822" y="43"/>
                    </a:lnTo>
                    <a:lnTo>
                      <a:pt x="823" y="44"/>
                    </a:lnTo>
                    <a:lnTo>
                      <a:pt x="825" y="44"/>
                    </a:lnTo>
                    <a:lnTo>
                      <a:pt x="826" y="45"/>
                    </a:lnTo>
                    <a:lnTo>
                      <a:pt x="827" y="45"/>
                    </a:lnTo>
                    <a:lnTo>
                      <a:pt x="829" y="46"/>
                    </a:lnTo>
                    <a:lnTo>
                      <a:pt x="830" y="46"/>
                    </a:lnTo>
                    <a:lnTo>
                      <a:pt x="831" y="46"/>
                    </a:lnTo>
                    <a:lnTo>
                      <a:pt x="833" y="47"/>
                    </a:lnTo>
                    <a:lnTo>
                      <a:pt x="834" y="47"/>
                    </a:lnTo>
                    <a:lnTo>
                      <a:pt x="835" y="47"/>
                    </a:lnTo>
                    <a:lnTo>
                      <a:pt x="837" y="47"/>
                    </a:lnTo>
                    <a:lnTo>
                      <a:pt x="838" y="45"/>
                    </a:lnTo>
                    <a:lnTo>
                      <a:pt x="839" y="45"/>
                    </a:lnTo>
                    <a:lnTo>
                      <a:pt x="841" y="45"/>
                    </a:lnTo>
                    <a:lnTo>
                      <a:pt x="842" y="45"/>
                    </a:lnTo>
                    <a:lnTo>
                      <a:pt x="844" y="45"/>
                    </a:lnTo>
                    <a:lnTo>
                      <a:pt x="845" y="46"/>
                    </a:lnTo>
                    <a:lnTo>
                      <a:pt x="846" y="46"/>
                    </a:lnTo>
                    <a:lnTo>
                      <a:pt x="848" y="47"/>
                    </a:lnTo>
                    <a:lnTo>
                      <a:pt x="849" y="47"/>
                    </a:lnTo>
                    <a:lnTo>
                      <a:pt x="850" y="48"/>
                    </a:lnTo>
                    <a:lnTo>
                      <a:pt x="852" y="48"/>
                    </a:lnTo>
                    <a:lnTo>
                      <a:pt x="853" y="48"/>
                    </a:lnTo>
                    <a:lnTo>
                      <a:pt x="854" y="48"/>
                    </a:lnTo>
                    <a:lnTo>
                      <a:pt x="856" y="47"/>
                    </a:lnTo>
                    <a:lnTo>
                      <a:pt x="857" y="47"/>
                    </a:lnTo>
                    <a:lnTo>
                      <a:pt x="859" y="47"/>
                    </a:lnTo>
                    <a:lnTo>
                      <a:pt x="860" y="47"/>
                    </a:lnTo>
                    <a:lnTo>
                      <a:pt x="861" y="48"/>
                    </a:lnTo>
                    <a:lnTo>
                      <a:pt x="863" y="47"/>
                    </a:lnTo>
                    <a:lnTo>
                      <a:pt x="864" y="47"/>
                    </a:lnTo>
                    <a:lnTo>
                      <a:pt x="865" y="47"/>
                    </a:lnTo>
                    <a:lnTo>
                      <a:pt x="867" y="47"/>
                    </a:lnTo>
                    <a:lnTo>
                      <a:pt x="868" y="48"/>
                    </a:lnTo>
                    <a:lnTo>
                      <a:pt x="869" y="49"/>
                    </a:lnTo>
                    <a:lnTo>
                      <a:pt x="871" y="48"/>
                    </a:lnTo>
                    <a:lnTo>
                      <a:pt x="872" y="49"/>
                    </a:lnTo>
                    <a:lnTo>
                      <a:pt x="873" y="50"/>
                    </a:lnTo>
                    <a:lnTo>
                      <a:pt x="875" y="50"/>
                    </a:lnTo>
                    <a:lnTo>
                      <a:pt x="876" y="51"/>
                    </a:lnTo>
                    <a:lnTo>
                      <a:pt x="878" y="51"/>
                    </a:lnTo>
                    <a:lnTo>
                      <a:pt x="879" y="50"/>
                    </a:lnTo>
                    <a:lnTo>
                      <a:pt x="880" y="49"/>
                    </a:lnTo>
                    <a:lnTo>
                      <a:pt x="882" y="48"/>
                    </a:lnTo>
                    <a:lnTo>
                      <a:pt x="883" y="48"/>
                    </a:lnTo>
                    <a:lnTo>
                      <a:pt x="884" y="47"/>
                    </a:lnTo>
                    <a:lnTo>
                      <a:pt x="886" y="48"/>
                    </a:lnTo>
                    <a:lnTo>
                      <a:pt x="887" y="48"/>
                    </a:lnTo>
                    <a:lnTo>
                      <a:pt x="888" y="48"/>
                    </a:lnTo>
                    <a:lnTo>
                      <a:pt x="890" y="49"/>
                    </a:lnTo>
                    <a:lnTo>
                      <a:pt x="891" y="49"/>
                    </a:lnTo>
                    <a:lnTo>
                      <a:pt x="893" y="49"/>
                    </a:lnTo>
                    <a:lnTo>
                      <a:pt x="894" y="50"/>
                    </a:lnTo>
                    <a:lnTo>
                      <a:pt x="895" y="51"/>
                    </a:lnTo>
                    <a:lnTo>
                      <a:pt x="897" y="51"/>
                    </a:lnTo>
                    <a:lnTo>
                      <a:pt x="898" y="51"/>
                    </a:lnTo>
                    <a:lnTo>
                      <a:pt x="899" y="51"/>
                    </a:lnTo>
                    <a:lnTo>
                      <a:pt x="901" y="50"/>
                    </a:lnTo>
                    <a:lnTo>
                      <a:pt x="902" y="50"/>
                    </a:lnTo>
                    <a:lnTo>
                      <a:pt x="903" y="49"/>
                    </a:lnTo>
                    <a:lnTo>
                      <a:pt x="905" y="49"/>
                    </a:lnTo>
                    <a:lnTo>
                      <a:pt x="906" y="48"/>
                    </a:lnTo>
                    <a:lnTo>
                      <a:pt x="907" y="47"/>
                    </a:lnTo>
                    <a:lnTo>
                      <a:pt x="909" y="46"/>
                    </a:lnTo>
                    <a:lnTo>
                      <a:pt x="910" y="45"/>
                    </a:lnTo>
                    <a:lnTo>
                      <a:pt x="912" y="44"/>
                    </a:lnTo>
                    <a:lnTo>
                      <a:pt x="913" y="43"/>
                    </a:lnTo>
                    <a:lnTo>
                      <a:pt x="914" y="43"/>
                    </a:lnTo>
                    <a:lnTo>
                      <a:pt x="916" y="44"/>
                    </a:lnTo>
                    <a:lnTo>
                      <a:pt x="917" y="45"/>
                    </a:lnTo>
                    <a:lnTo>
                      <a:pt x="918" y="45"/>
                    </a:lnTo>
                    <a:lnTo>
                      <a:pt x="920" y="45"/>
                    </a:lnTo>
                    <a:lnTo>
                      <a:pt x="921" y="46"/>
                    </a:lnTo>
                    <a:lnTo>
                      <a:pt x="922" y="47"/>
                    </a:lnTo>
                    <a:lnTo>
                      <a:pt x="924" y="48"/>
                    </a:lnTo>
                    <a:lnTo>
                      <a:pt x="925" y="47"/>
                    </a:lnTo>
                    <a:lnTo>
                      <a:pt x="927" y="47"/>
                    </a:lnTo>
                    <a:lnTo>
                      <a:pt x="928" y="47"/>
                    </a:lnTo>
                    <a:lnTo>
                      <a:pt x="929" y="48"/>
                    </a:lnTo>
                    <a:lnTo>
                      <a:pt x="931" y="46"/>
                    </a:lnTo>
                    <a:lnTo>
                      <a:pt x="932" y="45"/>
                    </a:lnTo>
                    <a:lnTo>
                      <a:pt x="933" y="45"/>
                    </a:lnTo>
                    <a:lnTo>
                      <a:pt x="935" y="45"/>
                    </a:lnTo>
                    <a:lnTo>
                      <a:pt x="936" y="44"/>
                    </a:lnTo>
                    <a:lnTo>
                      <a:pt x="937" y="44"/>
                    </a:lnTo>
                    <a:lnTo>
                      <a:pt x="939" y="43"/>
                    </a:lnTo>
                    <a:lnTo>
                      <a:pt x="940" y="44"/>
                    </a:lnTo>
                    <a:lnTo>
                      <a:pt x="941" y="44"/>
                    </a:lnTo>
                    <a:lnTo>
                      <a:pt x="943" y="44"/>
                    </a:lnTo>
                    <a:lnTo>
                      <a:pt x="944" y="44"/>
                    </a:lnTo>
                    <a:lnTo>
                      <a:pt x="946" y="44"/>
                    </a:lnTo>
                    <a:lnTo>
                      <a:pt x="947" y="45"/>
                    </a:lnTo>
                    <a:lnTo>
                      <a:pt x="948" y="45"/>
                    </a:lnTo>
                    <a:lnTo>
                      <a:pt x="950" y="45"/>
                    </a:lnTo>
                    <a:lnTo>
                      <a:pt x="951" y="45"/>
                    </a:lnTo>
                    <a:lnTo>
                      <a:pt x="952" y="45"/>
                    </a:lnTo>
                    <a:lnTo>
                      <a:pt x="954" y="46"/>
                    </a:lnTo>
                    <a:lnTo>
                      <a:pt x="955" y="45"/>
                    </a:lnTo>
                    <a:lnTo>
                      <a:pt x="956" y="46"/>
                    </a:lnTo>
                    <a:lnTo>
                      <a:pt x="958" y="46"/>
                    </a:lnTo>
                    <a:lnTo>
                      <a:pt x="959" y="47"/>
                    </a:lnTo>
                    <a:lnTo>
                      <a:pt x="961" y="46"/>
                    </a:lnTo>
                    <a:lnTo>
                      <a:pt x="962" y="47"/>
                    </a:lnTo>
                    <a:lnTo>
                      <a:pt x="963" y="46"/>
                    </a:lnTo>
                    <a:lnTo>
                      <a:pt x="965" y="46"/>
                    </a:lnTo>
                    <a:lnTo>
                      <a:pt x="966" y="47"/>
                    </a:lnTo>
                    <a:lnTo>
                      <a:pt x="967" y="47"/>
                    </a:lnTo>
                    <a:lnTo>
                      <a:pt x="969" y="47"/>
                    </a:lnTo>
                    <a:lnTo>
                      <a:pt x="970" y="46"/>
                    </a:lnTo>
                    <a:lnTo>
                      <a:pt x="971" y="45"/>
                    </a:lnTo>
                    <a:lnTo>
                      <a:pt x="973" y="45"/>
                    </a:lnTo>
                    <a:lnTo>
                      <a:pt x="974" y="46"/>
                    </a:lnTo>
                    <a:lnTo>
                      <a:pt x="975" y="46"/>
                    </a:lnTo>
                    <a:lnTo>
                      <a:pt x="977" y="46"/>
                    </a:lnTo>
                    <a:lnTo>
                      <a:pt x="978" y="46"/>
                    </a:lnTo>
                    <a:lnTo>
                      <a:pt x="980" y="47"/>
                    </a:lnTo>
                    <a:lnTo>
                      <a:pt x="981" y="47"/>
                    </a:lnTo>
                    <a:lnTo>
                      <a:pt x="982" y="48"/>
                    </a:lnTo>
                    <a:lnTo>
                      <a:pt x="984" y="48"/>
                    </a:lnTo>
                    <a:lnTo>
                      <a:pt x="985" y="47"/>
                    </a:lnTo>
                    <a:lnTo>
                      <a:pt x="986" y="46"/>
                    </a:lnTo>
                    <a:lnTo>
                      <a:pt x="988" y="46"/>
                    </a:lnTo>
                    <a:lnTo>
                      <a:pt x="989" y="45"/>
                    </a:lnTo>
                    <a:lnTo>
                      <a:pt x="990" y="45"/>
                    </a:lnTo>
                    <a:lnTo>
                      <a:pt x="992" y="45"/>
                    </a:lnTo>
                    <a:lnTo>
                      <a:pt x="993" y="44"/>
                    </a:lnTo>
                    <a:lnTo>
                      <a:pt x="995" y="44"/>
                    </a:lnTo>
                    <a:lnTo>
                      <a:pt x="996" y="45"/>
                    </a:lnTo>
                    <a:lnTo>
                      <a:pt x="997" y="44"/>
                    </a:lnTo>
                    <a:lnTo>
                      <a:pt x="999" y="43"/>
                    </a:lnTo>
                    <a:lnTo>
                      <a:pt x="1000" y="44"/>
                    </a:lnTo>
                    <a:lnTo>
                      <a:pt x="1001" y="44"/>
                    </a:lnTo>
                    <a:lnTo>
                      <a:pt x="1003" y="44"/>
                    </a:lnTo>
                    <a:lnTo>
                      <a:pt x="1004" y="44"/>
                    </a:lnTo>
                    <a:lnTo>
                      <a:pt x="1005" y="44"/>
                    </a:lnTo>
                    <a:lnTo>
                      <a:pt x="1007" y="45"/>
                    </a:lnTo>
                    <a:lnTo>
                      <a:pt x="1008" y="46"/>
                    </a:lnTo>
                    <a:lnTo>
                      <a:pt x="1009" y="46"/>
                    </a:lnTo>
                    <a:lnTo>
                      <a:pt x="1011" y="46"/>
                    </a:lnTo>
                    <a:lnTo>
                      <a:pt x="1012" y="45"/>
                    </a:lnTo>
                    <a:lnTo>
                      <a:pt x="1014" y="45"/>
                    </a:lnTo>
                    <a:lnTo>
                      <a:pt x="1015" y="45"/>
                    </a:lnTo>
                    <a:lnTo>
                      <a:pt x="1016" y="44"/>
                    </a:lnTo>
                    <a:lnTo>
                      <a:pt x="1018" y="44"/>
                    </a:lnTo>
                    <a:lnTo>
                      <a:pt x="1019" y="44"/>
                    </a:lnTo>
                    <a:lnTo>
                      <a:pt x="1020" y="44"/>
                    </a:lnTo>
                    <a:lnTo>
                      <a:pt x="1022" y="42"/>
                    </a:lnTo>
                    <a:lnTo>
                      <a:pt x="1023" y="42"/>
                    </a:lnTo>
                    <a:lnTo>
                      <a:pt x="1024" y="42"/>
                    </a:lnTo>
                    <a:lnTo>
                      <a:pt x="1026" y="41"/>
                    </a:lnTo>
                    <a:lnTo>
                      <a:pt x="1027" y="41"/>
                    </a:lnTo>
                    <a:lnTo>
                      <a:pt x="1029" y="40"/>
                    </a:lnTo>
                    <a:lnTo>
                      <a:pt x="1030" y="41"/>
                    </a:lnTo>
                    <a:lnTo>
                      <a:pt x="1031" y="41"/>
                    </a:lnTo>
                    <a:lnTo>
                      <a:pt x="1033" y="41"/>
                    </a:lnTo>
                    <a:lnTo>
                      <a:pt x="1034" y="41"/>
                    </a:lnTo>
                    <a:lnTo>
                      <a:pt x="1035" y="41"/>
                    </a:lnTo>
                    <a:lnTo>
                      <a:pt x="1037" y="42"/>
                    </a:lnTo>
                    <a:lnTo>
                      <a:pt x="1038" y="41"/>
                    </a:lnTo>
                    <a:lnTo>
                      <a:pt x="1039" y="41"/>
                    </a:lnTo>
                    <a:lnTo>
                      <a:pt x="1041" y="40"/>
                    </a:lnTo>
                    <a:lnTo>
                      <a:pt x="1042" y="41"/>
                    </a:lnTo>
                    <a:lnTo>
                      <a:pt x="1043" y="40"/>
                    </a:lnTo>
                    <a:lnTo>
                      <a:pt x="1045" y="41"/>
                    </a:lnTo>
                    <a:lnTo>
                      <a:pt x="1046" y="41"/>
                    </a:lnTo>
                    <a:lnTo>
                      <a:pt x="1048" y="41"/>
                    </a:lnTo>
                    <a:lnTo>
                      <a:pt x="1049" y="41"/>
                    </a:lnTo>
                    <a:lnTo>
                      <a:pt x="1050" y="41"/>
                    </a:lnTo>
                    <a:lnTo>
                      <a:pt x="1052" y="43"/>
                    </a:lnTo>
                    <a:lnTo>
                      <a:pt x="1053" y="44"/>
                    </a:lnTo>
                    <a:lnTo>
                      <a:pt x="1054" y="44"/>
                    </a:lnTo>
                    <a:lnTo>
                      <a:pt x="1056" y="44"/>
                    </a:lnTo>
                    <a:lnTo>
                      <a:pt x="1057" y="43"/>
                    </a:lnTo>
                    <a:lnTo>
                      <a:pt x="1058" y="43"/>
                    </a:lnTo>
                    <a:lnTo>
                      <a:pt x="1060" y="43"/>
                    </a:lnTo>
                    <a:lnTo>
                      <a:pt x="1061" y="43"/>
                    </a:lnTo>
                    <a:lnTo>
                      <a:pt x="1063" y="42"/>
                    </a:lnTo>
                    <a:lnTo>
                      <a:pt x="1064" y="42"/>
                    </a:lnTo>
                    <a:lnTo>
                      <a:pt x="1065" y="41"/>
                    </a:lnTo>
                    <a:lnTo>
                      <a:pt x="1067" y="41"/>
                    </a:lnTo>
                    <a:lnTo>
                      <a:pt x="1068" y="41"/>
                    </a:lnTo>
                    <a:lnTo>
                      <a:pt x="1069" y="41"/>
                    </a:lnTo>
                    <a:lnTo>
                      <a:pt x="1071" y="41"/>
                    </a:lnTo>
                    <a:lnTo>
                      <a:pt x="1072" y="40"/>
                    </a:lnTo>
                    <a:lnTo>
                      <a:pt x="1073" y="41"/>
                    </a:lnTo>
                    <a:lnTo>
                      <a:pt x="1075" y="41"/>
                    </a:lnTo>
                    <a:lnTo>
                      <a:pt x="1076" y="42"/>
                    </a:lnTo>
                    <a:lnTo>
                      <a:pt x="1077" y="41"/>
                    </a:lnTo>
                    <a:lnTo>
                      <a:pt x="1079" y="44"/>
                    </a:lnTo>
                    <a:lnTo>
                      <a:pt x="1080" y="43"/>
                    </a:lnTo>
                    <a:lnTo>
                      <a:pt x="1082" y="44"/>
                    </a:lnTo>
                    <a:lnTo>
                      <a:pt x="1083" y="45"/>
                    </a:lnTo>
                    <a:lnTo>
                      <a:pt x="1084" y="44"/>
                    </a:lnTo>
                    <a:lnTo>
                      <a:pt x="1086" y="44"/>
                    </a:lnTo>
                    <a:lnTo>
                      <a:pt x="1087" y="44"/>
                    </a:lnTo>
                    <a:lnTo>
                      <a:pt x="1088" y="43"/>
                    </a:lnTo>
                    <a:lnTo>
                      <a:pt x="1090" y="43"/>
                    </a:lnTo>
                    <a:lnTo>
                      <a:pt x="1091" y="43"/>
                    </a:lnTo>
                    <a:lnTo>
                      <a:pt x="1092" y="43"/>
                    </a:lnTo>
                    <a:lnTo>
                      <a:pt x="1094" y="42"/>
                    </a:lnTo>
                    <a:lnTo>
                      <a:pt x="1095" y="41"/>
                    </a:lnTo>
                    <a:lnTo>
                      <a:pt x="1097" y="41"/>
                    </a:lnTo>
                    <a:lnTo>
                      <a:pt x="1098" y="40"/>
                    </a:lnTo>
                    <a:lnTo>
                      <a:pt x="1099" y="40"/>
                    </a:lnTo>
                    <a:lnTo>
                      <a:pt x="1101" y="40"/>
                    </a:lnTo>
                    <a:lnTo>
                      <a:pt x="1102" y="40"/>
                    </a:lnTo>
                    <a:lnTo>
                      <a:pt x="1103" y="40"/>
                    </a:lnTo>
                    <a:lnTo>
                      <a:pt x="1105" y="40"/>
                    </a:lnTo>
                    <a:lnTo>
                      <a:pt x="1106" y="40"/>
                    </a:lnTo>
                    <a:lnTo>
                      <a:pt x="1107" y="41"/>
                    </a:lnTo>
                    <a:lnTo>
                      <a:pt x="1109" y="42"/>
                    </a:lnTo>
                    <a:lnTo>
                      <a:pt x="1110" y="42"/>
                    </a:lnTo>
                    <a:lnTo>
                      <a:pt x="1111" y="42"/>
                    </a:lnTo>
                    <a:lnTo>
                      <a:pt x="1113" y="41"/>
                    </a:lnTo>
                    <a:lnTo>
                      <a:pt x="1114" y="42"/>
                    </a:lnTo>
                    <a:lnTo>
                      <a:pt x="1116" y="42"/>
                    </a:lnTo>
                    <a:lnTo>
                      <a:pt x="1117" y="41"/>
                    </a:lnTo>
                    <a:lnTo>
                      <a:pt x="1118" y="41"/>
                    </a:lnTo>
                    <a:lnTo>
                      <a:pt x="1120" y="40"/>
                    </a:lnTo>
                    <a:lnTo>
                      <a:pt x="1121" y="40"/>
                    </a:lnTo>
                    <a:lnTo>
                      <a:pt x="1122" y="41"/>
                    </a:lnTo>
                    <a:lnTo>
                      <a:pt x="1124" y="41"/>
                    </a:lnTo>
                    <a:lnTo>
                      <a:pt x="1125" y="41"/>
                    </a:lnTo>
                    <a:lnTo>
                      <a:pt x="1126" y="41"/>
                    </a:lnTo>
                    <a:lnTo>
                      <a:pt x="1128" y="41"/>
                    </a:lnTo>
                    <a:lnTo>
                      <a:pt x="1129" y="42"/>
                    </a:lnTo>
                    <a:lnTo>
                      <a:pt x="1131" y="43"/>
                    </a:lnTo>
                    <a:lnTo>
                      <a:pt x="1132" y="43"/>
                    </a:lnTo>
                    <a:lnTo>
                      <a:pt x="1133" y="43"/>
                    </a:lnTo>
                    <a:lnTo>
                      <a:pt x="1135" y="43"/>
                    </a:lnTo>
                    <a:lnTo>
                      <a:pt x="1136" y="43"/>
                    </a:lnTo>
                    <a:lnTo>
                      <a:pt x="1137" y="43"/>
                    </a:lnTo>
                    <a:lnTo>
                      <a:pt x="1139" y="43"/>
                    </a:lnTo>
                    <a:lnTo>
                      <a:pt x="1140" y="42"/>
                    </a:lnTo>
                    <a:lnTo>
                      <a:pt x="1141" y="42"/>
                    </a:lnTo>
                    <a:lnTo>
                      <a:pt x="1143" y="42"/>
                    </a:lnTo>
                    <a:lnTo>
                      <a:pt x="1144" y="41"/>
                    </a:lnTo>
                    <a:lnTo>
                      <a:pt x="1145" y="41"/>
                    </a:lnTo>
                    <a:lnTo>
                      <a:pt x="1147" y="41"/>
                    </a:lnTo>
                    <a:lnTo>
                      <a:pt x="1148" y="41"/>
                    </a:lnTo>
                    <a:lnTo>
                      <a:pt x="1150" y="41"/>
                    </a:lnTo>
                    <a:lnTo>
                      <a:pt x="1151" y="41"/>
                    </a:lnTo>
                    <a:lnTo>
                      <a:pt x="1152" y="40"/>
                    </a:lnTo>
                    <a:lnTo>
                      <a:pt x="1154" y="41"/>
                    </a:lnTo>
                    <a:lnTo>
                      <a:pt x="1155" y="40"/>
                    </a:lnTo>
                    <a:lnTo>
                      <a:pt x="1156" y="40"/>
                    </a:lnTo>
                    <a:lnTo>
                      <a:pt x="1158" y="41"/>
                    </a:lnTo>
                    <a:lnTo>
                      <a:pt x="1159" y="40"/>
                    </a:lnTo>
                    <a:lnTo>
                      <a:pt x="1160" y="39"/>
                    </a:lnTo>
                    <a:lnTo>
                      <a:pt x="1162" y="39"/>
                    </a:lnTo>
                    <a:lnTo>
                      <a:pt x="1163" y="39"/>
                    </a:lnTo>
                    <a:lnTo>
                      <a:pt x="1165" y="39"/>
                    </a:lnTo>
                    <a:lnTo>
                      <a:pt x="1166" y="39"/>
                    </a:lnTo>
                    <a:lnTo>
                      <a:pt x="1167" y="39"/>
                    </a:lnTo>
                    <a:lnTo>
                      <a:pt x="1169" y="39"/>
                    </a:lnTo>
                    <a:lnTo>
                      <a:pt x="1170" y="40"/>
                    </a:lnTo>
                    <a:lnTo>
                      <a:pt x="1171" y="40"/>
                    </a:lnTo>
                    <a:lnTo>
                      <a:pt x="1173" y="40"/>
                    </a:lnTo>
                    <a:lnTo>
                      <a:pt x="1174" y="39"/>
                    </a:lnTo>
                    <a:lnTo>
                      <a:pt x="1175" y="39"/>
                    </a:lnTo>
                    <a:lnTo>
                      <a:pt x="1177" y="39"/>
                    </a:lnTo>
                    <a:lnTo>
                      <a:pt x="1178" y="40"/>
                    </a:lnTo>
                    <a:lnTo>
                      <a:pt x="1179" y="41"/>
                    </a:lnTo>
                    <a:lnTo>
                      <a:pt x="1181" y="42"/>
                    </a:lnTo>
                    <a:lnTo>
                      <a:pt x="1182" y="43"/>
                    </a:lnTo>
                    <a:lnTo>
                      <a:pt x="1184" y="44"/>
                    </a:lnTo>
                    <a:lnTo>
                      <a:pt x="1185" y="43"/>
                    </a:lnTo>
                    <a:lnTo>
                      <a:pt x="1186" y="43"/>
                    </a:lnTo>
                    <a:lnTo>
                      <a:pt x="1188" y="44"/>
                    </a:lnTo>
                    <a:lnTo>
                      <a:pt x="1189" y="44"/>
                    </a:lnTo>
                    <a:lnTo>
                      <a:pt x="1190" y="44"/>
                    </a:lnTo>
                    <a:lnTo>
                      <a:pt x="1192" y="43"/>
                    </a:lnTo>
                    <a:lnTo>
                      <a:pt x="1193" y="42"/>
                    </a:lnTo>
                    <a:lnTo>
                      <a:pt x="1194" y="42"/>
                    </a:lnTo>
                    <a:lnTo>
                      <a:pt x="1196" y="43"/>
                    </a:lnTo>
                    <a:lnTo>
                      <a:pt x="1197" y="42"/>
                    </a:lnTo>
                    <a:lnTo>
                      <a:pt x="1199" y="41"/>
                    </a:lnTo>
                    <a:lnTo>
                      <a:pt x="1200" y="41"/>
                    </a:lnTo>
                    <a:lnTo>
                      <a:pt x="1201" y="42"/>
                    </a:lnTo>
                    <a:lnTo>
                      <a:pt x="1203" y="42"/>
                    </a:lnTo>
                    <a:lnTo>
                      <a:pt x="1204" y="42"/>
                    </a:lnTo>
                    <a:lnTo>
                      <a:pt x="1205" y="43"/>
                    </a:lnTo>
                    <a:lnTo>
                      <a:pt x="1207" y="43"/>
                    </a:lnTo>
                    <a:lnTo>
                      <a:pt x="1208" y="41"/>
                    </a:lnTo>
                    <a:lnTo>
                      <a:pt x="1209" y="41"/>
                    </a:lnTo>
                    <a:lnTo>
                      <a:pt x="1211" y="41"/>
                    </a:lnTo>
                    <a:lnTo>
                      <a:pt x="1212" y="41"/>
                    </a:lnTo>
                    <a:lnTo>
                      <a:pt x="1213" y="41"/>
                    </a:lnTo>
                    <a:lnTo>
                      <a:pt x="1215" y="40"/>
                    </a:lnTo>
                    <a:lnTo>
                      <a:pt x="1216" y="40"/>
                    </a:lnTo>
                    <a:lnTo>
                      <a:pt x="1218" y="39"/>
                    </a:lnTo>
                    <a:lnTo>
                      <a:pt x="1219" y="39"/>
                    </a:lnTo>
                    <a:lnTo>
                      <a:pt x="1220" y="40"/>
                    </a:lnTo>
                    <a:lnTo>
                      <a:pt x="1222" y="39"/>
                    </a:lnTo>
                    <a:lnTo>
                      <a:pt x="1223" y="40"/>
                    </a:lnTo>
                    <a:lnTo>
                      <a:pt x="1224" y="39"/>
                    </a:lnTo>
                    <a:lnTo>
                      <a:pt x="1226" y="40"/>
                    </a:lnTo>
                    <a:lnTo>
                      <a:pt x="1227" y="39"/>
                    </a:lnTo>
                    <a:lnTo>
                      <a:pt x="1228" y="39"/>
                    </a:lnTo>
                    <a:lnTo>
                      <a:pt x="1230" y="40"/>
                    </a:lnTo>
                    <a:lnTo>
                      <a:pt x="1231" y="40"/>
                    </a:lnTo>
                    <a:lnTo>
                      <a:pt x="1233" y="40"/>
                    </a:lnTo>
                    <a:lnTo>
                      <a:pt x="1234" y="40"/>
                    </a:lnTo>
                    <a:lnTo>
                      <a:pt x="1235" y="40"/>
                    </a:lnTo>
                    <a:lnTo>
                      <a:pt x="1237" y="40"/>
                    </a:lnTo>
                    <a:lnTo>
                      <a:pt x="1238" y="40"/>
                    </a:lnTo>
                    <a:lnTo>
                      <a:pt x="1239" y="39"/>
                    </a:lnTo>
                    <a:lnTo>
                      <a:pt x="1241" y="39"/>
                    </a:lnTo>
                    <a:lnTo>
                      <a:pt x="1242" y="38"/>
                    </a:lnTo>
                    <a:lnTo>
                      <a:pt x="1243" y="38"/>
                    </a:lnTo>
                    <a:lnTo>
                      <a:pt x="1245" y="38"/>
                    </a:lnTo>
                    <a:lnTo>
                      <a:pt x="1246" y="38"/>
                    </a:lnTo>
                    <a:lnTo>
                      <a:pt x="1247" y="37"/>
                    </a:lnTo>
                    <a:lnTo>
                      <a:pt x="1249" y="38"/>
                    </a:lnTo>
                    <a:lnTo>
                      <a:pt x="1250" y="37"/>
                    </a:lnTo>
                    <a:lnTo>
                      <a:pt x="1252" y="37"/>
                    </a:lnTo>
                    <a:lnTo>
                      <a:pt x="1253" y="37"/>
                    </a:lnTo>
                    <a:lnTo>
                      <a:pt x="1254" y="37"/>
                    </a:lnTo>
                    <a:lnTo>
                      <a:pt x="1256" y="38"/>
                    </a:lnTo>
                    <a:lnTo>
                      <a:pt x="1257" y="38"/>
                    </a:lnTo>
                    <a:lnTo>
                      <a:pt x="1258" y="37"/>
                    </a:lnTo>
                    <a:lnTo>
                      <a:pt x="1260" y="38"/>
                    </a:lnTo>
                    <a:lnTo>
                      <a:pt x="1261" y="38"/>
                    </a:lnTo>
                    <a:lnTo>
                      <a:pt x="1262" y="39"/>
                    </a:lnTo>
                    <a:lnTo>
                      <a:pt x="1264" y="39"/>
                    </a:lnTo>
                    <a:lnTo>
                      <a:pt x="1265" y="40"/>
                    </a:lnTo>
                    <a:lnTo>
                      <a:pt x="1267" y="39"/>
                    </a:lnTo>
                    <a:lnTo>
                      <a:pt x="1268" y="38"/>
                    </a:lnTo>
                    <a:lnTo>
                      <a:pt x="1269" y="38"/>
                    </a:lnTo>
                    <a:lnTo>
                      <a:pt x="1271" y="37"/>
                    </a:lnTo>
                    <a:lnTo>
                      <a:pt x="1272" y="37"/>
                    </a:lnTo>
                    <a:lnTo>
                      <a:pt x="1273" y="36"/>
                    </a:lnTo>
                    <a:lnTo>
                      <a:pt x="1275" y="35"/>
                    </a:lnTo>
                    <a:lnTo>
                      <a:pt x="1276" y="37"/>
                    </a:lnTo>
                    <a:lnTo>
                      <a:pt x="1277" y="37"/>
                    </a:lnTo>
                    <a:lnTo>
                      <a:pt x="1279" y="38"/>
                    </a:lnTo>
                    <a:lnTo>
                      <a:pt x="1280" y="38"/>
                    </a:lnTo>
                    <a:lnTo>
                      <a:pt x="1281" y="39"/>
                    </a:lnTo>
                    <a:lnTo>
                      <a:pt x="1283" y="40"/>
                    </a:lnTo>
                    <a:lnTo>
                      <a:pt x="1284" y="39"/>
                    </a:lnTo>
                    <a:lnTo>
                      <a:pt x="1286" y="40"/>
                    </a:lnTo>
                    <a:lnTo>
                      <a:pt x="1287" y="39"/>
                    </a:lnTo>
                    <a:lnTo>
                      <a:pt x="1288" y="40"/>
                    </a:lnTo>
                    <a:lnTo>
                      <a:pt x="1290" y="39"/>
                    </a:lnTo>
                    <a:lnTo>
                      <a:pt x="1291" y="39"/>
                    </a:lnTo>
                    <a:lnTo>
                      <a:pt x="1292" y="40"/>
                    </a:lnTo>
                    <a:lnTo>
                      <a:pt x="1294" y="40"/>
                    </a:lnTo>
                    <a:lnTo>
                      <a:pt x="1295" y="41"/>
                    </a:lnTo>
                    <a:lnTo>
                      <a:pt x="1296" y="42"/>
                    </a:lnTo>
                    <a:lnTo>
                      <a:pt x="1298" y="43"/>
                    </a:lnTo>
                    <a:lnTo>
                      <a:pt x="1299" y="44"/>
                    </a:lnTo>
                    <a:lnTo>
                      <a:pt x="1301" y="45"/>
                    </a:lnTo>
                    <a:lnTo>
                      <a:pt x="1302" y="45"/>
                    </a:lnTo>
                    <a:lnTo>
                      <a:pt x="1303" y="45"/>
                    </a:lnTo>
                    <a:lnTo>
                      <a:pt x="1305" y="45"/>
                    </a:lnTo>
                    <a:lnTo>
                      <a:pt x="1306" y="44"/>
                    </a:lnTo>
                    <a:lnTo>
                      <a:pt x="1307" y="43"/>
                    </a:lnTo>
                    <a:lnTo>
                      <a:pt x="1309" y="42"/>
                    </a:lnTo>
                    <a:lnTo>
                      <a:pt x="1310" y="41"/>
                    </a:lnTo>
                    <a:lnTo>
                      <a:pt x="1311" y="41"/>
                    </a:lnTo>
                    <a:lnTo>
                      <a:pt x="1313" y="41"/>
                    </a:lnTo>
                    <a:lnTo>
                      <a:pt x="1314" y="41"/>
                    </a:lnTo>
                    <a:lnTo>
                      <a:pt x="1315" y="41"/>
                    </a:lnTo>
                    <a:lnTo>
                      <a:pt x="1317" y="41"/>
                    </a:lnTo>
                    <a:lnTo>
                      <a:pt x="1318" y="41"/>
                    </a:lnTo>
                    <a:lnTo>
                      <a:pt x="1320" y="41"/>
                    </a:lnTo>
                    <a:lnTo>
                      <a:pt x="1321" y="40"/>
                    </a:lnTo>
                    <a:lnTo>
                      <a:pt x="1322" y="40"/>
                    </a:lnTo>
                    <a:lnTo>
                      <a:pt x="1324" y="39"/>
                    </a:lnTo>
                    <a:lnTo>
                      <a:pt x="1325" y="39"/>
                    </a:lnTo>
                    <a:lnTo>
                      <a:pt x="1326" y="39"/>
                    </a:lnTo>
                    <a:lnTo>
                      <a:pt x="1328" y="40"/>
                    </a:lnTo>
                    <a:lnTo>
                      <a:pt x="1329" y="40"/>
                    </a:lnTo>
                    <a:lnTo>
                      <a:pt x="1330" y="40"/>
                    </a:lnTo>
                    <a:lnTo>
                      <a:pt x="1332" y="39"/>
                    </a:lnTo>
                    <a:lnTo>
                      <a:pt x="1333" y="39"/>
                    </a:lnTo>
                    <a:lnTo>
                      <a:pt x="1335" y="40"/>
                    </a:lnTo>
                    <a:lnTo>
                      <a:pt x="1336" y="39"/>
                    </a:lnTo>
                    <a:lnTo>
                      <a:pt x="1337" y="38"/>
                    </a:lnTo>
                    <a:lnTo>
                      <a:pt x="1339" y="39"/>
                    </a:lnTo>
                    <a:lnTo>
                      <a:pt x="1340" y="39"/>
                    </a:lnTo>
                    <a:lnTo>
                      <a:pt x="1341" y="41"/>
                    </a:lnTo>
                    <a:lnTo>
                      <a:pt x="1343" y="41"/>
                    </a:lnTo>
                    <a:lnTo>
                      <a:pt x="1344" y="41"/>
                    </a:lnTo>
                    <a:lnTo>
                      <a:pt x="1345" y="41"/>
                    </a:lnTo>
                    <a:lnTo>
                      <a:pt x="1347" y="41"/>
                    </a:lnTo>
                    <a:lnTo>
                      <a:pt x="1348" y="41"/>
                    </a:lnTo>
                    <a:lnTo>
                      <a:pt x="1349" y="41"/>
                    </a:lnTo>
                    <a:lnTo>
                      <a:pt x="1351" y="41"/>
                    </a:lnTo>
                    <a:lnTo>
                      <a:pt x="1352" y="41"/>
                    </a:lnTo>
                    <a:lnTo>
                      <a:pt x="1354" y="41"/>
                    </a:lnTo>
                    <a:lnTo>
                      <a:pt x="1355" y="40"/>
                    </a:lnTo>
                    <a:lnTo>
                      <a:pt x="1356" y="40"/>
                    </a:lnTo>
                    <a:lnTo>
                      <a:pt x="1358" y="40"/>
                    </a:lnTo>
                    <a:lnTo>
                      <a:pt x="1359" y="40"/>
                    </a:lnTo>
                    <a:lnTo>
                      <a:pt x="1360" y="39"/>
                    </a:lnTo>
                    <a:lnTo>
                      <a:pt x="1362" y="38"/>
                    </a:lnTo>
                    <a:lnTo>
                      <a:pt x="1363" y="38"/>
                    </a:lnTo>
                    <a:lnTo>
                      <a:pt x="1364" y="37"/>
                    </a:lnTo>
                    <a:lnTo>
                      <a:pt x="1366" y="37"/>
                    </a:lnTo>
                    <a:lnTo>
                      <a:pt x="1367" y="36"/>
                    </a:lnTo>
                    <a:lnTo>
                      <a:pt x="1369" y="36"/>
                    </a:lnTo>
                    <a:lnTo>
                      <a:pt x="1370" y="37"/>
                    </a:lnTo>
                    <a:lnTo>
                      <a:pt x="1371" y="37"/>
                    </a:lnTo>
                    <a:lnTo>
                      <a:pt x="1373" y="37"/>
                    </a:lnTo>
                    <a:lnTo>
                      <a:pt x="1374" y="37"/>
                    </a:lnTo>
                    <a:lnTo>
                      <a:pt x="1375" y="37"/>
                    </a:lnTo>
                    <a:lnTo>
                      <a:pt x="1377" y="38"/>
                    </a:lnTo>
                    <a:lnTo>
                      <a:pt x="1378" y="38"/>
                    </a:lnTo>
                    <a:lnTo>
                      <a:pt x="1379" y="38"/>
                    </a:lnTo>
                    <a:lnTo>
                      <a:pt x="1381" y="38"/>
                    </a:lnTo>
                    <a:lnTo>
                      <a:pt x="1382" y="39"/>
                    </a:lnTo>
                    <a:lnTo>
                      <a:pt x="1383" y="39"/>
                    </a:lnTo>
                    <a:lnTo>
                      <a:pt x="1385" y="40"/>
                    </a:lnTo>
                    <a:lnTo>
                      <a:pt x="1386" y="39"/>
                    </a:lnTo>
                    <a:lnTo>
                      <a:pt x="1388" y="40"/>
                    </a:lnTo>
                    <a:lnTo>
                      <a:pt x="1389" y="40"/>
                    </a:lnTo>
                    <a:lnTo>
                      <a:pt x="1390" y="40"/>
                    </a:lnTo>
                    <a:lnTo>
                      <a:pt x="1392" y="40"/>
                    </a:lnTo>
                    <a:lnTo>
                      <a:pt x="1393" y="39"/>
                    </a:lnTo>
                    <a:lnTo>
                      <a:pt x="1394" y="39"/>
                    </a:lnTo>
                    <a:lnTo>
                      <a:pt x="1396" y="38"/>
                    </a:lnTo>
                    <a:lnTo>
                      <a:pt x="1397" y="38"/>
                    </a:lnTo>
                    <a:lnTo>
                      <a:pt x="1398" y="38"/>
                    </a:lnTo>
                    <a:lnTo>
                      <a:pt x="1400" y="37"/>
                    </a:lnTo>
                    <a:lnTo>
                      <a:pt x="1401" y="36"/>
                    </a:lnTo>
                    <a:lnTo>
                      <a:pt x="1403" y="36"/>
                    </a:lnTo>
                    <a:lnTo>
                      <a:pt x="1404" y="37"/>
                    </a:lnTo>
                    <a:lnTo>
                      <a:pt x="1405" y="38"/>
                    </a:lnTo>
                    <a:lnTo>
                      <a:pt x="1407" y="38"/>
                    </a:lnTo>
                    <a:lnTo>
                      <a:pt x="1408" y="38"/>
                    </a:lnTo>
                    <a:lnTo>
                      <a:pt x="1409" y="38"/>
                    </a:lnTo>
                    <a:lnTo>
                      <a:pt x="1411" y="38"/>
                    </a:lnTo>
                    <a:lnTo>
                      <a:pt x="1412" y="39"/>
                    </a:lnTo>
                    <a:lnTo>
                      <a:pt x="1413" y="40"/>
                    </a:lnTo>
                    <a:lnTo>
                      <a:pt x="1415" y="39"/>
                    </a:lnTo>
                    <a:lnTo>
                      <a:pt x="1416" y="39"/>
                    </a:lnTo>
                    <a:lnTo>
                      <a:pt x="1417" y="39"/>
                    </a:lnTo>
                    <a:lnTo>
                      <a:pt x="1419" y="40"/>
                    </a:lnTo>
                    <a:lnTo>
                      <a:pt x="1420" y="39"/>
                    </a:lnTo>
                    <a:lnTo>
                      <a:pt x="1422" y="38"/>
                    </a:lnTo>
                    <a:lnTo>
                      <a:pt x="1423" y="37"/>
                    </a:lnTo>
                    <a:lnTo>
                      <a:pt x="1424" y="38"/>
                    </a:lnTo>
                    <a:lnTo>
                      <a:pt x="1426" y="38"/>
                    </a:lnTo>
                    <a:lnTo>
                      <a:pt x="1427" y="38"/>
                    </a:lnTo>
                    <a:lnTo>
                      <a:pt x="1428" y="38"/>
                    </a:lnTo>
                    <a:lnTo>
                      <a:pt x="1430" y="39"/>
                    </a:lnTo>
                    <a:lnTo>
                      <a:pt x="1431" y="39"/>
                    </a:lnTo>
                    <a:lnTo>
                      <a:pt x="1432" y="40"/>
                    </a:lnTo>
                    <a:lnTo>
                      <a:pt x="1434" y="40"/>
                    </a:lnTo>
                    <a:lnTo>
                      <a:pt x="1435" y="40"/>
                    </a:lnTo>
                    <a:lnTo>
                      <a:pt x="1437" y="39"/>
                    </a:lnTo>
                    <a:lnTo>
                      <a:pt x="1438" y="38"/>
                    </a:lnTo>
                    <a:lnTo>
                      <a:pt x="1439" y="38"/>
                    </a:lnTo>
                    <a:lnTo>
                      <a:pt x="1441" y="38"/>
                    </a:lnTo>
                    <a:lnTo>
                      <a:pt x="1442" y="37"/>
                    </a:lnTo>
                  </a:path>
                </a:pathLst>
              </a:custGeom>
              <a:noFill/>
              <a:ln cap="flat" cmpd="sng" w="25400">
                <a:solidFill>
                  <a:srgbClr val="00CED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 flipH="1" rot="10800000">
                <a:off x="6745288" y="1720851"/>
                <a:ext cx="3810000" cy="1138238"/>
              </a:xfrm>
              <a:custGeom>
                <a:rect b="b" l="l" r="r" t="t"/>
                <a:pathLst>
                  <a:path extrusionOk="0" h="516" w="1442">
                    <a:moveTo>
                      <a:pt x="0" y="10"/>
                    </a:moveTo>
                    <a:lnTo>
                      <a:pt x="2" y="6"/>
                    </a:lnTo>
                    <a:lnTo>
                      <a:pt x="3" y="9"/>
                    </a:lnTo>
                    <a:lnTo>
                      <a:pt x="4" y="10"/>
                    </a:lnTo>
                    <a:lnTo>
                      <a:pt x="6" y="10"/>
                    </a:lnTo>
                    <a:lnTo>
                      <a:pt x="7" y="10"/>
                    </a:lnTo>
                    <a:lnTo>
                      <a:pt x="9" y="11"/>
                    </a:lnTo>
                    <a:lnTo>
                      <a:pt x="10" y="11"/>
                    </a:lnTo>
                    <a:lnTo>
                      <a:pt x="11" y="10"/>
                    </a:lnTo>
                    <a:lnTo>
                      <a:pt x="13" y="9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7" y="7"/>
                    </a:lnTo>
                    <a:lnTo>
                      <a:pt x="18" y="6"/>
                    </a:lnTo>
                    <a:lnTo>
                      <a:pt x="19" y="5"/>
                    </a:lnTo>
                    <a:lnTo>
                      <a:pt x="21" y="6"/>
                    </a:lnTo>
                    <a:lnTo>
                      <a:pt x="22" y="6"/>
                    </a:lnTo>
                    <a:lnTo>
                      <a:pt x="23" y="6"/>
                    </a:lnTo>
                    <a:lnTo>
                      <a:pt x="25" y="5"/>
                    </a:lnTo>
                    <a:lnTo>
                      <a:pt x="26" y="5"/>
                    </a:lnTo>
                    <a:lnTo>
                      <a:pt x="28" y="6"/>
                    </a:lnTo>
                    <a:lnTo>
                      <a:pt x="29" y="5"/>
                    </a:lnTo>
                    <a:lnTo>
                      <a:pt x="30" y="6"/>
                    </a:lnTo>
                    <a:lnTo>
                      <a:pt x="32" y="5"/>
                    </a:lnTo>
                    <a:lnTo>
                      <a:pt x="33" y="5"/>
                    </a:lnTo>
                    <a:lnTo>
                      <a:pt x="34" y="5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3"/>
                    </a:lnTo>
                    <a:lnTo>
                      <a:pt x="40" y="3"/>
                    </a:lnTo>
                    <a:lnTo>
                      <a:pt x="41" y="1"/>
                    </a:lnTo>
                    <a:lnTo>
                      <a:pt x="43" y="1"/>
                    </a:lnTo>
                    <a:lnTo>
                      <a:pt x="44" y="1"/>
                    </a:lnTo>
                    <a:lnTo>
                      <a:pt x="45" y="1"/>
                    </a:lnTo>
                    <a:lnTo>
                      <a:pt x="47" y="2"/>
                    </a:lnTo>
                    <a:lnTo>
                      <a:pt x="48" y="2"/>
                    </a:lnTo>
                    <a:lnTo>
                      <a:pt x="49" y="3"/>
                    </a:lnTo>
                    <a:lnTo>
                      <a:pt x="51" y="4"/>
                    </a:lnTo>
                    <a:lnTo>
                      <a:pt x="52" y="6"/>
                    </a:lnTo>
                    <a:lnTo>
                      <a:pt x="53" y="6"/>
                    </a:lnTo>
                    <a:lnTo>
                      <a:pt x="55" y="6"/>
                    </a:lnTo>
                    <a:lnTo>
                      <a:pt x="56" y="6"/>
                    </a:lnTo>
                    <a:lnTo>
                      <a:pt x="57" y="8"/>
                    </a:lnTo>
                    <a:lnTo>
                      <a:pt x="59" y="9"/>
                    </a:lnTo>
                    <a:lnTo>
                      <a:pt x="60" y="10"/>
                    </a:lnTo>
                    <a:lnTo>
                      <a:pt x="62" y="10"/>
                    </a:lnTo>
                    <a:lnTo>
                      <a:pt x="63" y="10"/>
                    </a:lnTo>
                    <a:lnTo>
                      <a:pt x="64" y="11"/>
                    </a:lnTo>
                    <a:lnTo>
                      <a:pt x="66" y="11"/>
                    </a:lnTo>
                    <a:lnTo>
                      <a:pt x="67" y="10"/>
                    </a:lnTo>
                    <a:lnTo>
                      <a:pt x="68" y="9"/>
                    </a:lnTo>
                    <a:lnTo>
                      <a:pt x="70" y="8"/>
                    </a:lnTo>
                    <a:lnTo>
                      <a:pt x="71" y="7"/>
                    </a:lnTo>
                    <a:lnTo>
                      <a:pt x="72" y="7"/>
                    </a:lnTo>
                    <a:lnTo>
                      <a:pt x="74" y="8"/>
                    </a:lnTo>
                    <a:lnTo>
                      <a:pt x="75" y="8"/>
                    </a:lnTo>
                    <a:lnTo>
                      <a:pt x="77" y="9"/>
                    </a:lnTo>
                    <a:lnTo>
                      <a:pt x="78" y="10"/>
                    </a:lnTo>
                    <a:lnTo>
                      <a:pt x="79" y="10"/>
                    </a:lnTo>
                    <a:lnTo>
                      <a:pt x="81" y="10"/>
                    </a:lnTo>
                    <a:lnTo>
                      <a:pt x="82" y="11"/>
                    </a:lnTo>
                    <a:lnTo>
                      <a:pt x="83" y="10"/>
                    </a:lnTo>
                    <a:lnTo>
                      <a:pt x="85" y="9"/>
                    </a:lnTo>
                    <a:lnTo>
                      <a:pt x="86" y="8"/>
                    </a:lnTo>
                    <a:lnTo>
                      <a:pt x="87" y="9"/>
                    </a:lnTo>
                    <a:lnTo>
                      <a:pt x="89" y="9"/>
                    </a:lnTo>
                    <a:lnTo>
                      <a:pt x="90" y="10"/>
                    </a:lnTo>
                    <a:lnTo>
                      <a:pt x="91" y="10"/>
                    </a:lnTo>
                    <a:lnTo>
                      <a:pt x="93" y="11"/>
                    </a:lnTo>
                    <a:lnTo>
                      <a:pt x="94" y="10"/>
                    </a:lnTo>
                    <a:lnTo>
                      <a:pt x="96" y="11"/>
                    </a:lnTo>
                    <a:lnTo>
                      <a:pt x="97" y="11"/>
                    </a:lnTo>
                    <a:lnTo>
                      <a:pt x="98" y="11"/>
                    </a:lnTo>
                    <a:lnTo>
                      <a:pt x="100" y="11"/>
                    </a:lnTo>
                    <a:lnTo>
                      <a:pt x="101" y="11"/>
                    </a:lnTo>
                    <a:lnTo>
                      <a:pt x="102" y="10"/>
                    </a:lnTo>
                    <a:lnTo>
                      <a:pt x="104" y="10"/>
                    </a:lnTo>
                    <a:lnTo>
                      <a:pt x="105" y="9"/>
                    </a:lnTo>
                    <a:lnTo>
                      <a:pt x="106" y="9"/>
                    </a:lnTo>
                    <a:lnTo>
                      <a:pt x="108" y="8"/>
                    </a:lnTo>
                    <a:lnTo>
                      <a:pt x="109" y="7"/>
                    </a:lnTo>
                    <a:lnTo>
                      <a:pt x="111" y="6"/>
                    </a:lnTo>
                    <a:lnTo>
                      <a:pt x="112" y="6"/>
                    </a:lnTo>
                    <a:lnTo>
                      <a:pt x="113" y="7"/>
                    </a:lnTo>
                    <a:lnTo>
                      <a:pt x="115" y="7"/>
                    </a:lnTo>
                    <a:lnTo>
                      <a:pt x="116" y="5"/>
                    </a:lnTo>
                    <a:lnTo>
                      <a:pt x="117" y="0"/>
                    </a:lnTo>
                    <a:lnTo>
                      <a:pt x="119" y="257"/>
                    </a:lnTo>
                    <a:lnTo>
                      <a:pt x="120" y="465"/>
                    </a:lnTo>
                    <a:lnTo>
                      <a:pt x="121" y="479"/>
                    </a:lnTo>
                    <a:lnTo>
                      <a:pt x="123" y="482"/>
                    </a:lnTo>
                    <a:lnTo>
                      <a:pt x="124" y="485"/>
                    </a:lnTo>
                    <a:lnTo>
                      <a:pt x="125" y="487"/>
                    </a:lnTo>
                    <a:lnTo>
                      <a:pt x="127" y="489"/>
                    </a:lnTo>
                    <a:lnTo>
                      <a:pt x="128" y="490"/>
                    </a:lnTo>
                    <a:lnTo>
                      <a:pt x="130" y="491"/>
                    </a:lnTo>
                    <a:lnTo>
                      <a:pt x="131" y="492"/>
                    </a:lnTo>
                    <a:lnTo>
                      <a:pt x="132" y="494"/>
                    </a:lnTo>
                    <a:lnTo>
                      <a:pt x="134" y="495"/>
                    </a:lnTo>
                    <a:lnTo>
                      <a:pt x="135" y="498"/>
                    </a:lnTo>
                    <a:lnTo>
                      <a:pt x="136" y="499"/>
                    </a:lnTo>
                    <a:lnTo>
                      <a:pt x="138" y="501"/>
                    </a:lnTo>
                    <a:lnTo>
                      <a:pt x="139" y="504"/>
                    </a:lnTo>
                    <a:lnTo>
                      <a:pt x="140" y="506"/>
                    </a:lnTo>
                    <a:lnTo>
                      <a:pt x="142" y="507"/>
                    </a:lnTo>
                    <a:lnTo>
                      <a:pt x="143" y="508"/>
                    </a:lnTo>
                    <a:lnTo>
                      <a:pt x="145" y="508"/>
                    </a:lnTo>
                    <a:lnTo>
                      <a:pt x="146" y="511"/>
                    </a:lnTo>
                    <a:lnTo>
                      <a:pt x="147" y="511"/>
                    </a:lnTo>
                    <a:lnTo>
                      <a:pt x="149" y="512"/>
                    </a:lnTo>
                    <a:lnTo>
                      <a:pt x="150" y="512"/>
                    </a:lnTo>
                    <a:lnTo>
                      <a:pt x="151" y="512"/>
                    </a:lnTo>
                    <a:lnTo>
                      <a:pt x="153" y="514"/>
                    </a:lnTo>
                    <a:lnTo>
                      <a:pt x="154" y="513"/>
                    </a:lnTo>
                    <a:lnTo>
                      <a:pt x="155" y="513"/>
                    </a:lnTo>
                    <a:lnTo>
                      <a:pt x="157" y="513"/>
                    </a:lnTo>
                    <a:lnTo>
                      <a:pt x="158" y="514"/>
                    </a:lnTo>
                    <a:lnTo>
                      <a:pt x="159" y="514"/>
                    </a:lnTo>
                    <a:lnTo>
                      <a:pt x="161" y="515"/>
                    </a:lnTo>
                    <a:lnTo>
                      <a:pt x="162" y="515"/>
                    </a:lnTo>
                    <a:lnTo>
                      <a:pt x="164" y="515"/>
                    </a:lnTo>
                    <a:lnTo>
                      <a:pt x="165" y="515"/>
                    </a:lnTo>
                    <a:lnTo>
                      <a:pt x="166" y="515"/>
                    </a:lnTo>
                    <a:lnTo>
                      <a:pt x="168" y="515"/>
                    </a:lnTo>
                    <a:lnTo>
                      <a:pt x="169" y="515"/>
                    </a:lnTo>
                    <a:lnTo>
                      <a:pt x="170" y="516"/>
                    </a:lnTo>
                    <a:lnTo>
                      <a:pt x="172" y="516"/>
                    </a:lnTo>
                    <a:lnTo>
                      <a:pt x="173" y="516"/>
                    </a:lnTo>
                    <a:lnTo>
                      <a:pt x="174" y="515"/>
                    </a:lnTo>
                    <a:lnTo>
                      <a:pt x="176" y="515"/>
                    </a:lnTo>
                    <a:lnTo>
                      <a:pt x="177" y="514"/>
                    </a:lnTo>
                    <a:lnTo>
                      <a:pt x="179" y="515"/>
                    </a:lnTo>
                    <a:lnTo>
                      <a:pt x="180" y="514"/>
                    </a:lnTo>
                    <a:lnTo>
                      <a:pt x="181" y="513"/>
                    </a:lnTo>
                    <a:lnTo>
                      <a:pt x="183" y="513"/>
                    </a:lnTo>
                    <a:lnTo>
                      <a:pt x="184" y="514"/>
                    </a:lnTo>
                    <a:lnTo>
                      <a:pt x="185" y="513"/>
                    </a:lnTo>
                    <a:lnTo>
                      <a:pt x="187" y="513"/>
                    </a:lnTo>
                    <a:lnTo>
                      <a:pt x="188" y="514"/>
                    </a:lnTo>
                    <a:lnTo>
                      <a:pt x="189" y="513"/>
                    </a:lnTo>
                    <a:lnTo>
                      <a:pt x="191" y="513"/>
                    </a:lnTo>
                    <a:lnTo>
                      <a:pt x="192" y="512"/>
                    </a:lnTo>
                    <a:lnTo>
                      <a:pt x="193" y="511"/>
                    </a:lnTo>
                    <a:lnTo>
                      <a:pt x="195" y="510"/>
                    </a:lnTo>
                    <a:lnTo>
                      <a:pt x="196" y="508"/>
                    </a:lnTo>
                    <a:lnTo>
                      <a:pt x="198" y="507"/>
                    </a:lnTo>
                    <a:lnTo>
                      <a:pt x="199" y="507"/>
                    </a:lnTo>
                    <a:lnTo>
                      <a:pt x="200" y="506"/>
                    </a:lnTo>
                    <a:lnTo>
                      <a:pt x="202" y="506"/>
                    </a:lnTo>
                    <a:lnTo>
                      <a:pt x="203" y="505"/>
                    </a:lnTo>
                    <a:lnTo>
                      <a:pt x="204" y="505"/>
                    </a:lnTo>
                    <a:lnTo>
                      <a:pt x="206" y="505"/>
                    </a:lnTo>
                    <a:lnTo>
                      <a:pt x="207" y="505"/>
                    </a:lnTo>
                    <a:lnTo>
                      <a:pt x="208" y="504"/>
                    </a:lnTo>
                    <a:lnTo>
                      <a:pt x="210" y="503"/>
                    </a:lnTo>
                    <a:lnTo>
                      <a:pt x="211" y="502"/>
                    </a:lnTo>
                    <a:lnTo>
                      <a:pt x="213" y="502"/>
                    </a:lnTo>
                    <a:lnTo>
                      <a:pt x="214" y="501"/>
                    </a:lnTo>
                    <a:lnTo>
                      <a:pt x="215" y="500"/>
                    </a:lnTo>
                    <a:lnTo>
                      <a:pt x="217" y="499"/>
                    </a:lnTo>
                    <a:lnTo>
                      <a:pt x="218" y="499"/>
                    </a:lnTo>
                    <a:lnTo>
                      <a:pt x="219" y="499"/>
                    </a:lnTo>
                    <a:lnTo>
                      <a:pt x="221" y="499"/>
                    </a:lnTo>
                    <a:lnTo>
                      <a:pt x="222" y="499"/>
                    </a:lnTo>
                    <a:lnTo>
                      <a:pt x="223" y="498"/>
                    </a:lnTo>
                    <a:lnTo>
                      <a:pt x="225" y="497"/>
                    </a:lnTo>
                    <a:lnTo>
                      <a:pt x="226" y="497"/>
                    </a:lnTo>
                    <a:lnTo>
                      <a:pt x="227" y="496"/>
                    </a:lnTo>
                    <a:lnTo>
                      <a:pt x="229" y="494"/>
                    </a:lnTo>
                    <a:lnTo>
                      <a:pt x="230" y="494"/>
                    </a:lnTo>
                    <a:lnTo>
                      <a:pt x="232" y="493"/>
                    </a:lnTo>
                    <a:lnTo>
                      <a:pt x="233" y="493"/>
                    </a:lnTo>
                    <a:lnTo>
                      <a:pt x="234" y="492"/>
                    </a:lnTo>
                    <a:lnTo>
                      <a:pt x="236" y="492"/>
                    </a:lnTo>
                    <a:lnTo>
                      <a:pt x="237" y="492"/>
                    </a:lnTo>
                    <a:lnTo>
                      <a:pt x="238" y="492"/>
                    </a:lnTo>
                    <a:lnTo>
                      <a:pt x="240" y="492"/>
                    </a:lnTo>
                    <a:lnTo>
                      <a:pt x="241" y="492"/>
                    </a:lnTo>
                    <a:lnTo>
                      <a:pt x="242" y="492"/>
                    </a:lnTo>
                    <a:lnTo>
                      <a:pt x="244" y="491"/>
                    </a:lnTo>
                    <a:lnTo>
                      <a:pt x="245" y="491"/>
                    </a:lnTo>
                    <a:lnTo>
                      <a:pt x="247" y="491"/>
                    </a:lnTo>
                    <a:lnTo>
                      <a:pt x="248" y="492"/>
                    </a:lnTo>
                    <a:lnTo>
                      <a:pt x="249" y="492"/>
                    </a:lnTo>
                    <a:lnTo>
                      <a:pt x="251" y="491"/>
                    </a:lnTo>
                    <a:lnTo>
                      <a:pt x="252" y="491"/>
                    </a:lnTo>
                    <a:lnTo>
                      <a:pt x="253" y="492"/>
                    </a:lnTo>
                    <a:lnTo>
                      <a:pt x="255" y="491"/>
                    </a:lnTo>
                    <a:lnTo>
                      <a:pt x="256" y="491"/>
                    </a:lnTo>
                    <a:lnTo>
                      <a:pt x="257" y="491"/>
                    </a:lnTo>
                    <a:lnTo>
                      <a:pt x="259" y="490"/>
                    </a:lnTo>
                    <a:lnTo>
                      <a:pt x="260" y="490"/>
                    </a:lnTo>
                    <a:lnTo>
                      <a:pt x="261" y="490"/>
                    </a:lnTo>
                    <a:lnTo>
                      <a:pt x="263" y="490"/>
                    </a:lnTo>
                    <a:lnTo>
                      <a:pt x="264" y="490"/>
                    </a:lnTo>
                    <a:lnTo>
                      <a:pt x="266" y="491"/>
                    </a:lnTo>
                    <a:lnTo>
                      <a:pt x="267" y="491"/>
                    </a:lnTo>
                    <a:lnTo>
                      <a:pt x="268" y="491"/>
                    </a:lnTo>
                    <a:lnTo>
                      <a:pt x="270" y="491"/>
                    </a:lnTo>
                    <a:lnTo>
                      <a:pt x="271" y="491"/>
                    </a:lnTo>
                    <a:lnTo>
                      <a:pt x="272" y="491"/>
                    </a:lnTo>
                    <a:lnTo>
                      <a:pt x="274" y="491"/>
                    </a:lnTo>
                    <a:lnTo>
                      <a:pt x="275" y="491"/>
                    </a:lnTo>
                    <a:lnTo>
                      <a:pt x="276" y="490"/>
                    </a:lnTo>
                    <a:lnTo>
                      <a:pt x="278" y="490"/>
                    </a:lnTo>
                    <a:lnTo>
                      <a:pt x="279" y="490"/>
                    </a:lnTo>
                    <a:lnTo>
                      <a:pt x="281" y="490"/>
                    </a:lnTo>
                    <a:lnTo>
                      <a:pt x="282" y="490"/>
                    </a:lnTo>
                    <a:lnTo>
                      <a:pt x="283" y="489"/>
                    </a:lnTo>
                    <a:lnTo>
                      <a:pt x="285" y="489"/>
                    </a:lnTo>
                    <a:lnTo>
                      <a:pt x="286" y="489"/>
                    </a:lnTo>
                    <a:lnTo>
                      <a:pt x="287" y="489"/>
                    </a:lnTo>
                    <a:lnTo>
                      <a:pt x="289" y="489"/>
                    </a:lnTo>
                    <a:lnTo>
                      <a:pt x="290" y="489"/>
                    </a:lnTo>
                    <a:lnTo>
                      <a:pt x="291" y="489"/>
                    </a:lnTo>
                    <a:lnTo>
                      <a:pt x="293" y="489"/>
                    </a:lnTo>
                    <a:lnTo>
                      <a:pt x="294" y="490"/>
                    </a:lnTo>
                    <a:lnTo>
                      <a:pt x="295" y="490"/>
                    </a:lnTo>
                    <a:lnTo>
                      <a:pt x="297" y="489"/>
                    </a:lnTo>
                    <a:lnTo>
                      <a:pt x="298" y="489"/>
                    </a:lnTo>
                    <a:lnTo>
                      <a:pt x="300" y="488"/>
                    </a:lnTo>
                    <a:lnTo>
                      <a:pt x="301" y="489"/>
                    </a:lnTo>
                    <a:lnTo>
                      <a:pt x="302" y="488"/>
                    </a:lnTo>
                    <a:lnTo>
                      <a:pt x="304" y="485"/>
                    </a:lnTo>
                    <a:lnTo>
                      <a:pt x="305" y="483"/>
                    </a:lnTo>
                    <a:lnTo>
                      <a:pt x="306" y="483"/>
                    </a:lnTo>
                    <a:lnTo>
                      <a:pt x="308" y="482"/>
                    </a:lnTo>
                    <a:lnTo>
                      <a:pt x="309" y="481"/>
                    </a:lnTo>
                    <a:lnTo>
                      <a:pt x="310" y="481"/>
                    </a:lnTo>
                    <a:lnTo>
                      <a:pt x="312" y="480"/>
                    </a:lnTo>
                    <a:lnTo>
                      <a:pt x="313" y="480"/>
                    </a:lnTo>
                    <a:lnTo>
                      <a:pt x="315" y="481"/>
                    </a:lnTo>
                    <a:lnTo>
                      <a:pt x="316" y="481"/>
                    </a:lnTo>
                    <a:lnTo>
                      <a:pt x="317" y="482"/>
                    </a:lnTo>
                    <a:lnTo>
                      <a:pt x="319" y="482"/>
                    </a:lnTo>
                    <a:lnTo>
                      <a:pt x="320" y="482"/>
                    </a:lnTo>
                    <a:lnTo>
                      <a:pt x="321" y="482"/>
                    </a:lnTo>
                    <a:lnTo>
                      <a:pt x="323" y="483"/>
                    </a:lnTo>
                    <a:lnTo>
                      <a:pt x="324" y="483"/>
                    </a:lnTo>
                    <a:lnTo>
                      <a:pt x="325" y="483"/>
                    </a:lnTo>
                    <a:lnTo>
                      <a:pt x="327" y="482"/>
                    </a:lnTo>
                    <a:lnTo>
                      <a:pt x="328" y="481"/>
                    </a:lnTo>
                    <a:lnTo>
                      <a:pt x="329" y="481"/>
                    </a:lnTo>
                    <a:lnTo>
                      <a:pt x="331" y="480"/>
                    </a:lnTo>
                    <a:lnTo>
                      <a:pt x="332" y="479"/>
                    </a:lnTo>
                    <a:lnTo>
                      <a:pt x="334" y="479"/>
                    </a:lnTo>
                    <a:lnTo>
                      <a:pt x="335" y="478"/>
                    </a:lnTo>
                    <a:lnTo>
                      <a:pt x="336" y="477"/>
                    </a:lnTo>
                    <a:lnTo>
                      <a:pt x="338" y="476"/>
                    </a:lnTo>
                    <a:lnTo>
                      <a:pt x="339" y="475"/>
                    </a:lnTo>
                    <a:lnTo>
                      <a:pt x="340" y="474"/>
                    </a:lnTo>
                    <a:lnTo>
                      <a:pt x="342" y="474"/>
                    </a:lnTo>
                    <a:lnTo>
                      <a:pt x="343" y="474"/>
                    </a:lnTo>
                    <a:lnTo>
                      <a:pt x="344" y="475"/>
                    </a:lnTo>
                    <a:lnTo>
                      <a:pt x="346" y="474"/>
                    </a:lnTo>
                    <a:lnTo>
                      <a:pt x="347" y="474"/>
                    </a:lnTo>
                    <a:lnTo>
                      <a:pt x="349" y="474"/>
                    </a:lnTo>
                    <a:lnTo>
                      <a:pt x="350" y="474"/>
                    </a:lnTo>
                    <a:lnTo>
                      <a:pt x="351" y="474"/>
                    </a:lnTo>
                    <a:lnTo>
                      <a:pt x="353" y="473"/>
                    </a:lnTo>
                    <a:lnTo>
                      <a:pt x="354" y="473"/>
                    </a:lnTo>
                    <a:lnTo>
                      <a:pt x="355" y="473"/>
                    </a:lnTo>
                    <a:lnTo>
                      <a:pt x="357" y="473"/>
                    </a:lnTo>
                    <a:lnTo>
                      <a:pt x="358" y="473"/>
                    </a:lnTo>
                    <a:lnTo>
                      <a:pt x="359" y="473"/>
                    </a:lnTo>
                    <a:lnTo>
                      <a:pt x="361" y="472"/>
                    </a:lnTo>
                    <a:lnTo>
                      <a:pt x="362" y="473"/>
                    </a:lnTo>
                    <a:lnTo>
                      <a:pt x="363" y="473"/>
                    </a:lnTo>
                    <a:lnTo>
                      <a:pt x="365" y="473"/>
                    </a:lnTo>
                    <a:lnTo>
                      <a:pt x="366" y="473"/>
                    </a:lnTo>
                    <a:lnTo>
                      <a:pt x="368" y="472"/>
                    </a:lnTo>
                    <a:lnTo>
                      <a:pt x="369" y="472"/>
                    </a:lnTo>
                    <a:lnTo>
                      <a:pt x="370" y="473"/>
                    </a:lnTo>
                    <a:lnTo>
                      <a:pt x="372" y="473"/>
                    </a:lnTo>
                    <a:lnTo>
                      <a:pt x="373" y="473"/>
                    </a:lnTo>
                    <a:lnTo>
                      <a:pt x="374" y="473"/>
                    </a:lnTo>
                    <a:lnTo>
                      <a:pt x="376" y="472"/>
                    </a:lnTo>
                    <a:lnTo>
                      <a:pt x="377" y="472"/>
                    </a:lnTo>
                    <a:lnTo>
                      <a:pt x="378" y="472"/>
                    </a:lnTo>
                    <a:lnTo>
                      <a:pt x="380" y="472"/>
                    </a:lnTo>
                    <a:lnTo>
                      <a:pt x="381" y="473"/>
                    </a:lnTo>
                    <a:lnTo>
                      <a:pt x="383" y="473"/>
                    </a:lnTo>
                    <a:lnTo>
                      <a:pt x="384" y="473"/>
                    </a:lnTo>
                    <a:lnTo>
                      <a:pt x="385" y="473"/>
                    </a:lnTo>
                    <a:lnTo>
                      <a:pt x="387" y="474"/>
                    </a:lnTo>
                    <a:lnTo>
                      <a:pt x="388" y="474"/>
                    </a:lnTo>
                    <a:lnTo>
                      <a:pt x="389" y="474"/>
                    </a:lnTo>
                    <a:lnTo>
                      <a:pt x="391" y="475"/>
                    </a:lnTo>
                    <a:lnTo>
                      <a:pt x="392" y="475"/>
                    </a:lnTo>
                    <a:lnTo>
                      <a:pt x="393" y="476"/>
                    </a:lnTo>
                    <a:lnTo>
                      <a:pt x="395" y="477"/>
                    </a:lnTo>
                    <a:lnTo>
                      <a:pt x="396" y="478"/>
                    </a:lnTo>
                    <a:lnTo>
                      <a:pt x="397" y="477"/>
                    </a:lnTo>
                    <a:lnTo>
                      <a:pt x="399" y="478"/>
                    </a:lnTo>
                    <a:lnTo>
                      <a:pt x="400" y="479"/>
                    </a:lnTo>
                    <a:lnTo>
                      <a:pt x="402" y="479"/>
                    </a:lnTo>
                    <a:lnTo>
                      <a:pt x="403" y="480"/>
                    </a:lnTo>
                    <a:lnTo>
                      <a:pt x="404" y="480"/>
                    </a:lnTo>
                    <a:lnTo>
                      <a:pt x="406" y="479"/>
                    </a:lnTo>
                    <a:lnTo>
                      <a:pt x="407" y="480"/>
                    </a:lnTo>
                    <a:lnTo>
                      <a:pt x="408" y="481"/>
                    </a:lnTo>
                    <a:lnTo>
                      <a:pt x="410" y="481"/>
                    </a:lnTo>
                    <a:lnTo>
                      <a:pt x="411" y="482"/>
                    </a:lnTo>
                    <a:lnTo>
                      <a:pt x="412" y="482"/>
                    </a:lnTo>
                    <a:lnTo>
                      <a:pt x="414" y="483"/>
                    </a:lnTo>
                    <a:lnTo>
                      <a:pt x="415" y="483"/>
                    </a:lnTo>
                    <a:lnTo>
                      <a:pt x="417" y="484"/>
                    </a:lnTo>
                    <a:lnTo>
                      <a:pt x="418" y="483"/>
                    </a:lnTo>
                    <a:lnTo>
                      <a:pt x="419" y="484"/>
                    </a:lnTo>
                    <a:lnTo>
                      <a:pt x="421" y="485"/>
                    </a:lnTo>
                    <a:lnTo>
                      <a:pt x="422" y="483"/>
                    </a:lnTo>
                    <a:lnTo>
                      <a:pt x="423" y="484"/>
                    </a:lnTo>
                    <a:lnTo>
                      <a:pt x="425" y="123"/>
                    </a:lnTo>
                    <a:lnTo>
                      <a:pt x="426" y="112"/>
                    </a:lnTo>
                    <a:lnTo>
                      <a:pt x="427" y="108"/>
                    </a:lnTo>
                    <a:lnTo>
                      <a:pt x="429" y="111"/>
                    </a:lnTo>
                    <a:lnTo>
                      <a:pt x="430" y="110"/>
                    </a:lnTo>
                    <a:lnTo>
                      <a:pt x="431" y="109"/>
                    </a:lnTo>
                    <a:lnTo>
                      <a:pt x="433" y="109"/>
                    </a:lnTo>
                    <a:lnTo>
                      <a:pt x="434" y="108"/>
                    </a:lnTo>
                    <a:lnTo>
                      <a:pt x="436" y="107"/>
                    </a:lnTo>
                    <a:lnTo>
                      <a:pt x="437" y="106"/>
                    </a:lnTo>
                    <a:lnTo>
                      <a:pt x="438" y="105"/>
                    </a:lnTo>
                    <a:lnTo>
                      <a:pt x="440" y="106"/>
                    </a:lnTo>
                    <a:lnTo>
                      <a:pt x="441" y="106"/>
                    </a:lnTo>
                    <a:lnTo>
                      <a:pt x="442" y="106"/>
                    </a:lnTo>
                    <a:lnTo>
                      <a:pt x="444" y="105"/>
                    </a:lnTo>
                    <a:lnTo>
                      <a:pt x="445" y="104"/>
                    </a:lnTo>
                    <a:lnTo>
                      <a:pt x="446" y="104"/>
                    </a:lnTo>
                    <a:lnTo>
                      <a:pt x="448" y="103"/>
                    </a:lnTo>
                    <a:lnTo>
                      <a:pt x="449" y="102"/>
                    </a:lnTo>
                    <a:lnTo>
                      <a:pt x="451" y="102"/>
                    </a:lnTo>
                    <a:lnTo>
                      <a:pt x="452" y="101"/>
                    </a:lnTo>
                    <a:lnTo>
                      <a:pt x="453" y="101"/>
                    </a:lnTo>
                    <a:lnTo>
                      <a:pt x="455" y="101"/>
                    </a:lnTo>
                    <a:lnTo>
                      <a:pt x="456" y="101"/>
                    </a:lnTo>
                    <a:lnTo>
                      <a:pt x="457" y="101"/>
                    </a:lnTo>
                    <a:lnTo>
                      <a:pt x="459" y="101"/>
                    </a:lnTo>
                    <a:lnTo>
                      <a:pt x="460" y="100"/>
                    </a:lnTo>
                    <a:lnTo>
                      <a:pt x="461" y="100"/>
                    </a:lnTo>
                    <a:lnTo>
                      <a:pt x="463" y="100"/>
                    </a:lnTo>
                    <a:lnTo>
                      <a:pt x="464" y="99"/>
                    </a:lnTo>
                    <a:lnTo>
                      <a:pt x="465" y="98"/>
                    </a:lnTo>
                    <a:lnTo>
                      <a:pt x="467" y="98"/>
                    </a:lnTo>
                    <a:lnTo>
                      <a:pt x="468" y="98"/>
                    </a:lnTo>
                    <a:lnTo>
                      <a:pt x="470" y="97"/>
                    </a:lnTo>
                    <a:lnTo>
                      <a:pt x="471" y="97"/>
                    </a:lnTo>
                    <a:lnTo>
                      <a:pt x="472" y="96"/>
                    </a:lnTo>
                    <a:lnTo>
                      <a:pt x="474" y="96"/>
                    </a:lnTo>
                    <a:lnTo>
                      <a:pt x="475" y="96"/>
                    </a:lnTo>
                    <a:lnTo>
                      <a:pt x="476" y="94"/>
                    </a:lnTo>
                    <a:lnTo>
                      <a:pt x="478" y="95"/>
                    </a:lnTo>
                    <a:lnTo>
                      <a:pt x="479" y="94"/>
                    </a:lnTo>
                    <a:lnTo>
                      <a:pt x="480" y="95"/>
                    </a:lnTo>
                    <a:lnTo>
                      <a:pt x="482" y="95"/>
                    </a:lnTo>
                    <a:lnTo>
                      <a:pt x="483" y="96"/>
                    </a:lnTo>
                    <a:lnTo>
                      <a:pt x="485" y="96"/>
                    </a:lnTo>
                    <a:lnTo>
                      <a:pt x="486" y="95"/>
                    </a:lnTo>
                    <a:lnTo>
                      <a:pt x="487" y="94"/>
                    </a:lnTo>
                    <a:lnTo>
                      <a:pt x="489" y="94"/>
                    </a:lnTo>
                    <a:lnTo>
                      <a:pt x="490" y="93"/>
                    </a:lnTo>
                    <a:lnTo>
                      <a:pt x="491" y="92"/>
                    </a:lnTo>
                    <a:lnTo>
                      <a:pt x="493" y="91"/>
                    </a:lnTo>
                    <a:lnTo>
                      <a:pt x="494" y="91"/>
                    </a:lnTo>
                    <a:lnTo>
                      <a:pt x="495" y="90"/>
                    </a:lnTo>
                    <a:lnTo>
                      <a:pt x="497" y="90"/>
                    </a:lnTo>
                    <a:lnTo>
                      <a:pt x="498" y="90"/>
                    </a:lnTo>
                    <a:lnTo>
                      <a:pt x="499" y="90"/>
                    </a:lnTo>
                    <a:lnTo>
                      <a:pt x="501" y="90"/>
                    </a:lnTo>
                    <a:lnTo>
                      <a:pt x="502" y="90"/>
                    </a:lnTo>
                    <a:lnTo>
                      <a:pt x="504" y="90"/>
                    </a:lnTo>
                    <a:lnTo>
                      <a:pt x="505" y="90"/>
                    </a:lnTo>
                    <a:lnTo>
                      <a:pt x="506" y="90"/>
                    </a:lnTo>
                    <a:lnTo>
                      <a:pt x="508" y="90"/>
                    </a:lnTo>
                    <a:lnTo>
                      <a:pt x="509" y="90"/>
                    </a:lnTo>
                    <a:lnTo>
                      <a:pt x="510" y="91"/>
                    </a:lnTo>
                    <a:lnTo>
                      <a:pt x="512" y="91"/>
                    </a:lnTo>
                    <a:lnTo>
                      <a:pt x="513" y="91"/>
                    </a:lnTo>
                    <a:lnTo>
                      <a:pt x="514" y="91"/>
                    </a:lnTo>
                    <a:lnTo>
                      <a:pt x="516" y="91"/>
                    </a:lnTo>
                    <a:lnTo>
                      <a:pt x="517" y="91"/>
                    </a:lnTo>
                    <a:lnTo>
                      <a:pt x="519" y="90"/>
                    </a:lnTo>
                    <a:lnTo>
                      <a:pt x="520" y="90"/>
                    </a:lnTo>
                    <a:lnTo>
                      <a:pt x="521" y="90"/>
                    </a:lnTo>
                    <a:lnTo>
                      <a:pt x="523" y="90"/>
                    </a:lnTo>
                    <a:lnTo>
                      <a:pt x="524" y="89"/>
                    </a:lnTo>
                    <a:lnTo>
                      <a:pt x="525" y="90"/>
                    </a:lnTo>
                    <a:lnTo>
                      <a:pt x="527" y="90"/>
                    </a:lnTo>
                    <a:lnTo>
                      <a:pt x="528" y="91"/>
                    </a:lnTo>
                    <a:lnTo>
                      <a:pt x="529" y="91"/>
                    </a:lnTo>
                    <a:lnTo>
                      <a:pt x="531" y="90"/>
                    </a:lnTo>
                    <a:lnTo>
                      <a:pt x="532" y="90"/>
                    </a:lnTo>
                    <a:lnTo>
                      <a:pt x="533" y="90"/>
                    </a:lnTo>
                    <a:lnTo>
                      <a:pt x="535" y="91"/>
                    </a:lnTo>
                    <a:lnTo>
                      <a:pt x="536" y="91"/>
                    </a:lnTo>
                    <a:lnTo>
                      <a:pt x="538" y="90"/>
                    </a:lnTo>
                    <a:lnTo>
                      <a:pt x="539" y="91"/>
                    </a:lnTo>
                    <a:lnTo>
                      <a:pt x="540" y="91"/>
                    </a:lnTo>
                    <a:lnTo>
                      <a:pt x="542" y="91"/>
                    </a:lnTo>
                    <a:lnTo>
                      <a:pt x="543" y="90"/>
                    </a:lnTo>
                    <a:lnTo>
                      <a:pt x="544" y="90"/>
                    </a:lnTo>
                    <a:lnTo>
                      <a:pt x="546" y="90"/>
                    </a:lnTo>
                    <a:lnTo>
                      <a:pt x="547" y="90"/>
                    </a:lnTo>
                    <a:lnTo>
                      <a:pt x="548" y="91"/>
                    </a:lnTo>
                    <a:lnTo>
                      <a:pt x="550" y="91"/>
                    </a:lnTo>
                    <a:lnTo>
                      <a:pt x="551" y="92"/>
                    </a:lnTo>
                    <a:lnTo>
                      <a:pt x="553" y="92"/>
                    </a:lnTo>
                    <a:lnTo>
                      <a:pt x="554" y="92"/>
                    </a:lnTo>
                    <a:lnTo>
                      <a:pt x="555" y="93"/>
                    </a:lnTo>
                    <a:lnTo>
                      <a:pt x="557" y="93"/>
                    </a:lnTo>
                    <a:lnTo>
                      <a:pt x="558" y="93"/>
                    </a:lnTo>
                    <a:lnTo>
                      <a:pt x="559" y="93"/>
                    </a:lnTo>
                    <a:lnTo>
                      <a:pt x="561" y="93"/>
                    </a:lnTo>
                    <a:lnTo>
                      <a:pt x="562" y="93"/>
                    </a:lnTo>
                    <a:lnTo>
                      <a:pt x="563" y="93"/>
                    </a:lnTo>
                    <a:lnTo>
                      <a:pt x="565" y="93"/>
                    </a:lnTo>
                    <a:lnTo>
                      <a:pt x="566" y="92"/>
                    </a:lnTo>
                    <a:lnTo>
                      <a:pt x="567" y="91"/>
                    </a:lnTo>
                    <a:lnTo>
                      <a:pt x="569" y="90"/>
                    </a:lnTo>
                    <a:lnTo>
                      <a:pt x="570" y="91"/>
                    </a:lnTo>
                    <a:lnTo>
                      <a:pt x="572" y="91"/>
                    </a:lnTo>
                    <a:lnTo>
                      <a:pt x="573" y="90"/>
                    </a:lnTo>
                    <a:lnTo>
                      <a:pt x="574" y="90"/>
                    </a:lnTo>
                    <a:lnTo>
                      <a:pt x="576" y="91"/>
                    </a:lnTo>
                    <a:lnTo>
                      <a:pt x="577" y="90"/>
                    </a:lnTo>
                    <a:lnTo>
                      <a:pt x="578" y="90"/>
                    </a:lnTo>
                    <a:lnTo>
                      <a:pt x="580" y="89"/>
                    </a:lnTo>
                    <a:lnTo>
                      <a:pt x="581" y="89"/>
                    </a:lnTo>
                    <a:lnTo>
                      <a:pt x="582" y="89"/>
                    </a:lnTo>
                    <a:lnTo>
                      <a:pt x="584" y="89"/>
                    </a:lnTo>
                    <a:lnTo>
                      <a:pt x="585" y="88"/>
                    </a:lnTo>
                    <a:lnTo>
                      <a:pt x="587" y="87"/>
                    </a:lnTo>
                    <a:lnTo>
                      <a:pt x="588" y="88"/>
                    </a:lnTo>
                    <a:lnTo>
                      <a:pt x="589" y="88"/>
                    </a:lnTo>
                    <a:lnTo>
                      <a:pt x="591" y="87"/>
                    </a:lnTo>
                    <a:lnTo>
                      <a:pt x="592" y="87"/>
                    </a:lnTo>
                    <a:lnTo>
                      <a:pt x="593" y="87"/>
                    </a:lnTo>
                    <a:lnTo>
                      <a:pt x="595" y="87"/>
                    </a:lnTo>
                    <a:lnTo>
                      <a:pt x="596" y="86"/>
                    </a:lnTo>
                    <a:lnTo>
                      <a:pt x="597" y="85"/>
                    </a:lnTo>
                    <a:lnTo>
                      <a:pt x="599" y="84"/>
                    </a:lnTo>
                    <a:lnTo>
                      <a:pt x="600" y="83"/>
                    </a:lnTo>
                    <a:lnTo>
                      <a:pt x="601" y="83"/>
                    </a:lnTo>
                    <a:lnTo>
                      <a:pt x="603" y="82"/>
                    </a:lnTo>
                    <a:lnTo>
                      <a:pt x="604" y="81"/>
                    </a:lnTo>
                    <a:lnTo>
                      <a:pt x="606" y="81"/>
                    </a:lnTo>
                    <a:lnTo>
                      <a:pt x="607" y="82"/>
                    </a:lnTo>
                    <a:lnTo>
                      <a:pt x="608" y="81"/>
                    </a:lnTo>
                    <a:lnTo>
                      <a:pt x="610" y="81"/>
                    </a:lnTo>
                    <a:lnTo>
                      <a:pt x="611" y="81"/>
                    </a:lnTo>
                    <a:lnTo>
                      <a:pt x="612" y="81"/>
                    </a:lnTo>
                    <a:lnTo>
                      <a:pt x="614" y="81"/>
                    </a:lnTo>
                    <a:lnTo>
                      <a:pt x="615" y="80"/>
                    </a:lnTo>
                    <a:lnTo>
                      <a:pt x="616" y="80"/>
                    </a:lnTo>
                    <a:lnTo>
                      <a:pt x="618" y="79"/>
                    </a:lnTo>
                    <a:lnTo>
                      <a:pt x="619" y="79"/>
                    </a:lnTo>
                    <a:lnTo>
                      <a:pt x="621" y="79"/>
                    </a:lnTo>
                    <a:lnTo>
                      <a:pt x="622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6" y="79"/>
                    </a:lnTo>
                    <a:lnTo>
                      <a:pt x="627" y="79"/>
                    </a:lnTo>
                    <a:lnTo>
                      <a:pt x="629" y="79"/>
                    </a:lnTo>
                    <a:lnTo>
                      <a:pt x="630" y="80"/>
                    </a:lnTo>
                    <a:lnTo>
                      <a:pt x="631" y="79"/>
                    </a:lnTo>
                    <a:lnTo>
                      <a:pt x="633" y="79"/>
                    </a:lnTo>
                    <a:lnTo>
                      <a:pt x="634" y="79"/>
                    </a:lnTo>
                    <a:lnTo>
                      <a:pt x="635" y="79"/>
                    </a:lnTo>
                    <a:lnTo>
                      <a:pt x="637" y="79"/>
                    </a:lnTo>
                    <a:lnTo>
                      <a:pt x="638" y="78"/>
                    </a:lnTo>
                    <a:lnTo>
                      <a:pt x="640" y="78"/>
                    </a:lnTo>
                    <a:lnTo>
                      <a:pt x="641" y="78"/>
                    </a:lnTo>
                    <a:lnTo>
                      <a:pt x="642" y="78"/>
                    </a:lnTo>
                    <a:lnTo>
                      <a:pt x="644" y="78"/>
                    </a:lnTo>
                    <a:lnTo>
                      <a:pt x="645" y="77"/>
                    </a:lnTo>
                    <a:lnTo>
                      <a:pt x="646" y="78"/>
                    </a:lnTo>
                    <a:lnTo>
                      <a:pt x="648" y="78"/>
                    </a:lnTo>
                    <a:lnTo>
                      <a:pt x="649" y="78"/>
                    </a:lnTo>
                    <a:lnTo>
                      <a:pt x="650" y="79"/>
                    </a:lnTo>
                    <a:lnTo>
                      <a:pt x="652" y="79"/>
                    </a:lnTo>
                    <a:lnTo>
                      <a:pt x="653" y="80"/>
                    </a:lnTo>
                    <a:lnTo>
                      <a:pt x="655" y="79"/>
                    </a:lnTo>
                    <a:lnTo>
                      <a:pt x="656" y="79"/>
                    </a:lnTo>
                    <a:lnTo>
                      <a:pt x="657" y="79"/>
                    </a:lnTo>
                    <a:lnTo>
                      <a:pt x="659" y="79"/>
                    </a:lnTo>
                    <a:lnTo>
                      <a:pt x="660" y="79"/>
                    </a:lnTo>
                    <a:lnTo>
                      <a:pt x="661" y="80"/>
                    </a:lnTo>
                    <a:lnTo>
                      <a:pt x="663" y="80"/>
                    </a:lnTo>
                    <a:lnTo>
                      <a:pt x="664" y="80"/>
                    </a:lnTo>
                    <a:lnTo>
                      <a:pt x="665" y="80"/>
                    </a:lnTo>
                    <a:lnTo>
                      <a:pt x="667" y="80"/>
                    </a:lnTo>
                    <a:lnTo>
                      <a:pt x="668" y="80"/>
                    </a:lnTo>
                    <a:lnTo>
                      <a:pt x="669" y="80"/>
                    </a:lnTo>
                    <a:lnTo>
                      <a:pt x="671" y="79"/>
                    </a:lnTo>
                    <a:lnTo>
                      <a:pt x="672" y="79"/>
                    </a:lnTo>
                    <a:lnTo>
                      <a:pt x="674" y="79"/>
                    </a:lnTo>
                    <a:lnTo>
                      <a:pt x="675" y="79"/>
                    </a:lnTo>
                    <a:lnTo>
                      <a:pt x="676" y="78"/>
                    </a:lnTo>
                    <a:lnTo>
                      <a:pt x="678" y="78"/>
                    </a:lnTo>
                    <a:lnTo>
                      <a:pt x="679" y="79"/>
                    </a:lnTo>
                    <a:lnTo>
                      <a:pt x="680" y="78"/>
                    </a:lnTo>
                    <a:lnTo>
                      <a:pt x="682" y="79"/>
                    </a:lnTo>
                    <a:lnTo>
                      <a:pt x="683" y="80"/>
                    </a:lnTo>
                    <a:lnTo>
                      <a:pt x="684" y="80"/>
                    </a:lnTo>
                    <a:lnTo>
                      <a:pt x="686" y="80"/>
                    </a:lnTo>
                    <a:lnTo>
                      <a:pt x="687" y="80"/>
                    </a:lnTo>
                    <a:lnTo>
                      <a:pt x="689" y="81"/>
                    </a:lnTo>
                    <a:lnTo>
                      <a:pt x="690" y="81"/>
                    </a:lnTo>
                    <a:lnTo>
                      <a:pt x="691" y="81"/>
                    </a:lnTo>
                    <a:lnTo>
                      <a:pt x="693" y="80"/>
                    </a:lnTo>
                    <a:lnTo>
                      <a:pt x="694" y="79"/>
                    </a:lnTo>
                    <a:lnTo>
                      <a:pt x="695" y="79"/>
                    </a:lnTo>
                    <a:lnTo>
                      <a:pt x="697" y="79"/>
                    </a:lnTo>
                    <a:lnTo>
                      <a:pt x="698" y="78"/>
                    </a:lnTo>
                    <a:lnTo>
                      <a:pt x="699" y="78"/>
                    </a:lnTo>
                    <a:lnTo>
                      <a:pt x="701" y="77"/>
                    </a:lnTo>
                    <a:lnTo>
                      <a:pt x="702" y="76"/>
                    </a:lnTo>
                    <a:lnTo>
                      <a:pt x="703" y="76"/>
                    </a:lnTo>
                    <a:lnTo>
                      <a:pt x="705" y="76"/>
                    </a:lnTo>
                    <a:lnTo>
                      <a:pt x="706" y="76"/>
                    </a:lnTo>
                    <a:lnTo>
                      <a:pt x="708" y="75"/>
                    </a:lnTo>
                    <a:lnTo>
                      <a:pt x="709" y="75"/>
                    </a:lnTo>
                    <a:lnTo>
                      <a:pt x="710" y="76"/>
                    </a:lnTo>
                    <a:lnTo>
                      <a:pt x="712" y="76"/>
                    </a:lnTo>
                    <a:lnTo>
                      <a:pt x="713" y="76"/>
                    </a:lnTo>
                    <a:lnTo>
                      <a:pt x="714" y="76"/>
                    </a:lnTo>
                    <a:lnTo>
                      <a:pt x="716" y="76"/>
                    </a:lnTo>
                    <a:lnTo>
                      <a:pt x="717" y="75"/>
                    </a:lnTo>
                    <a:lnTo>
                      <a:pt x="718" y="75"/>
                    </a:lnTo>
                    <a:lnTo>
                      <a:pt x="720" y="75"/>
                    </a:lnTo>
                    <a:lnTo>
                      <a:pt x="721" y="75"/>
                    </a:lnTo>
                    <a:lnTo>
                      <a:pt x="723" y="74"/>
                    </a:lnTo>
                    <a:lnTo>
                      <a:pt x="724" y="74"/>
                    </a:lnTo>
                    <a:lnTo>
                      <a:pt x="725" y="73"/>
                    </a:lnTo>
                    <a:lnTo>
                      <a:pt x="727" y="72"/>
                    </a:lnTo>
                    <a:lnTo>
                      <a:pt x="728" y="72"/>
                    </a:lnTo>
                    <a:lnTo>
                      <a:pt x="729" y="73"/>
                    </a:lnTo>
                    <a:lnTo>
                      <a:pt x="731" y="72"/>
                    </a:lnTo>
                    <a:lnTo>
                      <a:pt x="732" y="73"/>
                    </a:lnTo>
                    <a:lnTo>
                      <a:pt x="733" y="73"/>
                    </a:lnTo>
                    <a:lnTo>
                      <a:pt x="735" y="73"/>
                    </a:lnTo>
                    <a:lnTo>
                      <a:pt x="736" y="74"/>
                    </a:lnTo>
                    <a:lnTo>
                      <a:pt x="737" y="74"/>
                    </a:lnTo>
                    <a:lnTo>
                      <a:pt x="739" y="73"/>
                    </a:lnTo>
                    <a:lnTo>
                      <a:pt x="740" y="72"/>
                    </a:lnTo>
                    <a:lnTo>
                      <a:pt x="742" y="72"/>
                    </a:lnTo>
                    <a:lnTo>
                      <a:pt x="743" y="72"/>
                    </a:lnTo>
                    <a:lnTo>
                      <a:pt x="744" y="72"/>
                    </a:lnTo>
                    <a:lnTo>
                      <a:pt x="746" y="72"/>
                    </a:lnTo>
                    <a:lnTo>
                      <a:pt x="747" y="72"/>
                    </a:lnTo>
                    <a:lnTo>
                      <a:pt x="748" y="72"/>
                    </a:lnTo>
                    <a:lnTo>
                      <a:pt x="750" y="73"/>
                    </a:lnTo>
                    <a:lnTo>
                      <a:pt x="751" y="74"/>
                    </a:lnTo>
                    <a:lnTo>
                      <a:pt x="752" y="73"/>
                    </a:lnTo>
                    <a:lnTo>
                      <a:pt x="754" y="74"/>
                    </a:lnTo>
                    <a:lnTo>
                      <a:pt x="755" y="73"/>
                    </a:lnTo>
                    <a:lnTo>
                      <a:pt x="757" y="73"/>
                    </a:lnTo>
                    <a:lnTo>
                      <a:pt x="758" y="73"/>
                    </a:lnTo>
                    <a:lnTo>
                      <a:pt x="759" y="73"/>
                    </a:lnTo>
                    <a:lnTo>
                      <a:pt x="761" y="72"/>
                    </a:lnTo>
                    <a:lnTo>
                      <a:pt x="762" y="73"/>
                    </a:lnTo>
                    <a:lnTo>
                      <a:pt x="763" y="72"/>
                    </a:lnTo>
                    <a:lnTo>
                      <a:pt x="765" y="71"/>
                    </a:lnTo>
                    <a:lnTo>
                      <a:pt x="766" y="71"/>
                    </a:lnTo>
                    <a:lnTo>
                      <a:pt x="767" y="71"/>
                    </a:lnTo>
                    <a:lnTo>
                      <a:pt x="769" y="71"/>
                    </a:lnTo>
                    <a:lnTo>
                      <a:pt x="770" y="71"/>
                    </a:lnTo>
                    <a:lnTo>
                      <a:pt x="771" y="71"/>
                    </a:lnTo>
                    <a:lnTo>
                      <a:pt x="773" y="72"/>
                    </a:lnTo>
                    <a:lnTo>
                      <a:pt x="774" y="73"/>
                    </a:lnTo>
                    <a:lnTo>
                      <a:pt x="776" y="74"/>
                    </a:lnTo>
                    <a:lnTo>
                      <a:pt x="777" y="74"/>
                    </a:lnTo>
                    <a:lnTo>
                      <a:pt x="778" y="73"/>
                    </a:lnTo>
                    <a:lnTo>
                      <a:pt x="780" y="73"/>
                    </a:lnTo>
                    <a:lnTo>
                      <a:pt x="781" y="73"/>
                    </a:lnTo>
                    <a:lnTo>
                      <a:pt x="782" y="73"/>
                    </a:lnTo>
                    <a:lnTo>
                      <a:pt x="784" y="72"/>
                    </a:lnTo>
                    <a:lnTo>
                      <a:pt x="785" y="72"/>
                    </a:lnTo>
                    <a:lnTo>
                      <a:pt x="786" y="73"/>
                    </a:lnTo>
                    <a:lnTo>
                      <a:pt x="788" y="73"/>
                    </a:lnTo>
                    <a:lnTo>
                      <a:pt x="789" y="72"/>
                    </a:lnTo>
                    <a:lnTo>
                      <a:pt x="791" y="72"/>
                    </a:lnTo>
                    <a:lnTo>
                      <a:pt x="792" y="72"/>
                    </a:lnTo>
                    <a:lnTo>
                      <a:pt x="793" y="71"/>
                    </a:lnTo>
                    <a:lnTo>
                      <a:pt x="795" y="70"/>
                    </a:lnTo>
                    <a:lnTo>
                      <a:pt x="796" y="70"/>
                    </a:lnTo>
                    <a:lnTo>
                      <a:pt x="797" y="70"/>
                    </a:lnTo>
                    <a:lnTo>
                      <a:pt x="799" y="69"/>
                    </a:lnTo>
                    <a:lnTo>
                      <a:pt x="800" y="69"/>
                    </a:lnTo>
                    <a:lnTo>
                      <a:pt x="801" y="68"/>
                    </a:lnTo>
                    <a:lnTo>
                      <a:pt x="803" y="69"/>
                    </a:lnTo>
                    <a:lnTo>
                      <a:pt x="804" y="70"/>
                    </a:lnTo>
                    <a:lnTo>
                      <a:pt x="805" y="70"/>
                    </a:lnTo>
                    <a:lnTo>
                      <a:pt x="807" y="68"/>
                    </a:lnTo>
                    <a:lnTo>
                      <a:pt x="808" y="69"/>
                    </a:lnTo>
                    <a:lnTo>
                      <a:pt x="810" y="70"/>
                    </a:lnTo>
                    <a:lnTo>
                      <a:pt x="811" y="70"/>
                    </a:lnTo>
                    <a:lnTo>
                      <a:pt x="812" y="70"/>
                    </a:lnTo>
                    <a:lnTo>
                      <a:pt x="814" y="69"/>
                    </a:lnTo>
                    <a:lnTo>
                      <a:pt x="815" y="70"/>
                    </a:lnTo>
                    <a:lnTo>
                      <a:pt x="816" y="69"/>
                    </a:lnTo>
                    <a:lnTo>
                      <a:pt x="818" y="68"/>
                    </a:lnTo>
                    <a:lnTo>
                      <a:pt x="819" y="68"/>
                    </a:lnTo>
                    <a:lnTo>
                      <a:pt x="820" y="67"/>
                    </a:lnTo>
                    <a:lnTo>
                      <a:pt x="822" y="67"/>
                    </a:lnTo>
                    <a:lnTo>
                      <a:pt x="823" y="67"/>
                    </a:lnTo>
                    <a:lnTo>
                      <a:pt x="825" y="67"/>
                    </a:lnTo>
                    <a:lnTo>
                      <a:pt x="826" y="67"/>
                    </a:lnTo>
                    <a:lnTo>
                      <a:pt x="827" y="68"/>
                    </a:lnTo>
                    <a:lnTo>
                      <a:pt x="829" y="69"/>
                    </a:lnTo>
                    <a:lnTo>
                      <a:pt x="830" y="69"/>
                    </a:lnTo>
                    <a:lnTo>
                      <a:pt x="831" y="69"/>
                    </a:lnTo>
                    <a:lnTo>
                      <a:pt x="833" y="70"/>
                    </a:lnTo>
                    <a:lnTo>
                      <a:pt x="834" y="70"/>
                    </a:lnTo>
                    <a:lnTo>
                      <a:pt x="835" y="70"/>
                    </a:lnTo>
                    <a:lnTo>
                      <a:pt x="837" y="70"/>
                    </a:lnTo>
                    <a:lnTo>
                      <a:pt x="838" y="70"/>
                    </a:lnTo>
                    <a:lnTo>
                      <a:pt x="839" y="70"/>
                    </a:lnTo>
                    <a:lnTo>
                      <a:pt x="841" y="70"/>
                    </a:lnTo>
                    <a:lnTo>
                      <a:pt x="842" y="70"/>
                    </a:lnTo>
                    <a:lnTo>
                      <a:pt x="844" y="70"/>
                    </a:lnTo>
                    <a:lnTo>
                      <a:pt x="845" y="71"/>
                    </a:lnTo>
                    <a:lnTo>
                      <a:pt x="846" y="71"/>
                    </a:lnTo>
                    <a:lnTo>
                      <a:pt x="848" y="71"/>
                    </a:lnTo>
                    <a:lnTo>
                      <a:pt x="849" y="71"/>
                    </a:lnTo>
                    <a:lnTo>
                      <a:pt x="850" y="72"/>
                    </a:lnTo>
                    <a:lnTo>
                      <a:pt x="852" y="72"/>
                    </a:lnTo>
                    <a:lnTo>
                      <a:pt x="853" y="72"/>
                    </a:lnTo>
                    <a:lnTo>
                      <a:pt x="854" y="71"/>
                    </a:lnTo>
                    <a:lnTo>
                      <a:pt x="856" y="71"/>
                    </a:lnTo>
                    <a:lnTo>
                      <a:pt x="857" y="70"/>
                    </a:lnTo>
                    <a:lnTo>
                      <a:pt x="859" y="70"/>
                    </a:lnTo>
                    <a:lnTo>
                      <a:pt x="860" y="69"/>
                    </a:lnTo>
                    <a:lnTo>
                      <a:pt x="861" y="70"/>
                    </a:lnTo>
                    <a:lnTo>
                      <a:pt x="863" y="69"/>
                    </a:lnTo>
                    <a:lnTo>
                      <a:pt x="864" y="70"/>
                    </a:lnTo>
                    <a:lnTo>
                      <a:pt x="865" y="70"/>
                    </a:lnTo>
                    <a:lnTo>
                      <a:pt x="867" y="70"/>
                    </a:lnTo>
                    <a:lnTo>
                      <a:pt x="868" y="71"/>
                    </a:lnTo>
                    <a:lnTo>
                      <a:pt x="869" y="71"/>
                    </a:lnTo>
                    <a:lnTo>
                      <a:pt x="871" y="72"/>
                    </a:lnTo>
                    <a:lnTo>
                      <a:pt x="872" y="72"/>
                    </a:lnTo>
                    <a:lnTo>
                      <a:pt x="873" y="72"/>
                    </a:lnTo>
                    <a:lnTo>
                      <a:pt x="875" y="72"/>
                    </a:lnTo>
                    <a:lnTo>
                      <a:pt x="876" y="72"/>
                    </a:lnTo>
                    <a:lnTo>
                      <a:pt x="878" y="72"/>
                    </a:lnTo>
                    <a:lnTo>
                      <a:pt x="879" y="72"/>
                    </a:lnTo>
                    <a:lnTo>
                      <a:pt x="880" y="71"/>
                    </a:lnTo>
                    <a:lnTo>
                      <a:pt x="882" y="70"/>
                    </a:lnTo>
                    <a:lnTo>
                      <a:pt x="883" y="69"/>
                    </a:lnTo>
                    <a:lnTo>
                      <a:pt x="884" y="68"/>
                    </a:lnTo>
                    <a:lnTo>
                      <a:pt x="886" y="69"/>
                    </a:lnTo>
                    <a:lnTo>
                      <a:pt x="887" y="69"/>
                    </a:lnTo>
                    <a:lnTo>
                      <a:pt x="888" y="68"/>
                    </a:lnTo>
                    <a:lnTo>
                      <a:pt x="890" y="69"/>
                    </a:lnTo>
                    <a:lnTo>
                      <a:pt x="891" y="70"/>
                    </a:lnTo>
                    <a:lnTo>
                      <a:pt x="893" y="69"/>
                    </a:lnTo>
                    <a:lnTo>
                      <a:pt x="894" y="70"/>
                    </a:lnTo>
                    <a:lnTo>
                      <a:pt x="895" y="70"/>
                    </a:lnTo>
                    <a:lnTo>
                      <a:pt x="897" y="70"/>
                    </a:lnTo>
                    <a:lnTo>
                      <a:pt x="898" y="69"/>
                    </a:lnTo>
                    <a:lnTo>
                      <a:pt x="899" y="69"/>
                    </a:lnTo>
                    <a:lnTo>
                      <a:pt x="901" y="68"/>
                    </a:lnTo>
                    <a:lnTo>
                      <a:pt x="902" y="68"/>
                    </a:lnTo>
                    <a:lnTo>
                      <a:pt x="903" y="67"/>
                    </a:lnTo>
                    <a:lnTo>
                      <a:pt x="905" y="67"/>
                    </a:lnTo>
                    <a:lnTo>
                      <a:pt x="906" y="67"/>
                    </a:lnTo>
                    <a:lnTo>
                      <a:pt x="907" y="66"/>
                    </a:lnTo>
                    <a:lnTo>
                      <a:pt x="909" y="66"/>
                    </a:lnTo>
                    <a:lnTo>
                      <a:pt x="910" y="66"/>
                    </a:lnTo>
                    <a:lnTo>
                      <a:pt x="912" y="65"/>
                    </a:lnTo>
                    <a:lnTo>
                      <a:pt x="913" y="64"/>
                    </a:lnTo>
                    <a:lnTo>
                      <a:pt x="914" y="63"/>
                    </a:lnTo>
                    <a:lnTo>
                      <a:pt x="916" y="64"/>
                    </a:lnTo>
                    <a:lnTo>
                      <a:pt x="917" y="63"/>
                    </a:lnTo>
                    <a:lnTo>
                      <a:pt x="918" y="63"/>
                    </a:lnTo>
                    <a:lnTo>
                      <a:pt x="920" y="64"/>
                    </a:lnTo>
                    <a:lnTo>
                      <a:pt x="921" y="64"/>
                    </a:lnTo>
                    <a:lnTo>
                      <a:pt x="922" y="65"/>
                    </a:lnTo>
                    <a:lnTo>
                      <a:pt x="924" y="65"/>
                    </a:lnTo>
                    <a:lnTo>
                      <a:pt x="925" y="65"/>
                    </a:lnTo>
                    <a:lnTo>
                      <a:pt x="927" y="65"/>
                    </a:lnTo>
                    <a:lnTo>
                      <a:pt x="928" y="65"/>
                    </a:lnTo>
                    <a:lnTo>
                      <a:pt x="929" y="65"/>
                    </a:lnTo>
                    <a:lnTo>
                      <a:pt x="931" y="64"/>
                    </a:lnTo>
                    <a:lnTo>
                      <a:pt x="932" y="63"/>
                    </a:lnTo>
                    <a:lnTo>
                      <a:pt x="933" y="62"/>
                    </a:lnTo>
                    <a:lnTo>
                      <a:pt x="935" y="62"/>
                    </a:lnTo>
                    <a:lnTo>
                      <a:pt x="936" y="62"/>
                    </a:lnTo>
                    <a:lnTo>
                      <a:pt x="937" y="62"/>
                    </a:lnTo>
                    <a:lnTo>
                      <a:pt x="939" y="61"/>
                    </a:lnTo>
                    <a:lnTo>
                      <a:pt x="940" y="62"/>
                    </a:lnTo>
                    <a:lnTo>
                      <a:pt x="941" y="63"/>
                    </a:lnTo>
                    <a:lnTo>
                      <a:pt x="943" y="63"/>
                    </a:lnTo>
                    <a:lnTo>
                      <a:pt x="944" y="64"/>
                    </a:lnTo>
                    <a:lnTo>
                      <a:pt x="946" y="64"/>
                    </a:lnTo>
                    <a:lnTo>
                      <a:pt x="947" y="65"/>
                    </a:lnTo>
                    <a:lnTo>
                      <a:pt x="948" y="65"/>
                    </a:lnTo>
                    <a:lnTo>
                      <a:pt x="950" y="66"/>
                    </a:lnTo>
                    <a:lnTo>
                      <a:pt x="951" y="66"/>
                    </a:lnTo>
                    <a:lnTo>
                      <a:pt x="952" y="67"/>
                    </a:lnTo>
                    <a:lnTo>
                      <a:pt x="954" y="68"/>
                    </a:lnTo>
                    <a:lnTo>
                      <a:pt x="955" y="67"/>
                    </a:lnTo>
                    <a:lnTo>
                      <a:pt x="956" y="67"/>
                    </a:lnTo>
                    <a:lnTo>
                      <a:pt x="958" y="67"/>
                    </a:lnTo>
                    <a:lnTo>
                      <a:pt x="959" y="67"/>
                    </a:lnTo>
                    <a:lnTo>
                      <a:pt x="961" y="66"/>
                    </a:lnTo>
                    <a:lnTo>
                      <a:pt x="962" y="65"/>
                    </a:lnTo>
                    <a:lnTo>
                      <a:pt x="963" y="65"/>
                    </a:lnTo>
                    <a:lnTo>
                      <a:pt x="965" y="64"/>
                    </a:lnTo>
                    <a:lnTo>
                      <a:pt x="966" y="64"/>
                    </a:lnTo>
                    <a:lnTo>
                      <a:pt x="967" y="64"/>
                    </a:lnTo>
                    <a:lnTo>
                      <a:pt x="969" y="64"/>
                    </a:lnTo>
                    <a:lnTo>
                      <a:pt x="970" y="64"/>
                    </a:lnTo>
                    <a:lnTo>
                      <a:pt x="971" y="63"/>
                    </a:lnTo>
                    <a:lnTo>
                      <a:pt x="973" y="63"/>
                    </a:lnTo>
                    <a:lnTo>
                      <a:pt x="974" y="63"/>
                    </a:lnTo>
                    <a:lnTo>
                      <a:pt x="975" y="63"/>
                    </a:lnTo>
                    <a:lnTo>
                      <a:pt x="977" y="64"/>
                    </a:lnTo>
                    <a:lnTo>
                      <a:pt x="978" y="64"/>
                    </a:lnTo>
                    <a:lnTo>
                      <a:pt x="980" y="64"/>
                    </a:lnTo>
                    <a:lnTo>
                      <a:pt x="981" y="63"/>
                    </a:lnTo>
                    <a:lnTo>
                      <a:pt x="982" y="63"/>
                    </a:lnTo>
                    <a:lnTo>
                      <a:pt x="984" y="63"/>
                    </a:lnTo>
                    <a:lnTo>
                      <a:pt x="985" y="62"/>
                    </a:lnTo>
                    <a:lnTo>
                      <a:pt x="986" y="61"/>
                    </a:lnTo>
                    <a:lnTo>
                      <a:pt x="988" y="61"/>
                    </a:lnTo>
                    <a:lnTo>
                      <a:pt x="989" y="61"/>
                    </a:lnTo>
                    <a:lnTo>
                      <a:pt x="990" y="60"/>
                    </a:lnTo>
                    <a:lnTo>
                      <a:pt x="992" y="60"/>
                    </a:lnTo>
                    <a:lnTo>
                      <a:pt x="993" y="59"/>
                    </a:lnTo>
                    <a:lnTo>
                      <a:pt x="995" y="58"/>
                    </a:lnTo>
                    <a:lnTo>
                      <a:pt x="996" y="58"/>
                    </a:lnTo>
                    <a:lnTo>
                      <a:pt x="997" y="58"/>
                    </a:lnTo>
                    <a:lnTo>
                      <a:pt x="999" y="56"/>
                    </a:lnTo>
                    <a:lnTo>
                      <a:pt x="1000" y="57"/>
                    </a:lnTo>
                    <a:lnTo>
                      <a:pt x="1001" y="57"/>
                    </a:lnTo>
                    <a:lnTo>
                      <a:pt x="1003" y="58"/>
                    </a:lnTo>
                    <a:lnTo>
                      <a:pt x="1004" y="58"/>
                    </a:lnTo>
                    <a:lnTo>
                      <a:pt x="1005" y="58"/>
                    </a:lnTo>
                    <a:lnTo>
                      <a:pt x="1007" y="59"/>
                    </a:lnTo>
                    <a:lnTo>
                      <a:pt x="1008" y="60"/>
                    </a:lnTo>
                    <a:lnTo>
                      <a:pt x="1009" y="60"/>
                    </a:lnTo>
                    <a:lnTo>
                      <a:pt x="1011" y="61"/>
                    </a:lnTo>
                    <a:lnTo>
                      <a:pt x="1012" y="60"/>
                    </a:lnTo>
                    <a:lnTo>
                      <a:pt x="1014" y="60"/>
                    </a:lnTo>
                    <a:lnTo>
                      <a:pt x="1015" y="60"/>
                    </a:lnTo>
                    <a:lnTo>
                      <a:pt x="1016" y="59"/>
                    </a:lnTo>
                    <a:lnTo>
                      <a:pt x="1018" y="59"/>
                    </a:lnTo>
                    <a:lnTo>
                      <a:pt x="1019" y="58"/>
                    </a:lnTo>
                    <a:lnTo>
                      <a:pt x="1020" y="57"/>
                    </a:lnTo>
                    <a:lnTo>
                      <a:pt x="1022" y="56"/>
                    </a:lnTo>
                    <a:lnTo>
                      <a:pt x="1023" y="56"/>
                    </a:lnTo>
                    <a:lnTo>
                      <a:pt x="1024" y="56"/>
                    </a:lnTo>
                    <a:lnTo>
                      <a:pt x="1026" y="56"/>
                    </a:lnTo>
                    <a:lnTo>
                      <a:pt x="1027" y="56"/>
                    </a:lnTo>
                    <a:lnTo>
                      <a:pt x="1029" y="56"/>
                    </a:lnTo>
                    <a:lnTo>
                      <a:pt x="1030" y="57"/>
                    </a:lnTo>
                    <a:lnTo>
                      <a:pt x="1031" y="57"/>
                    </a:lnTo>
                    <a:lnTo>
                      <a:pt x="1033" y="57"/>
                    </a:lnTo>
                    <a:lnTo>
                      <a:pt x="1034" y="57"/>
                    </a:lnTo>
                    <a:lnTo>
                      <a:pt x="1035" y="58"/>
                    </a:lnTo>
                    <a:lnTo>
                      <a:pt x="1037" y="58"/>
                    </a:lnTo>
                    <a:lnTo>
                      <a:pt x="1038" y="57"/>
                    </a:lnTo>
                    <a:lnTo>
                      <a:pt x="1039" y="56"/>
                    </a:lnTo>
                    <a:lnTo>
                      <a:pt x="1041" y="56"/>
                    </a:lnTo>
                    <a:lnTo>
                      <a:pt x="1042" y="56"/>
                    </a:lnTo>
                    <a:lnTo>
                      <a:pt x="1043" y="55"/>
                    </a:lnTo>
                    <a:lnTo>
                      <a:pt x="1045" y="55"/>
                    </a:lnTo>
                    <a:lnTo>
                      <a:pt x="1046" y="54"/>
                    </a:lnTo>
                    <a:lnTo>
                      <a:pt x="1048" y="54"/>
                    </a:lnTo>
                    <a:lnTo>
                      <a:pt x="1049" y="55"/>
                    </a:lnTo>
                    <a:lnTo>
                      <a:pt x="1050" y="56"/>
                    </a:lnTo>
                    <a:lnTo>
                      <a:pt x="1052" y="57"/>
                    </a:lnTo>
                    <a:lnTo>
                      <a:pt x="1053" y="58"/>
                    </a:lnTo>
                    <a:lnTo>
                      <a:pt x="1054" y="58"/>
                    </a:lnTo>
                    <a:lnTo>
                      <a:pt x="1056" y="58"/>
                    </a:lnTo>
                    <a:lnTo>
                      <a:pt x="1057" y="58"/>
                    </a:lnTo>
                    <a:lnTo>
                      <a:pt x="1058" y="58"/>
                    </a:lnTo>
                    <a:lnTo>
                      <a:pt x="1060" y="59"/>
                    </a:lnTo>
                    <a:lnTo>
                      <a:pt x="1061" y="58"/>
                    </a:lnTo>
                    <a:lnTo>
                      <a:pt x="1063" y="57"/>
                    </a:lnTo>
                    <a:lnTo>
                      <a:pt x="1064" y="56"/>
                    </a:lnTo>
                    <a:lnTo>
                      <a:pt x="1065" y="56"/>
                    </a:lnTo>
                    <a:lnTo>
                      <a:pt x="1067" y="56"/>
                    </a:lnTo>
                    <a:lnTo>
                      <a:pt x="1068" y="56"/>
                    </a:lnTo>
                    <a:lnTo>
                      <a:pt x="1069" y="55"/>
                    </a:lnTo>
                    <a:lnTo>
                      <a:pt x="1071" y="55"/>
                    </a:lnTo>
                    <a:lnTo>
                      <a:pt x="1072" y="55"/>
                    </a:lnTo>
                    <a:lnTo>
                      <a:pt x="1073" y="56"/>
                    </a:lnTo>
                    <a:lnTo>
                      <a:pt x="1075" y="56"/>
                    </a:lnTo>
                    <a:lnTo>
                      <a:pt x="1076" y="57"/>
                    </a:lnTo>
                    <a:lnTo>
                      <a:pt x="1077" y="56"/>
                    </a:lnTo>
                    <a:lnTo>
                      <a:pt x="1079" y="56"/>
                    </a:lnTo>
                    <a:lnTo>
                      <a:pt x="1080" y="56"/>
                    </a:lnTo>
                    <a:lnTo>
                      <a:pt x="1082" y="56"/>
                    </a:lnTo>
                    <a:lnTo>
                      <a:pt x="1083" y="56"/>
                    </a:lnTo>
                    <a:lnTo>
                      <a:pt x="1084" y="55"/>
                    </a:lnTo>
                    <a:lnTo>
                      <a:pt x="1086" y="55"/>
                    </a:lnTo>
                    <a:lnTo>
                      <a:pt x="1087" y="55"/>
                    </a:lnTo>
                    <a:lnTo>
                      <a:pt x="1088" y="56"/>
                    </a:lnTo>
                    <a:lnTo>
                      <a:pt x="1090" y="57"/>
                    </a:lnTo>
                    <a:lnTo>
                      <a:pt x="1091" y="57"/>
                    </a:lnTo>
                    <a:lnTo>
                      <a:pt x="1092" y="57"/>
                    </a:lnTo>
                    <a:lnTo>
                      <a:pt x="1094" y="56"/>
                    </a:lnTo>
                    <a:lnTo>
                      <a:pt x="1095" y="57"/>
                    </a:lnTo>
                    <a:lnTo>
                      <a:pt x="1097" y="58"/>
                    </a:lnTo>
                    <a:lnTo>
                      <a:pt x="1098" y="58"/>
                    </a:lnTo>
                    <a:lnTo>
                      <a:pt x="1099" y="57"/>
                    </a:lnTo>
                    <a:lnTo>
                      <a:pt x="1101" y="58"/>
                    </a:lnTo>
                    <a:lnTo>
                      <a:pt x="1102" y="57"/>
                    </a:lnTo>
                    <a:lnTo>
                      <a:pt x="1103" y="59"/>
                    </a:lnTo>
                    <a:lnTo>
                      <a:pt x="1105" y="59"/>
                    </a:lnTo>
                    <a:lnTo>
                      <a:pt x="1106" y="59"/>
                    </a:lnTo>
                    <a:lnTo>
                      <a:pt x="1107" y="58"/>
                    </a:lnTo>
                    <a:lnTo>
                      <a:pt x="1109" y="60"/>
                    </a:lnTo>
                    <a:lnTo>
                      <a:pt x="1110" y="61"/>
                    </a:lnTo>
                    <a:lnTo>
                      <a:pt x="1111" y="61"/>
                    </a:lnTo>
                    <a:lnTo>
                      <a:pt x="1113" y="61"/>
                    </a:lnTo>
                    <a:lnTo>
                      <a:pt x="1114" y="61"/>
                    </a:lnTo>
                    <a:lnTo>
                      <a:pt x="1116" y="62"/>
                    </a:lnTo>
                    <a:lnTo>
                      <a:pt x="1117" y="61"/>
                    </a:lnTo>
                    <a:lnTo>
                      <a:pt x="1118" y="61"/>
                    </a:lnTo>
                    <a:lnTo>
                      <a:pt x="1120" y="60"/>
                    </a:lnTo>
                    <a:lnTo>
                      <a:pt x="1121" y="59"/>
                    </a:lnTo>
                    <a:lnTo>
                      <a:pt x="1122" y="60"/>
                    </a:lnTo>
                    <a:lnTo>
                      <a:pt x="1124" y="58"/>
                    </a:lnTo>
                    <a:lnTo>
                      <a:pt x="1125" y="58"/>
                    </a:lnTo>
                    <a:lnTo>
                      <a:pt x="1126" y="58"/>
                    </a:lnTo>
                    <a:lnTo>
                      <a:pt x="1128" y="57"/>
                    </a:lnTo>
                    <a:lnTo>
                      <a:pt x="1129" y="58"/>
                    </a:lnTo>
                    <a:lnTo>
                      <a:pt x="1131" y="59"/>
                    </a:lnTo>
                    <a:lnTo>
                      <a:pt x="1132" y="58"/>
                    </a:lnTo>
                    <a:lnTo>
                      <a:pt x="1133" y="58"/>
                    </a:lnTo>
                    <a:lnTo>
                      <a:pt x="1135" y="59"/>
                    </a:lnTo>
                    <a:lnTo>
                      <a:pt x="1136" y="59"/>
                    </a:lnTo>
                    <a:lnTo>
                      <a:pt x="1137" y="58"/>
                    </a:lnTo>
                    <a:lnTo>
                      <a:pt x="1139" y="57"/>
                    </a:lnTo>
                    <a:lnTo>
                      <a:pt x="1140" y="56"/>
                    </a:lnTo>
                    <a:lnTo>
                      <a:pt x="1141" y="55"/>
                    </a:lnTo>
                    <a:lnTo>
                      <a:pt x="1143" y="54"/>
                    </a:lnTo>
                    <a:lnTo>
                      <a:pt x="1144" y="54"/>
                    </a:lnTo>
                    <a:lnTo>
                      <a:pt x="1145" y="52"/>
                    </a:lnTo>
                    <a:lnTo>
                      <a:pt x="1147" y="51"/>
                    </a:lnTo>
                    <a:lnTo>
                      <a:pt x="1148" y="51"/>
                    </a:lnTo>
                    <a:lnTo>
                      <a:pt x="1150" y="50"/>
                    </a:lnTo>
                    <a:lnTo>
                      <a:pt x="1151" y="49"/>
                    </a:lnTo>
                    <a:lnTo>
                      <a:pt x="1152" y="48"/>
                    </a:lnTo>
                    <a:lnTo>
                      <a:pt x="1154" y="49"/>
                    </a:lnTo>
                    <a:lnTo>
                      <a:pt x="1155" y="48"/>
                    </a:lnTo>
                    <a:lnTo>
                      <a:pt x="1156" y="49"/>
                    </a:lnTo>
                    <a:lnTo>
                      <a:pt x="1158" y="50"/>
                    </a:lnTo>
                    <a:lnTo>
                      <a:pt x="1159" y="50"/>
                    </a:lnTo>
                    <a:lnTo>
                      <a:pt x="1160" y="50"/>
                    </a:lnTo>
                    <a:lnTo>
                      <a:pt x="1162" y="50"/>
                    </a:lnTo>
                    <a:lnTo>
                      <a:pt x="1163" y="50"/>
                    </a:lnTo>
                    <a:lnTo>
                      <a:pt x="1165" y="51"/>
                    </a:lnTo>
                    <a:lnTo>
                      <a:pt x="1166" y="50"/>
                    </a:lnTo>
                    <a:lnTo>
                      <a:pt x="1167" y="50"/>
                    </a:lnTo>
                    <a:lnTo>
                      <a:pt x="1169" y="49"/>
                    </a:lnTo>
                    <a:lnTo>
                      <a:pt x="1170" y="50"/>
                    </a:lnTo>
                    <a:lnTo>
                      <a:pt x="1171" y="51"/>
                    </a:lnTo>
                    <a:lnTo>
                      <a:pt x="1173" y="49"/>
                    </a:lnTo>
                    <a:lnTo>
                      <a:pt x="1174" y="48"/>
                    </a:lnTo>
                    <a:lnTo>
                      <a:pt x="1175" y="48"/>
                    </a:lnTo>
                    <a:lnTo>
                      <a:pt x="1177" y="48"/>
                    </a:lnTo>
                    <a:lnTo>
                      <a:pt x="1178" y="48"/>
                    </a:lnTo>
                    <a:lnTo>
                      <a:pt x="1179" y="48"/>
                    </a:lnTo>
                    <a:lnTo>
                      <a:pt x="1181" y="48"/>
                    </a:lnTo>
                    <a:lnTo>
                      <a:pt x="1182" y="48"/>
                    </a:lnTo>
                    <a:lnTo>
                      <a:pt x="1184" y="49"/>
                    </a:lnTo>
                    <a:lnTo>
                      <a:pt x="1185" y="50"/>
                    </a:lnTo>
                    <a:lnTo>
                      <a:pt x="1186" y="50"/>
                    </a:lnTo>
                    <a:lnTo>
                      <a:pt x="1188" y="50"/>
                    </a:lnTo>
                    <a:lnTo>
                      <a:pt x="1189" y="51"/>
                    </a:lnTo>
                    <a:lnTo>
                      <a:pt x="1190" y="52"/>
                    </a:lnTo>
                    <a:lnTo>
                      <a:pt x="1192" y="52"/>
                    </a:lnTo>
                    <a:lnTo>
                      <a:pt x="1193" y="52"/>
                    </a:lnTo>
                    <a:lnTo>
                      <a:pt x="1194" y="52"/>
                    </a:lnTo>
                    <a:lnTo>
                      <a:pt x="1196" y="52"/>
                    </a:lnTo>
                    <a:lnTo>
                      <a:pt x="1197" y="51"/>
                    </a:lnTo>
                    <a:lnTo>
                      <a:pt x="1199" y="51"/>
                    </a:lnTo>
                    <a:lnTo>
                      <a:pt x="1200" y="51"/>
                    </a:lnTo>
                    <a:lnTo>
                      <a:pt x="1201" y="52"/>
                    </a:lnTo>
                    <a:lnTo>
                      <a:pt x="1203" y="52"/>
                    </a:lnTo>
                    <a:lnTo>
                      <a:pt x="1204" y="50"/>
                    </a:lnTo>
                    <a:lnTo>
                      <a:pt x="1205" y="52"/>
                    </a:lnTo>
                    <a:lnTo>
                      <a:pt x="1207" y="52"/>
                    </a:lnTo>
                    <a:lnTo>
                      <a:pt x="1208" y="51"/>
                    </a:lnTo>
                    <a:lnTo>
                      <a:pt x="1209" y="51"/>
                    </a:lnTo>
                    <a:lnTo>
                      <a:pt x="1211" y="51"/>
                    </a:lnTo>
                    <a:lnTo>
                      <a:pt x="1212" y="51"/>
                    </a:lnTo>
                    <a:lnTo>
                      <a:pt x="1213" y="53"/>
                    </a:lnTo>
                    <a:lnTo>
                      <a:pt x="1215" y="53"/>
                    </a:lnTo>
                    <a:lnTo>
                      <a:pt x="1216" y="53"/>
                    </a:lnTo>
                    <a:lnTo>
                      <a:pt x="1218" y="52"/>
                    </a:lnTo>
                    <a:lnTo>
                      <a:pt x="1219" y="53"/>
                    </a:lnTo>
                    <a:lnTo>
                      <a:pt x="1220" y="53"/>
                    </a:lnTo>
                    <a:lnTo>
                      <a:pt x="1222" y="53"/>
                    </a:lnTo>
                    <a:lnTo>
                      <a:pt x="1223" y="54"/>
                    </a:lnTo>
                    <a:lnTo>
                      <a:pt x="1224" y="53"/>
                    </a:lnTo>
                    <a:lnTo>
                      <a:pt x="1226" y="53"/>
                    </a:lnTo>
                    <a:lnTo>
                      <a:pt x="1227" y="53"/>
                    </a:lnTo>
                    <a:lnTo>
                      <a:pt x="1228" y="53"/>
                    </a:lnTo>
                    <a:lnTo>
                      <a:pt x="1230" y="54"/>
                    </a:lnTo>
                    <a:lnTo>
                      <a:pt x="1231" y="54"/>
                    </a:lnTo>
                    <a:lnTo>
                      <a:pt x="1233" y="54"/>
                    </a:lnTo>
                    <a:lnTo>
                      <a:pt x="1234" y="55"/>
                    </a:lnTo>
                    <a:lnTo>
                      <a:pt x="1235" y="55"/>
                    </a:lnTo>
                    <a:lnTo>
                      <a:pt x="1237" y="55"/>
                    </a:lnTo>
                    <a:lnTo>
                      <a:pt x="1238" y="54"/>
                    </a:lnTo>
                    <a:lnTo>
                      <a:pt x="1239" y="54"/>
                    </a:lnTo>
                    <a:lnTo>
                      <a:pt x="1241" y="54"/>
                    </a:lnTo>
                    <a:lnTo>
                      <a:pt x="1242" y="53"/>
                    </a:lnTo>
                    <a:lnTo>
                      <a:pt x="1243" y="53"/>
                    </a:lnTo>
                    <a:lnTo>
                      <a:pt x="1245" y="52"/>
                    </a:lnTo>
                    <a:lnTo>
                      <a:pt x="1246" y="53"/>
                    </a:lnTo>
                    <a:lnTo>
                      <a:pt x="1247" y="53"/>
                    </a:lnTo>
                    <a:lnTo>
                      <a:pt x="1249" y="53"/>
                    </a:lnTo>
                    <a:lnTo>
                      <a:pt x="1250" y="53"/>
                    </a:lnTo>
                    <a:lnTo>
                      <a:pt x="1252" y="53"/>
                    </a:lnTo>
                    <a:lnTo>
                      <a:pt x="1253" y="53"/>
                    </a:lnTo>
                    <a:lnTo>
                      <a:pt x="1254" y="52"/>
                    </a:lnTo>
                    <a:lnTo>
                      <a:pt x="1256" y="52"/>
                    </a:lnTo>
                    <a:lnTo>
                      <a:pt x="1257" y="52"/>
                    </a:lnTo>
                    <a:lnTo>
                      <a:pt x="1258" y="52"/>
                    </a:lnTo>
                    <a:lnTo>
                      <a:pt x="1260" y="52"/>
                    </a:lnTo>
                    <a:lnTo>
                      <a:pt x="1261" y="50"/>
                    </a:lnTo>
                    <a:lnTo>
                      <a:pt x="1262" y="50"/>
                    </a:lnTo>
                    <a:lnTo>
                      <a:pt x="1264" y="51"/>
                    </a:lnTo>
                    <a:lnTo>
                      <a:pt x="1265" y="51"/>
                    </a:lnTo>
                    <a:lnTo>
                      <a:pt x="1267" y="51"/>
                    </a:lnTo>
                    <a:lnTo>
                      <a:pt x="1268" y="50"/>
                    </a:lnTo>
                    <a:lnTo>
                      <a:pt x="1269" y="49"/>
                    </a:lnTo>
                    <a:lnTo>
                      <a:pt x="1271" y="48"/>
                    </a:lnTo>
                    <a:lnTo>
                      <a:pt x="1272" y="48"/>
                    </a:lnTo>
                    <a:lnTo>
                      <a:pt x="1273" y="46"/>
                    </a:lnTo>
                    <a:lnTo>
                      <a:pt x="1275" y="45"/>
                    </a:lnTo>
                    <a:lnTo>
                      <a:pt x="1276" y="45"/>
                    </a:lnTo>
                    <a:lnTo>
                      <a:pt x="1277" y="45"/>
                    </a:lnTo>
                    <a:lnTo>
                      <a:pt x="1279" y="46"/>
                    </a:lnTo>
                    <a:lnTo>
                      <a:pt x="1280" y="47"/>
                    </a:lnTo>
                    <a:lnTo>
                      <a:pt x="1281" y="48"/>
                    </a:lnTo>
                    <a:lnTo>
                      <a:pt x="1283" y="49"/>
                    </a:lnTo>
                    <a:lnTo>
                      <a:pt x="1284" y="49"/>
                    </a:lnTo>
                    <a:lnTo>
                      <a:pt x="1286" y="50"/>
                    </a:lnTo>
                    <a:lnTo>
                      <a:pt x="1287" y="49"/>
                    </a:lnTo>
                    <a:lnTo>
                      <a:pt x="1288" y="49"/>
                    </a:lnTo>
                    <a:lnTo>
                      <a:pt x="1290" y="48"/>
                    </a:lnTo>
                    <a:lnTo>
                      <a:pt x="1291" y="48"/>
                    </a:lnTo>
                    <a:lnTo>
                      <a:pt x="1292" y="48"/>
                    </a:lnTo>
                    <a:lnTo>
                      <a:pt x="1294" y="49"/>
                    </a:lnTo>
                    <a:lnTo>
                      <a:pt x="1295" y="49"/>
                    </a:lnTo>
                    <a:lnTo>
                      <a:pt x="1296" y="50"/>
                    </a:lnTo>
                    <a:lnTo>
                      <a:pt x="1298" y="51"/>
                    </a:lnTo>
                    <a:lnTo>
                      <a:pt x="1299" y="52"/>
                    </a:lnTo>
                    <a:lnTo>
                      <a:pt x="1301" y="52"/>
                    </a:lnTo>
                    <a:lnTo>
                      <a:pt x="1302" y="52"/>
                    </a:lnTo>
                    <a:lnTo>
                      <a:pt x="1303" y="50"/>
                    </a:lnTo>
                    <a:lnTo>
                      <a:pt x="1305" y="51"/>
                    </a:lnTo>
                    <a:lnTo>
                      <a:pt x="1306" y="50"/>
                    </a:lnTo>
                    <a:lnTo>
                      <a:pt x="1307" y="50"/>
                    </a:lnTo>
                    <a:lnTo>
                      <a:pt x="1309" y="50"/>
                    </a:lnTo>
                    <a:lnTo>
                      <a:pt x="1310" y="50"/>
                    </a:lnTo>
                    <a:lnTo>
                      <a:pt x="1311" y="50"/>
                    </a:lnTo>
                    <a:lnTo>
                      <a:pt x="1313" y="50"/>
                    </a:lnTo>
                    <a:lnTo>
                      <a:pt x="1314" y="50"/>
                    </a:lnTo>
                    <a:lnTo>
                      <a:pt x="1315" y="49"/>
                    </a:lnTo>
                    <a:lnTo>
                      <a:pt x="1317" y="49"/>
                    </a:lnTo>
                    <a:lnTo>
                      <a:pt x="1318" y="48"/>
                    </a:lnTo>
                    <a:lnTo>
                      <a:pt x="1320" y="48"/>
                    </a:lnTo>
                    <a:lnTo>
                      <a:pt x="1321" y="48"/>
                    </a:lnTo>
                    <a:lnTo>
                      <a:pt x="1322" y="48"/>
                    </a:lnTo>
                    <a:lnTo>
                      <a:pt x="1324" y="47"/>
                    </a:lnTo>
                    <a:lnTo>
                      <a:pt x="1325" y="47"/>
                    </a:lnTo>
                    <a:lnTo>
                      <a:pt x="1326" y="48"/>
                    </a:lnTo>
                    <a:lnTo>
                      <a:pt x="1328" y="48"/>
                    </a:lnTo>
                    <a:lnTo>
                      <a:pt x="1329" y="48"/>
                    </a:lnTo>
                    <a:lnTo>
                      <a:pt x="1330" y="48"/>
                    </a:lnTo>
                    <a:lnTo>
                      <a:pt x="1332" y="48"/>
                    </a:lnTo>
                    <a:lnTo>
                      <a:pt x="1333" y="48"/>
                    </a:lnTo>
                    <a:lnTo>
                      <a:pt x="1335" y="48"/>
                    </a:lnTo>
                    <a:lnTo>
                      <a:pt x="1336" y="47"/>
                    </a:lnTo>
                    <a:lnTo>
                      <a:pt x="1337" y="46"/>
                    </a:lnTo>
                    <a:lnTo>
                      <a:pt x="1339" y="46"/>
                    </a:lnTo>
                    <a:lnTo>
                      <a:pt x="1340" y="46"/>
                    </a:lnTo>
                    <a:lnTo>
                      <a:pt x="1341" y="47"/>
                    </a:lnTo>
                    <a:lnTo>
                      <a:pt x="1343" y="47"/>
                    </a:lnTo>
                    <a:lnTo>
                      <a:pt x="1344" y="48"/>
                    </a:lnTo>
                    <a:lnTo>
                      <a:pt x="1345" y="48"/>
                    </a:lnTo>
                    <a:lnTo>
                      <a:pt x="1347" y="48"/>
                    </a:lnTo>
                    <a:lnTo>
                      <a:pt x="1348" y="49"/>
                    </a:lnTo>
                    <a:lnTo>
                      <a:pt x="1349" y="49"/>
                    </a:lnTo>
                    <a:lnTo>
                      <a:pt x="1351" y="48"/>
                    </a:lnTo>
                    <a:lnTo>
                      <a:pt x="1352" y="48"/>
                    </a:lnTo>
                    <a:lnTo>
                      <a:pt x="1354" y="47"/>
                    </a:lnTo>
                    <a:lnTo>
                      <a:pt x="1355" y="47"/>
                    </a:lnTo>
                    <a:lnTo>
                      <a:pt x="1356" y="47"/>
                    </a:lnTo>
                    <a:lnTo>
                      <a:pt x="1358" y="47"/>
                    </a:lnTo>
                    <a:lnTo>
                      <a:pt x="1359" y="47"/>
                    </a:lnTo>
                    <a:lnTo>
                      <a:pt x="1360" y="46"/>
                    </a:lnTo>
                    <a:lnTo>
                      <a:pt x="1362" y="46"/>
                    </a:lnTo>
                    <a:lnTo>
                      <a:pt x="1363" y="46"/>
                    </a:lnTo>
                    <a:lnTo>
                      <a:pt x="1364" y="46"/>
                    </a:lnTo>
                    <a:lnTo>
                      <a:pt x="1366" y="45"/>
                    </a:lnTo>
                    <a:lnTo>
                      <a:pt x="1367" y="45"/>
                    </a:lnTo>
                    <a:lnTo>
                      <a:pt x="1369" y="46"/>
                    </a:lnTo>
                    <a:lnTo>
                      <a:pt x="1370" y="46"/>
                    </a:lnTo>
                    <a:lnTo>
                      <a:pt x="1371" y="46"/>
                    </a:lnTo>
                    <a:lnTo>
                      <a:pt x="1373" y="46"/>
                    </a:lnTo>
                    <a:lnTo>
                      <a:pt x="1374" y="45"/>
                    </a:lnTo>
                    <a:lnTo>
                      <a:pt x="1375" y="45"/>
                    </a:lnTo>
                    <a:lnTo>
                      <a:pt x="1377" y="45"/>
                    </a:lnTo>
                    <a:lnTo>
                      <a:pt x="1378" y="44"/>
                    </a:lnTo>
                    <a:lnTo>
                      <a:pt x="1379" y="44"/>
                    </a:lnTo>
                    <a:lnTo>
                      <a:pt x="1381" y="44"/>
                    </a:lnTo>
                    <a:lnTo>
                      <a:pt x="1382" y="45"/>
                    </a:lnTo>
                    <a:lnTo>
                      <a:pt x="1383" y="46"/>
                    </a:lnTo>
                    <a:lnTo>
                      <a:pt x="1385" y="46"/>
                    </a:lnTo>
                    <a:lnTo>
                      <a:pt x="1386" y="46"/>
                    </a:lnTo>
                    <a:lnTo>
                      <a:pt x="1388" y="47"/>
                    </a:lnTo>
                    <a:lnTo>
                      <a:pt x="1389" y="48"/>
                    </a:lnTo>
                    <a:lnTo>
                      <a:pt x="1390" y="48"/>
                    </a:lnTo>
                    <a:lnTo>
                      <a:pt x="1392" y="48"/>
                    </a:lnTo>
                    <a:lnTo>
                      <a:pt x="1393" y="47"/>
                    </a:lnTo>
                    <a:lnTo>
                      <a:pt x="1394" y="46"/>
                    </a:lnTo>
                    <a:lnTo>
                      <a:pt x="1396" y="46"/>
                    </a:lnTo>
                    <a:lnTo>
                      <a:pt x="1397" y="45"/>
                    </a:lnTo>
                    <a:lnTo>
                      <a:pt x="1398" y="45"/>
                    </a:lnTo>
                    <a:lnTo>
                      <a:pt x="1400" y="44"/>
                    </a:lnTo>
                    <a:lnTo>
                      <a:pt x="1401" y="43"/>
                    </a:lnTo>
                    <a:lnTo>
                      <a:pt x="1403" y="43"/>
                    </a:lnTo>
                    <a:lnTo>
                      <a:pt x="1404" y="43"/>
                    </a:lnTo>
                    <a:lnTo>
                      <a:pt x="1405" y="44"/>
                    </a:lnTo>
                    <a:lnTo>
                      <a:pt x="1407" y="44"/>
                    </a:lnTo>
                    <a:lnTo>
                      <a:pt x="1408" y="44"/>
                    </a:lnTo>
                    <a:lnTo>
                      <a:pt x="1409" y="44"/>
                    </a:lnTo>
                    <a:lnTo>
                      <a:pt x="1411" y="44"/>
                    </a:lnTo>
                    <a:lnTo>
                      <a:pt x="1412" y="46"/>
                    </a:lnTo>
                    <a:lnTo>
                      <a:pt x="1413" y="46"/>
                    </a:lnTo>
                    <a:lnTo>
                      <a:pt x="1415" y="46"/>
                    </a:lnTo>
                    <a:lnTo>
                      <a:pt x="1416" y="45"/>
                    </a:lnTo>
                    <a:lnTo>
                      <a:pt x="1417" y="44"/>
                    </a:lnTo>
                    <a:lnTo>
                      <a:pt x="1419" y="45"/>
                    </a:lnTo>
                    <a:lnTo>
                      <a:pt x="1420" y="44"/>
                    </a:lnTo>
                    <a:lnTo>
                      <a:pt x="1422" y="42"/>
                    </a:lnTo>
                    <a:lnTo>
                      <a:pt x="1423" y="41"/>
                    </a:lnTo>
                    <a:lnTo>
                      <a:pt x="1424" y="41"/>
                    </a:lnTo>
                    <a:lnTo>
                      <a:pt x="1426" y="41"/>
                    </a:lnTo>
                    <a:lnTo>
                      <a:pt x="1427" y="41"/>
                    </a:lnTo>
                    <a:lnTo>
                      <a:pt x="1428" y="41"/>
                    </a:lnTo>
                    <a:lnTo>
                      <a:pt x="1430" y="43"/>
                    </a:lnTo>
                    <a:lnTo>
                      <a:pt x="1431" y="42"/>
                    </a:lnTo>
                    <a:lnTo>
                      <a:pt x="1432" y="43"/>
                    </a:lnTo>
                    <a:lnTo>
                      <a:pt x="1434" y="44"/>
                    </a:lnTo>
                    <a:lnTo>
                      <a:pt x="1435" y="44"/>
                    </a:lnTo>
                    <a:lnTo>
                      <a:pt x="1437" y="44"/>
                    </a:lnTo>
                    <a:lnTo>
                      <a:pt x="1438" y="44"/>
                    </a:lnTo>
                    <a:lnTo>
                      <a:pt x="1439" y="43"/>
                    </a:lnTo>
                    <a:lnTo>
                      <a:pt x="1441" y="43"/>
                    </a:lnTo>
                    <a:lnTo>
                      <a:pt x="1442" y="42"/>
                    </a:lnTo>
                  </a:path>
                </a:pathLst>
              </a:custGeom>
              <a:noFill/>
              <a:ln cap="flat" cmpd="sng" w="25400">
                <a:solidFill>
                  <a:srgbClr val="DAA52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5"/>
              <p:cNvSpPr/>
              <p:nvPr/>
            </p:nvSpPr>
            <p:spPr>
              <a:xfrm flipH="1" rot="10800000">
                <a:off x="6745288" y="2001838"/>
                <a:ext cx="3810000" cy="847725"/>
              </a:xfrm>
              <a:custGeom>
                <a:rect b="b" l="l" r="r" t="t"/>
                <a:pathLst>
                  <a:path extrusionOk="0" h="385" w="1442">
                    <a:moveTo>
                      <a:pt x="0" y="4"/>
                    </a:moveTo>
                    <a:lnTo>
                      <a:pt x="2" y="3"/>
                    </a:lnTo>
                    <a:lnTo>
                      <a:pt x="3" y="4"/>
                    </a:lnTo>
                    <a:lnTo>
                      <a:pt x="4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9" y="3"/>
                    </a:lnTo>
                    <a:lnTo>
                      <a:pt x="10" y="2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3"/>
                    </a:lnTo>
                    <a:lnTo>
                      <a:pt x="17" y="2"/>
                    </a:lnTo>
                    <a:lnTo>
                      <a:pt x="18" y="3"/>
                    </a:lnTo>
                    <a:lnTo>
                      <a:pt x="19" y="5"/>
                    </a:lnTo>
                    <a:lnTo>
                      <a:pt x="21" y="6"/>
                    </a:lnTo>
                    <a:lnTo>
                      <a:pt x="22" y="5"/>
                    </a:lnTo>
                    <a:lnTo>
                      <a:pt x="23" y="5"/>
                    </a:lnTo>
                    <a:lnTo>
                      <a:pt x="25" y="6"/>
                    </a:lnTo>
                    <a:lnTo>
                      <a:pt x="26" y="7"/>
                    </a:lnTo>
                    <a:lnTo>
                      <a:pt x="28" y="8"/>
                    </a:lnTo>
                    <a:lnTo>
                      <a:pt x="29" y="7"/>
                    </a:lnTo>
                    <a:lnTo>
                      <a:pt x="30" y="7"/>
                    </a:lnTo>
                    <a:lnTo>
                      <a:pt x="32" y="8"/>
                    </a:lnTo>
                    <a:lnTo>
                      <a:pt x="33" y="10"/>
                    </a:lnTo>
                    <a:lnTo>
                      <a:pt x="34" y="10"/>
                    </a:lnTo>
                    <a:lnTo>
                      <a:pt x="36" y="8"/>
                    </a:lnTo>
                    <a:lnTo>
                      <a:pt x="37" y="8"/>
                    </a:lnTo>
                    <a:lnTo>
                      <a:pt x="38" y="8"/>
                    </a:lnTo>
                    <a:lnTo>
                      <a:pt x="40" y="9"/>
                    </a:lnTo>
                    <a:lnTo>
                      <a:pt x="41" y="7"/>
                    </a:lnTo>
                    <a:lnTo>
                      <a:pt x="43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7" y="5"/>
                    </a:lnTo>
                    <a:lnTo>
                      <a:pt x="48" y="6"/>
                    </a:lnTo>
                    <a:lnTo>
                      <a:pt x="49" y="6"/>
                    </a:lnTo>
                    <a:lnTo>
                      <a:pt x="51" y="5"/>
                    </a:lnTo>
                    <a:lnTo>
                      <a:pt x="52" y="6"/>
                    </a:lnTo>
                    <a:lnTo>
                      <a:pt x="53" y="6"/>
                    </a:lnTo>
                    <a:lnTo>
                      <a:pt x="55" y="5"/>
                    </a:lnTo>
                    <a:lnTo>
                      <a:pt x="56" y="4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60" y="6"/>
                    </a:lnTo>
                    <a:lnTo>
                      <a:pt x="62" y="6"/>
                    </a:lnTo>
                    <a:lnTo>
                      <a:pt x="63" y="6"/>
                    </a:lnTo>
                    <a:lnTo>
                      <a:pt x="64" y="7"/>
                    </a:lnTo>
                    <a:lnTo>
                      <a:pt x="66" y="7"/>
                    </a:lnTo>
                    <a:lnTo>
                      <a:pt x="67" y="7"/>
                    </a:lnTo>
                    <a:lnTo>
                      <a:pt x="68" y="6"/>
                    </a:lnTo>
                    <a:lnTo>
                      <a:pt x="70" y="7"/>
                    </a:lnTo>
                    <a:lnTo>
                      <a:pt x="71" y="7"/>
                    </a:lnTo>
                    <a:lnTo>
                      <a:pt x="72" y="7"/>
                    </a:lnTo>
                    <a:lnTo>
                      <a:pt x="74" y="7"/>
                    </a:lnTo>
                    <a:lnTo>
                      <a:pt x="75" y="7"/>
                    </a:lnTo>
                    <a:lnTo>
                      <a:pt x="77" y="6"/>
                    </a:lnTo>
                    <a:lnTo>
                      <a:pt x="78" y="6"/>
                    </a:lnTo>
                    <a:lnTo>
                      <a:pt x="79" y="6"/>
                    </a:lnTo>
                    <a:lnTo>
                      <a:pt x="81" y="4"/>
                    </a:lnTo>
                    <a:lnTo>
                      <a:pt x="82" y="3"/>
                    </a:lnTo>
                    <a:lnTo>
                      <a:pt x="83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7" y="4"/>
                    </a:lnTo>
                    <a:lnTo>
                      <a:pt x="89" y="5"/>
                    </a:lnTo>
                    <a:lnTo>
                      <a:pt x="90" y="6"/>
                    </a:lnTo>
                    <a:lnTo>
                      <a:pt x="91" y="7"/>
                    </a:lnTo>
                    <a:lnTo>
                      <a:pt x="93" y="7"/>
                    </a:lnTo>
                    <a:lnTo>
                      <a:pt x="94" y="6"/>
                    </a:lnTo>
                    <a:lnTo>
                      <a:pt x="96" y="6"/>
                    </a:lnTo>
                    <a:lnTo>
                      <a:pt x="97" y="6"/>
                    </a:lnTo>
                    <a:lnTo>
                      <a:pt x="98" y="6"/>
                    </a:lnTo>
                    <a:lnTo>
                      <a:pt x="100" y="7"/>
                    </a:lnTo>
                    <a:lnTo>
                      <a:pt x="101" y="7"/>
                    </a:lnTo>
                    <a:lnTo>
                      <a:pt x="102" y="7"/>
                    </a:lnTo>
                    <a:lnTo>
                      <a:pt x="104" y="6"/>
                    </a:lnTo>
                    <a:lnTo>
                      <a:pt x="105" y="6"/>
                    </a:lnTo>
                    <a:lnTo>
                      <a:pt x="106" y="7"/>
                    </a:lnTo>
                    <a:lnTo>
                      <a:pt x="108" y="6"/>
                    </a:lnTo>
                    <a:lnTo>
                      <a:pt x="109" y="6"/>
                    </a:lnTo>
                    <a:lnTo>
                      <a:pt x="111" y="5"/>
                    </a:lnTo>
                    <a:lnTo>
                      <a:pt x="112" y="6"/>
                    </a:lnTo>
                    <a:lnTo>
                      <a:pt x="113" y="4"/>
                    </a:lnTo>
                    <a:lnTo>
                      <a:pt x="115" y="2"/>
                    </a:lnTo>
                    <a:lnTo>
                      <a:pt x="116" y="6"/>
                    </a:lnTo>
                    <a:lnTo>
                      <a:pt x="117" y="0"/>
                    </a:lnTo>
                    <a:lnTo>
                      <a:pt x="119" y="57"/>
                    </a:lnTo>
                    <a:lnTo>
                      <a:pt x="120" y="111"/>
                    </a:lnTo>
                    <a:lnTo>
                      <a:pt x="121" y="115"/>
                    </a:lnTo>
                    <a:lnTo>
                      <a:pt x="123" y="119"/>
                    </a:lnTo>
                    <a:lnTo>
                      <a:pt x="124" y="121"/>
                    </a:lnTo>
                    <a:lnTo>
                      <a:pt x="125" y="125"/>
                    </a:lnTo>
                    <a:lnTo>
                      <a:pt x="127" y="128"/>
                    </a:lnTo>
                    <a:lnTo>
                      <a:pt x="128" y="131"/>
                    </a:lnTo>
                    <a:lnTo>
                      <a:pt x="130" y="132"/>
                    </a:lnTo>
                    <a:lnTo>
                      <a:pt x="131" y="133"/>
                    </a:lnTo>
                    <a:lnTo>
                      <a:pt x="132" y="134"/>
                    </a:lnTo>
                    <a:lnTo>
                      <a:pt x="134" y="134"/>
                    </a:lnTo>
                    <a:lnTo>
                      <a:pt x="135" y="137"/>
                    </a:lnTo>
                    <a:lnTo>
                      <a:pt x="136" y="139"/>
                    </a:lnTo>
                    <a:lnTo>
                      <a:pt x="138" y="141"/>
                    </a:lnTo>
                    <a:lnTo>
                      <a:pt x="139" y="143"/>
                    </a:lnTo>
                    <a:lnTo>
                      <a:pt x="140" y="146"/>
                    </a:lnTo>
                    <a:lnTo>
                      <a:pt x="142" y="148"/>
                    </a:lnTo>
                    <a:lnTo>
                      <a:pt x="143" y="149"/>
                    </a:lnTo>
                    <a:lnTo>
                      <a:pt x="145" y="149"/>
                    </a:lnTo>
                    <a:lnTo>
                      <a:pt x="146" y="152"/>
                    </a:lnTo>
                    <a:lnTo>
                      <a:pt x="147" y="153"/>
                    </a:lnTo>
                    <a:lnTo>
                      <a:pt x="149" y="155"/>
                    </a:lnTo>
                    <a:lnTo>
                      <a:pt x="150" y="156"/>
                    </a:lnTo>
                    <a:lnTo>
                      <a:pt x="151" y="157"/>
                    </a:lnTo>
                    <a:lnTo>
                      <a:pt x="153" y="160"/>
                    </a:lnTo>
                    <a:lnTo>
                      <a:pt x="154" y="161"/>
                    </a:lnTo>
                    <a:lnTo>
                      <a:pt x="155" y="162"/>
                    </a:lnTo>
                    <a:lnTo>
                      <a:pt x="157" y="163"/>
                    </a:lnTo>
                    <a:lnTo>
                      <a:pt x="158" y="165"/>
                    </a:lnTo>
                    <a:lnTo>
                      <a:pt x="159" y="167"/>
                    </a:lnTo>
                    <a:lnTo>
                      <a:pt x="161" y="168"/>
                    </a:lnTo>
                    <a:lnTo>
                      <a:pt x="162" y="168"/>
                    </a:lnTo>
                    <a:lnTo>
                      <a:pt x="164" y="168"/>
                    </a:lnTo>
                    <a:lnTo>
                      <a:pt x="165" y="170"/>
                    </a:lnTo>
                    <a:lnTo>
                      <a:pt x="166" y="171"/>
                    </a:lnTo>
                    <a:lnTo>
                      <a:pt x="168" y="171"/>
                    </a:lnTo>
                    <a:lnTo>
                      <a:pt x="169" y="172"/>
                    </a:lnTo>
                    <a:lnTo>
                      <a:pt x="170" y="173"/>
                    </a:lnTo>
                    <a:lnTo>
                      <a:pt x="172" y="175"/>
                    </a:lnTo>
                    <a:lnTo>
                      <a:pt x="173" y="177"/>
                    </a:lnTo>
                    <a:lnTo>
                      <a:pt x="174" y="178"/>
                    </a:lnTo>
                    <a:lnTo>
                      <a:pt x="176" y="181"/>
                    </a:lnTo>
                    <a:lnTo>
                      <a:pt x="177" y="184"/>
                    </a:lnTo>
                    <a:lnTo>
                      <a:pt x="179" y="186"/>
                    </a:lnTo>
                    <a:lnTo>
                      <a:pt x="180" y="189"/>
                    </a:lnTo>
                    <a:lnTo>
                      <a:pt x="181" y="190"/>
                    </a:lnTo>
                    <a:lnTo>
                      <a:pt x="183" y="191"/>
                    </a:lnTo>
                    <a:lnTo>
                      <a:pt x="184" y="193"/>
                    </a:lnTo>
                    <a:lnTo>
                      <a:pt x="185" y="195"/>
                    </a:lnTo>
                    <a:lnTo>
                      <a:pt x="187" y="197"/>
                    </a:lnTo>
                    <a:lnTo>
                      <a:pt x="188" y="199"/>
                    </a:lnTo>
                    <a:lnTo>
                      <a:pt x="189" y="200"/>
                    </a:lnTo>
                    <a:lnTo>
                      <a:pt x="191" y="203"/>
                    </a:lnTo>
                    <a:lnTo>
                      <a:pt x="192" y="205"/>
                    </a:lnTo>
                    <a:lnTo>
                      <a:pt x="193" y="206"/>
                    </a:lnTo>
                    <a:lnTo>
                      <a:pt x="195" y="207"/>
                    </a:lnTo>
                    <a:lnTo>
                      <a:pt x="196" y="207"/>
                    </a:lnTo>
                    <a:lnTo>
                      <a:pt x="198" y="208"/>
                    </a:lnTo>
                    <a:lnTo>
                      <a:pt x="199" y="209"/>
                    </a:lnTo>
                    <a:lnTo>
                      <a:pt x="200" y="209"/>
                    </a:lnTo>
                    <a:lnTo>
                      <a:pt x="202" y="210"/>
                    </a:lnTo>
                    <a:lnTo>
                      <a:pt x="203" y="211"/>
                    </a:lnTo>
                    <a:lnTo>
                      <a:pt x="204" y="214"/>
                    </a:lnTo>
                    <a:lnTo>
                      <a:pt x="206" y="216"/>
                    </a:lnTo>
                    <a:lnTo>
                      <a:pt x="207" y="218"/>
                    </a:lnTo>
                    <a:lnTo>
                      <a:pt x="208" y="219"/>
                    </a:lnTo>
                    <a:lnTo>
                      <a:pt x="210" y="221"/>
                    </a:lnTo>
                    <a:lnTo>
                      <a:pt x="211" y="224"/>
                    </a:lnTo>
                    <a:lnTo>
                      <a:pt x="213" y="225"/>
                    </a:lnTo>
                    <a:lnTo>
                      <a:pt x="214" y="225"/>
                    </a:lnTo>
                    <a:lnTo>
                      <a:pt x="215" y="226"/>
                    </a:lnTo>
                    <a:lnTo>
                      <a:pt x="217" y="226"/>
                    </a:lnTo>
                    <a:lnTo>
                      <a:pt x="218" y="228"/>
                    </a:lnTo>
                    <a:lnTo>
                      <a:pt x="219" y="228"/>
                    </a:lnTo>
                    <a:lnTo>
                      <a:pt x="221" y="231"/>
                    </a:lnTo>
                    <a:lnTo>
                      <a:pt x="222" y="233"/>
                    </a:lnTo>
                    <a:lnTo>
                      <a:pt x="223" y="235"/>
                    </a:lnTo>
                    <a:lnTo>
                      <a:pt x="225" y="235"/>
                    </a:lnTo>
                    <a:lnTo>
                      <a:pt x="226" y="236"/>
                    </a:lnTo>
                    <a:lnTo>
                      <a:pt x="227" y="237"/>
                    </a:lnTo>
                    <a:lnTo>
                      <a:pt x="229" y="238"/>
                    </a:lnTo>
                    <a:lnTo>
                      <a:pt x="230" y="241"/>
                    </a:lnTo>
                    <a:lnTo>
                      <a:pt x="232" y="241"/>
                    </a:lnTo>
                    <a:lnTo>
                      <a:pt x="233" y="242"/>
                    </a:lnTo>
                    <a:lnTo>
                      <a:pt x="234" y="244"/>
                    </a:lnTo>
                    <a:lnTo>
                      <a:pt x="236" y="245"/>
                    </a:lnTo>
                    <a:lnTo>
                      <a:pt x="237" y="247"/>
                    </a:lnTo>
                    <a:lnTo>
                      <a:pt x="238" y="249"/>
                    </a:lnTo>
                    <a:lnTo>
                      <a:pt x="240" y="251"/>
                    </a:lnTo>
                    <a:lnTo>
                      <a:pt x="241" y="253"/>
                    </a:lnTo>
                    <a:lnTo>
                      <a:pt x="242" y="254"/>
                    </a:lnTo>
                    <a:lnTo>
                      <a:pt x="244" y="256"/>
                    </a:lnTo>
                    <a:lnTo>
                      <a:pt x="245" y="258"/>
                    </a:lnTo>
                    <a:lnTo>
                      <a:pt x="247" y="259"/>
                    </a:lnTo>
                    <a:lnTo>
                      <a:pt x="248" y="261"/>
                    </a:lnTo>
                    <a:lnTo>
                      <a:pt x="249" y="262"/>
                    </a:lnTo>
                    <a:lnTo>
                      <a:pt x="251" y="263"/>
                    </a:lnTo>
                    <a:lnTo>
                      <a:pt x="252" y="265"/>
                    </a:lnTo>
                    <a:lnTo>
                      <a:pt x="253" y="267"/>
                    </a:lnTo>
                    <a:lnTo>
                      <a:pt x="255" y="268"/>
                    </a:lnTo>
                    <a:lnTo>
                      <a:pt x="256" y="269"/>
                    </a:lnTo>
                    <a:lnTo>
                      <a:pt x="257" y="270"/>
                    </a:lnTo>
                    <a:lnTo>
                      <a:pt x="259" y="270"/>
                    </a:lnTo>
                    <a:lnTo>
                      <a:pt x="260" y="271"/>
                    </a:lnTo>
                    <a:lnTo>
                      <a:pt x="261" y="272"/>
                    </a:lnTo>
                    <a:lnTo>
                      <a:pt x="263" y="275"/>
                    </a:lnTo>
                    <a:lnTo>
                      <a:pt x="264" y="276"/>
                    </a:lnTo>
                    <a:lnTo>
                      <a:pt x="266" y="278"/>
                    </a:lnTo>
                    <a:lnTo>
                      <a:pt x="267" y="280"/>
                    </a:lnTo>
                    <a:lnTo>
                      <a:pt x="268" y="281"/>
                    </a:lnTo>
                    <a:lnTo>
                      <a:pt x="270" y="283"/>
                    </a:lnTo>
                    <a:lnTo>
                      <a:pt x="271" y="284"/>
                    </a:lnTo>
                    <a:lnTo>
                      <a:pt x="272" y="286"/>
                    </a:lnTo>
                    <a:lnTo>
                      <a:pt x="274" y="287"/>
                    </a:lnTo>
                    <a:lnTo>
                      <a:pt x="275" y="289"/>
                    </a:lnTo>
                    <a:lnTo>
                      <a:pt x="276" y="289"/>
                    </a:lnTo>
                    <a:lnTo>
                      <a:pt x="278" y="292"/>
                    </a:lnTo>
                    <a:lnTo>
                      <a:pt x="279" y="292"/>
                    </a:lnTo>
                    <a:lnTo>
                      <a:pt x="281" y="293"/>
                    </a:lnTo>
                    <a:lnTo>
                      <a:pt x="282" y="294"/>
                    </a:lnTo>
                    <a:lnTo>
                      <a:pt x="283" y="295"/>
                    </a:lnTo>
                    <a:lnTo>
                      <a:pt x="285" y="295"/>
                    </a:lnTo>
                    <a:lnTo>
                      <a:pt x="286" y="297"/>
                    </a:lnTo>
                    <a:lnTo>
                      <a:pt x="287" y="299"/>
                    </a:lnTo>
                    <a:lnTo>
                      <a:pt x="289" y="301"/>
                    </a:lnTo>
                    <a:lnTo>
                      <a:pt x="290" y="302"/>
                    </a:lnTo>
                    <a:lnTo>
                      <a:pt x="291" y="304"/>
                    </a:lnTo>
                    <a:lnTo>
                      <a:pt x="293" y="305"/>
                    </a:lnTo>
                    <a:lnTo>
                      <a:pt x="294" y="307"/>
                    </a:lnTo>
                    <a:lnTo>
                      <a:pt x="295" y="308"/>
                    </a:lnTo>
                    <a:lnTo>
                      <a:pt x="297" y="308"/>
                    </a:lnTo>
                    <a:lnTo>
                      <a:pt x="298" y="309"/>
                    </a:lnTo>
                    <a:lnTo>
                      <a:pt x="300" y="310"/>
                    </a:lnTo>
                    <a:lnTo>
                      <a:pt x="301" y="310"/>
                    </a:lnTo>
                    <a:lnTo>
                      <a:pt x="302" y="312"/>
                    </a:lnTo>
                    <a:lnTo>
                      <a:pt x="304" y="312"/>
                    </a:lnTo>
                    <a:lnTo>
                      <a:pt x="305" y="311"/>
                    </a:lnTo>
                    <a:lnTo>
                      <a:pt x="306" y="312"/>
                    </a:lnTo>
                    <a:lnTo>
                      <a:pt x="308" y="313"/>
                    </a:lnTo>
                    <a:lnTo>
                      <a:pt x="309" y="313"/>
                    </a:lnTo>
                    <a:lnTo>
                      <a:pt x="310" y="314"/>
                    </a:lnTo>
                    <a:lnTo>
                      <a:pt x="312" y="315"/>
                    </a:lnTo>
                    <a:lnTo>
                      <a:pt x="313" y="316"/>
                    </a:lnTo>
                    <a:lnTo>
                      <a:pt x="315" y="318"/>
                    </a:lnTo>
                    <a:lnTo>
                      <a:pt x="316" y="319"/>
                    </a:lnTo>
                    <a:lnTo>
                      <a:pt x="317" y="320"/>
                    </a:lnTo>
                    <a:lnTo>
                      <a:pt x="319" y="321"/>
                    </a:lnTo>
                    <a:lnTo>
                      <a:pt x="320" y="322"/>
                    </a:lnTo>
                    <a:lnTo>
                      <a:pt x="321" y="323"/>
                    </a:lnTo>
                    <a:lnTo>
                      <a:pt x="323" y="325"/>
                    </a:lnTo>
                    <a:lnTo>
                      <a:pt x="324" y="326"/>
                    </a:lnTo>
                    <a:lnTo>
                      <a:pt x="325" y="327"/>
                    </a:lnTo>
                    <a:lnTo>
                      <a:pt x="327" y="328"/>
                    </a:lnTo>
                    <a:lnTo>
                      <a:pt x="328" y="328"/>
                    </a:lnTo>
                    <a:lnTo>
                      <a:pt x="329" y="329"/>
                    </a:lnTo>
                    <a:lnTo>
                      <a:pt x="331" y="330"/>
                    </a:lnTo>
                    <a:lnTo>
                      <a:pt x="332" y="330"/>
                    </a:lnTo>
                    <a:lnTo>
                      <a:pt x="334" y="331"/>
                    </a:lnTo>
                    <a:lnTo>
                      <a:pt x="335" y="332"/>
                    </a:lnTo>
                    <a:lnTo>
                      <a:pt x="336" y="333"/>
                    </a:lnTo>
                    <a:lnTo>
                      <a:pt x="338" y="332"/>
                    </a:lnTo>
                    <a:lnTo>
                      <a:pt x="339" y="333"/>
                    </a:lnTo>
                    <a:lnTo>
                      <a:pt x="340" y="334"/>
                    </a:lnTo>
                    <a:lnTo>
                      <a:pt x="342" y="335"/>
                    </a:lnTo>
                    <a:lnTo>
                      <a:pt x="343" y="336"/>
                    </a:lnTo>
                    <a:lnTo>
                      <a:pt x="344" y="339"/>
                    </a:lnTo>
                    <a:lnTo>
                      <a:pt x="346" y="339"/>
                    </a:lnTo>
                    <a:lnTo>
                      <a:pt x="347" y="340"/>
                    </a:lnTo>
                    <a:lnTo>
                      <a:pt x="349" y="341"/>
                    </a:lnTo>
                    <a:lnTo>
                      <a:pt x="350" y="341"/>
                    </a:lnTo>
                    <a:lnTo>
                      <a:pt x="351" y="341"/>
                    </a:lnTo>
                    <a:lnTo>
                      <a:pt x="353" y="341"/>
                    </a:lnTo>
                    <a:lnTo>
                      <a:pt x="354" y="341"/>
                    </a:lnTo>
                    <a:lnTo>
                      <a:pt x="355" y="342"/>
                    </a:lnTo>
                    <a:lnTo>
                      <a:pt x="357" y="343"/>
                    </a:lnTo>
                    <a:lnTo>
                      <a:pt x="358" y="345"/>
                    </a:lnTo>
                    <a:lnTo>
                      <a:pt x="359" y="345"/>
                    </a:lnTo>
                    <a:lnTo>
                      <a:pt x="361" y="346"/>
                    </a:lnTo>
                    <a:lnTo>
                      <a:pt x="362" y="347"/>
                    </a:lnTo>
                    <a:lnTo>
                      <a:pt x="363" y="349"/>
                    </a:lnTo>
                    <a:lnTo>
                      <a:pt x="365" y="348"/>
                    </a:lnTo>
                    <a:lnTo>
                      <a:pt x="366" y="349"/>
                    </a:lnTo>
                    <a:lnTo>
                      <a:pt x="368" y="349"/>
                    </a:lnTo>
                    <a:lnTo>
                      <a:pt x="369" y="350"/>
                    </a:lnTo>
                    <a:lnTo>
                      <a:pt x="370" y="351"/>
                    </a:lnTo>
                    <a:lnTo>
                      <a:pt x="372" y="353"/>
                    </a:lnTo>
                    <a:lnTo>
                      <a:pt x="373" y="354"/>
                    </a:lnTo>
                    <a:lnTo>
                      <a:pt x="374" y="356"/>
                    </a:lnTo>
                    <a:lnTo>
                      <a:pt x="376" y="357"/>
                    </a:lnTo>
                    <a:lnTo>
                      <a:pt x="377" y="358"/>
                    </a:lnTo>
                    <a:lnTo>
                      <a:pt x="378" y="359"/>
                    </a:lnTo>
                    <a:lnTo>
                      <a:pt x="380" y="359"/>
                    </a:lnTo>
                    <a:lnTo>
                      <a:pt x="381" y="361"/>
                    </a:lnTo>
                    <a:lnTo>
                      <a:pt x="383" y="361"/>
                    </a:lnTo>
                    <a:lnTo>
                      <a:pt x="384" y="362"/>
                    </a:lnTo>
                    <a:lnTo>
                      <a:pt x="385" y="363"/>
                    </a:lnTo>
                    <a:lnTo>
                      <a:pt x="387" y="364"/>
                    </a:lnTo>
                    <a:lnTo>
                      <a:pt x="388" y="365"/>
                    </a:lnTo>
                    <a:lnTo>
                      <a:pt x="389" y="365"/>
                    </a:lnTo>
                    <a:lnTo>
                      <a:pt x="391" y="366"/>
                    </a:lnTo>
                    <a:lnTo>
                      <a:pt x="392" y="366"/>
                    </a:lnTo>
                    <a:lnTo>
                      <a:pt x="393" y="367"/>
                    </a:lnTo>
                    <a:lnTo>
                      <a:pt x="395" y="368"/>
                    </a:lnTo>
                    <a:lnTo>
                      <a:pt x="396" y="368"/>
                    </a:lnTo>
                    <a:lnTo>
                      <a:pt x="397" y="369"/>
                    </a:lnTo>
                    <a:lnTo>
                      <a:pt x="399" y="370"/>
                    </a:lnTo>
                    <a:lnTo>
                      <a:pt x="400" y="372"/>
                    </a:lnTo>
                    <a:lnTo>
                      <a:pt x="402" y="373"/>
                    </a:lnTo>
                    <a:lnTo>
                      <a:pt x="403" y="375"/>
                    </a:lnTo>
                    <a:lnTo>
                      <a:pt x="404" y="375"/>
                    </a:lnTo>
                    <a:lnTo>
                      <a:pt x="406" y="376"/>
                    </a:lnTo>
                    <a:lnTo>
                      <a:pt x="407" y="377"/>
                    </a:lnTo>
                    <a:lnTo>
                      <a:pt x="408" y="379"/>
                    </a:lnTo>
                    <a:lnTo>
                      <a:pt x="410" y="380"/>
                    </a:lnTo>
                    <a:lnTo>
                      <a:pt x="411" y="381"/>
                    </a:lnTo>
                    <a:lnTo>
                      <a:pt x="412" y="380"/>
                    </a:lnTo>
                    <a:lnTo>
                      <a:pt x="414" y="381"/>
                    </a:lnTo>
                    <a:lnTo>
                      <a:pt x="415" y="383"/>
                    </a:lnTo>
                    <a:lnTo>
                      <a:pt x="417" y="383"/>
                    </a:lnTo>
                    <a:lnTo>
                      <a:pt x="418" y="383"/>
                    </a:lnTo>
                    <a:lnTo>
                      <a:pt x="419" y="384"/>
                    </a:lnTo>
                    <a:lnTo>
                      <a:pt x="421" y="385"/>
                    </a:lnTo>
                    <a:lnTo>
                      <a:pt x="422" y="383"/>
                    </a:lnTo>
                    <a:lnTo>
                      <a:pt x="423" y="382"/>
                    </a:lnTo>
                    <a:lnTo>
                      <a:pt x="425" y="243"/>
                    </a:lnTo>
                    <a:lnTo>
                      <a:pt x="426" y="236"/>
                    </a:lnTo>
                    <a:lnTo>
                      <a:pt x="427" y="233"/>
                    </a:lnTo>
                    <a:lnTo>
                      <a:pt x="429" y="236"/>
                    </a:lnTo>
                    <a:lnTo>
                      <a:pt x="430" y="234"/>
                    </a:lnTo>
                    <a:lnTo>
                      <a:pt x="431" y="233"/>
                    </a:lnTo>
                    <a:lnTo>
                      <a:pt x="433" y="232"/>
                    </a:lnTo>
                    <a:lnTo>
                      <a:pt x="434" y="231"/>
                    </a:lnTo>
                    <a:lnTo>
                      <a:pt x="436" y="228"/>
                    </a:lnTo>
                    <a:lnTo>
                      <a:pt x="437" y="228"/>
                    </a:lnTo>
                    <a:lnTo>
                      <a:pt x="438" y="227"/>
                    </a:lnTo>
                    <a:lnTo>
                      <a:pt x="440" y="227"/>
                    </a:lnTo>
                    <a:lnTo>
                      <a:pt x="441" y="226"/>
                    </a:lnTo>
                    <a:lnTo>
                      <a:pt x="442" y="226"/>
                    </a:lnTo>
                    <a:lnTo>
                      <a:pt x="444" y="224"/>
                    </a:lnTo>
                    <a:lnTo>
                      <a:pt x="445" y="223"/>
                    </a:lnTo>
                    <a:lnTo>
                      <a:pt x="446" y="224"/>
                    </a:lnTo>
                    <a:lnTo>
                      <a:pt x="448" y="221"/>
                    </a:lnTo>
                    <a:lnTo>
                      <a:pt x="449" y="220"/>
                    </a:lnTo>
                    <a:lnTo>
                      <a:pt x="451" y="219"/>
                    </a:lnTo>
                    <a:lnTo>
                      <a:pt x="452" y="218"/>
                    </a:lnTo>
                    <a:lnTo>
                      <a:pt x="453" y="218"/>
                    </a:lnTo>
                    <a:lnTo>
                      <a:pt x="455" y="217"/>
                    </a:lnTo>
                    <a:lnTo>
                      <a:pt x="456" y="217"/>
                    </a:lnTo>
                    <a:lnTo>
                      <a:pt x="457" y="217"/>
                    </a:lnTo>
                    <a:lnTo>
                      <a:pt x="459" y="218"/>
                    </a:lnTo>
                    <a:lnTo>
                      <a:pt x="460" y="218"/>
                    </a:lnTo>
                    <a:lnTo>
                      <a:pt x="461" y="219"/>
                    </a:lnTo>
                    <a:lnTo>
                      <a:pt x="463" y="219"/>
                    </a:lnTo>
                    <a:lnTo>
                      <a:pt x="464" y="219"/>
                    </a:lnTo>
                    <a:lnTo>
                      <a:pt x="465" y="219"/>
                    </a:lnTo>
                    <a:lnTo>
                      <a:pt x="467" y="219"/>
                    </a:lnTo>
                    <a:lnTo>
                      <a:pt x="468" y="218"/>
                    </a:lnTo>
                    <a:lnTo>
                      <a:pt x="470" y="217"/>
                    </a:lnTo>
                    <a:lnTo>
                      <a:pt x="471" y="216"/>
                    </a:lnTo>
                    <a:lnTo>
                      <a:pt x="472" y="216"/>
                    </a:lnTo>
                    <a:lnTo>
                      <a:pt x="474" y="216"/>
                    </a:lnTo>
                    <a:lnTo>
                      <a:pt x="475" y="215"/>
                    </a:lnTo>
                    <a:lnTo>
                      <a:pt x="476" y="214"/>
                    </a:lnTo>
                    <a:lnTo>
                      <a:pt x="478" y="212"/>
                    </a:lnTo>
                    <a:lnTo>
                      <a:pt x="479" y="212"/>
                    </a:lnTo>
                    <a:lnTo>
                      <a:pt x="480" y="212"/>
                    </a:lnTo>
                    <a:lnTo>
                      <a:pt x="482" y="213"/>
                    </a:lnTo>
                    <a:lnTo>
                      <a:pt x="483" y="212"/>
                    </a:lnTo>
                    <a:lnTo>
                      <a:pt x="485" y="213"/>
                    </a:lnTo>
                    <a:lnTo>
                      <a:pt x="486" y="212"/>
                    </a:lnTo>
                    <a:lnTo>
                      <a:pt x="487" y="212"/>
                    </a:lnTo>
                    <a:lnTo>
                      <a:pt x="489" y="212"/>
                    </a:lnTo>
                    <a:lnTo>
                      <a:pt x="490" y="212"/>
                    </a:lnTo>
                    <a:lnTo>
                      <a:pt x="491" y="211"/>
                    </a:lnTo>
                    <a:lnTo>
                      <a:pt x="493" y="210"/>
                    </a:lnTo>
                    <a:lnTo>
                      <a:pt x="494" y="209"/>
                    </a:lnTo>
                    <a:lnTo>
                      <a:pt x="495" y="209"/>
                    </a:lnTo>
                    <a:lnTo>
                      <a:pt x="497" y="210"/>
                    </a:lnTo>
                    <a:lnTo>
                      <a:pt x="498" y="209"/>
                    </a:lnTo>
                    <a:lnTo>
                      <a:pt x="499" y="209"/>
                    </a:lnTo>
                    <a:lnTo>
                      <a:pt x="501" y="209"/>
                    </a:lnTo>
                    <a:lnTo>
                      <a:pt x="502" y="210"/>
                    </a:lnTo>
                    <a:lnTo>
                      <a:pt x="504" y="210"/>
                    </a:lnTo>
                    <a:lnTo>
                      <a:pt x="505" y="210"/>
                    </a:lnTo>
                    <a:lnTo>
                      <a:pt x="506" y="209"/>
                    </a:lnTo>
                    <a:lnTo>
                      <a:pt x="508" y="209"/>
                    </a:lnTo>
                    <a:lnTo>
                      <a:pt x="509" y="208"/>
                    </a:lnTo>
                    <a:lnTo>
                      <a:pt x="510" y="207"/>
                    </a:lnTo>
                    <a:lnTo>
                      <a:pt x="512" y="207"/>
                    </a:lnTo>
                    <a:lnTo>
                      <a:pt x="513" y="206"/>
                    </a:lnTo>
                    <a:lnTo>
                      <a:pt x="514" y="205"/>
                    </a:lnTo>
                    <a:lnTo>
                      <a:pt x="516" y="206"/>
                    </a:lnTo>
                    <a:lnTo>
                      <a:pt x="517" y="206"/>
                    </a:lnTo>
                    <a:lnTo>
                      <a:pt x="519" y="206"/>
                    </a:lnTo>
                    <a:lnTo>
                      <a:pt x="520" y="207"/>
                    </a:lnTo>
                    <a:lnTo>
                      <a:pt x="521" y="206"/>
                    </a:lnTo>
                    <a:lnTo>
                      <a:pt x="523" y="206"/>
                    </a:lnTo>
                    <a:lnTo>
                      <a:pt x="524" y="206"/>
                    </a:lnTo>
                    <a:lnTo>
                      <a:pt x="525" y="206"/>
                    </a:lnTo>
                    <a:lnTo>
                      <a:pt x="527" y="205"/>
                    </a:lnTo>
                    <a:lnTo>
                      <a:pt x="528" y="205"/>
                    </a:lnTo>
                    <a:lnTo>
                      <a:pt x="529" y="206"/>
                    </a:lnTo>
                    <a:lnTo>
                      <a:pt x="531" y="205"/>
                    </a:lnTo>
                    <a:lnTo>
                      <a:pt x="532" y="206"/>
                    </a:lnTo>
                    <a:lnTo>
                      <a:pt x="533" y="205"/>
                    </a:lnTo>
                    <a:lnTo>
                      <a:pt x="535" y="206"/>
                    </a:lnTo>
                    <a:lnTo>
                      <a:pt x="536" y="206"/>
                    </a:lnTo>
                    <a:lnTo>
                      <a:pt x="538" y="205"/>
                    </a:lnTo>
                    <a:lnTo>
                      <a:pt x="539" y="205"/>
                    </a:lnTo>
                    <a:lnTo>
                      <a:pt x="540" y="204"/>
                    </a:lnTo>
                    <a:lnTo>
                      <a:pt x="542" y="203"/>
                    </a:lnTo>
                    <a:lnTo>
                      <a:pt x="543" y="203"/>
                    </a:lnTo>
                    <a:lnTo>
                      <a:pt x="544" y="203"/>
                    </a:lnTo>
                    <a:lnTo>
                      <a:pt x="546" y="202"/>
                    </a:lnTo>
                    <a:lnTo>
                      <a:pt x="547" y="202"/>
                    </a:lnTo>
                    <a:lnTo>
                      <a:pt x="548" y="203"/>
                    </a:lnTo>
                    <a:lnTo>
                      <a:pt x="550" y="203"/>
                    </a:lnTo>
                    <a:lnTo>
                      <a:pt x="551" y="204"/>
                    </a:lnTo>
                    <a:lnTo>
                      <a:pt x="553" y="203"/>
                    </a:lnTo>
                    <a:lnTo>
                      <a:pt x="554" y="203"/>
                    </a:lnTo>
                    <a:lnTo>
                      <a:pt x="555" y="204"/>
                    </a:lnTo>
                    <a:lnTo>
                      <a:pt x="557" y="203"/>
                    </a:lnTo>
                    <a:lnTo>
                      <a:pt x="558" y="203"/>
                    </a:lnTo>
                    <a:lnTo>
                      <a:pt x="559" y="203"/>
                    </a:lnTo>
                    <a:lnTo>
                      <a:pt x="561" y="202"/>
                    </a:lnTo>
                    <a:lnTo>
                      <a:pt x="562" y="202"/>
                    </a:lnTo>
                    <a:lnTo>
                      <a:pt x="563" y="202"/>
                    </a:lnTo>
                    <a:lnTo>
                      <a:pt x="565" y="202"/>
                    </a:lnTo>
                    <a:lnTo>
                      <a:pt x="566" y="202"/>
                    </a:lnTo>
                    <a:lnTo>
                      <a:pt x="567" y="202"/>
                    </a:lnTo>
                    <a:lnTo>
                      <a:pt x="569" y="201"/>
                    </a:lnTo>
                    <a:lnTo>
                      <a:pt x="570" y="201"/>
                    </a:lnTo>
                    <a:lnTo>
                      <a:pt x="572" y="200"/>
                    </a:lnTo>
                    <a:lnTo>
                      <a:pt x="573" y="200"/>
                    </a:lnTo>
                    <a:lnTo>
                      <a:pt x="574" y="200"/>
                    </a:lnTo>
                    <a:lnTo>
                      <a:pt x="576" y="200"/>
                    </a:lnTo>
                    <a:lnTo>
                      <a:pt x="577" y="199"/>
                    </a:lnTo>
                    <a:lnTo>
                      <a:pt x="578" y="198"/>
                    </a:lnTo>
                    <a:lnTo>
                      <a:pt x="580" y="197"/>
                    </a:lnTo>
                    <a:lnTo>
                      <a:pt x="581" y="197"/>
                    </a:lnTo>
                    <a:lnTo>
                      <a:pt x="582" y="196"/>
                    </a:lnTo>
                    <a:lnTo>
                      <a:pt x="584" y="195"/>
                    </a:lnTo>
                    <a:lnTo>
                      <a:pt x="585" y="193"/>
                    </a:lnTo>
                    <a:lnTo>
                      <a:pt x="587" y="193"/>
                    </a:lnTo>
                    <a:lnTo>
                      <a:pt x="588" y="193"/>
                    </a:lnTo>
                    <a:lnTo>
                      <a:pt x="589" y="193"/>
                    </a:lnTo>
                    <a:lnTo>
                      <a:pt x="591" y="193"/>
                    </a:lnTo>
                    <a:lnTo>
                      <a:pt x="592" y="194"/>
                    </a:lnTo>
                    <a:lnTo>
                      <a:pt x="593" y="194"/>
                    </a:lnTo>
                    <a:lnTo>
                      <a:pt x="595" y="194"/>
                    </a:lnTo>
                    <a:lnTo>
                      <a:pt x="596" y="193"/>
                    </a:lnTo>
                    <a:lnTo>
                      <a:pt x="597" y="193"/>
                    </a:lnTo>
                    <a:lnTo>
                      <a:pt x="599" y="193"/>
                    </a:lnTo>
                    <a:lnTo>
                      <a:pt x="600" y="192"/>
                    </a:lnTo>
                    <a:lnTo>
                      <a:pt x="601" y="192"/>
                    </a:lnTo>
                    <a:lnTo>
                      <a:pt x="603" y="191"/>
                    </a:lnTo>
                    <a:lnTo>
                      <a:pt x="604" y="190"/>
                    </a:lnTo>
                    <a:lnTo>
                      <a:pt x="606" y="190"/>
                    </a:lnTo>
                    <a:lnTo>
                      <a:pt x="607" y="190"/>
                    </a:lnTo>
                    <a:lnTo>
                      <a:pt x="608" y="190"/>
                    </a:lnTo>
                    <a:lnTo>
                      <a:pt x="610" y="190"/>
                    </a:lnTo>
                    <a:lnTo>
                      <a:pt x="611" y="190"/>
                    </a:lnTo>
                    <a:lnTo>
                      <a:pt x="612" y="190"/>
                    </a:lnTo>
                    <a:lnTo>
                      <a:pt x="614" y="190"/>
                    </a:lnTo>
                    <a:lnTo>
                      <a:pt x="615" y="189"/>
                    </a:lnTo>
                    <a:lnTo>
                      <a:pt x="616" y="188"/>
                    </a:lnTo>
                    <a:lnTo>
                      <a:pt x="618" y="188"/>
                    </a:lnTo>
                    <a:lnTo>
                      <a:pt x="619" y="188"/>
                    </a:lnTo>
                    <a:lnTo>
                      <a:pt x="621" y="188"/>
                    </a:lnTo>
                    <a:lnTo>
                      <a:pt x="622" y="188"/>
                    </a:lnTo>
                    <a:lnTo>
                      <a:pt x="623" y="189"/>
                    </a:lnTo>
                    <a:lnTo>
                      <a:pt x="625" y="189"/>
                    </a:lnTo>
                    <a:lnTo>
                      <a:pt x="626" y="189"/>
                    </a:lnTo>
                    <a:lnTo>
                      <a:pt x="627" y="189"/>
                    </a:lnTo>
                    <a:lnTo>
                      <a:pt x="629" y="190"/>
                    </a:lnTo>
                    <a:lnTo>
                      <a:pt x="630" y="191"/>
                    </a:lnTo>
                    <a:lnTo>
                      <a:pt x="631" y="191"/>
                    </a:lnTo>
                    <a:lnTo>
                      <a:pt x="633" y="191"/>
                    </a:lnTo>
                    <a:lnTo>
                      <a:pt x="634" y="192"/>
                    </a:lnTo>
                    <a:lnTo>
                      <a:pt x="635" y="192"/>
                    </a:lnTo>
                    <a:lnTo>
                      <a:pt x="637" y="193"/>
                    </a:lnTo>
                    <a:lnTo>
                      <a:pt x="638" y="192"/>
                    </a:lnTo>
                    <a:lnTo>
                      <a:pt x="640" y="192"/>
                    </a:lnTo>
                    <a:lnTo>
                      <a:pt x="641" y="191"/>
                    </a:lnTo>
                    <a:lnTo>
                      <a:pt x="642" y="191"/>
                    </a:lnTo>
                    <a:lnTo>
                      <a:pt x="644" y="191"/>
                    </a:lnTo>
                    <a:lnTo>
                      <a:pt x="645" y="191"/>
                    </a:lnTo>
                    <a:lnTo>
                      <a:pt x="646" y="189"/>
                    </a:lnTo>
                    <a:lnTo>
                      <a:pt x="648" y="189"/>
                    </a:lnTo>
                    <a:lnTo>
                      <a:pt x="649" y="188"/>
                    </a:lnTo>
                    <a:lnTo>
                      <a:pt x="650" y="189"/>
                    </a:lnTo>
                    <a:lnTo>
                      <a:pt x="652" y="189"/>
                    </a:lnTo>
                    <a:lnTo>
                      <a:pt x="653" y="189"/>
                    </a:lnTo>
                    <a:lnTo>
                      <a:pt x="655" y="189"/>
                    </a:lnTo>
                    <a:lnTo>
                      <a:pt x="656" y="188"/>
                    </a:lnTo>
                    <a:lnTo>
                      <a:pt x="657" y="188"/>
                    </a:lnTo>
                    <a:lnTo>
                      <a:pt x="659" y="187"/>
                    </a:lnTo>
                    <a:lnTo>
                      <a:pt x="660" y="188"/>
                    </a:lnTo>
                    <a:lnTo>
                      <a:pt x="661" y="187"/>
                    </a:lnTo>
                    <a:lnTo>
                      <a:pt x="663" y="187"/>
                    </a:lnTo>
                    <a:lnTo>
                      <a:pt x="664" y="187"/>
                    </a:lnTo>
                    <a:lnTo>
                      <a:pt x="665" y="188"/>
                    </a:lnTo>
                    <a:lnTo>
                      <a:pt x="667" y="187"/>
                    </a:lnTo>
                    <a:lnTo>
                      <a:pt x="668" y="188"/>
                    </a:lnTo>
                    <a:lnTo>
                      <a:pt x="669" y="187"/>
                    </a:lnTo>
                    <a:lnTo>
                      <a:pt x="671" y="186"/>
                    </a:lnTo>
                    <a:lnTo>
                      <a:pt x="672" y="186"/>
                    </a:lnTo>
                    <a:lnTo>
                      <a:pt x="674" y="186"/>
                    </a:lnTo>
                    <a:lnTo>
                      <a:pt x="675" y="186"/>
                    </a:lnTo>
                    <a:lnTo>
                      <a:pt x="676" y="186"/>
                    </a:lnTo>
                    <a:lnTo>
                      <a:pt x="678" y="185"/>
                    </a:lnTo>
                    <a:lnTo>
                      <a:pt x="679" y="185"/>
                    </a:lnTo>
                    <a:lnTo>
                      <a:pt x="680" y="185"/>
                    </a:lnTo>
                    <a:lnTo>
                      <a:pt x="682" y="185"/>
                    </a:lnTo>
                    <a:lnTo>
                      <a:pt x="683" y="185"/>
                    </a:lnTo>
                    <a:lnTo>
                      <a:pt x="684" y="185"/>
                    </a:lnTo>
                    <a:lnTo>
                      <a:pt x="686" y="185"/>
                    </a:lnTo>
                    <a:lnTo>
                      <a:pt x="687" y="184"/>
                    </a:lnTo>
                    <a:lnTo>
                      <a:pt x="689" y="185"/>
                    </a:lnTo>
                    <a:lnTo>
                      <a:pt x="690" y="184"/>
                    </a:lnTo>
                    <a:lnTo>
                      <a:pt x="691" y="185"/>
                    </a:lnTo>
                    <a:lnTo>
                      <a:pt x="693" y="184"/>
                    </a:lnTo>
                    <a:lnTo>
                      <a:pt x="694" y="184"/>
                    </a:lnTo>
                    <a:lnTo>
                      <a:pt x="695" y="184"/>
                    </a:lnTo>
                    <a:lnTo>
                      <a:pt x="697" y="184"/>
                    </a:lnTo>
                    <a:lnTo>
                      <a:pt x="698" y="184"/>
                    </a:lnTo>
                    <a:lnTo>
                      <a:pt x="699" y="184"/>
                    </a:lnTo>
                    <a:lnTo>
                      <a:pt x="701" y="183"/>
                    </a:lnTo>
                    <a:lnTo>
                      <a:pt x="702" y="183"/>
                    </a:lnTo>
                    <a:lnTo>
                      <a:pt x="703" y="183"/>
                    </a:lnTo>
                    <a:lnTo>
                      <a:pt x="705" y="183"/>
                    </a:lnTo>
                    <a:lnTo>
                      <a:pt x="706" y="184"/>
                    </a:lnTo>
                    <a:lnTo>
                      <a:pt x="708" y="184"/>
                    </a:lnTo>
                    <a:lnTo>
                      <a:pt x="709" y="184"/>
                    </a:lnTo>
                    <a:lnTo>
                      <a:pt x="710" y="184"/>
                    </a:lnTo>
                    <a:lnTo>
                      <a:pt x="712" y="183"/>
                    </a:lnTo>
                    <a:lnTo>
                      <a:pt x="713" y="183"/>
                    </a:lnTo>
                    <a:lnTo>
                      <a:pt x="714" y="182"/>
                    </a:lnTo>
                    <a:lnTo>
                      <a:pt x="716" y="182"/>
                    </a:lnTo>
                    <a:lnTo>
                      <a:pt x="717" y="181"/>
                    </a:lnTo>
                    <a:lnTo>
                      <a:pt x="718" y="181"/>
                    </a:lnTo>
                    <a:lnTo>
                      <a:pt x="720" y="181"/>
                    </a:lnTo>
                    <a:lnTo>
                      <a:pt x="721" y="180"/>
                    </a:lnTo>
                    <a:lnTo>
                      <a:pt x="723" y="179"/>
                    </a:lnTo>
                    <a:lnTo>
                      <a:pt x="724" y="179"/>
                    </a:lnTo>
                    <a:lnTo>
                      <a:pt x="725" y="178"/>
                    </a:lnTo>
                    <a:lnTo>
                      <a:pt x="727" y="177"/>
                    </a:lnTo>
                    <a:lnTo>
                      <a:pt x="728" y="177"/>
                    </a:lnTo>
                    <a:lnTo>
                      <a:pt x="729" y="177"/>
                    </a:lnTo>
                    <a:lnTo>
                      <a:pt x="731" y="177"/>
                    </a:lnTo>
                    <a:lnTo>
                      <a:pt x="732" y="178"/>
                    </a:lnTo>
                    <a:lnTo>
                      <a:pt x="733" y="179"/>
                    </a:lnTo>
                    <a:lnTo>
                      <a:pt x="735" y="180"/>
                    </a:lnTo>
                    <a:lnTo>
                      <a:pt x="736" y="180"/>
                    </a:lnTo>
                    <a:lnTo>
                      <a:pt x="737" y="178"/>
                    </a:lnTo>
                    <a:lnTo>
                      <a:pt x="739" y="177"/>
                    </a:lnTo>
                    <a:lnTo>
                      <a:pt x="740" y="176"/>
                    </a:lnTo>
                    <a:lnTo>
                      <a:pt x="742" y="175"/>
                    </a:lnTo>
                    <a:lnTo>
                      <a:pt x="743" y="175"/>
                    </a:lnTo>
                    <a:lnTo>
                      <a:pt x="744" y="175"/>
                    </a:lnTo>
                    <a:lnTo>
                      <a:pt x="746" y="175"/>
                    </a:lnTo>
                    <a:lnTo>
                      <a:pt x="747" y="175"/>
                    </a:lnTo>
                    <a:lnTo>
                      <a:pt x="748" y="176"/>
                    </a:lnTo>
                    <a:lnTo>
                      <a:pt x="750" y="177"/>
                    </a:lnTo>
                    <a:lnTo>
                      <a:pt x="751" y="178"/>
                    </a:lnTo>
                    <a:lnTo>
                      <a:pt x="752" y="177"/>
                    </a:lnTo>
                    <a:lnTo>
                      <a:pt x="754" y="178"/>
                    </a:lnTo>
                    <a:lnTo>
                      <a:pt x="755" y="177"/>
                    </a:lnTo>
                    <a:lnTo>
                      <a:pt x="757" y="176"/>
                    </a:lnTo>
                    <a:lnTo>
                      <a:pt x="758" y="176"/>
                    </a:lnTo>
                    <a:lnTo>
                      <a:pt x="759" y="176"/>
                    </a:lnTo>
                    <a:lnTo>
                      <a:pt x="761" y="176"/>
                    </a:lnTo>
                    <a:lnTo>
                      <a:pt x="762" y="176"/>
                    </a:lnTo>
                    <a:lnTo>
                      <a:pt x="763" y="175"/>
                    </a:lnTo>
                    <a:lnTo>
                      <a:pt x="765" y="175"/>
                    </a:lnTo>
                    <a:lnTo>
                      <a:pt x="766" y="174"/>
                    </a:lnTo>
                    <a:lnTo>
                      <a:pt x="767" y="175"/>
                    </a:lnTo>
                    <a:lnTo>
                      <a:pt x="769" y="174"/>
                    </a:lnTo>
                    <a:lnTo>
                      <a:pt x="770" y="173"/>
                    </a:lnTo>
                    <a:lnTo>
                      <a:pt x="771" y="172"/>
                    </a:lnTo>
                    <a:lnTo>
                      <a:pt x="773" y="173"/>
                    </a:lnTo>
                    <a:lnTo>
                      <a:pt x="774" y="173"/>
                    </a:lnTo>
                    <a:lnTo>
                      <a:pt x="776" y="173"/>
                    </a:lnTo>
                    <a:lnTo>
                      <a:pt x="777" y="174"/>
                    </a:lnTo>
                    <a:lnTo>
                      <a:pt x="778" y="172"/>
                    </a:lnTo>
                    <a:lnTo>
                      <a:pt x="780" y="173"/>
                    </a:lnTo>
                    <a:lnTo>
                      <a:pt x="781" y="172"/>
                    </a:lnTo>
                    <a:lnTo>
                      <a:pt x="782" y="171"/>
                    </a:lnTo>
                    <a:lnTo>
                      <a:pt x="784" y="171"/>
                    </a:lnTo>
                    <a:lnTo>
                      <a:pt x="785" y="171"/>
                    </a:lnTo>
                    <a:lnTo>
                      <a:pt x="786" y="171"/>
                    </a:lnTo>
                    <a:lnTo>
                      <a:pt x="788" y="171"/>
                    </a:lnTo>
                    <a:lnTo>
                      <a:pt x="789" y="171"/>
                    </a:lnTo>
                    <a:lnTo>
                      <a:pt x="791" y="171"/>
                    </a:lnTo>
                    <a:lnTo>
                      <a:pt x="792" y="172"/>
                    </a:lnTo>
                    <a:lnTo>
                      <a:pt x="793" y="171"/>
                    </a:lnTo>
                    <a:lnTo>
                      <a:pt x="795" y="171"/>
                    </a:lnTo>
                    <a:lnTo>
                      <a:pt x="796" y="171"/>
                    </a:lnTo>
                    <a:lnTo>
                      <a:pt x="797" y="171"/>
                    </a:lnTo>
                    <a:lnTo>
                      <a:pt x="799" y="171"/>
                    </a:lnTo>
                    <a:lnTo>
                      <a:pt x="800" y="171"/>
                    </a:lnTo>
                    <a:lnTo>
                      <a:pt x="801" y="170"/>
                    </a:lnTo>
                    <a:lnTo>
                      <a:pt x="803" y="170"/>
                    </a:lnTo>
                    <a:lnTo>
                      <a:pt x="804" y="171"/>
                    </a:lnTo>
                    <a:lnTo>
                      <a:pt x="805" y="170"/>
                    </a:lnTo>
                    <a:lnTo>
                      <a:pt x="807" y="169"/>
                    </a:lnTo>
                    <a:lnTo>
                      <a:pt x="808" y="170"/>
                    </a:lnTo>
                    <a:lnTo>
                      <a:pt x="810" y="169"/>
                    </a:lnTo>
                    <a:lnTo>
                      <a:pt x="811" y="170"/>
                    </a:lnTo>
                    <a:lnTo>
                      <a:pt x="812" y="170"/>
                    </a:lnTo>
                    <a:lnTo>
                      <a:pt x="814" y="170"/>
                    </a:lnTo>
                    <a:lnTo>
                      <a:pt x="815" y="171"/>
                    </a:lnTo>
                    <a:lnTo>
                      <a:pt x="816" y="171"/>
                    </a:lnTo>
                    <a:lnTo>
                      <a:pt x="818" y="171"/>
                    </a:lnTo>
                    <a:lnTo>
                      <a:pt x="819" y="172"/>
                    </a:lnTo>
                    <a:lnTo>
                      <a:pt x="820" y="171"/>
                    </a:lnTo>
                    <a:lnTo>
                      <a:pt x="822" y="172"/>
                    </a:lnTo>
                    <a:lnTo>
                      <a:pt x="823" y="172"/>
                    </a:lnTo>
                    <a:lnTo>
                      <a:pt x="825" y="171"/>
                    </a:lnTo>
                    <a:lnTo>
                      <a:pt x="826" y="171"/>
                    </a:lnTo>
                    <a:lnTo>
                      <a:pt x="827" y="171"/>
                    </a:lnTo>
                    <a:lnTo>
                      <a:pt x="829" y="171"/>
                    </a:lnTo>
                    <a:lnTo>
                      <a:pt x="830" y="170"/>
                    </a:lnTo>
                    <a:lnTo>
                      <a:pt x="831" y="169"/>
                    </a:lnTo>
                    <a:lnTo>
                      <a:pt x="833" y="168"/>
                    </a:lnTo>
                    <a:lnTo>
                      <a:pt x="834" y="168"/>
                    </a:lnTo>
                    <a:lnTo>
                      <a:pt x="835" y="168"/>
                    </a:lnTo>
                    <a:lnTo>
                      <a:pt x="837" y="168"/>
                    </a:lnTo>
                    <a:lnTo>
                      <a:pt x="838" y="167"/>
                    </a:lnTo>
                    <a:lnTo>
                      <a:pt x="839" y="167"/>
                    </a:lnTo>
                    <a:lnTo>
                      <a:pt x="841" y="167"/>
                    </a:lnTo>
                    <a:lnTo>
                      <a:pt x="842" y="167"/>
                    </a:lnTo>
                    <a:lnTo>
                      <a:pt x="844" y="168"/>
                    </a:lnTo>
                    <a:lnTo>
                      <a:pt x="845" y="168"/>
                    </a:lnTo>
                    <a:lnTo>
                      <a:pt x="846" y="168"/>
                    </a:lnTo>
                    <a:lnTo>
                      <a:pt x="848" y="168"/>
                    </a:lnTo>
                    <a:lnTo>
                      <a:pt x="849" y="169"/>
                    </a:lnTo>
                    <a:lnTo>
                      <a:pt x="850" y="170"/>
                    </a:lnTo>
                    <a:lnTo>
                      <a:pt x="852" y="169"/>
                    </a:lnTo>
                    <a:lnTo>
                      <a:pt x="853" y="169"/>
                    </a:lnTo>
                    <a:lnTo>
                      <a:pt x="854" y="168"/>
                    </a:lnTo>
                    <a:lnTo>
                      <a:pt x="856" y="167"/>
                    </a:lnTo>
                    <a:lnTo>
                      <a:pt x="857" y="167"/>
                    </a:lnTo>
                    <a:lnTo>
                      <a:pt x="859" y="166"/>
                    </a:lnTo>
                    <a:lnTo>
                      <a:pt x="860" y="166"/>
                    </a:lnTo>
                    <a:lnTo>
                      <a:pt x="861" y="166"/>
                    </a:lnTo>
                    <a:lnTo>
                      <a:pt x="863" y="165"/>
                    </a:lnTo>
                    <a:lnTo>
                      <a:pt x="864" y="166"/>
                    </a:lnTo>
                    <a:lnTo>
                      <a:pt x="865" y="166"/>
                    </a:lnTo>
                    <a:lnTo>
                      <a:pt x="867" y="166"/>
                    </a:lnTo>
                    <a:lnTo>
                      <a:pt x="868" y="167"/>
                    </a:lnTo>
                    <a:lnTo>
                      <a:pt x="869" y="167"/>
                    </a:lnTo>
                    <a:lnTo>
                      <a:pt x="871" y="167"/>
                    </a:lnTo>
                    <a:lnTo>
                      <a:pt x="872" y="167"/>
                    </a:lnTo>
                    <a:lnTo>
                      <a:pt x="873" y="167"/>
                    </a:lnTo>
                    <a:lnTo>
                      <a:pt x="875" y="168"/>
                    </a:lnTo>
                    <a:lnTo>
                      <a:pt x="876" y="168"/>
                    </a:lnTo>
                    <a:lnTo>
                      <a:pt x="878" y="168"/>
                    </a:lnTo>
                    <a:lnTo>
                      <a:pt x="879" y="168"/>
                    </a:lnTo>
                    <a:lnTo>
                      <a:pt x="880" y="168"/>
                    </a:lnTo>
                    <a:lnTo>
                      <a:pt x="882" y="168"/>
                    </a:lnTo>
                    <a:lnTo>
                      <a:pt x="883" y="167"/>
                    </a:lnTo>
                    <a:lnTo>
                      <a:pt x="884" y="167"/>
                    </a:lnTo>
                    <a:lnTo>
                      <a:pt x="886" y="168"/>
                    </a:lnTo>
                    <a:lnTo>
                      <a:pt x="887" y="168"/>
                    </a:lnTo>
                    <a:lnTo>
                      <a:pt x="888" y="168"/>
                    </a:lnTo>
                    <a:lnTo>
                      <a:pt x="890" y="169"/>
                    </a:lnTo>
                    <a:lnTo>
                      <a:pt x="891" y="169"/>
                    </a:lnTo>
                    <a:lnTo>
                      <a:pt x="893" y="169"/>
                    </a:lnTo>
                    <a:lnTo>
                      <a:pt x="894" y="170"/>
                    </a:lnTo>
                    <a:lnTo>
                      <a:pt x="895" y="170"/>
                    </a:lnTo>
                    <a:lnTo>
                      <a:pt x="897" y="171"/>
                    </a:lnTo>
                    <a:lnTo>
                      <a:pt x="898" y="169"/>
                    </a:lnTo>
                    <a:lnTo>
                      <a:pt x="899" y="169"/>
                    </a:lnTo>
                    <a:lnTo>
                      <a:pt x="901" y="168"/>
                    </a:lnTo>
                    <a:lnTo>
                      <a:pt x="902" y="167"/>
                    </a:lnTo>
                    <a:lnTo>
                      <a:pt x="903" y="166"/>
                    </a:lnTo>
                    <a:lnTo>
                      <a:pt x="905" y="166"/>
                    </a:lnTo>
                    <a:lnTo>
                      <a:pt x="906" y="164"/>
                    </a:lnTo>
                    <a:lnTo>
                      <a:pt x="907" y="163"/>
                    </a:lnTo>
                    <a:lnTo>
                      <a:pt x="909" y="162"/>
                    </a:lnTo>
                    <a:lnTo>
                      <a:pt x="910" y="162"/>
                    </a:lnTo>
                    <a:lnTo>
                      <a:pt x="912" y="161"/>
                    </a:lnTo>
                    <a:lnTo>
                      <a:pt x="913" y="162"/>
                    </a:lnTo>
                    <a:lnTo>
                      <a:pt x="914" y="161"/>
                    </a:lnTo>
                    <a:lnTo>
                      <a:pt x="916" y="162"/>
                    </a:lnTo>
                    <a:lnTo>
                      <a:pt x="917" y="162"/>
                    </a:lnTo>
                    <a:lnTo>
                      <a:pt x="918" y="162"/>
                    </a:lnTo>
                    <a:lnTo>
                      <a:pt x="920" y="163"/>
                    </a:lnTo>
                    <a:lnTo>
                      <a:pt x="921" y="163"/>
                    </a:lnTo>
                    <a:lnTo>
                      <a:pt x="922" y="163"/>
                    </a:lnTo>
                    <a:lnTo>
                      <a:pt x="924" y="163"/>
                    </a:lnTo>
                    <a:lnTo>
                      <a:pt x="925" y="162"/>
                    </a:lnTo>
                    <a:lnTo>
                      <a:pt x="927" y="162"/>
                    </a:lnTo>
                    <a:lnTo>
                      <a:pt x="928" y="162"/>
                    </a:lnTo>
                    <a:lnTo>
                      <a:pt x="929" y="163"/>
                    </a:lnTo>
                    <a:lnTo>
                      <a:pt x="931" y="161"/>
                    </a:lnTo>
                    <a:lnTo>
                      <a:pt x="932" y="160"/>
                    </a:lnTo>
                    <a:lnTo>
                      <a:pt x="933" y="160"/>
                    </a:lnTo>
                    <a:lnTo>
                      <a:pt x="935" y="160"/>
                    </a:lnTo>
                    <a:lnTo>
                      <a:pt x="936" y="160"/>
                    </a:lnTo>
                    <a:lnTo>
                      <a:pt x="937" y="160"/>
                    </a:lnTo>
                    <a:lnTo>
                      <a:pt x="939" y="159"/>
                    </a:lnTo>
                    <a:lnTo>
                      <a:pt x="940" y="159"/>
                    </a:lnTo>
                    <a:lnTo>
                      <a:pt x="941" y="159"/>
                    </a:lnTo>
                    <a:lnTo>
                      <a:pt x="943" y="160"/>
                    </a:lnTo>
                    <a:lnTo>
                      <a:pt x="944" y="160"/>
                    </a:lnTo>
                    <a:lnTo>
                      <a:pt x="946" y="160"/>
                    </a:lnTo>
                    <a:lnTo>
                      <a:pt x="947" y="160"/>
                    </a:lnTo>
                    <a:lnTo>
                      <a:pt x="948" y="160"/>
                    </a:lnTo>
                    <a:lnTo>
                      <a:pt x="950" y="160"/>
                    </a:lnTo>
                    <a:lnTo>
                      <a:pt x="951" y="160"/>
                    </a:lnTo>
                    <a:lnTo>
                      <a:pt x="952" y="160"/>
                    </a:lnTo>
                    <a:lnTo>
                      <a:pt x="954" y="161"/>
                    </a:lnTo>
                    <a:lnTo>
                      <a:pt x="955" y="161"/>
                    </a:lnTo>
                    <a:lnTo>
                      <a:pt x="956" y="162"/>
                    </a:lnTo>
                    <a:lnTo>
                      <a:pt x="958" y="162"/>
                    </a:lnTo>
                    <a:lnTo>
                      <a:pt x="959" y="162"/>
                    </a:lnTo>
                    <a:lnTo>
                      <a:pt x="961" y="162"/>
                    </a:lnTo>
                    <a:lnTo>
                      <a:pt x="962" y="161"/>
                    </a:lnTo>
                    <a:lnTo>
                      <a:pt x="963" y="160"/>
                    </a:lnTo>
                    <a:lnTo>
                      <a:pt x="965" y="160"/>
                    </a:lnTo>
                    <a:lnTo>
                      <a:pt x="966" y="160"/>
                    </a:lnTo>
                    <a:lnTo>
                      <a:pt x="967" y="160"/>
                    </a:lnTo>
                    <a:lnTo>
                      <a:pt x="969" y="160"/>
                    </a:lnTo>
                    <a:lnTo>
                      <a:pt x="970" y="159"/>
                    </a:lnTo>
                    <a:lnTo>
                      <a:pt x="971" y="159"/>
                    </a:lnTo>
                    <a:lnTo>
                      <a:pt x="973" y="158"/>
                    </a:lnTo>
                    <a:lnTo>
                      <a:pt x="974" y="158"/>
                    </a:lnTo>
                    <a:lnTo>
                      <a:pt x="975" y="158"/>
                    </a:lnTo>
                    <a:lnTo>
                      <a:pt x="977" y="158"/>
                    </a:lnTo>
                    <a:lnTo>
                      <a:pt x="978" y="158"/>
                    </a:lnTo>
                    <a:lnTo>
                      <a:pt x="980" y="159"/>
                    </a:lnTo>
                    <a:lnTo>
                      <a:pt x="981" y="158"/>
                    </a:lnTo>
                    <a:lnTo>
                      <a:pt x="982" y="159"/>
                    </a:lnTo>
                    <a:lnTo>
                      <a:pt x="984" y="159"/>
                    </a:lnTo>
                    <a:lnTo>
                      <a:pt x="985" y="158"/>
                    </a:lnTo>
                    <a:lnTo>
                      <a:pt x="986" y="157"/>
                    </a:lnTo>
                    <a:lnTo>
                      <a:pt x="988" y="157"/>
                    </a:lnTo>
                    <a:lnTo>
                      <a:pt x="989" y="156"/>
                    </a:lnTo>
                    <a:lnTo>
                      <a:pt x="990" y="157"/>
                    </a:lnTo>
                    <a:lnTo>
                      <a:pt x="992" y="157"/>
                    </a:lnTo>
                    <a:lnTo>
                      <a:pt x="993" y="157"/>
                    </a:lnTo>
                    <a:lnTo>
                      <a:pt x="995" y="158"/>
                    </a:lnTo>
                    <a:lnTo>
                      <a:pt x="996" y="158"/>
                    </a:lnTo>
                    <a:lnTo>
                      <a:pt x="997" y="158"/>
                    </a:lnTo>
                    <a:lnTo>
                      <a:pt x="999" y="157"/>
                    </a:lnTo>
                    <a:lnTo>
                      <a:pt x="1000" y="157"/>
                    </a:lnTo>
                    <a:lnTo>
                      <a:pt x="1001" y="157"/>
                    </a:lnTo>
                    <a:lnTo>
                      <a:pt x="1003" y="157"/>
                    </a:lnTo>
                    <a:lnTo>
                      <a:pt x="1004" y="156"/>
                    </a:lnTo>
                    <a:lnTo>
                      <a:pt x="1005" y="156"/>
                    </a:lnTo>
                    <a:lnTo>
                      <a:pt x="1007" y="156"/>
                    </a:lnTo>
                    <a:lnTo>
                      <a:pt x="1008" y="156"/>
                    </a:lnTo>
                    <a:lnTo>
                      <a:pt x="1009" y="155"/>
                    </a:lnTo>
                    <a:lnTo>
                      <a:pt x="1011" y="156"/>
                    </a:lnTo>
                    <a:lnTo>
                      <a:pt x="1012" y="155"/>
                    </a:lnTo>
                    <a:lnTo>
                      <a:pt x="1014" y="154"/>
                    </a:lnTo>
                    <a:lnTo>
                      <a:pt x="1015" y="154"/>
                    </a:lnTo>
                    <a:lnTo>
                      <a:pt x="1016" y="154"/>
                    </a:lnTo>
                    <a:lnTo>
                      <a:pt x="1018" y="154"/>
                    </a:lnTo>
                    <a:lnTo>
                      <a:pt x="1019" y="153"/>
                    </a:lnTo>
                    <a:lnTo>
                      <a:pt x="1020" y="153"/>
                    </a:lnTo>
                    <a:lnTo>
                      <a:pt x="1022" y="152"/>
                    </a:lnTo>
                    <a:lnTo>
                      <a:pt x="1023" y="152"/>
                    </a:lnTo>
                    <a:lnTo>
                      <a:pt x="1024" y="151"/>
                    </a:lnTo>
                    <a:lnTo>
                      <a:pt x="1026" y="151"/>
                    </a:lnTo>
                    <a:lnTo>
                      <a:pt x="1027" y="150"/>
                    </a:lnTo>
                    <a:lnTo>
                      <a:pt x="1029" y="149"/>
                    </a:lnTo>
                    <a:lnTo>
                      <a:pt x="1030" y="150"/>
                    </a:lnTo>
                    <a:lnTo>
                      <a:pt x="1031" y="149"/>
                    </a:lnTo>
                    <a:lnTo>
                      <a:pt x="1033" y="149"/>
                    </a:lnTo>
                    <a:lnTo>
                      <a:pt x="1034" y="147"/>
                    </a:lnTo>
                    <a:lnTo>
                      <a:pt x="1035" y="148"/>
                    </a:lnTo>
                    <a:lnTo>
                      <a:pt x="1037" y="148"/>
                    </a:lnTo>
                    <a:lnTo>
                      <a:pt x="1038" y="147"/>
                    </a:lnTo>
                    <a:lnTo>
                      <a:pt x="1039" y="146"/>
                    </a:lnTo>
                    <a:lnTo>
                      <a:pt x="1041" y="145"/>
                    </a:lnTo>
                    <a:lnTo>
                      <a:pt x="1042" y="146"/>
                    </a:lnTo>
                    <a:lnTo>
                      <a:pt x="1043" y="146"/>
                    </a:lnTo>
                    <a:lnTo>
                      <a:pt x="1045" y="146"/>
                    </a:lnTo>
                    <a:lnTo>
                      <a:pt x="1046" y="146"/>
                    </a:lnTo>
                    <a:lnTo>
                      <a:pt x="1048" y="147"/>
                    </a:lnTo>
                    <a:lnTo>
                      <a:pt x="1049" y="148"/>
                    </a:lnTo>
                    <a:lnTo>
                      <a:pt x="1050" y="148"/>
                    </a:lnTo>
                    <a:lnTo>
                      <a:pt x="1052" y="148"/>
                    </a:lnTo>
                    <a:lnTo>
                      <a:pt x="1053" y="148"/>
                    </a:lnTo>
                    <a:lnTo>
                      <a:pt x="1054" y="149"/>
                    </a:lnTo>
                    <a:lnTo>
                      <a:pt x="1056" y="148"/>
                    </a:lnTo>
                    <a:lnTo>
                      <a:pt x="1057" y="148"/>
                    </a:lnTo>
                    <a:lnTo>
                      <a:pt x="1058" y="148"/>
                    </a:lnTo>
                    <a:lnTo>
                      <a:pt x="1060" y="148"/>
                    </a:lnTo>
                    <a:lnTo>
                      <a:pt x="1061" y="147"/>
                    </a:lnTo>
                    <a:lnTo>
                      <a:pt x="1063" y="147"/>
                    </a:lnTo>
                    <a:lnTo>
                      <a:pt x="1064" y="147"/>
                    </a:lnTo>
                    <a:lnTo>
                      <a:pt x="1065" y="146"/>
                    </a:lnTo>
                    <a:lnTo>
                      <a:pt x="1067" y="145"/>
                    </a:lnTo>
                    <a:lnTo>
                      <a:pt x="1068" y="144"/>
                    </a:lnTo>
                    <a:lnTo>
                      <a:pt x="1069" y="143"/>
                    </a:lnTo>
                    <a:lnTo>
                      <a:pt x="1071" y="143"/>
                    </a:lnTo>
                    <a:lnTo>
                      <a:pt x="1072" y="143"/>
                    </a:lnTo>
                    <a:lnTo>
                      <a:pt x="1073" y="143"/>
                    </a:lnTo>
                    <a:lnTo>
                      <a:pt x="1075" y="143"/>
                    </a:lnTo>
                    <a:lnTo>
                      <a:pt x="1076" y="143"/>
                    </a:lnTo>
                    <a:lnTo>
                      <a:pt x="1077" y="143"/>
                    </a:lnTo>
                    <a:lnTo>
                      <a:pt x="1079" y="143"/>
                    </a:lnTo>
                    <a:lnTo>
                      <a:pt x="1080" y="143"/>
                    </a:lnTo>
                    <a:lnTo>
                      <a:pt x="1082" y="143"/>
                    </a:lnTo>
                    <a:lnTo>
                      <a:pt x="1083" y="145"/>
                    </a:lnTo>
                    <a:lnTo>
                      <a:pt x="1084" y="145"/>
                    </a:lnTo>
                    <a:lnTo>
                      <a:pt x="1086" y="145"/>
                    </a:lnTo>
                    <a:lnTo>
                      <a:pt x="1087" y="146"/>
                    </a:lnTo>
                    <a:lnTo>
                      <a:pt x="1088" y="147"/>
                    </a:lnTo>
                    <a:lnTo>
                      <a:pt x="1090" y="147"/>
                    </a:lnTo>
                    <a:lnTo>
                      <a:pt x="1091" y="148"/>
                    </a:lnTo>
                    <a:lnTo>
                      <a:pt x="1092" y="148"/>
                    </a:lnTo>
                    <a:lnTo>
                      <a:pt x="1094" y="147"/>
                    </a:lnTo>
                    <a:lnTo>
                      <a:pt x="1095" y="147"/>
                    </a:lnTo>
                    <a:lnTo>
                      <a:pt x="1097" y="147"/>
                    </a:lnTo>
                    <a:lnTo>
                      <a:pt x="1098" y="147"/>
                    </a:lnTo>
                    <a:lnTo>
                      <a:pt x="1099" y="147"/>
                    </a:lnTo>
                    <a:lnTo>
                      <a:pt x="1101" y="146"/>
                    </a:lnTo>
                    <a:lnTo>
                      <a:pt x="1102" y="146"/>
                    </a:lnTo>
                    <a:lnTo>
                      <a:pt x="1103" y="146"/>
                    </a:lnTo>
                    <a:lnTo>
                      <a:pt x="1105" y="145"/>
                    </a:lnTo>
                    <a:lnTo>
                      <a:pt x="1106" y="145"/>
                    </a:lnTo>
                    <a:lnTo>
                      <a:pt x="1107" y="145"/>
                    </a:lnTo>
                    <a:lnTo>
                      <a:pt x="1109" y="146"/>
                    </a:lnTo>
                    <a:lnTo>
                      <a:pt x="1110" y="146"/>
                    </a:lnTo>
                    <a:lnTo>
                      <a:pt x="1111" y="146"/>
                    </a:lnTo>
                    <a:lnTo>
                      <a:pt x="1113" y="145"/>
                    </a:lnTo>
                    <a:lnTo>
                      <a:pt x="1114" y="146"/>
                    </a:lnTo>
                    <a:lnTo>
                      <a:pt x="1116" y="145"/>
                    </a:lnTo>
                    <a:lnTo>
                      <a:pt x="1117" y="144"/>
                    </a:lnTo>
                    <a:lnTo>
                      <a:pt x="1118" y="143"/>
                    </a:lnTo>
                    <a:lnTo>
                      <a:pt x="1120" y="143"/>
                    </a:lnTo>
                    <a:lnTo>
                      <a:pt x="1121" y="142"/>
                    </a:lnTo>
                    <a:lnTo>
                      <a:pt x="1122" y="143"/>
                    </a:lnTo>
                    <a:lnTo>
                      <a:pt x="1124" y="142"/>
                    </a:lnTo>
                    <a:lnTo>
                      <a:pt x="1125" y="142"/>
                    </a:lnTo>
                    <a:lnTo>
                      <a:pt x="1126" y="143"/>
                    </a:lnTo>
                    <a:lnTo>
                      <a:pt x="1128" y="143"/>
                    </a:lnTo>
                    <a:lnTo>
                      <a:pt x="1129" y="144"/>
                    </a:lnTo>
                    <a:lnTo>
                      <a:pt x="1131" y="144"/>
                    </a:lnTo>
                    <a:lnTo>
                      <a:pt x="1132" y="144"/>
                    </a:lnTo>
                    <a:lnTo>
                      <a:pt x="1133" y="145"/>
                    </a:lnTo>
                    <a:lnTo>
                      <a:pt x="1135" y="145"/>
                    </a:lnTo>
                    <a:lnTo>
                      <a:pt x="1136" y="145"/>
                    </a:lnTo>
                    <a:lnTo>
                      <a:pt x="1137" y="144"/>
                    </a:lnTo>
                    <a:lnTo>
                      <a:pt x="1139" y="144"/>
                    </a:lnTo>
                    <a:lnTo>
                      <a:pt x="1140" y="143"/>
                    </a:lnTo>
                    <a:lnTo>
                      <a:pt x="1141" y="142"/>
                    </a:lnTo>
                    <a:lnTo>
                      <a:pt x="1143" y="142"/>
                    </a:lnTo>
                    <a:lnTo>
                      <a:pt x="1144" y="142"/>
                    </a:lnTo>
                    <a:lnTo>
                      <a:pt x="1145" y="141"/>
                    </a:lnTo>
                    <a:lnTo>
                      <a:pt x="1147" y="141"/>
                    </a:lnTo>
                    <a:lnTo>
                      <a:pt x="1148" y="141"/>
                    </a:lnTo>
                    <a:lnTo>
                      <a:pt x="1150" y="140"/>
                    </a:lnTo>
                    <a:lnTo>
                      <a:pt x="1151" y="141"/>
                    </a:lnTo>
                    <a:lnTo>
                      <a:pt x="1152" y="140"/>
                    </a:lnTo>
                    <a:lnTo>
                      <a:pt x="1154" y="139"/>
                    </a:lnTo>
                    <a:lnTo>
                      <a:pt x="1155" y="139"/>
                    </a:lnTo>
                    <a:lnTo>
                      <a:pt x="1156" y="139"/>
                    </a:lnTo>
                    <a:lnTo>
                      <a:pt x="1158" y="139"/>
                    </a:lnTo>
                    <a:lnTo>
                      <a:pt x="1159" y="138"/>
                    </a:lnTo>
                    <a:lnTo>
                      <a:pt x="1160" y="138"/>
                    </a:lnTo>
                    <a:lnTo>
                      <a:pt x="1162" y="138"/>
                    </a:lnTo>
                    <a:lnTo>
                      <a:pt x="1163" y="138"/>
                    </a:lnTo>
                    <a:lnTo>
                      <a:pt x="1165" y="138"/>
                    </a:lnTo>
                    <a:lnTo>
                      <a:pt x="1166" y="139"/>
                    </a:lnTo>
                    <a:lnTo>
                      <a:pt x="1167" y="139"/>
                    </a:lnTo>
                    <a:lnTo>
                      <a:pt x="1169" y="139"/>
                    </a:lnTo>
                    <a:lnTo>
                      <a:pt x="1170" y="140"/>
                    </a:lnTo>
                    <a:lnTo>
                      <a:pt x="1171" y="141"/>
                    </a:lnTo>
                    <a:lnTo>
                      <a:pt x="1173" y="140"/>
                    </a:lnTo>
                    <a:lnTo>
                      <a:pt x="1174" y="140"/>
                    </a:lnTo>
                    <a:lnTo>
                      <a:pt x="1175" y="140"/>
                    </a:lnTo>
                    <a:lnTo>
                      <a:pt x="1177" y="140"/>
                    </a:lnTo>
                    <a:lnTo>
                      <a:pt x="1178" y="140"/>
                    </a:lnTo>
                    <a:lnTo>
                      <a:pt x="1179" y="141"/>
                    </a:lnTo>
                    <a:lnTo>
                      <a:pt x="1181" y="141"/>
                    </a:lnTo>
                    <a:lnTo>
                      <a:pt x="1182" y="141"/>
                    </a:lnTo>
                    <a:lnTo>
                      <a:pt x="1184" y="142"/>
                    </a:lnTo>
                    <a:lnTo>
                      <a:pt x="1185" y="142"/>
                    </a:lnTo>
                    <a:lnTo>
                      <a:pt x="1186" y="142"/>
                    </a:lnTo>
                    <a:lnTo>
                      <a:pt x="1188" y="143"/>
                    </a:lnTo>
                    <a:lnTo>
                      <a:pt x="1189" y="142"/>
                    </a:lnTo>
                    <a:lnTo>
                      <a:pt x="1190" y="142"/>
                    </a:lnTo>
                    <a:lnTo>
                      <a:pt x="1192" y="142"/>
                    </a:lnTo>
                    <a:lnTo>
                      <a:pt x="1193" y="142"/>
                    </a:lnTo>
                    <a:lnTo>
                      <a:pt x="1194" y="142"/>
                    </a:lnTo>
                    <a:lnTo>
                      <a:pt x="1196" y="142"/>
                    </a:lnTo>
                    <a:lnTo>
                      <a:pt x="1197" y="142"/>
                    </a:lnTo>
                    <a:lnTo>
                      <a:pt x="1199" y="141"/>
                    </a:lnTo>
                    <a:lnTo>
                      <a:pt x="1200" y="141"/>
                    </a:lnTo>
                    <a:lnTo>
                      <a:pt x="1201" y="141"/>
                    </a:lnTo>
                    <a:lnTo>
                      <a:pt x="1203" y="139"/>
                    </a:lnTo>
                    <a:lnTo>
                      <a:pt x="1204" y="139"/>
                    </a:lnTo>
                    <a:lnTo>
                      <a:pt x="1205" y="139"/>
                    </a:lnTo>
                    <a:lnTo>
                      <a:pt x="1207" y="139"/>
                    </a:lnTo>
                    <a:lnTo>
                      <a:pt x="1208" y="139"/>
                    </a:lnTo>
                    <a:lnTo>
                      <a:pt x="1209" y="139"/>
                    </a:lnTo>
                    <a:lnTo>
                      <a:pt x="1211" y="139"/>
                    </a:lnTo>
                    <a:lnTo>
                      <a:pt x="1212" y="140"/>
                    </a:lnTo>
                    <a:lnTo>
                      <a:pt x="1213" y="141"/>
                    </a:lnTo>
                    <a:lnTo>
                      <a:pt x="1215" y="141"/>
                    </a:lnTo>
                    <a:lnTo>
                      <a:pt x="1216" y="141"/>
                    </a:lnTo>
                    <a:lnTo>
                      <a:pt x="1218" y="140"/>
                    </a:lnTo>
                    <a:lnTo>
                      <a:pt x="1219" y="140"/>
                    </a:lnTo>
                    <a:lnTo>
                      <a:pt x="1220" y="140"/>
                    </a:lnTo>
                    <a:lnTo>
                      <a:pt x="1222" y="139"/>
                    </a:lnTo>
                    <a:lnTo>
                      <a:pt x="1223" y="139"/>
                    </a:lnTo>
                    <a:lnTo>
                      <a:pt x="1224" y="139"/>
                    </a:lnTo>
                    <a:lnTo>
                      <a:pt x="1226" y="139"/>
                    </a:lnTo>
                    <a:lnTo>
                      <a:pt x="1227" y="139"/>
                    </a:lnTo>
                    <a:lnTo>
                      <a:pt x="1228" y="139"/>
                    </a:lnTo>
                    <a:lnTo>
                      <a:pt x="1230" y="140"/>
                    </a:lnTo>
                    <a:lnTo>
                      <a:pt x="1231" y="140"/>
                    </a:lnTo>
                    <a:lnTo>
                      <a:pt x="1233" y="140"/>
                    </a:lnTo>
                    <a:lnTo>
                      <a:pt x="1234" y="140"/>
                    </a:lnTo>
                    <a:lnTo>
                      <a:pt x="1235" y="139"/>
                    </a:lnTo>
                    <a:lnTo>
                      <a:pt x="1237" y="140"/>
                    </a:lnTo>
                    <a:lnTo>
                      <a:pt x="1238" y="139"/>
                    </a:lnTo>
                    <a:lnTo>
                      <a:pt x="1239" y="138"/>
                    </a:lnTo>
                    <a:lnTo>
                      <a:pt x="1241" y="138"/>
                    </a:lnTo>
                    <a:lnTo>
                      <a:pt x="1242" y="138"/>
                    </a:lnTo>
                    <a:lnTo>
                      <a:pt x="1243" y="137"/>
                    </a:lnTo>
                    <a:lnTo>
                      <a:pt x="1245" y="137"/>
                    </a:lnTo>
                    <a:lnTo>
                      <a:pt x="1246" y="139"/>
                    </a:lnTo>
                    <a:lnTo>
                      <a:pt x="1247" y="138"/>
                    </a:lnTo>
                    <a:lnTo>
                      <a:pt x="1249" y="139"/>
                    </a:lnTo>
                    <a:lnTo>
                      <a:pt x="1250" y="140"/>
                    </a:lnTo>
                    <a:lnTo>
                      <a:pt x="1252" y="140"/>
                    </a:lnTo>
                    <a:lnTo>
                      <a:pt x="1253" y="140"/>
                    </a:lnTo>
                    <a:lnTo>
                      <a:pt x="1254" y="139"/>
                    </a:lnTo>
                    <a:lnTo>
                      <a:pt x="1256" y="139"/>
                    </a:lnTo>
                    <a:lnTo>
                      <a:pt x="1257" y="139"/>
                    </a:lnTo>
                    <a:lnTo>
                      <a:pt x="1258" y="138"/>
                    </a:lnTo>
                    <a:lnTo>
                      <a:pt x="1260" y="138"/>
                    </a:lnTo>
                    <a:lnTo>
                      <a:pt x="1261" y="137"/>
                    </a:lnTo>
                    <a:lnTo>
                      <a:pt x="1262" y="137"/>
                    </a:lnTo>
                    <a:lnTo>
                      <a:pt x="1264" y="138"/>
                    </a:lnTo>
                    <a:lnTo>
                      <a:pt x="1265" y="138"/>
                    </a:lnTo>
                    <a:lnTo>
                      <a:pt x="1267" y="138"/>
                    </a:lnTo>
                    <a:lnTo>
                      <a:pt x="1268" y="138"/>
                    </a:lnTo>
                    <a:lnTo>
                      <a:pt x="1269" y="137"/>
                    </a:lnTo>
                    <a:lnTo>
                      <a:pt x="1271" y="138"/>
                    </a:lnTo>
                    <a:lnTo>
                      <a:pt x="1272" y="138"/>
                    </a:lnTo>
                    <a:lnTo>
                      <a:pt x="1273" y="137"/>
                    </a:lnTo>
                    <a:lnTo>
                      <a:pt x="1275" y="135"/>
                    </a:lnTo>
                    <a:lnTo>
                      <a:pt x="1276" y="135"/>
                    </a:lnTo>
                    <a:lnTo>
                      <a:pt x="1277" y="136"/>
                    </a:lnTo>
                    <a:lnTo>
                      <a:pt x="1279" y="135"/>
                    </a:lnTo>
                    <a:lnTo>
                      <a:pt x="1280" y="137"/>
                    </a:lnTo>
                    <a:lnTo>
                      <a:pt x="1281" y="137"/>
                    </a:lnTo>
                    <a:lnTo>
                      <a:pt x="1283" y="138"/>
                    </a:lnTo>
                    <a:lnTo>
                      <a:pt x="1284" y="138"/>
                    </a:lnTo>
                    <a:lnTo>
                      <a:pt x="1286" y="139"/>
                    </a:lnTo>
                    <a:lnTo>
                      <a:pt x="1287" y="138"/>
                    </a:lnTo>
                    <a:lnTo>
                      <a:pt x="1288" y="139"/>
                    </a:lnTo>
                    <a:lnTo>
                      <a:pt x="1290" y="138"/>
                    </a:lnTo>
                    <a:lnTo>
                      <a:pt x="1291" y="138"/>
                    </a:lnTo>
                    <a:lnTo>
                      <a:pt x="1292" y="139"/>
                    </a:lnTo>
                    <a:lnTo>
                      <a:pt x="1294" y="139"/>
                    </a:lnTo>
                    <a:lnTo>
                      <a:pt x="1295" y="140"/>
                    </a:lnTo>
                    <a:lnTo>
                      <a:pt x="1296" y="140"/>
                    </a:lnTo>
                    <a:lnTo>
                      <a:pt x="1298" y="142"/>
                    </a:lnTo>
                    <a:lnTo>
                      <a:pt x="1299" y="142"/>
                    </a:lnTo>
                    <a:lnTo>
                      <a:pt x="1301" y="143"/>
                    </a:lnTo>
                    <a:lnTo>
                      <a:pt x="1302" y="143"/>
                    </a:lnTo>
                    <a:lnTo>
                      <a:pt x="1303" y="142"/>
                    </a:lnTo>
                    <a:lnTo>
                      <a:pt x="1305" y="143"/>
                    </a:lnTo>
                    <a:lnTo>
                      <a:pt x="1306" y="142"/>
                    </a:lnTo>
                    <a:lnTo>
                      <a:pt x="1307" y="141"/>
                    </a:lnTo>
                    <a:lnTo>
                      <a:pt x="1309" y="140"/>
                    </a:lnTo>
                    <a:lnTo>
                      <a:pt x="1310" y="139"/>
                    </a:lnTo>
                    <a:lnTo>
                      <a:pt x="1311" y="138"/>
                    </a:lnTo>
                    <a:lnTo>
                      <a:pt x="1313" y="137"/>
                    </a:lnTo>
                    <a:lnTo>
                      <a:pt x="1314" y="137"/>
                    </a:lnTo>
                    <a:lnTo>
                      <a:pt x="1315" y="136"/>
                    </a:lnTo>
                    <a:lnTo>
                      <a:pt x="1317" y="135"/>
                    </a:lnTo>
                    <a:lnTo>
                      <a:pt x="1318" y="134"/>
                    </a:lnTo>
                    <a:lnTo>
                      <a:pt x="1320" y="135"/>
                    </a:lnTo>
                    <a:lnTo>
                      <a:pt x="1321" y="135"/>
                    </a:lnTo>
                    <a:lnTo>
                      <a:pt x="1322" y="134"/>
                    </a:lnTo>
                    <a:lnTo>
                      <a:pt x="1324" y="134"/>
                    </a:lnTo>
                    <a:lnTo>
                      <a:pt x="1325" y="134"/>
                    </a:lnTo>
                    <a:lnTo>
                      <a:pt x="1326" y="135"/>
                    </a:lnTo>
                    <a:lnTo>
                      <a:pt x="1328" y="137"/>
                    </a:lnTo>
                    <a:lnTo>
                      <a:pt x="1329" y="137"/>
                    </a:lnTo>
                    <a:lnTo>
                      <a:pt x="1330" y="138"/>
                    </a:lnTo>
                    <a:lnTo>
                      <a:pt x="1332" y="138"/>
                    </a:lnTo>
                    <a:lnTo>
                      <a:pt x="1333" y="138"/>
                    </a:lnTo>
                    <a:lnTo>
                      <a:pt x="1335" y="138"/>
                    </a:lnTo>
                    <a:lnTo>
                      <a:pt x="1336" y="138"/>
                    </a:lnTo>
                    <a:lnTo>
                      <a:pt x="1337" y="137"/>
                    </a:lnTo>
                    <a:lnTo>
                      <a:pt x="1339" y="137"/>
                    </a:lnTo>
                    <a:lnTo>
                      <a:pt x="1340" y="137"/>
                    </a:lnTo>
                    <a:lnTo>
                      <a:pt x="1341" y="138"/>
                    </a:lnTo>
                    <a:lnTo>
                      <a:pt x="1343" y="137"/>
                    </a:lnTo>
                    <a:lnTo>
                      <a:pt x="1344" y="137"/>
                    </a:lnTo>
                    <a:lnTo>
                      <a:pt x="1345" y="136"/>
                    </a:lnTo>
                    <a:lnTo>
                      <a:pt x="1347" y="136"/>
                    </a:lnTo>
                    <a:lnTo>
                      <a:pt x="1348" y="136"/>
                    </a:lnTo>
                    <a:lnTo>
                      <a:pt x="1349" y="136"/>
                    </a:lnTo>
                    <a:lnTo>
                      <a:pt x="1351" y="136"/>
                    </a:lnTo>
                    <a:lnTo>
                      <a:pt x="1352" y="135"/>
                    </a:lnTo>
                    <a:lnTo>
                      <a:pt x="1354" y="135"/>
                    </a:lnTo>
                    <a:lnTo>
                      <a:pt x="1355" y="135"/>
                    </a:lnTo>
                    <a:lnTo>
                      <a:pt x="1356" y="135"/>
                    </a:lnTo>
                    <a:lnTo>
                      <a:pt x="1358" y="136"/>
                    </a:lnTo>
                    <a:lnTo>
                      <a:pt x="1359" y="135"/>
                    </a:lnTo>
                    <a:lnTo>
                      <a:pt x="1360" y="135"/>
                    </a:lnTo>
                    <a:lnTo>
                      <a:pt x="1362" y="134"/>
                    </a:lnTo>
                    <a:lnTo>
                      <a:pt x="1363" y="134"/>
                    </a:lnTo>
                    <a:lnTo>
                      <a:pt x="1364" y="134"/>
                    </a:lnTo>
                    <a:lnTo>
                      <a:pt x="1366" y="133"/>
                    </a:lnTo>
                    <a:lnTo>
                      <a:pt x="1367" y="134"/>
                    </a:lnTo>
                    <a:lnTo>
                      <a:pt x="1369" y="133"/>
                    </a:lnTo>
                    <a:lnTo>
                      <a:pt x="1370" y="133"/>
                    </a:lnTo>
                    <a:lnTo>
                      <a:pt x="1371" y="133"/>
                    </a:lnTo>
                    <a:lnTo>
                      <a:pt x="1373" y="132"/>
                    </a:lnTo>
                    <a:lnTo>
                      <a:pt x="1374" y="132"/>
                    </a:lnTo>
                    <a:lnTo>
                      <a:pt x="1375" y="131"/>
                    </a:lnTo>
                    <a:lnTo>
                      <a:pt x="1377" y="131"/>
                    </a:lnTo>
                    <a:lnTo>
                      <a:pt x="1378" y="130"/>
                    </a:lnTo>
                    <a:lnTo>
                      <a:pt x="1379" y="130"/>
                    </a:lnTo>
                    <a:lnTo>
                      <a:pt x="1381" y="130"/>
                    </a:lnTo>
                    <a:lnTo>
                      <a:pt x="1382" y="131"/>
                    </a:lnTo>
                    <a:lnTo>
                      <a:pt x="1383" y="132"/>
                    </a:lnTo>
                    <a:lnTo>
                      <a:pt x="1385" y="133"/>
                    </a:lnTo>
                    <a:lnTo>
                      <a:pt x="1386" y="133"/>
                    </a:lnTo>
                    <a:lnTo>
                      <a:pt x="1388" y="133"/>
                    </a:lnTo>
                    <a:lnTo>
                      <a:pt x="1389" y="134"/>
                    </a:lnTo>
                    <a:lnTo>
                      <a:pt x="1390" y="134"/>
                    </a:lnTo>
                    <a:lnTo>
                      <a:pt x="1392" y="133"/>
                    </a:lnTo>
                    <a:lnTo>
                      <a:pt x="1393" y="133"/>
                    </a:lnTo>
                    <a:lnTo>
                      <a:pt x="1394" y="131"/>
                    </a:lnTo>
                    <a:lnTo>
                      <a:pt x="1396" y="130"/>
                    </a:lnTo>
                    <a:lnTo>
                      <a:pt x="1397" y="129"/>
                    </a:lnTo>
                    <a:lnTo>
                      <a:pt x="1398" y="129"/>
                    </a:lnTo>
                    <a:lnTo>
                      <a:pt x="1400" y="128"/>
                    </a:lnTo>
                    <a:lnTo>
                      <a:pt x="1401" y="126"/>
                    </a:lnTo>
                    <a:lnTo>
                      <a:pt x="1403" y="128"/>
                    </a:lnTo>
                    <a:lnTo>
                      <a:pt x="1404" y="128"/>
                    </a:lnTo>
                    <a:lnTo>
                      <a:pt x="1405" y="128"/>
                    </a:lnTo>
                    <a:lnTo>
                      <a:pt x="1407" y="128"/>
                    </a:lnTo>
                    <a:lnTo>
                      <a:pt x="1408" y="128"/>
                    </a:lnTo>
                    <a:lnTo>
                      <a:pt x="1409" y="128"/>
                    </a:lnTo>
                    <a:lnTo>
                      <a:pt x="1411" y="128"/>
                    </a:lnTo>
                    <a:lnTo>
                      <a:pt x="1412" y="129"/>
                    </a:lnTo>
                    <a:lnTo>
                      <a:pt x="1413" y="129"/>
                    </a:lnTo>
                    <a:lnTo>
                      <a:pt x="1415" y="129"/>
                    </a:lnTo>
                    <a:lnTo>
                      <a:pt x="1416" y="129"/>
                    </a:lnTo>
                    <a:lnTo>
                      <a:pt x="1417" y="128"/>
                    </a:lnTo>
                    <a:lnTo>
                      <a:pt x="1419" y="129"/>
                    </a:lnTo>
                    <a:lnTo>
                      <a:pt x="1420" y="128"/>
                    </a:lnTo>
                    <a:lnTo>
                      <a:pt x="1422" y="127"/>
                    </a:lnTo>
                    <a:lnTo>
                      <a:pt x="1423" y="126"/>
                    </a:lnTo>
                    <a:lnTo>
                      <a:pt x="1424" y="128"/>
                    </a:lnTo>
                    <a:lnTo>
                      <a:pt x="1426" y="127"/>
                    </a:lnTo>
                    <a:lnTo>
                      <a:pt x="1427" y="127"/>
                    </a:lnTo>
                    <a:lnTo>
                      <a:pt x="1428" y="126"/>
                    </a:lnTo>
                    <a:lnTo>
                      <a:pt x="1430" y="128"/>
                    </a:lnTo>
                    <a:lnTo>
                      <a:pt x="1431" y="127"/>
                    </a:lnTo>
                    <a:lnTo>
                      <a:pt x="1432" y="128"/>
                    </a:lnTo>
                    <a:lnTo>
                      <a:pt x="1434" y="128"/>
                    </a:lnTo>
                    <a:lnTo>
                      <a:pt x="1435" y="129"/>
                    </a:lnTo>
                    <a:lnTo>
                      <a:pt x="1437" y="128"/>
                    </a:lnTo>
                    <a:lnTo>
                      <a:pt x="1438" y="128"/>
                    </a:lnTo>
                    <a:lnTo>
                      <a:pt x="1439" y="128"/>
                    </a:lnTo>
                    <a:lnTo>
                      <a:pt x="1441" y="128"/>
                    </a:lnTo>
                    <a:lnTo>
                      <a:pt x="1442" y="128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5"/>
              <p:cNvSpPr/>
              <p:nvPr/>
            </p:nvSpPr>
            <p:spPr>
              <a:xfrm flipH="1" rot="10800000">
                <a:off x="6745288" y="1366838"/>
                <a:ext cx="3810000" cy="1492250"/>
              </a:xfrm>
              <a:custGeom>
                <a:rect b="b" l="l" r="r" t="t"/>
                <a:pathLst>
                  <a:path extrusionOk="0" h="677" w="1442">
                    <a:moveTo>
                      <a:pt x="0" y="4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4" y="2"/>
                    </a:lnTo>
                    <a:lnTo>
                      <a:pt x="6" y="3"/>
                    </a:lnTo>
                    <a:lnTo>
                      <a:pt x="7" y="4"/>
                    </a:lnTo>
                    <a:lnTo>
                      <a:pt x="9" y="4"/>
                    </a:lnTo>
                    <a:lnTo>
                      <a:pt x="10" y="5"/>
                    </a:lnTo>
                    <a:lnTo>
                      <a:pt x="11" y="6"/>
                    </a:lnTo>
                    <a:lnTo>
                      <a:pt x="13" y="5"/>
                    </a:lnTo>
                    <a:lnTo>
                      <a:pt x="14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18" y="5"/>
                    </a:lnTo>
                    <a:lnTo>
                      <a:pt x="19" y="6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3" y="4"/>
                    </a:lnTo>
                    <a:lnTo>
                      <a:pt x="25" y="3"/>
                    </a:lnTo>
                    <a:lnTo>
                      <a:pt x="26" y="4"/>
                    </a:lnTo>
                    <a:lnTo>
                      <a:pt x="28" y="4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2" y="3"/>
                    </a:lnTo>
                    <a:lnTo>
                      <a:pt x="33" y="4"/>
                    </a:lnTo>
                    <a:lnTo>
                      <a:pt x="34" y="4"/>
                    </a:lnTo>
                    <a:lnTo>
                      <a:pt x="36" y="3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40" y="6"/>
                    </a:lnTo>
                    <a:lnTo>
                      <a:pt x="41" y="4"/>
                    </a:lnTo>
                    <a:lnTo>
                      <a:pt x="43" y="4"/>
                    </a:lnTo>
                    <a:lnTo>
                      <a:pt x="44" y="4"/>
                    </a:lnTo>
                    <a:lnTo>
                      <a:pt x="45" y="4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9" y="4"/>
                    </a:lnTo>
                    <a:lnTo>
                      <a:pt x="51" y="5"/>
                    </a:lnTo>
                    <a:lnTo>
                      <a:pt x="52" y="5"/>
                    </a:lnTo>
                    <a:lnTo>
                      <a:pt x="53" y="6"/>
                    </a:lnTo>
                    <a:lnTo>
                      <a:pt x="55" y="5"/>
                    </a:lnTo>
                    <a:lnTo>
                      <a:pt x="56" y="5"/>
                    </a:lnTo>
                    <a:lnTo>
                      <a:pt x="57" y="6"/>
                    </a:lnTo>
                    <a:lnTo>
                      <a:pt x="59" y="7"/>
                    </a:lnTo>
                    <a:lnTo>
                      <a:pt x="60" y="7"/>
                    </a:lnTo>
                    <a:lnTo>
                      <a:pt x="62" y="8"/>
                    </a:lnTo>
                    <a:lnTo>
                      <a:pt x="63" y="7"/>
                    </a:lnTo>
                    <a:lnTo>
                      <a:pt x="64" y="7"/>
                    </a:lnTo>
                    <a:lnTo>
                      <a:pt x="66" y="8"/>
                    </a:lnTo>
                    <a:lnTo>
                      <a:pt x="67" y="7"/>
                    </a:lnTo>
                    <a:lnTo>
                      <a:pt x="68" y="7"/>
                    </a:lnTo>
                    <a:lnTo>
                      <a:pt x="70" y="7"/>
                    </a:lnTo>
                    <a:lnTo>
                      <a:pt x="71" y="7"/>
                    </a:lnTo>
                    <a:lnTo>
                      <a:pt x="72" y="7"/>
                    </a:lnTo>
                    <a:lnTo>
                      <a:pt x="74" y="9"/>
                    </a:lnTo>
                    <a:lnTo>
                      <a:pt x="75" y="9"/>
                    </a:lnTo>
                    <a:lnTo>
                      <a:pt x="77" y="10"/>
                    </a:lnTo>
                    <a:lnTo>
                      <a:pt x="78" y="10"/>
                    </a:lnTo>
                    <a:lnTo>
                      <a:pt x="79" y="10"/>
                    </a:lnTo>
                    <a:lnTo>
                      <a:pt x="81" y="9"/>
                    </a:lnTo>
                    <a:lnTo>
                      <a:pt x="82" y="9"/>
                    </a:lnTo>
                    <a:lnTo>
                      <a:pt x="83" y="8"/>
                    </a:lnTo>
                    <a:lnTo>
                      <a:pt x="85" y="7"/>
                    </a:lnTo>
                    <a:lnTo>
                      <a:pt x="86" y="6"/>
                    </a:lnTo>
                    <a:lnTo>
                      <a:pt x="87" y="7"/>
                    </a:lnTo>
                    <a:lnTo>
                      <a:pt x="89" y="7"/>
                    </a:lnTo>
                    <a:lnTo>
                      <a:pt x="90" y="7"/>
                    </a:lnTo>
                    <a:lnTo>
                      <a:pt x="91" y="8"/>
                    </a:lnTo>
                    <a:lnTo>
                      <a:pt x="93" y="9"/>
                    </a:lnTo>
                    <a:lnTo>
                      <a:pt x="94" y="9"/>
                    </a:lnTo>
                    <a:lnTo>
                      <a:pt x="96" y="10"/>
                    </a:lnTo>
                    <a:lnTo>
                      <a:pt x="97" y="10"/>
                    </a:lnTo>
                    <a:lnTo>
                      <a:pt x="98" y="10"/>
                    </a:lnTo>
                    <a:lnTo>
                      <a:pt x="100" y="11"/>
                    </a:lnTo>
                    <a:lnTo>
                      <a:pt x="101" y="11"/>
                    </a:lnTo>
                    <a:lnTo>
                      <a:pt x="102" y="11"/>
                    </a:lnTo>
                    <a:lnTo>
                      <a:pt x="104" y="11"/>
                    </a:lnTo>
                    <a:lnTo>
                      <a:pt x="105" y="10"/>
                    </a:lnTo>
                    <a:lnTo>
                      <a:pt x="106" y="10"/>
                    </a:lnTo>
                    <a:lnTo>
                      <a:pt x="108" y="10"/>
                    </a:lnTo>
                    <a:lnTo>
                      <a:pt x="109" y="9"/>
                    </a:lnTo>
                    <a:lnTo>
                      <a:pt x="111" y="8"/>
                    </a:lnTo>
                    <a:lnTo>
                      <a:pt x="112" y="9"/>
                    </a:lnTo>
                    <a:lnTo>
                      <a:pt x="113" y="10"/>
                    </a:lnTo>
                    <a:lnTo>
                      <a:pt x="115" y="11"/>
                    </a:lnTo>
                    <a:lnTo>
                      <a:pt x="116" y="7"/>
                    </a:lnTo>
                    <a:lnTo>
                      <a:pt x="117" y="3"/>
                    </a:lnTo>
                    <a:lnTo>
                      <a:pt x="119" y="235"/>
                    </a:lnTo>
                    <a:lnTo>
                      <a:pt x="120" y="428"/>
                    </a:lnTo>
                    <a:lnTo>
                      <a:pt x="121" y="443"/>
                    </a:lnTo>
                    <a:lnTo>
                      <a:pt x="123" y="456"/>
                    </a:lnTo>
                    <a:lnTo>
                      <a:pt x="124" y="462"/>
                    </a:lnTo>
                    <a:lnTo>
                      <a:pt x="125" y="467"/>
                    </a:lnTo>
                    <a:lnTo>
                      <a:pt x="127" y="471"/>
                    </a:lnTo>
                    <a:lnTo>
                      <a:pt x="128" y="474"/>
                    </a:lnTo>
                    <a:lnTo>
                      <a:pt x="130" y="477"/>
                    </a:lnTo>
                    <a:lnTo>
                      <a:pt x="131" y="480"/>
                    </a:lnTo>
                    <a:lnTo>
                      <a:pt x="132" y="482"/>
                    </a:lnTo>
                    <a:lnTo>
                      <a:pt x="134" y="484"/>
                    </a:lnTo>
                    <a:lnTo>
                      <a:pt x="135" y="487"/>
                    </a:lnTo>
                    <a:lnTo>
                      <a:pt x="136" y="489"/>
                    </a:lnTo>
                    <a:lnTo>
                      <a:pt x="138" y="491"/>
                    </a:lnTo>
                    <a:lnTo>
                      <a:pt x="139" y="494"/>
                    </a:lnTo>
                    <a:lnTo>
                      <a:pt x="140" y="498"/>
                    </a:lnTo>
                    <a:lnTo>
                      <a:pt x="142" y="500"/>
                    </a:lnTo>
                    <a:lnTo>
                      <a:pt x="143" y="502"/>
                    </a:lnTo>
                    <a:lnTo>
                      <a:pt x="145" y="506"/>
                    </a:lnTo>
                    <a:lnTo>
                      <a:pt x="146" y="509"/>
                    </a:lnTo>
                    <a:lnTo>
                      <a:pt x="147" y="511"/>
                    </a:lnTo>
                    <a:lnTo>
                      <a:pt x="149" y="513"/>
                    </a:lnTo>
                    <a:lnTo>
                      <a:pt x="150" y="514"/>
                    </a:lnTo>
                    <a:lnTo>
                      <a:pt x="151" y="515"/>
                    </a:lnTo>
                    <a:lnTo>
                      <a:pt x="153" y="517"/>
                    </a:lnTo>
                    <a:lnTo>
                      <a:pt x="154" y="518"/>
                    </a:lnTo>
                    <a:lnTo>
                      <a:pt x="155" y="519"/>
                    </a:lnTo>
                    <a:lnTo>
                      <a:pt x="157" y="521"/>
                    </a:lnTo>
                    <a:lnTo>
                      <a:pt x="158" y="523"/>
                    </a:lnTo>
                    <a:lnTo>
                      <a:pt x="159" y="525"/>
                    </a:lnTo>
                    <a:lnTo>
                      <a:pt x="161" y="526"/>
                    </a:lnTo>
                    <a:lnTo>
                      <a:pt x="162" y="527"/>
                    </a:lnTo>
                    <a:lnTo>
                      <a:pt x="164" y="528"/>
                    </a:lnTo>
                    <a:lnTo>
                      <a:pt x="165" y="529"/>
                    </a:lnTo>
                    <a:lnTo>
                      <a:pt x="166" y="531"/>
                    </a:lnTo>
                    <a:lnTo>
                      <a:pt x="168" y="531"/>
                    </a:lnTo>
                    <a:lnTo>
                      <a:pt x="169" y="533"/>
                    </a:lnTo>
                    <a:lnTo>
                      <a:pt x="170" y="535"/>
                    </a:lnTo>
                    <a:lnTo>
                      <a:pt x="172" y="537"/>
                    </a:lnTo>
                    <a:lnTo>
                      <a:pt x="173" y="539"/>
                    </a:lnTo>
                    <a:lnTo>
                      <a:pt x="174" y="540"/>
                    </a:lnTo>
                    <a:lnTo>
                      <a:pt x="176" y="542"/>
                    </a:lnTo>
                    <a:lnTo>
                      <a:pt x="177" y="544"/>
                    </a:lnTo>
                    <a:lnTo>
                      <a:pt x="179" y="546"/>
                    </a:lnTo>
                    <a:lnTo>
                      <a:pt x="180" y="549"/>
                    </a:lnTo>
                    <a:lnTo>
                      <a:pt x="181" y="549"/>
                    </a:lnTo>
                    <a:lnTo>
                      <a:pt x="183" y="551"/>
                    </a:lnTo>
                    <a:lnTo>
                      <a:pt x="184" y="553"/>
                    </a:lnTo>
                    <a:lnTo>
                      <a:pt x="185" y="554"/>
                    </a:lnTo>
                    <a:lnTo>
                      <a:pt x="187" y="556"/>
                    </a:lnTo>
                    <a:lnTo>
                      <a:pt x="188" y="557"/>
                    </a:lnTo>
                    <a:lnTo>
                      <a:pt x="189" y="558"/>
                    </a:lnTo>
                    <a:lnTo>
                      <a:pt x="191" y="560"/>
                    </a:lnTo>
                    <a:lnTo>
                      <a:pt x="192" y="560"/>
                    </a:lnTo>
                    <a:lnTo>
                      <a:pt x="193" y="561"/>
                    </a:lnTo>
                    <a:lnTo>
                      <a:pt x="195" y="561"/>
                    </a:lnTo>
                    <a:lnTo>
                      <a:pt x="196" y="561"/>
                    </a:lnTo>
                    <a:lnTo>
                      <a:pt x="198" y="561"/>
                    </a:lnTo>
                    <a:lnTo>
                      <a:pt x="199" y="562"/>
                    </a:lnTo>
                    <a:lnTo>
                      <a:pt x="200" y="562"/>
                    </a:lnTo>
                    <a:lnTo>
                      <a:pt x="202" y="563"/>
                    </a:lnTo>
                    <a:lnTo>
                      <a:pt x="203" y="563"/>
                    </a:lnTo>
                    <a:lnTo>
                      <a:pt x="204" y="565"/>
                    </a:lnTo>
                    <a:lnTo>
                      <a:pt x="206" y="565"/>
                    </a:lnTo>
                    <a:lnTo>
                      <a:pt x="207" y="567"/>
                    </a:lnTo>
                    <a:lnTo>
                      <a:pt x="208" y="567"/>
                    </a:lnTo>
                    <a:lnTo>
                      <a:pt x="210" y="568"/>
                    </a:lnTo>
                    <a:lnTo>
                      <a:pt x="211" y="569"/>
                    </a:lnTo>
                    <a:lnTo>
                      <a:pt x="213" y="570"/>
                    </a:lnTo>
                    <a:lnTo>
                      <a:pt x="214" y="571"/>
                    </a:lnTo>
                    <a:lnTo>
                      <a:pt x="215" y="571"/>
                    </a:lnTo>
                    <a:lnTo>
                      <a:pt x="217" y="572"/>
                    </a:lnTo>
                    <a:lnTo>
                      <a:pt x="218" y="573"/>
                    </a:lnTo>
                    <a:lnTo>
                      <a:pt x="219" y="574"/>
                    </a:lnTo>
                    <a:lnTo>
                      <a:pt x="221" y="575"/>
                    </a:lnTo>
                    <a:lnTo>
                      <a:pt x="222" y="576"/>
                    </a:lnTo>
                    <a:lnTo>
                      <a:pt x="223" y="576"/>
                    </a:lnTo>
                    <a:lnTo>
                      <a:pt x="225" y="576"/>
                    </a:lnTo>
                    <a:lnTo>
                      <a:pt x="226" y="576"/>
                    </a:lnTo>
                    <a:lnTo>
                      <a:pt x="227" y="576"/>
                    </a:lnTo>
                    <a:lnTo>
                      <a:pt x="229" y="575"/>
                    </a:lnTo>
                    <a:lnTo>
                      <a:pt x="230" y="575"/>
                    </a:lnTo>
                    <a:lnTo>
                      <a:pt x="232" y="575"/>
                    </a:lnTo>
                    <a:lnTo>
                      <a:pt x="233" y="575"/>
                    </a:lnTo>
                    <a:lnTo>
                      <a:pt x="234" y="575"/>
                    </a:lnTo>
                    <a:lnTo>
                      <a:pt x="236" y="575"/>
                    </a:lnTo>
                    <a:lnTo>
                      <a:pt x="237" y="576"/>
                    </a:lnTo>
                    <a:lnTo>
                      <a:pt x="238" y="577"/>
                    </a:lnTo>
                    <a:lnTo>
                      <a:pt x="240" y="577"/>
                    </a:lnTo>
                    <a:lnTo>
                      <a:pt x="241" y="579"/>
                    </a:lnTo>
                    <a:lnTo>
                      <a:pt x="242" y="579"/>
                    </a:lnTo>
                    <a:lnTo>
                      <a:pt x="244" y="581"/>
                    </a:lnTo>
                    <a:lnTo>
                      <a:pt x="245" y="581"/>
                    </a:lnTo>
                    <a:lnTo>
                      <a:pt x="247" y="582"/>
                    </a:lnTo>
                    <a:lnTo>
                      <a:pt x="248" y="583"/>
                    </a:lnTo>
                    <a:lnTo>
                      <a:pt x="249" y="584"/>
                    </a:lnTo>
                    <a:lnTo>
                      <a:pt x="251" y="584"/>
                    </a:lnTo>
                    <a:lnTo>
                      <a:pt x="252" y="585"/>
                    </a:lnTo>
                    <a:lnTo>
                      <a:pt x="253" y="585"/>
                    </a:lnTo>
                    <a:lnTo>
                      <a:pt x="255" y="587"/>
                    </a:lnTo>
                    <a:lnTo>
                      <a:pt x="256" y="587"/>
                    </a:lnTo>
                    <a:lnTo>
                      <a:pt x="257" y="587"/>
                    </a:lnTo>
                    <a:lnTo>
                      <a:pt x="259" y="587"/>
                    </a:lnTo>
                    <a:lnTo>
                      <a:pt x="260" y="589"/>
                    </a:lnTo>
                    <a:lnTo>
                      <a:pt x="261" y="589"/>
                    </a:lnTo>
                    <a:lnTo>
                      <a:pt x="263" y="589"/>
                    </a:lnTo>
                    <a:lnTo>
                      <a:pt x="264" y="589"/>
                    </a:lnTo>
                    <a:lnTo>
                      <a:pt x="266" y="591"/>
                    </a:lnTo>
                    <a:lnTo>
                      <a:pt x="267" y="592"/>
                    </a:lnTo>
                    <a:lnTo>
                      <a:pt x="268" y="593"/>
                    </a:lnTo>
                    <a:lnTo>
                      <a:pt x="270" y="594"/>
                    </a:lnTo>
                    <a:lnTo>
                      <a:pt x="271" y="595"/>
                    </a:lnTo>
                    <a:lnTo>
                      <a:pt x="272" y="595"/>
                    </a:lnTo>
                    <a:lnTo>
                      <a:pt x="274" y="596"/>
                    </a:lnTo>
                    <a:lnTo>
                      <a:pt x="275" y="596"/>
                    </a:lnTo>
                    <a:lnTo>
                      <a:pt x="276" y="596"/>
                    </a:lnTo>
                    <a:lnTo>
                      <a:pt x="278" y="597"/>
                    </a:lnTo>
                    <a:lnTo>
                      <a:pt x="279" y="597"/>
                    </a:lnTo>
                    <a:lnTo>
                      <a:pt x="281" y="598"/>
                    </a:lnTo>
                    <a:lnTo>
                      <a:pt x="282" y="599"/>
                    </a:lnTo>
                    <a:lnTo>
                      <a:pt x="283" y="599"/>
                    </a:lnTo>
                    <a:lnTo>
                      <a:pt x="285" y="599"/>
                    </a:lnTo>
                    <a:lnTo>
                      <a:pt x="286" y="600"/>
                    </a:lnTo>
                    <a:lnTo>
                      <a:pt x="287" y="601"/>
                    </a:lnTo>
                    <a:lnTo>
                      <a:pt x="289" y="602"/>
                    </a:lnTo>
                    <a:lnTo>
                      <a:pt x="290" y="603"/>
                    </a:lnTo>
                    <a:lnTo>
                      <a:pt x="291" y="605"/>
                    </a:lnTo>
                    <a:lnTo>
                      <a:pt x="293" y="606"/>
                    </a:lnTo>
                    <a:lnTo>
                      <a:pt x="294" y="609"/>
                    </a:lnTo>
                    <a:lnTo>
                      <a:pt x="295" y="610"/>
                    </a:lnTo>
                    <a:lnTo>
                      <a:pt x="297" y="610"/>
                    </a:lnTo>
                    <a:lnTo>
                      <a:pt x="298" y="610"/>
                    </a:lnTo>
                    <a:lnTo>
                      <a:pt x="300" y="610"/>
                    </a:lnTo>
                    <a:lnTo>
                      <a:pt x="301" y="610"/>
                    </a:lnTo>
                    <a:lnTo>
                      <a:pt x="302" y="610"/>
                    </a:lnTo>
                    <a:lnTo>
                      <a:pt x="304" y="609"/>
                    </a:lnTo>
                    <a:lnTo>
                      <a:pt x="305" y="607"/>
                    </a:lnTo>
                    <a:lnTo>
                      <a:pt x="306" y="608"/>
                    </a:lnTo>
                    <a:lnTo>
                      <a:pt x="308" y="607"/>
                    </a:lnTo>
                    <a:lnTo>
                      <a:pt x="309" y="608"/>
                    </a:lnTo>
                    <a:lnTo>
                      <a:pt x="310" y="608"/>
                    </a:lnTo>
                    <a:lnTo>
                      <a:pt x="312" y="608"/>
                    </a:lnTo>
                    <a:lnTo>
                      <a:pt x="313" y="609"/>
                    </a:lnTo>
                    <a:lnTo>
                      <a:pt x="315" y="611"/>
                    </a:lnTo>
                    <a:lnTo>
                      <a:pt x="316" y="612"/>
                    </a:lnTo>
                    <a:lnTo>
                      <a:pt x="317" y="613"/>
                    </a:lnTo>
                    <a:lnTo>
                      <a:pt x="319" y="614"/>
                    </a:lnTo>
                    <a:lnTo>
                      <a:pt x="320" y="615"/>
                    </a:lnTo>
                    <a:lnTo>
                      <a:pt x="321" y="615"/>
                    </a:lnTo>
                    <a:lnTo>
                      <a:pt x="323" y="616"/>
                    </a:lnTo>
                    <a:lnTo>
                      <a:pt x="324" y="617"/>
                    </a:lnTo>
                    <a:lnTo>
                      <a:pt x="325" y="617"/>
                    </a:lnTo>
                    <a:lnTo>
                      <a:pt x="327" y="617"/>
                    </a:lnTo>
                    <a:lnTo>
                      <a:pt x="328" y="616"/>
                    </a:lnTo>
                    <a:lnTo>
                      <a:pt x="329" y="617"/>
                    </a:lnTo>
                    <a:lnTo>
                      <a:pt x="331" y="618"/>
                    </a:lnTo>
                    <a:lnTo>
                      <a:pt x="332" y="618"/>
                    </a:lnTo>
                    <a:lnTo>
                      <a:pt x="334" y="618"/>
                    </a:lnTo>
                    <a:lnTo>
                      <a:pt x="335" y="618"/>
                    </a:lnTo>
                    <a:lnTo>
                      <a:pt x="336" y="620"/>
                    </a:lnTo>
                    <a:lnTo>
                      <a:pt x="338" y="620"/>
                    </a:lnTo>
                    <a:lnTo>
                      <a:pt x="339" y="620"/>
                    </a:lnTo>
                    <a:lnTo>
                      <a:pt x="340" y="620"/>
                    </a:lnTo>
                    <a:lnTo>
                      <a:pt x="342" y="623"/>
                    </a:lnTo>
                    <a:lnTo>
                      <a:pt x="343" y="625"/>
                    </a:lnTo>
                    <a:lnTo>
                      <a:pt x="344" y="627"/>
                    </a:lnTo>
                    <a:lnTo>
                      <a:pt x="346" y="628"/>
                    </a:lnTo>
                    <a:lnTo>
                      <a:pt x="347" y="629"/>
                    </a:lnTo>
                    <a:lnTo>
                      <a:pt x="349" y="629"/>
                    </a:lnTo>
                    <a:lnTo>
                      <a:pt x="350" y="628"/>
                    </a:lnTo>
                    <a:lnTo>
                      <a:pt x="351" y="628"/>
                    </a:lnTo>
                    <a:lnTo>
                      <a:pt x="353" y="628"/>
                    </a:lnTo>
                    <a:lnTo>
                      <a:pt x="354" y="628"/>
                    </a:lnTo>
                    <a:lnTo>
                      <a:pt x="355" y="629"/>
                    </a:lnTo>
                    <a:lnTo>
                      <a:pt x="357" y="629"/>
                    </a:lnTo>
                    <a:lnTo>
                      <a:pt x="358" y="631"/>
                    </a:lnTo>
                    <a:lnTo>
                      <a:pt x="359" y="631"/>
                    </a:lnTo>
                    <a:lnTo>
                      <a:pt x="361" y="631"/>
                    </a:lnTo>
                    <a:lnTo>
                      <a:pt x="362" y="633"/>
                    </a:lnTo>
                    <a:lnTo>
                      <a:pt x="363" y="635"/>
                    </a:lnTo>
                    <a:lnTo>
                      <a:pt x="365" y="635"/>
                    </a:lnTo>
                    <a:lnTo>
                      <a:pt x="366" y="636"/>
                    </a:lnTo>
                    <a:lnTo>
                      <a:pt x="368" y="636"/>
                    </a:lnTo>
                    <a:lnTo>
                      <a:pt x="369" y="637"/>
                    </a:lnTo>
                    <a:lnTo>
                      <a:pt x="370" y="638"/>
                    </a:lnTo>
                    <a:lnTo>
                      <a:pt x="372" y="638"/>
                    </a:lnTo>
                    <a:lnTo>
                      <a:pt x="373" y="640"/>
                    </a:lnTo>
                    <a:lnTo>
                      <a:pt x="374" y="641"/>
                    </a:lnTo>
                    <a:lnTo>
                      <a:pt x="376" y="643"/>
                    </a:lnTo>
                    <a:lnTo>
                      <a:pt x="377" y="644"/>
                    </a:lnTo>
                    <a:lnTo>
                      <a:pt x="378" y="646"/>
                    </a:lnTo>
                    <a:lnTo>
                      <a:pt x="380" y="647"/>
                    </a:lnTo>
                    <a:lnTo>
                      <a:pt x="381" y="648"/>
                    </a:lnTo>
                    <a:lnTo>
                      <a:pt x="383" y="648"/>
                    </a:lnTo>
                    <a:lnTo>
                      <a:pt x="384" y="649"/>
                    </a:lnTo>
                    <a:lnTo>
                      <a:pt x="385" y="650"/>
                    </a:lnTo>
                    <a:lnTo>
                      <a:pt x="387" y="652"/>
                    </a:lnTo>
                    <a:lnTo>
                      <a:pt x="388" y="653"/>
                    </a:lnTo>
                    <a:lnTo>
                      <a:pt x="389" y="653"/>
                    </a:lnTo>
                    <a:lnTo>
                      <a:pt x="391" y="653"/>
                    </a:lnTo>
                    <a:lnTo>
                      <a:pt x="392" y="654"/>
                    </a:lnTo>
                    <a:lnTo>
                      <a:pt x="393" y="654"/>
                    </a:lnTo>
                    <a:lnTo>
                      <a:pt x="395" y="655"/>
                    </a:lnTo>
                    <a:lnTo>
                      <a:pt x="396" y="656"/>
                    </a:lnTo>
                    <a:lnTo>
                      <a:pt x="397" y="657"/>
                    </a:lnTo>
                    <a:lnTo>
                      <a:pt x="399" y="657"/>
                    </a:lnTo>
                    <a:lnTo>
                      <a:pt x="400" y="659"/>
                    </a:lnTo>
                    <a:lnTo>
                      <a:pt x="402" y="660"/>
                    </a:lnTo>
                    <a:lnTo>
                      <a:pt x="403" y="662"/>
                    </a:lnTo>
                    <a:lnTo>
                      <a:pt x="404" y="663"/>
                    </a:lnTo>
                    <a:lnTo>
                      <a:pt x="406" y="663"/>
                    </a:lnTo>
                    <a:lnTo>
                      <a:pt x="407" y="663"/>
                    </a:lnTo>
                    <a:lnTo>
                      <a:pt x="408" y="664"/>
                    </a:lnTo>
                    <a:lnTo>
                      <a:pt x="410" y="666"/>
                    </a:lnTo>
                    <a:lnTo>
                      <a:pt x="411" y="667"/>
                    </a:lnTo>
                    <a:lnTo>
                      <a:pt x="412" y="667"/>
                    </a:lnTo>
                    <a:lnTo>
                      <a:pt x="414" y="668"/>
                    </a:lnTo>
                    <a:lnTo>
                      <a:pt x="415" y="670"/>
                    </a:lnTo>
                    <a:lnTo>
                      <a:pt x="417" y="671"/>
                    </a:lnTo>
                    <a:lnTo>
                      <a:pt x="418" y="672"/>
                    </a:lnTo>
                    <a:lnTo>
                      <a:pt x="419" y="674"/>
                    </a:lnTo>
                    <a:lnTo>
                      <a:pt x="421" y="677"/>
                    </a:lnTo>
                    <a:lnTo>
                      <a:pt x="422" y="677"/>
                    </a:lnTo>
                    <a:lnTo>
                      <a:pt x="423" y="662"/>
                    </a:lnTo>
                    <a:lnTo>
                      <a:pt x="425" y="370"/>
                    </a:lnTo>
                    <a:lnTo>
                      <a:pt x="426" y="354"/>
                    </a:lnTo>
                    <a:lnTo>
                      <a:pt x="427" y="349"/>
                    </a:lnTo>
                    <a:lnTo>
                      <a:pt x="429" y="350"/>
                    </a:lnTo>
                    <a:lnTo>
                      <a:pt x="430" y="350"/>
                    </a:lnTo>
                    <a:lnTo>
                      <a:pt x="431" y="348"/>
                    </a:lnTo>
                    <a:lnTo>
                      <a:pt x="433" y="348"/>
                    </a:lnTo>
                    <a:lnTo>
                      <a:pt x="434" y="346"/>
                    </a:lnTo>
                    <a:lnTo>
                      <a:pt x="436" y="344"/>
                    </a:lnTo>
                    <a:lnTo>
                      <a:pt x="437" y="343"/>
                    </a:lnTo>
                    <a:lnTo>
                      <a:pt x="438" y="342"/>
                    </a:lnTo>
                    <a:lnTo>
                      <a:pt x="440" y="341"/>
                    </a:lnTo>
                    <a:lnTo>
                      <a:pt x="441" y="341"/>
                    </a:lnTo>
                    <a:lnTo>
                      <a:pt x="442" y="339"/>
                    </a:lnTo>
                    <a:lnTo>
                      <a:pt x="444" y="337"/>
                    </a:lnTo>
                    <a:lnTo>
                      <a:pt x="445" y="336"/>
                    </a:lnTo>
                    <a:lnTo>
                      <a:pt x="446" y="335"/>
                    </a:lnTo>
                    <a:lnTo>
                      <a:pt x="448" y="333"/>
                    </a:lnTo>
                    <a:lnTo>
                      <a:pt x="449" y="332"/>
                    </a:lnTo>
                    <a:lnTo>
                      <a:pt x="451" y="331"/>
                    </a:lnTo>
                    <a:lnTo>
                      <a:pt x="452" y="329"/>
                    </a:lnTo>
                    <a:lnTo>
                      <a:pt x="453" y="329"/>
                    </a:lnTo>
                    <a:lnTo>
                      <a:pt x="455" y="328"/>
                    </a:lnTo>
                    <a:lnTo>
                      <a:pt x="456" y="328"/>
                    </a:lnTo>
                    <a:lnTo>
                      <a:pt x="457" y="328"/>
                    </a:lnTo>
                    <a:lnTo>
                      <a:pt x="459" y="327"/>
                    </a:lnTo>
                    <a:lnTo>
                      <a:pt x="460" y="326"/>
                    </a:lnTo>
                    <a:lnTo>
                      <a:pt x="461" y="326"/>
                    </a:lnTo>
                    <a:lnTo>
                      <a:pt x="463" y="325"/>
                    </a:lnTo>
                    <a:lnTo>
                      <a:pt x="464" y="324"/>
                    </a:lnTo>
                    <a:lnTo>
                      <a:pt x="465" y="324"/>
                    </a:lnTo>
                    <a:lnTo>
                      <a:pt x="467" y="322"/>
                    </a:lnTo>
                    <a:lnTo>
                      <a:pt x="468" y="321"/>
                    </a:lnTo>
                    <a:lnTo>
                      <a:pt x="470" y="320"/>
                    </a:lnTo>
                    <a:lnTo>
                      <a:pt x="471" y="319"/>
                    </a:lnTo>
                    <a:lnTo>
                      <a:pt x="472" y="318"/>
                    </a:lnTo>
                    <a:lnTo>
                      <a:pt x="474" y="318"/>
                    </a:lnTo>
                    <a:lnTo>
                      <a:pt x="475" y="317"/>
                    </a:lnTo>
                    <a:lnTo>
                      <a:pt x="476" y="315"/>
                    </a:lnTo>
                    <a:lnTo>
                      <a:pt x="478" y="315"/>
                    </a:lnTo>
                    <a:lnTo>
                      <a:pt x="479" y="314"/>
                    </a:lnTo>
                    <a:lnTo>
                      <a:pt x="480" y="313"/>
                    </a:lnTo>
                    <a:lnTo>
                      <a:pt x="482" y="313"/>
                    </a:lnTo>
                    <a:lnTo>
                      <a:pt x="483" y="313"/>
                    </a:lnTo>
                    <a:lnTo>
                      <a:pt x="485" y="313"/>
                    </a:lnTo>
                    <a:lnTo>
                      <a:pt x="486" y="313"/>
                    </a:lnTo>
                    <a:lnTo>
                      <a:pt x="487" y="312"/>
                    </a:lnTo>
                    <a:lnTo>
                      <a:pt x="489" y="311"/>
                    </a:lnTo>
                    <a:lnTo>
                      <a:pt x="490" y="311"/>
                    </a:lnTo>
                    <a:lnTo>
                      <a:pt x="491" y="310"/>
                    </a:lnTo>
                    <a:lnTo>
                      <a:pt x="493" y="309"/>
                    </a:lnTo>
                    <a:lnTo>
                      <a:pt x="494" y="309"/>
                    </a:lnTo>
                    <a:lnTo>
                      <a:pt x="495" y="308"/>
                    </a:lnTo>
                    <a:lnTo>
                      <a:pt x="497" y="308"/>
                    </a:lnTo>
                    <a:lnTo>
                      <a:pt x="498" y="308"/>
                    </a:lnTo>
                    <a:lnTo>
                      <a:pt x="499" y="308"/>
                    </a:lnTo>
                    <a:lnTo>
                      <a:pt x="501" y="308"/>
                    </a:lnTo>
                    <a:lnTo>
                      <a:pt x="502" y="309"/>
                    </a:lnTo>
                    <a:lnTo>
                      <a:pt x="504" y="309"/>
                    </a:lnTo>
                    <a:lnTo>
                      <a:pt x="505" y="308"/>
                    </a:lnTo>
                    <a:lnTo>
                      <a:pt x="506" y="308"/>
                    </a:lnTo>
                    <a:lnTo>
                      <a:pt x="508" y="308"/>
                    </a:lnTo>
                    <a:lnTo>
                      <a:pt x="509" y="308"/>
                    </a:lnTo>
                    <a:lnTo>
                      <a:pt x="510" y="308"/>
                    </a:lnTo>
                    <a:lnTo>
                      <a:pt x="512" y="307"/>
                    </a:lnTo>
                    <a:lnTo>
                      <a:pt x="513" y="306"/>
                    </a:lnTo>
                    <a:lnTo>
                      <a:pt x="514" y="306"/>
                    </a:lnTo>
                    <a:lnTo>
                      <a:pt x="516" y="305"/>
                    </a:lnTo>
                    <a:lnTo>
                      <a:pt x="517" y="305"/>
                    </a:lnTo>
                    <a:lnTo>
                      <a:pt x="519" y="304"/>
                    </a:lnTo>
                    <a:lnTo>
                      <a:pt x="520" y="304"/>
                    </a:lnTo>
                    <a:lnTo>
                      <a:pt x="521" y="302"/>
                    </a:lnTo>
                    <a:lnTo>
                      <a:pt x="523" y="302"/>
                    </a:lnTo>
                    <a:lnTo>
                      <a:pt x="524" y="302"/>
                    </a:lnTo>
                    <a:lnTo>
                      <a:pt x="525" y="302"/>
                    </a:lnTo>
                    <a:lnTo>
                      <a:pt x="527" y="301"/>
                    </a:lnTo>
                    <a:lnTo>
                      <a:pt x="528" y="301"/>
                    </a:lnTo>
                    <a:lnTo>
                      <a:pt x="529" y="301"/>
                    </a:lnTo>
                    <a:lnTo>
                      <a:pt x="531" y="300"/>
                    </a:lnTo>
                    <a:lnTo>
                      <a:pt x="532" y="301"/>
                    </a:lnTo>
                    <a:lnTo>
                      <a:pt x="533" y="300"/>
                    </a:lnTo>
                    <a:lnTo>
                      <a:pt x="535" y="301"/>
                    </a:lnTo>
                    <a:lnTo>
                      <a:pt x="536" y="301"/>
                    </a:lnTo>
                    <a:lnTo>
                      <a:pt x="538" y="301"/>
                    </a:lnTo>
                    <a:lnTo>
                      <a:pt x="539" y="302"/>
                    </a:lnTo>
                    <a:lnTo>
                      <a:pt x="540" y="301"/>
                    </a:lnTo>
                    <a:lnTo>
                      <a:pt x="542" y="302"/>
                    </a:lnTo>
                    <a:lnTo>
                      <a:pt x="543" y="302"/>
                    </a:lnTo>
                    <a:lnTo>
                      <a:pt x="544" y="302"/>
                    </a:lnTo>
                    <a:lnTo>
                      <a:pt x="546" y="301"/>
                    </a:lnTo>
                    <a:lnTo>
                      <a:pt x="547" y="301"/>
                    </a:lnTo>
                    <a:lnTo>
                      <a:pt x="548" y="301"/>
                    </a:lnTo>
                    <a:lnTo>
                      <a:pt x="550" y="301"/>
                    </a:lnTo>
                    <a:lnTo>
                      <a:pt x="551" y="300"/>
                    </a:lnTo>
                    <a:lnTo>
                      <a:pt x="553" y="299"/>
                    </a:lnTo>
                    <a:lnTo>
                      <a:pt x="554" y="299"/>
                    </a:lnTo>
                    <a:lnTo>
                      <a:pt x="555" y="299"/>
                    </a:lnTo>
                    <a:lnTo>
                      <a:pt x="557" y="299"/>
                    </a:lnTo>
                    <a:lnTo>
                      <a:pt x="558" y="298"/>
                    </a:lnTo>
                    <a:lnTo>
                      <a:pt x="559" y="298"/>
                    </a:lnTo>
                    <a:lnTo>
                      <a:pt x="561" y="297"/>
                    </a:lnTo>
                    <a:lnTo>
                      <a:pt x="562" y="296"/>
                    </a:lnTo>
                    <a:lnTo>
                      <a:pt x="563" y="296"/>
                    </a:lnTo>
                    <a:lnTo>
                      <a:pt x="565" y="295"/>
                    </a:lnTo>
                    <a:lnTo>
                      <a:pt x="566" y="295"/>
                    </a:lnTo>
                    <a:lnTo>
                      <a:pt x="567" y="295"/>
                    </a:lnTo>
                    <a:lnTo>
                      <a:pt x="569" y="295"/>
                    </a:lnTo>
                    <a:lnTo>
                      <a:pt x="570" y="295"/>
                    </a:lnTo>
                    <a:lnTo>
                      <a:pt x="572" y="295"/>
                    </a:lnTo>
                    <a:lnTo>
                      <a:pt x="573" y="295"/>
                    </a:lnTo>
                    <a:lnTo>
                      <a:pt x="574" y="294"/>
                    </a:lnTo>
                    <a:lnTo>
                      <a:pt x="576" y="293"/>
                    </a:lnTo>
                    <a:lnTo>
                      <a:pt x="577" y="292"/>
                    </a:lnTo>
                    <a:lnTo>
                      <a:pt x="578" y="291"/>
                    </a:lnTo>
                    <a:lnTo>
                      <a:pt x="580" y="291"/>
                    </a:lnTo>
                    <a:lnTo>
                      <a:pt x="581" y="291"/>
                    </a:lnTo>
                    <a:lnTo>
                      <a:pt x="582" y="292"/>
                    </a:lnTo>
                    <a:lnTo>
                      <a:pt x="584" y="293"/>
                    </a:lnTo>
                    <a:lnTo>
                      <a:pt x="585" y="292"/>
                    </a:lnTo>
                    <a:lnTo>
                      <a:pt x="587" y="292"/>
                    </a:lnTo>
                    <a:lnTo>
                      <a:pt x="588" y="292"/>
                    </a:lnTo>
                    <a:lnTo>
                      <a:pt x="589" y="292"/>
                    </a:lnTo>
                    <a:lnTo>
                      <a:pt x="591" y="291"/>
                    </a:lnTo>
                    <a:lnTo>
                      <a:pt x="592" y="291"/>
                    </a:lnTo>
                    <a:lnTo>
                      <a:pt x="593" y="290"/>
                    </a:lnTo>
                    <a:lnTo>
                      <a:pt x="595" y="289"/>
                    </a:lnTo>
                    <a:lnTo>
                      <a:pt x="596" y="289"/>
                    </a:lnTo>
                    <a:lnTo>
                      <a:pt x="597" y="288"/>
                    </a:lnTo>
                    <a:lnTo>
                      <a:pt x="599" y="288"/>
                    </a:lnTo>
                    <a:lnTo>
                      <a:pt x="600" y="286"/>
                    </a:lnTo>
                    <a:lnTo>
                      <a:pt x="601" y="285"/>
                    </a:lnTo>
                    <a:lnTo>
                      <a:pt x="603" y="285"/>
                    </a:lnTo>
                    <a:lnTo>
                      <a:pt x="604" y="284"/>
                    </a:lnTo>
                    <a:lnTo>
                      <a:pt x="606" y="284"/>
                    </a:lnTo>
                    <a:lnTo>
                      <a:pt x="607" y="284"/>
                    </a:lnTo>
                    <a:lnTo>
                      <a:pt x="608" y="284"/>
                    </a:lnTo>
                    <a:lnTo>
                      <a:pt x="610" y="284"/>
                    </a:lnTo>
                    <a:lnTo>
                      <a:pt x="611" y="284"/>
                    </a:lnTo>
                    <a:lnTo>
                      <a:pt x="612" y="284"/>
                    </a:lnTo>
                    <a:lnTo>
                      <a:pt x="614" y="284"/>
                    </a:lnTo>
                    <a:lnTo>
                      <a:pt x="615" y="283"/>
                    </a:lnTo>
                    <a:lnTo>
                      <a:pt x="616" y="282"/>
                    </a:lnTo>
                    <a:lnTo>
                      <a:pt x="618" y="282"/>
                    </a:lnTo>
                    <a:lnTo>
                      <a:pt x="619" y="282"/>
                    </a:lnTo>
                    <a:lnTo>
                      <a:pt x="621" y="281"/>
                    </a:lnTo>
                    <a:lnTo>
                      <a:pt x="622" y="280"/>
                    </a:lnTo>
                    <a:lnTo>
                      <a:pt x="623" y="280"/>
                    </a:lnTo>
                    <a:lnTo>
                      <a:pt x="625" y="280"/>
                    </a:lnTo>
                    <a:lnTo>
                      <a:pt x="626" y="280"/>
                    </a:lnTo>
                    <a:lnTo>
                      <a:pt x="627" y="280"/>
                    </a:lnTo>
                    <a:lnTo>
                      <a:pt x="629" y="280"/>
                    </a:lnTo>
                    <a:lnTo>
                      <a:pt x="630" y="281"/>
                    </a:lnTo>
                    <a:lnTo>
                      <a:pt x="631" y="282"/>
                    </a:lnTo>
                    <a:lnTo>
                      <a:pt x="633" y="283"/>
                    </a:lnTo>
                    <a:lnTo>
                      <a:pt x="634" y="283"/>
                    </a:lnTo>
                    <a:lnTo>
                      <a:pt x="635" y="282"/>
                    </a:lnTo>
                    <a:lnTo>
                      <a:pt x="637" y="282"/>
                    </a:lnTo>
                    <a:lnTo>
                      <a:pt x="638" y="282"/>
                    </a:lnTo>
                    <a:lnTo>
                      <a:pt x="640" y="281"/>
                    </a:lnTo>
                    <a:lnTo>
                      <a:pt x="641" y="281"/>
                    </a:lnTo>
                    <a:lnTo>
                      <a:pt x="642" y="280"/>
                    </a:lnTo>
                    <a:lnTo>
                      <a:pt x="644" y="279"/>
                    </a:lnTo>
                    <a:lnTo>
                      <a:pt x="645" y="279"/>
                    </a:lnTo>
                    <a:lnTo>
                      <a:pt x="646" y="279"/>
                    </a:lnTo>
                    <a:lnTo>
                      <a:pt x="648" y="279"/>
                    </a:lnTo>
                    <a:lnTo>
                      <a:pt x="649" y="279"/>
                    </a:lnTo>
                    <a:lnTo>
                      <a:pt x="650" y="279"/>
                    </a:lnTo>
                    <a:lnTo>
                      <a:pt x="652" y="279"/>
                    </a:lnTo>
                    <a:lnTo>
                      <a:pt x="653" y="280"/>
                    </a:lnTo>
                    <a:lnTo>
                      <a:pt x="655" y="280"/>
                    </a:lnTo>
                    <a:lnTo>
                      <a:pt x="656" y="279"/>
                    </a:lnTo>
                    <a:lnTo>
                      <a:pt x="657" y="279"/>
                    </a:lnTo>
                    <a:lnTo>
                      <a:pt x="659" y="278"/>
                    </a:lnTo>
                    <a:lnTo>
                      <a:pt x="660" y="278"/>
                    </a:lnTo>
                    <a:lnTo>
                      <a:pt x="661" y="279"/>
                    </a:lnTo>
                    <a:lnTo>
                      <a:pt x="663" y="278"/>
                    </a:lnTo>
                    <a:lnTo>
                      <a:pt x="664" y="277"/>
                    </a:lnTo>
                    <a:lnTo>
                      <a:pt x="665" y="278"/>
                    </a:lnTo>
                    <a:lnTo>
                      <a:pt x="667" y="278"/>
                    </a:lnTo>
                    <a:lnTo>
                      <a:pt x="668" y="279"/>
                    </a:lnTo>
                    <a:lnTo>
                      <a:pt x="669" y="279"/>
                    </a:lnTo>
                    <a:lnTo>
                      <a:pt x="671" y="278"/>
                    </a:lnTo>
                    <a:lnTo>
                      <a:pt x="672" y="278"/>
                    </a:lnTo>
                    <a:lnTo>
                      <a:pt x="674" y="279"/>
                    </a:lnTo>
                    <a:lnTo>
                      <a:pt x="675" y="279"/>
                    </a:lnTo>
                    <a:lnTo>
                      <a:pt x="676" y="279"/>
                    </a:lnTo>
                    <a:lnTo>
                      <a:pt x="678" y="278"/>
                    </a:lnTo>
                    <a:lnTo>
                      <a:pt x="679" y="276"/>
                    </a:lnTo>
                    <a:lnTo>
                      <a:pt x="680" y="275"/>
                    </a:lnTo>
                    <a:lnTo>
                      <a:pt x="682" y="274"/>
                    </a:lnTo>
                    <a:lnTo>
                      <a:pt x="683" y="274"/>
                    </a:lnTo>
                    <a:lnTo>
                      <a:pt x="684" y="275"/>
                    </a:lnTo>
                    <a:lnTo>
                      <a:pt x="686" y="274"/>
                    </a:lnTo>
                    <a:lnTo>
                      <a:pt x="687" y="275"/>
                    </a:lnTo>
                    <a:lnTo>
                      <a:pt x="689" y="276"/>
                    </a:lnTo>
                    <a:lnTo>
                      <a:pt x="690" y="276"/>
                    </a:lnTo>
                    <a:lnTo>
                      <a:pt x="691" y="278"/>
                    </a:lnTo>
                    <a:lnTo>
                      <a:pt x="693" y="278"/>
                    </a:lnTo>
                    <a:lnTo>
                      <a:pt x="694" y="276"/>
                    </a:lnTo>
                    <a:lnTo>
                      <a:pt x="695" y="276"/>
                    </a:lnTo>
                    <a:lnTo>
                      <a:pt x="697" y="276"/>
                    </a:lnTo>
                    <a:lnTo>
                      <a:pt x="698" y="276"/>
                    </a:lnTo>
                    <a:lnTo>
                      <a:pt x="699" y="276"/>
                    </a:lnTo>
                    <a:lnTo>
                      <a:pt x="701" y="275"/>
                    </a:lnTo>
                    <a:lnTo>
                      <a:pt x="702" y="274"/>
                    </a:lnTo>
                    <a:lnTo>
                      <a:pt x="703" y="274"/>
                    </a:lnTo>
                    <a:lnTo>
                      <a:pt x="705" y="274"/>
                    </a:lnTo>
                    <a:lnTo>
                      <a:pt x="706" y="274"/>
                    </a:lnTo>
                    <a:lnTo>
                      <a:pt x="708" y="273"/>
                    </a:lnTo>
                    <a:lnTo>
                      <a:pt x="709" y="273"/>
                    </a:lnTo>
                    <a:lnTo>
                      <a:pt x="710" y="273"/>
                    </a:lnTo>
                    <a:lnTo>
                      <a:pt x="712" y="273"/>
                    </a:lnTo>
                    <a:lnTo>
                      <a:pt x="713" y="274"/>
                    </a:lnTo>
                    <a:lnTo>
                      <a:pt x="714" y="274"/>
                    </a:lnTo>
                    <a:lnTo>
                      <a:pt x="716" y="273"/>
                    </a:lnTo>
                    <a:lnTo>
                      <a:pt x="717" y="273"/>
                    </a:lnTo>
                    <a:lnTo>
                      <a:pt x="718" y="273"/>
                    </a:lnTo>
                    <a:lnTo>
                      <a:pt x="720" y="272"/>
                    </a:lnTo>
                    <a:lnTo>
                      <a:pt x="721" y="271"/>
                    </a:lnTo>
                    <a:lnTo>
                      <a:pt x="723" y="271"/>
                    </a:lnTo>
                    <a:lnTo>
                      <a:pt x="724" y="270"/>
                    </a:lnTo>
                    <a:lnTo>
                      <a:pt x="725" y="268"/>
                    </a:lnTo>
                    <a:lnTo>
                      <a:pt x="727" y="270"/>
                    </a:lnTo>
                    <a:lnTo>
                      <a:pt x="728" y="269"/>
                    </a:lnTo>
                    <a:lnTo>
                      <a:pt x="729" y="270"/>
                    </a:lnTo>
                    <a:lnTo>
                      <a:pt x="731" y="270"/>
                    </a:lnTo>
                    <a:lnTo>
                      <a:pt x="732" y="271"/>
                    </a:lnTo>
                    <a:lnTo>
                      <a:pt x="733" y="271"/>
                    </a:lnTo>
                    <a:lnTo>
                      <a:pt x="735" y="272"/>
                    </a:lnTo>
                    <a:lnTo>
                      <a:pt x="736" y="272"/>
                    </a:lnTo>
                    <a:lnTo>
                      <a:pt x="737" y="271"/>
                    </a:lnTo>
                    <a:lnTo>
                      <a:pt x="739" y="270"/>
                    </a:lnTo>
                    <a:lnTo>
                      <a:pt x="740" y="267"/>
                    </a:lnTo>
                    <a:lnTo>
                      <a:pt x="742" y="267"/>
                    </a:lnTo>
                    <a:lnTo>
                      <a:pt x="743" y="266"/>
                    </a:lnTo>
                    <a:lnTo>
                      <a:pt x="744" y="265"/>
                    </a:lnTo>
                    <a:lnTo>
                      <a:pt x="746" y="264"/>
                    </a:lnTo>
                    <a:lnTo>
                      <a:pt x="747" y="264"/>
                    </a:lnTo>
                    <a:lnTo>
                      <a:pt x="748" y="265"/>
                    </a:lnTo>
                    <a:lnTo>
                      <a:pt x="750" y="265"/>
                    </a:lnTo>
                    <a:lnTo>
                      <a:pt x="751" y="266"/>
                    </a:lnTo>
                    <a:lnTo>
                      <a:pt x="752" y="266"/>
                    </a:lnTo>
                    <a:lnTo>
                      <a:pt x="754" y="267"/>
                    </a:lnTo>
                    <a:lnTo>
                      <a:pt x="755" y="267"/>
                    </a:lnTo>
                    <a:lnTo>
                      <a:pt x="757" y="267"/>
                    </a:lnTo>
                    <a:lnTo>
                      <a:pt x="758" y="267"/>
                    </a:lnTo>
                    <a:lnTo>
                      <a:pt x="759" y="267"/>
                    </a:lnTo>
                    <a:lnTo>
                      <a:pt x="761" y="267"/>
                    </a:lnTo>
                    <a:lnTo>
                      <a:pt x="762" y="268"/>
                    </a:lnTo>
                    <a:lnTo>
                      <a:pt x="763" y="268"/>
                    </a:lnTo>
                    <a:lnTo>
                      <a:pt x="765" y="268"/>
                    </a:lnTo>
                    <a:lnTo>
                      <a:pt x="766" y="268"/>
                    </a:lnTo>
                    <a:lnTo>
                      <a:pt x="767" y="267"/>
                    </a:lnTo>
                    <a:lnTo>
                      <a:pt x="769" y="266"/>
                    </a:lnTo>
                    <a:lnTo>
                      <a:pt x="770" y="265"/>
                    </a:lnTo>
                    <a:lnTo>
                      <a:pt x="771" y="265"/>
                    </a:lnTo>
                    <a:lnTo>
                      <a:pt x="773" y="265"/>
                    </a:lnTo>
                    <a:lnTo>
                      <a:pt x="774" y="265"/>
                    </a:lnTo>
                    <a:lnTo>
                      <a:pt x="776" y="265"/>
                    </a:lnTo>
                    <a:lnTo>
                      <a:pt x="777" y="265"/>
                    </a:lnTo>
                    <a:lnTo>
                      <a:pt x="778" y="264"/>
                    </a:lnTo>
                    <a:lnTo>
                      <a:pt x="780" y="265"/>
                    </a:lnTo>
                    <a:lnTo>
                      <a:pt x="781" y="265"/>
                    </a:lnTo>
                    <a:lnTo>
                      <a:pt x="782" y="265"/>
                    </a:lnTo>
                    <a:lnTo>
                      <a:pt x="784" y="265"/>
                    </a:lnTo>
                    <a:lnTo>
                      <a:pt x="785" y="265"/>
                    </a:lnTo>
                    <a:lnTo>
                      <a:pt x="786" y="266"/>
                    </a:lnTo>
                    <a:lnTo>
                      <a:pt x="788" y="266"/>
                    </a:lnTo>
                    <a:lnTo>
                      <a:pt x="789" y="267"/>
                    </a:lnTo>
                    <a:lnTo>
                      <a:pt x="791" y="267"/>
                    </a:lnTo>
                    <a:lnTo>
                      <a:pt x="792" y="266"/>
                    </a:lnTo>
                    <a:lnTo>
                      <a:pt x="793" y="266"/>
                    </a:lnTo>
                    <a:lnTo>
                      <a:pt x="795" y="266"/>
                    </a:lnTo>
                    <a:lnTo>
                      <a:pt x="796" y="265"/>
                    </a:lnTo>
                    <a:lnTo>
                      <a:pt x="797" y="265"/>
                    </a:lnTo>
                    <a:lnTo>
                      <a:pt x="799" y="264"/>
                    </a:lnTo>
                    <a:lnTo>
                      <a:pt x="800" y="263"/>
                    </a:lnTo>
                    <a:lnTo>
                      <a:pt x="801" y="263"/>
                    </a:lnTo>
                    <a:lnTo>
                      <a:pt x="803" y="263"/>
                    </a:lnTo>
                    <a:lnTo>
                      <a:pt x="804" y="263"/>
                    </a:lnTo>
                    <a:lnTo>
                      <a:pt x="805" y="263"/>
                    </a:lnTo>
                    <a:lnTo>
                      <a:pt x="807" y="262"/>
                    </a:lnTo>
                    <a:lnTo>
                      <a:pt x="808" y="262"/>
                    </a:lnTo>
                    <a:lnTo>
                      <a:pt x="810" y="262"/>
                    </a:lnTo>
                    <a:lnTo>
                      <a:pt x="811" y="262"/>
                    </a:lnTo>
                    <a:lnTo>
                      <a:pt x="812" y="263"/>
                    </a:lnTo>
                    <a:lnTo>
                      <a:pt x="814" y="263"/>
                    </a:lnTo>
                    <a:lnTo>
                      <a:pt x="815" y="263"/>
                    </a:lnTo>
                    <a:lnTo>
                      <a:pt x="816" y="263"/>
                    </a:lnTo>
                    <a:lnTo>
                      <a:pt x="818" y="263"/>
                    </a:lnTo>
                    <a:lnTo>
                      <a:pt x="819" y="264"/>
                    </a:lnTo>
                    <a:lnTo>
                      <a:pt x="820" y="263"/>
                    </a:lnTo>
                    <a:lnTo>
                      <a:pt x="822" y="262"/>
                    </a:lnTo>
                    <a:lnTo>
                      <a:pt x="823" y="262"/>
                    </a:lnTo>
                    <a:lnTo>
                      <a:pt x="825" y="261"/>
                    </a:lnTo>
                    <a:lnTo>
                      <a:pt x="826" y="261"/>
                    </a:lnTo>
                    <a:lnTo>
                      <a:pt x="827" y="261"/>
                    </a:lnTo>
                    <a:lnTo>
                      <a:pt x="829" y="260"/>
                    </a:lnTo>
                    <a:lnTo>
                      <a:pt x="830" y="259"/>
                    </a:lnTo>
                    <a:lnTo>
                      <a:pt x="831" y="260"/>
                    </a:lnTo>
                    <a:lnTo>
                      <a:pt x="833" y="260"/>
                    </a:lnTo>
                    <a:lnTo>
                      <a:pt x="834" y="261"/>
                    </a:lnTo>
                    <a:lnTo>
                      <a:pt x="835" y="261"/>
                    </a:lnTo>
                    <a:lnTo>
                      <a:pt x="837" y="261"/>
                    </a:lnTo>
                    <a:lnTo>
                      <a:pt x="838" y="260"/>
                    </a:lnTo>
                    <a:lnTo>
                      <a:pt x="839" y="260"/>
                    </a:lnTo>
                    <a:lnTo>
                      <a:pt x="841" y="260"/>
                    </a:lnTo>
                    <a:lnTo>
                      <a:pt x="842" y="259"/>
                    </a:lnTo>
                    <a:lnTo>
                      <a:pt x="844" y="259"/>
                    </a:lnTo>
                    <a:lnTo>
                      <a:pt x="845" y="259"/>
                    </a:lnTo>
                    <a:lnTo>
                      <a:pt x="846" y="259"/>
                    </a:lnTo>
                    <a:lnTo>
                      <a:pt x="848" y="259"/>
                    </a:lnTo>
                    <a:lnTo>
                      <a:pt x="849" y="259"/>
                    </a:lnTo>
                    <a:lnTo>
                      <a:pt x="850" y="259"/>
                    </a:lnTo>
                    <a:lnTo>
                      <a:pt x="852" y="259"/>
                    </a:lnTo>
                    <a:lnTo>
                      <a:pt x="853" y="259"/>
                    </a:lnTo>
                    <a:lnTo>
                      <a:pt x="854" y="259"/>
                    </a:lnTo>
                    <a:lnTo>
                      <a:pt x="856" y="258"/>
                    </a:lnTo>
                    <a:lnTo>
                      <a:pt x="857" y="257"/>
                    </a:lnTo>
                    <a:lnTo>
                      <a:pt x="859" y="258"/>
                    </a:lnTo>
                    <a:lnTo>
                      <a:pt x="860" y="258"/>
                    </a:lnTo>
                    <a:lnTo>
                      <a:pt x="861" y="258"/>
                    </a:lnTo>
                    <a:lnTo>
                      <a:pt x="863" y="257"/>
                    </a:lnTo>
                    <a:lnTo>
                      <a:pt x="864" y="257"/>
                    </a:lnTo>
                    <a:lnTo>
                      <a:pt x="865" y="256"/>
                    </a:lnTo>
                    <a:lnTo>
                      <a:pt x="867" y="256"/>
                    </a:lnTo>
                    <a:lnTo>
                      <a:pt x="868" y="257"/>
                    </a:lnTo>
                    <a:lnTo>
                      <a:pt x="869" y="257"/>
                    </a:lnTo>
                    <a:lnTo>
                      <a:pt x="871" y="257"/>
                    </a:lnTo>
                    <a:lnTo>
                      <a:pt x="872" y="257"/>
                    </a:lnTo>
                    <a:lnTo>
                      <a:pt x="873" y="257"/>
                    </a:lnTo>
                    <a:lnTo>
                      <a:pt x="875" y="258"/>
                    </a:lnTo>
                    <a:lnTo>
                      <a:pt x="876" y="259"/>
                    </a:lnTo>
                    <a:lnTo>
                      <a:pt x="878" y="258"/>
                    </a:lnTo>
                    <a:lnTo>
                      <a:pt x="879" y="257"/>
                    </a:lnTo>
                    <a:lnTo>
                      <a:pt x="880" y="257"/>
                    </a:lnTo>
                    <a:lnTo>
                      <a:pt x="882" y="256"/>
                    </a:lnTo>
                    <a:lnTo>
                      <a:pt x="883" y="255"/>
                    </a:lnTo>
                    <a:lnTo>
                      <a:pt x="884" y="255"/>
                    </a:lnTo>
                    <a:lnTo>
                      <a:pt x="886" y="255"/>
                    </a:lnTo>
                    <a:lnTo>
                      <a:pt x="887" y="254"/>
                    </a:lnTo>
                    <a:lnTo>
                      <a:pt x="888" y="254"/>
                    </a:lnTo>
                    <a:lnTo>
                      <a:pt x="890" y="254"/>
                    </a:lnTo>
                    <a:lnTo>
                      <a:pt x="891" y="255"/>
                    </a:lnTo>
                    <a:lnTo>
                      <a:pt x="893" y="255"/>
                    </a:lnTo>
                    <a:lnTo>
                      <a:pt x="894" y="255"/>
                    </a:lnTo>
                    <a:lnTo>
                      <a:pt x="895" y="255"/>
                    </a:lnTo>
                    <a:lnTo>
                      <a:pt x="897" y="256"/>
                    </a:lnTo>
                    <a:lnTo>
                      <a:pt x="898" y="255"/>
                    </a:lnTo>
                    <a:lnTo>
                      <a:pt x="899" y="255"/>
                    </a:lnTo>
                    <a:lnTo>
                      <a:pt x="901" y="254"/>
                    </a:lnTo>
                    <a:lnTo>
                      <a:pt x="902" y="253"/>
                    </a:lnTo>
                    <a:lnTo>
                      <a:pt x="903" y="252"/>
                    </a:lnTo>
                    <a:lnTo>
                      <a:pt x="905" y="252"/>
                    </a:lnTo>
                    <a:lnTo>
                      <a:pt x="906" y="250"/>
                    </a:lnTo>
                    <a:lnTo>
                      <a:pt x="907" y="250"/>
                    </a:lnTo>
                    <a:lnTo>
                      <a:pt x="909" y="250"/>
                    </a:lnTo>
                    <a:lnTo>
                      <a:pt x="910" y="250"/>
                    </a:lnTo>
                    <a:lnTo>
                      <a:pt x="912" y="249"/>
                    </a:lnTo>
                    <a:lnTo>
                      <a:pt x="913" y="249"/>
                    </a:lnTo>
                    <a:lnTo>
                      <a:pt x="914" y="249"/>
                    </a:lnTo>
                    <a:lnTo>
                      <a:pt x="916" y="249"/>
                    </a:lnTo>
                    <a:lnTo>
                      <a:pt x="917" y="249"/>
                    </a:lnTo>
                    <a:lnTo>
                      <a:pt x="918" y="249"/>
                    </a:lnTo>
                    <a:lnTo>
                      <a:pt x="920" y="249"/>
                    </a:lnTo>
                    <a:lnTo>
                      <a:pt x="921" y="249"/>
                    </a:lnTo>
                    <a:lnTo>
                      <a:pt x="922" y="250"/>
                    </a:lnTo>
                    <a:lnTo>
                      <a:pt x="924" y="250"/>
                    </a:lnTo>
                    <a:lnTo>
                      <a:pt x="925" y="249"/>
                    </a:lnTo>
                    <a:lnTo>
                      <a:pt x="927" y="249"/>
                    </a:lnTo>
                    <a:lnTo>
                      <a:pt x="928" y="249"/>
                    </a:lnTo>
                    <a:lnTo>
                      <a:pt x="929" y="249"/>
                    </a:lnTo>
                    <a:lnTo>
                      <a:pt x="931" y="248"/>
                    </a:lnTo>
                    <a:lnTo>
                      <a:pt x="932" y="247"/>
                    </a:lnTo>
                    <a:lnTo>
                      <a:pt x="933" y="247"/>
                    </a:lnTo>
                    <a:lnTo>
                      <a:pt x="935" y="247"/>
                    </a:lnTo>
                    <a:lnTo>
                      <a:pt x="936" y="246"/>
                    </a:lnTo>
                    <a:lnTo>
                      <a:pt x="937" y="246"/>
                    </a:lnTo>
                    <a:lnTo>
                      <a:pt x="939" y="245"/>
                    </a:lnTo>
                    <a:lnTo>
                      <a:pt x="940" y="245"/>
                    </a:lnTo>
                    <a:lnTo>
                      <a:pt x="941" y="245"/>
                    </a:lnTo>
                    <a:lnTo>
                      <a:pt x="943" y="245"/>
                    </a:lnTo>
                    <a:lnTo>
                      <a:pt x="944" y="244"/>
                    </a:lnTo>
                    <a:lnTo>
                      <a:pt x="946" y="244"/>
                    </a:lnTo>
                    <a:lnTo>
                      <a:pt x="947" y="244"/>
                    </a:lnTo>
                    <a:lnTo>
                      <a:pt x="948" y="244"/>
                    </a:lnTo>
                    <a:lnTo>
                      <a:pt x="950" y="245"/>
                    </a:lnTo>
                    <a:lnTo>
                      <a:pt x="951" y="245"/>
                    </a:lnTo>
                    <a:lnTo>
                      <a:pt x="952" y="246"/>
                    </a:lnTo>
                    <a:lnTo>
                      <a:pt x="954" y="246"/>
                    </a:lnTo>
                    <a:lnTo>
                      <a:pt x="955" y="246"/>
                    </a:lnTo>
                    <a:lnTo>
                      <a:pt x="956" y="246"/>
                    </a:lnTo>
                    <a:lnTo>
                      <a:pt x="958" y="246"/>
                    </a:lnTo>
                    <a:lnTo>
                      <a:pt x="959" y="246"/>
                    </a:lnTo>
                    <a:lnTo>
                      <a:pt x="961" y="245"/>
                    </a:lnTo>
                    <a:lnTo>
                      <a:pt x="962" y="245"/>
                    </a:lnTo>
                    <a:lnTo>
                      <a:pt x="963" y="244"/>
                    </a:lnTo>
                    <a:lnTo>
                      <a:pt x="965" y="243"/>
                    </a:lnTo>
                    <a:lnTo>
                      <a:pt x="966" y="242"/>
                    </a:lnTo>
                    <a:lnTo>
                      <a:pt x="967" y="242"/>
                    </a:lnTo>
                    <a:lnTo>
                      <a:pt x="969" y="242"/>
                    </a:lnTo>
                    <a:lnTo>
                      <a:pt x="970" y="242"/>
                    </a:lnTo>
                    <a:lnTo>
                      <a:pt x="971" y="243"/>
                    </a:lnTo>
                    <a:lnTo>
                      <a:pt x="973" y="243"/>
                    </a:lnTo>
                    <a:lnTo>
                      <a:pt x="974" y="243"/>
                    </a:lnTo>
                    <a:lnTo>
                      <a:pt x="975" y="244"/>
                    </a:lnTo>
                    <a:lnTo>
                      <a:pt x="977" y="244"/>
                    </a:lnTo>
                    <a:lnTo>
                      <a:pt x="978" y="244"/>
                    </a:lnTo>
                    <a:lnTo>
                      <a:pt x="980" y="244"/>
                    </a:lnTo>
                    <a:lnTo>
                      <a:pt x="981" y="243"/>
                    </a:lnTo>
                    <a:lnTo>
                      <a:pt x="982" y="242"/>
                    </a:lnTo>
                    <a:lnTo>
                      <a:pt x="984" y="243"/>
                    </a:lnTo>
                    <a:lnTo>
                      <a:pt x="985" y="242"/>
                    </a:lnTo>
                    <a:lnTo>
                      <a:pt x="986" y="241"/>
                    </a:lnTo>
                    <a:lnTo>
                      <a:pt x="988" y="241"/>
                    </a:lnTo>
                    <a:lnTo>
                      <a:pt x="989" y="241"/>
                    </a:lnTo>
                    <a:lnTo>
                      <a:pt x="990" y="241"/>
                    </a:lnTo>
                    <a:lnTo>
                      <a:pt x="992" y="241"/>
                    </a:lnTo>
                    <a:lnTo>
                      <a:pt x="993" y="241"/>
                    </a:lnTo>
                    <a:lnTo>
                      <a:pt x="995" y="241"/>
                    </a:lnTo>
                    <a:lnTo>
                      <a:pt x="996" y="241"/>
                    </a:lnTo>
                    <a:lnTo>
                      <a:pt x="997" y="241"/>
                    </a:lnTo>
                    <a:lnTo>
                      <a:pt x="999" y="239"/>
                    </a:lnTo>
                    <a:lnTo>
                      <a:pt x="1000" y="240"/>
                    </a:lnTo>
                    <a:lnTo>
                      <a:pt x="1001" y="240"/>
                    </a:lnTo>
                    <a:lnTo>
                      <a:pt x="1003" y="241"/>
                    </a:lnTo>
                    <a:lnTo>
                      <a:pt x="1004" y="240"/>
                    </a:lnTo>
                    <a:lnTo>
                      <a:pt x="1005" y="240"/>
                    </a:lnTo>
                    <a:lnTo>
                      <a:pt x="1007" y="239"/>
                    </a:lnTo>
                    <a:lnTo>
                      <a:pt x="1008" y="240"/>
                    </a:lnTo>
                    <a:lnTo>
                      <a:pt x="1009" y="239"/>
                    </a:lnTo>
                    <a:lnTo>
                      <a:pt x="1011" y="239"/>
                    </a:lnTo>
                    <a:lnTo>
                      <a:pt x="1012" y="238"/>
                    </a:lnTo>
                    <a:lnTo>
                      <a:pt x="1014" y="237"/>
                    </a:lnTo>
                    <a:lnTo>
                      <a:pt x="1015" y="236"/>
                    </a:lnTo>
                    <a:lnTo>
                      <a:pt x="1016" y="236"/>
                    </a:lnTo>
                    <a:lnTo>
                      <a:pt x="1018" y="236"/>
                    </a:lnTo>
                    <a:lnTo>
                      <a:pt x="1019" y="235"/>
                    </a:lnTo>
                    <a:lnTo>
                      <a:pt x="1020" y="235"/>
                    </a:lnTo>
                    <a:lnTo>
                      <a:pt x="1022" y="233"/>
                    </a:lnTo>
                    <a:lnTo>
                      <a:pt x="1023" y="233"/>
                    </a:lnTo>
                    <a:lnTo>
                      <a:pt x="1024" y="233"/>
                    </a:lnTo>
                    <a:lnTo>
                      <a:pt x="1026" y="233"/>
                    </a:lnTo>
                    <a:lnTo>
                      <a:pt x="1027" y="233"/>
                    </a:lnTo>
                    <a:lnTo>
                      <a:pt x="1029" y="234"/>
                    </a:lnTo>
                    <a:lnTo>
                      <a:pt x="1030" y="235"/>
                    </a:lnTo>
                    <a:lnTo>
                      <a:pt x="1031" y="235"/>
                    </a:lnTo>
                    <a:lnTo>
                      <a:pt x="1033" y="235"/>
                    </a:lnTo>
                    <a:lnTo>
                      <a:pt x="1034" y="235"/>
                    </a:lnTo>
                    <a:lnTo>
                      <a:pt x="1035" y="235"/>
                    </a:lnTo>
                    <a:lnTo>
                      <a:pt x="1037" y="234"/>
                    </a:lnTo>
                    <a:lnTo>
                      <a:pt x="1038" y="232"/>
                    </a:lnTo>
                    <a:lnTo>
                      <a:pt x="1039" y="232"/>
                    </a:lnTo>
                    <a:lnTo>
                      <a:pt x="1041" y="231"/>
                    </a:lnTo>
                    <a:lnTo>
                      <a:pt x="1042" y="231"/>
                    </a:lnTo>
                    <a:lnTo>
                      <a:pt x="1043" y="231"/>
                    </a:lnTo>
                    <a:lnTo>
                      <a:pt x="1045" y="232"/>
                    </a:lnTo>
                    <a:lnTo>
                      <a:pt x="1046" y="232"/>
                    </a:lnTo>
                    <a:lnTo>
                      <a:pt x="1048" y="232"/>
                    </a:lnTo>
                    <a:lnTo>
                      <a:pt x="1049" y="232"/>
                    </a:lnTo>
                    <a:lnTo>
                      <a:pt x="1050" y="232"/>
                    </a:lnTo>
                    <a:lnTo>
                      <a:pt x="1052" y="233"/>
                    </a:lnTo>
                    <a:lnTo>
                      <a:pt x="1053" y="233"/>
                    </a:lnTo>
                    <a:lnTo>
                      <a:pt x="1054" y="233"/>
                    </a:lnTo>
                    <a:lnTo>
                      <a:pt x="1056" y="233"/>
                    </a:lnTo>
                    <a:lnTo>
                      <a:pt x="1057" y="232"/>
                    </a:lnTo>
                    <a:lnTo>
                      <a:pt x="1058" y="232"/>
                    </a:lnTo>
                    <a:lnTo>
                      <a:pt x="1060" y="233"/>
                    </a:lnTo>
                    <a:lnTo>
                      <a:pt x="1061" y="232"/>
                    </a:lnTo>
                    <a:lnTo>
                      <a:pt x="1063" y="232"/>
                    </a:lnTo>
                    <a:lnTo>
                      <a:pt x="1064" y="231"/>
                    </a:lnTo>
                    <a:lnTo>
                      <a:pt x="1065" y="230"/>
                    </a:lnTo>
                    <a:lnTo>
                      <a:pt x="1067" y="229"/>
                    </a:lnTo>
                    <a:lnTo>
                      <a:pt x="1068" y="228"/>
                    </a:lnTo>
                    <a:lnTo>
                      <a:pt x="1069" y="228"/>
                    </a:lnTo>
                    <a:lnTo>
                      <a:pt x="1071" y="227"/>
                    </a:lnTo>
                    <a:lnTo>
                      <a:pt x="1072" y="227"/>
                    </a:lnTo>
                    <a:lnTo>
                      <a:pt x="1073" y="227"/>
                    </a:lnTo>
                    <a:lnTo>
                      <a:pt x="1075" y="227"/>
                    </a:lnTo>
                    <a:lnTo>
                      <a:pt x="1076" y="227"/>
                    </a:lnTo>
                    <a:lnTo>
                      <a:pt x="1077" y="227"/>
                    </a:lnTo>
                    <a:lnTo>
                      <a:pt x="1079" y="228"/>
                    </a:lnTo>
                    <a:lnTo>
                      <a:pt x="1080" y="228"/>
                    </a:lnTo>
                    <a:lnTo>
                      <a:pt x="1082" y="228"/>
                    </a:lnTo>
                    <a:lnTo>
                      <a:pt x="1083" y="228"/>
                    </a:lnTo>
                    <a:lnTo>
                      <a:pt x="1084" y="228"/>
                    </a:lnTo>
                    <a:lnTo>
                      <a:pt x="1086" y="228"/>
                    </a:lnTo>
                    <a:lnTo>
                      <a:pt x="1087" y="228"/>
                    </a:lnTo>
                    <a:lnTo>
                      <a:pt x="1088" y="229"/>
                    </a:lnTo>
                    <a:lnTo>
                      <a:pt x="1090" y="228"/>
                    </a:lnTo>
                    <a:lnTo>
                      <a:pt x="1091" y="229"/>
                    </a:lnTo>
                    <a:lnTo>
                      <a:pt x="1092" y="229"/>
                    </a:lnTo>
                    <a:lnTo>
                      <a:pt x="1094" y="228"/>
                    </a:lnTo>
                    <a:lnTo>
                      <a:pt x="1095" y="229"/>
                    </a:lnTo>
                    <a:lnTo>
                      <a:pt x="1097" y="229"/>
                    </a:lnTo>
                    <a:lnTo>
                      <a:pt x="1098" y="229"/>
                    </a:lnTo>
                    <a:lnTo>
                      <a:pt x="1099" y="229"/>
                    </a:lnTo>
                    <a:lnTo>
                      <a:pt x="1101" y="229"/>
                    </a:lnTo>
                    <a:lnTo>
                      <a:pt x="1102" y="228"/>
                    </a:lnTo>
                    <a:lnTo>
                      <a:pt x="1103" y="229"/>
                    </a:lnTo>
                    <a:lnTo>
                      <a:pt x="1105" y="229"/>
                    </a:lnTo>
                    <a:lnTo>
                      <a:pt x="1106" y="229"/>
                    </a:lnTo>
                    <a:lnTo>
                      <a:pt x="1107" y="229"/>
                    </a:lnTo>
                    <a:lnTo>
                      <a:pt x="1109" y="230"/>
                    </a:lnTo>
                    <a:lnTo>
                      <a:pt x="1110" y="230"/>
                    </a:lnTo>
                    <a:lnTo>
                      <a:pt x="1111" y="230"/>
                    </a:lnTo>
                    <a:lnTo>
                      <a:pt x="1113" y="230"/>
                    </a:lnTo>
                    <a:lnTo>
                      <a:pt x="1114" y="231"/>
                    </a:lnTo>
                    <a:lnTo>
                      <a:pt x="1116" y="230"/>
                    </a:lnTo>
                    <a:lnTo>
                      <a:pt x="1117" y="230"/>
                    </a:lnTo>
                    <a:lnTo>
                      <a:pt x="1118" y="229"/>
                    </a:lnTo>
                    <a:lnTo>
                      <a:pt x="1120" y="228"/>
                    </a:lnTo>
                    <a:lnTo>
                      <a:pt x="1121" y="228"/>
                    </a:lnTo>
                    <a:lnTo>
                      <a:pt x="1122" y="229"/>
                    </a:lnTo>
                    <a:lnTo>
                      <a:pt x="1124" y="228"/>
                    </a:lnTo>
                    <a:lnTo>
                      <a:pt x="1125" y="228"/>
                    </a:lnTo>
                    <a:lnTo>
                      <a:pt x="1126" y="229"/>
                    </a:lnTo>
                    <a:lnTo>
                      <a:pt x="1128" y="229"/>
                    </a:lnTo>
                    <a:lnTo>
                      <a:pt x="1129" y="229"/>
                    </a:lnTo>
                    <a:lnTo>
                      <a:pt x="1131" y="230"/>
                    </a:lnTo>
                    <a:lnTo>
                      <a:pt x="1132" y="229"/>
                    </a:lnTo>
                    <a:lnTo>
                      <a:pt x="1133" y="229"/>
                    </a:lnTo>
                    <a:lnTo>
                      <a:pt x="1135" y="228"/>
                    </a:lnTo>
                    <a:lnTo>
                      <a:pt x="1136" y="228"/>
                    </a:lnTo>
                    <a:lnTo>
                      <a:pt x="1137" y="228"/>
                    </a:lnTo>
                    <a:lnTo>
                      <a:pt x="1139" y="228"/>
                    </a:lnTo>
                    <a:lnTo>
                      <a:pt x="1140" y="227"/>
                    </a:lnTo>
                    <a:lnTo>
                      <a:pt x="1141" y="226"/>
                    </a:lnTo>
                    <a:lnTo>
                      <a:pt x="1143" y="225"/>
                    </a:lnTo>
                    <a:lnTo>
                      <a:pt x="1144" y="225"/>
                    </a:lnTo>
                    <a:lnTo>
                      <a:pt x="1145" y="225"/>
                    </a:lnTo>
                    <a:lnTo>
                      <a:pt x="1147" y="225"/>
                    </a:lnTo>
                    <a:lnTo>
                      <a:pt x="1148" y="224"/>
                    </a:lnTo>
                    <a:lnTo>
                      <a:pt x="1150" y="223"/>
                    </a:lnTo>
                    <a:lnTo>
                      <a:pt x="1151" y="222"/>
                    </a:lnTo>
                    <a:lnTo>
                      <a:pt x="1152" y="221"/>
                    </a:lnTo>
                    <a:lnTo>
                      <a:pt x="1154" y="221"/>
                    </a:lnTo>
                    <a:lnTo>
                      <a:pt x="1155" y="220"/>
                    </a:lnTo>
                    <a:lnTo>
                      <a:pt x="1156" y="220"/>
                    </a:lnTo>
                    <a:lnTo>
                      <a:pt x="1158" y="221"/>
                    </a:lnTo>
                    <a:lnTo>
                      <a:pt x="1159" y="221"/>
                    </a:lnTo>
                    <a:lnTo>
                      <a:pt x="1160" y="221"/>
                    </a:lnTo>
                    <a:lnTo>
                      <a:pt x="1162" y="223"/>
                    </a:lnTo>
                    <a:lnTo>
                      <a:pt x="1163" y="223"/>
                    </a:lnTo>
                    <a:lnTo>
                      <a:pt x="1165" y="224"/>
                    </a:lnTo>
                    <a:lnTo>
                      <a:pt x="1166" y="224"/>
                    </a:lnTo>
                    <a:lnTo>
                      <a:pt x="1167" y="224"/>
                    </a:lnTo>
                    <a:lnTo>
                      <a:pt x="1169" y="224"/>
                    </a:lnTo>
                    <a:lnTo>
                      <a:pt x="1170" y="224"/>
                    </a:lnTo>
                    <a:lnTo>
                      <a:pt x="1171" y="224"/>
                    </a:lnTo>
                    <a:lnTo>
                      <a:pt x="1173" y="223"/>
                    </a:lnTo>
                    <a:lnTo>
                      <a:pt x="1174" y="223"/>
                    </a:lnTo>
                    <a:lnTo>
                      <a:pt x="1175" y="223"/>
                    </a:lnTo>
                    <a:lnTo>
                      <a:pt x="1177" y="222"/>
                    </a:lnTo>
                    <a:lnTo>
                      <a:pt x="1178" y="222"/>
                    </a:lnTo>
                    <a:lnTo>
                      <a:pt x="1179" y="223"/>
                    </a:lnTo>
                    <a:lnTo>
                      <a:pt x="1181" y="223"/>
                    </a:lnTo>
                    <a:lnTo>
                      <a:pt x="1182" y="223"/>
                    </a:lnTo>
                    <a:lnTo>
                      <a:pt x="1184" y="223"/>
                    </a:lnTo>
                    <a:lnTo>
                      <a:pt x="1185" y="224"/>
                    </a:lnTo>
                    <a:lnTo>
                      <a:pt x="1186" y="224"/>
                    </a:lnTo>
                    <a:lnTo>
                      <a:pt x="1188" y="224"/>
                    </a:lnTo>
                    <a:lnTo>
                      <a:pt x="1189" y="224"/>
                    </a:lnTo>
                    <a:lnTo>
                      <a:pt x="1190" y="224"/>
                    </a:lnTo>
                    <a:lnTo>
                      <a:pt x="1192" y="224"/>
                    </a:lnTo>
                    <a:lnTo>
                      <a:pt x="1193" y="225"/>
                    </a:lnTo>
                    <a:lnTo>
                      <a:pt x="1194" y="224"/>
                    </a:lnTo>
                    <a:lnTo>
                      <a:pt x="1196" y="224"/>
                    </a:lnTo>
                    <a:lnTo>
                      <a:pt x="1197" y="224"/>
                    </a:lnTo>
                    <a:lnTo>
                      <a:pt x="1199" y="224"/>
                    </a:lnTo>
                    <a:lnTo>
                      <a:pt x="1200" y="223"/>
                    </a:lnTo>
                    <a:lnTo>
                      <a:pt x="1201" y="223"/>
                    </a:lnTo>
                    <a:lnTo>
                      <a:pt x="1203" y="222"/>
                    </a:lnTo>
                    <a:lnTo>
                      <a:pt x="1204" y="221"/>
                    </a:lnTo>
                    <a:lnTo>
                      <a:pt x="1205" y="221"/>
                    </a:lnTo>
                    <a:lnTo>
                      <a:pt x="1207" y="220"/>
                    </a:lnTo>
                    <a:lnTo>
                      <a:pt x="1208" y="219"/>
                    </a:lnTo>
                    <a:lnTo>
                      <a:pt x="1209" y="219"/>
                    </a:lnTo>
                    <a:lnTo>
                      <a:pt x="1211" y="218"/>
                    </a:lnTo>
                    <a:lnTo>
                      <a:pt x="1212" y="219"/>
                    </a:lnTo>
                    <a:lnTo>
                      <a:pt x="1213" y="219"/>
                    </a:lnTo>
                    <a:lnTo>
                      <a:pt x="1215" y="219"/>
                    </a:lnTo>
                    <a:lnTo>
                      <a:pt x="1216" y="219"/>
                    </a:lnTo>
                    <a:lnTo>
                      <a:pt x="1218" y="219"/>
                    </a:lnTo>
                    <a:lnTo>
                      <a:pt x="1219" y="219"/>
                    </a:lnTo>
                    <a:lnTo>
                      <a:pt x="1220" y="219"/>
                    </a:lnTo>
                    <a:lnTo>
                      <a:pt x="1222" y="218"/>
                    </a:lnTo>
                    <a:lnTo>
                      <a:pt x="1223" y="218"/>
                    </a:lnTo>
                    <a:lnTo>
                      <a:pt x="1224" y="218"/>
                    </a:lnTo>
                    <a:lnTo>
                      <a:pt x="1226" y="217"/>
                    </a:lnTo>
                    <a:lnTo>
                      <a:pt x="1227" y="217"/>
                    </a:lnTo>
                    <a:lnTo>
                      <a:pt x="1228" y="216"/>
                    </a:lnTo>
                    <a:lnTo>
                      <a:pt x="1230" y="217"/>
                    </a:lnTo>
                    <a:lnTo>
                      <a:pt x="1231" y="217"/>
                    </a:lnTo>
                    <a:lnTo>
                      <a:pt x="1233" y="217"/>
                    </a:lnTo>
                    <a:lnTo>
                      <a:pt x="1234" y="216"/>
                    </a:lnTo>
                    <a:lnTo>
                      <a:pt x="1235" y="216"/>
                    </a:lnTo>
                    <a:lnTo>
                      <a:pt x="1237" y="217"/>
                    </a:lnTo>
                    <a:lnTo>
                      <a:pt x="1238" y="216"/>
                    </a:lnTo>
                    <a:lnTo>
                      <a:pt x="1239" y="216"/>
                    </a:lnTo>
                    <a:lnTo>
                      <a:pt x="1241" y="217"/>
                    </a:lnTo>
                    <a:lnTo>
                      <a:pt x="1242" y="216"/>
                    </a:lnTo>
                    <a:lnTo>
                      <a:pt x="1243" y="216"/>
                    </a:lnTo>
                    <a:lnTo>
                      <a:pt x="1245" y="216"/>
                    </a:lnTo>
                    <a:lnTo>
                      <a:pt x="1246" y="216"/>
                    </a:lnTo>
                    <a:lnTo>
                      <a:pt x="1247" y="216"/>
                    </a:lnTo>
                    <a:lnTo>
                      <a:pt x="1249" y="217"/>
                    </a:lnTo>
                    <a:lnTo>
                      <a:pt x="1250" y="217"/>
                    </a:lnTo>
                    <a:lnTo>
                      <a:pt x="1252" y="217"/>
                    </a:lnTo>
                    <a:lnTo>
                      <a:pt x="1253" y="216"/>
                    </a:lnTo>
                    <a:lnTo>
                      <a:pt x="1254" y="215"/>
                    </a:lnTo>
                    <a:lnTo>
                      <a:pt x="1256" y="214"/>
                    </a:lnTo>
                    <a:lnTo>
                      <a:pt x="1257" y="214"/>
                    </a:lnTo>
                    <a:lnTo>
                      <a:pt x="1258" y="213"/>
                    </a:lnTo>
                    <a:lnTo>
                      <a:pt x="1260" y="212"/>
                    </a:lnTo>
                    <a:lnTo>
                      <a:pt x="1261" y="211"/>
                    </a:lnTo>
                    <a:lnTo>
                      <a:pt x="1262" y="212"/>
                    </a:lnTo>
                    <a:lnTo>
                      <a:pt x="1264" y="212"/>
                    </a:lnTo>
                    <a:lnTo>
                      <a:pt x="1265" y="213"/>
                    </a:lnTo>
                    <a:lnTo>
                      <a:pt x="1267" y="213"/>
                    </a:lnTo>
                    <a:lnTo>
                      <a:pt x="1268" y="212"/>
                    </a:lnTo>
                    <a:lnTo>
                      <a:pt x="1269" y="212"/>
                    </a:lnTo>
                    <a:lnTo>
                      <a:pt x="1271" y="213"/>
                    </a:lnTo>
                    <a:lnTo>
                      <a:pt x="1272" y="213"/>
                    </a:lnTo>
                    <a:lnTo>
                      <a:pt x="1273" y="212"/>
                    </a:lnTo>
                    <a:lnTo>
                      <a:pt x="1275" y="211"/>
                    </a:lnTo>
                    <a:lnTo>
                      <a:pt x="1276" y="211"/>
                    </a:lnTo>
                    <a:lnTo>
                      <a:pt x="1277" y="211"/>
                    </a:lnTo>
                    <a:lnTo>
                      <a:pt x="1279" y="210"/>
                    </a:lnTo>
                    <a:lnTo>
                      <a:pt x="1280" y="211"/>
                    </a:lnTo>
                    <a:lnTo>
                      <a:pt x="1281" y="210"/>
                    </a:lnTo>
                    <a:lnTo>
                      <a:pt x="1283" y="211"/>
                    </a:lnTo>
                    <a:lnTo>
                      <a:pt x="1284" y="211"/>
                    </a:lnTo>
                    <a:lnTo>
                      <a:pt x="1286" y="212"/>
                    </a:lnTo>
                    <a:lnTo>
                      <a:pt x="1287" y="212"/>
                    </a:lnTo>
                    <a:lnTo>
                      <a:pt x="1288" y="213"/>
                    </a:lnTo>
                    <a:lnTo>
                      <a:pt x="1290" y="213"/>
                    </a:lnTo>
                    <a:lnTo>
                      <a:pt x="1291" y="213"/>
                    </a:lnTo>
                    <a:lnTo>
                      <a:pt x="1292" y="213"/>
                    </a:lnTo>
                    <a:lnTo>
                      <a:pt x="1294" y="213"/>
                    </a:lnTo>
                    <a:lnTo>
                      <a:pt x="1295" y="214"/>
                    </a:lnTo>
                    <a:lnTo>
                      <a:pt x="1296" y="214"/>
                    </a:lnTo>
                    <a:lnTo>
                      <a:pt x="1298" y="215"/>
                    </a:lnTo>
                    <a:lnTo>
                      <a:pt x="1299" y="215"/>
                    </a:lnTo>
                    <a:lnTo>
                      <a:pt x="1301" y="216"/>
                    </a:lnTo>
                    <a:lnTo>
                      <a:pt x="1302" y="216"/>
                    </a:lnTo>
                    <a:lnTo>
                      <a:pt x="1303" y="216"/>
                    </a:lnTo>
                    <a:lnTo>
                      <a:pt x="1305" y="217"/>
                    </a:lnTo>
                    <a:lnTo>
                      <a:pt x="1306" y="218"/>
                    </a:lnTo>
                    <a:lnTo>
                      <a:pt x="1307" y="216"/>
                    </a:lnTo>
                    <a:lnTo>
                      <a:pt x="1309" y="216"/>
                    </a:lnTo>
                    <a:lnTo>
                      <a:pt x="1310" y="215"/>
                    </a:lnTo>
                    <a:lnTo>
                      <a:pt x="1311" y="215"/>
                    </a:lnTo>
                    <a:lnTo>
                      <a:pt x="1313" y="215"/>
                    </a:lnTo>
                    <a:lnTo>
                      <a:pt x="1314" y="214"/>
                    </a:lnTo>
                    <a:lnTo>
                      <a:pt x="1315" y="214"/>
                    </a:lnTo>
                    <a:lnTo>
                      <a:pt x="1317" y="213"/>
                    </a:lnTo>
                    <a:lnTo>
                      <a:pt x="1318" y="212"/>
                    </a:lnTo>
                    <a:lnTo>
                      <a:pt x="1320" y="212"/>
                    </a:lnTo>
                    <a:lnTo>
                      <a:pt x="1321" y="212"/>
                    </a:lnTo>
                    <a:lnTo>
                      <a:pt x="1322" y="211"/>
                    </a:lnTo>
                    <a:lnTo>
                      <a:pt x="1324" y="211"/>
                    </a:lnTo>
                    <a:lnTo>
                      <a:pt x="1325" y="211"/>
                    </a:lnTo>
                    <a:lnTo>
                      <a:pt x="1326" y="211"/>
                    </a:lnTo>
                    <a:lnTo>
                      <a:pt x="1328" y="212"/>
                    </a:lnTo>
                    <a:lnTo>
                      <a:pt x="1329" y="212"/>
                    </a:lnTo>
                    <a:lnTo>
                      <a:pt x="1330" y="212"/>
                    </a:lnTo>
                    <a:lnTo>
                      <a:pt x="1332" y="211"/>
                    </a:lnTo>
                    <a:lnTo>
                      <a:pt x="1333" y="211"/>
                    </a:lnTo>
                    <a:lnTo>
                      <a:pt x="1335" y="211"/>
                    </a:lnTo>
                    <a:lnTo>
                      <a:pt x="1336" y="211"/>
                    </a:lnTo>
                    <a:lnTo>
                      <a:pt x="1337" y="210"/>
                    </a:lnTo>
                    <a:lnTo>
                      <a:pt x="1339" y="210"/>
                    </a:lnTo>
                    <a:lnTo>
                      <a:pt x="1340" y="211"/>
                    </a:lnTo>
                    <a:lnTo>
                      <a:pt x="1341" y="213"/>
                    </a:lnTo>
                    <a:lnTo>
                      <a:pt x="1343" y="213"/>
                    </a:lnTo>
                    <a:lnTo>
                      <a:pt x="1344" y="214"/>
                    </a:lnTo>
                    <a:lnTo>
                      <a:pt x="1345" y="214"/>
                    </a:lnTo>
                    <a:lnTo>
                      <a:pt x="1347" y="214"/>
                    </a:lnTo>
                    <a:lnTo>
                      <a:pt x="1348" y="214"/>
                    </a:lnTo>
                    <a:lnTo>
                      <a:pt x="1349" y="214"/>
                    </a:lnTo>
                    <a:lnTo>
                      <a:pt x="1351" y="214"/>
                    </a:lnTo>
                    <a:lnTo>
                      <a:pt x="1352" y="214"/>
                    </a:lnTo>
                    <a:lnTo>
                      <a:pt x="1354" y="214"/>
                    </a:lnTo>
                    <a:lnTo>
                      <a:pt x="1355" y="213"/>
                    </a:lnTo>
                    <a:lnTo>
                      <a:pt x="1356" y="214"/>
                    </a:lnTo>
                    <a:lnTo>
                      <a:pt x="1358" y="214"/>
                    </a:lnTo>
                    <a:lnTo>
                      <a:pt x="1359" y="214"/>
                    </a:lnTo>
                    <a:lnTo>
                      <a:pt x="1360" y="213"/>
                    </a:lnTo>
                    <a:lnTo>
                      <a:pt x="1362" y="213"/>
                    </a:lnTo>
                    <a:lnTo>
                      <a:pt x="1363" y="213"/>
                    </a:lnTo>
                    <a:lnTo>
                      <a:pt x="1364" y="212"/>
                    </a:lnTo>
                    <a:lnTo>
                      <a:pt x="1366" y="211"/>
                    </a:lnTo>
                    <a:lnTo>
                      <a:pt x="1367" y="211"/>
                    </a:lnTo>
                    <a:lnTo>
                      <a:pt x="1369" y="210"/>
                    </a:lnTo>
                    <a:lnTo>
                      <a:pt x="1370" y="210"/>
                    </a:lnTo>
                    <a:lnTo>
                      <a:pt x="1371" y="210"/>
                    </a:lnTo>
                    <a:lnTo>
                      <a:pt x="1373" y="210"/>
                    </a:lnTo>
                    <a:lnTo>
                      <a:pt x="1374" y="210"/>
                    </a:lnTo>
                    <a:lnTo>
                      <a:pt x="1375" y="210"/>
                    </a:lnTo>
                    <a:lnTo>
                      <a:pt x="1377" y="210"/>
                    </a:lnTo>
                    <a:lnTo>
                      <a:pt x="1378" y="210"/>
                    </a:lnTo>
                    <a:lnTo>
                      <a:pt x="1379" y="210"/>
                    </a:lnTo>
                    <a:lnTo>
                      <a:pt x="1381" y="211"/>
                    </a:lnTo>
                    <a:lnTo>
                      <a:pt x="1382" y="211"/>
                    </a:lnTo>
                    <a:lnTo>
                      <a:pt x="1383" y="212"/>
                    </a:lnTo>
                    <a:lnTo>
                      <a:pt x="1385" y="212"/>
                    </a:lnTo>
                    <a:lnTo>
                      <a:pt x="1386" y="211"/>
                    </a:lnTo>
                    <a:lnTo>
                      <a:pt x="1388" y="211"/>
                    </a:lnTo>
                    <a:lnTo>
                      <a:pt x="1389" y="212"/>
                    </a:lnTo>
                    <a:lnTo>
                      <a:pt x="1390" y="211"/>
                    </a:lnTo>
                    <a:lnTo>
                      <a:pt x="1392" y="210"/>
                    </a:lnTo>
                    <a:lnTo>
                      <a:pt x="1393" y="209"/>
                    </a:lnTo>
                    <a:lnTo>
                      <a:pt x="1394" y="208"/>
                    </a:lnTo>
                    <a:lnTo>
                      <a:pt x="1396" y="207"/>
                    </a:lnTo>
                    <a:lnTo>
                      <a:pt x="1397" y="206"/>
                    </a:lnTo>
                    <a:lnTo>
                      <a:pt x="1398" y="205"/>
                    </a:lnTo>
                    <a:lnTo>
                      <a:pt x="1400" y="205"/>
                    </a:lnTo>
                    <a:lnTo>
                      <a:pt x="1401" y="204"/>
                    </a:lnTo>
                    <a:lnTo>
                      <a:pt x="1403" y="204"/>
                    </a:lnTo>
                    <a:lnTo>
                      <a:pt x="1404" y="204"/>
                    </a:lnTo>
                    <a:lnTo>
                      <a:pt x="1405" y="205"/>
                    </a:lnTo>
                    <a:lnTo>
                      <a:pt x="1407" y="205"/>
                    </a:lnTo>
                    <a:lnTo>
                      <a:pt x="1408" y="204"/>
                    </a:lnTo>
                    <a:lnTo>
                      <a:pt x="1409" y="204"/>
                    </a:lnTo>
                    <a:lnTo>
                      <a:pt x="1411" y="204"/>
                    </a:lnTo>
                    <a:lnTo>
                      <a:pt x="1412" y="205"/>
                    </a:lnTo>
                    <a:lnTo>
                      <a:pt x="1413" y="205"/>
                    </a:lnTo>
                    <a:lnTo>
                      <a:pt x="1415" y="205"/>
                    </a:lnTo>
                    <a:lnTo>
                      <a:pt x="1416" y="204"/>
                    </a:lnTo>
                    <a:lnTo>
                      <a:pt x="1417" y="204"/>
                    </a:lnTo>
                    <a:lnTo>
                      <a:pt x="1419" y="205"/>
                    </a:lnTo>
                    <a:lnTo>
                      <a:pt x="1420" y="204"/>
                    </a:lnTo>
                    <a:lnTo>
                      <a:pt x="1422" y="204"/>
                    </a:lnTo>
                    <a:lnTo>
                      <a:pt x="1423" y="203"/>
                    </a:lnTo>
                    <a:lnTo>
                      <a:pt x="1424" y="203"/>
                    </a:lnTo>
                    <a:lnTo>
                      <a:pt x="1426" y="203"/>
                    </a:lnTo>
                    <a:lnTo>
                      <a:pt x="1427" y="203"/>
                    </a:lnTo>
                    <a:lnTo>
                      <a:pt x="1428" y="203"/>
                    </a:lnTo>
                    <a:lnTo>
                      <a:pt x="1430" y="204"/>
                    </a:lnTo>
                    <a:lnTo>
                      <a:pt x="1431" y="203"/>
                    </a:lnTo>
                    <a:lnTo>
                      <a:pt x="1432" y="203"/>
                    </a:lnTo>
                    <a:lnTo>
                      <a:pt x="1434" y="203"/>
                    </a:lnTo>
                    <a:lnTo>
                      <a:pt x="1435" y="204"/>
                    </a:lnTo>
                    <a:lnTo>
                      <a:pt x="1437" y="204"/>
                    </a:lnTo>
                    <a:lnTo>
                      <a:pt x="1438" y="204"/>
                    </a:lnTo>
                    <a:lnTo>
                      <a:pt x="1439" y="203"/>
                    </a:lnTo>
                    <a:lnTo>
                      <a:pt x="1441" y="202"/>
                    </a:lnTo>
                    <a:lnTo>
                      <a:pt x="1442" y="202"/>
                    </a:lnTo>
                  </a:path>
                </a:pathLst>
              </a:custGeom>
              <a:noFill/>
              <a:ln cap="flat" cmpd="sng" w="25400">
                <a:solidFill>
                  <a:srgbClr val="8B008B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5"/>
              <p:cNvSpPr/>
              <p:nvPr/>
            </p:nvSpPr>
            <p:spPr>
              <a:xfrm flipH="1" rot="10800000">
                <a:off x="6745288" y="855663"/>
                <a:ext cx="3810000" cy="1998663"/>
              </a:xfrm>
              <a:custGeom>
                <a:rect b="b" l="l" r="r" t="t"/>
                <a:pathLst>
                  <a:path extrusionOk="0" h="907" w="1442">
                    <a:moveTo>
                      <a:pt x="0" y="15"/>
                    </a:moveTo>
                    <a:lnTo>
                      <a:pt x="2" y="9"/>
                    </a:lnTo>
                    <a:lnTo>
                      <a:pt x="3" y="10"/>
                    </a:lnTo>
                    <a:lnTo>
                      <a:pt x="4" y="10"/>
                    </a:lnTo>
                    <a:lnTo>
                      <a:pt x="6" y="9"/>
                    </a:lnTo>
                    <a:lnTo>
                      <a:pt x="7" y="9"/>
                    </a:lnTo>
                    <a:lnTo>
                      <a:pt x="9" y="9"/>
                    </a:lnTo>
                    <a:lnTo>
                      <a:pt x="10" y="8"/>
                    </a:lnTo>
                    <a:lnTo>
                      <a:pt x="11" y="8"/>
                    </a:lnTo>
                    <a:lnTo>
                      <a:pt x="13" y="6"/>
                    </a:lnTo>
                    <a:lnTo>
                      <a:pt x="14" y="5"/>
                    </a:lnTo>
                    <a:lnTo>
                      <a:pt x="15" y="5"/>
                    </a:lnTo>
                    <a:lnTo>
                      <a:pt x="17" y="5"/>
                    </a:lnTo>
                    <a:lnTo>
                      <a:pt x="18" y="6"/>
                    </a:lnTo>
                    <a:lnTo>
                      <a:pt x="19" y="7"/>
                    </a:lnTo>
                    <a:lnTo>
                      <a:pt x="21" y="7"/>
                    </a:lnTo>
                    <a:lnTo>
                      <a:pt x="22" y="8"/>
                    </a:lnTo>
                    <a:lnTo>
                      <a:pt x="23" y="8"/>
                    </a:lnTo>
                    <a:lnTo>
                      <a:pt x="25" y="8"/>
                    </a:lnTo>
                    <a:lnTo>
                      <a:pt x="26" y="9"/>
                    </a:lnTo>
                    <a:lnTo>
                      <a:pt x="28" y="8"/>
                    </a:lnTo>
                    <a:lnTo>
                      <a:pt x="29" y="6"/>
                    </a:lnTo>
                    <a:lnTo>
                      <a:pt x="30" y="6"/>
                    </a:lnTo>
                    <a:lnTo>
                      <a:pt x="32" y="7"/>
                    </a:lnTo>
                    <a:lnTo>
                      <a:pt x="33" y="8"/>
                    </a:lnTo>
                    <a:lnTo>
                      <a:pt x="34" y="6"/>
                    </a:lnTo>
                    <a:lnTo>
                      <a:pt x="36" y="7"/>
                    </a:lnTo>
                    <a:lnTo>
                      <a:pt x="37" y="8"/>
                    </a:lnTo>
                    <a:lnTo>
                      <a:pt x="38" y="8"/>
                    </a:lnTo>
                    <a:lnTo>
                      <a:pt x="40" y="9"/>
                    </a:lnTo>
                    <a:lnTo>
                      <a:pt x="41" y="7"/>
                    </a:lnTo>
                    <a:lnTo>
                      <a:pt x="43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7" y="7"/>
                    </a:lnTo>
                    <a:lnTo>
                      <a:pt x="48" y="7"/>
                    </a:lnTo>
                    <a:lnTo>
                      <a:pt x="49" y="8"/>
                    </a:lnTo>
                    <a:lnTo>
                      <a:pt x="51" y="9"/>
                    </a:lnTo>
                    <a:lnTo>
                      <a:pt x="52" y="10"/>
                    </a:lnTo>
                    <a:lnTo>
                      <a:pt x="53" y="9"/>
                    </a:lnTo>
                    <a:lnTo>
                      <a:pt x="55" y="9"/>
                    </a:lnTo>
                    <a:lnTo>
                      <a:pt x="56" y="8"/>
                    </a:lnTo>
                    <a:lnTo>
                      <a:pt x="57" y="9"/>
                    </a:lnTo>
                    <a:lnTo>
                      <a:pt x="59" y="9"/>
                    </a:lnTo>
                    <a:lnTo>
                      <a:pt x="60" y="8"/>
                    </a:lnTo>
                    <a:lnTo>
                      <a:pt x="62" y="8"/>
                    </a:lnTo>
                    <a:lnTo>
                      <a:pt x="63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7" y="9"/>
                    </a:lnTo>
                    <a:lnTo>
                      <a:pt x="68" y="9"/>
                    </a:lnTo>
                    <a:lnTo>
                      <a:pt x="70" y="9"/>
                    </a:lnTo>
                    <a:lnTo>
                      <a:pt x="71" y="9"/>
                    </a:lnTo>
                    <a:lnTo>
                      <a:pt x="72" y="9"/>
                    </a:lnTo>
                    <a:lnTo>
                      <a:pt x="74" y="9"/>
                    </a:lnTo>
                    <a:lnTo>
                      <a:pt x="75" y="8"/>
                    </a:lnTo>
                    <a:lnTo>
                      <a:pt x="77" y="8"/>
                    </a:lnTo>
                    <a:lnTo>
                      <a:pt x="78" y="9"/>
                    </a:lnTo>
                    <a:lnTo>
                      <a:pt x="79" y="8"/>
                    </a:lnTo>
                    <a:lnTo>
                      <a:pt x="81" y="6"/>
                    </a:lnTo>
                    <a:lnTo>
                      <a:pt x="82" y="6"/>
                    </a:lnTo>
                    <a:lnTo>
                      <a:pt x="83" y="5"/>
                    </a:lnTo>
                    <a:lnTo>
                      <a:pt x="85" y="4"/>
                    </a:lnTo>
                    <a:lnTo>
                      <a:pt x="86" y="4"/>
                    </a:lnTo>
                    <a:lnTo>
                      <a:pt x="87" y="5"/>
                    </a:lnTo>
                    <a:lnTo>
                      <a:pt x="89" y="5"/>
                    </a:lnTo>
                    <a:lnTo>
                      <a:pt x="90" y="6"/>
                    </a:lnTo>
                    <a:lnTo>
                      <a:pt x="91" y="7"/>
                    </a:lnTo>
                    <a:lnTo>
                      <a:pt x="93" y="8"/>
                    </a:lnTo>
                    <a:lnTo>
                      <a:pt x="94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8" y="8"/>
                    </a:lnTo>
                    <a:lnTo>
                      <a:pt x="100" y="9"/>
                    </a:lnTo>
                    <a:lnTo>
                      <a:pt x="101" y="8"/>
                    </a:lnTo>
                    <a:lnTo>
                      <a:pt x="102" y="8"/>
                    </a:lnTo>
                    <a:lnTo>
                      <a:pt x="104" y="8"/>
                    </a:lnTo>
                    <a:lnTo>
                      <a:pt x="105" y="8"/>
                    </a:lnTo>
                    <a:lnTo>
                      <a:pt x="106" y="8"/>
                    </a:lnTo>
                    <a:lnTo>
                      <a:pt x="108" y="8"/>
                    </a:lnTo>
                    <a:lnTo>
                      <a:pt x="109" y="7"/>
                    </a:lnTo>
                    <a:lnTo>
                      <a:pt x="111" y="8"/>
                    </a:lnTo>
                    <a:lnTo>
                      <a:pt x="112" y="7"/>
                    </a:lnTo>
                    <a:lnTo>
                      <a:pt x="113" y="4"/>
                    </a:lnTo>
                    <a:lnTo>
                      <a:pt x="115" y="1"/>
                    </a:lnTo>
                    <a:lnTo>
                      <a:pt x="116" y="5"/>
                    </a:lnTo>
                    <a:lnTo>
                      <a:pt x="117" y="0"/>
                    </a:lnTo>
                    <a:lnTo>
                      <a:pt x="119" y="270"/>
                    </a:lnTo>
                    <a:lnTo>
                      <a:pt x="120" y="459"/>
                    </a:lnTo>
                    <a:lnTo>
                      <a:pt x="121" y="480"/>
                    </a:lnTo>
                    <a:lnTo>
                      <a:pt x="123" y="494"/>
                    </a:lnTo>
                    <a:lnTo>
                      <a:pt x="124" y="504"/>
                    </a:lnTo>
                    <a:lnTo>
                      <a:pt x="125" y="512"/>
                    </a:lnTo>
                    <a:lnTo>
                      <a:pt x="127" y="519"/>
                    </a:lnTo>
                    <a:lnTo>
                      <a:pt x="128" y="525"/>
                    </a:lnTo>
                    <a:lnTo>
                      <a:pt x="130" y="530"/>
                    </a:lnTo>
                    <a:lnTo>
                      <a:pt x="131" y="535"/>
                    </a:lnTo>
                    <a:lnTo>
                      <a:pt x="132" y="541"/>
                    </a:lnTo>
                    <a:lnTo>
                      <a:pt x="134" y="545"/>
                    </a:lnTo>
                    <a:lnTo>
                      <a:pt x="135" y="552"/>
                    </a:lnTo>
                    <a:lnTo>
                      <a:pt x="136" y="557"/>
                    </a:lnTo>
                    <a:lnTo>
                      <a:pt x="138" y="560"/>
                    </a:lnTo>
                    <a:lnTo>
                      <a:pt x="139" y="565"/>
                    </a:lnTo>
                    <a:lnTo>
                      <a:pt x="140" y="568"/>
                    </a:lnTo>
                    <a:lnTo>
                      <a:pt x="142" y="572"/>
                    </a:lnTo>
                    <a:lnTo>
                      <a:pt x="143" y="575"/>
                    </a:lnTo>
                    <a:lnTo>
                      <a:pt x="145" y="579"/>
                    </a:lnTo>
                    <a:lnTo>
                      <a:pt x="146" y="584"/>
                    </a:lnTo>
                    <a:lnTo>
                      <a:pt x="147" y="587"/>
                    </a:lnTo>
                    <a:lnTo>
                      <a:pt x="149" y="590"/>
                    </a:lnTo>
                    <a:lnTo>
                      <a:pt x="150" y="592"/>
                    </a:lnTo>
                    <a:lnTo>
                      <a:pt x="151" y="594"/>
                    </a:lnTo>
                    <a:lnTo>
                      <a:pt x="153" y="597"/>
                    </a:lnTo>
                    <a:lnTo>
                      <a:pt x="154" y="600"/>
                    </a:lnTo>
                    <a:lnTo>
                      <a:pt x="155" y="602"/>
                    </a:lnTo>
                    <a:lnTo>
                      <a:pt x="157" y="605"/>
                    </a:lnTo>
                    <a:lnTo>
                      <a:pt x="158" y="608"/>
                    </a:lnTo>
                    <a:lnTo>
                      <a:pt x="159" y="610"/>
                    </a:lnTo>
                    <a:lnTo>
                      <a:pt x="161" y="612"/>
                    </a:lnTo>
                    <a:lnTo>
                      <a:pt x="162" y="614"/>
                    </a:lnTo>
                    <a:lnTo>
                      <a:pt x="164" y="615"/>
                    </a:lnTo>
                    <a:lnTo>
                      <a:pt x="165" y="618"/>
                    </a:lnTo>
                    <a:lnTo>
                      <a:pt x="166" y="620"/>
                    </a:lnTo>
                    <a:lnTo>
                      <a:pt x="168" y="622"/>
                    </a:lnTo>
                    <a:lnTo>
                      <a:pt x="169" y="625"/>
                    </a:lnTo>
                    <a:lnTo>
                      <a:pt x="170" y="628"/>
                    </a:lnTo>
                    <a:lnTo>
                      <a:pt x="172" y="630"/>
                    </a:lnTo>
                    <a:lnTo>
                      <a:pt x="173" y="633"/>
                    </a:lnTo>
                    <a:lnTo>
                      <a:pt x="174" y="635"/>
                    </a:lnTo>
                    <a:lnTo>
                      <a:pt x="176" y="638"/>
                    </a:lnTo>
                    <a:lnTo>
                      <a:pt x="177" y="640"/>
                    </a:lnTo>
                    <a:lnTo>
                      <a:pt x="179" y="644"/>
                    </a:lnTo>
                    <a:lnTo>
                      <a:pt x="180" y="646"/>
                    </a:lnTo>
                    <a:lnTo>
                      <a:pt x="181" y="647"/>
                    </a:lnTo>
                    <a:lnTo>
                      <a:pt x="183" y="650"/>
                    </a:lnTo>
                    <a:lnTo>
                      <a:pt x="184" y="652"/>
                    </a:lnTo>
                    <a:lnTo>
                      <a:pt x="185" y="655"/>
                    </a:lnTo>
                    <a:lnTo>
                      <a:pt x="187" y="657"/>
                    </a:lnTo>
                    <a:lnTo>
                      <a:pt x="188" y="659"/>
                    </a:lnTo>
                    <a:lnTo>
                      <a:pt x="189" y="661"/>
                    </a:lnTo>
                    <a:lnTo>
                      <a:pt x="191" y="663"/>
                    </a:lnTo>
                    <a:lnTo>
                      <a:pt x="192" y="664"/>
                    </a:lnTo>
                    <a:lnTo>
                      <a:pt x="193" y="666"/>
                    </a:lnTo>
                    <a:lnTo>
                      <a:pt x="195" y="666"/>
                    </a:lnTo>
                    <a:lnTo>
                      <a:pt x="196" y="667"/>
                    </a:lnTo>
                    <a:lnTo>
                      <a:pt x="198" y="669"/>
                    </a:lnTo>
                    <a:lnTo>
                      <a:pt x="199" y="671"/>
                    </a:lnTo>
                    <a:lnTo>
                      <a:pt x="200" y="672"/>
                    </a:lnTo>
                    <a:lnTo>
                      <a:pt x="202" y="673"/>
                    </a:lnTo>
                    <a:lnTo>
                      <a:pt x="203" y="675"/>
                    </a:lnTo>
                    <a:lnTo>
                      <a:pt x="204" y="677"/>
                    </a:lnTo>
                    <a:lnTo>
                      <a:pt x="206" y="679"/>
                    </a:lnTo>
                    <a:lnTo>
                      <a:pt x="207" y="681"/>
                    </a:lnTo>
                    <a:lnTo>
                      <a:pt x="208" y="682"/>
                    </a:lnTo>
                    <a:lnTo>
                      <a:pt x="210" y="684"/>
                    </a:lnTo>
                    <a:lnTo>
                      <a:pt x="211" y="686"/>
                    </a:lnTo>
                    <a:lnTo>
                      <a:pt x="213" y="687"/>
                    </a:lnTo>
                    <a:lnTo>
                      <a:pt x="214" y="688"/>
                    </a:lnTo>
                    <a:lnTo>
                      <a:pt x="215" y="689"/>
                    </a:lnTo>
                    <a:lnTo>
                      <a:pt x="217" y="690"/>
                    </a:lnTo>
                    <a:lnTo>
                      <a:pt x="218" y="692"/>
                    </a:lnTo>
                    <a:lnTo>
                      <a:pt x="219" y="693"/>
                    </a:lnTo>
                    <a:lnTo>
                      <a:pt x="221" y="697"/>
                    </a:lnTo>
                    <a:lnTo>
                      <a:pt x="222" y="698"/>
                    </a:lnTo>
                    <a:lnTo>
                      <a:pt x="223" y="699"/>
                    </a:lnTo>
                    <a:lnTo>
                      <a:pt x="225" y="700"/>
                    </a:lnTo>
                    <a:lnTo>
                      <a:pt x="226" y="702"/>
                    </a:lnTo>
                    <a:lnTo>
                      <a:pt x="227" y="703"/>
                    </a:lnTo>
                    <a:lnTo>
                      <a:pt x="229" y="704"/>
                    </a:lnTo>
                    <a:lnTo>
                      <a:pt x="230" y="706"/>
                    </a:lnTo>
                    <a:lnTo>
                      <a:pt x="232" y="707"/>
                    </a:lnTo>
                    <a:lnTo>
                      <a:pt x="233" y="709"/>
                    </a:lnTo>
                    <a:lnTo>
                      <a:pt x="234" y="710"/>
                    </a:lnTo>
                    <a:lnTo>
                      <a:pt x="236" y="712"/>
                    </a:lnTo>
                    <a:lnTo>
                      <a:pt x="237" y="714"/>
                    </a:lnTo>
                    <a:lnTo>
                      <a:pt x="238" y="714"/>
                    </a:lnTo>
                    <a:lnTo>
                      <a:pt x="240" y="715"/>
                    </a:lnTo>
                    <a:lnTo>
                      <a:pt x="241" y="717"/>
                    </a:lnTo>
                    <a:lnTo>
                      <a:pt x="242" y="719"/>
                    </a:lnTo>
                    <a:lnTo>
                      <a:pt x="244" y="720"/>
                    </a:lnTo>
                    <a:lnTo>
                      <a:pt x="245" y="722"/>
                    </a:lnTo>
                    <a:lnTo>
                      <a:pt x="247" y="723"/>
                    </a:lnTo>
                    <a:lnTo>
                      <a:pt x="248" y="725"/>
                    </a:lnTo>
                    <a:lnTo>
                      <a:pt x="249" y="726"/>
                    </a:lnTo>
                    <a:lnTo>
                      <a:pt x="251" y="727"/>
                    </a:lnTo>
                    <a:lnTo>
                      <a:pt x="252" y="729"/>
                    </a:lnTo>
                    <a:lnTo>
                      <a:pt x="253" y="731"/>
                    </a:lnTo>
                    <a:lnTo>
                      <a:pt x="255" y="732"/>
                    </a:lnTo>
                    <a:lnTo>
                      <a:pt x="256" y="734"/>
                    </a:lnTo>
                    <a:lnTo>
                      <a:pt x="257" y="736"/>
                    </a:lnTo>
                    <a:lnTo>
                      <a:pt x="259" y="738"/>
                    </a:lnTo>
                    <a:lnTo>
                      <a:pt x="260" y="740"/>
                    </a:lnTo>
                    <a:lnTo>
                      <a:pt x="261" y="741"/>
                    </a:lnTo>
                    <a:lnTo>
                      <a:pt x="263" y="743"/>
                    </a:lnTo>
                    <a:lnTo>
                      <a:pt x="264" y="744"/>
                    </a:lnTo>
                    <a:lnTo>
                      <a:pt x="266" y="747"/>
                    </a:lnTo>
                    <a:lnTo>
                      <a:pt x="267" y="747"/>
                    </a:lnTo>
                    <a:lnTo>
                      <a:pt x="268" y="749"/>
                    </a:lnTo>
                    <a:lnTo>
                      <a:pt x="270" y="751"/>
                    </a:lnTo>
                    <a:lnTo>
                      <a:pt x="271" y="752"/>
                    </a:lnTo>
                    <a:lnTo>
                      <a:pt x="272" y="753"/>
                    </a:lnTo>
                    <a:lnTo>
                      <a:pt x="274" y="756"/>
                    </a:lnTo>
                    <a:lnTo>
                      <a:pt x="275" y="757"/>
                    </a:lnTo>
                    <a:lnTo>
                      <a:pt x="276" y="759"/>
                    </a:lnTo>
                    <a:lnTo>
                      <a:pt x="278" y="761"/>
                    </a:lnTo>
                    <a:lnTo>
                      <a:pt x="279" y="763"/>
                    </a:lnTo>
                    <a:lnTo>
                      <a:pt x="281" y="765"/>
                    </a:lnTo>
                    <a:lnTo>
                      <a:pt x="282" y="766"/>
                    </a:lnTo>
                    <a:lnTo>
                      <a:pt x="283" y="767"/>
                    </a:lnTo>
                    <a:lnTo>
                      <a:pt x="285" y="767"/>
                    </a:lnTo>
                    <a:lnTo>
                      <a:pt x="286" y="768"/>
                    </a:lnTo>
                    <a:lnTo>
                      <a:pt x="287" y="770"/>
                    </a:lnTo>
                    <a:lnTo>
                      <a:pt x="289" y="772"/>
                    </a:lnTo>
                    <a:lnTo>
                      <a:pt x="290" y="773"/>
                    </a:lnTo>
                    <a:lnTo>
                      <a:pt x="291" y="776"/>
                    </a:lnTo>
                    <a:lnTo>
                      <a:pt x="293" y="777"/>
                    </a:lnTo>
                    <a:lnTo>
                      <a:pt x="294" y="781"/>
                    </a:lnTo>
                    <a:lnTo>
                      <a:pt x="295" y="783"/>
                    </a:lnTo>
                    <a:lnTo>
                      <a:pt x="297" y="784"/>
                    </a:lnTo>
                    <a:lnTo>
                      <a:pt x="298" y="786"/>
                    </a:lnTo>
                    <a:lnTo>
                      <a:pt x="300" y="787"/>
                    </a:lnTo>
                    <a:lnTo>
                      <a:pt x="301" y="789"/>
                    </a:lnTo>
                    <a:lnTo>
                      <a:pt x="302" y="791"/>
                    </a:lnTo>
                    <a:lnTo>
                      <a:pt x="304" y="790"/>
                    </a:lnTo>
                    <a:lnTo>
                      <a:pt x="305" y="789"/>
                    </a:lnTo>
                    <a:lnTo>
                      <a:pt x="306" y="790"/>
                    </a:lnTo>
                    <a:lnTo>
                      <a:pt x="308" y="791"/>
                    </a:lnTo>
                    <a:lnTo>
                      <a:pt x="309" y="790"/>
                    </a:lnTo>
                    <a:lnTo>
                      <a:pt x="310" y="791"/>
                    </a:lnTo>
                    <a:lnTo>
                      <a:pt x="312" y="791"/>
                    </a:lnTo>
                    <a:lnTo>
                      <a:pt x="313" y="792"/>
                    </a:lnTo>
                    <a:lnTo>
                      <a:pt x="315" y="794"/>
                    </a:lnTo>
                    <a:lnTo>
                      <a:pt x="316" y="796"/>
                    </a:lnTo>
                    <a:lnTo>
                      <a:pt x="317" y="797"/>
                    </a:lnTo>
                    <a:lnTo>
                      <a:pt x="319" y="800"/>
                    </a:lnTo>
                    <a:lnTo>
                      <a:pt x="320" y="803"/>
                    </a:lnTo>
                    <a:lnTo>
                      <a:pt x="321" y="805"/>
                    </a:lnTo>
                    <a:lnTo>
                      <a:pt x="323" y="808"/>
                    </a:lnTo>
                    <a:lnTo>
                      <a:pt x="324" y="809"/>
                    </a:lnTo>
                    <a:lnTo>
                      <a:pt x="325" y="810"/>
                    </a:lnTo>
                    <a:lnTo>
                      <a:pt x="327" y="812"/>
                    </a:lnTo>
                    <a:lnTo>
                      <a:pt x="328" y="813"/>
                    </a:lnTo>
                    <a:lnTo>
                      <a:pt x="329" y="813"/>
                    </a:lnTo>
                    <a:lnTo>
                      <a:pt x="331" y="814"/>
                    </a:lnTo>
                    <a:lnTo>
                      <a:pt x="332" y="815"/>
                    </a:lnTo>
                    <a:lnTo>
                      <a:pt x="334" y="817"/>
                    </a:lnTo>
                    <a:lnTo>
                      <a:pt x="335" y="818"/>
                    </a:lnTo>
                    <a:lnTo>
                      <a:pt x="336" y="820"/>
                    </a:lnTo>
                    <a:lnTo>
                      <a:pt x="338" y="820"/>
                    </a:lnTo>
                    <a:lnTo>
                      <a:pt x="339" y="822"/>
                    </a:lnTo>
                    <a:lnTo>
                      <a:pt x="340" y="822"/>
                    </a:lnTo>
                    <a:lnTo>
                      <a:pt x="342" y="824"/>
                    </a:lnTo>
                    <a:lnTo>
                      <a:pt x="343" y="825"/>
                    </a:lnTo>
                    <a:lnTo>
                      <a:pt x="344" y="826"/>
                    </a:lnTo>
                    <a:lnTo>
                      <a:pt x="346" y="827"/>
                    </a:lnTo>
                    <a:lnTo>
                      <a:pt x="347" y="829"/>
                    </a:lnTo>
                    <a:lnTo>
                      <a:pt x="349" y="830"/>
                    </a:lnTo>
                    <a:lnTo>
                      <a:pt x="350" y="831"/>
                    </a:lnTo>
                    <a:lnTo>
                      <a:pt x="351" y="832"/>
                    </a:lnTo>
                    <a:lnTo>
                      <a:pt x="353" y="833"/>
                    </a:lnTo>
                    <a:lnTo>
                      <a:pt x="354" y="834"/>
                    </a:lnTo>
                    <a:lnTo>
                      <a:pt x="355" y="835"/>
                    </a:lnTo>
                    <a:lnTo>
                      <a:pt x="357" y="836"/>
                    </a:lnTo>
                    <a:lnTo>
                      <a:pt x="358" y="839"/>
                    </a:lnTo>
                    <a:lnTo>
                      <a:pt x="359" y="841"/>
                    </a:lnTo>
                    <a:lnTo>
                      <a:pt x="361" y="843"/>
                    </a:lnTo>
                    <a:lnTo>
                      <a:pt x="362" y="845"/>
                    </a:lnTo>
                    <a:lnTo>
                      <a:pt x="363" y="847"/>
                    </a:lnTo>
                    <a:lnTo>
                      <a:pt x="365" y="848"/>
                    </a:lnTo>
                    <a:lnTo>
                      <a:pt x="366" y="850"/>
                    </a:lnTo>
                    <a:lnTo>
                      <a:pt x="368" y="852"/>
                    </a:lnTo>
                    <a:lnTo>
                      <a:pt x="369" y="853"/>
                    </a:lnTo>
                    <a:lnTo>
                      <a:pt x="370" y="855"/>
                    </a:lnTo>
                    <a:lnTo>
                      <a:pt x="372" y="856"/>
                    </a:lnTo>
                    <a:lnTo>
                      <a:pt x="373" y="857"/>
                    </a:lnTo>
                    <a:lnTo>
                      <a:pt x="374" y="859"/>
                    </a:lnTo>
                    <a:lnTo>
                      <a:pt x="376" y="860"/>
                    </a:lnTo>
                    <a:lnTo>
                      <a:pt x="377" y="861"/>
                    </a:lnTo>
                    <a:lnTo>
                      <a:pt x="378" y="863"/>
                    </a:lnTo>
                    <a:lnTo>
                      <a:pt x="380" y="864"/>
                    </a:lnTo>
                    <a:lnTo>
                      <a:pt x="381" y="866"/>
                    </a:lnTo>
                    <a:lnTo>
                      <a:pt x="383" y="867"/>
                    </a:lnTo>
                    <a:lnTo>
                      <a:pt x="384" y="868"/>
                    </a:lnTo>
                    <a:lnTo>
                      <a:pt x="385" y="869"/>
                    </a:lnTo>
                    <a:lnTo>
                      <a:pt x="387" y="871"/>
                    </a:lnTo>
                    <a:lnTo>
                      <a:pt x="388" y="872"/>
                    </a:lnTo>
                    <a:lnTo>
                      <a:pt x="389" y="873"/>
                    </a:lnTo>
                    <a:lnTo>
                      <a:pt x="391" y="874"/>
                    </a:lnTo>
                    <a:lnTo>
                      <a:pt x="392" y="875"/>
                    </a:lnTo>
                    <a:lnTo>
                      <a:pt x="393" y="878"/>
                    </a:lnTo>
                    <a:lnTo>
                      <a:pt x="395" y="880"/>
                    </a:lnTo>
                    <a:lnTo>
                      <a:pt x="396" y="881"/>
                    </a:lnTo>
                    <a:lnTo>
                      <a:pt x="397" y="882"/>
                    </a:lnTo>
                    <a:lnTo>
                      <a:pt x="399" y="884"/>
                    </a:lnTo>
                    <a:lnTo>
                      <a:pt x="400" y="886"/>
                    </a:lnTo>
                    <a:lnTo>
                      <a:pt x="402" y="888"/>
                    </a:lnTo>
                    <a:lnTo>
                      <a:pt x="403" y="889"/>
                    </a:lnTo>
                    <a:lnTo>
                      <a:pt x="404" y="890"/>
                    </a:lnTo>
                    <a:lnTo>
                      <a:pt x="406" y="891"/>
                    </a:lnTo>
                    <a:lnTo>
                      <a:pt x="407" y="892"/>
                    </a:lnTo>
                    <a:lnTo>
                      <a:pt x="408" y="893"/>
                    </a:lnTo>
                    <a:lnTo>
                      <a:pt x="410" y="895"/>
                    </a:lnTo>
                    <a:lnTo>
                      <a:pt x="411" y="896"/>
                    </a:lnTo>
                    <a:lnTo>
                      <a:pt x="412" y="897"/>
                    </a:lnTo>
                    <a:lnTo>
                      <a:pt x="414" y="899"/>
                    </a:lnTo>
                    <a:lnTo>
                      <a:pt x="415" y="901"/>
                    </a:lnTo>
                    <a:lnTo>
                      <a:pt x="417" y="903"/>
                    </a:lnTo>
                    <a:lnTo>
                      <a:pt x="418" y="904"/>
                    </a:lnTo>
                    <a:lnTo>
                      <a:pt x="419" y="905"/>
                    </a:lnTo>
                    <a:lnTo>
                      <a:pt x="421" y="907"/>
                    </a:lnTo>
                    <a:lnTo>
                      <a:pt x="422" y="907"/>
                    </a:lnTo>
                    <a:lnTo>
                      <a:pt x="423" y="902"/>
                    </a:lnTo>
                    <a:lnTo>
                      <a:pt x="425" y="578"/>
                    </a:lnTo>
                    <a:lnTo>
                      <a:pt x="426" y="553"/>
                    </a:lnTo>
                    <a:lnTo>
                      <a:pt x="427" y="549"/>
                    </a:lnTo>
                    <a:lnTo>
                      <a:pt x="429" y="548"/>
                    </a:lnTo>
                    <a:lnTo>
                      <a:pt x="430" y="547"/>
                    </a:lnTo>
                    <a:lnTo>
                      <a:pt x="431" y="545"/>
                    </a:lnTo>
                    <a:lnTo>
                      <a:pt x="433" y="544"/>
                    </a:lnTo>
                    <a:lnTo>
                      <a:pt x="434" y="541"/>
                    </a:lnTo>
                    <a:lnTo>
                      <a:pt x="436" y="539"/>
                    </a:lnTo>
                    <a:lnTo>
                      <a:pt x="437" y="537"/>
                    </a:lnTo>
                    <a:lnTo>
                      <a:pt x="438" y="535"/>
                    </a:lnTo>
                    <a:lnTo>
                      <a:pt x="440" y="533"/>
                    </a:lnTo>
                    <a:lnTo>
                      <a:pt x="441" y="531"/>
                    </a:lnTo>
                    <a:lnTo>
                      <a:pt x="442" y="529"/>
                    </a:lnTo>
                    <a:lnTo>
                      <a:pt x="444" y="527"/>
                    </a:lnTo>
                    <a:lnTo>
                      <a:pt x="445" y="525"/>
                    </a:lnTo>
                    <a:lnTo>
                      <a:pt x="446" y="524"/>
                    </a:lnTo>
                    <a:lnTo>
                      <a:pt x="448" y="522"/>
                    </a:lnTo>
                    <a:lnTo>
                      <a:pt x="449" y="519"/>
                    </a:lnTo>
                    <a:lnTo>
                      <a:pt x="451" y="518"/>
                    </a:lnTo>
                    <a:lnTo>
                      <a:pt x="452" y="517"/>
                    </a:lnTo>
                    <a:lnTo>
                      <a:pt x="453" y="516"/>
                    </a:lnTo>
                    <a:lnTo>
                      <a:pt x="455" y="515"/>
                    </a:lnTo>
                    <a:lnTo>
                      <a:pt x="456" y="514"/>
                    </a:lnTo>
                    <a:lnTo>
                      <a:pt x="457" y="513"/>
                    </a:lnTo>
                    <a:lnTo>
                      <a:pt x="459" y="513"/>
                    </a:lnTo>
                    <a:lnTo>
                      <a:pt x="460" y="512"/>
                    </a:lnTo>
                    <a:lnTo>
                      <a:pt x="461" y="512"/>
                    </a:lnTo>
                    <a:lnTo>
                      <a:pt x="463" y="510"/>
                    </a:lnTo>
                    <a:lnTo>
                      <a:pt x="464" y="508"/>
                    </a:lnTo>
                    <a:lnTo>
                      <a:pt x="465" y="508"/>
                    </a:lnTo>
                    <a:lnTo>
                      <a:pt x="467" y="507"/>
                    </a:lnTo>
                    <a:lnTo>
                      <a:pt x="468" y="506"/>
                    </a:lnTo>
                    <a:lnTo>
                      <a:pt x="470" y="505"/>
                    </a:lnTo>
                    <a:lnTo>
                      <a:pt x="471" y="503"/>
                    </a:lnTo>
                    <a:lnTo>
                      <a:pt x="472" y="502"/>
                    </a:lnTo>
                    <a:lnTo>
                      <a:pt x="474" y="501"/>
                    </a:lnTo>
                    <a:lnTo>
                      <a:pt x="475" y="500"/>
                    </a:lnTo>
                    <a:lnTo>
                      <a:pt x="476" y="498"/>
                    </a:lnTo>
                    <a:lnTo>
                      <a:pt x="478" y="497"/>
                    </a:lnTo>
                    <a:lnTo>
                      <a:pt x="479" y="495"/>
                    </a:lnTo>
                    <a:lnTo>
                      <a:pt x="480" y="494"/>
                    </a:lnTo>
                    <a:lnTo>
                      <a:pt x="482" y="493"/>
                    </a:lnTo>
                    <a:lnTo>
                      <a:pt x="483" y="492"/>
                    </a:lnTo>
                    <a:lnTo>
                      <a:pt x="485" y="491"/>
                    </a:lnTo>
                    <a:lnTo>
                      <a:pt x="486" y="491"/>
                    </a:lnTo>
                    <a:lnTo>
                      <a:pt x="487" y="490"/>
                    </a:lnTo>
                    <a:lnTo>
                      <a:pt x="489" y="490"/>
                    </a:lnTo>
                    <a:lnTo>
                      <a:pt x="490" y="489"/>
                    </a:lnTo>
                    <a:lnTo>
                      <a:pt x="491" y="489"/>
                    </a:lnTo>
                    <a:lnTo>
                      <a:pt x="493" y="488"/>
                    </a:lnTo>
                    <a:lnTo>
                      <a:pt x="494" y="487"/>
                    </a:lnTo>
                    <a:lnTo>
                      <a:pt x="495" y="487"/>
                    </a:lnTo>
                    <a:lnTo>
                      <a:pt x="497" y="487"/>
                    </a:lnTo>
                    <a:lnTo>
                      <a:pt x="498" y="487"/>
                    </a:lnTo>
                    <a:lnTo>
                      <a:pt x="499" y="488"/>
                    </a:lnTo>
                    <a:lnTo>
                      <a:pt x="501" y="488"/>
                    </a:lnTo>
                    <a:lnTo>
                      <a:pt x="502" y="488"/>
                    </a:lnTo>
                    <a:lnTo>
                      <a:pt x="504" y="488"/>
                    </a:lnTo>
                    <a:lnTo>
                      <a:pt x="505" y="488"/>
                    </a:lnTo>
                    <a:lnTo>
                      <a:pt x="506" y="487"/>
                    </a:lnTo>
                    <a:lnTo>
                      <a:pt x="508" y="486"/>
                    </a:lnTo>
                    <a:lnTo>
                      <a:pt x="509" y="486"/>
                    </a:lnTo>
                    <a:lnTo>
                      <a:pt x="510" y="485"/>
                    </a:lnTo>
                    <a:lnTo>
                      <a:pt x="512" y="484"/>
                    </a:lnTo>
                    <a:lnTo>
                      <a:pt x="513" y="482"/>
                    </a:lnTo>
                    <a:lnTo>
                      <a:pt x="514" y="481"/>
                    </a:lnTo>
                    <a:lnTo>
                      <a:pt x="516" y="481"/>
                    </a:lnTo>
                    <a:lnTo>
                      <a:pt x="517" y="480"/>
                    </a:lnTo>
                    <a:lnTo>
                      <a:pt x="519" y="479"/>
                    </a:lnTo>
                    <a:lnTo>
                      <a:pt x="520" y="478"/>
                    </a:lnTo>
                    <a:lnTo>
                      <a:pt x="521" y="477"/>
                    </a:lnTo>
                    <a:lnTo>
                      <a:pt x="523" y="476"/>
                    </a:lnTo>
                    <a:lnTo>
                      <a:pt x="524" y="477"/>
                    </a:lnTo>
                    <a:lnTo>
                      <a:pt x="525" y="477"/>
                    </a:lnTo>
                    <a:lnTo>
                      <a:pt x="527" y="476"/>
                    </a:lnTo>
                    <a:lnTo>
                      <a:pt x="528" y="476"/>
                    </a:lnTo>
                    <a:lnTo>
                      <a:pt x="529" y="477"/>
                    </a:lnTo>
                    <a:lnTo>
                      <a:pt x="531" y="476"/>
                    </a:lnTo>
                    <a:lnTo>
                      <a:pt x="532" y="476"/>
                    </a:lnTo>
                    <a:lnTo>
                      <a:pt x="533" y="474"/>
                    </a:lnTo>
                    <a:lnTo>
                      <a:pt x="535" y="474"/>
                    </a:lnTo>
                    <a:lnTo>
                      <a:pt x="536" y="473"/>
                    </a:lnTo>
                    <a:lnTo>
                      <a:pt x="538" y="472"/>
                    </a:lnTo>
                    <a:lnTo>
                      <a:pt x="539" y="472"/>
                    </a:lnTo>
                    <a:lnTo>
                      <a:pt x="540" y="472"/>
                    </a:lnTo>
                    <a:lnTo>
                      <a:pt x="542" y="471"/>
                    </a:lnTo>
                    <a:lnTo>
                      <a:pt x="543" y="470"/>
                    </a:lnTo>
                    <a:lnTo>
                      <a:pt x="544" y="469"/>
                    </a:lnTo>
                    <a:lnTo>
                      <a:pt x="546" y="469"/>
                    </a:lnTo>
                    <a:lnTo>
                      <a:pt x="547" y="468"/>
                    </a:lnTo>
                    <a:lnTo>
                      <a:pt x="548" y="468"/>
                    </a:lnTo>
                    <a:lnTo>
                      <a:pt x="550" y="467"/>
                    </a:lnTo>
                    <a:lnTo>
                      <a:pt x="551" y="466"/>
                    </a:lnTo>
                    <a:lnTo>
                      <a:pt x="553" y="465"/>
                    </a:lnTo>
                    <a:lnTo>
                      <a:pt x="554" y="464"/>
                    </a:lnTo>
                    <a:lnTo>
                      <a:pt x="555" y="465"/>
                    </a:lnTo>
                    <a:lnTo>
                      <a:pt x="557" y="463"/>
                    </a:lnTo>
                    <a:lnTo>
                      <a:pt x="558" y="463"/>
                    </a:lnTo>
                    <a:lnTo>
                      <a:pt x="559" y="462"/>
                    </a:lnTo>
                    <a:lnTo>
                      <a:pt x="561" y="461"/>
                    </a:lnTo>
                    <a:lnTo>
                      <a:pt x="562" y="461"/>
                    </a:lnTo>
                    <a:lnTo>
                      <a:pt x="563" y="460"/>
                    </a:lnTo>
                    <a:lnTo>
                      <a:pt x="565" y="460"/>
                    </a:lnTo>
                    <a:lnTo>
                      <a:pt x="566" y="460"/>
                    </a:lnTo>
                    <a:lnTo>
                      <a:pt x="567" y="460"/>
                    </a:lnTo>
                    <a:lnTo>
                      <a:pt x="569" y="459"/>
                    </a:lnTo>
                    <a:lnTo>
                      <a:pt x="570" y="459"/>
                    </a:lnTo>
                    <a:lnTo>
                      <a:pt x="572" y="458"/>
                    </a:lnTo>
                    <a:lnTo>
                      <a:pt x="573" y="457"/>
                    </a:lnTo>
                    <a:lnTo>
                      <a:pt x="574" y="457"/>
                    </a:lnTo>
                    <a:lnTo>
                      <a:pt x="576" y="456"/>
                    </a:lnTo>
                    <a:lnTo>
                      <a:pt x="577" y="456"/>
                    </a:lnTo>
                    <a:lnTo>
                      <a:pt x="578" y="454"/>
                    </a:lnTo>
                    <a:lnTo>
                      <a:pt x="580" y="453"/>
                    </a:lnTo>
                    <a:lnTo>
                      <a:pt x="581" y="453"/>
                    </a:lnTo>
                    <a:lnTo>
                      <a:pt x="582" y="453"/>
                    </a:lnTo>
                    <a:lnTo>
                      <a:pt x="584" y="452"/>
                    </a:lnTo>
                    <a:lnTo>
                      <a:pt x="585" y="451"/>
                    </a:lnTo>
                    <a:lnTo>
                      <a:pt x="587" y="450"/>
                    </a:lnTo>
                    <a:lnTo>
                      <a:pt x="588" y="450"/>
                    </a:lnTo>
                    <a:lnTo>
                      <a:pt x="589" y="449"/>
                    </a:lnTo>
                    <a:lnTo>
                      <a:pt x="591" y="449"/>
                    </a:lnTo>
                    <a:lnTo>
                      <a:pt x="592" y="449"/>
                    </a:lnTo>
                    <a:lnTo>
                      <a:pt x="593" y="448"/>
                    </a:lnTo>
                    <a:lnTo>
                      <a:pt x="595" y="447"/>
                    </a:lnTo>
                    <a:lnTo>
                      <a:pt x="596" y="447"/>
                    </a:lnTo>
                    <a:lnTo>
                      <a:pt x="597" y="447"/>
                    </a:lnTo>
                    <a:lnTo>
                      <a:pt x="599" y="447"/>
                    </a:lnTo>
                    <a:lnTo>
                      <a:pt x="600" y="445"/>
                    </a:lnTo>
                    <a:lnTo>
                      <a:pt x="601" y="445"/>
                    </a:lnTo>
                    <a:lnTo>
                      <a:pt x="603" y="444"/>
                    </a:lnTo>
                    <a:lnTo>
                      <a:pt x="604" y="444"/>
                    </a:lnTo>
                    <a:lnTo>
                      <a:pt x="606" y="445"/>
                    </a:lnTo>
                    <a:lnTo>
                      <a:pt x="607" y="444"/>
                    </a:lnTo>
                    <a:lnTo>
                      <a:pt x="608" y="444"/>
                    </a:lnTo>
                    <a:lnTo>
                      <a:pt x="610" y="443"/>
                    </a:lnTo>
                    <a:lnTo>
                      <a:pt x="611" y="443"/>
                    </a:lnTo>
                    <a:lnTo>
                      <a:pt x="612" y="443"/>
                    </a:lnTo>
                    <a:lnTo>
                      <a:pt x="614" y="442"/>
                    </a:lnTo>
                    <a:lnTo>
                      <a:pt x="615" y="441"/>
                    </a:lnTo>
                    <a:lnTo>
                      <a:pt x="616" y="440"/>
                    </a:lnTo>
                    <a:lnTo>
                      <a:pt x="618" y="440"/>
                    </a:lnTo>
                    <a:lnTo>
                      <a:pt x="619" y="441"/>
                    </a:lnTo>
                    <a:lnTo>
                      <a:pt x="621" y="440"/>
                    </a:lnTo>
                    <a:lnTo>
                      <a:pt x="622" y="439"/>
                    </a:lnTo>
                    <a:lnTo>
                      <a:pt x="623" y="439"/>
                    </a:lnTo>
                    <a:lnTo>
                      <a:pt x="625" y="438"/>
                    </a:lnTo>
                    <a:lnTo>
                      <a:pt x="626" y="438"/>
                    </a:lnTo>
                    <a:lnTo>
                      <a:pt x="627" y="437"/>
                    </a:lnTo>
                    <a:lnTo>
                      <a:pt x="629" y="437"/>
                    </a:lnTo>
                    <a:lnTo>
                      <a:pt x="630" y="437"/>
                    </a:lnTo>
                    <a:lnTo>
                      <a:pt x="631" y="437"/>
                    </a:lnTo>
                    <a:lnTo>
                      <a:pt x="633" y="437"/>
                    </a:lnTo>
                    <a:lnTo>
                      <a:pt x="634" y="437"/>
                    </a:lnTo>
                    <a:lnTo>
                      <a:pt x="635" y="437"/>
                    </a:lnTo>
                    <a:lnTo>
                      <a:pt x="637" y="438"/>
                    </a:lnTo>
                    <a:lnTo>
                      <a:pt x="638" y="437"/>
                    </a:lnTo>
                    <a:lnTo>
                      <a:pt x="640" y="437"/>
                    </a:lnTo>
                    <a:lnTo>
                      <a:pt x="641" y="437"/>
                    </a:lnTo>
                    <a:lnTo>
                      <a:pt x="642" y="437"/>
                    </a:lnTo>
                    <a:lnTo>
                      <a:pt x="644" y="436"/>
                    </a:lnTo>
                    <a:lnTo>
                      <a:pt x="645" y="436"/>
                    </a:lnTo>
                    <a:lnTo>
                      <a:pt x="646" y="435"/>
                    </a:lnTo>
                    <a:lnTo>
                      <a:pt x="648" y="435"/>
                    </a:lnTo>
                    <a:lnTo>
                      <a:pt x="649" y="434"/>
                    </a:lnTo>
                    <a:lnTo>
                      <a:pt x="650" y="434"/>
                    </a:lnTo>
                    <a:lnTo>
                      <a:pt x="652" y="435"/>
                    </a:lnTo>
                    <a:lnTo>
                      <a:pt x="653" y="435"/>
                    </a:lnTo>
                    <a:lnTo>
                      <a:pt x="655" y="436"/>
                    </a:lnTo>
                    <a:lnTo>
                      <a:pt x="656" y="436"/>
                    </a:lnTo>
                    <a:lnTo>
                      <a:pt x="657" y="436"/>
                    </a:lnTo>
                    <a:lnTo>
                      <a:pt x="659" y="436"/>
                    </a:lnTo>
                    <a:lnTo>
                      <a:pt x="660" y="436"/>
                    </a:lnTo>
                    <a:lnTo>
                      <a:pt x="661" y="435"/>
                    </a:lnTo>
                    <a:lnTo>
                      <a:pt x="663" y="435"/>
                    </a:lnTo>
                    <a:lnTo>
                      <a:pt x="664" y="436"/>
                    </a:lnTo>
                    <a:lnTo>
                      <a:pt x="665" y="435"/>
                    </a:lnTo>
                    <a:lnTo>
                      <a:pt x="667" y="435"/>
                    </a:lnTo>
                    <a:lnTo>
                      <a:pt x="668" y="435"/>
                    </a:lnTo>
                    <a:lnTo>
                      <a:pt x="669" y="434"/>
                    </a:lnTo>
                    <a:lnTo>
                      <a:pt x="671" y="434"/>
                    </a:lnTo>
                    <a:lnTo>
                      <a:pt x="672" y="433"/>
                    </a:lnTo>
                    <a:lnTo>
                      <a:pt x="674" y="432"/>
                    </a:lnTo>
                    <a:lnTo>
                      <a:pt x="675" y="431"/>
                    </a:lnTo>
                    <a:lnTo>
                      <a:pt x="676" y="431"/>
                    </a:lnTo>
                    <a:lnTo>
                      <a:pt x="678" y="430"/>
                    </a:lnTo>
                    <a:lnTo>
                      <a:pt x="679" y="430"/>
                    </a:lnTo>
                    <a:lnTo>
                      <a:pt x="680" y="429"/>
                    </a:lnTo>
                    <a:lnTo>
                      <a:pt x="682" y="429"/>
                    </a:lnTo>
                    <a:lnTo>
                      <a:pt x="683" y="430"/>
                    </a:lnTo>
                    <a:lnTo>
                      <a:pt x="684" y="430"/>
                    </a:lnTo>
                    <a:lnTo>
                      <a:pt x="686" y="430"/>
                    </a:lnTo>
                    <a:lnTo>
                      <a:pt x="687" y="431"/>
                    </a:lnTo>
                    <a:lnTo>
                      <a:pt x="689" y="431"/>
                    </a:lnTo>
                    <a:lnTo>
                      <a:pt x="690" y="430"/>
                    </a:lnTo>
                    <a:lnTo>
                      <a:pt x="691" y="430"/>
                    </a:lnTo>
                    <a:lnTo>
                      <a:pt x="693" y="430"/>
                    </a:lnTo>
                    <a:lnTo>
                      <a:pt x="694" y="429"/>
                    </a:lnTo>
                    <a:lnTo>
                      <a:pt x="695" y="428"/>
                    </a:lnTo>
                    <a:lnTo>
                      <a:pt x="697" y="428"/>
                    </a:lnTo>
                    <a:lnTo>
                      <a:pt x="698" y="427"/>
                    </a:lnTo>
                    <a:lnTo>
                      <a:pt x="699" y="426"/>
                    </a:lnTo>
                    <a:lnTo>
                      <a:pt x="701" y="426"/>
                    </a:lnTo>
                    <a:lnTo>
                      <a:pt x="702" y="426"/>
                    </a:lnTo>
                    <a:lnTo>
                      <a:pt x="703" y="425"/>
                    </a:lnTo>
                    <a:lnTo>
                      <a:pt x="705" y="426"/>
                    </a:lnTo>
                    <a:lnTo>
                      <a:pt x="706" y="425"/>
                    </a:lnTo>
                    <a:lnTo>
                      <a:pt x="708" y="425"/>
                    </a:lnTo>
                    <a:lnTo>
                      <a:pt x="709" y="424"/>
                    </a:lnTo>
                    <a:lnTo>
                      <a:pt x="710" y="424"/>
                    </a:lnTo>
                    <a:lnTo>
                      <a:pt x="712" y="423"/>
                    </a:lnTo>
                    <a:lnTo>
                      <a:pt x="713" y="422"/>
                    </a:lnTo>
                    <a:lnTo>
                      <a:pt x="714" y="422"/>
                    </a:lnTo>
                    <a:lnTo>
                      <a:pt x="716" y="421"/>
                    </a:lnTo>
                    <a:lnTo>
                      <a:pt x="717" y="420"/>
                    </a:lnTo>
                    <a:lnTo>
                      <a:pt x="718" y="419"/>
                    </a:lnTo>
                    <a:lnTo>
                      <a:pt x="720" y="419"/>
                    </a:lnTo>
                    <a:lnTo>
                      <a:pt x="721" y="419"/>
                    </a:lnTo>
                    <a:lnTo>
                      <a:pt x="723" y="418"/>
                    </a:lnTo>
                    <a:lnTo>
                      <a:pt x="724" y="417"/>
                    </a:lnTo>
                    <a:lnTo>
                      <a:pt x="725" y="417"/>
                    </a:lnTo>
                    <a:lnTo>
                      <a:pt x="727" y="416"/>
                    </a:lnTo>
                    <a:lnTo>
                      <a:pt x="728" y="416"/>
                    </a:lnTo>
                    <a:lnTo>
                      <a:pt x="729" y="417"/>
                    </a:lnTo>
                    <a:lnTo>
                      <a:pt x="731" y="415"/>
                    </a:lnTo>
                    <a:lnTo>
                      <a:pt x="732" y="416"/>
                    </a:lnTo>
                    <a:lnTo>
                      <a:pt x="733" y="416"/>
                    </a:lnTo>
                    <a:lnTo>
                      <a:pt x="735" y="416"/>
                    </a:lnTo>
                    <a:lnTo>
                      <a:pt x="736" y="416"/>
                    </a:lnTo>
                    <a:lnTo>
                      <a:pt x="737" y="415"/>
                    </a:lnTo>
                    <a:lnTo>
                      <a:pt x="739" y="414"/>
                    </a:lnTo>
                    <a:lnTo>
                      <a:pt x="740" y="413"/>
                    </a:lnTo>
                    <a:lnTo>
                      <a:pt x="742" y="413"/>
                    </a:lnTo>
                    <a:lnTo>
                      <a:pt x="743" y="413"/>
                    </a:lnTo>
                    <a:lnTo>
                      <a:pt x="744" y="413"/>
                    </a:lnTo>
                    <a:lnTo>
                      <a:pt x="746" y="414"/>
                    </a:lnTo>
                    <a:lnTo>
                      <a:pt x="747" y="413"/>
                    </a:lnTo>
                    <a:lnTo>
                      <a:pt x="748" y="414"/>
                    </a:lnTo>
                    <a:lnTo>
                      <a:pt x="750" y="414"/>
                    </a:lnTo>
                    <a:lnTo>
                      <a:pt x="751" y="414"/>
                    </a:lnTo>
                    <a:lnTo>
                      <a:pt x="752" y="413"/>
                    </a:lnTo>
                    <a:lnTo>
                      <a:pt x="754" y="413"/>
                    </a:lnTo>
                    <a:lnTo>
                      <a:pt x="755" y="412"/>
                    </a:lnTo>
                    <a:lnTo>
                      <a:pt x="757" y="411"/>
                    </a:lnTo>
                    <a:lnTo>
                      <a:pt x="758" y="410"/>
                    </a:lnTo>
                    <a:lnTo>
                      <a:pt x="759" y="410"/>
                    </a:lnTo>
                    <a:lnTo>
                      <a:pt x="761" y="409"/>
                    </a:lnTo>
                    <a:lnTo>
                      <a:pt x="762" y="409"/>
                    </a:lnTo>
                    <a:lnTo>
                      <a:pt x="763" y="409"/>
                    </a:lnTo>
                    <a:lnTo>
                      <a:pt x="765" y="408"/>
                    </a:lnTo>
                    <a:lnTo>
                      <a:pt x="766" y="408"/>
                    </a:lnTo>
                    <a:lnTo>
                      <a:pt x="767" y="408"/>
                    </a:lnTo>
                    <a:lnTo>
                      <a:pt x="769" y="408"/>
                    </a:lnTo>
                    <a:lnTo>
                      <a:pt x="770" y="406"/>
                    </a:lnTo>
                    <a:lnTo>
                      <a:pt x="771" y="406"/>
                    </a:lnTo>
                    <a:lnTo>
                      <a:pt x="773" y="406"/>
                    </a:lnTo>
                    <a:lnTo>
                      <a:pt x="774" y="406"/>
                    </a:lnTo>
                    <a:lnTo>
                      <a:pt x="776" y="406"/>
                    </a:lnTo>
                    <a:lnTo>
                      <a:pt x="777" y="407"/>
                    </a:lnTo>
                    <a:lnTo>
                      <a:pt x="778" y="405"/>
                    </a:lnTo>
                    <a:lnTo>
                      <a:pt x="780" y="405"/>
                    </a:lnTo>
                    <a:lnTo>
                      <a:pt x="781" y="405"/>
                    </a:lnTo>
                    <a:lnTo>
                      <a:pt x="782" y="405"/>
                    </a:lnTo>
                    <a:lnTo>
                      <a:pt x="784" y="405"/>
                    </a:lnTo>
                    <a:lnTo>
                      <a:pt x="785" y="405"/>
                    </a:lnTo>
                    <a:lnTo>
                      <a:pt x="786" y="405"/>
                    </a:lnTo>
                    <a:lnTo>
                      <a:pt x="788" y="405"/>
                    </a:lnTo>
                    <a:lnTo>
                      <a:pt x="789" y="405"/>
                    </a:lnTo>
                    <a:lnTo>
                      <a:pt x="791" y="404"/>
                    </a:lnTo>
                    <a:lnTo>
                      <a:pt x="792" y="404"/>
                    </a:lnTo>
                    <a:lnTo>
                      <a:pt x="793" y="403"/>
                    </a:lnTo>
                    <a:lnTo>
                      <a:pt x="795" y="402"/>
                    </a:lnTo>
                    <a:lnTo>
                      <a:pt x="796" y="402"/>
                    </a:lnTo>
                    <a:lnTo>
                      <a:pt x="797" y="402"/>
                    </a:lnTo>
                    <a:lnTo>
                      <a:pt x="799" y="402"/>
                    </a:lnTo>
                    <a:lnTo>
                      <a:pt x="800" y="402"/>
                    </a:lnTo>
                    <a:lnTo>
                      <a:pt x="801" y="401"/>
                    </a:lnTo>
                    <a:lnTo>
                      <a:pt x="803" y="400"/>
                    </a:lnTo>
                    <a:lnTo>
                      <a:pt x="804" y="400"/>
                    </a:lnTo>
                    <a:lnTo>
                      <a:pt x="805" y="399"/>
                    </a:lnTo>
                    <a:lnTo>
                      <a:pt x="807" y="397"/>
                    </a:lnTo>
                    <a:lnTo>
                      <a:pt x="808" y="396"/>
                    </a:lnTo>
                    <a:lnTo>
                      <a:pt x="810" y="395"/>
                    </a:lnTo>
                    <a:lnTo>
                      <a:pt x="811" y="395"/>
                    </a:lnTo>
                    <a:lnTo>
                      <a:pt x="812" y="395"/>
                    </a:lnTo>
                    <a:lnTo>
                      <a:pt x="814" y="395"/>
                    </a:lnTo>
                    <a:lnTo>
                      <a:pt x="815" y="396"/>
                    </a:lnTo>
                    <a:lnTo>
                      <a:pt x="816" y="396"/>
                    </a:lnTo>
                    <a:lnTo>
                      <a:pt x="818" y="396"/>
                    </a:lnTo>
                    <a:lnTo>
                      <a:pt x="819" y="396"/>
                    </a:lnTo>
                    <a:lnTo>
                      <a:pt x="820" y="395"/>
                    </a:lnTo>
                    <a:lnTo>
                      <a:pt x="822" y="395"/>
                    </a:lnTo>
                    <a:lnTo>
                      <a:pt x="823" y="395"/>
                    </a:lnTo>
                    <a:lnTo>
                      <a:pt x="825" y="394"/>
                    </a:lnTo>
                    <a:lnTo>
                      <a:pt x="826" y="394"/>
                    </a:lnTo>
                    <a:lnTo>
                      <a:pt x="827" y="394"/>
                    </a:lnTo>
                    <a:lnTo>
                      <a:pt x="829" y="393"/>
                    </a:lnTo>
                    <a:lnTo>
                      <a:pt x="830" y="393"/>
                    </a:lnTo>
                    <a:lnTo>
                      <a:pt x="831" y="393"/>
                    </a:lnTo>
                    <a:lnTo>
                      <a:pt x="833" y="394"/>
                    </a:lnTo>
                    <a:lnTo>
                      <a:pt x="834" y="394"/>
                    </a:lnTo>
                    <a:lnTo>
                      <a:pt x="835" y="394"/>
                    </a:lnTo>
                    <a:lnTo>
                      <a:pt x="837" y="394"/>
                    </a:lnTo>
                    <a:lnTo>
                      <a:pt x="838" y="394"/>
                    </a:lnTo>
                    <a:lnTo>
                      <a:pt x="839" y="394"/>
                    </a:lnTo>
                    <a:lnTo>
                      <a:pt x="841" y="394"/>
                    </a:lnTo>
                    <a:lnTo>
                      <a:pt x="842" y="393"/>
                    </a:lnTo>
                    <a:lnTo>
                      <a:pt x="844" y="393"/>
                    </a:lnTo>
                    <a:lnTo>
                      <a:pt x="845" y="393"/>
                    </a:lnTo>
                    <a:lnTo>
                      <a:pt x="846" y="393"/>
                    </a:lnTo>
                    <a:lnTo>
                      <a:pt x="848" y="393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2" y="394"/>
                    </a:lnTo>
                    <a:lnTo>
                      <a:pt x="853" y="394"/>
                    </a:lnTo>
                    <a:lnTo>
                      <a:pt x="854" y="393"/>
                    </a:lnTo>
                    <a:lnTo>
                      <a:pt x="856" y="393"/>
                    </a:lnTo>
                    <a:lnTo>
                      <a:pt x="857" y="392"/>
                    </a:lnTo>
                    <a:lnTo>
                      <a:pt x="859" y="392"/>
                    </a:lnTo>
                    <a:lnTo>
                      <a:pt x="860" y="391"/>
                    </a:lnTo>
                    <a:lnTo>
                      <a:pt x="861" y="391"/>
                    </a:lnTo>
                    <a:lnTo>
                      <a:pt x="863" y="391"/>
                    </a:lnTo>
                    <a:lnTo>
                      <a:pt x="864" y="391"/>
                    </a:lnTo>
                    <a:lnTo>
                      <a:pt x="865" y="390"/>
                    </a:lnTo>
                    <a:lnTo>
                      <a:pt x="867" y="389"/>
                    </a:lnTo>
                    <a:lnTo>
                      <a:pt x="868" y="390"/>
                    </a:lnTo>
                    <a:lnTo>
                      <a:pt x="869" y="389"/>
                    </a:lnTo>
                    <a:lnTo>
                      <a:pt x="871" y="389"/>
                    </a:lnTo>
                    <a:lnTo>
                      <a:pt x="872" y="388"/>
                    </a:lnTo>
                    <a:lnTo>
                      <a:pt x="873" y="388"/>
                    </a:lnTo>
                    <a:lnTo>
                      <a:pt x="875" y="387"/>
                    </a:lnTo>
                    <a:lnTo>
                      <a:pt x="876" y="387"/>
                    </a:lnTo>
                    <a:lnTo>
                      <a:pt x="878" y="387"/>
                    </a:lnTo>
                    <a:lnTo>
                      <a:pt x="879" y="386"/>
                    </a:lnTo>
                    <a:lnTo>
                      <a:pt x="880" y="385"/>
                    </a:lnTo>
                    <a:lnTo>
                      <a:pt x="882" y="385"/>
                    </a:lnTo>
                    <a:lnTo>
                      <a:pt x="883" y="385"/>
                    </a:lnTo>
                    <a:lnTo>
                      <a:pt x="884" y="384"/>
                    </a:lnTo>
                    <a:lnTo>
                      <a:pt x="886" y="384"/>
                    </a:lnTo>
                    <a:lnTo>
                      <a:pt x="887" y="384"/>
                    </a:lnTo>
                    <a:lnTo>
                      <a:pt x="888" y="384"/>
                    </a:lnTo>
                    <a:lnTo>
                      <a:pt x="890" y="384"/>
                    </a:lnTo>
                    <a:lnTo>
                      <a:pt x="891" y="384"/>
                    </a:lnTo>
                    <a:lnTo>
                      <a:pt x="893" y="383"/>
                    </a:lnTo>
                    <a:lnTo>
                      <a:pt x="894" y="383"/>
                    </a:lnTo>
                    <a:lnTo>
                      <a:pt x="895" y="382"/>
                    </a:lnTo>
                    <a:lnTo>
                      <a:pt x="897" y="383"/>
                    </a:lnTo>
                    <a:lnTo>
                      <a:pt x="898" y="382"/>
                    </a:lnTo>
                    <a:lnTo>
                      <a:pt x="899" y="382"/>
                    </a:lnTo>
                    <a:lnTo>
                      <a:pt x="901" y="382"/>
                    </a:lnTo>
                    <a:lnTo>
                      <a:pt x="902" y="382"/>
                    </a:lnTo>
                    <a:lnTo>
                      <a:pt x="903" y="382"/>
                    </a:lnTo>
                    <a:lnTo>
                      <a:pt x="905" y="382"/>
                    </a:lnTo>
                    <a:lnTo>
                      <a:pt x="906" y="381"/>
                    </a:lnTo>
                    <a:lnTo>
                      <a:pt x="907" y="381"/>
                    </a:lnTo>
                    <a:lnTo>
                      <a:pt x="909" y="380"/>
                    </a:lnTo>
                    <a:lnTo>
                      <a:pt x="910" y="379"/>
                    </a:lnTo>
                    <a:lnTo>
                      <a:pt x="912" y="378"/>
                    </a:lnTo>
                    <a:lnTo>
                      <a:pt x="913" y="378"/>
                    </a:lnTo>
                    <a:lnTo>
                      <a:pt x="914" y="377"/>
                    </a:lnTo>
                    <a:lnTo>
                      <a:pt x="916" y="377"/>
                    </a:lnTo>
                    <a:lnTo>
                      <a:pt x="917" y="377"/>
                    </a:lnTo>
                    <a:lnTo>
                      <a:pt x="918" y="376"/>
                    </a:lnTo>
                    <a:lnTo>
                      <a:pt x="920" y="376"/>
                    </a:lnTo>
                    <a:lnTo>
                      <a:pt x="921" y="377"/>
                    </a:lnTo>
                    <a:lnTo>
                      <a:pt x="922" y="376"/>
                    </a:lnTo>
                    <a:lnTo>
                      <a:pt x="924" y="376"/>
                    </a:lnTo>
                    <a:lnTo>
                      <a:pt x="925" y="376"/>
                    </a:lnTo>
                    <a:lnTo>
                      <a:pt x="927" y="375"/>
                    </a:lnTo>
                    <a:lnTo>
                      <a:pt x="928" y="375"/>
                    </a:lnTo>
                    <a:lnTo>
                      <a:pt x="929" y="375"/>
                    </a:lnTo>
                    <a:lnTo>
                      <a:pt x="931" y="374"/>
                    </a:lnTo>
                    <a:lnTo>
                      <a:pt x="932" y="373"/>
                    </a:lnTo>
                    <a:lnTo>
                      <a:pt x="933" y="373"/>
                    </a:lnTo>
                    <a:lnTo>
                      <a:pt x="935" y="374"/>
                    </a:lnTo>
                    <a:lnTo>
                      <a:pt x="936" y="374"/>
                    </a:lnTo>
                    <a:lnTo>
                      <a:pt x="937" y="373"/>
                    </a:lnTo>
                    <a:lnTo>
                      <a:pt x="939" y="372"/>
                    </a:lnTo>
                    <a:lnTo>
                      <a:pt x="940" y="372"/>
                    </a:lnTo>
                    <a:lnTo>
                      <a:pt x="941" y="373"/>
                    </a:lnTo>
                    <a:lnTo>
                      <a:pt x="943" y="373"/>
                    </a:lnTo>
                    <a:lnTo>
                      <a:pt x="944" y="374"/>
                    </a:lnTo>
                    <a:lnTo>
                      <a:pt x="946" y="373"/>
                    </a:lnTo>
                    <a:lnTo>
                      <a:pt x="947" y="374"/>
                    </a:lnTo>
                    <a:lnTo>
                      <a:pt x="948" y="374"/>
                    </a:lnTo>
                    <a:lnTo>
                      <a:pt x="950" y="375"/>
                    </a:lnTo>
                    <a:lnTo>
                      <a:pt x="951" y="375"/>
                    </a:lnTo>
                    <a:lnTo>
                      <a:pt x="952" y="375"/>
                    </a:lnTo>
                    <a:lnTo>
                      <a:pt x="954" y="375"/>
                    </a:lnTo>
                    <a:lnTo>
                      <a:pt x="955" y="375"/>
                    </a:lnTo>
                    <a:lnTo>
                      <a:pt x="956" y="374"/>
                    </a:lnTo>
                    <a:lnTo>
                      <a:pt x="958" y="374"/>
                    </a:lnTo>
                    <a:lnTo>
                      <a:pt x="959" y="374"/>
                    </a:lnTo>
                    <a:lnTo>
                      <a:pt x="961" y="373"/>
                    </a:lnTo>
                    <a:lnTo>
                      <a:pt x="962" y="373"/>
                    </a:lnTo>
                    <a:lnTo>
                      <a:pt x="963" y="372"/>
                    </a:lnTo>
                    <a:lnTo>
                      <a:pt x="965" y="371"/>
                    </a:lnTo>
                    <a:lnTo>
                      <a:pt x="966" y="371"/>
                    </a:lnTo>
                    <a:lnTo>
                      <a:pt x="967" y="371"/>
                    </a:lnTo>
                    <a:lnTo>
                      <a:pt x="969" y="371"/>
                    </a:lnTo>
                    <a:lnTo>
                      <a:pt x="970" y="371"/>
                    </a:lnTo>
                    <a:lnTo>
                      <a:pt x="971" y="370"/>
                    </a:lnTo>
                    <a:lnTo>
                      <a:pt x="973" y="369"/>
                    </a:lnTo>
                    <a:lnTo>
                      <a:pt x="974" y="370"/>
                    </a:lnTo>
                    <a:lnTo>
                      <a:pt x="975" y="369"/>
                    </a:lnTo>
                    <a:lnTo>
                      <a:pt x="977" y="370"/>
                    </a:lnTo>
                    <a:lnTo>
                      <a:pt x="978" y="369"/>
                    </a:lnTo>
                    <a:lnTo>
                      <a:pt x="980" y="369"/>
                    </a:lnTo>
                    <a:lnTo>
                      <a:pt x="981" y="369"/>
                    </a:lnTo>
                    <a:lnTo>
                      <a:pt x="982" y="370"/>
                    </a:lnTo>
                    <a:lnTo>
                      <a:pt x="984" y="370"/>
                    </a:lnTo>
                    <a:lnTo>
                      <a:pt x="985" y="370"/>
                    </a:lnTo>
                    <a:lnTo>
                      <a:pt x="986" y="369"/>
                    </a:lnTo>
                    <a:lnTo>
                      <a:pt x="988" y="369"/>
                    </a:lnTo>
                    <a:lnTo>
                      <a:pt x="989" y="369"/>
                    </a:lnTo>
                    <a:lnTo>
                      <a:pt x="990" y="369"/>
                    </a:lnTo>
                    <a:lnTo>
                      <a:pt x="992" y="368"/>
                    </a:lnTo>
                    <a:lnTo>
                      <a:pt x="993" y="368"/>
                    </a:lnTo>
                    <a:lnTo>
                      <a:pt x="995" y="367"/>
                    </a:lnTo>
                    <a:lnTo>
                      <a:pt x="996" y="367"/>
                    </a:lnTo>
                    <a:lnTo>
                      <a:pt x="997" y="366"/>
                    </a:lnTo>
                    <a:lnTo>
                      <a:pt x="999" y="365"/>
                    </a:lnTo>
                    <a:lnTo>
                      <a:pt x="1000" y="364"/>
                    </a:lnTo>
                    <a:lnTo>
                      <a:pt x="1001" y="363"/>
                    </a:lnTo>
                    <a:lnTo>
                      <a:pt x="1003" y="363"/>
                    </a:lnTo>
                    <a:lnTo>
                      <a:pt x="1004" y="362"/>
                    </a:lnTo>
                    <a:lnTo>
                      <a:pt x="1005" y="361"/>
                    </a:lnTo>
                    <a:lnTo>
                      <a:pt x="1007" y="362"/>
                    </a:lnTo>
                    <a:lnTo>
                      <a:pt x="1008" y="362"/>
                    </a:lnTo>
                    <a:lnTo>
                      <a:pt x="1009" y="363"/>
                    </a:lnTo>
                    <a:lnTo>
                      <a:pt x="1011" y="362"/>
                    </a:lnTo>
                    <a:lnTo>
                      <a:pt x="1012" y="362"/>
                    </a:lnTo>
                    <a:lnTo>
                      <a:pt x="1014" y="362"/>
                    </a:lnTo>
                    <a:lnTo>
                      <a:pt x="1015" y="363"/>
                    </a:lnTo>
                    <a:lnTo>
                      <a:pt x="1016" y="362"/>
                    </a:lnTo>
                    <a:lnTo>
                      <a:pt x="1018" y="362"/>
                    </a:lnTo>
                    <a:lnTo>
                      <a:pt x="1019" y="361"/>
                    </a:lnTo>
                    <a:lnTo>
                      <a:pt x="1020" y="361"/>
                    </a:lnTo>
                    <a:lnTo>
                      <a:pt x="1022" y="360"/>
                    </a:lnTo>
                    <a:lnTo>
                      <a:pt x="1023" y="359"/>
                    </a:lnTo>
                    <a:lnTo>
                      <a:pt x="1024" y="358"/>
                    </a:lnTo>
                    <a:lnTo>
                      <a:pt x="1026" y="358"/>
                    </a:lnTo>
                    <a:lnTo>
                      <a:pt x="1027" y="357"/>
                    </a:lnTo>
                    <a:lnTo>
                      <a:pt x="1029" y="357"/>
                    </a:lnTo>
                    <a:lnTo>
                      <a:pt x="1030" y="358"/>
                    </a:lnTo>
                    <a:lnTo>
                      <a:pt x="1031" y="357"/>
                    </a:lnTo>
                    <a:lnTo>
                      <a:pt x="1033" y="358"/>
                    </a:lnTo>
                    <a:lnTo>
                      <a:pt x="1034" y="357"/>
                    </a:lnTo>
                    <a:lnTo>
                      <a:pt x="1035" y="358"/>
                    </a:lnTo>
                    <a:lnTo>
                      <a:pt x="1037" y="358"/>
                    </a:lnTo>
                    <a:lnTo>
                      <a:pt x="1038" y="355"/>
                    </a:lnTo>
                    <a:lnTo>
                      <a:pt x="1039" y="356"/>
                    </a:lnTo>
                    <a:lnTo>
                      <a:pt x="1041" y="355"/>
                    </a:lnTo>
                    <a:lnTo>
                      <a:pt x="1042" y="355"/>
                    </a:lnTo>
                    <a:lnTo>
                      <a:pt x="1043" y="355"/>
                    </a:lnTo>
                    <a:lnTo>
                      <a:pt x="1045" y="355"/>
                    </a:lnTo>
                    <a:lnTo>
                      <a:pt x="1046" y="355"/>
                    </a:lnTo>
                    <a:lnTo>
                      <a:pt x="1048" y="355"/>
                    </a:lnTo>
                    <a:lnTo>
                      <a:pt x="1049" y="354"/>
                    </a:lnTo>
                    <a:lnTo>
                      <a:pt x="1050" y="354"/>
                    </a:lnTo>
                    <a:lnTo>
                      <a:pt x="1052" y="355"/>
                    </a:lnTo>
                    <a:lnTo>
                      <a:pt x="1053" y="355"/>
                    </a:lnTo>
                    <a:lnTo>
                      <a:pt x="1054" y="355"/>
                    </a:lnTo>
                    <a:lnTo>
                      <a:pt x="1056" y="355"/>
                    </a:lnTo>
                    <a:lnTo>
                      <a:pt x="1057" y="354"/>
                    </a:lnTo>
                    <a:lnTo>
                      <a:pt x="1058" y="355"/>
                    </a:lnTo>
                    <a:lnTo>
                      <a:pt x="1060" y="355"/>
                    </a:lnTo>
                    <a:lnTo>
                      <a:pt x="1061" y="355"/>
                    </a:lnTo>
                    <a:lnTo>
                      <a:pt x="1063" y="353"/>
                    </a:lnTo>
                    <a:lnTo>
                      <a:pt x="1064" y="353"/>
                    </a:lnTo>
                    <a:lnTo>
                      <a:pt x="1065" y="352"/>
                    </a:lnTo>
                    <a:lnTo>
                      <a:pt x="1067" y="352"/>
                    </a:lnTo>
                    <a:lnTo>
                      <a:pt x="1068" y="351"/>
                    </a:lnTo>
                    <a:lnTo>
                      <a:pt x="1069" y="351"/>
                    </a:lnTo>
                    <a:lnTo>
                      <a:pt x="1071" y="351"/>
                    </a:lnTo>
                    <a:lnTo>
                      <a:pt x="1072" y="351"/>
                    </a:lnTo>
                    <a:lnTo>
                      <a:pt x="1073" y="351"/>
                    </a:lnTo>
                    <a:lnTo>
                      <a:pt x="1075" y="352"/>
                    </a:lnTo>
                    <a:lnTo>
                      <a:pt x="1076" y="352"/>
                    </a:lnTo>
                    <a:lnTo>
                      <a:pt x="1077" y="351"/>
                    </a:lnTo>
                    <a:lnTo>
                      <a:pt x="1079" y="352"/>
                    </a:lnTo>
                    <a:lnTo>
                      <a:pt x="1080" y="351"/>
                    </a:lnTo>
                    <a:lnTo>
                      <a:pt x="1082" y="351"/>
                    </a:lnTo>
                    <a:lnTo>
                      <a:pt x="1083" y="352"/>
                    </a:lnTo>
                    <a:lnTo>
                      <a:pt x="1084" y="352"/>
                    </a:lnTo>
                    <a:lnTo>
                      <a:pt x="1086" y="353"/>
                    </a:lnTo>
                    <a:lnTo>
                      <a:pt x="1087" y="354"/>
                    </a:lnTo>
                    <a:lnTo>
                      <a:pt x="1088" y="353"/>
                    </a:lnTo>
                    <a:lnTo>
                      <a:pt x="1090" y="353"/>
                    </a:lnTo>
                    <a:lnTo>
                      <a:pt x="1091" y="354"/>
                    </a:lnTo>
                    <a:lnTo>
                      <a:pt x="1092" y="353"/>
                    </a:lnTo>
                    <a:lnTo>
                      <a:pt x="1094" y="352"/>
                    </a:lnTo>
                    <a:lnTo>
                      <a:pt x="1095" y="352"/>
                    </a:lnTo>
                    <a:lnTo>
                      <a:pt x="1097" y="352"/>
                    </a:lnTo>
                    <a:lnTo>
                      <a:pt x="1098" y="351"/>
                    </a:lnTo>
                    <a:lnTo>
                      <a:pt x="1099" y="351"/>
                    </a:lnTo>
                    <a:lnTo>
                      <a:pt x="1101" y="351"/>
                    </a:lnTo>
                    <a:lnTo>
                      <a:pt x="1102" y="350"/>
                    </a:lnTo>
                    <a:lnTo>
                      <a:pt x="1103" y="351"/>
                    </a:lnTo>
                    <a:lnTo>
                      <a:pt x="1105" y="351"/>
                    </a:lnTo>
                    <a:lnTo>
                      <a:pt x="1106" y="351"/>
                    </a:lnTo>
                    <a:lnTo>
                      <a:pt x="1107" y="351"/>
                    </a:lnTo>
                    <a:lnTo>
                      <a:pt x="1109" y="352"/>
                    </a:lnTo>
                    <a:lnTo>
                      <a:pt x="1110" y="352"/>
                    </a:lnTo>
                    <a:lnTo>
                      <a:pt x="1111" y="352"/>
                    </a:lnTo>
                    <a:lnTo>
                      <a:pt x="1113" y="352"/>
                    </a:lnTo>
                    <a:lnTo>
                      <a:pt x="1114" y="351"/>
                    </a:lnTo>
                    <a:lnTo>
                      <a:pt x="1116" y="350"/>
                    </a:lnTo>
                    <a:lnTo>
                      <a:pt x="1117" y="350"/>
                    </a:lnTo>
                    <a:lnTo>
                      <a:pt x="1118" y="350"/>
                    </a:lnTo>
                    <a:lnTo>
                      <a:pt x="1120" y="349"/>
                    </a:lnTo>
                    <a:lnTo>
                      <a:pt x="1121" y="348"/>
                    </a:lnTo>
                    <a:lnTo>
                      <a:pt x="1122" y="348"/>
                    </a:lnTo>
                    <a:lnTo>
                      <a:pt x="1124" y="347"/>
                    </a:lnTo>
                    <a:lnTo>
                      <a:pt x="1125" y="347"/>
                    </a:lnTo>
                    <a:lnTo>
                      <a:pt x="1126" y="346"/>
                    </a:lnTo>
                    <a:lnTo>
                      <a:pt x="1128" y="346"/>
                    </a:lnTo>
                    <a:lnTo>
                      <a:pt x="1129" y="347"/>
                    </a:lnTo>
                    <a:lnTo>
                      <a:pt x="1131" y="348"/>
                    </a:lnTo>
                    <a:lnTo>
                      <a:pt x="1132" y="348"/>
                    </a:lnTo>
                    <a:lnTo>
                      <a:pt x="1133" y="348"/>
                    </a:lnTo>
                    <a:lnTo>
                      <a:pt x="1135" y="348"/>
                    </a:lnTo>
                    <a:lnTo>
                      <a:pt x="1136" y="348"/>
                    </a:lnTo>
                    <a:lnTo>
                      <a:pt x="1137" y="347"/>
                    </a:lnTo>
                    <a:lnTo>
                      <a:pt x="1139" y="347"/>
                    </a:lnTo>
                    <a:lnTo>
                      <a:pt x="1140" y="346"/>
                    </a:lnTo>
                    <a:lnTo>
                      <a:pt x="1141" y="344"/>
                    </a:lnTo>
                    <a:lnTo>
                      <a:pt x="1143" y="344"/>
                    </a:lnTo>
                    <a:lnTo>
                      <a:pt x="1144" y="344"/>
                    </a:lnTo>
                    <a:lnTo>
                      <a:pt x="1145" y="343"/>
                    </a:lnTo>
                    <a:lnTo>
                      <a:pt x="1147" y="343"/>
                    </a:lnTo>
                    <a:lnTo>
                      <a:pt x="1148" y="342"/>
                    </a:lnTo>
                    <a:lnTo>
                      <a:pt x="1150" y="342"/>
                    </a:lnTo>
                    <a:lnTo>
                      <a:pt x="1151" y="341"/>
                    </a:lnTo>
                    <a:lnTo>
                      <a:pt x="1152" y="340"/>
                    </a:lnTo>
                    <a:lnTo>
                      <a:pt x="1154" y="340"/>
                    </a:lnTo>
                    <a:lnTo>
                      <a:pt x="1155" y="339"/>
                    </a:lnTo>
                    <a:lnTo>
                      <a:pt x="1156" y="339"/>
                    </a:lnTo>
                    <a:lnTo>
                      <a:pt x="1158" y="340"/>
                    </a:lnTo>
                    <a:lnTo>
                      <a:pt x="1159" y="340"/>
                    </a:lnTo>
                    <a:lnTo>
                      <a:pt x="1160" y="340"/>
                    </a:lnTo>
                    <a:lnTo>
                      <a:pt x="1162" y="341"/>
                    </a:lnTo>
                    <a:lnTo>
                      <a:pt x="1163" y="342"/>
                    </a:lnTo>
                    <a:lnTo>
                      <a:pt x="1165" y="342"/>
                    </a:lnTo>
                    <a:lnTo>
                      <a:pt x="1166" y="342"/>
                    </a:lnTo>
                    <a:lnTo>
                      <a:pt x="1167" y="342"/>
                    </a:lnTo>
                    <a:lnTo>
                      <a:pt x="1169" y="341"/>
                    </a:lnTo>
                    <a:lnTo>
                      <a:pt x="1170" y="341"/>
                    </a:lnTo>
                    <a:lnTo>
                      <a:pt x="1171" y="341"/>
                    </a:lnTo>
                    <a:lnTo>
                      <a:pt x="1173" y="339"/>
                    </a:lnTo>
                    <a:lnTo>
                      <a:pt x="1174" y="337"/>
                    </a:lnTo>
                    <a:lnTo>
                      <a:pt x="1175" y="336"/>
                    </a:lnTo>
                    <a:lnTo>
                      <a:pt x="1177" y="336"/>
                    </a:lnTo>
                    <a:lnTo>
                      <a:pt x="1178" y="336"/>
                    </a:lnTo>
                    <a:lnTo>
                      <a:pt x="1179" y="336"/>
                    </a:lnTo>
                    <a:lnTo>
                      <a:pt x="1181" y="337"/>
                    </a:lnTo>
                    <a:lnTo>
                      <a:pt x="1182" y="337"/>
                    </a:lnTo>
                    <a:lnTo>
                      <a:pt x="1184" y="337"/>
                    </a:lnTo>
                    <a:lnTo>
                      <a:pt x="1185" y="337"/>
                    </a:lnTo>
                    <a:lnTo>
                      <a:pt x="1186" y="338"/>
                    </a:lnTo>
                    <a:lnTo>
                      <a:pt x="1188" y="339"/>
                    </a:lnTo>
                    <a:lnTo>
                      <a:pt x="1189" y="338"/>
                    </a:lnTo>
                    <a:lnTo>
                      <a:pt x="1190" y="339"/>
                    </a:lnTo>
                    <a:lnTo>
                      <a:pt x="1192" y="339"/>
                    </a:lnTo>
                    <a:lnTo>
                      <a:pt x="1193" y="338"/>
                    </a:lnTo>
                    <a:lnTo>
                      <a:pt x="1194" y="338"/>
                    </a:lnTo>
                    <a:lnTo>
                      <a:pt x="1196" y="338"/>
                    </a:lnTo>
                    <a:lnTo>
                      <a:pt x="1197" y="336"/>
                    </a:lnTo>
                    <a:lnTo>
                      <a:pt x="1199" y="336"/>
                    </a:lnTo>
                    <a:lnTo>
                      <a:pt x="1200" y="336"/>
                    </a:lnTo>
                    <a:lnTo>
                      <a:pt x="1201" y="336"/>
                    </a:lnTo>
                    <a:lnTo>
                      <a:pt x="1203" y="335"/>
                    </a:lnTo>
                    <a:lnTo>
                      <a:pt x="1204" y="335"/>
                    </a:lnTo>
                    <a:lnTo>
                      <a:pt x="1205" y="336"/>
                    </a:lnTo>
                    <a:lnTo>
                      <a:pt x="1207" y="336"/>
                    </a:lnTo>
                    <a:lnTo>
                      <a:pt x="1208" y="335"/>
                    </a:lnTo>
                    <a:lnTo>
                      <a:pt x="1209" y="335"/>
                    </a:lnTo>
                    <a:lnTo>
                      <a:pt x="1211" y="335"/>
                    </a:lnTo>
                    <a:lnTo>
                      <a:pt x="1212" y="335"/>
                    </a:lnTo>
                    <a:lnTo>
                      <a:pt x="1213" y="336"/>
                    </a:lnTo>
                    <a:lnTo>
                      <a:pt x="1215" y="335"/>
                    </a:lnTo>
                    <a:lnTo>
                      <a:pt x="1216" y="334"/>
                    </a:lnTo>
                    <a:lnTo>
                      <a:pt x="1218" y="333"/>
                    </a:lnTo>
                    <a:lnTo>
                      <a:pt x="1219" y="333"/>
                    </a:lnTo>
                    <a:lnTo>
                      <a:pt x="1220" y="332"/>
                    </a:lnTo>
                    <a:lnTo>
                      <a:pt x="1222" y="332"/>
                    </a:lnTo>
                    <a:lnTo>
                      <a:pt x="1223" y="332"/>
                    </a:lnTo>
                    <a:lnTo>
                      <a:pt x="1224" y="332"/>
                    </a:lnTo>
                    <a:lnTo>
                      <a:pt x="1226" y="332"/>
                    </a:lnTo>
                    <a:lnTo>
                      <a:pt x="1227" y="332"/>
                    </a:lnTo>
                    <a:lnTo>
                      <a:pt x="1228" y="333"/>
                    </a:lnTo>
                    <a:lnTo>
                      <a:pt x="1230" y="335"/>
                    </a:lnTo>
                    <a:lnTo>
                      <a:pt x="1231" y="334"/>
                    </a:lnTo>
                    <a:lnTo>
                      <a:pt x="1233" y="334"/>
                    </a:lnTo>
                    <a:lnTo>
                      <a:pt x="1234" y="334"/>
                    </a:lnTo>
                    <a:lnTo>
                      <a:pt x="1235" y="334"/>
                    </a:lnTo>
                    <a:lnTo>
                      <a:pt x="1237" y="334"/>
                    </a:lnTo>
                    <a:lnTo>
                      <a:pt x="1238" y="334"/>
                    </a:lnTo>
                    <a:lnTo>
                      <a:pt x="1239" y="334"/>
                    </a:lnTo>
                    <a:lnTo>
                      <a:pt x="1241" y="334"/>
                    </a:lnTo>
                    <a:lnTo>
                      <a:pt x="1242" y="334"/>
                    </a:lnTo>
                    <a:lnTo>
                      <a:pt x="1243" y="334"/>
                    </a:lnTo>
                    <a:lnTo>
                      <a:pt x="1245" y="334"/>
                    </a:lnTo>
                    <a:lnTo>
                      <a:pt x="1246" y="335"/>
                    </a:lnTo>
                    <a:lnTo>
                      <a:pt x="1247" y="334"/>
                    </a:lnTo>
                    <a:lnTo>
                      <a:pt x="1249" y="335"/>
                    </a:lnTo>
                    <a:lnTo>
                      <a:pt x="1250" y="334"/>
                    </a:lnTo>
                    <a:lnTo>
                      <a:pt x="1252" y="334"/>
                    </a:lnTo>
                    <a:lnTo>
                      <a:pt x="1253" y="333"/>
                    </a:lnTo>
                    <a:lnTo>
                      <a:pt x="1254" y="332"/>
                    </a:lnTo>
                    <a:lnTo>
                      <a:pt x="1256" y="331"/>
                    </a:lnTo>
                    <a:lnTo>
                      <a:pt x="1257" y="331"/>
                    </a:lnTo>
                    <a:lnTo>
                      <a:pt x="1258" y="329"/>
                    </a:lnTo>
                    <a:lnTo>
                      <a:pt x="1260" y="330"/>
                    </a:lnTo>
                    <a:lnTo>
                      <a:pt x="1261" y="330"/>
                    </a:lnTo>
                    <a:lnTo>
                      <a:pt x="1262" y="330"/>
                    </a:lnTo>
                    <a:lnTo>
                      <a:pt x="1264" y="331"/>
                    </a:lnTo>
                    <a:lnTo>
                      <a:pt x="1265" y="332"/>
                    </a:lnTo>
                    <a:lnTo>
                      <a:pt x="1267" y="332"/>
                    </a:lnTo>
                    <a:lnTo>
                      <a:pt x="1268" y="331"/>
                    </a:lnTo>
                    <a:lnTo>
                      <a:pt x="1269" y="332"/>
                    </a:lnTo>
                    <a:lnTo>
                      <a:pt x="1271" y="332"/>
                    </a:lnTo>
                    <a:lnTo>
                      <a:pt x="1272" y="332"/>
                    </a:lnTo>
                    <a:lnTo>
                      <a:pt x="1273" y="330"/>
                    </a:lnTo>
                    <a:lnTo>
                      <a:pt x="1275" y="329"/>
                    </a:lnTo>
                    <a:lnTo>
                      <a:pt x="1276" y="328"/>
                    </a:lnTo>
                    <a:lnTo>
                      <a:pt x="1277" y="329"/>
                    </a:lnTo>
                    <a:lnTo>
                      <a:pt x="1279" y="329"/>
                    </a:lnTo>
                    <a:lnTo>
                      <a:pt x="1280" y="329"/>
                    </a:lnTo>
                    <a:lnTo>
                      <a:pt x="1281" y="329"/>
                    </a:lnTo>
                    <a:lnTo>
                      <a:pt x="1283" y="329"/>
                    </a:lnTo>
                    <a:lnTo>
                      <a:pt x="1284" y="329"/>
                    </a:lnTo>
                    <a:lnTo>
                      <a:pt x="1286" y="329"/>
                    </a:lnTo>
                    <a:lnTo>
                      <a:pt x="1287" y="328"/>
                    </a:lnTo>
                    <a:lnTo>
                      <a:pt x="1288" y="328"/>
                    </a:lnTo>
                    <a:lnTo>
                      <a:pt x="1290" y="327"/>
                    </a:lnTo>
                    <a:lnTo>
                      <a:pt x="1291" y="328"/>
                    </a:lnTo>
                    <a:lnTo>
                      <a:pt x="1292" y="329"/>
                    </a:lnTo>
                    <a:lnTo>
                      <a:pt x="1294" y="328"/>
                    </a:lnTo>
                    <a:lnTo>
                      <a:pt x="1295" y="329"/>
                    </a:lnTo>
                    <a:lnTo>
                      <a:pt x="1296" y="330"/>
                    </a:lnTo>
                    <a:lnTo>
                      <a:pt x="1298" y="331"/>
                    </a:lnTo>
                    <a:lnTo>
                      <a:pt x="1299" y="331"/>
                    </a:lnTo>
                    <a:lnTo>
                      <a:pt x="1301" y="331"/>
                    </a:lnTo>
                    <a:lnTo>
                      <a:pt x="1302" y="331"/>
                    </a:lnTo>
                    <a:lnTo>
                      <a:pt x="1303" y="331"/>
                    </a:lnTo>
                    <a:lnTo>
                      <a:pt x="1305" y="331"/>
                    </a:lnTo>
                    <a:lnTo>
                      <a:pt x="1306" y="330"/>
                    </a:lnTo>
                    <a:lnTo>
                      <a:pt x="1307" y="330"/>
                    </a:lnTo>
                    <a:lnTo>
                      <a:pt x="1309" y="329"/>
                    </a:lnTo>
                    <a:lnTo>
                      <a:pt x="1310" y="328"/>
                    </a:lnTo>
                    <a:lnTo>
                      <a:pt x="1311" y="329"/>
                    </a:lnTo>
                    <a:lnTo>
                      <a:pt x="1313" y="328"/>
                    </a:lnTo>
                    <a:lnTo>
                      <a:pt x="1314" y="327"/>
                    </a:lnTo>
                    <a:lnTo>
                      <a:pt x="1315" y="327"/>
                    </a:lnTo>
                    <a:lnTo>
                      <a:pt x="1317" y="327"/>
                    </a:lnTo>
                    <a:lnTo>
                      <a:pt x="1318" y="326"/>
                    </a:lnTo>
                    <a:lnTo>
                      <a:pt x="1320" y="326"/>
                    </a:lnTo>
                    <a:lnTo>
                      <a:pt x="1321" y="325"/>
                    </a:lnTo>
                    <a:lnTo>
                      <a:pt x="1322" y="325"/>
                    </a:lnTo>
                    <a:lnTo>
                      <a:pt x="1324" y="324"/>
                    </a:lnTo>
                    <a:lnTo>
                      <a:pt x="1325" y="324"/>
                    </a:lnTo>
                    <a:lnTo>
                      <a:pt x="1326" y="324"/>
                    </a:lnTo>
                    <a:lnTo>
                      <a:pt x="1328" y="324"/>
                    </a:lnTo>
                    <a:lnTo>
                      <a:pt x="1329" y="324"/>
                    </a:lnTo>
                    <a:lnTo>
                      <a:pt x="1330" y="324"/>
                    </a:lnTo>
                    <a:lnTo>
                      <a:pt x="1332" y="324"/>
                    </a:lnTo>
                    <a:lnTo>
                      <a:pt x="1333" y="323"/>
                    </a:lnTo>
                    <a:lnTo>
                      <a:pt x="1335" y="323"/>
                    </a:lnTo>
                    <a:lnTo>
                      <a:pt x="1336" y="323"/>
                    </a:lnTo>
                    <a:lnTo>
                      <a:pt x="1337" y="322"/>
                    </a:lnTo>
                    <a:lnTo>
                      <a:pt x="1339" y="321"/>
                    </a:lnTo>
                    <a:lnTo>
                      <a:pt x="1340" y="321"/>
                    </a:lnTo>
                    <a:lnTo>
                      <a:pt x="1341" y="321"/>
                    </a:lnTo>
                    <a:lnTo>
                      <a:pt x="1343" y="321"/>
                    </a:lnTo>
                    <a:lnTo>
                      <a:pt x="1344" y="320"/>
                    </a:lnTo>
                    <a:lnTo>
                      <a:pt x="1345" y="319"/>
                    </a:lnTo>
                    <a:lnTo>
                      <a:pt x="1347" y="319"/>
                    </a:lnTo>
                    <a:lnTo>
                      <a:pt x="1348" y="319"/>
                    </a:lnTo>
                    <a:lnTo>
                      <a:pt x="1349" y="318"/>
                    </a:lnTo>
                    <a:lnTo>
                      <a:pt x="1351" y="320"/>
                    </a:lnTo>
                    <a:lnTo>
                      <a:pt x="1352" y="319"/>
                    </a:lnTo>
                    <a:lnTo>
                      <a:pt x="1354" y="319"/>
                    </a:lnTo>
                    <a:lnTo>
                      <a:pt x="1355" y="320"/>
                    </a:lnTo>
                    <a:lnTo>
                      <a:pt x="1356" y="320"/>
                    </a:lnTo>
                    <a:lnTo>
                      <a:pt x="1358" y="319"/>
                    </a:lnTo>
                    <a:lnTo>
                      <a:pt x="1359" y="318"/>
                    </a:lnTo>
                    <a:lnTo>
                      <a:pt x="1360" y="317"/>
                    </a:lnTo>
                    <a:lnTo>
                      <a:pt x="1362" y="317"/>
                    </a:lnTo>
                    <a:lnTo>
                      <a:pt x="1363" y="316"/>
                    </a:lnTo>
                    <a:lnTo>
                      <a:pt x="1364" y="316"/>
                    </a:lnTo>
                    <a:lnTo>
                      <a:pt x="1366" y="315"/>
                    </a:lnTo>
                    <a:lnTo>
                      <a:pt x="1367" y="314"/>
                    </a:lnTo>
                    <a:lnTo>
                      <a:pt x="1369" y="314"/>
                    </a:lnTo>
                    <a:lnTo>
                      <a:pt x="1370" y="315"/>
                    </a:lnTo>
                    <a:lnTo>
                      <a:pt x="1371" y="314"/>
                    </a:lnTo>
                    <a:lnTo>
                      <a:pt x="1373" y="314"/>
                    </a:lnTo>
                    <a:lnTo>
                      <a:pt x="1374" y="313"/>
                    </a:lnTo>
                    <a:lnTo>
                      <a:pt x="1375" y="314"/>
                    </a:lnTo>
                    <a:lnTo>
                      <a:pt x="1377" y="313"/>
                    </a:lnTo>
                    <a:lnTo>
                      <a:pt x="1378" y="313"/>
                    </a:lnTo>
                    <a:lnTo>
                      <a:pt x="1379" y="313"/>
                    </a:lnTo>
                    <a:lnTo>
                      <a:pt x="1381" y="312"/>
                    </a:lnTo>
                    <a:lnTo>
                      <a:pt x="1382" y="313"/>
                    </a:lnTo>
                    <a:lnTo>
                      <a:pt x="1383" y="314"/>
                    </a:lnTo>
                    <a:lnTo>
                      <a:pt x="1385" y="315"/>
                    </a:lnTo>
                    <a:lnTo>
                      <a:pt x="1386" y="315"/>
                    </a:lnTo>
                    <a:lnTo>
                      <a:pt x="1388" y="315"/>
                    </a:lnTo>
                    <a:lnTo>
                      <a:pt x="1389" y="316"/>
                    </a:lnTo>
                    <a:lnTo>
                      <a:pt x="1390" y="315"/>
                    </a:lnTo>
                    <a:lnTo>
                      <a:pt x="1392" y="315"/>
                    </a:lnTo>
                    <a:lnTo>
                      <a:pt x="1393" y="314"/>
                    </a:lnTo>
                    <a:lnTo>
                      <a:pt x="1394" y="312"/>
                    </a:lnTo>
                    <a:lnTo>
                      <a:pt x="1396" y="311"/>
                    </a:lnTo>
                    <a:lnTo>
                      <a:pt x="1397" y="310"/>
                    </a:lnTo>
                    <a:lnTo>
                      <a:pt x="1398" y="309"/>
                    </a:lnTo>
                    <a:lnTo>
                      <a:pt x="1400" y="309"/>
                    </a:lnTo>
                    <a:lnTo>
                      <a:pt x="1401" y="308"/>
                    </a:lnTo>
                    <a:lnTo>
                      <a:pt x="1403" y="308"/>
                    </a:lnTo>
                    <a:lnTo>
                      <a:pt x="1404" y="308"/>
                    </a:lnTo>
                    <a:lnTo>
                      <a:pt x="1405" y="308"/>
                    </a:lnTo>
                    <a:lnTo>
                      <a:pt x="1407" y="309"/>
                    </a:lnTo>
                    <a:lnTo>
                      <a:pt x="1408" y="308"/>
                    </a:lnTo>
                    <a:lnTo>
                      <a:pt x="1409" y="308"/>
                    </a:lnTo>
                    <a:lnTo>
                      <a:pt x="1411" y="308"/>
                    </a:lnTo>
                    <a:lnTo>
                      <a:pt x="1412" y="309"/>
                    </a:lnTo>
                    <a:lnTo>
                      <a:pt x="1413" y="309"/>
                    </a:lnTo>
                    <a:lnTo>
                      <a:pt x="1415" y="308"/>
                    </a:lnTo>
                    <a:lnTo>
                      <a:pt x="1416" y="308"/>
                    </a:lnTo>
                    <a:lnTo>
                      <a:pt x="1417" y="307"/>
                    </a:lnTo>
                    <a:lnTo>
                      <a:pt x="1419" y="308"/>
                    </a:lnTo>
                    <a:lnTo>
                      <a:pt x="1420" y="307"/>
                    </a:lnTo>
                    <a:lnTo>
                      <a:pt x="1422" y="305"/>
                    </a:lnTo>
                    <a:lnTo>
                      <a:pt x="1423" y="304"/>
                    </a:lnTo>
                    <a:lnTo>
                      <a:pt x="1424" y="304"/>
                    </a:lnTo>
                    <a:lnTo>
                      <a:pt x="1426" y="304"/>
                    </a:lnTo>
                    <a:lnTo>
                      <a:pt x="1427" y="304"/>
                    </a:lnTo>
                    <a:lnTo>
                      <a:pt x="1428" y="304"/>
                    </a:lnTo>
                    <a:lnTo>
                      <a:pt x="1430" y="305"/>
                    </a:lnTo>
                    <a:lnTo>
                      <a:pt x="1431" y="305"/>
                    </a:lnTo>
                    <a:lnTo>
                      <a:pt x="1432" y="306"/>
                    </a:lnTo>
                    <a:lnTo>
                      <a:pt x="1434" y="306"/>
                    </a:lnTo>
                    <a:lnTo>
                      <a:pt x="1435" y="306"/>
                    </a:lnTo>
                    <a:lnTo>
                      <a:pt x="1437" y="305"/>
                    </a:lnTo>
                    <a:lnTo>
                      <a:pt x="1438" y="305"/>
                    </a:lnTo>
                    <a:lnTo>
                      <a:pt x="1439" y="305"/>
                    </a:lnTo>
                    <a:lnTo>
                      <a:pt x="1441" y="304"/>
                    </a:lnTo>
                    <a:lnTo>
                      <a:pt x="1442" y="304"/>
                    </a:lnTo>
                  </a:path>
                </a:pathLst>
              </a:custGeom>
              <a:noFill/>
              <a:ln cap="flat" cmpd="sng" w="25400">
                <a:solidFill>
                  <a:srgbClr val="32CD3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 flipH="1" rot="10800000">
                <a:off x="6745288" y="1147763"/>
                <a:ext cx="3810000" cy="1711325"/>
              </a:xfrm>
              <a:custGeom>
                <a:rect b="b" l="l" r="r" t="t"/>
                <a:pathLst>
                  <a:path extrusionOk="0" h="776" w="1442">
                    <a:moveTo>
                      <a:pt x="0" y="19"/>
                    </a:moveTo>
                    <a:lnTo>
                      <a:pt x="2" y="13"/>
                    </a:lnTo>
                    <a:lnTo>
                      <a:pt x="3" y="14"/>
                    </a:lnTo>
                    <a:lnTo>
                      <a:pt x="4" y="14"/>
                    </a:lnTo>
                    <a:lnTo>
                      <a:pt x="6" y="14"/>
                    </a:lnTo>
                    <a:lnTo>
                      <a:pt x="7" y="14"/>
                    </a:lnTo>
                    <a:lnTo>
                      <a:pt x="9" y="14"/>
                    </a:lnTo>
                    <a:lnTo>
                      <a:pt x="10" y="15"/>
                    </a:lnTo>
                    <a:lnTo>
                      <a:pt x="11" y="15"/>
                    </a:lnTo>
                    <a:lnTo>
                      <a:pt x="13" y="14"/>
                    </a:lnTo>
                    <a:lnTo>
                      <a:pt x="14" y="13"/>
                    </a:lnTo>
                    <a:lnTo>
                      <a:pt x="15" y="13"/>
                    </a:lnTo>
                    <a:lnTo>
                      <a:pt x="17" y="13"/>
                    </a:lnTo>
                    <a:lnTo>
                      <a:pt x="18" y="14"/>
                    </a:lnTo>
                    <a:lnTo>
                      <a:pt x="19" y="15"/>
                    </a:lnTo>
                    <a:lnTo>
                      <a:pt x="21" y="15"/>
                    </a:lnTo>
                    <a:lnTo>
                      <a:pt x="22" y="15"/>
                    </a:lnTo>
                    <a:lnTo>
                      <a:pt x="23" y="15"/>
                    </a:lnTo>
                    <a:lnTo>
                      <a:pt x="25" y="15"/>
                    </a:lnTo>
                    <a:lnTo>
                      <a:pt x="26" y="16"/>
                    </a:lnTo>
                    <a:lnTo>
                      <a:pt x="28" y="16"/>
                    </a:lnTo>
                    <a:lnTo>
                      <a:pt x="29" y="14"/>
                    </a:lnTo>
                    <a:lnTo>
                      <a:pt x="30" y="13"/>
                    </a:lnTo>
                    <a:lnTo>
                      <a:pt x="32" y="14"/>
                    </a:lnTo>
                    <a:lnTo>
                      <a:pt x="33" y="14"/>
                    </a:lnTo>
                    <a:lnTo>
                      <a:pt x="34" y="13"/>
                    </a:lnTo>
                    <a:lnTo>
                      <a:pt x="36" y="12"/>
                    </a:lnTo>
                    <a:lnTo>
                      <a:pt x="37" y="12"/>
                    </a:lnTo>
                    <a:lnTo>
                      <a:pt x="38" y="12"/>
                    </a:lnTo>
                    <a:lnTo>
                      <a:pt x="40" y="13"/>
                    </a:lnTo>
                    <a:lnTo>
                      <a:pt x="41" y="11"/>
                    </a:lnTo>
                    <a:lnTo>
                      <a:pt x="43" y="10"/>
                    </a:lnTo>
                    <a:lnTo>
                      <a:pt x="44" y="10"/>
                    </a:lnTo>
                    <a:lnTo>
                      <a:pt x="45" y="10"/>
                    </a:lnTo>
                    <a:lnTo>
                      <a:pt x="47" y="10"/>
                    </a:lnTo>
                    <a:lnTo>
                      <a:pt x="48" y="10"/>
                    </a:lnTo>
                    <a:lnTo>
                      <a:pt x="49" y="11"/>
                    </a:lnTo>
                    <a:lnTo>
                      <a:pt x="51" y="11"/>
                    </a:lnTo>
                    <a:lnTo>
                      <a:pt x="52" y="12"/>
                    </a:lnTo>
                    <a:lnTo>
                      <a:pt x="53" y="12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7" y="12"/>
                    </a:lnTo>
                    <a:lnTo>
                      <a:pt x="59" y="12"/>
                    </a:lnTo>
                    <a:lnTo>
                      <a:pt x="60" y="12"/>
                    </a:lnTo>
                    <a:lnTo>
                      <a:pt x="62" y="12"/>
                    </a:lnTo>
                    <a:lnTo>
                      <a:pt x="63" y="11"/>
                    </a:lnTo>
                    <a:lnTo>
                      <a:pt x="64" y="11"/>
                    </a:lnTo>
                    <a:lnTo>
                      <a:pt x="66" y="11"/>
                    </a:lnTo>
                    <a:lnTo>
                      <a:pt x="67" y="10"/>
                    </a:lnTo>
                    <a:lnTo>
                      <a:pt x="68" y="9"/>
                    </a:lnTo>
                    <a:lnTo>
                      <a:pt x="70" y="9"/>
                    </a:lnTo>
                    <a:lnTo>
                      <a:pt x="71" y="9"/>
                    </a:lnTo>
                    <a:lnTo>
                      <a:pt x="72" y="8"/>
                    </a:lnTo>
                    <a:lnTo>
                      <a:pt x="74" y="9"/>
                    </a:lnTo>
                    <a:lnTo>
                      <a:pt x="75" y="8"/>
                    </a:lnTo>
                    <a:lnTo>
                      <a:pt x="77" y="8"/>
                    </a:lnTo>
                    <a:lnTo>
                      <a:pt x="78" y="8"/>
                    </a:lnTo>
                    <a:lnTo>
                      <a:pt x="79" y="8"/>
                    </a:lnTo>
                    <a:lnTo>
                      <a:pt x="81" y="7"/>
                    </a:lnTo>
                    <a:lnTo>
                      <a:pt x="82" y="7"/>
                    </a:lnTo>
                    <a:lnTo>
                      <a:pt x="83" y="6"/>
                    </a:lnTo>
                    <a:lnTo>
                      <a:pt x="85" y="5"/>
                    </a:lnTo>
                    <a:lnTo>
                      <a:pt x="86" y="4"/>
                    </a:lnTo>
                    <a:lnTo>
                      <a:pt x="87" y="5"/>
                    </a:lnTo>
                    <a:lnTo>
                      <a:pt x="89" y="6"/>
                    </a:lnTo>
                    <a:lnTo>
                      <a:pt x="90" y="7"/>
                    </a:lnTo>
                    <a:lnTo>
                      <a:pt x="91" y="8"/>
                    </a:lnTo>
                    <a:lnTo>
                      <a:pt x="93" y="9"/>
                    </a:lnTo>
                    <a:lnTo>
                      <a:pt x="94" y="8"/>
                    </a:lnTo>
                    <a:lnTo>
                      <a:pt x="96" y="10"/>
                    </a:lnTo>
                    <a:lnTo>
                      <a:pt x="97" y="10"/>
                    </a:lnTo>
                    <a:lnTo>
                      <a:pt x="98" y="10"/>
                    </a:lnTo>
                    <a:lnTo>
                      <a:pt x="100" y="11"/>
                    </a:lnTo>
                    <a:lnTo>
                      <a:pt x="101" y="11"/>
                    </a:lnTo>
                    <a:lnTo>
                      <a:pt x="102" y="12"/>
                    </a:lnTo>
                    <a:lnTo>
                      <a:pt x="104" y="12"/>
                    </a:lnTo>
                    <a:lnTo>
                      <a:pt x="105" y="11"/>
                    </a:lnTo>
                    <a:lnTo>
                      <a:pt x="106" y="11"/>
                    </a:lnTo>
                    <a:lnTo>
                      <a:pt x="108" y="11"/>
                    </a:lnTo>
                    <a:lnTo>
                      <a:pt x="109" y="9"/>
                    </a:lnTo>
                    <a:lnTo>
                      <a:pt x="111" y="8"/>
                    </a:lnTo>
                    <a:lnTo>
                      <a:pt x="112" y="7"/>
                    </a:lnTo>
                    <a:lnTo>
                      <a:pt x="113" y="6"/>
                    </a:lnTo>
                    <a:lnTo>
                      <a:pt x="115" y="4"/>
                    </a:lnTo>
                    <a:lnTo>
                      <a:pt x="116" y="3"/>
                    </a:lnTo>
                    <a:lnTo>
                      <a:pt x="117" y="0"/>
                    </a:lnTo>
                    <a:lnTo>
                      <a:pt x="119" y="369"/>
                    </a:lnTo>
                    <a:lnTo>
                      <a:pt x="120" y="691"/>
                    </a:lnTo>
                    <a:lnTo>
                      <a:pt x="121" y="718"/>
                    </a:lnTo>
                    <a:lnTo>
                      <a:pt x="123" y="725"/>
                    </a:lnTo>
                    <a:lnTo>
                      <a:pt x="124" y="730"/>
                    </a:lnTo>
                    <a:lnTo>
                      <a:pt x="125" y="734"/>
                    </a:lnTo>
                    <a:lnTo>
                      <a:pt x="127" y="737"/>
                    </a:lnTo>
                    <a:lnTo>
                      <a:pt x="128" y="740"/>
                    </a:lnTo>
                    <a:lnTo>
                      <a:pt x="130" y="741"/>
                    </a:lnTo>
                    <a:lnTo>
                      <a:pt x="131" y="742"/>
                    </a:lnTo>
                    <a:lnTo>
                      <a:pt x="132" y="743"/>
                    </a:lnTo>
                    <a:lnTo>
                      <a:pt x="134" y="744"/>
                    </a:lnTo>
                    <a:lnTo>
                      <a:pt x="135" y="746"/>
                    </a:lnTo>
                    <a:lnTo>
                      <a:pt x="136" y="746"/>
                    </a:lnTo>
                    <a:lnTo>
                      <a:pt x="138" y="749"/>
                    </a:lnTo>
                    <a:lnTo>
                      <a:pt x="139" y="750"/>
                    </a:lnTo>
                    <a:lnTo>
                      <a:pt x="140" y="752"/>
                    </a:lnTo>
                    <a:lnTo>
                      <a:pt x="142" y="752"/>
                    </a:lnTo>
                    <a:lnTo>
                      <a:pt x="143" y="754"/>
                    </a:lnTo>
                    <a:lnTo>
                      <a:pt x="145" y="755"/>
                    </a:lnTo>
                    <a:lnTo>
                      <a:pt x="146" y="758"/>
                    </a:lnTo>
                    <a:lnTo>
                      <a:pt x="147" y="760"/>
                    </a:lnTo>
                    <a:lnTo>
                      <a:pt x="149" y="762"/>
                    </a:lnTo>
                    <a:lnTo>
                      <a:pt x="150" y="763"/>
                    </a:lnTo>
                    <a:lnTo>
                      <a:pt x="151" y="764"/>
                    </a:lnTo>
                    <a:lnTo>
                      <a:pt x="153" y="767"/>
                    </a:lnTo>
                    <a:lnTo>
                      <a:pt x="154" y="768"/>
                    </a:lnTo>
                    <a:lnTo>
                      <a:pt x="155" y="768"/>
                    </a:lnTo>
                    <a:lnTo>
                      <a:pt x="157" y="770"/>
                    </a:lnTo>
                    <a:lnTo>
                      <a:pt x="158" y="771"/>
                    </a:lnTo>
                    <a:lnTo>
                      <a:pt x="159" y="772"/>
                    </a:lnTo>
                    <a:lnTo>
                      <a:pt x="161" y="774"/>
                    </a:lnTo>
                    <a:lnTo>
                      <a:pt x="162" y="774"/>
                    </a:lnTo>
                    <a:lnTo>
                      <a:pt x="164" y="775"/>
                    </a:lnTo>
                    <a:lnTo>
                      <a:pt x="165" y="775"/>
                    </a:lnTo>
                    <a:lnTo>
                      <a:pt x="166" y="776"/>
                    </a:lnTo>
                    <a:lnTo>
                      <a:pt x="168" y="776"/>
                    </a:lnTo>
                    <a:lnTo>
                      <a:pt x="169" y="776"/>
                    </a:lnTo>
                    <a:lnTo>
                      <a:pt x="170" y="776"/>
                    </a:lnTo>
                    <a:lnTo>
                      <a:pt x="172" y="776"/>
                    </a:lnTo>
                    <a:lnTo>
                      <a:pt x="173" y="776"/>
                    </a:lnTo>
                    <a:lnTo>
                      <a:pt x="174" y="775"/>
                    </a:lnTo>
                    <a:lnTo>
                      <a:pt x="176" y="774"/>
                    </a:lnTo>
                    <a:lnTo>
                      <a:pt x="177" y="774"/>
                    </a:lnTo>
                    <a:lnTo>
                      <a:pt x="179" y="774"/>
                    </a:lnTo>
                    <a:lnTo>
                      <a:pt x="180" y="774"/>
                    </a:lnTo>
                    <a:lnTo>
                      <a:pt x="181" y="773"/>
                    </a:lnTo>
                    <a:lnTo>
                      <a:pt x="183" y="772"/>
                    </a:lnTo>
                    <a:lnTo>
                      <a:pt x="184" y="772"/>
                    </a:lnTo>
                    <a:lnTo>
                      <a:pt x="185" y="771"/>
                    </a:lnTo>
                    <a:lnTo>
                      <a:pt x="187" y="771"/>
                    </a:lnTo>
                    <a:lnTo>
                      <a:pt x="188" y="770"/>
                    </a:lnTo>
                    <a:lnTo>
                      <a:pt x="189" y="769"/>
                    </a:lnTo>
                    <a:lnTo>
                      <a:pt x="191" y="769"/>
                    </a:lnTo>
                    <a:lnTo>
                      <a:pt x="192" y="769"/>
                    </a:lnTo>
                    <a:lnTo>
                      <a:pt x="193" y="769"/>
                    </a:lnTo>
                    <a:lnTo>
                      <a:pt x="195" y="768"/>
                    </a:lnTo>
                    <a:lnTo>
                      <a:pt x="196" y="767"/>
                    </a:lnTo>
                    <a:lnTo>
                      <a:pt x="198" y="767"/>
                    </a:lnTo>
                    <a:lnTo>
                      <a:pt x="199" y="767"/>
                    </a:lnTo>
                    <a:lnTo>
                      <a:pt x="200" y="766"/>
                    </a:lnTo>
                    <a:lnTo>
                      <a:pt x="202" y="766"/>
                    </a:lnTo>
                    <a:lnTo>
                      <a:pt x="203" y="765"/>
                    </a:lnTo>
                    <a:lnTo>
                      <a:pt x="204" y="767"/>
                    </a:lnTo>
                    <a:lnTo>
                      <a:pt x="206" y="766"/>
                    </a:lnTo>
                    <a:lnTo>
                      <a:pt x="207" y="765"/>
                    </a:lnTo>
                    <a:lnTo>
                      <a:pt x="208" y="765"/>
                    </a:lnTo>
                    <a:lnTo>
                      <a:pt x="210" y="765"/>
                    </a:lnTo>
                    <a:lnTo>
                      <a:pt x="211" y="765"/>
                    </a:lnTo>
                    <a:lnTo>
                      <a:pt x="213" y="764"/>
                    </a:lnTo>
                    <a:lnTo>
                      <a:pt x="214" y="763"/>
                    </a:lnTo>
                    <a:lnTo>
                      <a:pt x="215" y="763"/>
                    </a:lnTo>
                    <a:lnTo>
                      <a:pt x="217" y="763"/>
                    </a:lnTo>
                    <a:lnTo>
                      <a:pt x="218" y="763"/>
                    </a:lnTo>
                    <a:lnTo>
                      <a:pt x="219" y="762"/>
                    </a:lnTo>
                    <a:lnTo>
                      <a:pt x="221" y="764"/>
                    </a:lnTo>
                    <a:lnTo>
                      <a:pt x="222" y="764"/>
                    </a:lnTo>
                    <a:lnTo>
                      <a:pt x="223" y="763"/>
                    </a:lnTo>
                    <a:lnTo>
                      <a:pt x="225" y="763"/>
                    </a:lnTo>
                    <a:lnTo>
                      <a:pt x="226" y="763"/>
                    </a:lnTo>
                    <a:lnTo>
                      <a:pt x="227" y="763"/>
                    </a:lnTo>
                    <a:lnTo>
                      <a:pt x="229" y="762"/>
                    </a:lnTo>
                    <a:lnTo>
                      <a:pt x="230" y="762"/>
                    </a:lnTo>
                    <a:lnTo>
                      <a:pt x="232" y="761"/>
                    </a:lnTo>
                    <a:lnTo>
                      <a:pt x="233" y="759"/>
                    </a:lnTo>
                    <a:lnTo>
                      <a:pt x="234" y="759"/>
                    </a:lnTo>
                    <a:lnTo>
                      <a:pt x="236" y="759"/>
                    </a:lnTo>
                    <a:lnTo>
                      <a:pt x="237" y="759"/>
                    </a:lnTo>
                    <a:lnTo>
                      <a:pt x="238" y="758"/>
                    </a:lnTo>
                    <a:lnTo>
                      <a:pt x="240" y="758"/>
                    </a:lnTo>
                    <a:lnTo>
                      <a:pt x="241" y="759"/>
                    </a:lnTo>
                    <a:lnTo>
                      <a:pt x="242" y="759"/>
                    </a:lnTo>
                    <a:lnTo>
                      <a:pt x="244" y="760"/>
                    </a:lnTo>
                    <a:lnTo>
                      <a:pt x="245" y="760"/>
                    </a:lnTo>
                    <a:lnTo>
                      <a:pt x="247" y="760"/>
                    </a:lnTo>
                    <a:lnTo>
                      <a:pt x="248" y="760"/>
                    </a:lnTo>
                    <a:lnTo>
                      <a:pt x="249" y="760"/>
                    </a:lnTo>
                    <a:lnTo>
                      <a:pt x="251" y="759"/>
                    </a:lnTo>
                    <a:lnTo>
                      <a:pt x="252" y="759"/>
                    </a:lnTo>
                    <a:lnTo>
                      <a:pt x="253" y="759"/>
                    </a:lnTo>
                    <a:lnTo>
                      <a:pt x="255" y="759"/>
                    </a:lnTo>
                    <a:lnTo>
                      <a:pt x="256" y="758"/>
                    </a:lnTo>
                    <a:lnTo>
                      <a:pt x="257" y="758"/>
                    </a:lnTo>
                    <a:lnTo>
                      <a:pt x="259" y="757"/>
                    </a:lnTo>
                    <a:lnTo>
                      <a:pt x="260" y="757"/>
                    </a:lnTo>
                    <a:lnTo>
                      <a:pt x="261" y="756"/>
                    </a:lnTo>
                    <a:lnTo>
                      <a:pt x="263" y="755"/>
                    </a:lnTo>
                    <a:lnTo>
                      <a:pt x="264" y="755"/>
                    </a:lnTo>
                    <a:lnTo>
                      <a:pt x="266" y="755"/>
                    </a:lnTo>
                    <a:lnTo>
                      <a:pt x="267" y="755"/>
                    </a:lnTo>
                    <a:lnTo>
                      <a:pt x="268" y="756"/>
                    </a:lnTo>
                    <a:lnTo>
                      <a:pt x="270" y="757"/>
                    </a:lnTo>
                    <a:lnTo>
                      <a:pt x="271" y="756"/>
                    </a:lnTo>
                    <a:lnTo>
                      <a:pt x="272" y="757"/>
                    </a:lnTo>
                    <a:lnTo>
                      <a:pt x="274" y="757"/>
                    </a:lnTo>
                    <a:lnTo>
                      <a:pt x="275" y="756"/>
                    </a:lnTo>
                    <a:lnTo>
                      <a:pt x="276" y="756"/>
                    </a:lnTo>
                    <a:lnTo>
                      <a:pt x="278" y="755"/>
                    </a:lnTo>
                    <a:lnTo>
                      <a:pt x="279" y="755"/>
                    </a:lnTo>
                    <a:lnTo>
                      <a:pt x="281" y="756"/>
                    </a:lnTo>
                    <a:lnTo>
                      <a:pt x="282" y="755"/>
                    </a:lnTo>
                    <a:lnTo>
                      <a:pt x="283" y="755"/>
                    </a:lnTo>
                    <a:lnTo>
                      <a:pt x="285" y="754"/>
                    </a:lnTo>
                    <a:lnTo>
                      <a:pt x="286" y="754"/>
                    </a:lnTo>
                    <a:lnTo>
                      <a:pt x="287" y="754"/>
                    </a:lnTo>
                    <a:lnTo>
                      <a:pt x="289" y="754"/>
                    </a:lnTo>
                    <a:lnTo>
                      <a:pt x="290" y="754"/>
                    </a:lnTo>
                    <a:lnTo>
                      <a:pt x="291" y="755"/>
                    </a:lnTo>
                    <a:lnTo>
                      <a:pt x="293" y="754"/>
                    </a:lnTo>
                    <a:lnTo>
                      <a:pt x="294" y="756"/>
                    </a:lnTo>
                    <a:lnTo>
                      <a:pt x="295" y="755"/>
                    </a:lnTo>
                    <a:lnTo>
                      <a:pt x="297" y="754"/>
                    </a:lnTo>
                    <a:lnTo>
                      <a:pt x="298" y="754"/>
                    </a:lnTo>
                    <a:lnTo>
                      <a:pt x="300" y="753"/>
                    </a:lnTo>
                    <a:lnTo>
                      <a:pt x="301" y="753"/>
                    </a:lnTo>
                    <a:lnTo>
                      <a:pt x="302" y="753"/>
                    </a:lnTo>
                    <a:lnTo>
                      <a:pt x="304" y="752"/>
                    </a:lnTo>
                    <a:lnTo>
                      <a:pt x="305" y="750"/>
                    </a:lnTo>
                    <a:lnTo>
                      <a:pt x="306" y="749"/>
                    </a:lnTo>
                    <a:lnTo>
                      <a:pt x="308" y="748"/>
                    </a:lnTo>
                    <a:lnTo>
                      <a:pt x="309" y="746"/>
                    </a:lnTo>
                    <a:lnTo>
                      <a:pt x="310" y="745"/>
                    </a:lnTo>
                    <a:lnTo>
                      <a:pt x="312" y="744"/>
                    </a:lnTo>
                    <a:lnTo>
                      <a:pt x="313" y="743"/>
                    </a:lnTo>
                    <a:lnTo>
                      <a:pt x="315" y="743"/>
                    </a:lnTo>
                    <a:lnTo>
                      <a:pt x="316" y="743"/>
                    </a:lnTo>
                    <a:lnTo>
                      <a:pt x="317" y="743"/>
                    </a:lnTo>
                    <a:lnTo>
                      <a:pt x="319" y="744"/>
                    </a:lnTo>
                    <a:lnTo>
                      <a:pt x="320" y="744"/>
                    </a:lnTo>
                    <a:lnTo>
                      <a:pt x="321" y="745"/>
                    </a:lnTo>
                    <a:lnTo>
                      <a:pt x="323" y="746"/>
                    </a:lnTo>
                    <a:lnTo>
                      <a:pt x="324" y="746"/>
                    </a:lnTo>
                    <a:lnTo>
                      <a:pt x="325" y="745"/>
                    </a:lnTo>
                    <a:lnTo>
                      <a:pt x="327" y="745"/>
                    </a:lnTo>
                    <a:lnTo>
                      <a:pt x="328" y="744"/>
                    </a:lnTo>
                    <a:lnTo>
                      <a:pt x="329" y="742"/>
                    </a:lnTo>
                    <a:lnTo>
                      <a:pt x="331" y="742"/>
                    </a:lnTo>
                    <a:lnTo>
                      <a:pt x="332" y="741"/>
                    </a:lnTo>
                    <a:lnTo>
                      <a:pt x="334" y="740"/>
                    </a:lnTo>
                    <a:lnTo>
                      <a:pt x="335" y="739"/>
                    </a:lnTo>
                    <a:lnTo>
                      <a:pt x="336" y="740"/>
                    </a:lnTo>
                    <a:lnTo>
                      <a:pt x="338" y="738"/>
                    </a:lnTo>
                    <a:lnTo>
                      <a:pt x="339" y="738"/>
                    </a:lnTo>
                    <a:lnTo>
                      <a:pt x="340" y="737"/>
                    </a:lnTo>
                    <a:lnTo>
                      <a:pt x="342" y="738"/>
                    </a:lnTo>
                    <a:lnTo>
                      <a:pt x="343" y="738"/>
                    </a:lnTo>
                    <a:lnTo>
                      <a:pt x="344" y="740"/>
                    </a:lnTo>
                    <a:lnTo>
                      <a:pt x="346" y="739"/>
                    </a:lnTo>
                    <a:lnTo>
                      <a:pt x="347" y="740"/>
                    </a:lnTo>
                    <a:lnTo>
                      <a:pt x="349" y="740"/>
                    </a:lnTo>
                    <a:lnTo>
                      <a:pt x="350" y="739"/>
                    </a:lnTo>
                    <a:lnTo>
                      <a:pt x="351" y="738"/>
                    </a:lnTo>
                    <a:lnTo>
                      <a:pt x="353" y="737"/>
                    </a:lnTo>
                    <a:lnTo>
                      <a:pt x="354" y="737"/>
                    </a:lnTo>
                    <a:lnTo>
                      <a:pt x="355" y="737"/>
                    </a:lnTo>
                    <a:lnTo>
                      <a:pt x="357" y="736"/>
                    </a:lnTo>
                    <a:lnTo>
                      <a:pt x="358" y="737"/>
                    </a:lnTo>
                    <a:lnTo>
                      <a:pt x="359" y="736"/>
                    </a:lnTo>
                    <a:lnTo>
                      <a:pt x="361" y="736"/>
                    </a:lnTo>
                    <a:lnTo>
                      <a:pt x="362" y="736"/>
                    </a:lnTo>
                    <a:lnTo>
                      <a:pt x="363" y="736"/>
                    </a:lnTo>
                    <a:lnTo>
                      <a:pt x="365" y="736"/>
                    </a:lnTo>
                    <a:lnTo>
                      <a:pt x="366" y="736"/>
                    </a:lnTo>
                    <a:lnTo>
                      <a:pt x="368" y="736"/>
                    </a:lnTo>
                    <a:lnTo>
                      <a:pt x="369" y="736"/>
                    </a:lnTo>
                    <a:lnTo>
                      <a:pt x="370" y="736"/>
                    </a:lnTo>
                    <a:lnTo>
                      <a:pt x="372" y="736"/>
                    </a:lnTo>
                    <a:lnTo>
                      <a:pt x="373" y="736"/>
                    </a:lnTo>
                    <a:lnTo>
                      <a:pt x="374" y="736"/>
                    </a:lnTo>
                    <a:lnTo>
                      <a:pt x="376" y="736"/>
                    </a:lnTo>
                    <a:lnTo>
                      <a:pt x="377" y="736"/>
                    </a:lnTo>
                    <a:lnTo>
                      <a:pt x="378" y="737"/>
                    </a:lnTo>
                    <a:lnTo>
                      <a:pt x="380" y="737"/>
                    </a:lnTo>
                    <a:lnTo>
                      <a:pt x="381" y="738"/>
                    </a:lnTo>
                    <a:lnTo>
                      <a:pt x="383" y="738"/>
                    </a:lnTo>
                    <a:lnTo>
                      <a:pt x="384" y="738"/>
                    </a:lnTo>
                    <a:lnTo>
                      <a:pt x="385" y="738"/>
                    </a:lnTo>
                    <a:lnTo>
                      <a:pt x="387" y="740"/>
                    </a:lnTo>
                    <a:lnTo>
                      <a:pt x="388" y="740"/>
                    </a:lnTo>
                    <a:lnTo>
                      <a:pt x="389" y="740"/>
                    </a:lnTo>
                    <a:lnTo>
                      <a:pt x="391" y="741"/>
                    </a:lnTo>
                    <a:lnTo>
                      <a:pt x="392" y="741"/>
                    </a:lnTo>
                    <a:lnTo>
                      <a:pt x="393" y="742"/>
                    </a:lnTo>
                    <a:lnTo>
                      <a:pt x="395" y="743"/>
                    </a:lnTo>
                    <a:lnTo>
                      <a:pt x="396" y="742"/>
                    </a:lnTo>
                    <a:lnTo>
                      <a:pt x="397" y="742"/>
                    </a:lnTo>
                    <a:lnTo>
                      <a:pt x="399" y="743"/>
                    </a:lnTo>
                    <a:lnTo>
                      <a:pt x="400" y="743"/>
                    </a:lnTo>
                    <a:lnTo>
                      <a:pt x="402" y="745"/>
                    </a:lnTo>
                    <a:lnTo>
                      <a:pt x="403" y="746"/>
                    </a:lnTo>
                    <a:lnTo>
                      <a:pt x="404" y="746"/>
                    </a:lnTo>
                    <a:lnTo>
                      <a:pt x="406" y="747"/>
                    </a:lnTo>
                    <a:lnTo>
                      <a:pt x="407" y="747"/>
                    </a:lnTo>
                    <a:lnTo>
                      <a:pt x="408" y="748"/>
                    </a:lnTo>
                    <a:lnTo>
                      <a:pt x="410" y="749"/>
                    </a:lnTo>
                    <a:lnTo>
                      <a:pt x="411" y="748"/>
                    </a:lnTo>
                    <a:lnTo>
                      <a:pt x="412" y="747"/>
                    </a:lnTo>
                    <a:lnTo>
                      <a:pt x="414" y="747"/>
                    </a:lnTo>
                    <a:lnTo>
                      <a:pt x="415" y="749"/>
                    </a:lnTo>
                    <a:lnTo>
                      <a:pt x="417" y="749"/>
                    </a:lnTo>
                    <a:lnTo>
                      <a:pt x="418" y="748"/>
                    </a:lnTo>
                    <a:lnTo>
                      <a:pt x="419" y="747"/>
                    </a:lnTo>
                    <a:lnTo>
                      <a:pt x="421" y="749"/>
                    </a:lnTo>
                    <a:lnTo>
                      <a:pt x="422" y="747"/>
                    </a:lnTo>
                    <a:lnTo>
                      <a:pt x="423" y="747"/>
                    </a:lnTo>
                    <a:lnTo>
                      <a:pt x="425" y="256"/>
                    </a:lnTo>
                    <a:lnTo>
                      <a:pt x="426" y="226"/>
                    </a:lnTo>
                    <a:lnTo>
                      <a:pt x="427" y="223"/>
                    </a:lnTo>
                    <a:lnTo>
                      <a:pt x="429" y="227"/>
                    </a:lnTo>
                    <a:lnTo>
                      <a:pt x="430" y="227"/>
                    </a:lnTo>
                    <a:lnTo>
                      <a:pt x="431" y="225"/>
                    </a:lnTo>
                    <a:lnTo>
                      <a:pt x="433" y="224"/>
                    </a:lnTo>
                    <a:lnTo>
                      <a:pt x="434" y="223"/>
                    </a:lnTo>
                    <a:lnTo>
                      <a:pt x="436" y="221"/>
                    </a:lnTo>
                    <a:lnTo>
                      <a:pt x="437" y="220"/>
                    </a:lnTo>
                    <a:lnTo>
                      <a:pt x="438" y="219"/>
                    </a:lnTo>
                    <a:lnTo>
                      <a:pt x="440" y="219"/>
                    </a:lnTo>
                    <a:lnTo>
                      <a:pt x="441" y="219"/>
                    </a:lnTo>
                    <a:lnTo>
                      <a:pt x="442" y="218"/>
                    </a:lnTo>
                    <a:lnTo>
                      <a:pt x="444" y="218"/>
                    </a:lnTo>
                    <a:lnTo>
                      <a:pt x="445" y="218"/>
                    </a:lnTo>
                    <a:lnTo>
                      <a:pt x="446" y="218"/>
                    </a:lnTo>
                    <a:lnTo>
                      <a:pt x="448" y="215"/>
                    </a:lnTo>
                    <a:lnTo>
                      <a:pt x="449" y="215"/>
                    </a:lnTo>
                    <a:lnTo>
                      <a:pt x="451" y="214"/>
                    </a:lnTo>
                    <a:lnTo>
                      <a:pt x="452" y="213"/>
                    </a:lnTo>
                    <a:lnTo>
                      <a:pt x="453" y="213"/>
                    </a:lnTo>
                    <a:lnTo>
                      <a:pt x="455" y="211"/>
                    </a:lnTo>
                    <a:lnTo>
                      <a:pt x="456" y="210"/>
                    </a:lnTo>
                    <a:lnTo>
                      <a:pt x="457" y="210"/>
                    </a:lnTo>
                    <a:lnTo>
                      <a:pt x="459" y="210"/>
                    </a:lnTo>
                    <a:lnTo>
                      <a:pt x="460" y="209"/>
                    </a:lnTo>
                    <a:lnTo>
                      <a:pt x="461" y="209"/>
                    </a:lnTo>
                    <a:lnTo>
                      <a:pt x="463" y="208"/>
                    </a:lnTo>
                    <a:lnTo>
                      <a:pt x="464" y="207"/>
                    </a:lnTo>
                    <a:lnTo>
                      <a:pt x="465" y="207"/>
                    </a:lnTo>
                    <a:lnTo>
                      <a:pt x="467" y="206"/>
                    </a:lnTo>
                    <a:lnTo>
                      <a:pt x="468" y="206"/>
                    </a:lnTo>
                    <a:lnTo>
                      <a:pt x="470" y="205"/>
                    </a:lnTo>
                    <a:lnTo>
                      <a:pt x="471" y="204"/>
                    </a:lnTo>
                    <a:lnTo>
                      <a:pt x="472" y="203"/>
                    </a:lnTo>
                    <a:lnTo>
                      <a:pt x="474" y="203"/>
                    </a:lnTo>
                    <a:lnTo>
                      <a:pt x="475" y="203"/>
                    </a:lnTo>
                    <a:lnTo>
                      <a:pt x="476" y="203"/>
                    </a:lnTo>
                    <a:lnTo>
                      <a:pt x="478" y="202"/>
                    </a:lnTo>
                    <a:lnTo>
                      <a:pt x="479" y="202"/>
                    </a:lnTo>
                    <a:lnTo>
                      <a:pt x="480" y="202"/>
                    </a:lnTo>
                    <a:lnTo>
                      <a:pt x="482" y="202"/>
                    </a:lnTo>
                    <a:lnTo>
                      <a:pt x="483" y="202"/>
                    </a:lnTo>
                    <a:lnTo>
                      <a:pt x="485" y="201"/>
                    </a:lnTo>
                    <a:lnTo>
                      <a:pt x="486" y="200"/>
                    </a:lnTo>
                    <a:lnTo>
                      <a:pt x="487" y="200"/>
                    </a:lnTo>
                    <a:lnTo>
                      <a:pt x="489" y="199"/>
                    </a:lnTo>
                    <a:lnTo>
                      <a:pt x="490" y="198"/>
                    </a:lnTo>
                    <a:lnTo>
                      <a:pt x="491" y="197"/>
                    </a:lnTo>
                    <a:lnTo>
                      <a:pt x="493" y="197"/>
                    </a:lnTo>
                    <a:lnTo>
                      <a:pt x="494" y="197"/>
                    </a:lnTo>
                    <a:lnTo>
                      <a:pt x="495" y="196"/>
                    </a:lnTo>
                    <a:lnTo>
                      <a:pt x="497" y="196"/>
                    </a:lnTo>
                    <a:lnTo>
                      <a:pt x="498" y="196"/>
                    </a:lnTo>
                    <a:lnTo>
                      <a:pt x="499" y="197"/>
                    </a:lnTo>
                    <a:lnTo>
                      <a:pt x="501" y="197"/>
                    </a:lnTo>
                    <a:lnTo>
                      <a:pt x="502" y="198"/>
                    </a:lnTo>
                    <a:lnTo>
                      <a:pt x="504" y="198"/>
                    </a:lnTo>
                    <a:lnTo>
                      <a:pt x="505" y="198"/>
                    </a:lnTo>
                    <a:lnTo>
                      <a:pt x="506" y="197"/>
                    </a:lnTo>
                    <a:lnTo>
                      <a:pt x="508" y="197"/>
                    </a:lnTo>
                    <a:lnTo>
                      <a:pt x="509" y="197"/>
                    </a:lnTo>
                    <a:lnTo>
                      <a:pt x="510" y="197"/>
                    </a:lnTo>
                    <a:lnTo>
                      <a:pt x="512" y="196"/>
                    </a:lnTo>
                    <a:lnTo>
                      <a:pt x="513" y="195"/>
                    </a:lnTo>
                    <a:lnTo>
                      <a:pt x="514" y="194"/>
                    </a:lnTo>
                    <a:lnTo>
                      <a:pt x="516" y="194"/>
                    </a:lnTo>
                    <a:lnTo>
                      <a:pt x="517" y="194"/>
                    </a:lnTo>
                    <a:lnTo>
                      <a:pt x="519" y="194"/>
                    </a:lnTo>
                    <a:lnTo>
                      <a:pt x="520" y="194"/>
                    </a:lnTo>
                    <a:lnTo>
                      <a:pt x="521" y="194"/>
                    </a:lnTo>
                    <a:lnTo>
                      <a:pt x="523" y="194"/>
                    </a:lnTo>
                    <a:lnTo>
                      <a:pt x="524" y="193"/>
                    </a:lnTo>
                    <a:lnTo>
                      <a:pt x="525" y="194"/>
                    </a:lnTo>
                    <a:lnTo>
                      <a:pt x="527" y="192"/>
                    </a:lnTo>
                    <a:lnTo>
                      <a:pt x="528" y="192"/>
                    </a:lnTo>
                    <a:lnTo>
                      <a:pt x="529" y="192"/>
                    </a:lnTo>
                    <a:lnTo>
                      <a:pt x="531" y="192"/>
                    </a:lnTo>
                    <a:lnTo>
                      <a:pt x="532" y="192"/>
                    </a:lnTo>
                    <a:lnTo>
                      <a:pt x="533" y="193"/>
                    </a:lnTo>
                    <a:lnTo>
                      <a:pt x="535" y="194"/>
                    </a:lnTo>
                    <a:lnTo>
                      <a:pt x="536" y="194"/>
                    </a:lnTo>
                    <a:lnTo>
                      <a:pt x="538" y="195"/>
                    </a:lnTo>
                    <a:lnTo>
                      <a:pt x="539" y="195"/>
                    </a:lnTo>
                    <a:lnTo>
                      <a:pt x="540" y="195"/>
                    </a:lnTo>
                    <a:lnTo>
                      <a:pt x="542" y="195"/>
                    </a:lnTo>
                    <a:lnTo>
                      <a:pt x="543" y="194"/>
                    </a:lnTo>
                    <a:lnTo>
                      <a:pt x="544" y="194"/>
                    </a:lnTo>
                    <a:lnTo>
                      <a:pt x="546" y="194"/>
                    </a:lnTo>
                    <a:lnTo>
                      <a:pt x="547" y="194"/>
                    </a:lnTo>
                    <a:lnTo>
                      <a:pt x="548" y="194"/>
                    </a:lnTo>
                    <a:lnTo>
                      <a:pt x="550" y="194"/>
                    </a:lnTo>
                    <a:lnTo>
                      <a:pt x="551" y="195"/>
                    </a:lnTo>
                    <a:lnTo>
                      <a:pt x="553" y="194"/>
                    </a:lnTo>
                    <a:lnTo>
                      <a:pt x="554" y="194"/>
                    </a:lnTo>
                    <a:lnTo>
                      <a:pt x="555" y="194"/>
                    </a:lnTo>
                    <a:lnTo>
                      <a:pt x="557" y="193"/>
                    </a:lnTo>
                    <a:lnTo>
                      <a:pt x="558" y="193"/>
                    </a:lnTo>
                    <a:lnTo>
                      <a:pt x="559" y="192"/>
                    </a:lnTo>
                    <a:lnTo>
                      <a:pt x="561" y="192"/>
                    </a:lnTo>
                    <a:lnTo>
                      <a:pt x="562" y="191"/>
                    </a:lnTo>
                    <a:lnTo>
                      <a:pt x="563" y="191"/>
                    </a:lnTo>
                    <a:lnTo>
                      <a:pt x="565" y="190"/>
                    </a:lnTo>
                    <a:lnTo>
                      <a:pt x="566" y="190"/>
                    </a:lnTo>
                    <a:lnTo>
                      <a:pt x="567" y="190"/>
                    </a:lnTo>
                    <a:lnTo>
                      <a:pt x="569" y="190"/>
                    </a:lnTo>
                    <a:lnTo>
                      <a:pt x="570" y="190"/>
                    </a:lnTo>
                    <a:lnTo>
                      <a:pt x="572" y="191"/>
                    </a:lnTo>
                    <a:lnTo>
                      <a:pt x="573" y="190"/>
                    </a:lnTo>
                    <a:lnTo>
                      <a:pt x="574" y="191"/>
                    </a:lnTo>
                    <a:lnTo>
                      <a:pt x="576" y="191"/>
                    </a:lnTo>
                    <a:lnTo>
                      <a:pt x="577" y="191"/>
                    </a:lnTo>
                    <a:lnTo>
                      <a:pt x="578" y="189"/>
                    </a:lnTo>
                    <a:lnTo>
                      <a:pt x="580" y="189"/>
                    </a:lnTo>
                    <a:lnTo>
                      <a:pt x="581" y="189"/>
                    </a:lnTo>
                    <a:lnTo>
                      <a:pt x="582" y="189"/>
                    </a:lnTo>
                    <a:lnTo>
                      <a:pt x="584" y="189"/>
                    </a:lnTo>
                    <a:lnTo>
                      <a:pt x="585" y="188"/>
                    </a:lnTo>
                    <a:lnTo>
                      <a:pt x="587" y="186"/>
                    </a:lnTo>
                    <a:lnTo>
                      <a:pt x="588" y="186"/>
                    </a:lnTo>
                    <a:lnTo>
                      <a:pt x="589" y="186"/>
                    </a:lnTo>
                    <a:lnTo>
                      <a:pt x="591" y="185"/>
                    </a:lnTo>
                    <a:lnTo>
                      <a:pt x="592" y="185"/>
                    </a:lnTo>
                    <a:lnTo>
                      <a:pt x="593" y="184"/>
                    </a:lnTo>
                    <a:lnTo>
                      <a:pt x="595" y="182"/>
                    </a:lnTo>
                    <a:lnTo>
                      <a:pt x="596" y="182"/>
                    </a:lnTo>
                    <a:lnTo>
                      <a:pt x="597" y="181"/>
                    </a:lnTo>
                    <a:lnTo>
                      <a:pt x="599" y="180"/>
                    </a:lnTo>
                    <a:lnTo>
                      <a:pt x="600" y="179"/>
                    </a:lnTo>
                    <a:lnTo>
                      <a:pt x="601" y="179"/>
                    </a:lnTo>
                    <a:lnTo>
                      <a:pt x="603" y="178"/>
                    </a:lnTo>
                    <a:lnTo>
                      <a:pt x="604" y="178"/>
                    </a:lnTo>
                    <a:lnTo>
                      <a:pt x="606" y="177"/>
                    </a:lnTo>
                    <a:lnTo>
                      <a:pt x="607" y="178"/>
                    </a:lnTo>
                    <a:lnTo>
                      <a:pt x="608" y="179"/>
                    </a:lnTo>
                    <a:lnTo>
                      <a:pt x="610" y="179"/>
                    </a:lnTo>
                    <a:lnTo>
                      <a:pt x="611" y="179"/>
                    </a:lnTo>
                    <a:lnTo>
                      <a:pt x="612" y="179"/>
                    </a:lnTo>
                    <a:lnTo>
                      <a:pt x="614" y="179"/>
                    </a:lnTo>
                    <a:lnTo>
                      <a:pt x="615" y="179"/>
                    </a:lnTo>
                    <a:lnTo>
                      <a:pt x="616" y="179"/>
                    </a:lnTo>
                    <a:lnTo>
                      <a:pt x="618" y="179"/>
                    </a:lnTo>
                    <a:lnTo>
                      <a:pt x="619" y="179"/>
                    </a:lnTo>
                    <a:lnTo>
                      <a:pt x="621" y="179"/>
                    </a:lnTo>
                    <a:lnTo>
                      <a:pt x="622" y="178"/>
                    </a:lnTo>
                    <a:lnTo>
                      <a:pt x="623" y="178"/>
                    </a:lnTo>
                    <a:lnTo>
                      <a:pt x="625" y="178"/>
                    </a:lnTo>
                    <a:lnTo>
                      <a:pt x="626" y="177"/>
                    </a:lnTo>
                    <a:lnTo>
                      <a:pt x="627" y="176"/>
                    </a:lnTo>
                    <a:lnTo>
                      <a:pt x="629" y="177"/>
                    </a:lnTo>
                    <a:lnTo>
                      <a:pt x="630" y="178"/>
                    </a:lnTo>
                    <a:lnTo>
                      <a:pt x="631" y="178"/>
                    </a:lnTo>
                    <a:lnTo>
                      <a:pt x="633" y="179"/>
                    </a:lnTo>
                    <a:lnTo>
                      <a:pt x="634" y="180"/>
                    </a:lnTo>
                    <a:lnTo>
                      <a:pt x="635" y="181"/>
                    </a:lnTo>
                    <a:lnTo>
                      <a:pt x="637" y="181"/>
                    </a:lnTo>
                    <a:lnTo>
                      <a:pt x="638" y="182"/>
                    </a:lnTo>
                    <a:lnTo>
                      <a:pt x="640" y="181"/>
                    </a:lnTo>
                    <a:lnTo>
                      <a:pt x="641" y="180"/>
                    </a:lnTo>
                    <a:lnTo>
                      <a:pt x="642" y="180"/>
                    </a:lnTo>
                    <a:lnTo>
                      <a:pt x="644" y="180"/>
                    </a:lnTo>
                    <a:lnTo>
                      <a:pt x="645" y="179"/>
                    </a:lnTo>
                    <a:lnTo>
                      <a:pt x="646" y="178"/>
                    </a:lnTo>
                    <a:lnTo>
                      <a:pt x="648" y="178"/>
                    </a:lnTo>
                    <a:lnTo>
                      <a:pt x="649" y="178"/>
                    </a:lnTo>
                    <a:lnTo>
                      <a:pt x="650" y="179"/>
                    </a:lnTo>
                    <a:lnTo>
                      <a:pt x="652" y="179"/>
                    </a:lnTo>
                    <a:lnTo>
                      <a:pt x="653" y="180"/>
                    </a:lnTo>
                    <a:lnTo>
                      <a:pt x="655" y="180"/>
                    </a:lnTo>
                    <a:lnTo>
                      <a:pt x="656" y="180"/>
                    </a:lnTo>
                    <a:lnTo>
                      <a:pt x="657" y="179"/>
                    </a:lnTo>
                    <a:lnTo>
                      <a:pt x="659" y="178"/>
                    </a:lnTo>
                    <a:lnTo>
                      <a:pt x="660" y="177"/>
                    </a:lnTo>
                    <a:lnTo>
                      <a:pt x="661" y="177"/>
                    </a:lnTo>
                    <a:lnTo>
                      <a:pt x="663" y="177"/>
                    </a:lnTo>
                    <a:lnTo>
                      <a:pt x="664" y="176"/>
                    </a:lnTo>
                    <a:lnTo>
                      <a:pt x="665" y="176"/>
                    </a:lnTo>
                    <a:lnTo>
                      <a:pt x="667" y="176"/>
                    </a:lnTo>
                    <a:lnTo>
                      <a:pt x="668" y="176"/>
                    </a:lnTo>
                    <a:lnTo>
                      <a:pt x="669" y="176"/>
                    </a:lnTo>
                    <a:lnTo>
                      <a:pt x="671" y="175"/>
                    </a:lnTo>
                    <a:lnTo>
                      <a:pt x="672" y="174"/>
                    </a:lnTo>
                    <a:lnTo>
                      <a:pt x="674" y="174"/>
                    </a:lnTo>
                    <a:lnTo>
                      <a:pt x="675" y="175"/>
                    </a:lnTo>
                    <a:lnTo>
                      <a:pt x="676" y="175"/>
                    </a:lnTo>
                    <a:lnTo>
                      <a:pt x="678" y="175"/>
                    </a:lnTo>
                    <a:lnTo>
                      <a:pt x="679" y="175"/>
                    </a:lnTo>
                    <a:lnTo>
                      <a:pt x="680" y="174"/>
                    </a:lnTo>
                    <a:lnTo>
                      <a:pt x="682" y="175"/>
                    </a:lnTo>
                    <a:lnTo>
                      <a:pt x="683" y="175"/>
                    </a:lnTo>
                    <a:lnTo>
                      <a:pt x="684" y="175"/>
                    </a:lnTo>
                    <a:lnTo>
                      <a:pt x="686" y="175"/>
                    </a:lnTo>
                    <a:lnTo>
                      <a:pt x="687" y="175"/>
                    </a:lnTo>
                    <a:lnTo>
                      <a:pt x="689" y="176"/>
                    </a:lnTo>
                    <a:lnTo>
                      <a:pt x="690" y="176"/>
                    </a:lnTo>
                    <a:lnTo>
                      <a:pt x="691" y="177"/>
                    </a:lnTo>
                    <a:lnTo>
                      <a:pt x="693" y="177"/>
                    </a:lnTo>
                    <a:lnTo>
                      <a:pt x="694" y="175"/>
                    </a:lnTo>
                    <a:lnTo>
                      <a:pt x="695" y="175"/>
                    </a:lnTo>
                    <a:lnTo>
                      <a:pt x="697" y="175"/>
                    </a:lnTo>
                    <a:lnTo>
                      <a:pt x="698" y="174"/>
                    </a:lnTo>
                    <a:lnTo>
                      <a:pt x="699" y="173"/>
                    </a:lnTo>
                    <a:lnTo>
                      <a:pt x="701" y="173"/>
                    </a:lnTo>
                    <a:lnTo>
                      <a:pt x="702" y="171"/>
                    </a:lnTo>
                    <a:lnTo>
                      <a:pt x="703" y="171"/>
                    </a:lnTo>
                    <a:lnTo>
                      <a:pt x="705" y="171"/>
                    </a:lnTo>
                    <a:lnTo>
                      <a:pt x="706" y="171"/>
                    </a:lnTo>
                    <a:lnTo>
                      <a:pt x="708" y="171"/>
                    </a:lnTo>
                    <a:lnTo>
                      <a:pt x="709" y="171"/>
                    </a:lnTo>
                    <a:lnTo>
                      <a:pt x="710" y="172"/>
                    </a:lnTo>
                    <a:lnTo>
                      <a:pt x="712" y="171"/>
                    </a:lnTo>
                    <a:lnTo>
                      <a:pt x="713" y="171"/>
                    </a:lnTo>
                    <a:lnTo>
                      <a:pt x="714" y="171"/>
                    </a:lnTo>
                    <a:lnTo>
                      <a:pt x="716" y="170"/>
                    </a:lnTo>
                    <a:lnTo>
                      <a:pt x="717" y="170"/>
                    </a:lnTo>
                    <a:lnTo>
                      <a:pt x="718" y="169"/>
                    </a:lnTo>
                    <a:lnTo>
                      <a:pt x="720" y="169"/>
                    </a:lnTo>
                    <a:lnTo>
                      <a:pt x="721" y="169"/>
                    </a:lnTo>
                    <a:lnTo>
                      <a:pt x="723" y="169"/>
                    </a:lnTo>
                    <a:lnTo>
                      <a:pt x="724" y="169"/>
                    </a:lnTo>
                    <a:lnTo>
                      <a:pt x="725" y="168"/>
                    </a:lnTo>
                    <a:lnTo>
                      <a:pt x="727" y="167"/>
                    </a:lnTo>
                    <a:lnTo>
                      <a:pt x="728" y="168"/>
                    </a:lnTo>
                    <a:lnTo>
                      <a:pt x="729" y="168"/>
                    </a:lnTo>
                    <a:lnTo>
                      <a:pt x="731" y="167"/>
                    </a:lnTo>
                    <a:lnTo>
                      <a:pt x="732" y="167"/>
                    </a:lnTo>
                    <a:lnTo>
                      <a:pt x="733" y="167"/>
                    </a:lnTo>
                    <a:lnTo>
                      <a:pt x="735" y="168"/>
                    </a:lnTo>
                    <a:lnTo>
                      <a:pt x="736" y="169"/>
                    </a:lnTo>
                    <a:lnTo>
                      <a:pt x="737" y="168"/>
                    </a:lnTo>
                    <a:lnTo>
                      <a:pt x="739" y="167"/>
                    </a:lnTo>
                    <a:lnTo>
                      <a:pt x="740" y="165"/>
                    </a:lnTo>
                    <a:lnTo>
                      <a:pt x="742" y="165"/>
                    </a:lnTo>
                    <a:lnTo>
                      <a:pt x="743" y="165"/>
                    </a:lnTo>
                    <a:lnTo>
                      <a:pt x="744" y="164"/>
                    </a:lnTo>
                    <a:lnTo>
                      <a:pt x="746" y="164"/>
                    </a:lnTo>
                    <a:lnTo>
                      <a:pt x="747" y="164"/>
                    </a:lnTo>
                    <a:lnTo>
                      <a:pt x="748" y="164"/>
                    </a:lnTo>
                    <a:lnTo>
                      <a:pt x="750" y="165"/>
                    </a:lnTo>
                    <a:lnTo>
                      <a:pt x="751" y="166"/>
                    </a:lnTo>
                    <a:lnTo>
                      <a:pt x="752" y="166"/>
                    </a:lnTo>
                    <a:lnTo>
                      <a:pt x="754" y="166"/>
                    </a:lnTo>
                    <a:lnTo>
                      <a:pt x="755" y="166"/>
                    </a:lnTo>
                    <a:lnTo>
                      <a:pt x="757" y="164"/>
                    </a:lnTo>
                    <a:lnTo>
                      <a:pt x="758" y="164"/>
                    </a:lnTo>
                    <a:lnTo>
                      <a:pt x="759" y="165"/>
                    </a:lnTo>
                    <a:lnTo>
                      <a:pt x="761" y="164"/>
                    </a:lnTo>
                    <a:lnTo>
                      <a:pt x="762" y="165"/>
                    </a:lnTo>
                    <a:lnTo>
                      <a:pt x="763" y="164"/>
                    </a:lnTo>
                    <a:lnTo>
                      <a:pt x="765" y="164"/>
                    </a:lnTo>
                    <a:lnTo>
                      <a:pt x="766" y="163"/>
                    </a:lnTo>
                    <a:lnTo>
                      <a:pt x="767" y="163"/>
                    </a:lnTo>
                    <a:lnTo>
                      <a:pt x="769" y="163"/>
                    </a:lnTo>
                    <a:lnTo>
                      <a:pt x="770" y="162"/>
                    </a:lnTo>
                    <a:lnTo>
                      <a:pt x="771" y="162"/>
                    </a:lnTo>
                    <a:lnTo>
                      <a:pt x="773" y="162"/>
                    </a:lnTo>
                    <a:lnTo>
                      <a:pt x="774" y="161"/>
                    </a:lnTo>
                    <a:lnTo>
                      <a:pt x="776" y="161"/>
                    </a:lnTo>
                    <a:lnTo>
                      <a:pt x="777" y="160"/>
                    </a:lnTo>
                    <a:lnTo>
                      <a:pt x="778" y="160"/>
                    </a:lnTo>
                    <a:lnTo>
                      <a:pt x="780" y="159"/>
                    </a:lnTo>
                    <a:lnTo>
                      <a:pt x="781" y="159"/>
                    </a:lnTo>
                    <a:lnTo>
                      <a:pt x="782" y="158"/>
                    </a:lnTo>
                    <a:lnTo>
                      <a:pt x="784" y="158"/>
                    </a:lnTo>
                    <a:lnTo>
                      <a:pt x="785" y="159"/>
                    </a:lnTo>
                    <a:lnTo>
                      <a:pt x="786" y="159"/>
                    </a:lnTo>
                    <a:lnTo>
                      <a:pt x="788" y="160"/>
                    </a:lnTo>
                    <a:lnTo>
                      <a:pt x="789" y="160"/>
                    </a:lnTo>
                    <a:lnTo>
                      <a:pt x="791" y="160"/>
                    </a:lnTo>
                    <a:lnTo>
                      <a:pt x="792" y="159"/>
                    </a:lnTo>
                    <a:lnTo>
                      <a:pt x="793" y="159"/>
                    </a:lnTo>
                    <a:lnTo>
                      <a:pt x="795" y="159"/>
                    </a:lnTo>
                    <a:lnTo>
                      <a:pt x="796" y="158"/>
                    </a:lnTo>
                    <a:lnTo>
                      <a:pt x="797" y="158"/>
                    </a:lnTo>
                    <a:lnTo>
                      <a:pt x="799" y="158"/>
                    </a:lnTo>
                    <a:lnTo>
                      <a:pt x="800" y="157"/>
                    </a:lnTo>
                    <a:lnTo>
                      <a:pt x="801" y="157"/>
                    </a:lnTo>
                    <a:lnTo>
                      <a:pt x="803" y="157"/>
                    </a:lnTo>
                    <a:lnTo>
                      <a:pt x="804" y="157"/>
                    </a:lnTo>
                    <a:lnTo>
                      <a:pt x="805" y="157"/>
                    </a:lnTo>
                    <a:lnTo>
                      <a:pt x="807" y="156"/>
                    </a:lnTo>
                    <a:lnTo>
                      <a:pt x="808" y="156"/>
                    </a:lnTo>
                    <a:lnTo>
                      <a:pt x="810" y="156"/>
                    </a:lnTo>
                    <a:lnTo>
                      <a:pt x="811" y="156"/>
                    </a:lnTo>
                    <a:lnTo>
                      <a:pt x="812" y="156"/>
                    </a:lnTo>
                    <a:lnTo>
                      <a:pt x="814" y="156"/>
                    </a:lnTo>
                    <a:lnTo>
                      <a:pt x="815" y="155"/>
                    </a:lnTo>
                    <a:lnTo>
                      <a:pt x="816" y="155"/>
                    </a:lnTo>
                    <a:lnTo>
                      <a:pt x="818" y="154"/>
                    </a:lnTo>
                    <a:lnTo>
                      <a:pt x="819" y="154"/>
                    </a:lnTo>
                    <a:lnTo>
                      <a:pt x="820" y="153"/>
                    </a:lnTo>
                    <a:lnTo>
                      <a:pt x="822" y="153"/>
                    </a:lnTo>
                    <a:lnTo>
                      <a:pt x="823" y="153"/>
                    </a:lnTo>
                    <a:lnTo>
                      <a:pt x="825" y="153"/>
                    </a:lnTo>
                    <a:lnTo>
                      <a:pt x="826" y="153"/>
                    </a:lnTo>
                    <a:lnTo>
                      <a:pt x="827" y="153"/>
                    </a:lnTo>
                    <a:lnTo>
                      <a:pt x="829" y="154"/>
                    </a:lnTo>
                    <a:lnTo>
                      <a:pt x="830" y="153"/>
                    </a:lnTo>
                    <a:lnTo>
                      <a:pt x="831" y="153"/>
                    </a:lnTo>
                    <a:lnTo>
                      <a:pt x="833" y="154"/>
                    </a:lnTo>
                    <a:lnTo>
                      <a:pt x="834" y="154"/>
                    </a:lnTo>
                    <a:lnTo>
                      <a:pt x="835" y="154"/>
                    </a:lnTo>
                    <a:lnTo>
                      <a:pt x="837" y="155"/>
                    </a:lnTo>
                    <a:lnTo>
                      <a:pt x="838" y="155"/>
                    </a:lnTo>
                    <a:lnTo>
                      <a:pt x="839" y="155"/>
                    </a:lnTo>
                    <a:lnTo>
                      <a:pt x="841" y="155"/>
                    </a:lnTo>
                    <a:lnTo>
                      <a:pt x="842" y="155"/>
                    </a:lnTo>
                    <a:lnTo>
                      <a:pt x="844" y="155"/>
                    </a:lnTo>
                    <a:lnTo>
                      <a:pt x="845" y="155"/>
                    </a:lnTo>
                    <a:lnTo>
                      <a:pt x="846" y="154"/>
                    </a:lnTo>
                    <a:lnTo>
                      <a:pt x="848" y="154"/>
                    </a:lnTo>
                    <a:lnTo>
                      <a:pt x="849" y="154"/>
                    </a:lnTo>
                    <a:lnTo>
                      <a:pt x="850" y="154"/>
                    </a:lnTo>
                    <a:lnTo>
                      <a:pt x="852" y="154"/>
                    </a:lnTo>
                    <a:lnTo>
                      <a:pt x="853" y="155"/>
                    </a:lnTo>
                    <a:lnTo>
                      <a:pt x="854" y="154"/>
                    </a:lnTo>
                    <a:lnTo>
                      <a:pt x="856" y="154"/>
                    </a:lnTo>
                    <a:lnTo>
                      <a:pt x="857" y="153"/>
                    </a:lnTo>
                    <a:lnTo>
                      <a:pt x="859" y="153"/>
                    </a:lnTo>
                    <a:lnTo>
                      <a:pt x="860" y="153"/>
                    </a:lnTo>
                    <a:lnTo>
                      <a:pt x="861" y="153"/>
                    </a:lnTo>
                    <a:lnTo>
                      <a:pt x="863" y="153"/>
                    </a:lnTo>
                    <a:lnTo>
                      <a:pt x="864" y="152"/>
                    </a:lnTo>
                    <a:lnTo>
                      <a:pt x="865" y="152"/>
                    </a:lnTo>
                    <a:lnTo>
                      <a:pt x="867" y="152"/>
                    </a:lnTo>
                    <a:lnTo>
                      <a:pt x="868" y="152"/>
                    </a:lnTo>
                    <a:lnTo>
                      <a:pt x="869" y="153"/>
                    </a:lnTo>
                    <a:lnTo>
                      <a:pt x="871" y="152"/>
                    </a:lnTo>
                    <a:lnTo>
                      <a:pt x="872" y="153"/>
                    </a:lnTo>
                    <a:lnTo>
                      <a:pt x="873" y="152"/>
                    </a:lnTo>
                    <a:lnTo>
                      <a:pt x="875" y="152"/>
                    </a:lnTo>
                    <a:lnTo>
                      <a:pt x="876" y="153"/>
                    </a:lnTo>
                    <a:lnTo>
                      <a:pt x="878" y="152"/>
                    </a:lnTo>
                    <a:lnTo>
                      <a:pt x="879" y="152"/>
                    </a:lnTo>
                    <a:lnTo>
                      <a:pt x="880" y="151"/>
                    </a:lnTo>
                    <a:lnTo>
                      <a:pt x="882" y="150"/>
                    </a:lnTo>
                    <a:lnTo>
                      <a:pt x="883" y="150"/>
                    </a:lnTo>
                    <a:lnTo>
                      <a:pt x="884" y="149"/>
                    </a:lnTo>
                    <a:lnTo>
                      <a:pt x="886" y="149"/>
                    </a:lnTo>
                    <a:lnTo>
                      <a:pt x="887" y="149"/>
                    </a:lnTo>
                    <a:lnTo>
                      <a:pt x="888" y="149"/>
                    </a:lnTo>
                    <a:lnTo>
                      <a:pt x="890" y="150"/>
                    </a:lnTo>
                    <a:lnTo>
                      <a:pt x="891" y="150"/>
                    </a:lnTo>
                    <a:lnTo>
                      <a:pt x="893" y="150"/>
                    </a:lnTo>
                    <a:lnTo>
                      <a:pt x="894" y="150"/>
                    </a:lnTo>
                    <a:lnTo>
                      <a:pt x="895" y="150"/>
                    </a:lnTo>
                    <a:lnTo>
                      <a:pt x="897" y="150"/>
                    </a:lnTo>
                    <a:lnTo>
                      <a:pt x="898" y="149"/>
                    </a:lnTo>
                    <a:lnTo>
                      <a:pt x="899" y="149"/>
                    </a:lnTo>
                    <a:lnTo>
                      <a:pt x="901" y="149"/>
                    </a:lnTo>
                    <a:lnTo>
                      <a:pt x="902" y="149"/>
                    </a:lnTo>
                    <a:lnTo>
                      <a:pt x="903" y="148"/>
                    </a:lnTo>
                    <a:lnTo>
                      <a:pt x="905" y="147"/>
                    </a:lnTo>
                    <a:lnTo>
                      <a:pt x="906" y="147"/>
                    </a:lnTo>
                    <a:lnTo>
                      <a:pt x="907" y="148"/>
                    </a:lnTo>
                    <a:lnTo>
                      <a:pt x="909" y="147"/>
                    </a:lnTo>
                    <a:lnTo>
                      <a:pt x="910" y="147"/>
                    </a:lnTo>
                    <a:lnTo>
                      <a:pt x="912" y="146"/>
                    </a:lnTo>
                    <a:lnTo>
                      <a:pt x="913" y="146"/>
                    </a:lnTo>
                    <a:lnTo>
                      <a:pt x="914" y="146"/>
                    </a:lnTo>
                    <a:lnTo>
                      <a:pt x="916" y="147"/>
                    </a:lnTo>
                    <a:lnTo>
                      <a:pt x="917" y="147"/>
                    </a:lnTo>
                    <a:lnTo>
                      <a:pt x="918" y="146"/>
                    </a:lnTo>
                    <a:lnTo>
                      <a:pt x="920" y="146"/>
                    </a:lnTo>
                    <a:lnTo>
                      <a:pt x="921" y="146"/>
                    </a:lnTo>
                    <a:lnTo>
                      <a:pt x="922" y="145"/>
                    </a:lnTo>
                    <a:lnTo>
                      <a:pt x="924" y="146"/>
                    </a:lnTo>
                    <a:lnTo>
                      <a:pt x="925" y="144"/>
                    </a:lnTo>
                    <a:lnTo>
                      <a:pt x="927" y="144"/>
                    </a:lnTo>
                    <a:lnTo>
                      <a:pt x="928" y="144"/>
                    </a:lnTo>
                    <a:lnTo>
                      <a:pt x="929" y="145"/>
                    </a:lnTo>
                    <a:lnTo>
                      <a:pt x="931" y="144"/>
                    </a:lnTo>
                    <a:lnTo>
                      <a:pt x="932" y="143"/>
                    </a:lnTo>
                    <a:lnTo>
                      <a:pt x="933" y="143"/>
                    </a:lnTo>
                    <a:lnTo>
                      <a:pt x="935" y="143"/>
                    </a:lnTo>
                    <a:lnTo>
                      <a:pt x="936" y="143"/>
                    </a:lnTo>
                    <a:lnTo>
                      <a:pt x="937" y="143"/>
                    </a:lnTo>
                    <a:lnTo>
                      <a:pt x="939" y="142"/>
                    </a:lnTo>
                    <a:lnTo>
                      <a:pt x="940" y="142"/>
                    </a:lnTo>
                    <a:lnTo>
                      <a:pt x="941" y="141"/>
                    </a:lnTo>
                    <a:lnTo>
                      <a:pt x="943" y="141"/>
                    </a:lnTo>
                    <a:lnTo>
                      <a:pt x="944" y="141"/>
                    </a:lnTo>
                    <a:lnTo>
                      <a:pt x="946" y="142"/>
                    </a:lnTo>
                    <a:lnTo>
                      <a:pt x="947" y="142"/>
                    </a:lnTo>
                    <a:lnTo>
                      <a:pt x="948" y="142"/>
                    </a:lnTo>
                    <a:lnTo>
                      <a:pt x="950" y="142"/>
                    </a:lnTo>
                    <a:lnTo>
                      <a:pt x="951" y="142"/>
                    </a:lnTo>
                    <a:lnTo>
                      <a:pt x="952" y="143"/>
                    </a:lnTo>
                    <a:lnTo>
                      <a:pt x="954" y="143"/>
                    </a:lnTo>
                    <a:lnTo>
                      <a:pt x="955" y="142"/>
                    </a:lnTo>
                    <a:lnTo>
                      <a:pt x="956" y="142"/>
                    </a:lnTo>
                    <a:lnTo>
                      <a:pt x="958" y="142"/>
                    </a:lnTo>
                    <a:lnTo>
                      <a:pt x="959" y="142"/>
                    </a:lnTo>
                    <a:lnTo>
                      <a:pt x="961" y="141"/>
                    </a:lnTo>
                    <a:lnTo>
                      <a:pt x="962" y="141"/>
                    </a:lnTo>
                    <a:lnTo>
                      <a:pt x="963" y="141"/>
                    </a:lnTo>
                    <a:lnTo>
                      <a:pt x="965" y="141"/>
                    </a:lnTo>
                    <a:lnTo>
                      <a:pt x="966" y="141"/>
                    </a:lnTo>
                    <a:lnTo>
                      <a:pt x="967" y="143"/>
                    </a:lnTo>
                    <a:lnTo>
                      <a:pt x="969" y="143"/>
                    </a:lnTo>
                    <a:lnTo>
                      <a:pt x="970" y="144"/>
                    </a:lnTo>
                    <a:lnTo>
                      <a:pt x="971" y="144"/>
                    </a:lnTo>
                    <a:lnTo>
                      <a:pt x="973" y="143"/>
                    </a:lnTo>
                    <a:lnTo>
                      <a:pt x="974" y="144"/>
                    </a:lnTo>
                    <a:lnTo>
                      <a:pt x="975" y="144"/>
                    </a:lnTo>
                    <a:lnTo>
                      <a:pt x="977" y="144"/>
                    </a:lnTo>
                    <a:lnTo>
                      <a:pt x="978" y="144"/>
                    </a:lnTo>
                    <a:lnTo>
                      <a:pt x="980" y="143"/>
                    </a:lnTo>
                    <a:lnTo>
                      <a:pt x="981" y="142"/>
                    </a:lnTo>
                    <a:lnTo>
                      <a:pt x="982" y="142"/>
                    </a:lnTo>
                    <a:lnTo>
                      <a:pt x="984" y="142"/>
                    </a:lnTo>
                    <a:lnTo>
                      <a:pt x="985" y="141"/>
                    </a:lnTo>
                    <a:lnTo>
                      <a:pt x="986" y="140"/>
                    </a:lnTo>
                    <a:lnTo>
                      <a:pt x="988" y="139"/>
                    </a:lnTo>
                    <a:lnTo>
                      <a:pt x="989" y="138"/>
                    </a:lnTo>
                    <a:lnTo>
                      <a:pt x="990" y="139"/>
                    </a:lnTo>
                    <a:lnTo>
                      <a:pt x="992" y="138"/>
                    </a:lnTo>
                    <a:lnTo>
                      <a:pt x="993" y="137"/>
                    </a:lnTo>
                    <a:lnTo>
                      <a:pt x="995" y="137"/>
                    </a:lnTo>
                    <a:lnTo>
                      <a:pt x="996" y="138"/>
                    </a:lnTo>
                    <a:lnTo>
                      <a:pt x="997" y="138"/>
                    </a:lnTo>
                    <a:lnTo>
                      <a:pt x="999" y="137"/>
                    </a:lnTo>
                    <a:lnTo>
                      <a:pt x="1000" y="138"/>
                    </a:lnTo>
                    <a:lnTo>
                      <a:pt x="1001" y="138"/>
                    </a:lnTo>
                    <a:lnTo>
                      <a:pt x="1003" y="139"/>
                    </a:lnTo>
                    <a:lnTo>
                      <a:pt x="1004" y="138"/>
                    </a:lnTo>
                    <a:lnTo>
                      <a:pt x="1005" y="138"/>
                    </a:lnTo>
                    <a:lnTo>
                      <a:pt x="1007" y="139"/>
                    </a:lnTo>
                    <a:lnTo>
                      <a:pt x="1008" y="139"/>
                    </a:lnTo>
                    <a:lnTo>
                      <a:pt x="1009" y="140"/>
                    </a:lnTo>
                    <a:lnTo>
                      <a:pt x="1011" y="139"/>
                    </a:lnTo>
                    <a:lnTo>
                      <a:pt x="1012" y="138"/>
                    </a:lnTo>
                    <a:lnTo>
                      <a:pt x="1014" y="139"/>
                    </a:lnTo>
                    <a:lnTo>
                      <a:pt x="1015" y="138"/>
                    </a:lnTo>
                    <a:lnTo>
                      <a:pt x="1016" y="137"/>
                    </a:lnTo>
                    <a:lnTo>
                      <a:pt x="1018" y="137"/>
                    </a:lnTo>
                    <a:lnTo>
                      <a:pt x="1019" y="136"/>
                    </a:lnTo>
                    <a:lnTo>
                      <a:pt x="1020" y="137"/>
                    </a:lnTo>
                    <a:lnTo>
                      <a:pt x="1022" y="136"/>
                    </a:lnTo>
                    <a:lnTo>
                      <a:pt x="1023" y="135"/>
                    </a:lnTo>
                    <a:lnTo>
                      <a:pt x="1024" y="135"/>
                    </a:lnTo>
                    <a:lnTo>
                      <a:pt x="1026" y="135"/>
                    </a:lnTo>
                    <a:lnTo>
                      <a:pt x="1027" y="135"/>
                    </a:lnTo>
                    <a:lnTo>
                      <a:pt x="1029" y="135"/>
                    </a:lnTo>
                    <a:lnTo>
                      <a:pt x="1030" y="135"/>
                    </a:lnTo>
                    <a:lnTo>
                      <a:pt x="1031" y="135"/>
                    </a:lnTo>
                    <a:lnTo>
                      <a:pt x="1033" y="135"/>
                    </a:lnTo>
                    <a:lnTo>
                      <a:pt x="1034" y="134"/>
                    </a:lnTo>
                    <a:lnTo>
                      <a:pt x="1035" y="134"/>
                    </a:lnTo>
                    <a:lnTo>
                      <a:pt x="1037" y="135"/>
                    </a:lnTo>
                    <a:lnTo>
                      <a:pt x="1038" y="134"/>
                    </a:lnTo>
                    <a:lnTo>
                      <a:pt x="1039" y="133"/>
                    </a:lnTo>
                    <a:lnTo>
                      <a:pt x="1041" y="132"/>
                    </a:lnTo>
                    <a:lnTo>
                      <a:pt x="1042" y="133"/>
                    </a:lnTo>
                    <a:lnTo>
                      <a:pt x="1043" y="132"/>
                    </a:lnTo>
                    <a:lnTo>
                      <a:pt x="1045" y="132"/>
                    </a:lnTo>
                    <a:lnTo>
                      <a:pt x="1046" y="131"/>
                    </a:lnTo>
                    <a:lnTo>
                      <a:pt x="1048" y="132"/>
                    </a:lnTo>
                    <a:lnTo>
                      <a:pt x="1049" y="131"/>
                    </a:lnTo>
                    <a:lnTo>
                      <a:pt x="1050" y="131"/>
                    </a:lnTo>
                    <a:lnTo>
                      <a:pt x="1052" y="132"/>
                    </a:lnTo>
                    <a:lnTo>
                      <a:pt x="1053" y="132"/>
                    </a:lnTo>
                    <a:lnTo>
                      <a:pt x="1054" y="132"/>
                    </a:lnTo>
                    <a:lnTo>
                      <a:pt x="1056" y="132"/>
                    </a:lnTo>
                    <a:lnTo>
                      <a:pt x="1057" y="132"/>
                    </a:lnTo>
                    <a:lnTo>
                      <a:pt x="1058" y="133"/>
                    </a:lnTo>
                    <a:lnTo>
                      <a:pt x="1060" y="133"/>
                    </a:lnTo>
                    <a:lnTo>
                      <a:pt x="1061" y="132"/>
                    </a:lnTo>
                    <a:lnTo>
                      <a:pt x="1063" y="131"/>
                    </a:lnTo>
                    <a:lnTo>
                      <a:pt x="1064" y="131"/>
                    </a:lnTo>
                    <a:lnTo>
                      <a:pt x="1065" y="131"/>
                    </a:lnTo>
                    <a:lnTo>
                      <a:pt x="1067" y="131"/>
                    </a:lnTo>
                    <a:lnTo>
                      <a:pt x="1068" y="129"/>
                    </a:lnTo>
                    <a:lnTo>
                      <a:pt x="1069" y="129"/>
                    </a:lnTo>
                    <a:lnTo>
                      <a:pt x="1071" y="130"/>
                    </a:lnTo>
                    <a:lnTo>
                      <a:pt x="1072" y="129"/>
                    </a:lnTo>
                    <a:lnTo>
                      <a:pt x="1073" y="129"/>
                    </a:lnTo>
                    <a:lnTo>
                      <a:pt x="1075" y="129"/>
                    </a:lnTo>
                    <a:lnTo>
                      <a:pt x="1076" y="129"/>
                    </a:lnTo>
                    <a:lnTo>
                      <a:pt x="1077" y="128"/>
                    </a:lnTo>
                    <a:lnTo>
                      <a:pt x="1079" y="129"/>
                    </a:lnTo>
                    <a:lnTo>
                      <a:pt x="1080" y="128"/>
                    </a:lnTo>
                    <a:lnTo>
                      <a:pt x="1082" y="129"/>
                    </a:lnTo>
                    <a:lnTo>
                      <a:pt x="1083" y="130"/>
                    </a:lnTo>
                    <a:lnTo>
                      <a:pt x="1084" y="130"/>
                    </a:lnTo>
                    <a:lnTo>
                      <a:pt x="1086" y="131"/>
                    </a:lnTo>
                    <a:lnTo>
                      <a:pt x="1087" y="131"/>
                    </a:lnTo>
                    <a:lnTo>
                      <a:pt x="1088" y="131"/>
                    </a:lnTo>
                    <a:lnTo>
                      <a:pt x="1090" y="130"/>
                    </a:lnTo>
                    <a:lnTo>
                      <a:pt x="1091" y="130"/>
                    </a:lnTo>
                    <a:lnTo>
                      <a:pt x="1092" y="129"/>
                    </a:lnTo>
                    <a:lnTo>
                      <a:pt x="1094" y="128"/>
                    </a:lnTo>
                    <a:lnTo>
                      <a:pt x="1095" y="128"/>
                    </a:lnTo>
                    <a:lnTo>
                      <a:pt x="1097" y="128"/>
                    </a:lnTo>
                    <a:lnTo>
                      <a:pt x="1098" y="128"/>
                    </a:lnTo>
                    <a:lnTo>
                      <a:pt x="1099" y="128"/>
                    </a:lnTo>
                    <a:lnTo>
                      <a:pt x="1101" y="128"/>
                    </a:lnTo>
                    <a:lnTo>
                      <a:pt x="1102" y="128"/>
                    </a:lnTo>
                    <a:lnTo>
                      <a:pt x="1103" y="129"/>
                    </a:lnTo>
                    <a:lnTo>
                      <a:pt x="1105" y="129"/>
                    </a:lnTo>
                    <a:lnTo>
                      <a:pt x="1106" y="129"/>
                    </a:lnTo>
                    <a:lnTo>
                      <a:pt x="1107" y="128"/>
                    </a:lnTo>
                    <a:lnTo>
                      <a:pt x="1109" y="129"/>
                    </a:lnTo>
                    <a:lnTo>
                      <a:pt x="1110" y="130"/>
                    </a:lnTo>
                    <a:lnTo>
                      <a:pt x="1111" y="129"/>
                    </a:lnTo>
                    <a:lnTo>
                      <a:pt x="1113" y="129"/>
                    </a:lnTo>
                    <a:lnTo>
                      <a:pt x="1114" y="130"/>
                    </a:lnTo>
                    <a:lnTo>
                      <a:pt x="1116" y="129"/>
                    </a:lnTo>
                    <a:lnTo>
                      <a:pt x="1117" y="128"/>
                    </a:lnTo>
                    <a:lnTo>
                      <a:pt x="1118" y="128"/>
                    </a:lnTo>
                    <a:lnTo>
                      <a:pt x="1120" y="126"/>
                    </a:lnTo>
                    <a:lnTo>
                      <a:pt x="1121" y="126"/>
                    </a:lnTo>
                    <a:lnTo>
                      <a:pt x="1122" y="126"/>
                    </a:lnTo>
                    <a:lnTo>
                      <a:pt x="1124" y="125"/>
                    </a:lnTo>
                    <a:lnTo>
                      <a:pt x="1125" y="125"/>
                    </a:lnTo>
                    <a:lnTo>
                      <a:pt x="1126" y="124"/>
                    </a:lnTo>
                    <a:lnTo>
                      <a:pt x="1128" y="124"/>
                    </a:lnTo>
                    <a:lnTo>
                      <a:pt x="1129" y="124"/>
                    </a:lnTo>
                    <a:lnTo>
                      <a:pt x="1131" y="125"/>
                    </a:lnTo>
                    <a:lnTo>
                      <a:pt x="1132" y="125"/>
                    </a:lnTo>
                    <a:lnTo>
                      <a:pt x="1133" y="125"/>
                    </a:lnTo>
                    <a:lnTo>
                      <a:pt x="1135" y="126"/>
                    </a:lnTo>
                    <a:lnTo>
                      <a:pt x="1136" y="126"/>
                    </a:lnTo>
                    <a:lnTo>
                      <a:pt x="1137" y="126"/>
                    </a:lnTo>
                    <a:lnTo>
                      <a:pt x="1139" y="126"/>
                    </a:lnTo>
                    <a:lnTo>
                      <a:pt x="1140" y="126"/>
                    </a:lnTo>
                    <a:lnTo>
                      <a:pt x="1141" y="126"/>
                    </a:lnTo>
                    <a:lnTo>
                      <a:pt x="1143" y="126"/>
                    </a:lnTo>
                    <a:lnTo>
                      <a:pt x="1144" y="127"/>
                    </a:lnTo>
                    <a:lnTo>
                      <a:pt x="1145" y="125"/>
                    </a:lnTo>
                    <a:lnTo>
                      <a:pt x="1147" y="126"/>
                    </a:lnTo>
                    <a:lnTo>
                      <a:pt x="1148" y="125"/>
                    </a:lnTo>
                    <a:lnTo>
                      <a:pt x="1150" y="125"/>
                    </a:lnTo>
                    <a:lnTo>
                      <a:pt x="1151" y="124"/>
                    </a:lnTo>
                    <a:lnTo>
                      <a:pt x="1152" y="124"/>
                    </a:lnTo>
                    <a:lnTo>
                      <a:pt x="1154" y="124"/>
                    </a:lnTo>
                    <a:lnTo>
                      <a:pt x="1155" y="123"/>
                    </a:lnTo>
                    <a:lnTo>
                      <a:pt x="1156" y="124"/>
                    </a:lnTo>
                    <a:lnTo>
                      <a:pt x="1158" y="125"/>
                    </a:lnTo>
                    <a:lnTo>
                      <a:pt x="1159" y="125"/>
                    </a:lnTo>
                    <a:lnTo>
                      <a:pt x="1160" y="125"/>
                    </a:lnTo>
                    <a:lnTo>
                      <a:pt x="1162" y="125"/>
                    </a:lnTo>
                    <a:lnTo>
                      <a:pt x="1163" y="125"/>
                    </a:lnTo>
                    <a:lnTo>
                      <a:pt x="1165" y="126"/>
                    </a:lnTo>
                    <a:lnTo>
                      <a:pt x="1166" y="125"/>
                    </a:lnTo>
                    <a:lnTo>
                      <a:pt x="1167" y="125"/>
                    </a:lnTo>
                    <a:lnTo>
                      <a:pt x="1169" y="123"/>
                    </a:lnTo>
                    <a:lnTo>
                      <a:pt x="1170" y="124"/>
                    </a:lnTo>
                    <a:lnTo>
                      <a:pt x="1171" y="124"/>
                    </a:lnTo>
                    <a:lnTo>
                      <a:pt x="1173" y="122"/>
                    </a:lnTo>
                    <a:lnTo>
                      <a:pt x="1174" y="120"/>
                    </a:lnTo>
                    <a:lnTo>
                      <a:pt x="1175" y="120"/>
                    </a:lnTo>
                    <a:lnTo>
                      <a:pt x="1177" y="120"/>
                    </a:lnTo>
                    <a:lnTo>
                      <a:pt x="1178" y="121"/>
                    </a:lnTo>
                    <a:lnTo>
                      <a:pt x="1179" y="121"/>
                    </a:lnTo>
                    <a:lnTo>
                      <a:pt x="1181" y="121"/>
                    </a:lnTo>
                    <a:lnTo>
                      <a:pt x="1182" y="122"/>
                    </a:lnTo>
                    <a:lnTo>
                      <a:pt x="1184" y="123"/>
                    </a:lnTo>
                    <a:lnTo>
                      <a:pt x="1185" y="124"/>
                    </a:lnTo>
                    <a:lnTo>
                      <a:pt x="1186" y="124"/>
                    </a:lnTo>
                    <a:lnTo>
                      <a:pt x="1188" y="123"/>
                    </a:lnTo>
                    <a:lnTo>
                      <a:pt x="1189" y="123"/>
                    </a:lnTo>
                    <a:lnTo>
                      <a:pt x="1190" y="123"/>
                    </a:lnTo>
                    <a:lnTo>
                      <a:pt x="1192" y="123"/>
                    </a:lnTo>
                    <a:lnTo>
                      <a:pt x="1193" y="121"/>
                    </a:lnTo>
                    <a:lnTo>
                      <a:pt x="1194" y="121"/>
                    </a:lnTo>
                    <a:lnTo>
                      <a:pt x="1196" y="120"/>
                    </a:lnTo>
                    <a:lnTo>
                      <a:pt x="1197" y="120"/>
                    </a:lnTo>
                    <a:lnTo>
                      <a:pt x="1199" y="119"/>
                    </a:lnTo>
                    <a:lnTo>
                      <a:pt x="1200" y="119"/>
                    </a:lnTo>
                    <a:lnTo>
                      <a:pt x="1201" y="119"/>
                    </a:lnTo>
                    <a:lnTo>
                      <a:pt x="1203" y="118"/>
                    </a:lnTo>
                    <a:lnTo>
                      <a:pt x="1204" y="117"/>
                    </a:lnTo>
                    <a:lnTo>
                      <a:pt x="1205" y="117"/>
                    </a:lnTo>
                    <a:lnTo>
                      <a:pt x="1207" y="117"/>
                    </a:lnTo>
                    <a:lnTo>
                      <a:pt x="1208" y="117"/>
                    </a:lnTo>
                    <a:lnTo>
                      <a:pt x="1209" y="116"/>
                    </a:lnTo>
                    <a:lnTo>
                      <a:pt x="1211" y="116"/>
                    </a:lnTo>
                    <a:lnTo>
                      <a:pt x="1212" y="116"/>
                    </a:lnTo>
                    <a:lnTo>
                      <a:pt x="1213" y="117"/>
                    </a:lnTo>
                    <a:lnTo>
                      <a:pt x="1215" y="117"/>
                    </a:lnTo>
                    <a:lnTo>
                      <a:pt x="1216" y="117"/>
                    </a:lnTo>
                    <a:lnTo>
                      <a:pt x="1218" y="117"/>
                    </a:lnTo>
                    <a:lnTo>
                      <a:pt x="1219" y="118"/>
                    </a:lnTo>
                    <a:lnTo>
                      <a:pt x="1220" y="119"/>
                    </a:lnTo>
                    <a:lnTo>
                      <a:pt x="1222" y="118"/>
                    </a:lnTo>
                    <a:lnTo>
                      <a:pt x="1223" y="119"/>
                    </a:lnTo>
                    <a:lnTo>
                      <a:pt x="1224" y="118"/>
                    </a:lnTo>
                    <a:lnTo>
                      <a:pt x="1226" y="119"/>
                    </a:lnTo>
                    <a:lnTo>
                      <a:pt x="1227" y="119"/>
                    </a:lnTo>
                    <a:lnTo>
                      <a:pt x="1228" y="119"/>
                    </a:lnTo>
                    <a:lnTo>
                      <a:pt x="1230" y="119"/>
                    </a:lnTo>
                    <a:lnTo>
                      <a:pt x="1231" y="119"/>
                    </a:lnTo>
                    <a:lnTo>
                      <a:pt x="1233" y="120"/>
                    </a:lnTo>
                    <a:lnTo>
                      <a:pt x="1234" y="120"/>
                    </a:lnTo>
                    <a:lnTo>
                      <a:pt x="1235" y="119"/>
                    </a:lnTo>
                    <a:lnTo>
                      <a:pt x="1237" y="119"/>
                    </a:lnTo>
                    <a:lnTo>
                      <a:pt x="1238" y="119"/>
                    </a:lnTo>
                    <a:lnTo>
                      <a:pt x="1239" y="118"/>
                    </a:lnTo>
                    <a:lnTo>
                      <a:pt x="1241" y="118"/>
                    </a:lnTo>
                    <a:lnTo>
                      <a:pt x="1242" y="117"/>
                    </a:lnTo>
                    <a:lnTo>
                      <a:pt x="1243" y="117"/>
                    </a:lnTo>
                    <a:lnTo>
                      <a:pt x="1245" y="117"/>
                    </a:lnTo>
                    <a:lnTo>
                      <a:pt x="1246" y="118"/>
                    </a:lnTo>
                    <a:lnTo>
                      <a:pt x="1247" y="118"/>
                    </a:lnTo>
                    <a:lnTo>
                      <a:pt x="1249" y="119"/>
                    </a:lnTo>
                    <a:lnTo>
                      <a:pt x="1250" y="119"/>
                    </a:lnTo>
                    <a:lnTo>
                      <a:pt x="1252" y="120"/>
                    </a:lnTo>
                    <a:lnTo>
                      <a:pt x="1253" y="119"/>
                    </a:lnTo>
                    <a:lnTo>
                      <a:pt x="1254" y="118"/>
                    </a:lnTo>
                    <a:lnTo>
                      <a:pt x="1256" y="118"/>
                    </a:lnTo>
                    <a:lnTo>
                      <a:pt x="1257" y="117"/>
                    </a:lnTo>
                    <a:lnTo>
                      <a:pt x="1258" y="117"/>
                    </a:lnTo>
                    <a:lnTo>
                      <a:pt x="1260" y="116"/>
                    </a:lnTo>
                    <a:lnTo>
                      <a:pt x="1261" y="115"/>
                    </a:lnTo>
                    <a:lnTo>
                      <a:pt x="1262" y="115"/>
                    </a:lnTo>
                    <a:lnTo>
                      <a:pt x="1264" y="115"/>
                    </a:lnTo>
                    <a:lnTo>
                      <a:pt x="1265" y="115"/>
                    </a:lnTo>
                    <a:lnTo>
                      <a:pt x="1267" y="114"/>
                    </a:lnTo>
                    <a:lnTo>
                      <a:pt x="1268" y="112"/>
                    </a:lnTo>
                    <a:lnTo>
                      <a:pt x="1269" y="111"/>
                    </a:lnTo>
                    <a:lnTo>
                      <a:pt x="1271" y="111"/>
                    </a:lnTo>
                    <a:lnTo>
                      <a:pt x="1272" y="110"/>
                    </a:lnTo>
                    <a:lnTo>
                      <a:pt x="1273" y="109"/>
                    </a:lnTo>
                    <a:lnTo>
                      <a:pt x="1275" y="109"/>
                    </a:lnTo>
                    <a:lnTo>
                      <a:pt x="1276" y="108"/>
                    </a:lnTo>
                    <a:lnTo>
                      <a:pt x="1277" y="108"/>
                    </a:lnTo>
                    <a:lnTo>
                      <a:pt x="1279" y="108"/>
                    </a:lnTo>
                    <a:lnTo>
                      <a:pt x="1280" y="109"/>
                    </a:lnTo>
                    <a:lnTo>
                      <a:pt x="1281" y="110"/>
                    </a:lnTo>
                    <a:lnTo>
                      <a:pt x="1283" y="111"/>
                    </a:lnTo>
                    <a:lnTo>
                      <a:pt x="1284" y="112"/>
                    </a:lnTo>
                    <a:lnTo>
                      <a:pt x="1286" y="114"/>
                    </a:lnTo>
                    <a:lnTo>
                      <a:pt x="1287" y="113"/>
                    </a:lnTo>
                    <a:lnTo>
                      <a:pt x="1288" y="115"/>
                    </a:lnTo>
                    <a:lnTo>
                      <a:pt x="1290" y="115"/>
                    </a:lnTo>
                    <a:lnTo>
                      <a:pt x="1291" y="115"/>
                    </a:lnTo>
                    <a:lnTo>
                      <a:pt x="1292" y="115"/>
                    </a:lnTo>
                    <a:lnTo>
                      <a:pt x="1294" y="115"/>
                    </a:lnTo>
                    <a:lnTo>
                      <a:pt x="1295" y="115"/>
                    </a:lnTo>
                    <a:lnTo>
                      <a:pt x="1296" y="115"/>
                    </a:lnTo>
                    <a:lnTo>
                      <a:pt x="1298" y="115"/>
                    </a:lnTo>
                    <a:lnTo>
                      <a:pt x="1299" y="115"/>
                    </a:lnTo>
                    <a:lnTo>
                      <a:pt x="1301" y="115"/>
                    </a:lnTo>
                    <a:lnTo>
                      <a:pt x="1302" y="115"/>
                    </a:lnTo>
                    <a:lnTo>
                      <a:pt x="1303" y="115"/>
                    </a:lnTo>
                    <a:lnTo>
                      <a:pt x="1305" y="115"/>
                    </a:lnTo>
                    <a:lnTo>
                      <a:pt x="1306" y="115"/>
                    </a:lnTo>
                    <a:lnTo>
                      <a:pt x="1307" y="115"/>
                    </a:lnTo>
                    <a:lnTo>
                      <a:pt x="1309" y="115"/>
                    </a:lnTo>
                    <a:lnTo>
                      <a:pt x="1310" y="114"/>
                    </a:lnTo>
                    <a:lnTo>
                      <a:pt x="1311" y="114"/>
                    </a:lnTo>
                    <a:lnTo>
                      <a:pt x="1313" y="113"/>
                    </a:lnTo>
                    <a:lnTo>
                      <a:pt x="1314" y="112"/>
                    </a:lnTo>
                    <a:lnTo>
                      <a:pt x="1315" y="112"/>
                    </a:lnTo>
                    <a:lnTo>
                      <a:pt x="1317" y="111"/>
                    </a:lnTo>
                    <a:lnTo>
                      <a:pt x="1318" y="110"/>
                    </a:lnTo>
                    <a:lnTo>
                      <a:pt x="1320" y="110"/>
                    </a:lnTo>
                    <a:lnTo>
                      <a:pt x="1321" y="109"/>
                    </a:lnTo>
                    <a:lnTo>
                      <a:pt x="1322" y="109"/>
                    </a:lnTo>
                    <a:lnTo>
                      <a:pt x="1324" y="109"/>
                    </a:lnTo>
                    <a:lnTo>
                      <a:pt x="1325" y="108"/>
                    </a:lnTo>
                    <a:lnTo>
                      <a:pt x="1326" y="109"/>
                    </a:lnTo>
                    <a:lnTo>
                      <a:pt x="1328" y="109"/>
                    </a:lnTo>
                    <a:lnTo>
                      <a:pt x="1329" y="109"/>
                    </a:lnTo>
                    <a:lnTo>
                      <a:pt x="1330" y="110"/>
                    </a:lnTo>
                    <a:lnTo>
                      <a:pt x="1332" y="110"/>
                    </a:lnTo>
                    <a:lnTo>
                      <a:pt x="1333" y="110"/>
                    </a:lnTo>
                    <a:lnTo>
                      <a:pt x="1335" y="110"/>
                    </a:lnTo>
                    <a:lnTo>
                      <a:pt x="1336" y="110"/>
                    </a:lnTo>
                    <a:lnTo>
                      <a:pt x="1337" y="110"/>
                    </a:lnTo>
                    <a:lnTo>
                      <a:pt x="1339" y="110"/>
                    </a:lnTo>
                    <a:lnTo>
                      <a:pt x="1340" y="110"/>
                    </a:lnTo>
                    <a:lnTo>
                      <a:pt x="1341" y="111"/>
                    </a:lnTo>
                    <a:lnTo>
                      <a:pt x="1343" y="111"/>
                    </a:lnTo>
                    <a:lnTo>
                      <a:pt x="1344" y="111"/>
                    </a:lnTo>
                    <a:lnTo>
                      <a:pt x="1345" y="110"/>
                    </a:lnTo>
                    <a:lnTo>
                      <a:pt x="1347" y="110"/>
                    </a:lnTo>
                    <a:lnTo>
                      <a:pt x="1348" y="109"/>
                    </a:lnTo>
                    <a:lnTo>
                      <a:pt x="1349" y="109"/>
                    </a:lnTo>
                    <a:lnTo>
                      <a:pt x="1351" y="109"/>
                    </a:lnTo>
                    <a:lnTo>
                      <a:pt x="1352" y="109"/>
                    </a:lnTo>
                    <a:lnTo>
                      <a:pt x="1354" y="109"/>
                    </a:lnTo>
                    <a:lnTo>
                      <a:pt x="1355" y="109"/>
                    </a:lnTo>
                    <a:lnTo>
                      <a:pt x="1356" y="109"/>
                    </a:lnTo>
                    <a:lnTo>
                      <a:pt x="1358" y="109"/>
                    </a:lnTo>
                    <a:lnTo>
                      <a:pt x="1359" y="109"/>
                    </a:lnTo>
                    <a:lnTo>
                      <a:pt x="1360" y="108"/>
                    </a:lnTo>
                    <a:lnTo>
                      <a:pt x="1362" y="107"/>
                    </a:lnTo>
                    <a:lnTo>
                      <a:pt x="1363" y="107"/>
                    </a:lnTo>
                    <a:lnTo>
                      <a:pt x="1364" y="106"/>
                    </a:lnTo>
                    <a:lnTo>
                      <a:pt x="1366" y="106"/>
                    </a:lnTo>
                    <a:lnTo>
                      <a:pt x="1367" y="106"/>
                    </a:lnTo>
                    <a:lnTo>
                      <a:pt x="1369" y="106"/>
                    </a:lnTo>
                    <a:lnTo>
                      <a:pt x="1370" y="106"/>
                    </a:lnTo>
                    <a:lnTo>
                      <a:pt x="1371" y="106"/>
                    </a:lnTo>
                    <a:lnTo>
                      <a:pt x="1373" y="106"/>
                    </a:lnTo>
                    <a:lnTo>
                      <a:pt x="1374" y="106"/>
                    </a:lnTo>
                    <a:lnTo>
                      <a:pt x="1375" y="106"/>
                    </a:lnTo>
                    <a:lnTo>
                      <a:pt x="1377" y="106"/>
                    </a:lnTo>
                    <a:lnTo>
                      <a:pt x="1378" y="105"/>
                    </a:lnTo>
                    <a:lnTo>
                      <a:pt x="1379" y="103"/>
                    </a:lnTo>
                    <a:lnTo>
                      <a:pt x="1381" y="103"/>
                    </a:lnTo>
                    <a:lnTo>
                      <a:pt x="1382" y="103"/>
                    </a:lnTo>
                    <a:lnTo>
                      <a:pt x="1383" y="104"/>
                    </a:lnTo>
                    <a:lnTo>
                      <a:pt x="1385" y="104"/>
                    </a:lnTo>
                    <a:lnTo>
                      <a:pt x="1386" y="103"/>
                    </a:lnTo>
                    <a:lnTo>
                      <a:pt x="1388" y="102"/>
                    </a:lnTo>
                    <a:lnTo>
                      <a:pt x="1389" y="104"/>
                    </a:lnTo>
                    <a:lnTo>
                      <a:pt x="1390" y="103"/>
                    </a:lnTo>
                    <a:lnTo>
                      <a:pt x="1392" y="103"/>
                    </a:lnTo>
                    <a:lnTo>
                      <a:pt x="1393" y="102"/>
                    </a:lnTo>
                    <a:lnTo>
                      <a:pt x="1394" y="101"/>
                    </a:lnTo>
                    <a:lnTo>
                      <a:pt x="1396" y="101"/>
                    </a:lnTo>
                    <a:lnTo>
                      <a:pt x="1397" y="101"/>
                    </a:lnTo>
                    <a:lnTo>
                      <a:pt x="1398" y="101"/>
                    </a:lnTo>
                    <a:lnTo>
                      <a:pt x="1400" y="100"/>
                    </a:lnTo>
                    <a:lnTo>
                      <a:pt x="1401" y="99"/>
                    </a:lnTo>
                    <a:lnTo>
                      <a:pt x="1403" y="99"/>
                    </a:lnTo>
                    <a:lnTo>
                      <a:pt x="1404" y="100"/>
                    </a:lnTo>
                    <a:lnTo>
                      <a:pt x="1405" y="101"/>
                    </a:lnTo>
                    <a:lnTo>
                      <a:pt x="1407" y="101"/>
                    </a:lnTo>
                    <a:lnTo>
                      <a:pt x="1408" y="101"/>
                    </a:lnTo>
                    <a:lnTo>
                      <a:pt x="1409" y="102"/>
                    </a:lnTo>
                    <a:lnTo>
                      <a:pt x="1411" y="102"/>
                    </a:lnTo>
                    <a:lnTo>
                      <a:pt x="1412" y="103"/>
                    </a:lnTo>
                    <a:lnTo>
                      <a:pt x="1413" y="104"/>
                    </a:lnTo>
                    <a:lnTo>
                      <a:pt x="1415" y="104"/>
                    </a:lnTo>
                    <a:lnTo>
                      <a:pt x="1416" y="103"/>
                    </a:lnTo>
                    <a:lnTo>
                      <a:pt x="1417" y="103"/>
                    </a:lnTo>
                    <a:lnTo>
                      <a:pt x="1419" y="104"/>
                    </a:lnTo>
                    <a:lnTo>
                      <a:pt x="1420" y="103"/>
                    </a:lnTo>
                    <a:lnTo>
                      <a:pt x="1422" y="102"/>
                    </a:lnTo>
                    <a:lnTo>
                      <a:pt x="1423" y="101"/>
                    </a:lnTo>
                    <a:lnTo>
                      <a:pt x="1424" y="101"/>
                    </a:lnTo>
                    <a:lnTo>
                      <a:pt x="1426" y="101"/>
                    </a:lnTo>
                    <a:lnTo>
                      <a:pt x="1427" y="100"/>
                    </a:lnTo>
                    <a:lnTo>
                      <a:pt x="1428" y="100"/>
                    </a:lnTo>
                    <a:lnTo>
                      <a:pt x="1430" y="101"/>
                    </a:lnTo>
                    <a:lnTo>
                      <a:pt x="1431" y="101"/>
                    </a:lnTo>
                    <a:lnTo>
                      <a:pt x="1432" y="102"/>
                    </a:lnTo>
                    <a:lnTo>
                      <a:pt x="1434" y="102"/>
                    </a:lnTo>
                    <a:lnTo>
                      <a:pt x="1435" y="103"/>
                    </a:lnTo>
                    <a:lnTo>
                      <a:pt x="1437" y="102"/>
                    </a:lnTo>
                    <a:lnTo>
                      <a:pt x="1438" y="102"/>
                    </a:lnTo>
                    <a:lnTo>
                      <a:pt x="1439" y="102"/>
                    </a:lnTo>
                    <a:lnTo>
                      <a:pt x="1441" y="103"/>
                    </a:lnTo>
                    <a:lnTo>
                      <a:pt x="1442" y="102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" name="Google Shape;304;p15"/>
            <p:cNvSpPr txBox="1"/>
            <p:nvPr/>
          </p:nvSpPr>
          <p:spPr>
            <a:xfrm>
              <a:off x="852739" y="3391499"/>
              <a:ext cx="2218621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Surface (Fc4. Raw)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Buffer Subtracted</a:t>
              </a:r>
              <a:endParaRPr i="1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" name="Google Shape;305;p15"/>
            <p:cNvGrpSpPr/>
            <p:nvPr/>
          </p:nvGrpSpPr>
          <p:grpSpPr>
            <a:xfrm>
              <a:off x="3650396" y="4231486"/>
              <a:ext cx="1278313" cy="1602046"/>
              <a:chOff x="3405026" y="4025740"/>
              <a:chExt cx="1278313" cy="1602046"/>
            </a:xfrm>
          </p:grpSpPr>
          <p:sp>
            <p:nvSpPr>
              <p:cNvPr id="306" name="Google Shape;306;p15"/>
              <p:cNvSpPr/>
              <p:nvPr/>
            </p:nvSpPr>
            <p:spPr>
              <a:xfrm>
                <a:off x="3405026" y="4025740"/>
                <a:ext cx="1278313" cy="1602046"/>
              </a:xfrm>
              <a:prstGeom prst="rect">
                <a:avLst/>
              </a:prstGeom>
              <a:solidFill>
                <a:schemeClr val="lt1">
                  <a:alpha val="80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7" name="Google Shape;307;p15"/>
              <p:cNvGrpSpPr/>
              <p:nvPr/>
            </p:nvGrpSpPr>
            <p:grpSpPr>
              <a:xfrm>
                <a:off x="3472333" y="4144976"/>
                <a:ext cx="1143699" cy="1363575"/>
                <a:chOff x="6059885" y="1975691"/>
                <a:chExt cx="1143699" cy="1363575"/>
              </a:xfrm>
            </p:grpSpPr>
            <p:grpSp>
              <p:nvGrpSpPr>
                <p:cNvPr id="308" name="Google Shape;308;p15"/>
                <p:cNvGrpSpPr/>
                <p:nvPr/>
              </p:nvGrpSpPr>
              <p:grpSpPr>
                <a:xfrm>
                  <a:off x="6059885" y="1975691"/>
                  <a:ext cx="957750" cy="153888"/>
                  <a:chOff x="6059885" y="2009032"/>
                  <a:chExt cx="957750" cy="153888"/>
                </a:xfrm>
              </p:grpSpPr>
              <p:sp>
                <p:nvSpPr>
                  <p:cNvPr id="309" name="Google Shape;309;p15"/>
                  <p:cNvSpPr/>
                  <p:nvPr/>
                </p:nvSpPr>
                <p:spPr>
                  <a:xfrm>
                    <a:off x="6302696" y="2009032"/>
                    <a:ext cx="714939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200 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10" name="Google Shape;310;p15"/>
                  <p:cNvCxnSpPr/>
                  <p:nvPr/>
                </p:nvCxnSpPr>
                <p:spPr>
                  <a:xfrm>
                    <a:off x="6059885" y="2085976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32CD3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11" name="Google Shape;311;p15"/>
                <p:cNvGrpSpPr/>
                <p:nvPr/>
              </p:nvGrpSpPr>
              <p:grpSpPr>
                <a:xfrm>
                  <a:off x="6059885" y="2126902"/>
                  <a:ext cx="967368" cy="153888"/>
                  <a:chOff x="6059885" y="2156075"/>
                  <a:chExt cx="967368" cy="153888"/>
                </a:xfrm>
              </p:grpSpPr>
              <p:sp>
                <p:nvSpPr>
                  <p:cNvPr id="312" name="Google Shape;312;p15"/>
                  <p:cNvSpPr/>
                  <p:nvPr/>
                </p:nvSpPr>
                <p:spPr>
                  <a:xfrm>
                    <a:off x="6302696" y="2156075"/>
                    <a:ext cx="724557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100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13" name="Google Shape;313;p15"/>
                  <p:cNvCxnSpPr/>
                  <p:nvPr/>
                </p:nvCxnSpPr>
                <p:spPr>
                  <a:xfrm>
                    <a:off x="6059885" y="2233019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8B008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14" name="Google Shape;314;p15"/>
                <p:cNvGrpSpPr/>
                <p:nvPr/>
              </p:nvGrpSpPr>
              <p:grpSpPr>
                <a:xfrm>
                  <a:off x="6059885" y="2278113"/>
                  <a:ext cx="896836" cy="153888"/>
                  <a:chOff x="6059885" y="2303118"/>
                  <a:chExt cx="896836" cy="153888"/>
                </a:xfrm>
              </p:grpSpPr>
              <p:sp>
                <p:nvSpPr>
                  <p:cNvPr id="315" name="Google Shape;315;p15"/>
                  <p:cNvSpPr/>
                  <p:nvPr/>
                </p:nvSpPr>
                <p:spPr>
                  <a:xfrm>
                    <a:off x="6302696" y="2303118"/>
                    <a:ext cx="65402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50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16" name="Google Shape;316;p15"/>
                  <p:cNvCxnSpPr/>
                  <p:nvPr/>
                </p:nvCxnSpPr>
                <p:spPr>
                  <a:xfrm>
                    <a:off x="6059885" y="2380062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A9A9A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17" name="Google Shape;317;p15"/>
                <p:cNvGrpSpPr/>
                <p:nvPr/>
              </p:nvGrpSpPr>
              <p:grpSpPr>
                <a:xfrm>
                  <a:off x="6059885" y="2429324"/>
                  <a:ext cx="896836" cy="153888"/>
                  <a:chOff x="6059885" y="2450161"/>
                  <a:chExt cx="896836" cy="153888"/>
                </a:xfrm>
              </p:grpSpPr>
              <p:sp>
                <p:nvSpPr>
                  <p:cNvPr id="318" name="Google Shape;318;p15"/>
                  <p:cNvSpPr/>
                  <p:nvPr/>
                </p:nvSpPr>
                <p:spPr>
                  <a:xfrm>
                    <a:off x="6302696" y="2450161"/>
                    <a:ext cx="65402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19" name="Google Shape;319;p15"/>
                  <p:cNvCxnSpPr/>
                  <p:nvPr/>
                </p:nvCxnSpPr>
                <p:spPr>
                  <a:xfrm>
                    <a:off x="6059885" y="2527105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DAA52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0" name="Google Shape;320;p15"/>
                <p:cNvGrpSpPr/>
                <p:nvPr/>
              </p:nvGrpSpPr>
              <p:grpSpPr>
                <a:xfrm>
                  <a:off x="6059885" y="2580535"/>
                  <a:ext cx="1002634" cy="153888"/>
                  <a:chOff x="6059885" y="2597204"/>
                  <a:chExt cx="1002634" cy="153888"/>
                </a:xfrm>
              </p:grpSpPr>
              <p:sp>
                <p:nvSpPr>
                  <p:cNvPr id="321" name="Google Shape;321;p15"/>
                  <p:cNvSpPr/>
                  <p:nvPr/>
                </p:nvSpPr>
                <p:spPr>
                  <a:xfrm>
                    <a:off x="6302696" y="2597204"/>
                    <a:ext cx="759823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12.5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22" name="Google Shape;322;p15"/>
                  <p:cNvCxnSpPr/>
                  <p:nvPr/>
                </p:nvCxnSpPr>
                <p:spPr>
                  <a:xfrm>
                    <a:off x="6059885" y="2674148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CED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3" name="Google Shape;323;p15"/>
                <p:cNvGrpSpPr/>
                <p:nvPr/>
              </p:nvGrpSpPr>
              <p:grpSpPr>
                <a:xfrm>
                  <a:off x="6059885" y="2731746"/>
                  <a:ext cx="993016" cy="153888"/>
                  <a:chOff x="6059885" y="2744247"/>
                  <a:chExt cx="993016" cy="153888"/>
                </a:xfrm>
              </p:grpSpPr>
              <p:sp>
                <p:nvSpPr>
                  <p:cNvPr id="324" name="Google Shape;324;p15"/>
                  <p:cNvSpPr/>
                  <p:nvPr/>
                </p:nvSpPr>
                <p:spPr>
                  <a:xfrm>
                    <a:off x="6302696" y="2744247"/>
                    <a:ext cx="75020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6.25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25" name="Google Shape;325;p15"/>
                  <p:cNvCxnSpPr/>
                  <p:nvPr/>
                </p:nvCxnSpPr>
                <p:spPr>
                  <a:xfrm>
                    <a:off x="6059885" y="2821191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6" name="Google Shape;326;p15"/>
                <p:cNvGrpSpPr/>
                <p:nvPr/>
              </p:nvGrpSpPr>
              <p:grpSpPr>
                <a:xfrm>
                  <a:off x="6059885" y="2882957"/>
                  <a:ext cx="1073167" cy="153888"/>
                  <a:chOff x="6059885" y="2891290"/>
                  <a:chExt cx="1073167" cy="153888"/>
                </a:xfrm>
              </p:grpSpPr>
              <p:sp>
                <p:nvSpPr>
                  <p:cNvPr id="327" name="Google Shape;327;p15"/>
                  <p:cNvSpPr/>
                  <p:nvPr/>
                </p:nvSpPr>
                <p:spPr>
                  <a:xfrm>
                    <a:off x="6302696" y="2891290"/>
                    <a:ext cx="830356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3.125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28" name="Google Shape;328;p15"/>
                  <p:cNvCxnSpPr/>
                  <p:nvPr/>
                </p:nvCxnSpPr>
                <p:spPr>
                  <a:xfrm>
                    <a:off x="6059885" y="2968234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29" name="Google Shape;329;p15"/>
                <p:cNvGrpSpPr/>
                <p:nvPr/>
              </p:nvGrpSpPr>
              <p:grpSpPr>
                <a:xfrm>
                  <a:off x="6059885" y="3034168"/>
                  <a:ext cx="1143699" cy="153888"/>
                  <a:chOff x="6059885" y="3038333"/>
                  <a:chExt cx="1143699" cy="153888"/>
                </a:xfrm>
              </p:grpSpPr>
              <p:sp>
                <p:nvSpPr>
                  <p:cNvPr id="330" name="Google Shape;330;p15"/>
                  <p:cNvSpPr/>
                  <p:nvPr/>
                </p:nvSpPr>
                <p:spPr>
                  <a:xfrm>
                    <a:off x="6302696" y="3038333"/>
                    <a:ext cx="900888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1.5625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31" name="Google Shape;331;p15"/>
                  <p:cNvCxnSpPr/>
                  <p:nvPr/>
                </p:nvCxnSpPr>
                <p:spPr>
                  <a:xfrm>
                    <a:off x="6059885" y="3115277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228B2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32" name="Google Shape;332;p15"/>
                <p:cNvGrpSpPr/>
                <p:nvPr/>
              </p:nvGrpSpPr>
              <p:grpSpPr>
                <a:xfrm>
                  <a:off x="6059885" y="3185378"/>
                  <a:ext cx="826304" cy="153888"/>
                  <a:chOff x="6059885" y="3185378"/>
                  <a:chExt cx="826304" cy="153888"/>
                </a:xfrm>
              </p:grpSpPr>
              <p:sp>
                <p:nvSpPr>
                  <p:cNvPr id="333" name="Google Shape;333;p15"/>
                  <p:cNvSpPr/>
                  <p:nvPr/>
                </p:nvSpPr>
                <p:spPr>
                  <a:xfrm>
                    <a:off x="6302696" y="3185378"/>
                    <a:ext cx="583493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334" name="Google Shape;334;p15"/>
                  <p:cNvCxnSpPr/>
                  <p:nvPr/>
                </p:nvCxnSpPr>
                <p:spPr>
                  <a:xfrm>
                    <a:off x="6059885" y="3262322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335" name="Google Shape;335;p15"/>
          <p:cNvSpPr txBox="1"/>
          <p:nvPr/>
        </p:nvSpPr>
        <p:spPr>
          <a:xfrm>
            <a:off x="1704352" y="80914"/>
            <a:ext cx="8783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BSA Binding Results (Exp 1)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15"/>
          <p:cNvGrpSpPr/>
          <p:nvPr/>
        </p:nvGrpSpPr>
        <p:grpSpPr>
          <a:xfrm>
            <a:off x="6199631" y="1280160"/>
            <a:ext cx="5029201" cy="3125763"/>
            <a:chOff x="6030650" y="3570309"/>
            <a:chExt cx="5029201" cy="3125763"/>
          </a:xfrm>
        </p:grpSpPr>
        <p:grpSp>
          <p:nvGrpSpPr>
            <p:cNvPr id="337" name="Google Shape;337;p15"/>
            <p:cNvGrpSpPr/>
            <p:nvPr/>
          </p:nvGrpSpPr>
          <p:grpSpPr>
            <a:xfrm>
              <a:off x="6030650" y="3952872"/>
              <a:ext cx="5029201" cy="2743200"/>
              <a:chOff x="6030652" y="3952872"/>
              <a:chExt cx="4656858" cy="2766917"/>
            </a:xfrm>
          </p:grpSpPr>
          <p:cxnSp>
            <p:nvCxnSpPr>
              <p:cNvPr id="338" name="Google Shape;338;p15"/>
              <p:cNvCxnSpPr/>
              <p:nvPr/>
            </p:nvCxnSpPr>
            <p:spPr>
              <a:xfrm rot="10800000">
                <a:off x="6543676" y="4025901"/>
                <a:ext cx="0" cy="23383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39" name="Google Shape;339;p15"/>
              <p:cNvCxnSpPr/>
              <p:nvPr/>
            </p:nvCxnSpPr>
            <p:spPr>
              <a:xfrm rot="10800000">
                <a:off x="6527801" y="636428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0" name="Google Shape;340;p15"/>
              <p:cNvCxnSpPr/>
              <p:nvPr/>
            </p:nvCxnSpPr>
            <p:spPr>
              <a:xfrm rot="10800000">
                <a:off x="6527801" y="62468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1" name="Google Shape;341;p15"/>
              <p:cNvCxnSpPr/>
              <p:nvPr/>
            </p:nvCxnSpPr>
            <p:spPr>
              <a:xfrm rot="10800000">
                <a:off x="6527801" y="61309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2" name="Google Shape;342;p15"/>
              <p:cNvCxnSpPr/>
              <p:nvPr/>
            </p:nvCxnSpPr>
            <p:spPr>
              <a:xfrm rot="10800000">
                <a:off x="6527801" y="601345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3" name="Google Shape;343;p15"/>
              <p:cNvCxnSpPr/>
              <p:nvPr/>
            </p:nvCxnSpPr>
            <p:spPr>
              <a:xfrm rot="10800000">
                <a:off x="6527801" y="589597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" name="Google Shape;344;p15"/>
              <p:cNvCxnSpPr/>
              <p:nvPr/>
            </p:nvCxnSpPr>
            <p:spPr>
              <a:xfrm rot="10800000">
                <a:off x="6527801" y="578008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5" name="Google Shape;345;p15"/>
              <p:cNvCxnSpPr/>
              <p:nvPr/>
            </p:nvCxnSpPr>
            <p:spPr>
              <a:xfrm rot="10800000">
                <a:off x="6527801" y="56626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15"/>
              <p:cNvCxnSpPr/>
              <p:nvPr/>
            </p:nvCxnSpPr>
            <p:spPr>
              <a:xfrm rot="10800000">
                <a:off x="6527801" y="55467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15"/>
              <p:cNvCxnSpPr/>
              <p:nvPr/>
            </p:nvCxnSpPr>
            <p:spPr>
              <a:xfrm rot="10800000">
                <a:off x="6527801" y="542925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15"/>
              <p:cNvCxnSpPr/>
              <p:nvPr/>
            </p:nvCxnSpPr>
            <p:spPr>
              <a:xfrm rot="10800000">
                <a:off x="6527801" y="53133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9" name="Google Shape;349;p15"/>
              <p:cNvCxnSpPr/>
              <p:nvPr/>
            </p:nvCxnSpPr>
            <p:spPr>
              <a:xfrm rot="10800000">
                <a:off x="6527801" y="519588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" name="Google Shape;350;p15"/>
              <p:cNvCxnSpPr/>
              <p:nvPr/>
            </p:nvCxnSpPr>
            <p:spPr>
              <a:xfrm rot="10800000">
                <a:off x="6527801" y="50784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1" name="Google Shape;351;p15"/>
              <p:cNvCxnSpPr/>
              <p:nvPr/>
            </p:nvCxnSpPr>
            <p:spPr>
              <a:xfrm rot="10800000">
                <a:off x="6527801" y="49625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2" name="Google Shape;352;p15"/>
              <p:cNvCxnSpPr/>
              <p:nvPr/>
            </p:nvCxnSpPr>
            <p:spPr>
              <a:xfrm rot="10800000">
                <a:off x="6527801" y="484505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3" name="Google Shape;353;p15"/>
              <p:cNvCxnSpPr/>
              <p:nvPr/>
            </p:nvCxnSpPr>
            <p:spPr>
              <a:xfrm rot="10800000">
                <a:off x="6527801" y="47291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4" name="Google Shape;354;p15"/>
              <p:cNvCxnSpPr/>
              <p:nvPr/>
            </p:nvCxnSpPr>
            <p:spPr>
              <a:xfrm rot="10800000">
                <a:off x="6527801" y="4611688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5" name="Google Shape;355;p15"/>
              <p:cNvCxnSpPr/>
              <p:nvPr/>
            </p:nvCxnSpPr>
            <p:spPr>
              <a:xfrm rot="10800000">
                <a:off x="6527801" y="449421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6" name="Google Shape;356;p15"/>
              <p:cNvCxnSpPr/>
              <p:nvPr/>
            </p:nvCxnSpPr>
            <p:spPr>
              <a:xfrm rot="10800000">
                <a:off x="6527801" y="4378326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7" name="Google Shape;357;p15"/>
              <p:cNvCxnSpPr/>
              <p:nvPr/>
            </p:nvCxnSpPr>
            <p:spPr>
              <a:xfrm rot="10800000">
                <a:off x="6527801" y="426085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8" name="Google Shape;358;p15"/>
              <p:cNvCxnSpPr/>
              <p:nvPr/>
            </p:nvCxnSpPr>
            <p:spPr>
              <a:xfrm rot="10800000">
                <a:off x="6527801" y="4144963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9" name="Google Shape;359;p15"/>
              <p:cNvCxnSpPr/>
              <p:nvPr/>
            </p:nvCxnSpPr>
            <p:spPr>
              <a:xfrm rot="10800000">
                <a:off x="6527801" y="4025901"/>
                <a:ext cx="206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0" name="Google Shape;360;p15"/>
              <p:cNvCxnSpPr/>
              <p:nvPr/>
            </p:nvCxnSpPr>
            <p:spPr>
              <a:xfrm rot="10800000">
                <a:off x="6507163" y="6364288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1" name="Google Shape;361;p15"/>
              <p:cNvCxnSpPr/>
              <p:nvPr/>
            </p:nvCxnSpPr>
            <p:spPr>
              <a:xfrm rot="10800000">
                <a:off x="6507163" y="613092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2" name="Google Shape;362;p15"/>
              <p:cNvCxnSpPr/>
              <p:nvPr/>
            </p:nvCxnSpPr>
            <p:spPr>
              <a:xfrm rot="10800000">
                <a:off x="6507163" y="589597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3" name="Google Shape;363;p15"/>
              <p:cNvCxnSpPr/>
              <p:nvPr/>
            </p:nvCxnSpPr>
            <p:spPr>
              <a:xfrm rot="10800000">
                <a:off x="6507163" y="5662613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4" name="Google Shape;364;p15"/>
              <p:cNvCxnSpPr/>
              <p:nvPr/>
            </p:nvCxnSpPr>
            <p:spPr>
              <a:xfrm rot="10800000">
                <a:off x="6507163" y="542925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5" name="Google Shape;365;p15"/>
              <p:cNvCxnSpPr/>
              <p:nvPr/>
            </p:nvCxnSpPr>
            <p:spPr>
              <a:xfrm rot="10800000">
                <a:off x="6507163" y="5195888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6" name="Google Shape;366;p15"/>
              <p:cNvCxnSpPr/>
              <p:nvPr/>
            </p:nvCxnSpPr>
            <p:spPr>
              <a:xfrm rot="10800000">
                <a:off x="6507163" y="4962526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7" name="Google Shape;367;p15"/>
              <p:cNvCxnSpPr/>
              <p:nvPr/>
            </p:nvCxnSpPr>
            <p:spPr>
              <a:xfrm rot="10800000">
                <a:off x="6507163" y="4729163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8" name="Google Shape;368;p15"/>
              <p:cNvCxnSpPr/>
              <p:nvPr/>
            </p:nvCxnSpPr>
            <p:spPr>
              <a:xfrm rot="10800000">
                <a:off x="6507163" y="4494213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69" name="Google Shape;369;p15"/>
              <p:cNvCxnSpPr/>
              <p:nvPr/>
            </p:nvCxnSpPr>
            <p:spPr>
              <a:xfrm rot="10800000">
                <a:off x="6507163" y="426085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0" name="Google Shape;370;p15"/>
              <p:cNvCxnSpPr/>
              <p:nvPr/>
            </p:nvCxnSpPr>
            <p:spPr>
              <a:xfrm rot="10800000">
                <a:off x="6507163" y="4025901"/>
                <a:ext cx="5238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1" name="Google Shape;371;p15"/>
              <p:cNvSpPr/>
              <p:nvPr/>
            </p:nvSpPr>
            <p:spPr>
              <a:xfrm>
                <a:off x="6267445" y="6291260"/>
                <a:ext cx="21961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-3.5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5"/>
              <p:cNvSpPr/>
              <p:nvPr/>
            </p:nvSpPr>
            <p:spPr>
              <a:xfrm>
                <a:off x="6323007" y="6057897"/>
                <a:ext cx="11381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-3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5"/>
              <p:cNvSpPr/>
              <p:nvPr/>
            </p:nvSpPr>
            <p:spPr>
              <a:xfrm>
                <a:off x="6267445" y="5822947"/>
                <a:ext cx="21961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-2.5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>
                <a:off x="6323007" y="5589585"/>
                <a:ext cx="11381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>
                <a:off x="6267445" y="5356222"/>
                <a:ext cx="21961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-1.5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>
                <a:off x="6323007" y="5122860"/>
                <a:ext cx="113814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>
                <a:off x="6267445" y="4889497"/>
                <a:ext cx="21961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-0.5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>
                <a:off x="6346820" y="4656135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5"/>
              <p:cNvSpPr/>
              <p:nvPr/>
            </p:nvSpPr>
            <p:spPr>
              <a:xfrm>
                <a:off x="6289670" y="4421185"/>
                <a:ext cx="176330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0.5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5"/>
              <p:cNvSpPr/>
              <p:nvPr/>
            </p:nvSpPr>
            <p:spPr>
              <a:xfrm>
                <a:off x="6346820" y="4187822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5"/>
              <p:cNvSpPr/>
              <p:nvPr/>
            </p:nvSpPr>
            <p:spPr>
              <a:xfrm>
                <a:off x="6289670" y="3952872"/>
                <a:ext cx="176330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1.5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2" name="Google Shape;382;p15"/>
              <p:cNvCxnSpPr/>
              <p:nvPr/>
            </p:nvCxnSpPr>
            <p:spPr>
              <a:xfrm>
                <a:off x="6543676" y="6364288"/>
                <a:ext cx="3995738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3" name="Google Shape;383;p15"/>
              <p:cNvCxnSpPr/>
              <p:nvPr/>
            </p:nvCxnSpPr>
            <p:spPr>
              <a:xfrm>
                <a:off x="6543676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4" name="Google Shape;384;p15"/>
              <p:cNvCxnSpPr/>
              <p:nvPr/>
            </p:nvCxnSpPr>
            <p:spPr>
              <a:xfrm>
                <a:off x="6765926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5" name="Google Shape;385;p15"/>
              <p:cNvCxnSpPr/>
              <p:nvPr/>
            </p:nvCxnSpPr>
            <p:spPr>
              <a:xfrm>
                <a:off x="6988176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6" name="Google Shape;386;p15"/>
              <p:cNvCxnSpPr/>
              <p:nvPr/>
            </p:nvCxnSpPr>
            <p:spPr>
              <a:xfrm>
                <a:off x="7208838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7" name="Google Shape;387;p15"/>
              <p:cNvCxnSpPr/>
              <p:nvPr/>
            </p:nvCxnSpPr>
            <p:spPr>
              <a:xfrm>
                <a:off x="7431088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8" name="Google Shape;388;p15"/>
              <p:cNvCxnSpPr/>
              <p:nvPr/>
            </p:nvCxnSpPr>
            <p:spPr>
              <a:xfrm>
                <a:off x="7653338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89" name="Google Shape;389;p15"/>
              <p:cNvCxnSpPr/>
              <p:nvPr/>
            </p:nvCxnSpPr>
            <p:spPr>
              <a:xfrm>
                <a:off x="7875588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" name="Google Shape;390;p15"/>
              <p:cNvCxnSpPr/>
              <p:nvPr/>
            </p:nvCxnSpPr>
            <p:spPr>
              <a:xfrm>
                <a:off x="8097838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1" name="Google Shape;391;p15"/>
              <p:cNvCxnSpPr/>
              <p:nvPr/>
            </p:nvCxnSpPr>
            <p:spPr>
              <a:xfrm>
                <a:off x="8320088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2" name="Google Shape;392;p15"/>
              <p:cNvCxnSpPr/>
              <p:nvPr/>
            </p:nvCxnSpPr>
            <p:spPr>
              <a:xfrm>
                <a:off x="8540751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3" name="Google Shape;393;p15"/>
              <p:cNvCxnSpPr/>
              <p:nvPr/>
            </p:nvCxnSpPr>
            <p:spPr>
              <a:xfrm>
                <a:off x="8763001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4" name="Google Shape;394;p15"/>
              <p:cNvCxnSpPr/>
              <p:nvPr/>
            </p:nvCxnSpPr>
            <p:spPr>
              <a:xfrm>
                <a:off x="8985251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15"/>
              <p:cNvCxnSpPr/>
              <p:nvPr/>
            </p:nvCxnSpPr>
            <p:spPr>
              <a:xfrm>
                <a:off x="9207501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15"/>
              <p:cNvCxnSpPr/>
              <p:nvPr/>
            </p:nvCxnSpPr>
            <p:spPr>
              <a:xfrm>
                <a:off x="9429751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15"/>
              <p:cNvCxnSpPr/>
              <p:nvPr/>
            </p:nvCxnSpPr>
            <p:spPr>
              <a:xfrm>
                <a:off x="9650413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15"/>
              <p:cNvCxnSpPr/>
              <p:nvPr/>
            </p:nvCxnSpPr>
            <p:spPr>
              <a:xfrm>
                <a:off x="9872663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15"/>
              <p:cNvCxnSpPr/>
              <p:nvPr/>
            </p:nvCxnSpPr>
            <p:spPr>
              <a:xfrm>
                <a:off x="10094913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15"/>
              <p:cNvCxnSpPr/>
              <p:nvPr/>
            </p:nvCxnSpPr>
            <p:spPr>
              <a:xfrm>
                <a:off x="10317163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15"/>
              <p:cNvCxnSpPr/>
              <p:nvPr/>
            </p:nvCxnSpPr>
            <p:spPr>
              <a:xfrm>
                <a:off x="10539413" y="6359526"/>
                <a:ext cx="0" cy="1746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15"/>
              <p:cNvCxnSpPr/>
              <p:nvPr/>
            </p:nvCxnSpPr>
            <p:spPr>
              <a:xfrm>
                <a:off x="6543676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" name="Google Shape;403;p15"/>
              <p:cNvCxnSpPr/>
              <p:nvPr/>
            </p:nvCxnSpPr>
            <p:spPr>
              <a:xfrm>
                <a:off x="6988176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4" name="Google Shape;404;p15"/>
              <p:cNvCxnSpPr/>
              <p:nvPr/>
            </p:nvCxnSpPr>
            <p:spPr>
              <a:xfrm>
                <a:off x="7431088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" name="Google Shape;405;p15"/>
              <p:cNvCxnSpPr/>
              <p:nvPr/>
            </p:nvCxnSpPr>
            <p:spPr>
              <a:xfrm>
                <a:off x="7875588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6" name="Google Shape;406;p15"/>
              <p:cNvCxnSpPr/>
              <p:nvPr/>
            </p:nvCxnSpPr>
            <p:spPr>
              <a:xfrm>
                <a:off x="8320088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7" name="Google Shape;407;p15"/>
              <p:cNvCxnSpPr/>
              <p:nvPr/>
            </p:nvCxnSpPr>
            <p:spPr>
              <a:xfrm>
                <a:off x="8763001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8" name="Google Shape;408;p15"/>
              <p:cNvCxnSpPr/>
              <p:nvPr/>
            </p:nvCxnSpPr>
            <p:spPr>
              <a:xfrm>
                <a:off x="9207501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" name="Google Shape;409;p15"/>
              <p:cNvCxnSpPr/>
              <p:nvPr/>
            </p:nvCxnSpPr>
            <p:spPr>
              <a:xfrm>
                <a:off x="9650413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0" name="Google Shape;410;p15"/>
              <p:cNvCxnSpPr/>
              <p:nvPr/>
            </p:nvCxnSpPr>
            <p:spPr>
              <a:xfrm>
                <a:off x="10094913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" name="Google Shape;411;p15"/>
              <p:cNvCxnSpPr/>
              <p:nvPr/>
            </p:nvCxnSpPr>
            <p:spPr>
              <a:xfrm>
                <a:off x="10539413" y="6350001"/>
                <a:ext cx="0" cy="444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2" name="Google Shape;412;p15"/>
              <p:cNvSpPr/>
              <p:nvPr/>
            </p:nvSpPr>
            <p:spPr>
              <a:xfrm>
                <a:off x="6467476" y="6416676"/>
                <a:ext cx="254878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5"/>
              <p:cNvSpPr/>
              <p:nvPr/>
            </p:nvSpPr>
            <p:spPr>
              <a:xfrm>
                <a:off x="6965951" y="6416676"/>
                <a:ext cx="70532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7367588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5"/>
              <p:cNvSpPr/>
              <p:nvPr/>
            </p:nvSpPr>
            <p:spPr>
              <a:xfrm>
                <a:off x="7812088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5"/>
              <p:cNvSpPr/>
              <p:nvPr/>
            </p:nvSpPr>
            <p:spPr>
              <a:xfrm>
                <a:off x="8256588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8699501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5"/>
              <p:cNvSpPr/>
              <p:nvPr/>
            </p:nvSpPr>
            <p:spPr>
              <a:xfrm>
                <a:off x="9144001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5"/>
              <p:cNvSpPr/>
              <p:nvPr/>
            </p:nvSpPr>
            <p:spPr>
              <a:xfrm>
                <a:off x="9586913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5"/>
              <p:cNvSpPr/>
              <p:nvPr/>
            </p:nvSpPr>
            <p:spPr>
              <a:xfrm>
                <a:off x="10031413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5"/>
              <p:cNvSpPr/>
              <p:nvPr/>
            </p:nvSpPr>
            <p:spPr>
              <a:xfrm>
                <a:off x="10475913" y="6416676"/>
                <a:ext cx="211596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5"/>
              <p:cNvSpPr/>
              <p:nvPr/>
            </p:nvSpPr>
            <p:spPr>
              <a:xfrm rot="-5400000">
                <a:off x="5648335" y="5053380"/>
                <a:ext cx="918521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Response (RU)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5"/>
              <p:cNvSpPr/>
              <p:nvPr/>
            </p:nvSpPr>
            <p:spPr>
              <a:xfrm>
                <a:off x="8272482" y="6565901"/>
                <a:ext cx="490519" cy="153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 (s)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6726238" y="4729163"/>
                <a:ext cx="3762375" cy="0"/>
              </a:xfrm>
              <a:custGeom>
                <a:rect b="b" l="l" r="r" t="t"/>
                <a:pathLst>
                  <a:path extrusionOk="0" h="120000" w="1424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6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4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7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1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5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69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3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0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4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2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6" y="0"/>
                    </a:lnTo>
                    <a:lnTo>
                      <a:pt x="118" y="0"/>
                    </a:lnTo>
                    <a:lnTo>
                      <a:pt x="119" y="0"/>
                    </a:lnTo>
                    <a:lnTo>
                      <a:pt x="121" y="0"/>
                    </a:lnTo>
                    <a:lnTo>
                      <a:pt x="122" y="0"/>
                    </a:lnTo>
                    <a:lnTo>
                      <a:pt x="123" y="0"/>
                    </a:lnTo>
                    <a:lnTo>
                      <a:pt x="125" y="0"/>
                    </a:lnTo>
                    <a:lnTo>
                      <a:pt x="126" y="0"/>
                    </a:lnTo>
                    <a:lnTo>
                      <a:pt x="127" y="0"/>
                    </a:lnTo>
                    <a:lnTo>
                      <a:pt x="129" y="0"/>
                    </a:lnTo>
                    <a:lnTo>
                      <a:pt x="130" y="0"/>
                    </a:lnTo>
                    <a:lnTo>
                      <a:pt x="131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0"/>
                    </a:lnTo>
                    <a:lnTo>
                      <a:pt x="143" y="0"/>
                    </a:lnTo>
                    <a:lnTo>
                      <a:pt x="145" y="0"/>
                    </a:lnTo>
                    <a:lnTo>
                      <a:pt x="146" y="0"/>
                    </a:lnTo>
                    <a:lnTo>
                      <a:pt x="147" y="0"/>
                    </a:lnTo>
                    <a:lnTo>
                      <a:pt x="149" y="0"/>
                    </a:lnTo>
                    <a:lnTo>
                      <a:pt x="150" y="0"/>
                    </a:lnTo>
                    <a:lnTo>
                      <a:pt x="151" y="0"/>
                    </a:lnTo>
                    <a:lnTo>
                      <a:pt x="153" y="0"/>
                    </a:lnTo>
                    <a:lnTo>
                      <a:pt x="154" y="0"/>
                    </a:lnTo>
                    <a:lnTo>
                      <a:pt x="155" y="0"/>
                    </a:lnTo>
                    <a:lnTo>
                      <a:pt x="157" y="0"/>
                    </a:lnTo>
                    <a:lnTo>
                      <a:pt x="158" y="0"/>
                    </a:lnTo>
                    <a:lnTo>
                      <a:pt x="159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8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4" y="0"/>
                    </a:lnTo>
                    <a:lnTo>
                      <a:pt x="185" y="0"/>
                    </a:lnTo>
                    <a:lnTo>
                      <a:pt x="186" y="0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2" y="0"/>
                    </a:lnTo>
                    <a:lnTo>
                      <a:pt x="193" y="0"/>
                    </a:lnTo>
                    <a:lnTo>
                      <a:pt x="194" y="0"/>
                    </a:lnTo>
                    <a:lnTo>
                      <a:pt x="196" y="0"/>
                    </a:lnTo>
                    <a:lnTo>
                      <a:pt x="197" y="0"/>
                    </a:lnTo>
                    <a:lnTo>
                      <a:pt x="198" y="0"/>
                    </a:lnTo>
                    <a:lnTo>
                      <a:pt x="200" y="0"/>
                    </a:lnTo>
                    <a:lnTo>
                      <a:pt x="201" y="0"/>
                    </a:lnTo>
                    <a:lnTo>
                      <a:pt x="202" y="0"/>
                    </a:lnTo>
                    <a:lnTo>
                      <a:pt x="204" y="0"/>
                    </a:lnTo>
                    <a:lnTo>
                      <a:pt x="205" y="0"/>
                    </a:lnTo>
                    <a:lnTo>
                      <a:pt x="207" y="0"/>
                    </a:lnTo>
                    <a:lnTo>
                      <a:pt x="208" y="0"/>
                    </a:lnTo>
                    <a:lnTo>
                      <a:pt x="209" y="0"/>
                    </a:lnTo>
                    <a:lnTo>
                      <a:pt x="211" y="0"/>
                    </a:lnTo>
                    <a:lnTo>
                      <a:pt x="212" y="0"/>
                    </a:lnTo>
                    <a:lnTo>
                      <a:pt x="213" y="0"/>
                    </a:lnTo>
                    <a:lnTo>
                      <a:pt x="215" y="0"/>
                    </a:lnTo>
                    <a:lnTo>
                      <a:pt x="216" y="0"/>
                    </a:lnTo>
                    <a:lnTo>
                      <a:pt x="217" y="0"/>
                    </a:lnTo>
                    <a:lnTo>
                      <a:pt x="219" y="0"/>
                    </a:lnTo>
                    <a:lnTo>
                      <a:pt x="220" y="0"/>
                    </a:lnTo>
                    <a:lnTo>
                      <a:pt x="221" y="0"/>
                    </a:lnTo>
                    <a:lnTo>
                      <a:pt x="223" y="0"/>
                    </a:lnTo>
                    <a:lnTo>
                      <a:pt x="224" y="0"/>
                    </a:lnTo>
                    <a:lnTo>
                      <a:pt x="225" y="0"/>
                    </a:lnTo>
                    <a:lnTo>
                      <a:pt x="227" y="0"/>
                    </a:lnTo>
                    <a:lnTo>
                      <a:pt x="228" y="0"/>
                    </a:lnTo>
                    <a:lnTo>
                      <a:pt x="229" y="0"/>
                    </a:lnTo>
                    <a:lnTo>
                      <a:pt x="231" y="0"/>
                    </a:lnTo>
                    <a:lnTo>
                      <a:pt x="232" y="0"/>
                    </a:lnTo>
                    <a:lnTo>
                      <a:pt x="233" y="0"/>
                    </a:lnTo>
                    <a:lnTo>
                      <a:pt x="235" y="0"/>
                    </a:lnTo>
                    <a:lnTo>
                      <a:pt x="236" y="0"/>
                    </a:lnTo>
                    <a:lnTo>
                      <a:pt x="237" y="0"/>
                    </a:lnTo>
                    <a:lnTo>
                      <a:pt x="239" y="0"/>
                    </a:lnTo>
                    <a:lnTo>
                      <a:pt x="240" y="0"/>
                    </a:lnTo>
                    <a:lnTo>
                      <a:pt x="241" y="0"/>
                    </a:lnTo>
                    <a:lnTo>
                      <a:pt x="243" y="0"/>
                    </a:lnTo>
                    <a:lnTo>
                      <a:pt x="244" y="0"/>
                    </a:lnTo>
                    <a:lnTo>
                      <a:pt x="246" y="0"/>
                    </a:lnTo>
                    <a:lnTo>
                      <a:pt x="247" y="0"/>
                    </a:lnTo>
                    <a:lnTo>
                      <a:pt x="248" y="0"/>
                    </a:lnTo>
                    <a:lnTo>
                      <a:pt x="250" y="0"/>
                    </a:lnTo>
                    <a:lnTo>
                      <a:pt x="251" y="0"/>
                    </a:lnTo>
                    <a:lnTo>
                      <a:pt x="252" y="0"/>
                    </a:lnTo>
                    <a:lnTo>
                      <a:pt x="254" y="0"/>
                    </a:lnTo>
                    <a:lnTo>
                      <a:pt x="255" y="0"/>
                    </a:lnTo>
                    <a:lnTo>
                      <a:pt x="256" y="0"/>
                    </a:lnTo>
                    <a:lnTo>
                      <a:pt x="258" y="0"/>
                    </a:lnTo>
                    <a:lnTo>
                      <a:pt x="259" y="0"/>
                    </a:lnTo>
                    <a:lnTo>
                      <a:pt x="260" y="0"/>
                    </a:lnTo>
                    <a:lnTo>
                      <a:pt x="262" y="0"/>
                    </a:lnTo>
                    <a:lnTo>
                      <a:pt x="263" y="0"/>
                    </a:lnTo>
                    <a:lnTo>
                      <a:pt x="264" y="0"/>
                    </a:lnTo>
                    <a:lnTo>
                      <a:pt x="266" y="0"/>
                    </a:lnTo>
                    <a:lnTo>
                      <a:pt x="267" y="0"/>
                    </a:lnTo>
                    <a:lnTo>
                      <a:pt x="268" y="0"/>
                    </a:lnTo>
                    <a:lnTo>
                      <a:pt x="270" y="0"/>
                    </a:lnTo>
                    <a:lnTo>
                      <a:pt x="271" y="0"/>
                    </a:lnTo>
                    <a:lnTo>
                      <a:pt x="272" y="0"/>
                    </a:lnTo>
                    <a:lnTo>
                      <a:pt x="274" y="0"/>
                    </a:lnTo>
                    <a:lnTo>
                      <a:pt x="275" y="0"/>
                    </a:lnTo>
                    <a:lnTo>
                      <a:pt x="276" y="0"/>
                    </a:lnTo>
                    <a:lnTo>
                      <a:pt x="278" y="0"/>
                    </a:lnTo>
                    <a:lnTo>
                      <a:pt x="279" y="0"/>
                    </a:lnTo>
                    <a:lnTo>
                      <a:pt x="280" y="0"/>
                    </a:lnTo>
                    <a:lnTo>
                      <a:pt x="282" y="0"/>
                    </a:lnTo>
                    <a:lnTo>
                      <a:pt x="283" y="0"/>
                    </a:lnTo>
                    <a:lnTo>
                      <a:pt x="284" y="0"/>
                    </a:lnTo>
                    <a:lnTo>
                      <a:pt x="286" y="0"/>
                    </a:lnTo>
                    <a:lnTo>
                      <a:pt x="287" y="0"/>
                    </a:lnTo>
                    <a:lnTo>
                      <a:pt x="289" y="0"/>
                    </a:lnTo>
                    <a:lnTo>
                      <a:pt x="290" y="0"/>
                    </a:lnTo>
                    <a:lnTo>
                      <a:pt x="291" y="0"/>
                    </a:lnTo>
                    <a:lnTo>
                      <a:pt x="293" y="0"/>
                    </a:lnTo>
                    <a:lnTo>
                      <a:pt x="294" y="0"/>
                    </a:lnTo>
                    <a:lnTo>
                      <a:pt x="295" y="0"/>
                    </a:lnTo>
                    <a:lnTo>
                      <a:pt x="297" y="0"/>
                    </a:lnTo>
                    <a:lnTo>
                      <a:pt x="298" y="0"/>
                    </a:lnTo>
                    <a:lnTo>
                      <a:pt x="299" y="0"/>
                    </a:lnTo>
                    <a:lnTo>
                      <a:pt x="301" y="0"/>
                    </a:lnTo>
                    <a:lnTo>
                      <a:pt x="302" y="0"/>
                    </a:lnTo>
                    <a:lnTo>
                      <a:pt x="303" y="0"/>
                    </a:lnTo>
                    <a:lnTo>
                      <a:pt x="305" y="0"/>
                    </a:lnTo>
                    <a:lnTo>
                      <a:pt x="306" y="0"/>
                    </a:lnTo>
                    <a:lnTo>
                      <a:pt x="307" y="0"/>
                    </a:lnTo>
                    <a:lnTo>
                      <a:pt x="309" y="0"/>
                    </a:lnTo>
                    <a:lnTo>
                      <a:pt x="310" y="0"/>
                    </a:lnTo>
                    <a:lnTo>
                      <a:pt x="311" y="0"/>
                    </a:lnTo>
                    <a:lnTo>
                      <a:pt x="313" y="0"/>
                    </a:lnTo>
                    <a:lnTo>
                      <a:pt x="314" y="0"/>
                    </a:lnTo>
                    <a:lnTo>
                      <a:pt x="315" y="0"/>
                    </a:lnTo>
                    <a:lnTo>
                      <a:pt x="317" y="0"/>
                    </a:lnTo>
                    <a:lnTo>
                      <a:pt x="318" y="0"/>
                    </a:lnTo>
                    <a:lnTo>
                      <a:pt x="319" y="0"/>
                    </a:lnTo>
                    <a:lnTo>
                      <a:pt x="321" y="0"/>
                    </a:lnTo>
                    <a:lnTo>
                      <a:pt x="322" y="0"/>
                    </a:lnTo>
                    <a:lnTo>
                      <a:pt x="323" y="0"/>
                    </a:lnTo>
                    <a:lnTo>
                      <a:pt x="325" y="0"/>
                    </a:lnTo>
                    <a:lnTo>
                      <a:pt x="326" y="0"/>
                    </a:lnTo>
                    <a:lnTo>
                      <a:pt x="327" y="0"/>
                    </a:lnTo>
                    <a:lnTo>
                      <a:pt x="329" y="0"/>
                    </a:lnTo>
                    <a:lnTo>
                      <a:pt x="330" y="0"/>
                    </a:lnTo>
                    <a:lnTo>
                      <a:pt x="332" y="0"/>
                    </a:lnTo>
                    <a:lnTo>
                      <a:pt x="333" y="0"/>
                    </a:lnTo>
                    <a:lnTo>
                      <a:pt x="334" y="0"/>
                    </a:lnTo>
                    <a:lnTo>
                      <a:pt x="336" y="0"/>
                    </a:lnTo>
                    <a:lnTo>
                      <a:pt x="337" y="0"/>
                    </a:lnTo>
                    <a:lnTo>
                      <a:pt x="338" y="0"/>
                    </a:lnTo>
                    <a:lnTo>
                      <a:pt x="340" y="0"/>
                    </a:lnTo>
                    <a:lnTo>
                      <a:pt x="341" y="0"/>
                    </a:lnTo>
                    <a:lnTo>
                      <a:pt x="342" y="0"/>
                    </a:lnTo>
                    <a:lnTo>
                      <a:pt x="344" y="0"/>
                    </a:lnTo>
                    <a:lnTo>
                      <a:pt x="345" y="0"/>
                    </a:lnTo>
                    <a:lnTo>
                      <a:pt x="346" y="0"/>
                    </a:lnTo>
                    <a:lnTo>
                      <a:pt x="348" y="0"/>
                    </a:lnTo>
                    <a:lnTo>
                      <a:pt x="349" y="0"/>
                    </a:lnTo>
                    <a:lnTo>
                      <a:pt x="350" y="0"/>
                    </a:lnTo>
                    <a:lnTo>
                      <a:pt x="352" y="0"/>
                    </a:lnTo>
                    <a:lnTo>
                      <a:pt x="353" y="0"/>
                    </a:lnTo>
                    <a:lnTo>
                      <a:pt x="354" y="0"/>
                    </a:lnTo>
                    <a:lnTo>
                      <a:pt x="356" y="0"/>
                    </a:lnTo>
                    <a:lnTo>
                      <a:pt x="357" y="0"/>
                    </a:lnTo>
                    <a:lnTo>
                      <a:pt x="358" y="0"/>
                    </a:lnTo>
                    <a:lnTo>
                      <a:pt x="360" y="0"/>
                    </a:lnTo>
                    <a:lnTo>
                      <a:pt x="361" y="0"/>
                    </a:lnTo>
                    <a:lnTo>
                      <a:pt x="362" y="0"/>
                    </a:lnTo>
                    <a:lnTo>
                      <a:pt x="364" y="0"/>
                    </a:lnTo>
                    <a:lnTo>
                      <a:pt x="365" y="0"/>
                    </a:lnTo>
                    <a:lnTo>
                      <a:pt x="366" y="0"/>
                    </a:lnTo>
                    <a:lnTo>
                      <a:pt x="368" y="0"/>
                    </a:lnTo>
                    <a:lnTo>
                      <a:pt x="369" y="0"/>
                    </a:lnTo>
                    <a:lnTo>
                      <a:pt x="370" y="0"/>
                    </a:lnTo>
                    <a:lnTo>
                      <a:pt x="372" y="0"/>
                    </a:lnTo>
                    <a:lnTo>
                      <a:pt x="373" y="0"/>
                    </a:lnTo>
                    <a:lnTo>
                      <a:pt x="375" y="0"/>
                    </a:lnTo>
                    <a:lnTo>
                      <a:pt x="376" y="0"/>
                    </a:lnTo>
                    <a:lnTo>
                      <a:pt x="377" y="0"/>
                    </a:lnTo>
                    <a:lnTo>
                      <a:pt x="379" y="0"/>
                    </a:lnTo>
                    <a:lnTo>
                      <a:pt x="380" y="0"/>
                    </a:lnTo>
                    <a:lnTo>
                      <a:pt x="381" y="0"/>
                    </a:lnTo>
                    <a:lnTo>
                      <a:pt x="383" y="0"/>
                    </a:lnTo>
                    <a:lnTo>
                      <a:pt x="384" y="0"/>
                    </a:lnTo>
                    <a:lnTo>
                      <a:pt x="385" y="0"/>
                    </a:lnTo>
                    <a:lnTo>
                      <a:pt x="387" y="0"/>
                    </a:lnTo>
                    <a:lnTo>
                      <a:pt x="388" y="0"/>
                    </a:lnTo>
                    <a:lnTo>
                      <a:pt x="389" y="0"/>
                    </a:lnTo>
                    <a:lnTo>
                      <a:pt x="391" y="0"/>
                    </a:lnTo>
                    <a:lnTo>
                      <a:pt x="392" y="0"/>
                    </a:lnTo>
                    <a:lnTo>
                      <a:pt x="393" y="0"/>
                    </a:lnTo>
                    <a:lnTo>
                      <a:pt x="395" y="0"/>
                    </a:lnTo>
                    <a:lnTo>
                      <a:pt x="396" y="0"/>
                    </a:lnTo>
                    <a:lnTo>
                      <a:pt x="397" y="0"/>
                    </a:lnTo>
                    <a:lnTo>
                      <a:pt x="399" y="0"/>
                    </a:lnTo>
                    <a:lnTo>
                      <a:pt x="400" y="0"/>
                    </a:lnTo>
                    <a:lnTo>
                      <a:pt x="401" y="0"/>
                    </a:lnTo>
                    <a:lnTo>
                      <a:pt x="403" y="0"/>
                    </a:lnTo>
                    <a:lnTo>
                      <a:pt x="404" y="0"/>
                    </a:lnTo>
                    <a:lnTo>
                      <a:pt x="405" y="0"/>
                    </a:lnTo>
                    <a:lnTo>
                      <a:pt x="407" y="0"/>
                    </a:lnTo>
                    <a:lnTo>
                      <a:pt x="408" y="0"/>
                    </a:lnTo>
                    <a:lnTo>
                      <a:pt x="409" y="0"/>
                    </a:lnTo>
                    <a:lnTo>
                      <a:pt x="411" y="0"/>
                    </a:lnTo>
                    <a:lnTo>
                      <a:pt x="412" y="0"/>
                    </a:lnTo>
                    <a:lnTo>
                      <a:pt x="414" y="0"/>
                    </a:lnTo>
                    <a:lnTo>
                      <a:pt x="415" y="0"/>
                    </a:lnTo>
                    <a:lnTo>
                      <a:pt x="416" y="0"/>
                    </a:lnTo>
                    <a:lnTo>
                      <a:pt x="418" y="0"/>
                    </a:lnTo>
                    <a:lnTo>
                      <a:pt x="419" y="0"/>
                    </a:lnTo>
                    <a:lnTo>
                      <a:pt x="420" y="0"/>
                    </a:lnTo>
                    <a:lnTo>
                      <a:pt x="422" y="0"/>
                    </a:lnTo>
                    <a:lnTo>
                      <a:pt x="423" y="0"/>
                    </a:lnTo>
                    <a:lnTo>
                      <a:pt x="424" y="0"/>
                    </a:lnTo>
                    <a:lnTo>
                      <a:pt x="426" y="0"/>
                    </a:lnTo>
                    <a:lnTo>
                      <a:pt x="427" y="0"/>
                    </a:lnTo>
                    <a:lnTo>
                      <a:pt x="428" y="0"/>
                    </a:lnTo>
                    <a:lnTo>
                      <a:pt x="430" y="0"/>
                    </a:lnTo>
                    <a:lnTo>
                      <a:pt x="431" y="0"/>
                    </a:lnTo>
                    <a:lnTo>
                      <a:pt x="432" y="0"/>
                    </a:lnTo>
                    <a:lnTo>
                      <a:pt x="434" y="0"/>
                    </a:lnTo>
                    <a:lnTo>
                      <a:pt x="435" y="0"/>
                    </a:lnTo>
                    <a:lnTo>
                      <a:pt x="436" y="0"/>
                    </a:lnTo>
                    <a:lnTo>
                      <a:pt x="438" y="0"/>
                    </a:lnTo>
                    <a:lnTo>
                      <a:pt x="439" y="0"/>
                    </a:lnTo>
                    <a:lnTo>
                      <a:pt x="440" y="0"/>
                    </a:lnTo>
                    <a:lnTo>
                      <a:pt x="442" y="0"/>
                    </a:lnTo>
                    <a:lnTo>
                      <a:pt x="443" y="0"/>
                    </a:lnTo>
                    <a:lnTo>
                      <a:pt x="444" y="0"/>
                    </a:lnTo>
                    <a:lnTo>
                      <a:pt x="446" y="0"/>
                    </a:lnTo>
                    <a:lnTo>
                      <a:pt x="447" y="0"/>
                    </a:lnTo>
                    <a:lnTo>
                      <a:pt x="448" y="0"/>
                    </a:lnTo>
                    <a:lnTo>
                      <a:pt x="450" y="0"/>
                    </a:lnTo>
                    <a:lnTo>
                      <a:pt x="451" y="0"/>
                    </a:lnTo>
                    <a:lnTo>
                      <a:pt x="452" y="0"/>
                    </a:lnTo>
                    <a:lnTo>
                      <a:pt x="454" y="0"/>
                    </a:lnTo>
                    <a:lnTo>
                      <a:pt x="455" y="0"/>
                    </a:lnTo>
                    <a:lnTo>
                      <a:pt x="457" y="0"/>
                    </a:lnTo>
                    <a:lnTo>
                      <a:pt x="458" y="0"/>
                    </a:lnTo>
                    <a:lnTo>
                      <a:pt x="459" y="0"/>
                    </a:lnTo>
                    <a:lnTo>
                      <a:pt x="461" y="0"/>
                    </a:lnTo>
                    <a:lnTo>
                      <a:pt x="462" y="0"/>
                    </a:lnTo>
                    <a:lnTo>
                      <a:pt x="463" y="0"/>
                    </a:lnTo>
                    <a:lnTo>
                      <a:pt x="465" y="0"/>
                    </a:lnTo>
                    <a:lnTo>
                      <a:pt x="466" y="0"/>
                    </a:lnTo>
                    <a:lnTo>
                      <a:pt x="467" y="0"/>
                    </a:lnTo>
                    <a:lnTo>
                      <a:pt x="469" y="0"/>
                    </a:lnTo>
                    <a:lnTo>
                      <a:pt x="470" y="0"/>
                    </a:lnTo>
                    <a:lnTo>
                      <a:pt x="471" y="0"/>
                    </a:lnTo>
                    <a:lnTo>
                      <a:pt x="473" y="0"/>
                    </a:lnTo>
                    <a:lnTo>
                      <a:pt x="474" y="0"/>
                    </a:lnTo>
                    <a:lnTo>
                      <a:pt x="475" y="0"/>
                    </a:lnTo>
                    <a:lnTo>
                      <a:pt x="477" y="0"/>
                    </a:lnTo>
                    <a:lnTo>
                      <a:pt x="478" y="0"/>
                    </a:lnTo>
                    <a:lnTo>
                      <a:pt x="479" y="0"/>
                    </a:lnTo>
                    <a:lnTo>
                      <a:pt x="481" y="0"/>
                    </a:lnTo>
                    <a:lnTo>
                      <a:pt x="482" y="0"/>
                    </a:lnTo>
                    <a:lnTo>
                      <a:pt x="483" y="0"/>
                    </a:lnTo>
                    <a:lnTo>
                      <a:pt x="485" y="0"/>
                    </a:lnTo>
                    <a:lnTo>
                      <a:pt x="486" y="0"/>
                    </a:lnTo>
                    <a:lnTo>
                      <a:pt x="487" y="0"/>
                    </a:lnTo>
                    <a:lnTo>
                      <a:pt x="489" y="0"/>
                    </a:lnTo>
                    <a:lnTo>
                      <a:pt x="490" y="0"/>
                    </a:lnTo>
                    <a:lnTo>
                      <a:pt x="491" y="0"/>
                    </a:lnTo>
                    <a:lnTo>
                      <a:pt x="493" y="0"/>
                    </a:lnTo>
                    <a:lnTo>
                      <a:pt x="494" y="0"/>
                    </a:lnTo>
                    <a:lnTo>
                      <a:pt x="495" y="0"/>
                    </a:lnTo>
                    <a:lnTo>
                      <a:pt x="497" y="0"/>
                    </a:lnTo>
                    <a:lnTo>
                      <a:pt x="498" y="0"/>
                    </a:lnTo>
                    <a:lnTo>
                      <a:pt x="500" y="0"/>
                    </a:lnTo>
                    <a:lnTo>
                      <a:pt x="501" y="0"/>
                    </a:lnTo>
                    <a:lnTo>
                      <a:pt x="502" y="0"/>
                    </a:lnTo>
                    <a:lnTo>
                      <a:pt x="504" y="0"/>
                    </a:lnTo>
                    <a:lnTo>
                      <a:pt x="505" y="0"/>
                    </a:lnTo>
                    <a:lnTo>
                      <a:pt x="506" y="0"/>
                    </a:lnTo>
                    <a:lnTo>
                      <a:pt x="508" y="0"/>
                    </a:lnTo>
                    <a:lnTo>
                      <a:pt x="509" y="0"/>
                    </a:lnTo>
                    <a:lnTo>
                      <a:pt x="510" y="0"/>
                    </a:lnTo>
                    <a:lnTo>
                      <a:pt x="512" y="0"/>
                    </a:lnTo>
                    <a:lnTo>
                      <a:pt x="513" y="0"/>
                    </a:lnTo>
                    <a:lnTo>
                      <a:pt x="514" y="0"/>
                    </a:lnTo>
                    <a:lnTo>
                      <a:pt x="516" y="0"/>
                    </a:lnTo>
                    <a:lnTo>
                      <a:pt x="517" y="0"/>
                    </a:lnTo>
                    <a:lnTo>
                      <a:pt x="518" y="0"/>
                    </a:lnTo>
                    <a:lnTo>
                      <a:pt x="520" y="0"/>
                    </a:lnTo>
                    <a:lnTo>
                      <a:pt x="521" y="0"/>
                    </a:lnTo>
                    <a:lnTo>
                      <a:pt x="522" y="0"/>
                    </a:lnTo>
                    <a:lnTo>
                      <a:pt x="524" y="0"/>
                    </a:lnTo>
                    <a:lnTo>
                      <a:pt x="525" y="0"/>
                    </a:lnTo>
                    <a:lnTo>
                      <a:pt x="526" y="0"/>
                    </a:lnTo>
                    <a:lnTo>
                      <a:pt x="528" y="0"/>
                    </a:lnTo>
                    <a:lnTo>
                      <a:pt x="529" y="0"/>
                    </a:lnTo>
                    <a:lnTo>
                      <a:pt x="530" y="0"/>
                    </a:lnTo>
                    <a:lnTo>
                      <a:pt x="532" y="0"/>
                    </a:lnTo>
                    <a:lnTo>
                      <a:pt x="533" y="0"/>
                    </a:lnTo>
                    <a:lnTo>
                      <a:pt x="534" y="0"/>
                    </a:lnTo>
                    <a:lnTo>
                      <a:pt x="536" y="0"/>
                    </a:lnTo>
                    <a:lnTo>
                      <a:pt x="537" y="0"/>
                    </a:lnTo>
                    <a:lnTo>
                      <a:pt x="538" y="0"/>
                    </a:lnTo>
                    <a:lnTo>
                      <a:pt x="540" y="0"/>
                    </a:lnTo>
                    <a:lnTo>
                      <a:pt x="541" y="0"/>
                    </a:lnTo>
                    <a:lnTo>
                      <a:pt x="543" y="0"/>
                    </a:lnTo>
                    <a:lnTo>
                      <a:pt x="544" y="0"/>
                    </a:lnTo>
                    <a:lnTo>
                      <a:pt x="545" y="0"/>
                    </a:lnTo>
                    <a:lnTo>
                      <a:pt x="547" y="0"/>
                    </a:lnTo>
                    <a:lnTo>
                      <a:pt x="548" y="0"/>
                    </a:lnTo>
                    <a:lnTo>
                      <a:pt x="549" y="0"/>
                    </a:lnTo>
                    <a:lnTo>
                      <a:pt x="551" y="0"/>
                    </a:lnTo>
                    <a:lnTo>
                      <a:pt x="552" y="0"/>
                    </a:lnTo>
                    <a:lnTo>
                      <a:pt x="553" y="0"/>
                    </a:lnTo>
                    <a:lnTo>
                      <a:pt x="555" y="0"/>
                    </a:lnTo>
                    <a:lnTo>
                      <a:pt x="556" y="0"/>
                    </a:lnTo>
                    <a:lnTo>
                      <a:pt x="557" y="0"/>
                    </a:lnTo>
                    <a:lnTo>
                      <a:pt x="559" y="0"/>
                    </a:lnTo>
                    <a:lnTo>
                      <a:pt x="560" y="0"/>
                    </a:lnTo>
                    <a:lnTo>
                      <a:pt x="561" y="0"/>
                    </a:lnTo>
                    <a:lnTo>
                      <a:pt x="563" y="0"/>
                    </a:lnTo>
                    <a:lnTo>
                      <a:pt x="564" y="0"/>
                    </a:lnTo>
                    <a:lnTo>
                      <a:pt x="565" y="0"/>
                    </a:lnTo>
                    <a:lnTo>
                      <a:pt x="567" y="0"/>
                    </a:lnTo>
                    <a:lnTo>
                      <a:pt x="568" y="0"/>
                    </a:lnTo>
                    <a:lnTo>
                      <a:pt x="569" y="0"/>
                    </a:lnTo>
                    <a:lnTo>
                      <a:pt x="571" y="0"/>
                    </a:lnTo>
                    <a:lnTo>
                      <a:pt x="572" y="0"/>
                    </a:lnTo>
                    <a:lnTo>
                      <a:pt x="573" y="0"/>
                    </a:lnTo>
                    <a:lnTo>
                      <a:pt x="575" y="0"/>
                    </a:lnTo>
                    <a:lnTo>
                      <a:pt x="576" y="0"/>
                    </a:lnTo>
                    <a:lnTo>
                      <a:pt x="577" y="0"/>
                    </a:lnTo>
                    <a:lnTo>
                      <a:pt x="579" y="0"/>
                    </a:lnTo>
                    <a:lnTo>
                      <a:pt x="580" y="0"/>
                    </a:lnTo>
                    <a:lnTo>
                      <a:pt x="582" y="0"/>
                    </a:lnTo>
                    <a:lnTo>
                      <a:pt x="583" y="0"/>
                    </a:lnTo>
                    <a:lnTo>
                      <a:pt x="584" y="0"/>
                    </a:lnTo>
                    <a:lnTo>
                      <a:pt x="586" y="0"/>
                    </a:lnTo>
                    <a:lnTo>
                      <a:pt x="587" y="0"/>
                    </a:lnTo>
                    <a:lnTo>
                      <a:pt x="588" y="0"/>
                    </a:lnTo>
                    <a:lnTo>
                      <a:pt x="590" y="0"/>
                    </a:lnTo>
                    <a:lnTo>
                      <a:pt x="591" y="0"/>
                    </a:lnTo>
                    <a:lnTo>
                      <a:pt x="592" y="0"/>
                    </a:lnTo>
                    <a:lnTo>
                      <a:pt x="594" y="0"/>
                    </a:lnTo>
                    <a:lnTo>
                      <a:pt x="595" y="0"/>
                    </a:lnTo>
                    <a:lnTo>
                      <a:pt x="596" y="0"/>
                    </a:lnTo>
                    <a:lnTo>
                      <a:pt x="598" y="0"/>
                    </a:lnTo>
                    <a:lnTo>
                      <a:pt x="599" y="0"/>
                    </a:lnTo>
                    <a:lnTo>
                      <a:pt x="600" y="0"/>
                    </a:lnTo>
                    <a:lnTo>
                      <a:pt x="602" y="0"/>
                    </a:lnTo>
                    <a:lnTo>
                      <a:pt x="603" y="0"/>
                    </a:lnTo>
                    <a:lnTo>
                      <a:pt x="604" y="0"/>
                    </a:lnTo>
                    <a:lnTo>
                      <a:pt x="606" y="0"/>
                    </a:lnTo>
                    <a:lnTo>
                      <a:pt x="607" y="0"/>
                    </a:lnTo>
                    <a:lnTo>
                      <a:pt x="608" y="0"/>
                    </a:lnTo>
                    <a:lnTo>
                      <a:pt x="610" y="0"/>
                    </a:lnTo>
                    <a:lnTo>
                      <a:pt x="611" y="0"/>
                    </a:lnTo>
                    <a:lnTo>
                      <a:pt x="612" y="0"/>
                    </a:lnTo>
                    <a:lnTo>
                      <a:pt x="614" y="0"/>
                    </a:lnTo>
                    <a:lnTo>
                      <a:pt x="615" y="0"/>
                    </a:lnTo>
                    <a:lnTo>
                      <a:pt x="616" y="0"/>
                    </a:lnTo>
                    <a:lnTo>
                      <a:pt x="618" y="0"/>
                    </a:lnTo>
                    <a:lnTo>
                      <a:pt x="619" y="0"/>
                    </a:lnTo>
                    <a:lnTo>
                      <a:pt x="620" y="0"/>
                    </a:lnTo>
                    <a:lnTo>
                      <a:pt x="622" y="0"/>
                    </a:lnTo>
                    <a:lnTo>
                      <a:pt x="623" y="0"/>
                    </a:lnTo>
                    <a:lnTo>
                      <a:pt x="625" y="0"/>
                    </a:lnTo>
                    <a:lnTo>
                      <a:pt x="626" y="0"/>
                    </a:lnTo>
                    <a:lnTo>
                      <a:pt x="627" y="0"/>
                    </a:lnTo>
                    <a:lnTo>
                      <a:pt x="629" y="0"/>
                    </a:lnTo>
                    <a:lnTo>
                      <a:pt x="630" y="0"/>
                    </a:lnTo>
                    <a:lnTo>
                      <a:pt x="631" y="0"/>
                    </a:lnTo>
                    <a:lnTo>
                      <a:pt x="633" y="0"/>
                    </a:lnTo>
                    <a:lnTo>
                      <a:pt x="634" y="0"/>
                    </a:lnTo>
                    <a:lnTo>
                      <a:pt x="635" y="0"/>
                    </a:lnTo>
                    <a:lnTo>
                      <a:pt x="637" y="0"/>
                    </a:lnTo>
                    <a:lnTo>
                      <a:pt x="638" y="0"/>
                    </a:lnTo>
                    <a:lnTo>
                      <a:pt x="639" y="0"/>
                    </a:lnTo>
                    <a:lnTo>
                      <a:pt x="641" y="0"/>
                    </a:lnTo>
                    <a:lnTo>
                      <a:pt x="642" y="0"/>
                    </a:lnTo>
                    <a:lnTo>
                      <a:pt x="643" y="0"/>
                    </a:lnTo>
                    <a:lnTo>
                      <a:pt x="645" y="0"/>
                    </a:lnTo>
                    <a:lnTo>
                      <a:pt x="646" y="0"/>
                    </a:lnTo>
                    <a:lnTo>
                      <a:pt x="647" y="0"/>
                    </a:lnTo>
                    <a:lnTo>
                      <a:pt x="649" y="0"/>
                    </a:lnTo>
                    <a:lnTo>
                      <a:pt x="650" y="0"/>
                    </a:lnTo>
                    <a:lnTo>
                      <a:pt x="651" y="0"/>
                    </a:lnTo>
                    <a:lnTo>
                      <a:pt x="653" y="0"/>
                    </a:lnTo>
                    <a:lnTo>
                      <a:pt x="654" y="0"/>
                    </a:lnTo>
                    <a:lnTo>
                      <a:pt x="655" y="0"/>
                    </a:lnTo>
                    <a:lnTo>
                      <a:pt x="657" y="0"/>
                    </a:lnTo>
                    <a:lnTo>
                      <a:pt x="658" y="0"/>
                    </a:lnTo>
                    <a:lnTo>
                      <a:pt x="659" y="0"/>
                    </a:lnTo>
                    <a:lnTo>
                      <a:pt x="661" y="0"/>
                    </a:lnTo>
                    <a:lnTo>
                      <a:pt x="662" y="0"/>
                    </a:lnTo>
                    <a:lnTo>
                      <a:pt x="663" y="0"/>
                    </a:lnTo>
                    <a:lnTo>
                      <a:pt x="665" y="0"/>
                    </a:lnTo>
                    <a:lnTo>
                      <a:pt x="666" y="0"/>
                    </a:lnTo>
                    <a:lnTo>
                      <a:pt x="668" y="0"/>
                    </a:lnTo>
                    <a:lnTo>
                      <a:pt x="669" y="0"/>
                    </a:lnTo>
                    <a:lnTo>
                      <a:pt x="670" y="0"/>
                    </a:lnTo>
                    <a:lnTo>
                      <a:pt x="672" y="0"/>
                    </a:lnTo>
                    <a:lnTo>
                      <a:pt x="673" y="0"/>
                    </a:lnTo>
                    <a:lnTo>
                      <a:pt x="674" y="0"/>
                    </a:lnTo>
                    <a:lnTo>
                      <a:pt x="676" y="0"/>
                    </a:lnTo>
                    <a:lnTo>
                      <a:pt x="677" y="0"/>
                    </a:lnTo>
                    <a:lnTo>
                      <a:pt x="678" y="0"/>
                    </a:lnTo>
                    <a:lnTo>
                      <a:pt x="680" y="0"/>
                    </a:lnTo>
                    <a:lnTo>
                      <a:pt x="681" y="0"/>
                    </a:lnTo>
                    <a:lnTo>
                      <a:pt x="682" y="0"/>
                    </a:lnTo>
                    <a:lnTo>
                      <a:pt x="684" y="0"/>
                    </a:lnTo>
                    <a:lnTo>
                      <a:pt x="685" y="0"/>
                    </a:lnTo>
                    <a:lnTo>
                      <a:pt x="686" y="0"/>
                    </a:lnTo>
                    <a:lnTo>
                      <a:pt x="688" y="0"/>
                    </a:lnTo>
                    <a:lnTo>
                      <a:pt x="689" y="0"/>
                    </a:lnTo>
                    <a:lnTo>
                      <a:pt x="690" y="0"/>
                    </a:lnTo>
                    <a:lnTo>
                      <a:pt x="692" y="0"/>
                    </a:lnTo>
                    <a:lnTo>
                      <a:pt x="693" y="0"/>
                    </a:lnTo>
                    <a:lnTo>
                      <a:pt x="694" y="0"/>
                    </a:lnTo>
                    <a:lnTo>
                      <a:pt x="696" y="0"/>
                    </a:lnTo>
                    <a:lnTo>
                      <a:pt x="697" y="0"/>
                    </a:lnTo>
                    <a:lnTo>
                      <a:pt x="698" y="0"/>
                    </a:lnTo>
                    <a:lnTo>
                      <a:pt x="700" y="0"/>
                    </a:lnTo>
                    <a:lnTo>
                      <a:pt x="701" y="0"/>
                    </a:lnTo>
                    <a:lnTo>
                      <a:pt x="702" y="0"/>
                    </a:lnTo>
                    <a:lnTo>
                      <a:pt x="704" y="0"/>
                    </a:lnTo>
                    <a:lnTo>
                      <a:pt x="705" y="0"/>
                    </a:lnTo>
                    <a:lnTo>
                      <a:pt x="706" y="0"/>
                    </a:lnTo>
                    <a:lnTo>
                      <a:pt x="708" y="0"/>
                    </a:lnTo>
                    <a:lnTo>
                      <a:pt x="709" y="0"/>
                    </a:lnTo>
                    <a:lnTo>
                      <a:pt x="711" y="0"/>
                    </a:lnTo>
                    <a:lnTo>
                      <a:pt x="712" y="0"/>
                    </a:lnTo>
                    <a:lnTo>
                      <a:pt x="713" y="0"/>
                    </a:lnTo>
                    <a:lnTo>
                      <a:pt x="715" y="0"/>
                    </a:lnTo>
                    <a:lnTo>
                      <a:pt x="716" y="0"/>
                    </a:lnTo>
                    <a:lnTo>
                      <a:pt x="717" y="0"/>
                    </a:lnTo>
                    <a:lnTo>
                      <a:pt x="719" y="0"/>
                    </a:lnTo>
                    <a:lnTo>
                      <a:pt x="720" y="0"/>
                    </a:lnTo>
                    <a:lnTo>
                      <a:pt x="721" y="0"/>
                    </a:lnTo>
                    <a:lnTo>
                      <a:pt x="723" y="0"/>
                    </a:lnTo>
                    <a:lnTo>
                      <a:pt x="724" y="0"/>
                    </a:lnTo>
                    <a:lnTo>
                      <a:pt x="725" y="0"/>
                    </a:lnTo>
                    <a:lnTo>
                      <a:pt x="727" y="0"/>
                    </a:lnTo>
                    <a:lnTo>
                      <a:pt x="728" y="0"/>
                    </a:lnTo>
                    <a:lnTo>
                      <a:pt x="729" y="0"/>
                    </a:lnTo>
                    <a:lnTo>
                      <a:pt x="731" y="0"/>
                    </a:lnTo>
                    <a:lnTo>
                      <a:pt x="732" y="0"/>
                    </a:lnTo>
                    <a:lnTo>
                      <a:pt x="733" y="0"/>
                    </a:lnTo>
                    <a:lnTo>
                      <a:pt x="735" y="0"/>
                    </a:lnTo>
                    <a:lnTo>
                      <a:pt x="736" y="0"/>
                    </a:lnTo>
                    <a:lnTo>
                      <a:pt x="737" y="0"/>
                    </a:lnTo>
                    <a:lnTo>
                      <a:pt x="739" y="0"/>
                    </a:lnTo>
                    <a:lnTo>
                      <a:pt x="740" y="0"/>
                    </a:lnTo>
                    <a:lnTo>
                      <a:pt x="741" y="0"/>
                    </a:lnTo>
                    <a:lnTo>
                      <a:pt x="743" y="0"/>
                    </a:lnTo>
                    <a:lnTo>
                      <a:pt x="744" y="0"/>
                    </a:lnTo>
                    <a:lnTo>
                      <a:pt x="745" y="0"/>
                    </a:lnTo>
                    <a:lnTo>
                      <a:pt x="747" y="0"/>
                    </a:lnTo>
                    <a:lnTo>
                      <a:pt x="748" y="0"/>
                    </a:lnTo>
                    <a:lnTo>
                      <a:pt x="750" y="0"/>
                    </a:lnTo>
                    <a:lnTo>
                      <a:pt x="751" y="0"/>
                    </a:lnTo>
                    <a:lnTo>
                      <a:pt x="752" y="0"/>
                    </a:lnTo>
                    <a:lnTo>
                      <a:pt x="754" y="0"/>
                    </a:lnTo>
                    <a:lnTo>
                      <a:pt x="755" y="0"/>
                    </a:lnTo>
                    <a:lnTo>
                      <a:pt x="756" y="0"/>
                    </a:lnTo>
                    <a:lnTo>
                      <a:pt x="758" y="0"/>
                    </a:lnTo>
                    <a:lnTo>
                      <a:pt x="759" y="0"/>
                    </a:lnTo>
                    <a:lnTo>
                      <a:pt x="760" y="0"/>
                    </a:lnTo>
                    <a:lnTo>
                      <a:pt x="762" y="0"/>
                    </a:lnTo>
                    <a:lnTo>
                      <a:pt x="763" y="0"/>
                    </a:lnTo>
                    <a:lnTo>
                      <a:pt x="764" y="0"/>
                    </a:lnTo>
                    <a:lnTo>
                      <a:pt x="766" y="0"/>
                    </a:lnTo>
                    <a:lnTo>
                      <a:pt x="767" y="0"/>
                    </a:lnTo>
                    <a:lnTo>
                      <a:pt x="768" y="0"/>
                    </a:lnTo>
                    <a:lnTo>
                      <a:pt x="770" y="0"/>
                    </a:lnTo>
                    <a:lnTo>
                      <a:pt x="771" y="0"/>
                    </a:lnTo>
                    <a:lnTo>
                      <a:pt x="772" y="0"/>
                    </a:lnTo>
                    <a:lnTo>
                      <a:pt x="774" y="0"/>
                    </a:lnTo>
                    <a:lnTo>
                      <a:pt x="775" y="0"/>
                    </a:lnTo>
                    <a:lnTo>
                      <a:pt x="776" y="0"/>
                    </a:lnTo>
                    <a:lnTo>
                      <a:pt x="778" y="0"/>
                    </a:lnTo>
                    <a:lnTo>
                      <a:pt x="779" y="0"/>
                    </a:lnTo>
                    <a:lnTo>
                      <a:pt x="780" y="0"/>
                    </a:lnTo>
                    <a:lnTo>
                      <a:pt x="782" y="0"/>
                    </a:lnTo>
                    <a:lnTo>
                      <a:pt x="783" y="0"/>
                    </a:lnTo>
                    <a:lnTo>
                      <a:pt x="784" y="0"/>
                    </a:lnTo>
                    <a:lnTo>
                      <a:pt x="786" y="0"/>
                    </a:lnTo>
                    <a:lnTo>
                      <a:pt x="787" y="0"/>
                    </a:lnTo>
                    <a:lnTo>
                      <a:pt x="788" y="0"/>
                    </a:lnTo>
                    <a:lnTo>
                      <a:pt x="790" y="0"/>
                    </a:lnTo>
                    <a:lnTo>
                      <a:pt x="791" y="0"/>
                    </a:lnTo>
                    <a:lnTo>
                      <a:pt x="793" y="0"/>
                    </a:lnTo>
                    <a:lnTo>
                      <a:pt x="794" y="0"/>
                    </a:lnTo>
                    <a:lnTo>
                      <a:pt x="795" y="0"/>
                    </a:lnTo>
                    <a:lnTo>
                      <a:pt x="797" y="0"/>
                    </a:lnTo>
                    <a:lnTo>
                      <a:pt x="798" y="0"/>
                    </a:lnTo>
                    <a:lnTo>
                      <a:pt x="799" y="0"/>
                    </a:lnTo>
                    <a:lnTo>
                      <a:pt x="801" y="0"/>
                    </a:lnTo>
                    <a:lnTo>
                      <a:pt x="802" y="0"/>
                    </a:lnTo>
                    <a:lnTo>
                      <a:pt x="803" y="0"/>
                    </a:lnTo>
                    <a:lnTo>
                      <a:pt x="805" y="0"/>
                    </a:lnTo>
                    <a:lnTo>
                      <a:pt x="806" y="0"/>
                    </a:lnTo>
                    <a:lnTo>
                      <a:pt x="807" y="0"/>
                    </a:lnTo>
                    <a:lnTo>
                      <a:pt x="809" y="0"/>
                    </a:lnTo>
                    <a:lnTo>
                      <a:pt x="810" y="0"/>
                    </a:lnTo>
                    <a:lnTo>
                      <a:pt x="811" y="0"/>
                    </a:lnTo>
                    <a:lnTo>
                      <a:pt x="813" y="0"/>
                    </a:lnTo>
                    <a:lnTo>
                      <a:pt x="814" y="0"/>
                    </a:lnTo>
                    <a:lnTo>
                      <a:pt x="815" y="0"/>
                    </a:lnTo>
                    <a:lnTo>
                      <a:pt x="817" y="0"/>
                    </a:lnTo>
                    <a:lnTo>
                      <a:pt x="818" y="0"/>
                    </a:lnTo>
                    <a:lnTo>
                      <a:pt x="819" y="0"/>
                    </a:lnTo>
                    <a:lnTo>
                      <a:pt x="821" y="0"/>
                    </a:lnTo>
                    <a:lnTo>
                      <a:pt x="822" y="0"/>
                    </a:lnTo>
                    <a:lnTo>
                      <a:pt x="823" y="0"/>
                    </a:lnTo>
                    <a:lnTo>
                      <a:pt x="825" y="0"/>
                    </a:lnTo>
                    <a:lnTo>
                      <a:pt x="826" y="0"/>
                    </a:lnTo>
                    <a:lnTo>
                      <a:pt x="827" y="0"/>
                    </a:lnTo>
                    <a:lnTo>
                      <a:pt x="829" y="0"/>
                    </a:lnTo>
                    <a:lnTo>
                      <a:pt x="830" y="0"/>
                    </a:lnTo>
                    <a:lnTo>
                      <a:pt x="831" y="0"/>
                    </a:lnTo>
                    <a:lnTo>
                      <a:pt x="833" y="0"/>
                    </a:lnTo>
                    <a:lnTo>
                      <a:pt x="834" y="0"/>
                    </a:lnTo>
                    <a:lnTo>
                      <a:pt x="836" y="0"/>
                    </a:lnTo>
                    <a:lnTo>
                      <a:pt x="837" y="0"/>
                    </a:lnTo>
                    <a:lnTo>
                      <a:pt x="838" y="0"/>
                    </a:lnTo>
                    <a:lnTo>
                      <a:pt x="840" y="0"/>
                    </a:lnTo>
                    <a:lnTo>
                      <a:pt x="841" y="0"/>
                    </a:lnTo>
                    <a:lnTo>
                      <a:pt x="842" y="0"/>
                    </a:lnTo>
                    <a:lnTo>
                      <a:pt x="844" y="0"/>
                    </a:lnTo>
                    <a:lnTo>
                      <a:pt x="845" y="0"/>
                    </a:lnTo>
                    <a:lnTo>
                      <a:pt x="846" y="0"/>
                    </a:lnTo>
                    <a:lnTo>
                      <a:pt x="848" y="0"/>
                    </a:lnTo>
                    <a:lnTo>
                      <a:pt x="849" y="0"/>
                    </a:lnTo>
                    <a:lnTo>
                      <a:pt x="850" y="0"/>
                    </a:lnTo>
                    <a:lnTo>
                      <a:pt x="852" y="0"/>
                    </a:lnTo>
                    <a:lnTo>
                      <a:pt x="853" y="0"/>
                    </a:lnTo>
                    <a:lnTo>
                      <a:pt x="854" y="0"/>
                    </a:lnTo>
                    <a:lnTo>
                      <a:pt x="856" y="0"/>
                    </a:lnTo>
                    <a:lnTo>
                      <a:pt x="857" y="0"/>
                    </a:lnTo>
                    <a:lnTo>
                      <a:pt x="858" y="0"/>
                    </a:lnTo>
                    <a:lnTo>
                      <a:pt x="860" y="0"/>
                    </a:lnTo>
                    <a:lnTo>
                      <a:pt x="861" y="0"/>
                    </a:lnTo>
                    <a:lnTo>
                      <a:pt x="862" y="0"/>
                    </a:lnTo>
                    <a:lnTo>
                      <a:pt x="864" y="0"/>
                    </a:lnTo>
                    <a:lnTo>
                      <a:pt x="865" y="0"/>
                    </a:lnTo>
                    <a:lnTo>
                      <a:pt x="866" y="0"/>
                    </a:lnTo>
                    <a:lnTo>
                      <a:pt x="868" y="0"/>
                    </a:lnTo>
                    <a:lnTo>
                      <a:pt x="869" y="0"/>
                    </a:lnTo>
                    <a:lnTo>
                      <a:pt x="870" y="0"/>
                    </a:lnTo>
                    <a:lnTo>
                      <a:pt x="872" y="0"/>
                    </a:lnTo>
                    <a:lnTo>
                      <a:pt x="873" y="0"/>
                    </a:lnTo>
                    <a:lnTo>
                      <a:pt x="874" y="0"/>
                    </a:lnTo>
                    <a:lnTo>
                      <a:pt x="876" y="0"/>
                    </a:lnTo>
                    <a:lnTo>
                      <a:pt x="877" y="0"/>
                    </a:lnTo>
                    <a:lnTo>
                      <a:pt x="879" y="0"/>
                    </a:lnTo>
                    <a:lnTo>
                      <a:pt x="880" y="0"/>
                    </a:lnTo>
                    <a:lnTo>
                      <a:pt x="881" y="0"/>
                    </a:lnTo>
                    <a:lnTo>
                      <a:pt x="883" y="0"/>
                    </a:lnTo>
                    <a:lnTo>
                      <a:pt x="884" y="0"/>
                    </a:lnTo>
                    <a:lnTo>
                      <a:pt x="885" y="0"/>
                    </a:lnTo>
                    <a:lnTo>
                      <a:pt x="887" y="0"/>
                    </a:lnTo>
                    <a:lnTo>
                      <a:pt x="888" y="0"/>
                    </a:lnTo>
                    <a:lnTo>
                      <a:pt x="889" y="0"/>
                    </a:lnTo>
                    <a:lnTo>
                      <a:pt x="891" y="0"/>
                    </a:lnTo>
                    <a:lnTo>
                      <a:pt x="892" y="0"/>
                    </a:lnTo>
                    <a:lnTo>
                      <a:pt x="893" y="0"/>
                    </a:lnTo>
                    <a:lnTo>
                      <a:pt x="895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9" y="0"/>
                    </a:lnTo>
                    <a:lnTo>
                      <a:pt x="900" y="0"/>
                    </a:lnTo>
                    <a:lnTo>
                      <a:pt x="901" y="0"/>
                    </a:lnTo>
                    <a:lnTo>
                      <a:pt x="903" y="0"/>
                    </a:lnTo>
                    <a:lnTo>
                      <a:pt x="904" y="0"/>
                    </a:lnTo>
                    <a:lnTo>
                      <a:pt x="905" y="0"/>
                    </a:lnTo>
                    <a:lnTo>
                      <a:pt x="907" y="0"/>
                    </a:lnTo>
                    <a:lnTo>
                      <a:pt x="908" y="0"/>
                    </a:lnTo>
                    <a:lnTo>
                      <a:pt x="909" y="0"/>
                    </a:lnTo>
                    <a:lnTo>
                      <a:pt x="911" y="0"/>
                    </a:lnTo>
                    <a:lnTo>
                      <a:pt x="912" y="0"/>
                    </a:lnTo>
                    <a:lnTo>
                      <a:pt x="913" y="0"/>
                    </a:lnTo>
                    <a:lnTo>
                      <a:pt x="915" y="0"/>
                    </a:lnTo>
                    <a:lnTo>
                      <a:pt x="916" y="0"/>
                    </a:lnTo>
                    <a:lnTo>
                      <a:pt x="918" y="0"/>
                    </a:lnTo>
                    <a:lnTo>
                      <a:pt x="919" y="0"/>
                    </a:lnTo>
                    <a:lnTo>
                      <a:pt x="920" y="0"/>
                    </a:lnTo>
                    <a:lnTo>
                      <a:pt x="922" y="0"/>
                    </a:lnTo>
                    <a:lnTo>
                      <a:pt x="923" y="0"/>
                    </a:lnTo>
                    <a:lnTo>
                      <a:pt x="924" y="0"/>
                    </a:lnTo>
                    <a:lnTo>
                      <a:pt x="926" y="0"/>
                    </a:lnTo>
                    <a:lnTo>
                      <a:pt x="927" y="0"/>
                    </a:lnTo>
                    <a:lnTo>
                      <a:pt x="928" y="0"/>
                    </a:lnTo>
                    <a:lnTo>
                      <a:pt x="930" y="0"/>
                    </a:lnTo>
                    <a:lnTo>
                      <a:pt x="931" y="0"/>
                    </a:lnTo>
                    <a:lnTo>
                      <a:pt x="932" y="0"/>
                    </a:lnTo>
                    <a:lnTo>
                      <a:pt x="934" y="0"/>
                    </a:lnTo>
                    <a:lnTo>
                      <a:pt x="935" y="0"/>
                    </a:lnTo>
                    <a:lnTo>
                      <a:pt x="936" y="0"/>
                    </a:lnTo>
                    <a:lnTo>
                      <a:pt x="938" y="0"/>
                    </a:lnTo>
                    <a:lnTo>
                      <a:pt x="939" y="0"/>
                    </a:lnTo>
                    <a:lnTo>
                      <a:pt x="940" y="0"/>
                    </a:lnTo>
                    <a:lnTo>
                      <a:pt x="942" y="0"/>
                    </a:lnTo>
                    <a:lnTo>
                      <a:pt x="943" y="0"/>
                    </a:lnTo>
                    <a:lnTo>
                      <a:pt x="944" y="0"/>
                    </a:lnTo>
                    <a:lnTo>
                      <a:pt x="946" y="0"/>
                    </a:lnTo>
                    <a:lnTo>
                      <a:pt x="947" y="0"/>
                    </a:lnTo>
                    <a:lnTo>
                      <a:pt x="948" y="0"/>
                    </a:lnTo>
                    <a:lnTo>
                      <a:pt x="950" y="0"/>
                    </a:lnTo>
                    <a:lnTo>
                      <a:pt x="951" y="0"/>
                    </a:lnTo>
                    <a:lnTo>
                      <a:pt x="952" y="0"/>
                    </a:lnTo>
                    <a:lnTo>
                      <a:pt x="954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8" y="0"/>
                    </a:lnTo>
                    <a:lnTo>
                      <a:pt x="959" y="0"/>
                    </a:lnTo>
                    <a:lnTo>
                      <a:pt x="961" y="0"/>
                    </a:lnTo>
                    <a:lnTo>
                      <a:pt x="962" y="0"/>
                    </a:lnTo>
                    <a:lnTo>
                      <a:pt x="963" y="0"/>
                    </a:lnTo>
                    <a:lnTo>
                      <a:pt x="965" y="0"/>
                    </a:lnTo>
                    <a:lnTo>
                      <a:pt x="966" y="0"/>
                    </a:lnTo>
                    <a:lnTo>
                      <a:pt x="967" y="0"/>
                    </a:lnTo>
                    <a:lnTo>
                      <a:pt x="969" y="0"/>
                    </a:lnTo>
                    <a:lnTo>
                      <a:pt x="970" y="0"/>
                    </a:lnTo>
                    <a:lnTo>
                      <a:pt x="971" y="0"/>
                    </a:lnTo>
                    <a:lnTo>
                      <a:pt x="973" y="0"/>
                    </a:lnTo>
                    <a:lnTo>
                      <a:pt x="974" y="0"/>
                    </a:lnTo>
                    <a:lnTo>
                      <a:pt x="975" y="0"/>
                    </a:lnTo>
                    <a:lnTo>
                      <a:pt x="977" y="0"/>
                    </a:lnTo>
                    <a:lnTo>
                      <a:pt x="978" y="0"/>
                    </a:lnTo>
                    <a:lnTo>
                      <a:pt x="979" y="0"/>
                    </a:lnTo>
                    <a:lnTo>
                      <a:pt x="981" y="0"/>
                    </a:lnTo>
                    <a:lnTo>
                      <a:pt x="982" y="0"/>
                    </a:lnTo>
                    <a:lnTo>
                      <a:pt x="983" y="0"/>
                    </a:lnTo>
                    <a:lnTo>
                      <a:pt x="985" y="0"/>
                    </a:lnTo>
                    <a:lnTo>
                      <a:pt x="986" y="0"/>
                    </a:lnTo>
                    <a:lnTo>
                      <a:pt x="987" y="0"/>
                    </a:lnTo>
                    <a:lnTo>
                      <a:pt x="989" y="0"/>
                    </a:lnTo>
                    <a:lnTo>
                      <a:pt x="990" y="0"/>
                    </a:lnTo>
                    <a:lnTo>
                      <a:pt x="991" y="0"/>
                    </a:lnTo>
                    <a:lnTo>
                      <a:pt x="993" y="0"/>
                    </a:lnTo>
                    <a:lnTo>
                      <a:pt x="994" y="0"/>
                    </a:lnTo>
                    <a:lnTo>
                      <a:pt x="995" y="0"/>
                    </a:lnTo>
                    <a:lnTo>
                      <a:pt x="997" y="0"/>
                    </a:lnTo>
                    <a:lnTo>
                      <a:pt x="998" y="0"/>
                    </a:lnTo>
                    <a:lnTo>
                      <a:pt x="999" y="0"/>
                    </a:lnTo>
                    <a:lnTo>
                      <a:pt x="1001" y="0"/>
                    </a:lnTo>
                    <a:lnTo>
                      <a:pt x="1002" y="0"/>
                    </a:lnTo>
                    <a:lnTo>
                      <a:pt x="1004" y="0"/>
                    </a:lnTo>
                    <a:lnTo>
                      <a:pt x="1005" y="0"/>
                    </a:lnTo>
                    <a:lnTo>
                      <a:pt x="1006" y="0"/>
                    </a:lnTo>
                    <a:lnTo>
                      <a:pt x="1008" y="0"/>
                    </a:lnTo>
                    <a:lnTo>
                      <a:pt x="1009" y="0"/>
                    </a:lnTo>
                    <a:lnTo>
                      <a:pt x="1010" y="0"/>
                    </a:lnTo>
                    <a:lnTo>
                      <a:pt x="1012" y="0"/>
                    </a:lnTo>
                    <a:lnTo>
                      <a:pt x="1013" y="0"/>
                    </a:lnTo>
                    <a:lnTo>
                      <a:pt x="1014" y="0"/>
                    </a:lnTo>
                    <a:lnTo>
                      <a:pt x="1016" y="0"/>
                    </a:lnTo>
                    <a:lnTo>
                      <a:pt x="1017" y="0"/>
                    </a:lnTo>
                    <a:lnTo>
                      <a:pt x="1018" y="0"/>
                    </a:lnTo>
                    <a:lnTo>
                      <a:pt x="1020" y="0"/>
                    </a:lnTo>
                    <a:lnTo>
                      <a:pt x="1021" y="0"/>
                    </a:lnTo>
                    <a:lnTo>
                      <a:pt x="1022" y="0"/>
                    </a:lnTo>
                    <a:lnTo>
                      <a:pt x="1024" y="0"/>
                    </a:lnTo>
                    <a:lnTo>
                      <a:pt x="1025" y="0"/>
                    </a:lnTo>
                    <a:lnTo>
                      <a:pt x="1026" y="0"/>
                    </a:lnTo>
                    <a:lnTo>
                      <a:pt x="1028" y="0"/>
                    </a:lnTo>
                    <a:lnTo>
                      <a:pt x="1029" y="0"/>
                    </a:lnTo>
                    <a:lnTo>
                      <a:pt x="1030" y="0"/>
                    </a:lnTo>
                    <a:lnTo>
                      <a:pt x="1032" y="0"/>
                    </a:lnTo>
                    <a:lnTo>
                      <a:pt x="1033" y="0"/>
                    </a:lnTo>
                    <a:lnTo>
                      <a:pt x="1034" y="0"/>
                    </a:lnTo>
                    <a:lnTo>
                      <a:pt x="1036" y="0"/>
                    </a:lnTo>
                    <a:lnTo>
                      <a:pt x="1037" y="0"/>
                    </a:lnTo>
                    <a:lnTo>
                      <a:pt x="1038" y="0"/>
                    </a:lnTo>
                    <a:lnTo>
                      <a:pt x="1040" y="0"/>
                    </a:lnTo>
                    <a:lnTo>
                      <a:pt x="1041" y="0"/>
                    </a:lnTo>
                    <a:lnTo>
                      <a:pt x="1042" y="0"/>
                    </a:lnTo>
                    <a:lnTo>
                      <a:pt x="1044" y="0"/>
                    </a:lnTo>
                    <a:lnTo>
                      <a:pt x="1045" y="0"/>
                    </a:lnTo>
                    <a:lnTo>
                      <a:pt x="1047" y="0"/>
                    </a:lnTo>
                    <a:lnTo>
                      <a:pt x="1048" y="0"/>
                    </a:lnTo>
                    <a:lnTo>
                      <a:pt x="1049" y="0"/>
                    </a:lnTo>
                    <a:lnTo>
                      <a:pt x="1051" y="0"/>
                    </a:lnTo>
                    <a:lnTo>
                      <a:pt x="1052" y="0"/>
                    </a:lnTo>
                    <a:lnTo>
                      <a:pt x="1053" y="0"/>
                    </a:lnTo>
                    <a:lnTo>
                      <a:pt x="1055" y="0"/>
                    </a:lnTo>
                    <a:lnTo>
                      <a:pt x="1056" y="0"/>
                    </a:lnTo>
                    <a:lnTo>
                      <a:pt x="1057" y="0"/>
                    </a:lnTo>
                    <a:lnTo>
                      <a:pt x="1059" y="0"/>
                    </a:lnTo>
                    <a:lnTo>
                      <a:pt x="1060" y="0"/>
                    </a:lnTo>
                    <a:lnTo>
                      <a:pt x="1061" y="0"/>
                    </a:lnTo>
                    <a:lnTo>
                      <a:pt x="1063" y="0"/>
                    </a:lnTo>
                    <a:lnTo>
                      <a:pt x="1064" y="0"/>
                    </a:lnTo>
                    <a:lnTo>
                      <a:pt x="1065" y="0"/>
                    </a:lnTo>
                    <a:lnTo>
                      <a:pt x="1067" y="0"/>
                    </a:lnTo>
                    <a:lnTo>
                      <a:pt x="1068" y="0"/>
                    </a:lnTo>
                    <a:lnTo>
                      <a:pt x="1069" y="0"/>
                    </a:lnTo>
                    <a:lnTo>
                      <a:pt x="1071" y="0"/>
                    </a:lnTo>
                    <a:lnTo>
                      <a:pt x="1072" y="0"/>
                    </a:lnTo>
                    <a:lnTo>
                      <a:pt x="1073" y="0"/>
                    </a:lnTo>
                    <a:lnTo>
                      <a:pt x="1075" y="0"/>
                    </a:lnTo>
                    <a:lnTo>
                      <a:pt x="1076" y="0"/>
                    </a:lnTo>
                    <a:lnTo>
                      <a:pt x="1077" y="0"/>
                    </a:lnTo>
                    <a:lnTo>
                      <a:pt x="1079" y="0"/>
                    </a:lnTo>
                    <a:lnTo>
                      <a:pt x="1080" y="0"/>
                    </a:lnTo>
                    <a:lnTo>
                      <a:pt x="1081" y="0"/>
                    </a:lnTo>
                    <a:lnTo>
                      <a:pt x="1083" y="0"/>
                    </a:lnTo>
                    <a:lnTo>
                      <a:pt x="1084" y="0"/>
                    </a:lnTo>
                    <a:lnTo>
                      <a:pt x="1086" y="0"/>
                    </a:lnTo>
                    <a:lnTo>
                      <a:pt x="1087" y="0"/>
                    </a:lnTo>
                    <a:lnTo>
                      <a:pt x="1088" y="0"/>
                    </a:lnTo>
                    <a:lnTo>
                      <a:pt x="1090" y="0"/>
                    </a:lnTo>
                    <a:lnTo>
                      <a:pt x="1091" y="0"/>
                    </a:lnTo>
                    <a:lnTo>
                      <a:pt x="1092" y="0"/>
                    </a:lnTo>
                    <a:lnTo>
                      <a:pt x="1094" y="0"/>
                    </a:lnTo>
                    <a:lnTo>
                      <a:pt x="1095" y="0"/>
                    </a:lnTo>
                    <a:lnTo>
                      <a:pt x="1096" y="0"/>
                    </a:lnTo>
                    <a:lnTo>
                      <a:pt x="1098" y="0"/>
                    </a:lnTo>
                    <a:lnTo>
                      <a:pt x="1099" y="0"/>
                    </a:lnTo>
                    <a:lnTo>
                      <a:pt x="1100" y="0"/>
                    </a:lnTo>
                    <a:lnTo>
                      <a:pt x="1102" y="0"/>
                    </a:lnTo>
                    <a:lnTo>
                      <a:pt x="1103" y="0"/>
                    </a:lnTo>
                    <a:lnTo>
                      <a:pt x="1104" y="0"/>
                    </a:lnTo>
                    <a:lnTo>
                      <a:pt x="1106" y="0"/>
                    </a:lnTo>
                    <a:lnTo>
                      <a:pt x="1107" y="0"/>
                    </a:lnTo>
                    <a:lnTo>
                      <a:pt x="1108" y="0"/>
                    </a:lnTo>
                    <a:lnTo>
                      <a:pt x="1110" y="0"/>
                    </a:lnTo>
                    <a:lnTo>
                      <a:pt x="1111" y="0"/>
                    </a:lnTo>
                    <a:lnTo>
                      <a:pt x="1112" y="0"/>
                    </a:lnTo>
                    <a:lnTo>
                      <a:pt x="1114" y="0"/>
                    </a:lnTo>
                    <a:lnTo>
                      <a:pt x="1115" y="0"/>
                    </a:lnTo>
                    <a:lnTo>
                      <a:pt x="1116" y="0"/>
                    </a:lnTo>
                    <a:lnTo>
                      <a:pt x="1118" y="0"/>
                    </a:lnTo>
                    <a:lnTo>
                      <a:pt x="1119" y="0"/>
                    </a:lnTo>
                    <a:lnTo>
                      <a:pt x="1120" y="0"/>
                    </a:lnTo>
                    <a:lnTo>
                      <a:pt x="1122" y="0"/>
                    </a:lnTo>
                    <a:lnTo>
                      <a:pt x="1123" y="0"/>
                    </a:lnTo>
                    <a:lnTo>
                      <a:pt x="1124" y="0"/>
                    </a:lnTo>
                    <a:lnTo>
                      <a:pt x="1126" y="0"/>
                    </a:lnTo>
                    <a:lnTo>
                      <a:pt x="1127" y="0"/>
                    </a:lnTo>
                    <a:lnTo>
                      <a:pt x="1129" y="0"/>
                    </a:lnTo>
                    <a:lnTo>
                      <a:pt x="1130" y="0"/>
                    </a:lnTo>
                    <a:lnTo>
                      <a:pt x="1131" y="0"/>
                    </a:lnTo>
                    <a:lnTo>
                      <a:pt x="1133" y="0"/>
                    </a:lnTo>
                    <a:lnTo>
                      <a:pt x="1134" y="0"/>
                    </a:lnTo>
                    <a:lnTo>
                      <a:pt x="1135" y="0"/>
                    </a:lnTo>
                    <a:lnTo>
                      <a:pt x="1137" y="0"/>
                    </a:lnTo>
                    <a:lnTo>
                      <a:pt x="1138" y="0"/>
                    </a:lnTo>
                    <a:lnTo>
                      <a:pt x="1139" y="0"/>
                    </a:lnTo>
                    <a:lnTo>
                      <a:pt x="1141" y="0"/>
                    </a:lnTo>
                    <a:lnTo>
                      <a:pt x="1142" y="0"/>
                    </a:lnTo>
                    <a:lnTo>
                      <a:pt x="1143" y="0"/>
                    </a:lnTo>
                    <a:lnTo>
                      <a:pt x="1145" y="0"/>
                    </a:lnTo>
                    <a:lnTo>
                      <a:pt x="1146" y="0"/>
                    </a:lnTo>
                    <a:lnTo>
                      <a:pt x="1147" y="0"/>
                    </a:lnTo>
                    <a:lnTo>
                      <a:pt x="1149" y="0"/>
                    </a:lnTo>
                    <a:lnTo>
                      <a:pt x="1150" y="0"/>
                    </a:lnTo>
                    <a:lnTo>
                      <a:pt x="1151" y="0"/>
                    </a:lnTo>
                    <a:lnTo>
                      <a:pt x="1153" y="0"/>
                    </a:lnTo>
                    <a:lnTo>
                      <a:pt x="1154" y="0"/>
                    </a:lnTo>
                    <a:lnTo>
                      <a:pt x="1155" y="0"/>
                    </a:lnTo>
                    <a:lnTo>
                      <a:pt x="1157" y="0"/>
                    </a:lnTo>
                    <a:lnTo>
                      <a:pt x="1158" y="0"/>
                    </a:lnTo>
                    <a:lnTo>
                      <a:pt x="1159" y="0"/>
                    </a:lnTo>
                    <a:lnTo>
                      <a:pt x="1161" y="0"/>
                    </a:lnTo>
                    <a:lnTo>
                      <a:pt x="1162" y="0"/>
                    </a:lnTo>
                    <a:lnTo>
                      <a:pt x="1163" y="0"/>
                    </a:lnTo>
                    <a:lnTo>
                      <a:pt x="1165" y="0"/>
                    </a:lnTo>
                    <a:lnTo>
                      <a:pt x="1166" y="0"/>
                    </a:lnTo>
                    <a:lnTo>
                      <a:pt x="1167" y="0"/>
                    </a:lnTo>
                    <a:lnTo>
                      <a:pt x="1169" y="0"/>
                    </a:lnTo>
                    <a:lnTo>
                      <a:pt x="1170" y="0"/>
                    </a:lnTo>
                    <a:lnTo>
                      <a:pt x="1172" y="0"/>
                    </a:lnTo>
                    <a:lnTo>
                      <a:pt x="1173" y="0"/>
                    </a:lnTo>
                    <a:lnTo>
                      <a:pt x="1174" y="0"/>
                    </a:lnTo>
                    <a:lnTo>
                      <a:pt x="1176" y="0"/>
                    </a:lnTo>
                    <a:lnTo>
                      <a:pt x="1177" y="0"/>
                    </a:lnTo>
                    <a:lnTo>
                      <a:pt x="1178" y="0"/>
                    </a:lnTo>
                    <a:lnTo>
                      <a:pt x="1180" y="0"/>
                    </a:lnTo>
                    <a:lnTo>
                      <a:pt x="1181" y="0"/>
                    </a:lnTo>
                    <a:lnTo>
                      <a:pt x="1182" y="0"/>
                    </a:lnTo>
                    <a:lnTo>
                      <a:pt x="1184" y="0"/>
                    </a:lnTo>
                    <a:lnTo>
                      <a:pt x="1185" y="0"/>
                    </a:lnTo>
                    <a:lnTo>
                      <a:pt x="1186" y="0"/>
                    </a:lnTo>
                    <a:lnTo>
                      <a:pt x="1188" y="0"/>
                    </a:lnTo>
                    <a:lnTo>
                      <a:pt x="1189" y="0"/>
                    </a:lnTo>
                    <a:lnTo>
                      <a:pt x="1190" y="0"/>
                    </a:lnTo>
                    <a:lnTo>
                      <a:pt x="1192" y="0"/>
                    </a:lnTo>
                    <a:lnTo>
                      <a:pt x="1193" y="0"/>
                    </a:lnTo>
                    <a:lnTo>
                      <a:pt x="1194" y="0"/>
                    </a:lnTo>
                    <a:lnTo>
                      <a:pt x="1196" y="0"/>
                    </a:lnTo>
                    <a:lnTo>
                      <a:pt x="1197" y="0"/>
                    </a:lnTo>
                    <a:lnTo>
                      <a:pt x="1198" y="0"/>
                    </a:lnTo>
                    <a:lnTo>
                      <a:pt x="1200" y="0"/>
                    </a:lnTo>
                    <a:lnTo>
                      <a:pt x="1201" y="0"/>
                    </a:lnTo>
                    <a:lnTo>
                      <a:pt x="1202" y="0"/>
                    </a:lnTo>
                    <a:lnTo>
                      <a:pt x="1204" y="0"/>
                    </a:lnTo>
                    <a:lnTo>
                      <a:pt x="1205" y="0"/>
                    </a:lnTo>
                    <a:lnTo>
                      <a:pt x="1206" y="0"/>
                    </a:lnTo>
                    <a:lnTo>
                      <a:pt x="1208" y="0"/>
                    </a:lnTo>
                    <a:lnTo>
                      <a:pt x="1209" y="0"/>
                    </a:lnTo>
                    <a:lnTo>
                      <a:pt x="1210" y="0"/>
                    </a:lnTo>
                    <a:lnTo>
                      <a:pt x="1212" y="0"/>
                    </a:lnTo>
                    <a:lnTo>
                      <a:pt x="1213" y="0"/>
                    </a:lnTo>
                    <a:lnTo>
                      <a:pt x="1215" y="0"/>
                    </a:lnTo>
                    <a:lnTo>
                      <a:pt x="1216" y="0"/>
                    </a:lnTo>
                    <a:lnTo>
                      <a:pt x="1217" y="0"/>
                    </a:lnTo>
                    <a:lnTo>
                      <a:pt x="1219" y="0"/>
                    </a:lnTo>
                    <a:lnTo>
                      <a:pt x="1220" y="0"/>
                    </a:lnTo>
                    <a:lnTo>
                      <a:pt x="1221" y="0"/>
                    </a:lnTo>
                    <a:lnTo>
                      <a:pt x="1223" y="0"/>
                    </a:lnTo>
                    <a:lnTo>
                      <a:pt x="1224" y="0"/>
                    </a:lnTo>
                    <a:lnTo>
                      <a:pt x="1225" y="0"/>
                    </a:lnTo>
                    <a:lnTo>
                      <a:pt x="1227" y="0"/>
                    </a:lnTo>
                    <a:lnTo>
                      <a:pt x="1228" y="0"/>
                    </a:lnTo>
                    <a:lnTo>
                      <a:pt x="1229" y="0"/>
                    </a:lnTo>
                    <a:lnTo>
                      <a:pt x="1231" y="0"/>
                    </a:lnTo>
                    <a:lnTo>
                      <a:pt x="1232" y="0"/>
                    </a:lnTo>
                    <a:lnTo>
                      <a:pt x="1233" y="0"/>
                    </a:lnTo>
                    <a:lnTo>
                      <a:pt x="1235" y="0"/>
                    </a:lnTo>
                    <a:lnTo>
                      <a:pt x="1236" y="0"/>
                    </a:lnTo>
                    <a:lnTo>
                      <a:pt x="1237" y="0"/>
                    </a:lnTo>
                    <a:lnTo>
                      <a:pt x="1239" y="0"/>
                    </a:lnTo>
                    <a:lnTo>
                      <a:pt x="1240" y="0"/>
                    </a:lnTo>
                    <a:lnTo>
                      <a:pt x="1241" y="0"/>
                    </a:lnTo>
                    <a:lnTo>
                      <a:pt x="1243" y="0"/>
                    </a:lnTo>
                    <a:lnTo>
                      <a:pt x="1244" y="0"/>
                    </a:lnTo>
                    <a:lnTo>
                      <a:pt x="1245" y="0"/>
                    </a:lnTo>
                    <a:lnTo>
                      <a:pt x="1247" y="0"/>
                    </a:lnTo>
                    <a:lnTo>
                      <a:pt x="1248" y="0"/>
                    </a:lnTo>
                    <a:lnTo>
                      <a:pt x="1249" y="0"/>
                    </a:lnTo>
                    <a:lnTo>
                      <a:pt x="1251" y="0"/>
                    </a:lnTo>
                    <a:lnTo>
                      <a:pt x="1252" y="0"/>
                    </a:lnTo>
                    <a:lnTo>
                      <a:pt x="1254" y="0"/>
                    </a:lnTo>
                    <a:lnTo>
                      <a:pt x="1255" y="0"/>
                    </a:lnTo>
                    <a:lnTo>
                      <a:pt x="1256" y="0"/>
                    </a:lnTo>
                    <a:lnTo>
                      <a:pt x="1258" y="0"/>
                    </a:lnTo>
                    <a:lnTo>
                      <a:pt x="1259" y="0"/>
                    </a:lnTo>
                    <a:lnTo>
                      <a:pt x="1260" y="0"/>
                    </a:lnTo>
                    <a:lnTo>
                      <a:pt x="1262" y="0"/>
                    </a:lnTo>
                    <a:lnTo>
                      <a:pt x="1263" y="0"/>
                    </a:lnTo>
                    <a:lnTo>
                      <a:pt x="1264" y="0"/>
                    </a:lnTo>
                    <a:lnTo>
                      <a:pt x="1266" y="0"/>
                    </a:lnTo>
                    <a:lnTo>
                      <a:pt x="1267" y="0"/>
                    </a:lnTo>
                    <a:lnTo>
                      <a:pt x="1268" y="0"/>
                    </a:lnTo>
                    <a:lnTo>
                      <a:pt x="1270" y="0"/>
                    </a:lnTo>
                    <a:lnTo>
                      <a:pt x="1271" y="0"/>
                    </a:lnTo>
                    <a:lnTo>
                      <a:pt x="1272" y="0"/>
                    </a:lnTo>
                    <a:lnTo>
                      <a:pt x="1274" y="0"/>
                    </a:lnTo>
                    <a:lnTo>
                      <a:pt x="1275" y="0"/>
                    </a:lnTo>
                    <a:lnTo>
                      <a:pt x="1276" y="0"/>
                    </a:lnTo>
                    <a:lnTo>
                      <a:pt x="1278" y="0"/>
                    </a:lnTo>
                    <a:lnTo>
                      <a:pt x="1279" y="0"/>
                    </a:lnTo>
                    <a:lnTo>
                      <a:pt x="1280" y="0"/>
                    </a:lnTo>
                    <a:lnTo>
                      <a:pt x="1282" y="0"/>
                    </a:lnTo>
                    <a:lnTo>
                      <a:pt x="1283" y="0"/>
                    </a:lnTo>
                    <a:lnTo>
                      <a:pt x="1284" y="0"/>
                    </a:lnTo>
                    <a:lnTo>
                      <a:pt x="1286" y="0"/>
                    </a:lnTo>
                    <a:lnTo>
                      <a:pt x="1287" y="0"/>
                    </a:lnTo>
                    <a:lnTo>
                      <a:pt x="1288" y="0"/>
                    </a:lnTo>
                    <a:lnTo>
                      <a:pt x="1290" y="0"/>
                    </a:lnTo>
                    <a:lnTo>
                      <a:pt x="1291" y="0"/>
                    </a:lnTo>
                    <a:lnTo>
                      <a:pt x="1292" y="0"/>
                    </a:lnTo>
                    <a:lnTo>
                      <a:pt x="1294" y="0"/>
                    </a:lnTo>
                    <a:lnTo>
                      <a:pt x="1295" y="0"/>
                    </a:lnTo>
                    <a:lnTo>
                      <a:pt x="1297" y="0"/>
                    </a:lnTo>
                    <a:lnTo>
                      <a:pt x="1298" y="0"/>
                    </a:lnTo>
                    <a:lnTo>
                      <a:pt x="1299" y="0"/>
                    </a:lnTo>
                    <a:lnTo>
                      <a:pt x="1301" y="0"/>
                    </a:lnTo>
                    <a:lnTo>
                      <a:pt x="1302" y="0"/>
                    </a:lnTo>
                    <a:lnTo>
                      <a:pt x="1303" y="0"/>
                    </a:lnTo>
                    <a:lnTo>
                      <a:pt x="1305" y="0"/>
                    </a:lnTo>
                    <a:lnTo>
                      <a:pt x="1306" y="0"/>
                    </a:lnTo>
                    <a:lnTo>
                      <a:pt x="1307" y="0"/>
                    </a:lnTo>
                    <a:lnTo>
                      <a:pt x="1309" y="0"/>
                    </a:lnTo>
                    <a:lnTo>
                      <a:pt x="1310" y="0"/>
                    </a:lnTo>
                    <a:lnTo>
                      <a:pt x="1311" y="0"/>
                    </a:lnTo>
                    <a:lnTo>
                      <a:pt x="1313" y="0"/>
                    </a:lnTo>
                    <a:lnTo>
                      <a:pt x="1314" y="0"/>
                    </a:lnTo>
                    <a:lnTo>
                      <a:pt x="1315" y="0"/>
                    </a:lnTo>
                    <a:lnTo>
                      <a:pt x="1317" y="0"/>
                    </a:lnTo>
                    <a:lnTo>
                      <a:pt x="1318" y="0"/>
                    </a:lnTo>
                    <a:lnTo>
                      <a:pt x="1319" y="0"/>
                    </a:lnTo>
                    <a:lnTo>
                      <a:pt x="1321" y="0"/>
                    </a:lnTo>
                    <a:lnTo>
                      <a:pt x="1322" y="0"/>
                    </a:lnTo>
                    <a:lnTo>
                      <a:pt x="1323" y="0"/>
                    </a:lnTo>
                    <a:lnTo>
                      <a:pt x="1325" y="0"/>
                    </a:lnTo>
                    <a:lnTo>
                      <a:pt x="1326" y="0"/>
                    </a:lnTo>
                    <a:lnTo>
                      <a:pt x="1327" y="0"/>
                    </a:lnTo>
                    <a:lnTo>
                      <a:pt x="1329" y="0"/>
                    </a:lnTo>
                    <a:lnTo>
                      <a:pt x="1330" y="0"/>
                    </a:lnTo>
                    <a:lnTo>
                      <a:pt x="1331" y="0"/>
                    </a:lnTo>
                    <a:lnTo>
                      <a:pt x="1333" y="0"/>
                    </a:lnTo>
                    <a:lnTo>
                      <a:pt x="1334" y="0"/>
                    </a:lnTo>
                    <a:lnTo>
                      <a:pt x="1335" y="0"/>
                    </a:lnTo>
                    <a:lnTo>
                      <a:pt x="1337" y="0"/>
                    </a:lnTo>
                    <a:lnTo>
                      <a:pt x="1338" y="0"/>
                    </a:lnTo>
                    <a:lnTo>
                      <a:pt x="1340" y="0"/>
                    </a:lnTo>
                    <a:lnTo>
                      <a:pt x="1341" y="0"/>
                    </a:lnTo>
                    <a:lnTo>
                      <a:pt x="1342" y="0"/>
                    </a:lnTo>
                    <a:lnTo>
                      <a:pt x="1344" y="0"/>
                    </a:lnTo>
                    <a:lnTo>
                      <a:pt x="1345" y="0"/>
                    </a:lnTo>
                    <a:lnTo>
                      <a:pt x="1346" y="0"/>
                    </a:lnTo>
                    <a:lnTo>
                      <a:pt x="1348" y="0"/>
                    </a:lnTo>
                    <a:lnTo>
                      <a:pt x="1349" y="0"/>
                    </a:lnTo>
                    <a:lnTo>
                      <a:pt x="1350" y="0"/>
                    </a:lnTo>
                    <a:lnTo>
                      <a:pt x="1352" y="0"/>
                    </a:lnTo>
                    <a:lnTo>
                      <a:pt x="1353" y="0"/>
                    </a:lnTo>
                    <a:lnTo>
                      <a:pt x="1354" y="0"/>
                    </a:lnTo>
                    <a:lnTo>
                      <a:pt x="1356" y="0"/>
                    </a:lnTo>
                    <a:lnTo>
                      <a:pt x="1357" y="0"/>
                    </a:lnTo>
                    <a:lnTo>
                      <a:pt x="1358" y="0"/>
                    </a:lnTo>
                    <a:lnTo>
                      <a:pt x="1360" y="0"/>
                    </a:lnTo>
                    <a:lnTo>
                      <a:pt x="1361" y="0"/>
                    </a:lnTo>
                    <a:lnTo>
                      <a:pt x="1362" y="0"/>
                    </a:lnTo>
                    <a:lnTo>
                      <a:pt x="1364" y="0"/>
                    </a:lnTo>
                    <a:lnTo>
                      <a:pt x="1365" y="0"/>
                    </a:lnTo>
                    <a:lnTo>
                      <a:pt x="1366" y="0"/>
                    </a:lnTo>
                    <a:lnTo>
                      <a:pt x="1368" y="0"/>
                    </a:lnTo>
                    <a:lnTo>
                      <a:pt x="1369" y="0"/>
                    </a:lnTo>
                    <a:lnTo>
                      <a:pt x="1370" y="0"/>
                    </a:lnTo>
                    <a:lnTo>
                      <a:pt x="1372" y="0"/>
                    </a:lnTo>
                    <a:lnTo>
                      <a:pt x="1373" y="0"/>
                    </a:lnTo>
                    <a:lnTo>
                      <a:pt x="1374" y="0"/>
                    </a:lnTo>
                    <a:lnTo>
                      <a:pt x="1376" y="0"/>
                    </a:lnTo>
                    <a:lnTo>
                      <a:pt x="1377" y="0"/>
                    </a:lnTo>
                    <a:lnTo>
                      <a:pt x="1378" y="0"/>
                    </a:lnTo>
                    <a:lnTo>
                      <a:pt x="1380" y="0"/>
                    </a:lnTo>
                    <a:lnTo>
                      <a:pt x="1381" y="0"/>
                    </a:lnTo>
                    <a:lnTo>
                      <a:pt x="1383" y="0"/>
                    </a:lnTo>
                    <a:lnTo>
                      <a:pt x="1384" y="0"/>
                    </a:lnTo>
                    <a:lnTo>
                      <a:pt x="1385" y="0"/>
                    </a:lnTo>
                    <a:lnTo>
                      <a:pt x="1387" y="0"/>
                    </a:lnTo>
                    <a:lnTo>
                      <a:pt x="1388" y="0"/>
                    </a:lnTo>
                    <a:lnTo>
                      <a:pt x="1389" y="0"/>
                    </a:lnTo>
                    <a:lnTo>
                      <a:pt x="1391" y="0"/>
                    </a:lnTo>
                    <a:lnTo>
                      <a:pt x="1392" y="0"/>
                    </a:lnTo>
                    <a:lnTo>
                      <a:pt x="1393" y="0"/>
                    </a:lnTo>
                    <a:lnTo>
                      <a:pt x="1395" y="0"/>
                    </a:lnTo>
                    <a:lnTo>
                      <a:pt x="1396" y="0"/>
                    </a:lnTo>
                    <a:lnTo>
                      <a:pt x="1397" y="0"/>
                    </a:lnTo>
                    <a:lnTo>
                      <a:pt x="1399" y="0"/>
                    </a:lnTo>
                    <a:lnTo>
                      <a:pt x="1400" y="0"/>
                    </a:lnTo>
                    <a:lnTo>
                      <a:pt x="1401" y="0"/>
                    </a:lnTo>
                    <a:lnTo>
                      <a:pt x="1403" y="0"/>
                    </a:lnTo>
                    <a:lnTo>
                      <a:pt x="1404" y="0"/>
                    </a:lnTo>
                    <a:lnTo>
                      <a:pt x="1405" y="0"/>
                    </a:lnTo>
                    <a:lnTo>
                      <a:pt x="1407" y="0"/>
                    </a:lnTo>
                    <a:lnTo>
                      <a:pt x="1408" y="0"/>
                    </a:lnTo>
                    <a:lnTo>
                      <a:pt x="1409" y="0"/>
                    </a:lnTo>
                    <a:lnTo>
                      <a:pt x="1411" y="0"/>
                    </a:lnTo>
                    <a:lnTo>
                      <a:pt x="1412" y="0"/>
                    </a:lnTo>
                    <a:lnTo>
                      <a:pt x="1413" y="0"/>
                    </a:lnTo>
                    <a:lnTo>
                      <a:pt x="1415" y="0"/>
                    </a:lnTo>
                    <a:lnTo>
                      <a:pt x="1416" y="0"/>
                    </a:lnTo>
                    <a:lnTo>
                      <a:pt x="1417" y="0"/>
                    </a:lnTo>
                    <a:lnTo>
                      <a:pt x="1419" y="0"/>
                    </a:lnTo>
                    <a:lnTo>
                      <a:pt x="1420" y="0"/>
                    </a:lnTo>
                    <a:lnTo>
                      <a:pt x="1422" y="0"/>
                    </a:lnTo>
                    <a:lnTo>
                      <a:pt x="1423" y="0"/>
                    </a:lnTo>
                    <a:lnTo>
                      <a:pt x="1424" y="0"/>
                    </a:lnTo>
                  </a:path>
                </a:pathLst>
              </a:custGeom>
              <a:noFill/>
              <a:ln cap="flat" cmpd="sng" w="254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5"/>
              <p:cNvSpPr/>
              <p:nvPr/>
            </p:nvSpPr>
            <p:spPr>
              <a:xfrm flipH="1" rot="10800000">
                <a:off x="6726238" y="4670426"/>
                <a:ext cx="3762375" cy="768350"/>
              </a:xfrm>
              <a:custGeom>
                <a:rect b="b" l="l" r="r" t="t"/>
                <a:pathLst>
                  <a:path extrusionOk="0" h="348" w="1424">
                    <a:moveTo>
                      <a:pt x="0" y="299"/>
                    </a:moveTo>
                    <a:lnTo>
                      <a:pt x="1" y="318"/>
                    </a:lnTo>
                    <a:lnTo>
                      <a:pt x="2" y="323"/>
                    </a:lnTo>
                    <a:lnTo>
                      <a:pt x="4" y="320"/>
                    </a:lnTo>
                    <a:lnTo>
                      <a:pt x="5" y="320"/>
                    </a:lnTo>
                    <a:lnTo>
                      <a:pt x="6" y="323"/>
                    </a:lnTo>
                    <a:lnTo>
                      <a:pt x="8" y="322"/>
                    </a:lnTo>
                    <a:lnTo>
                      <a:pt x="9" y="322"/>
                    </a:lnTo>
                    <a:lnTo>
                      <a:pt x="10" y="324"/>
                    </a:lnTo>
                    <a:lnTo>
                      <a:pt x="12" y="326"/>
                    </a:lnTo>
                    <a:lnTo>
                      <a:pt x="13" y="324"/>
                    </a:lnTo>
                    <a:lnTo>
                      <a:pt x="14" y="324"/>
                    </a:lnTo>
                    <a:lnTo>
                      <a:pt x="16" y="328"/>
                    </a:lnTo>
                    <a:lnTo>
                      <a:pt x="17" y="329"/>
                    </a:lnTo>
                    <a:lnTo>
                      <a:pt x="18" y="327"/>
                    </a:lnTo>
                    <a:lnTo>
                      <a:pt x="20" y="326"/>
                    </a:lnTo>
                    <a:lnTo>
                      <a:pt x="21" y="323"/>
                    </a:lnTo>
                    <a:lnTo>
                      <a:pt x="22" y="327"/>
                    </a:lnTo>
                    <a:lnTo>
                      <a:pt x="24" y="324"/>
                    </a:lnTo>
                    <a:lnTo>
                      <a:pt x="25" y="319"/>
                    </a:lnTo>
                    <a:lnTo>
                      <a:pt x="26" y="317"/>
                    </a:lnTo>
                    <a:lnTo>
                      <a:pt x="28" y="310"/>
                    </a:lnTo>
                    <a:lnTo>
                      <a:pt x="29" y="316"/>
                    </a:lnTo>
                    <a:lnTo>
                      <a:pt x="30" y="322"/>
                    </a:lnTo>
                    <a:lnTo>
                      <a:pt x="32" y="318"/>
                    </a:lnTo>
                    <a:lnTo>
                      <a:pt x="33" y="320"/>
                    </a:lnTo>
                    <a:lnTo>
                      <a:pt x="34" y="324"/>
                    </a:lnTo>
                    <a:lnTo>
                      <a:pt x="36" y="321"/>
                    </a:lnTo>
                    <a:lnTo>
                      <a:pt x="37" y="319"/>
                    </a:lnTo>
                    <a:lnTo>
                      <a:pt x="39" y="318"/>
                    </a:lnTo>
                    <a:lnTo>
                      <a:pt x="40" y="310"/>
                    </a:lnTo>
                    <a:lnTo>
                      <a:pt x="41" y="311"/>
                    </a:lnTo>
                    <a:lnTo>
                      <a:pt x="43" y="310"/>
                    </a:lnTo>
                    <a:lnTo>
                      <a:pt x="44" y="312"/>
                    </a:lnTo>
                    <a:lnTo>
                      <a:pt x="45" y="311"/>
                    </a:lnTo>
                    <a:lnTo>
                      <a:pt x="47" y="310"/>
                    </a:lnTo>
                    <a:lnTo>
                      <a:pt x="48" y="310"/>
                    </a:lnTo>
                    <a:lnTo>
                      <a:pt x="49" y="314"/>
                    </a:lnTo>
                    <a:lnTo>
                      <a:pt x="51" y="318"/>
                    </a:lnTo>
                    <a:lnTo>
                      <a:pt x="52" y="321"/>
                    </a:lnTo>
                    <a:lnTo>
                      <a:pt x="53" y="322"/>
                    </a:lnTo>
                    <a:lnTo>
                      <a:pt x="55" y="325"/>
                    </a:lnTo>
                    <a:lnTo>
                      <a:pt x="56" y="329"/>
                    </a:lnTo>
                    <a:lnTo>
                      <a:pt x="57" y="331"/>
                    </a:lnTo>
                    <a:lnTo>
                      <a:pt x="59" y="327"/>
                    </a:lnTo>
                    <a:lnTo>
                      <a:pt x="60" y="326"/>
                    </a:lnTo>
                    <a:lnTo>
                      <a:pt x="61" y="325"/>
                    </a:lnTo>
                    <a:lnTo>
                      <a:pt x="63" y="324"/>
                    </a:lnTo>
                    <a:lnTo>
                      <a:pt x="64" y="322"/>
                    </a:lnTo>
                    <a:lnTo>
                      <a:pt x="65" y="321"/>
                    </a:lnTo>
                    <a:lnTo>
                      <a:pt x="67" y="321"/>
                    </a:lnTo>
                    <a:lnTo>
                      <a:pt x="68" y="319"/>
                    </a:lnTo>
                    <a:lnTo>
                      <a:pt x="69" y="322"/>
                    </a:lnTo>
                    <a:lnTo>
                      <a:pt x="71" y="313"/>
                    </a:lnTo>
                    <a:lnTo>
                      <a:pt x="72" y="316"/>
                    </a:lnTo>
                    <a:lnTo>
                      <a:pt x="73" y="311"/>
                    </a:lnTo>
                    <a:lnTo>
                      <a:pt x="75" y="312"/>
                    </a:lnTo>
                    <a:lnTo>
                      <a:pt x="76" y="310"/>
                    </a:lnTo>
                    <a:lnTo>
                      <a:pt x="78" y="308"/>
                    </a:lnTo>
                    <a:lnTo>
                      <a:pt x="79" y="309"/>
                    </a:lnTo>
                    <a:lnTo>
                      <a:pt x="80" y="310"/>
                    </a:lnTo>
                    <a:lnTo>
                      <a:pt x="82" y="304"/>
                    </a:lnTo>
                    <a:lnTo>
                      <a:pt x="83" y="302"/>
                    </a:lnTo>
                    <a:lnTo>
                      <a:pt x="84" y="298"/>
                    </a:lnTo>
                    <a:lnTo>
                      <a:pt x="86" y="302"/>
                    </a:lnTo>
                    <a:lnTo>
                      <a:pt x="87" y="305"/>
                    </a:lnTo>
                    <a:lnTo>
                      <a:pt x="88" y="308"/>
                    </a:lnTo>
                    <a:lnTo>
                      <a:pt x="90" y="310"/>
                    </a:lnTo>
                    <a:lnTo>
                      <a:pt x="91" y="313"/>
                    </a:lnTo>
                    <a:lnTo>
                      <a:pt x="92" y="314"/>
                    </a:lnTo>
                    <a:lnTo>
                      <a:pt x="94" y="321"/>
                    </a:lnTo>
                    <a:lnTo>
                      <a:pt x="95" y="319"/>
                    </a:lnTo>
                    <a:lnTo>
                      <a:pt x="96" y="323"/>
                    </a:lnTo>
                    <a:lnTo>
                      <a:pt x="98" y="323"/>
                    </a:lnTo>
                    <a:lnTo>
                      <a:pt x="99" y="319"/>
                    </a:lnTo>
                    <a:lnTo>
                      <a:pt x="100" y="319"/>
                    </a:lnTo>
                    <a:lnTo>
                      <a:pt x="102" y="318"/>
                    </a:lnTo>
                    <a:lnTo>
                      <a:pt x="103" y="314"/>
                    </a:lnTo>
                    <a:lnTo>
                      <a:pt x="104" y="315"/>
                    </a:lnTo>
                    <a:lnTo>
                      <a:pt x="106" y="314"/>
                    </a:lnTo>
                    <a:lnTo>
                      <a:pt x="107" y="314"/>
                    </a:lnTo>
                    <a:lnTo>
                      <a:pt x="108" y="322"/>
                    </a:lnTo>
                    <a:lnTo>
                      <a:pt x="110" y="318"/>
                    </a:lnTo>
                    <a:lnTo>
                      <a:pt x="111" y="317"/>
                    </a:lnTo>
                    <a:lnTo>
                      <a:pt x="112" y="305"/>
                    </a:lnTo>
                    <a:lnTo>
                      <a:pt x="114" y="316"/>
                    </a:lnTo>
                    <a:lnTo>
                      <a:pt x="115" y="291"/>
                    </a:lnTo>
                    <a:lnTo>
                      <a:pt x="116" y="0"/>
                    </a:lnTo>
                    <a:lnTo>
                      <a:pt x="118" y="314"/>
                    </a:lnTo>
                    <a:lnTo>
                      <a:pt x="119" y="317"/>
                    </a:lnTo>
                    <a:lnTo>
                      <a:pt x="121" y="340"/>
                    </a:lnTo>
                    <a:lnTo>
                      <a:pt x="122" y="336"/>
                    </a:lnTo>
                    <a:lnTo>
                      <a:pt x="123" y="335"/>
                    </a:lnTo>
                    <a:lnTo>
                      <a:pt x="125" y="332"/>
                    </a:lnTo>
                    <a:lnTo>
                      <a:pt x="126" y="330"/>
                    </a:lnTo>
                    <a:lnTo>
                      <a:pt x="127" y="329"/>
                    </a:lnTo>
                    <a:lnTo>
                      <a:pt x="129" y="327"/>
                    </a:lnTo>
                    <a:lnTo>
                      <a:pt x="130" y="327"/>
                    </a:lnTo>
                    <a:lnTo>
                      <a:pt x="131" y="324"/>
                    </a:lnTo>
                    <a:lnTo>
                      <a:pt x="133" y="328"/>
                    </a:lnTo>
                    <a:lnTo>
                      <a:pt x="134" y="329"/>
                    </a:lnTo>
                    <a:lnTo>
                      <a:pt x="135" y="328"/>
                    </a:lnTo>
                    <a:lnTo>
                      <a:pt x="137" y="326"/>
                    </a:lnTo>
                    <a:lnTo>
                      <a:pt x="138" y="327"/>
                    </a:lnTo>
                    <a:lnTo>
                      <a:pt x="139" y="325"/>
                    </a:lnTo>
                    <a:lnTo>
                      <a:pt x="141" y="325"/>
                    </a:lnTo>
                    <a:lnTo>
                      <a:pt x="142" y="321"/>
                    </a:lnTo>
                    <a:lnTo>
                      <a:pt x="143" y="323"/>
                    </a:lnTo>
                    <a:lnTo>
                      <a:pt x="145" y="322"/>
                    </a:lnTo>
                    <a:lnTo>
                      <a:pt x="146" y="321"/>
                    </a:lnTo>
                    <a:lnTo>
                      <a:pt x="147" y="317"/>
                    </a:lnTo>
                    <a:lnTo>
                      <a:pt x="149" y="321"/>
                    </a:lnTo>
                    <a:lnTo>
                      <a:pt x="150" y="326"/>
                    </a:lnTo>
                    <a:lnTo>
                      <a:pt x="151" y="325"/>
                    </a:lnTo>
                    <a:lnTo>
                      <a:pt x="153" y="324"/>
                    </a:lnTo>
                    <a:lnTo>
                      <a:pt x="154" y="325"/>
                    </a:lnTo>
                    <a:lnTo>
                      <a:pt x="155" y="327"/>
                    </a:lnTo>
                    <a:lnTo>
                      <a:pt x="157" y="326"/>
                    </a:lnTo>
                    <a:lnTo>
                      <a:pt x="158" y="328"/>
                    </a:lnTo>
                    <a:lnTo>
                      <a:pt x="159" y="325"/>
                    </a:lnTo>
                    <a:lnTo>
                      <a:pt x="161" y="321"/>
                    </a:lnTo>
                    <a:lnTo>
                      <a:pt x="162" y="321"/>
                    </a:lnTo>
                    <a:lnTo>
                      <a:pt x="164" y="321"/>
                    </a:lnTo>
                    <a:lnTo>
                      <a:pt x="165" y="321"/>
                    </a:lnTo>
                    <a:lnTo>
                      <a:pt x="166" y="319"/>
                    </a:lnTo>
                    <a:lnTo>
                      <a:pt x="168" y="320"/>
                    </a:lnTo>
                    <a:lnTo>
                      <a:pt x="169" y="324"/>
                    </a:lnTo>
                    <a:lnTo>
                      <a:pt x="170" y="324"/>
                    </a:lnTo>
                    <a:lnTo>
                      <a:pt x="172" y="321"/>
                    </a:lnTo>
                    <a:lnTo>
                      <a:pt x="173" y="323"/>
                    </a:lnTo>
                    <a:lnTo>
                      <a:pt x="174" y="324"/>
                    </a:lnTo>
                    <a:lnTo>
                      <a:pt x="176" y="327"/>
                    </a:lnTo>
                    <a:lnTo>
                      <a:pt x="177" y="325"/>
                    </a:lnTo>
                    <a:lnTo>
                      <a:pt x="178" y="322"/>
                    </a:lnTo>
                    <a:lnTo>
                      <a:pt x="180" y="321"/>
                    </a:lnTo>
                    <a:lnTo>
                      <a:pt x="181" y="330"/>
                    </a:lnTo>
                    <a:lnTo>
                      <a:pt x="182" y="325"/>
                    </a:lnTo>
                    <a:lnTo>
                      <a:pt x="184" y="324"/>
                    </a:lnTo>
                    <a:lnTo>
                      <a:pt x="185" y="325"/>
                    </a:lnTo>
                    <a:lnTo>
                      <a:pt x="186" y="324"/>
                    </a:lnTo>
                    <a:lnTo>
                      <a:pt x="188" y="322"/>
                    </a:lnTo>
                    <a:lnTo>
                      <a:pt x="189" y="319"/>
                    </a:lnTo>
                    <a:lnTo>
                      <a:pt x="190" y="321"/>
                    </a:lnTo>
                    <a:lnTo>
                      <a:pt x="192" y="321"/>
                    </a:lnTo>
                    <a:lnTo>
                      <a:pt x="193" y="317"/>
                    </a:lnTo>
                    <a:lnTo>
                      <a:pt x="194" y="316"/>
                    </a:lnTo>
                    <a:lnTo>
                      <a:pt x="196" y="317"/>
                    </a:lnTo>
                    <a:lnTo>
                      <a:pt x="197" y="312"/>
                    </a:lnTo>
                    <a:lnTo>
                      <a:pt x="198" y="314"/>
                    </a:lnTo>
                    <a:lnTo>
                      <a:pt x="200" y="311"/>
                    </a:lnTo>
                    <a:lnTo>
                      <a:pt x="201" y="313"/>
                    </a:lnTo>
                    <a:lnTo>
                      <a:pt x="202" y="310"/>
                    </a:lnTo>
                    <a:lnTo>
                      <a:pt x="204" y="308"/>
                    </a:lnTo>
                    <a:lnTo>
                      <a:pt x="205" y="305"/>
                    </a:lnTo>
                    <a:lnTo>
                      <a:pt x="207" y="308"/>
                    </a:lnTo>
                    <a:lnTo>
                      <a:pt x="208" y="311"/>
                    </a:lnTo>
                    <a:lnTo>
                      <a:pt x="209" y="312"/>
                    </a:lnTo>
                    <a:lnTo>
                      <a:pt x="211" y="306"/>
                    </a:lnTo>
                    <a:lnTo>
                      <a:pt x="212" y="306"/>
                    </a:lnTo>
                    <a:lnTo>
                      <a:pt x="213" y="304"/>
                    </a:lnTo>
                    <a:lnTo>
                      <a:pt x="215" y="304"/>
                    </a:lnTo>
                    <a:lnTo>
                      <a:pt x="216" y="301"/>
                    </a:lnTo>
                    <a:lnTo>
                      <a:pt x="217" y="302"/>
                    </a:lnTo>
                    <a:lnTo>
                      <a:pt x="219" y="306"/>
                    </a:lnTo>
                    <a:lnTo>
                      <a:pt x="220" y="306"/>
                    </a:lnTo>
                    <a:lnTo>
                      <a:pt x="221" y="304"/>
                    </a:lnTo>
                    <a:lnTo>
                      <a:pt x="223" y="305"/>
                    </a:lnTo>
                    <a:lnTo>
                      <a:pt x="224" y="306"/>
                    </a:lnTo>
                    <a:lnTo>
                      <a:pt x="225" y="305"/>
                    </a:lnTo>
                    <a:lnTo>
                      <a:pt x="227" y="306"/>
                    </a:lnTo>
                    <a:lnTo>
                      <a:pt x="228" y="307"/>
                    </a:lnTo>
                    <a:lnTo>
                      <a:pt x="229" y="304"/>
                    </a:lnTo>
                    <a:lnTo>
                      <a:pt x="231" y="306"/>
                    </a:lnTo>
                    <a:lnTo>
                      <a:pt x="232" y="306"/>
                    </a:lnTo>
                    <a:lnTo>
                      <a:pt x="233" y="304"/>
                    </a:lnTo>
                    <a:lnTo>
                      <a:pt x="235" y="303"/>
                    </a:lnTo>
                    <a:lnTo>
                      <a:pt x="236" y="298"/>
                    </a:lnTo>
                    <a:lnTo>
                      <a:pt x="237" y="300"/>
                    </a:lnTo>
                    <a:lnTo>
                      <a:pt x="239" y="300"/>
                    </a:lnTo>
                    <a:lnTo>
                      <a:pt x="240" y="301"/>
                    </a:lnTo>
                    <a:lnTo>
                      <a:pt x="241" y="303"/>
                    </a:lnTo>
                    <a:lnTo>
                      <a:pt x="243" y="300"/>
                    </a:lnTo>
                    <a:lnTo>
                      <a:pt x="244" y="302"/>
                    </a:lnTo>
                    <a:lnTo>
                      <a:pt x="246" y="306"/>
                    </a:lnTo>
                    <a:lnTo>
                      <a:pt x="247" y="302"/>
                    </a:lnTo>
                    <a:lnTo>
                      <a:pt x="248" y="300"/>
                    </a:lnTo>
                    <a:lnTo>
                      <a:pt x="250" y="301"/>
                    </a:lnTo>
                    <a:lnTo>
                      <a:pt x="251" y="300"/>
                    </a:lnTo>
                    <a:lnTo>
                      <a:pt x="252" y="300"/>
                    </a:lnTo>
                    <a:lnTo>
                      <a:pt x="254" y="300"/>
                    </a:lnTo>
                    <a:lnTo>
                      <a:pt x="255" y="303"/>
                    </a:lnTo>
                    <a:lnTo>
                      <a:pt x="256" y="300"/>
                    </a:lnTo>
                    <a:lnTo>
                      <a:pt x="258" y="299"/>
                    </a:lnTo>
                    <a:lnTo>
                      <a:pt x="259" y="303"/>
                    </a:lnTo>
                    <a:lnTo>
                      <a:pt x="260" y="301"/>
                    </a:lnTo>
                    <a:lnTo>
                      <a:pt x="262" y="308"/>
                    </a:lnTo>
                    <a:lnTo>
                      <a:pt x="263" y="306"/>
                    </a:lnTo>
                    <a:lnTo>
                      <a:pt x="264" y="303"/>
                    </a:lnTo>
                    <a:lnTo>
                      <a:pt x="266" y="304"/>
                    </a:lnTo>
                    <a:lnTo>
                      <a:pt x="267" y="306"/>
                    </a:lnTo>
                    <a:lnTo>
                      <a:pt x="268" y="304"/>
                    </a:lnTo>
                    <a:lnTo>
                      <a:pt x="270" y="306"/>
                    </a:lnTo>
                    <a:lnTo>
                      <a:pt x="271" y="299"/>
                    </a:lnTo>
                    <a:lnTo>
                      <a:pt x="272" y="299"/>
                    </a:lnTo>
                    <a:lnTo>
                      <a:pt x="274" y="301"/>
                    </a:lnTo>
                    <a:lnTo>
                      <a:pt x="275" y="298"/>
                    </a:lnTo>
                    <a:lnTo>
                      <a:pt x="276" y="301"/>
                    </a:lnTo>
                    <a:lnTo>
                      <a:pt x="278" y="303"/>
                    </a:lnTo>
                    <a:lnTo>
                      <a:pt x="279" y="307"/>
                    </a:lnTo>
                    <a:lnTo>
                      <a:pt x="280" y="304"/>
                    </a:lnTo>
                    <a:lnTo>
                      <a:pt x="282" y="306"/>
                    </a:lnTo>
                    <a:lnTo>
                      <a:pt x="283" y="312"/>
                    </a:lnTo>
                    <a:lnTo>
                      <a:pt x="284" y="310"/>
                    </a:lnTo>
                    <a:lnTo>
                      <a:pt x="286" y="309"/>
                    </a:lnTo>
                    <a:lnTo>
                      <a:pt x="287" y="309"/>
                    </a:lnTo>
                    <a:lnTo>
                      <a:pt x="289" y="304"/>
                    </a:lnTo>
                    <a:lnTo>
                      <a:pt x="290" y="308"/>
                    </a:lnTo>
                    <a:lnTo>
                      <a:pt x="291" y="309"/>
                    </a:lnTo>
                    <a:lnTo>
                      <a:pt x="293" y="308"/>
                    </a:lnTo>
                    <a:lnTo>
                      <a:pt x="294" y="311"/>
                    </a:lnTo>
                    <a:lnTo>
                      <a:pt x="295" y="308"/>
                    </a:lnTo>
                    <a:lnTo>
                      <a:pt x="297" y="312"/>
                    </a:lnTo>
                    <a:lnTo>
                      <a:pt x="298" y="312"/>
                    </a:lnTo>
                    <a:lnTo>
                      <a:pt x="299" y="303"/>
                    </a:lnTo>
                    <a:lnTo>
                      <a:pt x="301" y="297"/>
                    </a:lnTo>
                    <a:lnTo>
                      <a:pt x="302" y="292"/>
                    </a:lnTo>
                    <a:lnTo>
                      <a:pt x="303" y="294"/>
                    </a:lnTo>
                    <a:lnTo>
                      <a:pt x="305" y="289"/>
                    </a:lnTo>
                    <a:lnTo>
                      <a:pt x="306" y="286"/>
                    </a:lnTo>
                    <a:lnTo>
                      <a:pt x="307" y="287"/>
                    </a:lnTo>
                    <a:lnTo>
                      <a:pt x="309" y="287"/>
                    </a:lnTo>
                    <a:lnTo>
                      <a:pt x="310" y="291"/>
                    </a:lnTo>
                    <a:lnTo>
                      <a:pt x="311" y="293"/>
                    </a:lnTo>
                    <a:lnTo>
                      <a:pt x="313" y="288"/>
                    </a:lnTo>
                    <a:lnTo>
                      <a:pt x="314" y="286"/>
                    </a:lnTo>
                    <a:lnTo>
                      <a:pt x="315" y="288"/>
                    </a:lnTo>
                    <a:lnTo>
                      <a:pt x="317" y="286"/>
                    </a:lnTo>
                    <a:lnTo>
                      <a:pt x="318" y="288"/>
                    </a:lnTo>
                    <a:lnTo>
                      <a:pt x="319" y="290"/>
                    </a:lnTo>
                    <a:lnTo>
                      <a:pt x="321" y="294"/>
                    </a:lnTo>
                    <a:lnTo>
                      <a:pt x="322" y="295"/>
                    </a:lnTo>
                    <a:lnTo>
                      <a:pt x="323" y="294"/>
                    </a:lnTo>
                    <a:lnTo>
                      <a:pt x="325" y="295"/>
                    </a:lnTo>
                    <a:lnTo>
                      <a:pt x="326" y="291"/>
                    </a:lnTo>
                    <a:lnTo>
                      <a:pt x="327" y="290"/>
                    </a:lnTo>
                    <a:lnTo>
                      <a:pt x="329" y="286"/>
                    </a:lnTo>
                    <a:lnTo>
                      <a:pt x="330" y="282"/>
                    </a:lnTo>
                    <a:lnTo>
                      <a:pt x="332" y="282"/>
                    </a:lnTo>
                    <a:lnTo>
                      <a:pt x="333" y="277"/>
                    </a:lnTo>
                    <a:lnTo>
                      <a:pt x="334" y="272"/>
                    </a:lnTo>
                    <a:lnTo>
                      <a:pt x="336" y="274"/>
                    </a:lnTo>
                    <a:lnTo>
                      <a:pt x="337" y="274"/>
                    </a:lnTo>
                    <a:lnTo>
                      <a:pt x="338" y="275"/>
                    </a:lnTo>
                    <a:lnTo>
                      <a:pt x="340" y="275"/>
                    </a:lnTo>
                    <a:lnTo>
                      <a:pt x="341" y="270"/>
                    </a:lnTo>
                    <a:lnTo>
                      <a:pt x="342" y="272"/>
                    </a:lnTo>
                    <a:lnTo>
                      <a:pt x="344" y="276"/>
                    </a:lnTo>
                    <a:lnTo>
                      <a:pt x="345" y="274"/>
                    </a:lnTo>
                    <a:lnTo>
                      <a:pt x="346" y="270"/>
                    </a:lnTo>
                    <a:lnTo>
                      <a:pt x="348" y="269"/>
                    </a:lnTo>
                    <a:lnTo>
                      <a:pt x="349" y="271"/>
                    </a:lnTo>
                    <a:lnTo>
                      <a:pt x="350" y="272"/>
                    </a:lnTo>
                    <a:lnTo>
                      <a:pt x="352" y="275"/>
                    </a:lnTo>
                    <a:lnTo>
                      <a:pt x="353" y="279"/>
                    </a:lnTo>
                    <a:lnTo>
                      <a:pt x="354" y="276"/>
                    </a:lnTo>
                    <a:lnTo>
                      <a:pt x="356" y="274"/>
                    </a:lnTo>
                    <a:lnTo>
                      <a:pt x="357" y="273"/>
                    </a:lnTo>
                    <a:lnTo>
                      <a:pt x="358" y="273"/>
                    </a:lnTo>
                    <a:lnTo>
                      <a:pt x="360" y="271"/>
                    </a:lnTo>
                    <a:lnTo>
                      <a:pt x="361" y="270"/>
                    </a:lnTo>
                    <a:lnTo>
                      <a:pt x="362" y="267"/>
                    </a:lnTo>
                    <a:lnTo>
                      <a:pt x="364" y="265"/>
                    </a:lnTo>
                    <a:lnTo>
                      <a:pt x="365" y="265"/>
                    </a:lnTo>
                    <a:lnTo>
                      <a:pt x="366" y="266"/>
                    </a:lnTo>
                    <a:lnTo>
                      <a:pt x="368" y="268"/>
                    </a:lnTo>
                    <a:lnTo>
                      <a:pt x="369" y="270"/>
                    </a:lnTo>
                    <a:lnTo>
                      <a:pt x="370" y="270"/>
                    </a:lnTo>
                    <a:lnTo>
                      <a:pt x="372" y="270"/>
                    </a:lnTo>
                    <a:lnTo>
                      <a:pt x="373" y="275"/>
                    </a:lnTo>
                    <a:lnTo>
                      <a:pt x="375" y="274"/>
                    </a:lnTo>
                    <a:lnTo>
                      <a:pt x="376" y="275"/>
                    </a:lnTo>
                    <a:lnTo>
                      <a:pt x="377" y="274"/>
                    </a:lnTo>
                    <a:lnTo>
                      <a:pt x="379" y="275"/>
                    </a:lnTo>
                    <a:lnTo>
                      <a:pt x="380" y="272"/>
                    </a:lnTo>
                    <a:lnTo>
                      <a:pt x="381" y="275"/>
                    </a:lnTo>
                    <a:lnTo>
                      <a:pt x="383" y="270"/>
                    </a:lnTo>
                    <a:lnTo>
                      <a:pt x="384" y="269"/>
                    </a:lnTo>
                    <a:lnTo>
                      <a:pt x="385" y="270"/>
                    </a:lnTo>
                    <a:lnTo>
                      <a:pt x="387" y="271"/>
                    </a:lnTo>
                    <a:lnTo>
                      <a:pt x="388" y="269"/>
                    </a:lnTo>
                    <a:lnTo>
                      <a:pt x="389" y="272"/>
                    </a:lnTo>
                    <a:lnTo>
                      <a:pt x="391" y="275"/>
                    </a:lnTo>
                    <a:lnTo>
                      <a:pt x="392" y="273"/>
                    </a:lnTo>
                    <a:lnTo>
                      <a:pt x="393" y="272"/>
                    </a:lnTo>
                    <a:lnTo>
                      <a:pt x="395" y="276"/>
                    </a:lnTo>
                    <a:lnTo>
                      <a:pt x="396" y="275"/>
                    </a:lnTo>
                    <a:lnTo>
                      <a:pt x="397" y="278"/>
                    </a:lnTo>
                    <a:lnTo>
                      <a:pt x="399" y="277"/>
                    </a:lnTo>
                    <a:lnTo>
                      <a:pt x="400" y="275"/>
                    </a:lnTo>
                    <a:lnTo>
                      <a:pt x="401" y="277"/>
                    </a:lnTo>
                    <a:lnTo>
                      <a:pt x="403" y="283"/>
                    </a:lnTo>
                    <a:lnTo>
                      <a:pt x="404" y="282"/>
                    </a:lnTo>
                    <a:lnTo>
                      <a:pt x="405" y="284"/>
                    </a:lnTo>
                    <a:lnTo>
                      <a:pt x="407" y="282"/>
                    </a:lnTo>
                    <a:lnTo>
                      <a:pt x="408" y="284"/>
                    </a:lnTo>
                    <a:lnTo>
                      <a:pt x="409" y="288"/>
                    </a:lnTo>
                    <a:lnTo>
                      <a:pt x="411" y="284"/>
                    </a:lnTo>
                    <a:lnTo>
                      <a:pt x="412" y="280"/>
                    </a:lnTo>
                    <a:lnTo>
                      <a:pt x="414" y="278"/>
                    </a:lnTo>
                    <a:lnTo>
                      <a:pt x="415" y="282"/>
                    </a:lnTo>
                    <a:lnTo>
                      <a:pt x="416" y="276"/>
                    </a:lnTo>
                    <a:lnTo>
                      <a:pt x="418" y="272"/>
                    </a:lnTo>
                    <a:lnTo>
                      <a:pt x="419" y="243"/>
                    </a:lnTo>
                    <a:lnTo>
                      <a:pt x="420" y="236"/>
                    </a:lnTo>
                    <a:lnTo>
                      <a:pt x="422" y="240"/>
                    </a:lnTo>
                    <a:lnTo>
                      <a:pt x="423" y="246"/>
                    </a:lnTo>
                    <a:lnTo>
                      <a:pt x="424" y="244"/>
                    </a:lnTo>
                    <a:lnTo>
                      <a:pt x="426" y="248"/>
                    </a:lnTo>
                    <a:lnTo>
                      <a:pt x="427" y="250"/>
                    </a:lnTo>
                    <a:lnTo>
                      <a:pt x="428" y="250"/>
                    </a:lnTo>
                    <a:lnTo>
                      <a:pt x="430" y="252"/>
                    </a:lnTo>
                    <a:lnTo>
                      <a:pt x="431" y="251"/>
                    </a:lnTo>
                    <a:lnTo>
                      <a:pt x="432" y="253"/>
                    </a:lnTo>
                    <a:lnTo>
                      <a:pt x="434" y="259"/>
                    </a:lnTo>
                    <a:lnTo>
                      <a:pt x="435" y="263"/>
                    </a:lnTo>
                    <a:lnTo>
                      <a:pt x="436" y="260"/>
                    </a:lnTo>
                    <a:lnTo>
                      <a:pt x="438" y="263"/>
                    </a:lnTo>
                    <a:lnTo>
                      <a:pt x="439" y="257"/>
                    </a:lnTo>
                    <a:lnTo>
                      <a:pt x="440" y="259"/>
                    </a:lnTo>
                    <a:lnTo>
                      <a:pt x="442" y="255"/>
                    </a:lnTo>
                    <a:lnTo>
                      <a:pt x="443" y="250"/>
                    </a:lnTo>
                    <a:lnTo>
                      <a:pt x="444" y="250"/>
                    </a:lnTo>
                    <a:lnTo>
                      <a:pt x="446" y="248"/>
                    </a:lnTo>
                    <a:lnTo>
                      <a:pt x="447" y="250"/>
                    </a:lnTo>
                    <a:lnTo>
                      <a:pt x="448" y="250"/>
                    </a:lnTo>
                    <a:lnTo>
                      <a:pt x="450" y="250"/>
                    </a:lnTo>
                    <a:lnTo>
                      <a:pt x="451" y="251"/>
                    </a:lnTo>
                    <a:lnTo>
                      <a:pt x="452" y="256"/>
                    </a:lnTo>
                    <a:lnTo>
                      <a:pt x="454" y="254"/>
                    </a:lnTo>
                    <a:lnTo>
                      <a:pt x="455" y="254"/>
                    </a:lnTo>
                    <a:lnTo>
                      <a:pt x="457" y="250"/>
                    </a:lnTo>
                    <a:lnTo>
                      <a:pt x="458" y="248"/>
                    </a:lnTo>
                    <a:lnTo>
                      <a:pt x="459" y="252"/>
                    </a:lnTo>
                    <a:lnTo>
                      <a:pt x="461" y="252"/>
                    </a:lnTo>
                    <a:lnTo>
                      <a:pt x="462" y="250"/>
                    </a:lnTo>
                    <a:lnTo>
                      <a:pt x="463" y="249"/>
                    </a:lnTo>
                    <a:lnTo>
                      <a:pt x="465" y="251"/>
                    </a:lnTo>
                    <a:lnTo>
                      <a:pt x="466" y="253"/>
                    </a:lnTo>
                    <a:lnTo>
                      <a:pt x="467" y="252"/>
                    </a:lnTo>
                    <a:lnTo>
                      <a:pt x="469" y="246"/>
                    </a:lnTo>
                    <a:lnTo>
                      <a:pt x="470" y="244"/>
                    </a:lnTo>
                    <a:lnTo>
                      <a:pt x="471" y="244"/>
                    </a:lnTo>
                    <a:lnTo>
                      <a:pt x="473" y="245"/>
                    </a:lnTo>
                    <a:lnTo>
                      <a:pt x="474" y="243"/>
                    </a:lnTo>
                    <a:lnTo>
                      <a:pt x="475" y="246"/>
                    </a:lnTo>
                    <a:lnTo>
                      <a:pt x="477" y="245"/>
                    </a:lnTo>
                    <a:lnTo>
                      <a:pt x="478" y="247"/>
                    </a:lnTo>
                    <a:lnTo>
                      <a:pt x="479" y="248"/>
                    </a:lnTo>
                    <a:lnTo>
                      <a:pt x="481" y="246"/>
                    </a:lnTo>
                    <a:lnTo>
                      <a:pt x="482" y="242"/>
                    </a:lnTo>
                    <a:lnTo>
                      <a:pt x="483" y="242"/>
                    </a:lnTo>
                    <a:lnTo>
                      <a:pt x="485" y="239"/>
                    </a:lnTo>
                    <a:lnTo>
                      <a:pt x="486" y="238"/>
                    </a:lnTo>
                    <a:lnTo>
                      <a:pt x="487" y="241"/>
                    </a:lnTo>
                    <a:lnTo>
                      <a:pt x="489" y="241"/>
                    </a:lnTo>
                    <a:lnTo>
                      <a:pt x="490" y="248"/>
                    </a:lnTo>
                    <a:lnTo>
                      <a:pt x="491" y="253"/>
                    </a:lnTo>
                    <a:lnTo>
                      <a:pt x="493" y="253"/>
                    </a:lnTo>
                    <a:lnTo>
                      <a:pt x="494" y="255"/>
                    </a:lnTo>
                    <a:lnTo>
                      <a:pt x="495" y="256"/>
                    </a:lnTo>
                    <a:lnTo>
                      <a:pt x="497" y="255"/>
                    </a:lnTo>
                    <a:lnTo>
                      <a:pt x="498" y="250"/>
                    </a:lnTo>
                    <a:lnTo>
                      <a:pt x="500" y="246"/>
                    </a:lnTo>
                    <a:lnTo>
                      <a:pt x="501" y="246"/>
                    </a:lnTo>
                    <a:lnTo>
                      <a:pt x="502" y="248"/>
                    </a:lnTo>
                    <a:lnTo>
                      <a:pt x="504" y="246"/>
                    </a:lnTo>
                    <a:lnTo>
                      <a:pt x="505" y="251"/>
                    </a:lnTo>
                    <a:lnTo>
                      <a:pt x="506" y="247"/>
                    </a:lnTo>
                    <a:lnTo>
                      <a:pt x="508" y="250"/>
                    </a:lnTo>
                    <a:lnTo>
                      <a:pt x="509" y="251"/>
                    </a:lnTo>
                    <a:lnTo>
                      <a:pt x="510" y="249"/>
                    </a:lnTo>
                    <a:lnTo>
                      <a:pt x="512" y="248"/>
                    </a:lnTo>
                    <a:lnTo>
                      <a:pt x="513" y="250"/>
                    </a:lnTo>
                    <a:lnTo>
                      <a:pt x="514" y="250"/>
                    </a:lnTo>
                    <a:lnTo>
                      <a:pt x="516" y="246"/>
                    </a:lnTo>
                    <a:lnTo>
                      <a:pt x="517" y="250"/>
                    </a:lnTo>
                    <a:lnTo>
                      <a:pt x="518" y="255"/>
                    </a:lnTo>
                    <a:lnTo>
                      <a:pt x="520" y="255"/>
                    </a:lnTo>
                    <a:lnTo>
                      <a:pt x="521" y="256"/>
                    </a:lnTo>
                    <a:lnTo>
                      <a:pt x="522" y="256"/>
                    </a:lnTo>
                    <a:lnTo>
                      <a:pt x="524" y="251"/>
                    </a:lnTo>
                    <a:lnTo>
                      <a:pt x="525" y="250"/>
                    </a:lnTo>
                    <a:lnTo>
                      <a:pt x="526" y="250"/>
                    </a:lnTo>
                    <a:lnTo>
                      <a:pt x="528" y="254"/>
                    </a:lnTo>
                    <a:lnTo>
                      <a:pt x="529" y="252"/>
                    </a:lnTo>
                    <a:lnTo>
                      <a:pt x="530" y="250"/>
                    </a:lnTo>
                    <a:lnTo>
                      <a:pt x="532" y="252"/>
                    </a:lnTo>
                    <a:lnTo>
                      <a:pt x="533" y="250"/>
                    </a:lnTo>
                    <a:lnTo>
                      <a:pt x="534" y="251"/>
                    </a:lnTo>
                    <a:lnTo>
                      <a:pt x="536" y="250"/>
                    </a:lnTo>
                    <a:lnTo>
                      <a:pt x="537" y="248"/>
                    </a:lnTo>
                    <a:lnTo>
                      <a:pt x="538" y="246"/>
                    </a:lnTo>
                    <a:lnTo>
                      <a:pt x="540" y="244"/>
                    </a:lnTo>
                    <a:lnTo>
                      <a:pt x="541" y="248"/>
                    </a:lnTo>
                    <a:lnTo>
                      <a:pt x="543" y="247"/>
                    </a:lnTo>
                    <a:lnTo>
                      <a:pt x="544" y="246"/>
                    </a:lnTo>
                    <a:lnTo>
                      <a:pt x="545" y="246"/>
                    </a:lnTo>
                    <a:lnTo>
                      <a:pt x="547" y="246"/>
                    </a:lnTo>
                    <a:lnTo>
                      <a:pt x="548" y="251"/>
                    </a:lnTo>
                    <a:lnTo>
                      <a:pt x="549" y="255"/>
                    </a:lnTo>
                    <a:lnTo>
                      <a:pt x="551" y="258"/>
                    </a:lnTo>
                    <a:lnTo>
                      <a:pt x="552" y="255"/>
                    </a:lnTo>
                    <a:lnTo>
                      <a:pt x="553" y="260"/>
                    </a:lnTo>
                    <a:lnTo>
                      <a:pt x="555" y="259"/>
                    </a:lnTo>
                    <a:lnTo>
                      <a:pt x="556" y="264"/>
                    </a:lnTo>
                    <a:lnTo>
                      <a:pt x="557" y="261"/>
                    </a:lnTo>
                    <a:lnTo>
                      <a:pt x="559" y="258"/>
                    </a:lnTo>
                    <a:lnTo>
                      <a:pt x="560" y="261"/>
                    </a:lnTo>
                    <a:lnTo>
                      <a:pt x="561" y="260"/>
                    </a:lnTo>
                    <a:lnTo>
                      <a:pt x="563" y="261"/>
                    </a:lnTo>
                    <a:lnTo>
                      <a:pt x="564" y="261"/>
                    </a:lnTo>
                    <a:lnTo>
                      <a:pt x="565" y="260"/>
                    </a:lnTo>
                    <a:lnTo>
                      <a:pt x="567" y="260"/>
                    </a:lnTo>
                    <a:lnTo>
                      <a:pt x="568" y="263"/>
                    </a:lnTo>
                    <a:lnTo>
                      <a:pt x="569" y="265"/>
                    </a:lnTo>
                    <a:lnTo>
                      <a:pt x="571" y="263"/>
                    </a:lnTo>
                    <a:lnTo>
                      <a:pt x="572" y="270"/>
                    </a:lnTo>
                    <a:lnTo>
                      <a:pt x="573" y="268"/>
                    </a:lnTo>
                    <a:lnTo>
                      <a:pt x="575" y="270"/>
                    </a:lnTo>
                    <a:lnTo>
                      <a:pt x="576" y="274"/>
                    </a:lnTo>
                    <a:lnTo>
                      <a:pt x="577" y="273"/>
                    </a:lnTo>
                    <a:lnTo>
                      <a:pt x="579" y="273"/>
                    </a:lnTo>
                    <a:lnTo>
                      <a:pt x="580" y="274"/>
                    </a:lnTo>
                    <a:lnTo>
                      <a:pt x="582" y="271"/>
                    </a:lnTo>
                    <a:lnTo>
                      <a:pt x="583" y="270"/>
                    </a:lnTo>
                    <a:lnTo>
                      <a:pt x="584" y="272"/>
                    </a:lnTo>
                    <a:lnTo>
                      <a:pt x="586" y="270"/>
                    </a:lnTo>
                    <a:lnTo>
                      <a:pt x="587" y="269"/>
                    </a:lnTo>
                    <a:lnTo>
                      <a:pt x="588" y="266"/>
                    </a:lnTo>
                    <a:lnTo>
                      <a:pt x="590" y="265"/>
                    </a:lnTo>
                    <a:lnTo>
                      <a:pt x="591" y="263"/>
                    </a:lnTo>
                    <a:lnTo>
                      <a:pt x="592" y="259"/>
                    </a:lnTo>
                    <a:lnTo>
                      <a:pt x="594" y="258"/>
                    </a:lnTo>
                    <a:lnTo>
                      <a:pt x="595" y="261"/>
                    </a:lnTo>
                    <a:lnTo>
                      <a:pt x="596" y="260"/>
                    </a:lnTo>
                    <a:lnTo>
                      <a:pt x="598" y="263"/>
                    </a:lnTo>
                    <a:lnTo>
                      <a:pt x="599" y="263"/>
                    </a:lnTo>
                    <a:lnTo>
                      <a:pt x="600" y="264"/>
                    </a:lnTo>
                    <a:lnTo>
                      <a:pt x="602" y="260"/>
                    </a:lnTo>
                    <a:lnTo>
                      <a:pt x="603" y="261"/>
                    </a:lnTo>
                    <a:lnTo>
                      <a:pt x="604" y="259"/>
                    </a:lnTo>
                    <a:lnTo>
                      <a:pt x="606" y="254"/>
                    </a:lnTo>
                    <a:lnTo>
                      <a:pt x="607" y="248"/>
                    </a:lnTo>
                    <a:lnTo>
                      <a:pt x="608" y="248"/>
                    </a:lnTo>
                    <a:lnTo>
                      <a:pt x="610" y="250"/>
                    </a:lnTo>
                    <a:lnTo>
                      <a:pt x="611" y="256"/>
                    </a:lnTo>
                    <a:lnTo>
                      <a:pt x="612" y="253"/>
                    </a:lnTo>
                    <a:lnTo>
                      <a:pt x="614" y="251"/>
                    </a:lnTo>
                    <a:lnTo>
                      <a:pt x="615" y="260"/>
                    </a:lnTo>
                    <a:lnTo>
                      <a:pt x="616" y="263"/>
                    </a:lnTo>
                    <a:lnTo>
                      <a:pt x="618" y="263"/>
                    </a:lnTo>
                    <a:lnTo>
                      <a:pt x="619" y="260"/>
                    </a:lnTo>
                    <a:lnTo>
                      <a:pt x="620" y="262"/>
                    </a:lnTo>
                    <a:lnTo>
                      <a:pt x="622" y="263"/>
                    </a:lnTo>
                    <a:lnTo>
                      <a:pt x="623" y="264"/>
                    </a:lnTo>
                    <a:lnTo>
                      <a:pt x="625" y="264"/>
                    </a:lnTo>
                    <a:lnTo>
                      <a:pt x="626" y="264"/>
                    </a:lnTo>
                    <a:lnTo>
                      <a:pt x="627" y="265"/>
                    </a:lnTo>
                    <a:lnTo>
                      <a:pt x="629" y="263"/>
                    </a:lnTo>
                    <a:lnTo>
                      <a:pt x="630" y="261"/>
                    </a:lnTo>
                    <a:lnTo>
                      <a:pt x="631" y="260"/>
                    </a:lnTo>
                    <a:lnTo>
                      <a:pt x="633" y="260"/>
                    </a:lnTo>
                    <a:lnTo>
                      <a:pt x="634" y="260"/>
                    </a:lnTo>
                    <a:lnTo>
                      <a:pt x="635" y="259"/>
                    </a:lnTo>
                    <a:lnTo>
                      <a:pt x="637" y="257"/>
                    </a:lnTo>
                    <a:lnTo>
                      <a:pt x="638" y="257"/>
                    </a:lnTo>
                    <a:lnTo>
                      <a:pt x="639" y="254"/>
                    </a:lnTo>
                    <a:lnTo>
                      <a:pt x="641" y="258"/>
                    </a:lnTo>
                    <a:lnTo>
                      <a:pt x="642" y="258"/>
                    </a:lnTo>
                    <a:lnTo>
                      <a:pt x="643" y="256"/>
                    </a:lnTo>
                    <a:lnTo>
                      <a:pt x="645" y="259"/>
                    </a:lnTo>
                    <a:lnTo>
                      <a:pt x="646" y="262"/>
                    </a:lnTo>
                    <a:lnTo>
                      <a:pt x="647" y="261"/>
                    </a:lnTo>
                    <a:lnTo>
                      <a:pt x="649" y="263"/>
                    </a:lnTo>
                    <a:lnTo>
                      <a:pt x="650" y="261"/>
                    </a:lnTo>
                    <a:lnTo>
                      <a:pt x="651" y="262"/>
                    </a:lnTo>
                    <a:lnTo>
                      <a:pt x="653" y="261"/>
                    </a:lnTo>
                    <a:lnTo>
                      <a:pt x="654" y="257"/>
                    </a:lnTo>
                    <a:lnTo>
                      <a:pt x="655" y="257"/>
                    </a:lnTo>
                    <a:lnTo>
                      <a:pt x="657" y="262"/>
                    </a:lnTo>
                    <a:lnTo>
                      <a:pt x="658" y="261"/>
                    </a:lnTo>
                    <a:lnTo>
                      <a:pt x="659" y="263"/>
                    </a:lnTo>
                    <a:lnTo>
                      <a:pt x="661" y="264"/>
                    </a:lnTo>
                    <a:lnTo>
                      <a:pt x="662" y="264"/>
                    </a:lnTo>
                    <a:lnTo>
                      <a:pt x="663" y="266"/>
                    </a:lnTo>
                    <a:lnTo>
                      <a:pt x="665" y="269"/>
                    </a:lnTo>
                    <a:lnTo>
                      <a:pt x="666" y="271"/>
                    </a:lnTo>
                    <a:lnTo>
                      <a:pt x="668" y="267"/>
                    </a:lnTo>
                    <a:lnTo>
                      <a:pt x="669" y="271"/>
                    </a:lnTo>
                    <a:lnTo>
                      <a:pt x="670" y="268"/>
                    </a:lnTo>
                    <a:lnTo>
                      <a:pt x="672" y="270"/>
                    </a:lnTo>
                    <a:lnTo>
                      <a:pt x="673" y="267"/>
                    </a:lnTo>
                    <a:lnTo>
                      <a:pt x="674" y="269"/>
                    </a:lnTo>
                    <a:lnTo>
                      <a:pt x="676" y="270"/>
                    </a:lnTo>
                    <a:lnTo>
                      <a:pt x="677" y="275"/>
                    </a:lnTo>
                    <a:lnTo>
                      <a:pt x="678" y="274"/>
                    </a:lnTo>
                    <a:lnTo>
                      <a:pt x="680" y="280"/>
                    </a:lnTo>
                    <a:lnTo>
                      <a:pt x="681" y="281"/>
                    </a:lnTo>
                    <a:lnTo>
                      <a:pt x="682" y="280"/>
                    </a:lnTo>
                    <a:lnTo>
                      <a:pt x="684" y="280"/>
                    </a:lnTo>
                    <a:lnTo>
                      <a:pt x="685" y="274"/>
                    </a:lnTo>
                    <a:lnTo>
                      <a:pt x="686" y="272"/>
                    </a:lnTo>
                    <a:lnTo>
                      <a:pt x="688" y="270"/>
                    </a:lnTo>
                    <a:lnTo>
                      <a:pt x="689" y="267"/>
                    </a:lnTo>
                    <a:lnTo>
                      <a:pt x="690" y="268"/>
                    </a:lnTo>
                    <a:lnTo>
                      <a:pt x="692" y="271"/>
                    </a:lnTo>
                    <a:lnTo>
                      <a:pt x="693" y="268"/>
                    </a:lnTo>
                    <a:lnTo>
                      <a:pt x="694" y="272"/>
                    </a:lnTo>
                    <a:lnTo>
                      <a:pt x="696" y="270"/>
                    </a:lnTo>
                    <a:lnTo>
                      <a:pt x="697" y="272"/>
                    </a:lnTo>
                    <a:lnTo>
                      <a:pt x="698" y="269"/>
                    </a:lnTo>
                    <a:lnTo>
                      <a:pt x="700" y="272"/>
                    </a:lnTo>
                    <a:lnTo>
                      <a:pt x="701" y="269"/>
                    </a:lnTo>
                    <a:lnTo>
                      <a:pt x="702" y="265"/>
                    </a:lnTo>
                    <a:lnTo>
                      <a:pt x="704" y="263"/>
                    </a:lnTo>
                    <a:lnTo>
                      <a:pt x="705" y="264"/>
                    </a:lnTo>
                    <a:lnTo>
                      <a:pt x="706" y="266"/>
                    </a:lnTo>
                    <a:lnTo>
                      <a:pt x="708" y="266"/>
                    </a:lnTo>
                    <a:lnTo>
                      <a:pt x="709" y="267"/>
                    </a:lnTo>
                    <a:lnTo>
                      <a:pt x="711" y="268"/>
                    </a:lnTo>
                    <a:lnTo>
                      <a:pt x="712" y="269"/>
                    </a:lnTo>
                    <a:lnTo>
                      <a:pt x="713" y="270"/>
                    </a:lnTo>
                    <a:lnTo>
                      <a:pt x="715" y="273"/>
                    </a:lnTo>
                    <a:lnTo>
                      <a:pt x="716" y="270"/>
                    </a:lnTo>
                    <a:lnTo>
                      <a:pt x="717" y="269"/>
                    </a:lnTo>
                    <a:lnTo>
                      <a:pt x="719" y="271"/>
                    </a:lnTo>
                    <a:lnTo>
                      <a:pt x="720" y="272"/>
                    </a:lnTo>
                    <a:lnTo>
                      <a:pt x="721" y="271"/>
                    </a:lnTo>
                    <a:lnTo>
                      <a:pt x="723" y="272"/>
                    </a:lnTo>
                    <a:lnTo>
                      <a:pt x="724" y="274"/>
                    </a:lnTo>
                    <a:lnTo>
                      <a:pt x="725" y="273"/>
                    </a:lnTo>
                    <a:lnTo>
                      <a:pt x="727" y="275"/>
                    </a:lnTo>
                    <a:lnTo>
                      <a:pt x="728" y="269"/>
                    </a:lnTo>
                    <a:lnTo>
                      <a:pt x="729" y="269"/>
                    </a:lnTo>
                    <a:lnTo>
                      <a:pt x="731" y="265"/>
                    </a:lnTo>
                    <a:lnTo>
                      <a:pt x="732" y="271"/>
                    </a:lnTo>
                    <a:lnTo>
                      <a:pt x="733" y="272"/>
                    </a:lnTo>
                    <a:lnTo>
                      <a:pt x="735" y="271"/>
                    </a:lnTo>
                    <a:lnTo>
                      <a:pt x="736" y="273"/>
                    </a:lnTo>
                    <a:lnTo>
                      <a:pt x="737" y="274"/>
                    </a:lnTo>
                    <a:lnTo>
                      <a:pt x="739" y="272"/>
                    </a:lnTo>
                    <a:lnTo>
                      <a:pt x="740" y="272"/>
                    </a:lnTo>
                    <a:lnTo>
                      <a:pt x="741" y="270"/>
                    </a:lnTo>
                    <a:lnTo>
                      <a:pt x="743" y="268"/>
                    </a:lnTo>
                    <a:lnTo>
                      <a:pt x="744" y="268"/>
                    </a:lnTo>
                    <a:lnTo>
                      <a:pt x="745" y="270"/>
                    </a:lnTo>
                    <a:lnTo>
                      <a:pt x="747" y="267"/>
                    </a:lnTo>
                    <a:lnTo>
                      <a:pt x="748" y="274"/>
                    </a:lnTo>
                    <a:lnTo>
                      <a:pt x="750" y="272"/>
                    </a:lnTo>
                    <a:lnTo>
                      <a:pt x="751" y="276"/>
                    </a:lnTo>
                    <a:lnTo>
                      <a:pt x="752" y="282"/>
                    </a:lnTo>
                    <a:lnTo>
                      <a:pt x="754" y="284"/>
                    </a:lnTo>
                    <a:lnTo>
                      <a:pt x="755" y="282"/>
                    </a:lnTo>
                    <a:lnTo>
                      <a:pt x="756" y="282"/>
                    </a:lnTo>
                    <a:lnTo>
                      <a:pt x="758" y="279"/>
                    </a:lnTo>
                    <a:lnTo>
                      <a:pt x="759" y="279"/>
                    </a:lnTo>
                    <a:lnTo>
                      <a:pt x="760" y="278"/>
                    </a:lnTo>
                    <a:lnTo>
                      <a:pt x="762" y="277"/>
                    </a:lnTo>
                    <a:lnTo>
                      <a:pt x="763" y="280"/>
                    </a:lnTo>
                    <a:lnTo>
                      <a:pt x="764" y="278"/>
                    </a:lnTo>
                    <a:lnTo>
                      <a:pt x="766" y="276"/>
                    </a:lnTo>
                    <a:lnTo>
                      <a:pt x="767" y="280"/>
                    </a:lnTo>
                    <a:lnTo>
                      <a:pt x="768" y="280"/>
                    </a:lnTo>
                    <a:lnTo>
                      <a:pt x="770" y="281"/>
                    </a:lnTo>
                    <a:lnTo>
                      <a:pt x="771" y="278"/>
                    </a:lnTo>
                    <a:lnTo>
                      <a:pt x="772" y="275"/>
                    </a:lnTo>
                    <a:lnTo>
                      <a:pt x="774" y="277"/>
                    </a:lnTo>
                    <a:lnTo>
                      <a:pt x="775" y="278"/>
                    </a:lnTo>
                    <a:lnTo>
                      <a:pt x="776" y="280"/>
                    </a:lnTo>
                    <a:lnTo>
                      <a:pt x="778" y="281"/>
                    </a:lnTo>
                    <a:lnTo>
                      <a:pt x="779" y="280"/>
                    </a:lnTo>
                    <a:lnTo>
                      <a:pt x="780" y="282"/>
                    </a:lnTo>
                    <a:lnTo>
                      <a:pt x="782" y="281"/>
                    </a:lnTo>
                    <a:lnTo>
                      <a:pt x="783" y="280"/>
                    </a:lnTo>
                    <a:lnTo>
                      <a:pt x="784" y="279"/>
                    </a:lnTo>
                    <a:lnTo>
                      <a:pt x="786" y="269"/>
                    </a:lnTo>
                    <a:lnTo>
                      <a:pt x="787" y="269"/>
                    </a:lnTo>
                    <a:lnTo>
                      <a:pt x="788" y="267"/>
                    </a:lnTo>
                    <a:lnTo>
                      <a:pt x="790" y="264"/>
                    </a:lnTo>
                    <a:lnTo>
                      <a:pt x="791" y="263"/>
                    </a:lnTo>
                    <a:lnTo>
                      <a:pt x="793" y="262"/>
                    </a:lnTo>
                    <a:lnTo>
                      <a:pt x="794" y="263"/>
                    </a:lnTo>
                    <a:lnTo>
                      <a:pt x="795" y="270"/>
                    </a:lnTo>
                    <a:lnTo>
                      <a:pt x="797" y="267"/>
                    </a:lnTo>
                    <a:lnTo>
                      <a:pt x="798" y="270"/>
                    </a:lnTo>
                    <a:lnTo>
                      <a:pt x="799" y="272"/>
                    </a:lnTo>
                    <a:lnTo>
                      <a:pt x="801" y="275"/>
                    </a:lnTo>
                    <a:lnTo>
                      <a:pt x="802" y="277"/>
                    </a:lnTo>
                    <a:lnTo>
                      <a:pt x="803" y="279"/>
                    </a:lnTo>
                    <a:lnTo>
                      <a:pt x="805" y="279"/>
                    </a:lnTo>
                    <a:lnTo>
                      <a:pt x="806" y="280"/>
                    </a:lnTo>
                    <a:lnTo>
                      <a:pt x="807" y="279"/>
                    </a:lnTo>
                    <a:lnTo>
                      <a:pt x="809" y="280"/>
                    </a:lnTo>
                    <a:lnTo>
                      <a:pt x="810" y="275"/>
                    </a:lnTo>
                    <a:lnTo>
                      <a:pt x="811" y="275"/>
                    </a:lnTo>
                    <a:lnTo>
                      <a:pt x="813" y="274"/>
                    </a:lnTo>
                    <a:lnTo>
                      <a:pt x="814" y="274"/>
                    </a:lnTo>
                    <a:lnTo>
                      <a:pt x="815" y="274"/>
                    </a:lnTo>
                    <a:lnTo>
                      <a:pt x="817" y="276"/>
                    </a:lnTo>
                    <a:lnTo>
                      <a:pt x="818" y="282"/>
                    </a:lnTo>
                    <a:lnTo>
                      <a:pt x="819" y="286"/>
                    </a:lnTo>
                    <a:lnTo>
                      <a:pt x="821" y="286"/>
                    </a:lnTo>
                    <a:lnTo>
                      <a:pt x="822" y="289"/>
                    </a:lnTo>
                    <a:lnTo>
                      <a:pt x="823" y="287"/>
                    </a:lnTo>
                    <a:lnTo>
                      <a:pt x="825" y="286"/>
                    </a:lnTo>
                    <a:lnTo>
                      <a:pt x="826" y="287"/>
                    </a:lnTo>
                    <a:lnTo>
                      <a:pt x="827" y="282"/>
                    </a:lnTo>
                    <a:lnTo>
                      <a:pt x="829" y="277"/>
                    </a:lnTo>
                    <a:lnTo>
                      <a:pt x="830" y="277"/>
                    </a:lnTo>
                    <a:lnTo>
                      <a:pt x="831" y="279"/>
                    </a:lnTo>
                    <a:lnTo>
                      <a:pt x="833" y="280"/>
                    </a:lnTo>
                    <a:lnTo>
                      <a:pt x="834" y="282"/>
                    </a:lnTo>
                    <a:lnTo>
                      <a:pt x="836" y="282"/>
                    </a:lnTo>
                    <a:lnTo>
                      <a:pt x="837" y="282"/>
                    </a:lnTo>
                    <a:lnTo>
                      <a:pt x="838" y="285"/>
                    </a:lnTo>
                    <a:lnTo>
                      <a:pt x="840" y="288"/>
                    </a:lnTo>
                    <a:lnTo>
                      <a:pt x="841" y="291"/>
                    </a:lnTo>
                    <a:lnTo>
                      <a:pt x="842" y="295"/>
                    </a:lnTo>
                    <a:lnTo>
                      <a:pt x="844" y="293"/>
                    </a:lnTo>
                    <a:lnTo>
                      <a:pt x="845" y="288"/>
                    </a:lnTo>
                    <a:lnTo>
                      <a:pt x="846" y="292"/>
                    </a:lnTo>
                    <a:lnTo>
                      <a:pt x="848" y="293"/>
                    </a:lnTo>
                    <a:lnTo>
                      <a:pt x="849" y="292"/>
                    </a:lnTo>
                    <a:lnTo>
                      <a:pt x="850" y="290"/>
                    </a:lnTo>
                    <a:lnTo>
                      <a:pt x="852" y="287"/>
                    </a:lnTo>
                    <a:lnTo>
                      <a:pt x="853" y="284"/>
                    </a:lnTo>
                    <a:lnTo>
                      <a:pt x="854" y="282"/>
                    </a:lnTo>
                    <a:lnTo>
                      <a:pt x="856" y="285"/>
                    </a:lnTo>
                    <a:lnTo>
                      <a:pt x="857" y="286"/>
                    </a:lnTo>
                    <a:lnTo>
                      <a:pt x="858" y="287"/>
                    </a:lnTo>
                    <a:lnTo>
                      <a:pt x="860" y="289"/>
                    </a:lnTo>
                    <a:lnTo>
                      <a:pt x="861" y="289"/>
                    </a:lnTo>
                    <a:lnTo>
                      <a:pt x="862" y="289"/>
                    </a:lnTo>
                    <a:lnTo>
                      <a:pt x="864" y="288"/>
                    </a:lnTo>
                    <a:lnTo>
                      <a:pt x="865" y="288"/>
                    </a:lnTo>
                    <a:lnTo>
                      <a:pt x="866" y="287"/>
                    </a:lnTo>
                    <a:lnTo>
                      <a:pt x="868" y="287"/>
                    </a:lnTo>
                    <a:lnTo>
                      <a:pt x="869" y="287"/>
                    </a:lnTo>
                    <a:lnTo>
                      <a:pt x="870" y="289"/>
                    </a:lnTo>
                    <a:lnTo>
                      <a:pt x="872" y="291"/>
                    </a:lnTo>
                    <a:lnTo>
                      <a:pt x="873" y="295"/>
                    </a:lnTo>
                    <a:lnTo>
                      <a:pt x="874" y="297"/>
                    </a:lnTo>
                    <a:lnTo>
                      <a:pt x="876" y="301"/>
                    </a:lnTo>
                    <a:lnTo>
                      <a:pt x="877" y="301"/>
                    </a:lnTo>
                    <a:lnTo>
                      <a:pt x="879" y="299"/>
                    </a:lnTo>
                    <a:lnTo>
                      <a:pt x="880" y="302"/>
                    </a:lnTo>
                    <a:lnTo>
                      <a:pt x="881" y="301"/>
                    </a:lnTo>
                    <a:lnTo>
                      <a:pt x="883" y="302"/>
                    </a:lnTo>
                    <a:lnTo>
                      <a:pt x="884" y="301"/>
                    </a:lnTo>
                    <a:lnTo>
                      <a:pt x="885" y="299"/>
                    </a:lnTo>
                    <a:lnTo>
                      <a:pt x="887" y="297"/>
                    </a:lnTo>
                    <a:lnTo>
                      <a:pt x="888" y="296"/>
                    </a:lnTo>
                    <a:lnTo>
                      <a:pt x="889" y="294"/>
                    </a:lnTo>
                    <a:lnTo>
                      <a:pt x="891" y="289"/>
                    </a:lnTo>
                    <a:lnTo>
                      <a:pt x="892" y="289"/>
                    </a:lnTo>
                    <a:lnTo>
                      <a:pt x="893" y="285"/>
                    </a:lnTo>
                    <a:lnTo>
                      <a:pt x="895" y="281"/>
                    </a:lnTo>
                    <a:lnTo>
                      <a:pt x="896" y="281"/>
                    </a:lnTo>
                    <a:lnTo>
                      <a:pt x="897" y="277"/>
                    </a:lnTo>
                    <a:lnTo>
                      <a:pt x="899" y="278"/>
                    </a:lnTo>
                    <a:lnTo>
                      <a:pt x="900" y="279"/>
                    </a:lnTo>
                    <a:lnTo>
                      <a:pt x="901" y="281"/>
                    </a:lnTo>
                    <a:lnTo>
                      <a:pt x="903" y="282"/>
                    </a:lnTo>
                    <a:lnTo>
                      <a:pt x="904" y="283"/>
                    </a:lnTo>
                    <a:lnTo>
                      <a:pt x="905" y="282"/>
                    </a:lnTo>
                    <a:lnTo>
                      <a:pt x="907" y="284"/>
                    </a:lnTo>
                    <a:lnTo>
                      <a:pt x="908" y="282"/>
                    </a:lnTo>
                    <a:lnTo>
                      <a:pt x="909" y="283"/>
                    </a:lnTo>
                    <a:lnTo>
                      <a:pt x="911" y="282"/>
                    </a:lnTo>
                    <a:lnTo>
                      <a:pt x="912" y="282"/>
                    </a:lnTo>
                    <a:lnTo>
                      <a:pt x="913" y="284"/>
                    </a:lnTo>
                    <a:lnTo>
                      <a:pt x="915" y="285"/>
                    </a:lnTo>
                    <a:lnTo>
                      <a:pt x="916" y="291"/>
                    </a:lnTo>
                    <a:lnTo>
                      <a:pt x="918" y="294"/>
                    </a:lnTo>
                    <a:lnTo>
                      <a:pt x="919" y="288"/>
                    </a:lnTo>
                    <a:lnTo>
                      <a:pt x="920" y="285"/>
                    </a:lnTo>
                    <a:lnTo>
                      <a:pt x="922" y="285"/>
                    </a:lnTo>
                    <a:lnTo>
                      <a:pt x="923" y="288"/>
                    </a:lnTo>
                    <a:lnTo>
                      <a:pt x="924" y="285"/>
                    </a:lnTo>
                    <a:lnTo>
                      <a:pt x="926" y="287"/>
                    </a:lnTo>
                    <a:lnTo>
                      <a:pt x="927" y="283"/>
                    </a:lnTo>
                    <a:lnTo>
                      <a:pt x="928" y="287"/>
                    </a:lnTo>
                    <a:lnTo>
                      <a:pt x="930" y="289"/>
                    </a:lnTo>
                    <a:lnTo>
                      <a:pt x="931" y="289"/>
                    </a:lnTo>
                    <a:lnTo>
                      <a:pt x="932" y="287"/>
                    </a:lnTo>
                    <a:lnTo>
                      <a:pt x="934" y="291"/>
                    </a:lnTo>
                    <a:lnTo>
                      <a:pt x="935" y="286"/>
                    </a:lnTo>
                    <a:lnTo>
                      <a:pt x="936" y="289"/>
                    </a:lnTo>
                    <a:lnTo>
                      <a:pt x="938" y="290"/>
                    </a:lnTo>
                    <a:lnTo>
                      <a:pt x="939" y="289"/>
                    </a:lnTo>
                    <a:lnTo>
                      <a:pt x="940" y="295"/>
                    </a:lnTo>
                    <a:lnTo>
                      <a:pt x="942" y="299"/>
                    </a:lnTo>
                    <a:lnTo>
                      <a:pt x="943" y="301"/>
                    </a:lnTo>
                    <a:lnTo>
                      <a:pt x="944" y="304"/>
                    </a:lnTo>
                    <a:lnTo>
                      <a:pt x="946" y="309"/>
                    </a:lnTo>
                    <a:lnTo>
                      <a:pt x="947" y="309"/>
                    </a:lnTo>
                    <a:lnTo>
                      <a:pt x="948" y="310"/>
                    </a:lnTo>
                    <a:lnTo>
                      <a:pt x="950" y="313"/>
                    </a:lnTo>
                    <a:lnTo>
                      <a:pt x="951" y="314"/>
                    </a:lnTo>
                    <a:lnTo>
                      <a:pt x="952" y="317"/>
                    </a:lnTo>
                    <a:lnTo>
                      <a:pt x="954" y="316"/>
                    </a:lnTo>
                    <a:lnTo>
                      <a:pt x="955" y="320"/>
                    </a:lnTo>
                    <a:lnTo>
                      <a:pt x="956" y="321"/>
                    </a:lnTo>
                    <a:lnTo>
                      <a:pt x="958" y="320"/>
                    </a:lnTo>
                    <a:lnTo>
                      <a:pt x="959" y="318"/>
                    </a:lnTo>
                    <a:lnTo>
                      <a:pt x="961" y="314"/>
                    </a:lnTo>
                    <a:lnTo>
                      <a:pt x="962" y="312"/>
                    </a:lnTo>
                    <a:lnTo>
                      <a:pt x="963" y="311"/>
                    </a:lnTo>
                    <a:lnTo>
                      <a:pt x="965" y="314"/>
                    </a:lnTo>
                    <a:lnTo>
                      <a:pt x="966" y="313"/>
                    </a:lnTo>
                    <a:lnTo>
                      <a:pt x="967" y="308"/>
                    </a:lnTo>
                    <a:lnTo>
                      <a:pt x="969" y="304"/>
                    </a:lnTo>
                    <a:lnTo>
                      <a:pt x="970" y="304"/>
                    </a:lnTo>
                    <a:lnTo>
                      <a:pt x="971" y="306"/>
                    </a:lnTo>
                    <a:lnTo>
                      <a:pt x="973" y="304"/>
                    </a:lnTo>
                    <a:lnTo>
                      <a:pt x="974" y="300"/>
                    </a:lnTo>
                    <a:lnTo>
                      <a:pt x="975" y="299"/>
                    </a:lnTo>
                    <a:lnTo>
                      <a:pt x="977" y="299"/>
                    </a:lnTo>
                    <a:lnTo>
                      <a:pt x="978" y="304"/>
                    </a:lnTo>
                    <a:lnTo>
                      <a:pt x="979" y="304"/>
                    </a:lnTo>
                    <a:lnTo>
                      <a:pt x="981" y="298"/>
                    </a:lnTo>
                    <a:lnTo>
                      <a:pt x="982" y="298"/>
                    </a:lnTo>
                    <a:lnTo>
                      <a:pt x="983" y="297"/>
                    </a:lnTo>
                    <a:lnTo>
                      <a:pt x="985" y="299"/>
                    </a:lnTo>
                    <a:lnTo>
                      <a:pt x="986" y="297"/>
                    </a:lnTo>
                    <a:lnTo>
                      <a:pt x="987" y="301"/>
                    </a:lnTo>
                    <a:lnTo>
                      <a:pt x="989" y="302"/>
                    </a:lnTo>
                    <a:lnTo>
                      <a:pt x="990" y="307"/>
                    </a:lnTo>
                    <a:lnTo>
                      <a:pt x="991" y="306"/>
                    </a:lnTo>
                    <a:lnTo>
                      <a:pt x="993" y="309"/>
                    </a:lnTo>
                    <a:lnTo>
                      <a:pt x="994" y="312"/>
                    </a:lnTo>
                    <a:lnTo>
                      <a:pt x="995" y="313"/>
                    </a:lnTo>
                    <a:lnTo>
                      <a:pt x="997" y="309"/>
                    </a:lnTo>
                    <a:lnTo>
                      <a:pt x="998" y="311"/>
                    </a:lnTo>
                    <a:lnTo>
                      <a:pt x="999" y="312"/>
                    </a:lnTo>
                    <a:lnTo>
                      <a:pt x="1001" y="311"/>
                    </a:lnTo>
                    <a:lnTo>
                      <a:pt x="1002" y="313"/>
                    </a:lnTo>
                    <a:lnTo>
                      <a:pt x="1004" y="317"/>
                    </a:lnTo>
                    <a:lnTo>
                      <a:pt x="1005" y="320"/>
                    </a:lnTo>
                    <a:lnTo>
                      <a:pt x="1006" y="320"/>
                    </a:lnTo>
                    <a:lnTo>
                      <a:pt x="1008" y="318"/>
                    </a:lnTo>
                    <a:lnTo>
                      <a:pt x="1009" y="318"/>
                    </a:lnTo>
                    <a:lnTo>
                      <a:pt x="1010" y="319"/>
                    </a:lnTo>
                    <a:lnTo>
                      <a:pt x="1012" y="318"/>
                    </a:lnTo>
                    <a:lnTo>
                      <a:pt x="1013" y="319"/>
                    </a:lnTo>
                    <a:lnTo>
                      <a:pt x="1014" y="316"/>
                    </a:lnTo>
                    <a:lnTo>
                      <a:pt x="1016" y="314"/>
                    </a:lnTo>
                    <a:lnTo>
                      <a:pt x="1017" y="319"/>
                    </a:lnTo>
                    <a:lnTo>
                      <a:pt x="1018" y="313"/>
                    </a:lnTo>
                    <a:lnTo>
                      <a:pt x="1020" y="312"/>
                    </a:lnTo>
                    <a:lnTo>
                      <a:pt x="1021" y="311"/>
                    </a:lnTo>
                    <a:lnTo>
                      <a:pt x="1022" y="313"/>
                    </a:lnTo>
                    <a:lnTo>
                      <a:pt x="1024" y="312"/>
                    </a:lnTo>
                    <a:lnTo>
                      <a:pt x="1025" y="308"/>
                    </a:lnTo>
                    <a:lnTo>
                      <a:pt x="1026" y="308"/>
                    </a:lnTo>
                    <a:lnTo>
                      <a:pt x="1028" y="309"/>
                    </a:lnTo>
                    <a:lnTo>
                      <a:pt x="1029" y="309"/>
                    </a:lnTo>
                    <a:lnTo>
                      <a:pt x="1030" y="311"/>
                    </a:lnTo>
                    <a:lnTo>
                      <a:pt x="1032" y="312"/>
                    </a:lnTo>
                    <a:lnTo>
                      <a:pt x="1033" y="312"/>
                    </a:lnTo>
                    <a:lnTo>
                      <a:pt x="1034" y="316"/>
                    </a:lnTo>
                    <a:lnTo>
                      <a:pt x="1036" y="318"/>
                    </a:lnTo>
                    <a:lnTo>
                      <a:pt x="1037" y="318"/>
                    </a:lnTo>
                    <a:lnTo>
                      <a:pt x="1038" y="319"/>
                    </a:lnTo>
                    <a:lnTo>
                      <a:pt x="1040" y="319"/>
                    </a:lnTo>
                    <a:lnTo>
                      <a:pt x="1041" y="319"/>
                    </a:lnTo>
                    <a:lnTo>
                      <a:pt x="1042" y="318"/>
                    </a:lnTo>
                    <a:lnTo>
                      <a:pt x="1044" y="311"/>
                    </a:lnTo>
                    <a:lnTo>
                      <a:pt x="1045" y="312"/>
                    </a:lnTo>
                    <a:lnTo>
                      <a:pt x="1047" y="314"/>
                    </a:lnTo>
                    <a:lnTo>
                      <a:pt x="1048" y="313"/>
                    </a:lnTo>
                    <a:lnTo>
                      <a:pt x="1049" y="312"/>
                    </a:lnTo>
                    <a:lnTo>
                      <a:pt x="1051" y="312"/>
                    </a:lnTo>
                    <a:lnTo>
                      <a:pt x="1052" y="309"/>
                    </a:lnTo>
                    <a:lnTo>
                      <a:pt x="1053" y="306"/>
                    </a:lnTo>
                    <a:lnTo>
                      <a:pt x="1055" y="301"/>
                    </a:lnTo>
                    <a:lnTo>
                      <a:pt x="1056" y="302"/>
                    </a:lnTo>
                    <a:lnTo>
                      <a:pt x="1057" y="296"/>
                    </a:lnTo>
                    <a:lnTo>
                      <a:pt x="1059" y="296"/>
                    </a:lnTo>
                    <a:lnTo>
                      <a:pt x="1060" y="298"/>
                    </a:lnTo>
                    <a:lnTo>
                      <a:pt x="1061" y="302"/>
                    </a:lnTo>
                    <a:lnTo>
                      <a:pt x="1063" y="306"/>
                    </a:lnTo>
                    <a:lnTo>
                      <a:pt x="1064" y="307"/>
                    </a:lnTo>
                    <a:lnTo>
                      <a:pt x="1065" y="311"/>
                    </a:lnTo>
                    <a:lnTo>
                      <a:pt x="1067" y="311"/>
                    </a:lnTo>
                    <a:lnTo>
                      <a:pt x="1068" y="315"/>
                    </a:lnTo>
                    <a:lnTo>
                      <a:pt x="1069" y="317"/>
                    </a:lnTo>
                    <a:lnTo>
                      <a:pt x="1071" y="314"/>
                    </a:lnTo>
                    <a:lnTo>
                      <a:pt x="1072" y="314"/>
                    </a:lnTo>
                    <a:lnTo>
                      <a:pt x="1073" y="316"/>
                    </a:lnTo>
                    <a:lnTo>
                      <a:pt x="1075" y="314"/>
                    </a:lnTo>
                    <a:lnTo>
                      <a:pt x="1076" y="312"/>
                    </a:lnTo>
                    <a:lnTo>
                      <a:pt x="1077" y="318"/>
                    </a:lnTo>
                    <a:lnTo>
                      <a:pt x="1079" y="316"/>
                    </a:lnTo>
                    <a:lnTo>
                      <a:pt x="1080" y="310"/>
                    </a:lnTo>
                    <a:lnTo>
                      <a:pt x="1081" y="313"/>
                    </a:lnTo>
                    <a:lnTo>
                      <a:pt x="1083" y="312"/>
                    </a:lnTo>
                    <a:lnTo>
                      <a:pt x="1084" y="315"/>
                    </a:lnTo>
                    <a:lnTo>
                      <a:pt x="1086" y="313"/>
                    </a:lnTo>
                    <a:lnTo>
                      <a:pt x="1087" y="309"/>
                    </a:lnTo>
                    <a:lnTo>
                      <a:pt x="1088" y="308"/>
                    </a:lnTo>
                    <a:lnTo>
                      <a:pt x="1090" y="313"/>
                    </a:lnTo>
                    <a:lnTo>
                      <a:pt x="1091" y="317"/>
                    </a:lnTo>
                    <a:lnTo>
                      <a:pt x="1092" y="321"/>
                    </a:lnTo>
                    <a:lnTo>
                      <a:pt x="1094" y="322"/>
                    </a:lnTo>
                    <a:lnTo>
                      <a:pt x="1095" y="324"/>
                    </a:lnTo>
                    <a:lnTo>
                      <a:pt x="1096" y="326"/>
                    </a:lnTo>
                    <a:lnTo>
                      <a:pt x="1098" y="323"/>
                    </a:lnTo>
                    <a:lnTo>
                      <a:pt x="1099" y="326"/>
                    </a:lnTo>
                    <a:lnTo>
                      <a:pt x="1100" y="323"/>
                    </a:lnTo>
                    <a:lnTo>
                      <a:pt x="1102" y="321"/>
                    </a:lnTo>
                    <a:lnTo>
                      <a:pt x="1103" y="321"/>
                    </a:lnTo>
                    <a:lnTo>
                      <a:pt x="1104" y="321"/>
                    </a:lnTo>
                    <a:lnTo>
                      <a:pt x="1106" y="314"/>
                    </a:lnTo>
                    <a:lnTo>
                      <a:pt x="1107" y="318"/>
                    </a:lnTo>
                    <a:lnTo>
                      <a:pt x="1108" y="313"/>
                    </a:lnTo>
                    <a:lnTo>
                      <a:pt x="1110" y="309"/>
                    </a:lnTo>
                    <a:lnTo>
                      <a:pt x="1111" y="301"/>
                    </a:lnTo>
                    <a:lnTo>
                      <a:pt x="1112" y="299"/>
                    </a:lnTo>
                    <a:lnTo>
                      <a:pt x="1114" y="297"/>
                    </a:lnTo>
                    <a:lnTo>
                      <a:pt x="1115" y="299"/>
                    </a:lnTo>
                    <a:lnTo>
                      <a:pt x="1116" y="299"/>
                    </a:lnTo>
                    <a:lnTo>
                      <a:pt x="1118" y="301"/>
                    </a:lnTo>
                    <a:lnTo>
                      <a:pt x="1119" y="298"/>
                    </a:lnTo>
                    <a:lnTo>
                      <a:pt x="1120" y="301"/>
                    </a:lnTo>
                    <a:lnTo>
                      <a:pt x="1122" y="304"/>
                    </a:lnTo>
                    <a:lnTo>
                      <a:pt x="1123" y="306"/>
                    </a:lnTo>
                    <a:lnTo>
                      <a:pt x="1124" y="306"/>
                    </a:lnTo>
                    <a:lnTo>
                      <a:pt x="1126" y="304"/>
                    </a:lnTo>
                    <a:lnTo>
                      <a:pt x="1127" y="308"/>
                    </a:lnTo>
                    <a:lnTo>
                      <a:pt x="1129" y="310"/>
                    </a:lnTo>
                    <a:lnTo>
                      <a:pt x="1130" y="311"/>
                    </a:lnTo>
                    <a:lnTo>
                      <a:pt x="1131" y="309"/>
                    </a:lnTo>
                    <a:lnTo>
                      <a:pt x="1133" y="311"/>
                    </a:lnTo>
                    <a:lnTo>
                      <a:pt x="1134" y="318"/>
                    </a:lnTo>
                    <a:lnTo>
                      <a:pt x="1135" y="315"/>
                    </a:lnTo>
                    <a:lnTo>
                      <a:pt x="1137" y="316"/>
                    </a:lnTo>
                    <a:lnTo>
                      <a:pt x="1138" y="313"/>
                    </a:lnTo>
                    <a:lnTo>
                      <a:pt x="1139" y="314"/>
                    </a:lnTo>
                    <a:lnTo>
                      <a:pt x="1141" y="312"/>
                    </a:lnTo>
                    <a:lnTo>
                      <a:pt x="1142" y="311"/>
                    </a:lnTo>
                    <a:lnTo>
                      <a:pt x="1143" y="313"/>
                    </a:lnTo>
                    <a:lnTo>
                      <a:pt x="1145" y="312"/>
                    </a:lnTo>
                    <a:lnTo>
                      <a:pt x="1146" y="311"/>
                    </a:lnTo>
                    <a:lnTo>
                      <a:pt x="1147" y="312"/>
                    </a:lnTo>
                    <a:lnTo>
                      <a:pt x="1149" y="312"/>
                    </a:lnTo>
                    <a:lnTo>
                      <a:pt x="1150" y="311"/>
                    </a:lnTo>
                    <a:lnTo>
                      <a:pt x="1151" y="310"/>
                    </a:lnTo>
                    <a:lnTo>
                      <a:pt x="1153" y="309"/>
                    </a:lnTo>
                    <a:lnTo>
                      <a:pt x="1154" y="309"/>
                    </a:lnTo>
                    <a:lnTo>
                      <a:pt x="1155" y="311"/>
                    </a:lnTo>
                    <a:lnTo>
                      <a:pt x="1157" y="313"/>
                    </a:lnTo>
                    <a:lnTo>
                      <a:pt x="1158" y="310"/>
                    </a:lnTo>
                    <a:lnTo>
                      <a:pt x="1159" y="311"/>
                    </a:lnTo>
                    <a:lnTo>
                      <a:pt x="1161" y="316"/>
                    </a:lnTo>
                    <a:lnTo>
                      <a:pt x="1162" y="312"/>
                    </a:lnTo>
                    <a:lnTo>
                      <a:pt x="1163" y="312"/>
                    </a:lnTo>
                    <a:lnTo>
                      <a:pt x="1165" y="311"/>
                    </a:lnTo>
                    <a:lnTo>
                      <a:pt x="1166" y="315"/>
                    </a:lnTo>
                    <a:lnTo>
                      <a:pt x="1167" y="318"/>
                    </a:lnTo>
                    <a:lnTo>
                      <a:pt x="1169" y="319"/>
                    </a:lnTo>
                    <a:lnTo>
                      <a:pt x="1170" y="319"/>
                    </a:lnTo>
                    <a:lnTo>
                      <a:pt x="1172" y="318"/>
                    </a:lnTo>
                    <a:lnTo>
                      <a:pt x="1173" y="319"/>
                    </a:lnTo>
                    <a:lnTo>
                      <a:pt x="1174" y="320"/>
                    </a:lnTo>
                    <a:lnTo>
                      <a:pt x="1176" y="321"/>
                    </a:lnTo>
                    <a:lnTo>
                      <a:pt x="1177" y="316"/>
                    </a:lnTo>
                    <a:lnTo>
                      <a:pt x="1178" y="313"/>
                    </a:lnTo>
                    <a:lnTo>
                      <a:pt x="1180" y="311"/>
                    </a:lnTo>
                    <a:lnTo>
                      <a:pt x="1181" y="313"/>
                    </a:lnTo>
                    <a:lnTo>
                      <a:pt x="1182" y="315"/>
                    </a:lnTo>
                    <a:lnTo>
                      <a:pt x="1184" y="313"/>
                    </a:lnTo>
                    <a:lnTo>
                      <a:pt x="1185" y="311"/>
                    </a:lnTo>
                    <a:lnTo>
                      <a:pt x="1186" y="313"/>
                    </a:lnTo>
                    <a:lnTo>
                      <a:pt x="1188" y="311"/>
                    </a:lnTo>
                    <a:lnTo>
                      <a:pt x="1189" y="312"/>
                    </a:lnTo>
                    <a:lnTo>
                      <a:pt x="1190" y="313"/>
                    </a:lnTo>
                    <a:lnTo>
                      <a:pt x="1192" y="312"/>
                    </a:lnTo>
                    <a:lnTo>
                      <a:pt x="1193" y="305"/>
                    </a:lnTo>
                    <a:lnTo>
                      <a:pt x="1194" y="304"/>
                    </a:lnTo>
                    <a:lnTo>
                      <a:pt x="1196" y="303"/>
                    </a:lnTo>
                    <a:lnTo>
                      <a:pt x="1197" y="306"/>
                    </a:lnTo>
                    <a:lnTo>
                      <a:pt x="1198" y="309"/>
                    </a:lnTo>
                    <a:lnTo>
                      <a:pt x="1200" y="308"/>
                    </a:lnTo>
                    <a:lnTo>
                      <a:pt x="1201" y="311"/>
                    </a:lnTo>
                    <a:lnTo>
                      <a:pt x="1202" y="318"/>
                    </a:lnTo>
                    <a:lnTo>
                      <a:pt x="1204" y="321"/>
                    </a:lnTo>
                    <a:lnTo>
                      <a:pt x="1205" y="322"/>
                    </a:lnTo>
                    <a:lnTo>
                      <a:pt x="1206" y="320"/>
                    </a:lnTo>
                    <a:lnTo>
                      <a:pt x="1208" y="323"/>
                    </a:lnTo>
                    <a:lnTo>
                      <a:pt x="1209" y="323"/>
                    </a:lnTo>
                    <a:lnTo>
                      <a:pt x="1210" y="319"/>
                    </a:lnTo>
                    <a:lnTo>
                      <a:pt x="1212" y="313"/>
                    </a:lnTo>
                    <a:lnTo>
                      <a:pt x="1213" y="309"/>
                    </a:lnTo>
                    <a:lnTo>
                      <a:pt x="1215" y="315"/>
                    </a:lnTo>
                    <a:lnTo>
                      <a:pt x="1216" y="316"/>
                    </a:lnTo>
                    <a:lnTo>
                      <a:pt x="1217" y="316"/>
                    </a:lnTo>
                    <a:lnTo>
                      <a:pt x="1219" y="318"/>
                    </a:lnTo>
                    <a:lnTo>
                      <a:pt x="1220" y="319"/>
                    </a:lnTo>
                    <a:lnTo>
                      <a:pt x="1221" y="325"/>
                    </a:lnTo>
                    <a:lnTo>
                      <a:pt x="1223" y="331"/>
                    </a:lnTo>
                    <a:lnTo>
                      <a:pt x="1224" y="334"/>
                    </a:lnTo>
                    <a:lnTo>
                      <a:pt x="1225" y="335"/>
                    </a:lnTo>
                    <a:lnTo>
                      <a:pt x="1227" y="332"/>
                    </a:lnTo>
                    <a:lnTo>
                      <a:pt x="1228" y="333"/>
                    </a:lnTo>
                    <a:lnTo>
                      <a:pt x="1229" y="332"/>
                    </a:lnTo>
                    <a:lnTo>
                      <a:pt x="1231" y="333"/>
                    </a:lnTo>
                    <a:lnTo>
                      <a:pt x="1232" y="330"/>
                    </a:lnTo>
                    <a:lnTo>
                      <a:pt x="1233" y="331"/>
                    </a:lnTo>
                    <a:lnTo>
                      <a:pt x="1235" y="327"/>
                    </a:lnTo>
                    <a:lnTo>
                      <a:pt x="1236" y="327"/>
                    </a:lnTo>
                    <a:lnTo>
                      <a:pt x="1237" y="326"/>
                    </a:lnTo>
                    <a:lnTo>
                      <a:pt x="1239" y="322"/>
                    </a:lnTo>
                    <a:lnTo>
                      <a:pt x="1240" y="319"/>
                    </a:lnTo>
                    <a:lnTo>
                      <a:pt x="1241" y="321"/>
                    </a:lnTo>
                    <a:lnTo>
                      <a:pt x="1243" y="318"/>
                    </a:lnTo>
                    <a:lnTo>
                      <a:pt x="1244" y="321"/>
                    </a:lnTo>
                    <a:lnTo>
                      <a:pt x="1245" y="316"/>
                    </a:lnTo>
                    <a:lnTo>
                      <a:pt x="1247" y="320"/>
                    </a:lnTo>
                    <a:lnTo>
                      <a:pt x="1248" y="320"/>
                    </a:lnTo>
                    <a:lnTo>
                      <a:pt x="1249" y="319"/>
                    </a:lnTo>
                    <a:lnTo>
                      <a:pt x="1251" y="318"/>
                    </a:lnTo>
                    <a:lnTo>
                      <a:pt x="1252" y="311"/>
                    </a:lnTo>
                    <a:lnTo>
                      <a:pt x="1254" y="314"/>
                    </a:lnTo>
                    <a:lnTo>
                      <a:pt x="1255" y="319"/>
                    </a:lnTo>
                    <a:lnTo>
                      <a:pt x="1256" y="317"/>
                    </a:lnTo>
                    <a:lnTo>
                      <a:pt x="1258" y="312"/>
                    </a:lnTo>
                    <a:lnTo>
                      <a:pt x="1259" y="311"/>
                    </a:lnTo>
                    <a:lnTo>
                      <a:pt x="1260" y="314"/>
                    </a:lnTo>
                    <a:lnTo>
                      <a:pt x="1262" y="316"/>
                    </a:lnTo>
                    <a:lnTo>
                      <a:pt x="1263" y="316"/>
                    </a:lnTo>
                    <a:lnTo>
                      <a:pt x="1264" y="318"/>
                    </a:lnTo>
                    <a:lnTo>
                      <a:pt x="1266" y="316"/>
                    </a:lnTo>
                    <a:lnTo>
                      <a:pt x="1267" y="318"/>
                    </a:lnTo>
                    <a:lnTo>
                      <a:pt x="1268" y="323"/>
                    </a:lnTo>
                    <a:lnTo>
                      <a:pt x="1270" y="328"/>
                    </a:lnTo>
                    <a:lnTo>
                      <a:pt x="1271" y="323"/>
                    </a:lnTo>
                    <a:lnTo>
                      <a:pt x="1272" y="320"/>
                    </a:lnTo>
                    <a:lnTo>
                      <a:pt x="1274" y="318"/>
                    </a:lnTo>
                    <a:lnTo>
                      <a:pt x="1275" y="322"/>
                    </a:lnTo>
                    <a:lnTo>
                      <a:pt x="1276" y="316"/>
                    </a:lnTo>
                    <a:lnTo>
                      <a:pt x="1278" y="312"/>
                    </a:lnTo>
                    <a:lnTo>
                      <a:pt x="1279" y="312"/>
                    </a:lnTo>
                    <a:lnTo>
                      <a:pt x="1280" y="311"/>
                    </a:lnTo>
                    <a:lnTo>
                      <a:pt x="1282" y="317"/>
                    </a:lnTo>
                    <a:lnTo>
                      <a:pt x="1283" y="322"/>
                    </a:lnTo>
                    <a:lnTo>
                      <a:pt x="1284" y="323"/>
                    </a:lnTo>
                    <a:lnTo>
                      <a:pt x="1286" y="325"/>
                    </a:lnTo>
                    <a:lnTo>
                      <a:pt x="1287" y="327"/>
                    </a:lnTo>
                    <a:lnTo>
                      <a:pt x="1288" y="325"/>
                    </a:lnTo>
                    <a:lnTo>
                      <a:pt x="1290" y="325"/>
                    </a:lnTo>
                    <a:lnTo>
                      <a:pt x="1291" y="323"/>
                    </a:lnTo>
                    <a:lnTo>
                      <a:pt x="1292" y="321"/>
                    </a:lnTo>
                    <a:lnTo>
                      <a:pt x="1294" y="317"/>
                    </a:lnTo>
                    <a:lnTo>
                      <a:pt x="1295" y="317"/>
                    </a:lnTo>
                    <a:lnTo>
                      <a:pt x="1297" y="315"/>
                    </a:lnTo>
                    <a:lnTo>
                      <a:pt x="1298" y="317"/>
                    </a:lnTo>
                    <a:lnTo>
                      <a:pt x="1299" y="320"/>
                    </a:lnTo>
                    <a:lnTo>
                      <a:pt x="1301" y="324"/>
                    </a:lnTo>
                    <a:lnTo>
                      <a:pt x="1302" y="321"/>
                    </a:lnTo>
                    <a:lnTo>
                      <a:pt x="1303" y="326"/>
                    </a:lnTo>
                    <a:lnTo>
                      <a:pt x="1305" y="325"/>
                    </a:lnTo>
                    <a:lnTo>
                      <a:pt x="1306" y="325"/>
                    </a:lnTo>
                    <a:lnTo>
                      <a:pt x="1307" y="326"/>
                    </a:lnTo>
                    <a:lnTo>
                      <a:pt x="1309" y="329"/>
                    </a:lnTo>
                    <a:lnTo>
                      <a:pt x="1310" y="331"/>
                    </a:lnTo>
                    <a:lnTo>
                      <a:pt x="1311" y="330"/>
                    </a:lnTo>
                    <a:lnTo>
                      <a:pt x="1313" y="335"/>
                    </a:lnTo>
                    <a:lnTo>
                      <a:pt x="1314" y="333"/>
                    </a:lnTo>
                    <a:lnTo>
                      <a:pt x="1315" y="328"/>
                    </a:lnTo>
                    <a:lnTo>
                      <a:pt x="1317" y="328"/>
                    </a:lnTo>
                    <a:lnTo>
                      <a:pt x="1318" y="327"/>
                    </a:lnTo>
                    <a:lnTo>
                      <a:pt x="1319" y="321"/>
                    </a:lnTo>
                    <a:lnTo>
                      <a:pt x="1321" y="317"/>
                    </a:lnTo>
                    <a:lnTo>
                      <a:pt x="1322" y="314"/>
                    </a:lnTo>
                    <a:lnTo>
                      <a:pt x="1323" y="313"/>
                    </a:lnTo>
                    <a:lnTo>
                      <a:pt x="1325" y="320"/>
                    </a:lnTo>
                    <a:lnTo>
                      <a:pt x="1326" y="320"/>
                    </a:lnTo>
                    <a:lnTo>
                      <a:pt x="1327" y="325"/>
                    </a:lnTo>
                    <a:lnTo>
                      <a:pt x="1329" y="320"/>
                    </a:lnTo>
                    <a:lnTo>
                      <a:pt x="1330" y="326"/>
                    </a:lnTo>
                    <a:lnTo>
                      <a:pt x="1331" y="324"/>
                    </a:lnTo>
                    <a:lnTo>
                      <a:pt x="1333" y="328"/>
                    </a:lnTo>
                    <a:lnTo>
                      <a:pt x="1334" y="329"/>
                    </a:lnTo>
                    <a:lnTo>
                      <a:pt x="1335" y="328"/>
                    </a:lnTo>
                    <a:lnTo>
                      <a:pt x="1337" y="326"/>
                    </a:lnTo>
                    <a:lnTo>
                      <a:pt x="1338" y="326"/>
                    </a:lnTo>
                    <a:lnTo>
                      <a:pt x="1340" y="326"/>
                    </a:lnTo>
                    <a:lnTo>
                      <a:pt x="1341" y="330"/>
                    </a:lnTo>
                    <a:lnTo>
                      <a:pt x="1342" y="328"/>
                    </a:lnTo>
                    <a:lnTo>
                      <a:pt x="1344" y="330"/>
                    </a:lnTo>
                    <a:lnTo>
                      <a:pt x="1345" y="326"/>
                    </a:lnTo>
                    <a:lnTo>
                      <a:pt x="1346" y="329"/>
                    </a:lnTo>
                    <a:lnTo>
                      <a:pt x="1348" y="329"/>
                    </a:lnTo>
                    <a:lnTo>
                      <a:pt x="1349" y="328"/>
                    </a:lnTo>
                    <a:lnTo>
                      <a:pt x="1350" y="331"/>
                    </a:lnTo>
                    <a:lnTo>
                      <a:pt x="1352" y="330"/>
                    </a:lnTo>
                    <a:lnTo>
                      <a:pt x="1353" y="336"/>
                    </a:lnTo>
                    <a:lnTo>
                      <a:pt x="1354" y="337"/>
                    </a:lnTo>
                    <a:lnTo>
                      <a:pt x="1356" y="338"/>
                    </a:lnTo>
                    <a:lnTo>
                      <a:pt x="1357" y="338"/>
                    </a:lnTo>
                    <a:lnTo>
                      <a:pt x="1358" y="335"/>
                    </a:lnTo>
                    <a:lnTo>
                      <a:pt x="1360" y="333"/>
                    </a:lnTo>
                    <a:lnTo>
                      <a:pt x="1361" y="329"/>
                    </a:lnTo>
                    <a:lnTo>
                      <a:pt x="1362" y="328"/>
                    </a:lnTo>
                    <a:lnTo>
                      <a:pt x="1364" y="326"/>
                    </a:lnTo>
                    <a:lnTo>
                      <a:pt x="1365" y="327"/>
                    </a:lnTo>
                    <a:lnTo>
                      <a:pt x="1366" y="330"/>
                    </a:lnTo>
                    <a:lnTo>
                      <a:pt x="1368" y="330"/>
                    </a:lnTo>
                    <a:lnTo>
                      <a:pt x="1369" y="332"/>
                    </a:lnTo>
                    <a:lnTo>
                      <a:pt x="1370" y="331"/>
                    </a:lnTo>
                    <a:lnTo>
                      <a:pt x="1372" y="335"/>
                    </a:lnTo>
                    <a:lnTo>
                      <a:pt x="1373" y="335"/>
                    </a:lnTo>
                    <a:lnTo>
                      <a:pt x="1374" y="330"/>
                    </a:lnTo>
                    <a:lnTo>
                      <a:pt x="1376" y="325"/>
                    </a:lnTo>
                    <a:lnTo>
                      <a:pt x="1377" y="321"/>
                    </a:lnTo>
                    <a:lnTo>
                      <a:pt x="1378" y="323"/>
                    </a:lnTo>
                    <a:lnTo>
                      <a:pt x="1380" y="324"/>
                    </a:lnTo>
                    <a:lnTo>
                      <a:pt x="1381" y="320"/>
                    </a:lnTo>
                    <a:lnTo>
                      <a:pt x="1383" y="319"/>
                    </a:lnTo>
                    <a:lnTo>
                      <a:pt x="1384" y="321"/>
                    </a:lnTo>
                    <a:lnTo>
                      <a:pt x="1385" y="323"/>
                    </a:lnTo>
                    <a:lnTo>
                      <a:pt x="1387" y="328"/>
                    </a:lnTo>
                    <a:lnTo>
                      <a:pt x="1388" y="324"/>
                    </a:lnTo>
                    <a:lnTo>
                      <a:pt x="1389" y="322"/>
                    </a:lnTo>
                    <a:lnTo>
                      <a:pt x="1391" y="324"/>
                    </a:lnTo>
                    <a:lnTo>
                      <a:pt x="1392" y="323"/>
                    </a:lnTo>
                    <a:lnTo>
                      <a:pt x="1393" y="326"/>
                    </a:lnTo>
                    <a:lnTo>
                      <a:pt x="1395" y="329"/>
                    </a:lnTo>
                    <a:lnTo>
                      <a:pt x="1396" y="331"/>
                    </a:lnTo>
                    <a:lnTo>
                      <a:pt x="1397" y="330"/>
                    </a:lnTo>
                    <a:lnTo>
                      <a:pt x="1399" y="331"/>
                    </a:lnTo>
                    <a:lnTo>
                      <a:pt x="1400" y="331"/>
                    </a:lnTo>
                    <a:lnTo>
                      <a:pt x="1401" y="339"/>
                    </a:lnTo>
                    <a:lnTo>
                      <a:pt x="1403" y="335"/>
                    </a:lnTo>
                    <a:lnTo>
                      <a:pt x="1404" y="333"/>
                    </a:lnTo>
                    <a:lnTo>
                      <a:pt x="1405" y="329"/>
                    </a:lnTo>
                    <a:lnTo>
                      <a:pt x="1407" y="334"/>
                    </a:lnTo>
                    <a:lnTo>
                      <a:pt x="1408" y="334"/>
                    </a:lnTo>
                    <a:lnTo>
                      <a:pt x="1409" y="335"/>
                    </a:lnTo>
                    <a:lnTo>
                      <a:pt x="1411" y="335"/>
                    </a:lnTo>
                    <a:lnTo>
                      <a:pt x="1412" y="338"/>
                    </a:lnTo>
                    <a:lnTo>
                      <a:pt x="1413" y="337"/>
                    </a:lnTo>
                    <a:lnTo>
                      <a:pt x="1415" y="341"/>
                    </a:lnTo>
                    <a:lnTo>
                      <a:pt x="1416" y="345"/>
                    </a:lnTo>
                    <a:lnTo>
                      <a:pt x="1417" y="348"/>
                    </a:lnTo>
                    <a:lnTo>
                      <a:pt x="1419" y="344"/>
                    </a:lnTo>
                    <a:lnTo>
                      <a:pt x="1420" y="342"/>
                    </a:lnTo>
                    <a:lnTo>
                      <a:pt x="1422" y="344"/>
                    </a:lnTo>
                    <a:lnTo>
                      <a:pt x="1423" y="340"/>
                    </a:lnTo>
                    <a:lnTo>
                      <a:pt x="1424" y="343"/>
                    </a:lnTo>
                  </a:path>
                </a:pathLst>
              </a:custGeom>
              <a:noFill/>
              <a:ln cap="flat" cmpd="sng" w="25400">
                <a:solidFill>
                  <a:srgbClr val="228B2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5"/>
              <p:cNvSpPr/>
              <p:nvPr/>
            </p:nvSpPr>
            <p:spPr>
              <a:xfrm flipH="1" rot="10800000">
                <a:off x="6726238" y="4505326"/>
                <a:ext cx="3762375" cy="928688"/>
              </a:xfrm>
              <a:custGeom>
                <a:rect b="b" l="l" r="r" t="t"/>
                <a:pathLst>
                  <a:path extrusionOk="0" h="421" w="1424">
                    <a:moveTo>
                      <a:pt x="0" y="278"/>
                    </a:moveTo>
                    <a:lnTo>
                      <a:pt x="1" y="327"/>
                    </a:lnTo>
                    <a:lnTo>
                      <a:pt x="2" y="334"/>
                    </a:lnTo>
                    <a:lnTo>
                      <a:pt x="4" y="336"/>
                    </a:lnTo>
                    <a:lnTo>
                      <a:pt x="5" y="341"/>
                    </a:lnTo>
                    <a:lnTo>
                      <a:pt x="6" y="345"/>
                    </a:lnTo>
                    <a:lnTo>
                      <a:pt x="8" y="343"/>
                    </a:lnTo>
                    <a:lnTo>
                      <a:pt x="9" y="340"/>
                    </a:lnTo>
                    <a:lnTo>
                      <a:pt x="10" y="338"/>
                    </a:lnTo>
                    <a:lnTo>
                      <a:pt x="12" y="332"/>
                    </a:lnTo>
                    <a:lnTo>
                      <a:pt x="13" y="330"/>
                    </a:lnTo>
                    <a:lnTo>
                      <a:pt x="14" y="329"/>
                    </a:lnTo>
                    <a:lnTo>
                      <a:pt x="16" y="325"/>
                    </a:lnTo>
                    <a:lnTo>
                      <a:pt x="17" y="328"/>
                    </a:lnTo>
                    <a:lnTo>
                      <a:pt x="18" y="328"/>
                    </a:lnTo>
                    <a:lnTo>
                      <a:pt x="20" y="331"/>
                    </a:lnTo>
                    <a:lnTo>
                      <a:pt x="21" y="324"/>
                    </a:lnTo>
                    <a:lnTo>
                      <a:pt x="22" y="330"/>
                    </a:lnTo>
                    <a:lnTo>
                      <a:pt x="24" y="326"/>
                    </a:lnTo>
                    <a:lnTo>
                      <a:pt x="25" y="331"/>
                    </a:lnTo>
                    <a:lnTo>
                      <a:pt x="26" y="328"/>
                    </a:lnTo>
                    <a:lnTo>
                      <a:pt x="28" y="329"/>
                    </a:lnTo>
                    <a:lnTo>
                      <a:pt x="29" y="333"/>
                    </a:lnTo>
                    <a:lnTo>
                      <a:pt x="30" y="333"/>
                    </a:lnTo>
                    <a:lnTo>
                      <a:pt x="32" y="330"/>
                    </a:lnTo>
                    <a:lnTo>
                      <a:pt x="33" y="329"/>
                    </a:lnTo>
                    <a:lnTo>
                      <a:pt x="34" y="328"/>
                    </a:lnTo>
                    <a:lnTo>
                      <a:pt x="36" y="327"/>
                    </a:lnTo>
                    <a:lnTo>
                      <a:pt x="37" y="324"/>
                    </a:lnTo>
                    <a:lnTo>
                      <a:pt x="39" y="325"/>
                    </a:lnTo>
                    <a:lnTo>
                      <a:pt x="40" y="323"/>
                    </a:lnTo>
                    <a:lnTo>
                      <a:pt x="41" y="324"/>
                    </a:lnTo>
                    <a:lnTo>
                      <a:pt x="43" y="319"/>
                    </a:lnTo>
                    <a:lnTo>
                      <a:pt x="44" y="324"/>
                    </a:lnTo>
                    <a:lnTo>
                      <a:pt x="45" y="322"/>
                    </a:lnTo>
                    <a:lnTo>
                      <a:pt x="47" y="322"/>
                    </a:lnTo>
                    <a:lnTo>
                      <a:pt x="48" y="325"/>
                    </a:lnTo>
                    <a:lnTo>
                      <a:pt x="49" y="327"/>
                    </a:lnTo>
                    <a:lnTo>
                      <a:pt x="51" y="328"/>
                    </a:lnTo>
                    <a:lnTo>
                      <a:pt x="52" y="328"/>
                    </a:lnTo>
                    <a:lnTo>
                      <a:pt x="53" y="329"/>
                    </a:lnTo>
                    <a:lnTo>
                      <a:pt x="55" y="332"/>
                    </a:lnTo>
                    <a:lnTo>
                      <a:pt x="56" y="338"/>
                    </a:lnTo>
                    <a:lnTo>
                      <a:pt x="57" y="337"/>
                    </a:lnTo>
                    <a:lnTo>
                      <a:pt x="59" y="337"/>
                    </a:lnTo>
                    <a:lnTo>
                      <a:pt x="60" y="343"/>
                    </a:lnTo>
                    <a:lnTo>
                      <a:pt x="61" y="341"/>
                    </a:lnTo>
                    <a:lnTo>
                      <a:pt x="63" y="341"/>
                    </a:lnTo>
                    <a:lnTo>
                      <a:pt x="64" y="338"/>
                    </a:lnTo>
                    <a:lnTo>
                      <a:pt x="65" y="337"/>
                    </a:lnTo>
                    <a:lnTo>
                      <a:pt x="67" y="332"/>
                    </a:lnTo>
                    <a:lnTo>
                      <a:pt x="68" y="331"/>
                    </a:lnTo>
                    <a:lnTo>
                      <a:pt x="69" y="324"/>
                    </a:lnTo>
                    <a:lnTo>
                      <a:pt x="71" y="318"/>
                    </a:lnTo>
                    <a:lnTo>
                      <a:pt x="72" y="320"/>
                    </a:lnTo>
                    <a:lnTo>
                      <a:pt x="73" y="315"/>
                    </a:lnTo>
                    <a:lnTo>
                      <a:pt x="75" y="315"/>
                    </a:lnTo>
                    <a:lnTo>
                      <a:pt x="76" y="317"/>
                    </a:lnTo>
                    <a:lnTo>
                      <a:pt x="78" y="320"/>
                    </a:lnTo>
                    <a:lnTo>
                      <a:pt x="79" y="318"/>
                    </a:lnTo>
                    <a:lnTo>
                      <a:pt x="80" y="321"/>
                    </a:lnTo>
                    <a:lnTo>
                      <a:pt x="82" y="316"/>
                    </a:lnTo>
                    <a:lnTo>
                      <a:pt x="83" y="315"/>
                    </a:lnTo>
                    <a:lnTo>
                      <a:pt x="84" y="311"/>
                    </a:lnTo>
                    <a:lnTo>
                      <a:pt x="86" y="314"/>
                    </a:lnTo>
                    <a:lnTo>
                      <a:pt x="87" y="315"/>
                    </a:lnTo>
                    <a:lnTo>
                      <a:pt x="88" y="316"/>
                    </a:lnTo>
                    <a:lnTo>
                      <a:pt x="90" y="323"/>
                    </a:lnTo>
                    <a:lnTo>
                      <a:pt x="91" y="324"/>
                    </a:lnTo>
                    <a:lnTo>
                      <a:pt x="92" y="322"/>
                    </a:lnTo>
                    <a:lnTo>
                      <a:pt x="94" y="324"/>
                    </a:lnTo>
                    <a:lnTo>
                      <a:pt x="95" y="324"/>
                    </a:lnTo>
                    <a:lnTo>
                      <a:pt x="96" y="324"/>
                    </a:lnTo>
                    <a:lnTo>
                      <a:pt x="98" y="323"/>
                    </a:lnTo>
                    <a:lnTo>
                      <a:pt x="99" y="319"/>
                    </a:lnTo>
                    <a:lnTo>
                      <a:pt x="100" y="319"/>
                    </a:lnTo>
                    <a:lnTo>
                      <a:pt x="102" y="313"/>
                    </a:lnTo>
                    <a:lnTo>
                      <a:pt x="103" y="306"/>
                    </a:lnTo>
                    <a:lnTo>
                      <a:pt x="104" y="305"/>
                    </a:lnTo>
                    <a:lnTo>
                      <a:pt x="106" y="302"/>
                    </a:lnTo>
                    <a:lnTo>
                      <a:pt x="107" y="302"/>
                    </a:lnTo>
                    <a:lnTo>
                      <a:pt x="108" y="306"/>
                    </a:lnTo>
                    <a:lnTo>
                      <a:pt x="110" y="299"/>
                    </a:lnTo>
                    <a:lnTo>
                      <a:pt x="111" y="290"/>
                    </a:lnTo>
                    <a:lnTo>
                      <a:pt x="112" y="278"/>
                    </a:lnTo>
                    <a:lnTo>
                      <a:pt x="114" y="304"/>
                    </a:lnTo>
                    <a:lnTo>
                      <a:pt x="115" y="263"/>
                    </a:lnTo>
                    <a:lnTo>
                      <a:pt x="116" y="0"/>
                    </a:lnTo>
                    <a:lnTo>
                      <a:pt x="118" y="291"/>
                    </a:lnTo>
                    <a:lnTo>
                      <a:pt x="119" y="316"/>
                    </a:lnTo>
                    <a:lnTo>
                      <a:pt x="121" y="329"/>
                    </a:lnTo>
                    <a:lnTo>
                      <a:pt x="122" y="337"/>
                    </a:lnTo>
                    <a:lnTo>
                      <a:pt x="123" y="338"/>
                    </a:lnTo>
                    <a:lnTo>
                      <a:pt x="125" y="339"/>
                    </a:lnTo>
                    <a:lnTo>
                      <a:pt x="126" y="341"/>
                    </a:lnTo>
                    <a:lnTo>
                      <a:pt x="127" y="335"/>
                    </a:lnTo>
                    <a:lnTo>
                      <a:pt x="129" y="333"/>
                    </a:lnTo>
                    <a:lnTo>
                      <a:pt x="130" y="331"/>
                    </a:lnTo>
                    <a:lnTo>
                      <a:pt x="131" y="331"/>
                    </a:lnTo>
                    <a:lnTo>
                      <a:pt x="133" y="337"/>
                    </a:lnTo>
                    <a:lnTo>
                      <a:pt x="134" y="337"/>
                    </a:lnTo>
                    <a:lnTo>
                      <a:pt x="135" y="339"/>
                    </a:lnTo>
                    <a:lnTo>
                      <a:pt x="137" y="340"/>
                    </a:lnTo>
                    <a:lnTo>
                      <a:pt x="138" y="342"/>
                    </a:lnTo>
                    <a:lnTo>
                      <a:pt x="139" y="343"/>
                    </a:lnTo>
                    <a:lnTo>
                      <a:pt x="141" y="344"/>
                    </a:lnTo>
                    <a:lnTo>
                      <a:pt x="142" y="341"/>
                    </a:lnTo>
                    <a:lnTo>
                      <a:pt x="143" y="342"/>
                    </a:lnTo>
                    <a:lnTo>
                      <a:pt x="145" y="345"/>
                    </a:lnTo>
                    <a:lnTo>
                      <a:pt x="146" y="345"/>
                    </a:lnTo>
                    <a:lnTo>
                      <a:pt x="147" y="342"/>
                    </a:lnTo>
                    <a:lnTo>
                      <a:pt x="149" y="342"/>
                    </a:lnTo>
                    <a:lnTo>
                      <a:pt x="150" y="343"/>
                    </a:lnTo>
                    <a:lnTo>
                      <a:pt x="151" y="346"/>
                    </a:lnTo>
                    <a:lnTo>
                      <a:pt x="153" y="345"/>
                    </a:lnTo>
                    <a:lnTo>
                      <a:pt x="154" y="344"/>
                    </a:lnTo>
                    <a:lnTo>
                      <a:pt x="155" y="341"/>
                    </a:lnTo>
                    <a:lnTo>
                      <a:pt x="157" y="338"/>
                    </a:lnTo>
                    <a:lnTo>
                      <a:pt x="158" y="339"/>
                    </a:lnTo>
                    <a:lnTo>
                      <a:pt x="159" y="334"/>
                    </a:lnTo>
                    <a:lnTo>
                      <a:pt x="161" y="328"/>
                    </a:lnTo>
                    <a:lnTo>
                      <a:pt x="162" y="330"/>
                    </a:lnTo>
                    <a:lnTo>
                      <a:pt x="164" y="333"/>
                    </a:lnTo>
                    <a:lnTo>
                      <a:pt x="165" y="334"/>
                    </a:lnTo>
                    <a:lnTo>
                      <a:pt x="166" y="335"/>
                    </a:lnTo>
                    <a:lnTo>
                      <a:pt x="168" y="338"/>
                    </a:lnTo>
                    <a:lnTo>
                      <a:pt x="169" y="345"/>
                    </a:lnTo>
                    <a:lnTo>
                      <a:pt x="170" y="343"/>
                    </a:lnTo>
                    <a:lnTo>
                      <a:pt x="172" y="338"/>
                    </a:lnTo>
                    <a:lnTo>
                      <a:pt x="173" y="338"/>
                    </a:lnTo>
                    <a:lnTo>
                      <a:pt x="174" y="338"/>
                    </a:lnTo>
                    <a:lnTo>
                      <a:pt x="176" y="342"/>
                    </a:lnTo>
                    <a:lnTo>
                      <a:pt x="177" y="343"/>
                    </a:lnTo>
                    <a:lnTo>
                      <a:pt x="178" y="339"/>
                    </a:lnTo>
                    <a:lnTo>
                      <a:pt x="180" y="341"/>
                    </a:lnTo>
                    <a:lnTo>
                      <a:pt x="181" y="345"/>
                    </a:lnTo>
                    <a:lnTo>
                      <a:pt x="182" y="345"/>
                    </a:lnTo>
                    <a:lnTo>
                      <a:pt x="184" y="347"/>
                    </a:lnTo>
                    <a:lnTo>
                      <a:pt x="185" y="347"/>
                    </a:lnTo>
                    <a:lnTo>
                      <a:pt x="186" y="345"/>
                    </a:lnTo>
                    <a:lnTo>
                      <a:pt x="188" y="344"/>
                    </a:lnTo>
                    <a:lnTo>
                      <a:pt x="189" y="344"/>
                    </a:lnTo>
                    <a:lnTo>
                      <a:pt x="190" y="349"/>
                    </a:lnTo>
                    <a:lnTo>
                      <a:pt x="192" y="349"/>
                    </a:lnTo>
                    <a:lnTo>
                      <a:pt x="193" y="344"/>
                    </a:lnTo>
                    <a:lnTo>
                      <a:pt x="194" y="345"/>
                    </a:lnTo>
                    <a:lnTo>
                      <a:pt x="196" y="350"/>
                    </a:lnTo>
                    <a:lnTo>
                      <a:pt x="197" y="348"/>
                    </a:lnTo>
                    <a:lnTo>
                      <a:pt x="198" y="342"/>
                    </a:lnTo>
                    <a:lnTo>
                      <a:pt x="200" y="338"/>
                    </a:lnTo>
                    <a:lnTo>
                      <a:pt x="201" y="335"/>
                    </a:lnTo>
                    <a:lnTo>
                      <a:pt x="202" y="331"/>
                    </a:lnTo>
                    <a:lnTo>
                      <a:pt x="204" y="329"/>
                    </a:lnTo>
                    <a:lnTo>
                      <a:pt x="205" y="328"/>
                    </a:lnTo>
                    <a:lnTo>
                      <a:pt x="207" y="326"/>
                    </a:lnTo>
                    <a:lnTo>
                      <a:pt x="208" y="326"/>
                    </a:lnTo>
                    <a:lnTo>
                      <a:pt x="209" y="329"/>
                    </a:lnTo>
                    <a:lnTo>
                      <a:pt x="211" y="326"/>
                    </a:lnTo>
                    <a:lnTo>
                      <a:pt x="212" y="328"/>
                    </a:lnTo>
                    <a:lnTo>
                      <a:pt x="213" y="328"/>
                    </a:lnTo>
                    <a:lnTo>
                      <a:pt x="215" y="325"/>
                    </a:lnTo>
                    <a:lnTo>
                      <a:pt x="216" y="324"/>
                    </a:lnTo>
                    <a:lnTo>
                      <a:pt x="217" y="331"/>
                    </a:lnTo>
                    <a:lnTo>
                      <a:pt x="219" y="332"/>
                    </a:lnTo>
                    <a:lnTo>
                      <a:pt x="220" y="331"/>
                    </a:lnTo>
                    <a:lnTo>
                      <a:pt x="221" y="330"/>
                    </a:lnTo>
                    <a:lnTo>
                      <a:pt x="223" y="331"/>
                    </a:lnTo>
                    <a:lnTo>
                      <a:pt x="224" y="326"/>
                    </a:lnTo>
                    <a:lnTo>
                      <a:pt x="225" y="326"/>
                    </a:lnTo>
                    <a:lnTo>
                      <a:pt x="227" y="326"/>
                    </a:lnTo>
                    <a:lnTo>
                      <a:pt x="228" y="327"/>
                    </a:lnTo>
                    <a:lnTo>
                      <a:pt x="229" y="319"/>
                    </a:lnTo>
                    <a:lnTo>
                      <a:pt x="231" y="324"/>
                    </a:lnTo>
                    <a:lnTo>
                      <a:pt x="232" y="319"/>
                    </a:lnTo>
                    <a:lnTo>
                      <a:pt x="233" y="325"/>
                    </a:lnTo>
                    <a:lnTo>
                      <a:pt x="235" y="326"/>
                    </a:lnTo>
                    <a:lnTo>
                      <a:pt x="236" y="325"/>
                    </a:lnTo>
                    <a:lnTo>
                      <a:pt x="237" y="323"/>
                    </a:lnTo>
                    <a:lnTo>
                      <a:pt x="239" y="326"/>
                    </a:lnTo>
                    <a:lnTo>
                      <a:pt x="240" y="324"/>
                    </a:lnTo>
                    <a:lnTo>
                      <a:pt x="241" y="327"/>
                    </a:lnTo>
                    <a:lnTo>
                      <a:pt x="243" y="323"/>
                    </a:lnTo>
                    <a:lnTo>
                      <a:pt x="244" y="327"/>
                    </a:lnTo>
                    <a:lnTo>
                      <a:pt x="246" y="327"/>
                    </a:lnTo>
                    <a:lnTo>
                      <a:pt x="247" y="326"/>
                    </a:lnTo>
                    <a:lnTo>
                      <a:pt x="248" y="328"/>
                    </a:lnTo>
                    <a:lnTo>
                      <a:pt x="250" y="331"/>
                    </a:lnTo>
                    <a:lnTo>
                      <a:pt x="251" y="328"/>
                    </a:lnTo>
                    <a:lnTo>
                      <a:pt x="252" y="324"/>
                    </a:lnTo>
                    <a:lnTo>
                      <a:pt x="254" y="321"/>
                    </a:lnTo>
                    <a:lnTo>
                      <a:pt x="255" y="320"/>
                    </a:lnTo>
                    <a:lnTo>
                      <a:pt x="256" y="319"/>
                    </a:lnTo>
                    <a:lnTo>
                      <a:pt x="258" y="318"/>
                    </a:lnTo>
                    <a:lnTo>
                      <a:pt x="259" y="315"/>
                    </a:lnTo>
                    <a:lnTo>
                      <a:pt x="260" y="312"/>
                    </a:lnTo>
                    <a:lnTo>
                      <a:pt x="262" y="317"/>
                    </a:lnTo>
                    <a:lnTo>
                      <a:pt x="263" y="317"/>
                    </a:lnTo>
                    <a:lnTo>
                      <a:pt x="264" y="316"/>
                    </a:lnTo>
                    <a:lnTo>
                      <a:pt x="266" y="317"/>
                    </a:lnTo>
                    <a:lnTo>
                      <a:pt x="267" y="316"/>
                    </a:lnTo>
                    <a:lnTo>
                      <a:pt x="268" y="317"/>
                    </a:lnTo>
                    <a:lnTo>
                      <a:pt x="270" y="319"/>
                    </a:lnTo>
                    <a:lnTo>
                      <a:pt x="271" y="316"/>
                    </a:lnTo>
                    <a:lnTo>
                      <a:pt x="272" y="317"/>
                    </a:lnTo>
                    <a:lnTo>
                      <a:pt x="274" y="320"/>
                    </a:lnTo>
                    <a:lnTo>
                      <a:pt x="275" y="319"/>
                    </a:lnTo>
                    <a:lnTo>
                      <a:pt x="276" y="320"/>
                    </a:lnTo>
                    <a:lnTo>
                      <a:pt x="278" y="317"/>
                    </a:lnTo>
                    <a:lnTo>
                      <a:pt x="279" y="322"/>
                    </a:lnTo>
                    <a:lnTo>
                      <a:pt x="280" y="318"/>
                    </a:lnTo>
                    <a:lnTo>
                      <a:pt x="282" y="320"/>
                    </a:lnTo>
                    <a:lnTo>
                      <a:pt x="283" y="323"/>
                    </a:lnTo>
                    <a:lnTo>
                      <a:pt x="284" y="322"/>
                    </a:lnTo>
                    <a:lnTo>
                      <a:pt x="286" y="323"/>
                    </a:lnTo>
                    <a:lnTo>
                      <a:pt x="287" y="324"/>
                    </a:lnTo>
                    <a:lnTo>
                      <a:pt x="289" y="323"/>
                    </a:lnTo>
                    <a:lnTo>
                      <a:pt x="290" y="326"/>
                    </a:lnTo>
                    <a:lnTo>
                      <a:pt x="291" y="326"/>
                    </a:lnTo>
                    <a:lnTo>
                      <a:pt x="293" y="324"/>
                    </a:lnTo>
                    <a:lnTo>
                      <a:pt x="294" y="322"/>
                    </a:lnTo>
                    <a:lnTo>
                      <a:pt x="295" y="321"/>
                    </a:lnTo>
                    <a:lnTo>
                      <a:pt x="297" y="323"/>
                    </a:lnTo>
                    <a:lnTo>
                      <a:pt x="298" y="321"/>
                    </a:lnTo>
                    <a:lnTo>
                      <a:pt x="299" y="316"/>
                    </a:lnTo>
                    <a:lnTo>
                      <a:pt x="301" y="309"/>
                    </a:lnTo>
                    <a:lnTo>
                      <a:pt x="302" y="307"/>
                    </a:lnTo>
                    <a:lnTo>
                      <a:pt x="303" y="305"/>
                    </a:lnTo>
                    <a:lnTo>
                      <a:pt x="305" y="304"/>
                    </a:lnTo>
                    <a:lnTo>
                      <a:pt x="306" y="304"/>
                    </a:lnTo>
                    <a:lnTo>
                      <a:pt x="307" y="304"/>
                    </a:lnTo>
                    <a:lnTo>
                      <a:pt x="309" y="304"/>
                    </a:lnTo>
                    <a:lnTo>
                      <a:pt x="310" y="308"/>
                    </a:lnTo>
                    <a:lnTo>
                      <a:pt x="311" y="309"/>
                    </a:lnTo>
                    <a:lnTo>
                      <a:pt x="313" y="307"/>
                    </a:lnTo>
                    <a:lnTo>
                      <a:pt x="314" y="307"/>
                    </a:lnTo>
                    <a:lnTo>
                      <a:pt x="315" y="307"/>
                    </a:lnTo>
                    <a:lnTo>
                      <a:pt x="317" y="307"/>
                    </a:lnTo>
                    <a:lnTo>
                      <a:pt x="318" y="312"/>
                    </a:lnTo>
                    <a:lnTo>
                      <a:pt x="319" y="313"/>
                    </a:lnTo>
                    <a:lnTo>
                      <a:pt x="321" y="317"/>
                    </a:lnTo>
                    <a:lnTo>
                      <a:pt x="322" y="319"/>
                    </a:lnTo>
                    <a:lnTo>
                      <a:pt x="323" y="314"/>
                    </a:lnTo>
                    <a:lnTo>
                      <a:pt x="325" y="314"/>
                    </a:lnTo>
                    <a:lnTo>
                      <a:pt x="326" y="308"/>
                    </a:lnTo>
                    <a:lnTo>
                      <a:pt x="327" y="305"/>
                    </a:lnTo>
                    <a:lnTo>
                      <a:pt x="329" y="303"/>
                    </a:lnTo>
                    <a:lnTo>
                      <a:pt x="330" y="304"/>
                    </a:lnTo>
                    <a:lnTo>
                      <a:pt x="332" y="304"/>
                    </a:lnTo>
                    <a:lnTo>
                      <a:pt x="333" y="303"/>
                    </a:lnTo>
                    <a:lnTo>
                      <a:pt x="334" y="302"/>
                    </a:lnTo>
                    <a:lnTo>
                      <a:pt x="336" y="299"/>
                    </a:lnTo>
                    <a:lnTo>
                      <a:pt x="337" y="306"/>
                    </a:lnTo>
                    <a:lnTo>
                      <a:pt x="338" y="304"/>
                    </a:lnTo>
                    <a:lnTo>
                      <a:pt x="340" y="302"/>
                    </a:lnTo>
                    <a:lnTo>
                      <a:pt x="341" y="295"/>
                    </a:lnTo>
                    <a:lnTo>
                      <a:pt x="342" y="292"/>
                    </a:lnTo>
                    <a:lnTo>
                      <a:pt x="344" y="295"/>
                    </a:lnTo>
                    <a:lnTo>
                      <a:pt x="345" y="291"/>
                    </a:lnTo>
                    <a:lnTo>
                      <a:pt x="346" y="289"/>
                    </a:lnTo>
                    <a:lnTo>
                      <a:pt x="348" y="290"/>
                    </a:lnTo>
                    <a:lnTo>
                      <a:pt x="349" y="291"/>
                    </a:lnTo>
                    <a:lnTo>
                      <a:pt x="350" y="295"/>
                    </a:lnTo>
                    <a:lnTo>
                      <a:pt x="352" y="298"/>
                    </a:lnTo>
                    <a:lnTo>
                      <a:pt x="353" y="300"/>
                    </a:lnTo>
                    <a:lnTo>
                      <a:pt x="354" y="298"/>
                    </a:lnTo>
                    <a:lnTo>
                      <a:pt x="356" y="295"/>
                    </a:lnTo>
                    <a:lnTo>
                      <a:pt x="357" y="295"/>
                    </a:lnTo>
                    <a:lnTo>
                      <a:pt x="358" y="293"/>
                    </a:lnTo>
                    <a:lnTo>
                      <a:pt x="360" y="292"/>
                    </a:lnTo>
                    <a:lnTo>
                      <a:pt x="361" y="292"/>
                    </a:lnTo>
                    <a:lnTo>
                      <a:pt x="362" y="291"/>
                    </a:lnTo>
                    <a:lnTo>
                      <a:pt x="364" y="291"/>
                    </a:lnTo>
                    <a:lnTo>
                      <a:pt x="365" y="290"/>
                    </a:lnTo>
                    <a:lnTo>
                      <a:pt x="366" y="286"/>
                    </a:lnTo>
                    <a:lnTo>
                      <a:pt x="368" y="287"/>
                    </a:lnTo>
                    <a:lnTo>
                      <a:pt x="369" y="289"/>
                    </a:lnTo>
                    <a:lnTo>
                      <a:pt x="370" y="284"/>
                    </a:lnTo>
                    <a:lnTo>
                      <a:pt x="372" y="279"/>
                    </a:lnTo>
                    <a:lnTo>
                      <a:pt x="373" y="282"/>
                    </a:lnTo>
                    <a:lnTo>
                      <a:pt x="375" y="280"/>
                    </a:lnTo>
                    <a:lnTo>
                      <a:pt x="376" y="283"/>
                    </a:lnTo>
                    <a:lnTo>
                      <a:pt x="377" y="286"/>
                    </a:lnTo>
                    <a:lnTo>
                      <a:pt x="379" y="287"/>
                    </a:lnTo>
                    <a:lnTo>
                      <a:pt x="380" y="284"/>
                    </a:lnTo>
                    <a:lnTo>
                      <a:pt x="381" y="287"/>
                    </a:lnTo>
                    <a:lnTo>
                      <a:pt x="383" y="289"/>
                    </a:lnTo>
                    <a:lnTo>
                      <a:pt x="384" y="288"/>
                    </a:lnTo>
                    <a:lnTo>
                      <a:pt x="385" y="288"/>
                    </a:lnTo>
                    <a:lnTo>
                      <a:pt x="387" y="286"/>
                    </a:lnTo>
                    <a:lnTo>
                      <a:pt x="388" y="290"/>
                    </a:lnTo>
                    <a:lnTo>
                      <a:pt x="389" y="295"/>
                    </a:lnTo>
                    <a:lnTo>
                      <a:pt x="391" y="297"/>
                    </a:lnTo>
                    <a:lnTo>
                      <a:pt x="392" y="297"/>
                    </a:lnTo>
                    <a:lnTo>
                      <a:pt x="393" y="297"/>
                    </a:lnTo>
                    <a:lnTo>
                      <a:pt x="395" y="300"/>
                    </a:lnTo>
                    <a:lnTo>
                      <a:pt x="396" y="298"/>
                    </a:lnTo>
                    <a:lnTo>
                      <a:pt x="397" y="297"/>
                    </a:lnTo>
                    <a:lnTo>
                      <a:pt x="399" y="292"/>
                    </a:lnTo>
                    <a:lnTo>
                      <a:pt x="400" y="292"/>
                    </a:lnTo>
                    <a:lnTo>
                      <a:pt x="401" y="294"/>
                    </a:lnTo>
                    <a:lnTo>
                      <a:pt x="403" y="296"/>
                    </a:lnTo>
                    <a:lnTo>
                      <a:pt x="404" y="297"/>
                    </a:lnTo>
                    <a:lnTo>
                      <a:pt x="405" y="294"/>
                    </a:lnTo>
                    <a:lnTo>
                      <a:pt x="407" y="295"/>
                    </a:lnTo>
                    <a:lnTo>
                      <a:pt x="408" y="299"/>
                    </a:lnTo>
                    <a:lnTo>
                      <a:pt x="409" y="297"/>
                    </a:lnTo>
                    <a:lnTo>
                      <a:pt x="411" y="292"/>
                    </a:lnTo>
                    <a:lnTo>
                      <a:pt x="412" y="290"/>
                    </a:lnTo>
                    <a:lnTo>
                      <a:pt x="414" y="284"/>
                    </a:lnTo>
                    <a:lnTo>
                      <a:pt x="415" y="287"/>
                    </a:lnTo>
                    <a:lnTo>
                      <a:pt x="416" y="280"/>
                    </a:lnTo>
                    <a:lnTo>
                      <a:pt x="418" y="295"/>
                    </a:lnTo>
                    <a:lnTo>
                      <a:pt x="419" y="295"/>
                    </a:lnTo>
                    <a:lnTo>
                      <a:pt x="420" y="255"/>
                    </a:lnTo>
                    <a:lnTo>
                      <a:pt x="422" y="257"/>
                    </a:lnTo>
                    <a:lnTo>
                      <a:pt x="423" y="267"/>
                    </a:lnTo>
                    <a:lnTo>
                      <a:pt x="424" y="268"/>
                    </a:lnTo>
                    <a:lnTo>
                      <a:pt x="426" y="267"/>
                    </a:lnTo>
                    <a:lnTo>
                      <a:pt x="427" y="269"/>
                    </a:lnTo>
                    <a:lnTo>
                      <a:pt x="428" y="269"/>
                    </a:lnTo>
                    <a:lnTo>
                      <a:pt x="430" y="267"/>
                    </a:lnTo>
                    <a:lnTo>
                      <a:pt x="431" y="265"/>
                    </a:lnTo>
                    <a:lnTo>
                      <a:pt x="432" y="268"/>
                    </a:lnTo>
                    <a:lnTo>
                      <a:pt x="434" y="276"/>
                    </a:lnTo>
                    <a:lnTo>
                      <a:pt x="435" y="277"/>
                    </a:lnTo>
                    <a:lnTo>
                      <a:pt x="436" y="275"/>
                    </a:lnTo>
                    <a:lnTo>
                      <a:pt x="438" y="276"/>
                    </a:lnTo>
                    <a:lnTo>
                      <a:pt x="439" y="274"/>
                    </a:lnTo>
                    <a:lnTo>
                      <a:pt x="440" y="278"/>
                    </a:lnTo>
                    <a:lnTo>
                      <a:pt x="442" y="275"/>
                    </a:lnTo>
                    <a:lnTo>
                      <a:pt x="443" y="271"/>
                    </a:lnTo>
                    <a:lnTo>
                      <a:pt x="444" y="271"/>
                    </a:lnTo>
                    <a:lnTo>
                      <a:pt x="446" y="273"/>
                    </a:lnTo>
                    <a:lnTo>
                      <a:pt x="447" y="272"/>
                    </a:lnTo>
                    <a:lnTo>
                      <a:pt x="448" y="267"/>
                    </a:lnTo>
                    <a:lnTo>
                      <a:pt x="450" y="266"/>
                    </a:lnTo>
                    <a:lnTo>
                      <a:pt x="451" y="270"/>
                    </a:lnTo>
                    <a:lnTo>
                      <a:pt x="452" y="273"/>
                    </a:lnTo>
                    <a:lnTo>
                      <a:pt x="454" y="268"/>
                    </a:lnTo>
                    <a:lnTo>
                      <a:pt x="455" y="268"/>
                    </a:lnTo>
                    <a:lnTo>
                      <a:pt x="457" y="269"/>
                    </a:lnTo>
                    <a:lnTo>
                      <a:pt x="458" y="267"/>
                    </a:lnTo>
                    <a:lnTo>
                      <a:pt x="459" y="269"/>
                    </a:lnTo>
                    <a:lnTo>
                      <a:pt x="461" y="266"/>
                    </a:lnTo>
                    <a:lnTo>
                      <a:pt x="462" y="265"/>
                    </a:lnTo>
                    <a:lnTo>
                      <a:pt x="463" y="265"/>
                    </a:lnTo>
                    <a:lnTo>
                      <a:pt x="465" y="265"/>
                    </a:lnTo>
                    <a:lnTo>
                      <a:pt x="466" y="267"/>
                    </a:lnTo>
                    <a:lnTo>
                      <a:pt x="467" y="269"/>
                    </a:lnTo>
                    <a:lnTo>
                      <a:pt x="469" y="268"/>
                    </a:lnTo>
                    <a:lnTo>
                      <a:pt x="470" y="268"/>
                    </a:lnTo>
                    <a:lnTo>
                      <a:pt x="471" y="265"/>
                    </a:lnTo>
                    <a:lnTo>
                      <a:pt x="473" y="265"/>
                    </a:lnTo>
                    <a:lnTo>
                      <a:pt x="474" y="260"/>
                    </a:lnTo>
                    <a:lnTo>
                      <a:pt x="475" y="261"/>
                    </a:lnTo>
                    <a:lnTo>
                      <a:pt x="477" y="261"/>
                    </a:lnTo>
                    <a:lnTo>
                      <a:pt x="478" y="263"/>
                    </a:lnTo>
                    <a:lnTo>
                      <a:pt x="479" y="264"/>
                    </a:lnTo>
                    <a:lnTo>
                      <a:pt x="481" y="261"/>
                    </a:lnTo>
                    <a:lnTo>
                      <a:pt x="482" y="258"/>
                    </a:lnTo>
                    <a:lnTo>
                      <a:pt x="483" y="259"/>
                    </a:lnTo>
                    <a:lnTo>
                      <a:pt x="485" y="257"/>
                    </a:lnTo>
                    <a:lnTo>
                      <a:pt x="486" y="252"/>
                    </a:lnTo>
                    <a:lnTo>
                      <a:pt x="487" y="249"/>
                    </a:lnTo>
                    <a:lnTo>
                      <a:pt x="489" y="244"/>
                    </a:lnTo>
                    <a:lnTo>
                      <a:pt x="490" y="247"/>
                    </a:lnTo>
                    <a:lnTo>
                      <a:pt x="491" y="253"/>
                    </a:lnTo>
                    <a:lnTo>
                      <a:pt x="493" y="253"/>
                    </a:lnTo>
                    <a:lnTo>
                      <a:pt x="494" y="255"/>
                    </a:lnTo>
                    <a:lnTo>
                      <a:pt x="495" y="257"/>
                    </a:lnTo>
                    <a:lnTo>
                      <a:pt x="497" y="257"/>
                    </a:lnTo>
                    <a:lnTo>
                      <a:pt x="498" y="256"/>
                    </a:lnTo>
                    <a:lnTo>
                      <a:pt x="500" y="258"/>
                    </a:lnTo>
                    <a:lnTo>
                      <a:pt x="501" y="258"/>
                    </a:lnTo>
                    <a:lnTo>
                      <a:pt x="502" y="259"/>
                    </a:lnTo>
                    <a:lnTo>
                      <a:pt x="504" y="258"/>
                    </a:lnTo>
                    <a:lnTo>
                      <a:pt x="505" y="261"/>
                    </a:lnTo>
                    <a:lnTo>
                      <a:pt x="506" y="258"/>
                    </a:lnTo>
                    <a:lnTo>
                      <a:pt x="508" y="258"/>
                    </a:lnTo>
                    <a:lnTo>
                      <a:pt x="509" y="258"/>
                    </a:lnTo>
                    <a:lnTo>
                      <a:pt x="510" y="255"/>
                    </a:lnTo>
                    <a:lnTo>
                      <a:pt x="512" y="252"/>
                    </a:lnTo>
                    <a:lnTo>
                      <a:pt x="513" y="249"/>
                    </a:lnTo>
                    <a:lnTo>
                      <a:pt x="514" y="250"/>
                    </a:lnTo>
                    <a:lnTo>
                      <a:pt x="516" y="252"/>
                    </a:lnTo>
                    <a:lnTo>
                      <a:pt x="517" y="251"/>
                    </a:lnTo>
                    <a:lnTo>
                      <a:pt x="518" y="262"/>
                    </a:lnTo>
                    <a:lnTo>
                      <a:pt x="520" y="263"/>
                    </a:lnTo>
                    <a:lnTo>
                      <a:pt x="521" y="266"/>
                    </a:lnTo>
                    <a:lnTo>
                      <a:pt x="522" y="271"/>
                    </a:lnTo>
                    <a:lnTo>
                      <a:pt x="524" y="270"/>
                    </a:lnTo>
                    <a:lnTo>
                      <a:pt x="525" y="271"/>
                    </a:lnTo>
                    <a:lnTo>
                      <a:pt x="526" y="270"/>
                    </a:lnTo>
                    <a:lnTo>
                      <a:pt x="528" y="273"/>
                    </a:lnTo>
                    <a:lnTo>
                      <a:pt x="529" y="273"/>
                    </a:lnTo>
                    <a:lnTo>
                      <a:pt x="530" y="276"/>
                    </a:lnTo>
                    <a:lnTo>
                      <a:pt x="532" y="278"/>
                    </a:lnTo>
                    <a:lnTo>
                      <a:pt x="533" y="278"/>
                    </a:lnTo>
                    <a:lnTo>
                      <a:pt x="534" y="278"/>
                    </a:lnTo>
                    <a:lnTo>
                      <a:pt x="536" y="279"/>
                    </a:lnTo>
                    <a:lnTo>
                      <a:pt x="537" y="280"/>
                    </a:lnTo>
                    <a:lnTo>
                      <a:pt x="538" y="278"/>
                    </a:lnTo>
                    <a:lnTo>
                      <a:pt x="540" y="272"/>
                    </a:lnTo>
                    <a:lnTo>
                      <a:pt x="541" y="278"/>
                    </a:lnTo>
                    <a:lnTo>
                      <a:pt x="543" y="275"/>
                    </a:lnTo>
                    <a:lnTo>
                      <a:pt x="544" y="273"/>
                    </a:lnTo>
                    <a:lnTo>
                      <a:pt x="545" y="272"/>
                    </a:lnTo>
                    <a:lnTo>
                      <a:pt x="547" y="272"/>
                    </a:lnTo>
                    <a:lnTo>
                      <a:pt x="548" y="275"/>
                    </a:lnTo>
                    <a:lnTo>
                      <a:pt x="549" y="278"/>
                    </a:lnTo>
                    <a:lnTo>
                      <a:pt x="551" y="276"/>
                    </a:lnTo>
                    <a:lnTo>
                      <a:pt x="552" y="275"/>
                    </a:lnTo>
                    <a:lnTo>
                      <a:pt x="553" y="275"/>
                    </a:lnTo>
                    <a:lnTo>
                      <a:pt x="555" y="278"/>
                    </a:lnTo>
                    <a:lnTo>
                      <a:pt x="556" y="276"/>
                    </a:lnTo>
                    <a:lnTo>
                      <a:pt x="557" y="280"/>
                    </a:lnTo>
                    <a:lnTo>
                      <a:pt x="559" y="278"/>
                    </a:lnTo>
                    <a:lnTo>
                      <a:pt x="560" y="284"/>
                    </a:lnTo>
                    <a:lnTo>
                      <a:pt x="561" y="283"/>
                    </a:lnTo>
                    <a:lnTo>
                      <a:pt x="563" y="286"/>
                    </a:lnTo>
                    <a:lnTo>
                      <a:pt x="564" y="286"/>
                    </a:lnTo>
                    <a:lnTo>
                      <a:pt x="565" y="284"/>
                    </a:lnTo>
                    <a:lnTo>
                      <a:pt x="567" y="280"/>
                    </a:lnTo>
                    <a:lnTo>
                      <a:pt x="568" y="281"/>
                    </a:lnTo>
                    <a:lnTo>
                      <a:pt x="569" y="279"/>
                    </a:lnTo>
                    <a:lnTo>
                      <a:pt x="571" y="275"/>
                    </a:lnTo>
                    <a:lnTo>
                      <a:pt x="572" y="278"/>
                    </a:lnTo>
                    <a:lnTo>
                      <a:pt x="573" y="282"/>
                    </a:lnTo>
                    <a:lnTo>
                      <a:pt x="575" y="285"/>
                    </a:lnTo>
                    <a:lnTo>
                      <a:pt x="576" y="285"/>
                    </a:lnTo>
                    <a:lnTo>
                      <a:pt x="577" y="284"/>
                    </a:lnTo>
                    <a:lnTo>
                      <a:pt x="579" y="280"/>
                    </a:lnTo>
                    <a:lnTo>
                      <a:pt x="580" y="282"/>
                    </a:lnTo>
                    <a:lnTo>
                      <a:pt x="582" y="279"/>
                    </a:lnTo>
                    <a:lnTo>
                      <a:pt x="583" y="280"/>
                    </a:lnTo>
                    <a:lnTo>
                      <a:pt x="584" y="285"/>
                    </a:lnTo>
                    <a:lnTo>
                      <a:pt x="586" y="288"/>
                    </a:lnTo>
                    <a:lnTo>
                      <a:pt x="587" y="287"/>
                    </a:lnTo>
                    <a:lnTo>
                      <a:pt x="588" y="289"/>
                    </a:lnTo>
                    <a:lnTo>
                      <a:pt x="590" y="292"/>
                    </a:lnTo>
                    <a:lnTo>
                      <a:pt x="591" y="292"/>
                    </a:lnTo>
                    <a:lnTo>
                      <a:pt x="592" y="288"/>
                    </a:lnTo>
                    <a:lnTo>
                      <a:pt x="594" y="286"/>
                    </a:lnTo>
                    <a:lnTo>
                      <a:pt x="595" y="285"/>
                    </a:lnTo>
                    <a:lnTo>
                      <a:pt x="596" y="281"/>
                    </a:lnTo>
                    <a:lnTo>
                      <a:pt x="598" y="278"/>
                    </a:lnTo>
                    <a:lnTo>
                      <a:pt x="599" y="275"/>
                    </a:lnTo>
                    <a:lnTo>
                      <a:pt x="600" y="275"/>
                    </a:lnTo>
                    <a:lnTo>
                      <a:pt x="602" y="274"/>
                    </a:lnTo>
                    <a:lnTo>
                      <a:pt x="603" y="271"/>
                    </a:lnTo>
                    <a:lnTo>
                      <a:pt x="604" y="271"/>
                    </a:lnTo>
                    <a:lnTo>
                      <a:pt x="606" y="270"/>
                    </a:lnTo>
                    <a:lnTo>
                      <a:pt x="607" y="271"/>
                    </a:lnTo>
                    <a:lnTo>
                      <a:pt x="608" y="275"/>
                    </a:lnTo>
                    <a:lnTo>
                      <a:pt x="610" y="274"/>
                    </a:lnTo>
                    <a:lnTo>
                      <a:pt x="611" y="273"/>
                    </a:lnTo>
                    <a:lnTo>
                      <a:pt x="612" y="275"/>
                    </a:lnTo>
                    <a:lnTo>
                      <a:pt x="614" y="275"/>
                    </a:lnTo>
                    <a:lnTo>
                      <a:pt x="615" y="278"/>
                    </a:lnTo>
                    <a:lnTo>
                      <a:pt x="616" y="280"/>
                    </a:lnTo>
                    <a:lnTo>
                      <a:pt x="618" y="281"/>
                    </a:lnTo>
                    <a:lnTo>
                      <a:pt x="619" y="280"/>
                    </a:lnTo>
                    <a:lnTo>
                      <a:pt x="620" y="284"/>
                    </a:lnTo>
                    <a:lnTo>
                      <a:pt x="622" y="286"/>
                    </a:lnTo>
                    <a:lnTo>
                      <a:pt x="623" y="290"/>
                    </a:lnTo>
                    <a:lnTo>
                      <a:pt x="625" y="289"/>
                    </a:lnTo>
                    <a:lnTo>
                      <a:pt x="626" y="291"/>
                    </a:lnTo>
                    <a:lnTo>
                      <a:pt x="627" y="288"/>
                    </a:lnTo>
                    <a:lnTo>
                      <a:pt x="629" y="290"/>
                    </a:lnTo>
                    <a:lnTo>
                      <a:pt x="630" y="286"/>
                    </a:lnTo>
                    <a:lnTo>
                      <a:pt x="631" y="284"/>
                    </a:lnTo>
                    <a:lnTo>
                      <a:pt x="633" y="278"/>
                    </a:lnTo>
                    <a:lnTo>
                      <a:pt x="634" y="281"/>
                    </a:lnTo>
                    <a:lnTo>
                      <a:pt x="635" y="276"/>
                    </a:lnTo>
                    <a:lnTo>
                      <a:pt x="637" y="275"/>
                    </a:lnTo>
                    <a:lnTo>
                      <a:pt x="638" y="272"/>
                    </a:lnTo>
                    <a:lnTo>
                      <a:pt x="639" y="269"/>
                    </a:lnTo>
                    <a:lnTo>
                      <a:pt x="641" y="270"/>
                    </a:lnTo>
                    <a:lnTo>
                      <a:pt x="642" y="271"/>
                    </a:lnTo>
                    <a:lnTo>
                      <a:pt x="643" y="271"/>
                    </a:lnTo>
                    <a:lnTo>
                      <a:pt x="645" y="273"/>
                    </a:lnTo>
                    <a:lnTo>
                      <a:pt x="646" y="274"/>
                    </a:lnTo>
                    <a:lnTo>
                      <a:pt x="647" y="279"/>
                    </a:lnTo>
                    <a:lnTo>
                      <a:pt x="649" y="281"/>
                    </a:lnTo>
                    <a:lnTo>
                      <a:pt x="650" y="280"/>
                    </a:lnTo>
                    <a:lnTo>
                      <a:pt x="651" y="280"/>
                    </a:lnTo>
                    <a:lnTo>
                      <a:pt x="653" y="284"/>
                    </a:lnTo>
                    <a:lnTo>
                      <a:pt x="654" y="283"/>
                    </a:lnTo>
                    <a:lnTo>
                      <a:pt x="655" y="283"/>
                    </a:lnTo>
                    <a:lnTo>
                      <a:pt x="657" y="285"/>
                    </a:lnTo>
                    <a:lnTo>
                      <a:pt x="658" y="284"/>
                    </a:lnTo>
                    <a:lnTo>
                      <a:pt x="659" y="288"/>
                    </a:lnTo>
                    <a:lnTo>
                      <a:pt x="661" y="286"/>
                    </a:lnTo>
                    <a:lnTo>
                      <a:pt x="662" y="285"/>
                    </a:lnTo>
                    <a:lnTo>
                      <a:pt x="663" y="287"/>
                    </a:lnTo>
                    <a:lnTo>
                      <a:pt x="665" y="287"/>
                    </a:lnTo>
                    <a:lnTo>
                      <a:pt x="666" y="291"/>
                    </a:lnTo>
                    <a:lnTo>
                      <a:pt x="668" y="293"/>
                    </a:lnTo>
                    <a:lnTo>
                      <a:pt x="669" y="293"/>
                    </a:lnTo>
                    <a:lnTo>
                      <a:pt x="670" y="295"/>
                    </a:lnTo>
                    <a:lnTo>
                      <a:pt x="672" y="293"/>
                    </a:lnTo>
                    <a:lnTo>
                      <a:pt x="673" y="290"/>
                    </a:lnTo>
                    <a:lnTo>
                      <a:pt x="674" y="289"/>
                    </a:lnTo>
                    <a:lnTo>
                      <a:pt x="676" y="288"/>
                    </a:lnTo>
                    <a:lnTo>
                      <a:pt x="677" y="287"/>
                    </a:lnTo>
                    <a:lnTo>
                      <a:pt x="678" y="285"/>
                    </a:lnTo>
                    <a:lnTo>
                      <a:pt x="680" y="285"/>
                    </a:lnTo>
                    <a:lnTo>
                      <a:pt x="681" y="284"/>
                    </a:lnTo>
                    <a:lnTo>
                      <a:pt x="682" y="284"/>
                    </a:lnTo>
                    <a:lnTo>
                      <a:pt x="684" y="282"/>
                    </a:lnTo>
                    <a:lnTo>
                      <a:pt x="685" y="281"/>
                    </a:lnTo>
                    <a:lnTo>
                      <a:pt x="686" y="277"/>
                    </a:lnTo>
                    <a:lnTo>
                      <a:pt x="688" y="277"/>
                    </a:lnTo>
                    <a:lnTo>
                      <a:pt x="689" y="274"/>
                    </a:lnTo>
                    <a:lnTo>
                      <a:pt x="690" y="276"/>
                    </a:lnTo>
                    <a:lnTo>
                      <a:pt x="692" y="275"/>
                    </a:lnTo>
                    <a:lnTo>
                      <a:pt x="693" y="278"/>
                    </a:lnTo>
                    <a:lnTo>
                      <a:pt x="694" y="281"/>
                    </a:lnTo>
                    <a:lnTo>
                      <a:pt x="696" y="281"/>
                    </a:lnTo>
                    <a:lnTo>
                      <a:pt x="697" y="282"/>
                    </a:lnTo>
                    <a:lnTo>
                      <a:pt x="698" y="283"/>
                    </a:lnTo>
                    <a:lnTo>
                      <a:pt x="700" y="283"/>
                    </a:lnTo>
                    <a:lnTo>
                      <a:pt x="701" y="284"/>
                    </a:lnTo>
                    <a:lnTo>
                      <a:pt x="702" y="279"/>
                    </a:lnTo>
                    <a:lnTo>
                      <a:pt x="704" y="277"/>
                    </a:lnTo>
                    <a:lnTo>
                      <a:pt x="705" y="279"/>
                    </a:lnTo>
                    <a:lnTo>
                      <a:pt x="706" y="280"/>
                    </a:lnTo>
                    <a:lnTo>
                      <a:pt x="708" y="280"/>
                    </a:lnTo>
                    <a:lnTo>
                      <a:pt x="709" y="282"/>
                    </a:lnTo>
                    <a:lnTo>
                      <a:pt x="711" y="283"/>
                    </a:lnTo>
                    <a:lnTo>
                      <a:pt x="712" y="282"/>
                    </a:lnTo>
                    <a:lnTo>
                      <a:pt x="713" y="284"/>
                    </a:lnTo>
                    <a:lnTo>
                      <a:pt x="715" y="289"/>
                    </a:lnTo>
                    <a:lnTo>
                      <a:pt x="716" y="283"/>
                    </a:lnTo>
                    <a:lnTo>
                      <a:pt x="717" y="283"/>
                    </a:lnTo>
                    <a:lnTo>
                      <a:pt x="719" y="282"/>
                    </a:lnTo>
                    <a:lnTo>
                      <a:pt x="720" y="282"/>
                    </a:lnTo>
                    <a:lnTo>
                      <a:pt x="721" y="282"/>
                    </a:lnTo>
                    <a:lnTo>
                      <a:pt x="723" y="281"/>
                    </a:lnTo>
                    <a:lnTo>
                      <a:pt x="724" y="282"/>
                    </a:lnTo>
                    <a:lnTo>
                      <a:pt x="725" y="282"/>
                    </a:lnTo>
                    <a:lnTo>
                      <a:pt x="727" y="283"/>
                    </a:lnTo>
                    <a:lnTo>
                      <a:pt x="728" y="281"/>
                    </a:lnTo>
                    <a:lnTo>
                      <a:pt x="729" y="277"/>
                    </a:lnTo>
                    <a:lnTo>
                      <a:pt x="731" y="274"/>
                    </a:lnTo>
                    <a:lnTo>
                      <a:pt x="732" y="274"/>
                    </a:lnTo>
                    <a:lnTo>
                      <a:pt x="733" y="276"/>
                    </a:lnTo>
                    <a:lnTo>
                      <a:pt x="735" y="273"/>
                    </a:lnTo>
                    <a:lnTo>
                      <a:pt x="736" y="271"/>
                    </a:lnTo>
                    <a:lnTo>
                      <a:pt x="737" y="275"/>
                    </a:lnTo>
                    <a:lnTo>
                      <a:pt x="739" y="278"/>
                    </a:lnTo>
                    <a:lnTo>
                      <a:pt x="740" y="285"/>
                    </a:lnTo>
                    <a:lnTo>
                      <a:pt x="741" y="284"/>
                    </a:lnTo>
                    <a:lnTo>
                      <a:pt x="743" y="286"/>
                    </a:lnTo>
                    <a:lnTo>
                      <a:pt x="744" y="284"/>
                    </a:lnTo>
                    <a:lnTo>
                      <a:pt x="745" y="290"/>
                    </a:lnTo>
                    <a:lnTo>
                      <a:pt x="747" y="284"/>
                    </a:lnTo>
                    <a:lnTo>
                      <a:pt x="748" y="288"/>
                    </a:lnTo>
                    <a:lnTo>
                      <a:pt x="750" y="288"/>
                    </a:lnTo>
                    <a:lnTo>
                      <a:pt x="751" y="288"/>
                    </a:lnTo>
                    <a:lnTo>
                      <a:pt x="752" y="291"/>
                    </a:lnTo>
                    <a:lnTo>
                      <a:pt x="754" y="299"/>
                    </a:lnTo>
                    <a:lnTo>
                      <a:pt x="755" y="299"/>
                    </a:lnTo>
                    <a:lnTo>
                      <a:pt x="756" y="299"/>
                    </a:lnTo>
                    <a:lnTo>
                      <a:pt x="758" y="298"/>
                    </a:lnTo>
                    <a:lnTo>
                      <a:pt x="759" y="296"/>
                    </a:lnTo>
                    <a:lnTo>
                      <a:pt x="760" y="296"/>
                    </a:lnTo>
                    <a:lnTo>
                      <a:pt x="762" y="297"/>
                    </a:lnTo>
                    <a:lnTo>
                      <a:pt x="763" y="296"/>
                    </a:lnTo>
                    <a:lnTo>
                      <a:pt x="764" y="292"/>
                    </a:lnTo>
                    <a:lnTo>
                      <a:pt x="766" y="295"/>
                    </a:lnTo>
                    <a:lnTo>
                      <a:pt x="767" y="298"/>
                    </a:lnTo>
                    <a:lnTo>
                      <a:pt x="768" y="294"/>
                    </a:lnTo>
                    <a:lnTo>
                      <a:pt x="770" y="295"/>
                    </a:lnTo>
                    <a:lnTo>
                      <a:pt x="771" y="292"/>
                    </a:lnTo>
                    <a:lnTo>
                      <a:pt x="772" y="286"/>
                    </a:lnTo>
                    <a:lnTo>
                      <a:pt x="774" y="289"/>
                    </a:lnTo>
                    <a:lnTo>
                      <a:pt x="775" y="287"/>
                    </a:lnTo>
                    <a:lnTo>
                      <a:pt x="776" y="289"/>
                    </a:lnTo>
                    <a:lnTo>
                      <a:pt x="778" y="290"/>
                    </a:lnTo>
                    <a:lnTo>
                      <a:pt x="779" y="290"/>
                    </a:lnTo>
                    <a:lnTo>
                      <a:pt x="780" y="290"/>
                    </a:lnTo>
                    <a:lnTo>
                      <a:pt x="782" y="297"/>
                    </a:lnTo>
                    <a:lnTo>
                      <a:pt x="783" y="292"/>
                    </a:lnTo>
                    <a:lnTo>
                      <a:pt x="784" y="291"/>
                    </a:lnTo>
                    <a:lnTo>
                      <a:pt x="786" y="286"/>
                    </a:lnTo>
                    <a:lnTo>
                      <a:pt x="787" y="288"/>
                    </a:lnTo>
                    <a:lnTo>
                      <a:pt x="788" y="284"/>
                    </a:lnTo>
                    <a:lnTo>
                      <a:pt x="790" y="285"/>
                    </a:lnTo>
                    <a:lnTo>
                      <a:pt x="791" y="281"/>
                    </a:lnTo>
                    <a:lnTo>
                      <a:pt x="793" y="285"/>
                    </a:lnTo>
                    <a:lnTo>
                      <a:pt x="794" y="289"/>
                    </a:lnTo>
                    <a:lnTo>
                      <a:pt x="795" y="291"/>
                    </a:lnTo>
                    <a:lnTo>
                      <a:pt x="797" y="292"/>
                    </a:lnTo>
                    <a:lnTo>
                      <a:pt x="798" y="292"/>
                    </a:lnTo>
                    <a:lnTo>
                      <a:pt x="799" y="295"/>
                    </a:lnTo>
                    <a:lnTo>
                      <a:pt x="801" y="297"/>
                    </a:lnTo>
                    <a:lnTo>
                      <a:pt x="802" y="297"/>
                    </a:lnTo>
                    <a:lnTo>
                      <a:pt x="803" y="297"/>
                    </a:lnTo>
                    <a:lnTo>
                      <a:pt x="805" y="295"/>
                    </a:lnTo>
                    <a:lnTo>
                      <a:pt x="806" y="292"/>
                    </a:lnTo>
                    <a:lnTo>
                      <a:pt x="807" y="292"/>
                    </a:lnTo>
                    <a:lnTo>
                      <a:pt x="809" y="293"/>
                    </a:lnTo>
                    <a:lnTo>
                      <a:pt x="810" y="289"/>
                    </a:lnTo>
                    <a:lnTo>
                      <a:pt x="811" y="288"/>
                    </a:lnTo>
                    <a:lnTo>
                      <a:pt x="813" y="294"/>
                    </a:lnTo>
                    <a:lnTo>
                      <a:pt x="814" y="293"/>
                    </a:lnTo>
                    <a:lnTo>
                      <a:pt x="815" y="293"/>
                    </a:lnTo>
                    <a:lnTo>
                      <a:pt x="817" y="293"/>
                    </a:lnTo>
                    <a:lnTo>
                      <a:pt x="818" y="298"/>
                    </a:lnTo>
                    <a:lnTo>
                      <a:pt x="819" y="295"/>
                    </a:lnTo>
                    <a:lnTo>
                      <a:pt x="821" y="295"/>
                    </a:lnTo>
                    <a:lnTo>
                      <a:pt x="822" y="294"/>
                    </a:lnTo>
                    <a:lnTo>
                      <a:pt x="823" y="293"/>
                    </a:lnTo>
                    <a:lnTo>
                      <a:pt x="825" y="295"/>
                    </a:lnTo>
                    <a:lnTo>
                      <a:pt x="826" y="299"/>
                    </a:lnTo>
                    <a:lnTo>
                      <a:pt x="827" y="297"/>
                    </a:lnTo>
                    <a:lnTo>
                      <a:pt x="829" y="293"/>
                    </a:lnTo>
                    <a:lnTo>
                      <a:pt x="830" y="295"/>
                    </a:lnTo>
                    <a:lnTo>
                      <a:pt x="831" y="293"/>
                    </a:lnTo>
                    <a:lnTo>
                      <a:pt x="833" y="293"/>
                    </a:lnTo>
                    <a:lnTo>
                      <a:pt x="834" y="292"/>
                    </a:lnTo>
                    <a:lnTo>
                      <a:pt x="836" y="292"/>
                    </a:lnTo>
                    <a:lnTo>
                      <a:pt x="837" y="294"/>
                    </a:lnTo>
                    <a:lnTo>
                      <a:pt x="838" y="297"/>
                    </a:lnTo>
                    <a:lnTo>
                      <a:pt x="840" y="300"/>
                    </a:lnTo>
                    <a:lnTo>
                      <a:pt x="841" y="303"/>
                    </a:lnTo>
                    <a:lnTo>
                      <a:pt x="842" y="310"/>
                    </a:lnTo>
                    <a:lnTo>
                      <a:pt x="844" y="311"/>
                    </a:lnTo>
                    <a:lnTo>
                      <a:pt x="845" y="305"/>
                    </a:lnTo>
                    <a:lnTo>
                      <a:pt x="846" y="308"/>
                    </a:lnTo>
                    <a:lnTo>
                      <a:pt x="848" y="305"/>
                    </a:lnTo>
                    <a:lnTo>
                      <a:pt x="849" y="304"/>
                    </a:lnTo>
                    <a:lnTo>
                      <a:pt x="850" y="303"/>
                    </a:lnTo>
                    <a:lnTo>
                      <a:pt x="852" y="302"/>
                    </a:lnTo>
                    <a:lnTo>
                      <a:pt x="853" y="303"/>
                    </a:lnTo>
                    <a:lnTo>
                      <a:pt x="854" y="304"/>
                    </a:lnTo>
                    <a:lnTo>
                      <a:pt x="856" y="306"/>
                    </a:lnTo>
                    <a:lnTo>
                      <a:pt x="857" y="309"/>
                    </a:lnTo>
                    <a:lnTo>
                      <a:pt x="858" y="315"/>
                    </a:lnTo>
                    <a:lnTo>
                      <a:pt x="860" y="315"/>
                    </a:lnTo>
                    <a:lnTo>
                      <a:pt x="861" y="316"/>
                    </a:lnTo>
                    <a:lnTo>
                      <a:pt x="862" y="316"/>
                    </a:lnTo>
                    <a:lnTo>
                      <a:pt x="864" y="314"/>
                    </a:lnTo>
                    <a:lnTo>
                      <a:pt x="865" y="316"/>
                    </a:lnTo>
                    <a:lnTo>
                      <a:pt x="866" y="314"/>
                    </a:lnTo>
                    <a:lnTo>
                      <a:pt x="868" y="311"/>
                    </a:lnTo>
                    <a:lnTo>
                      <a:pt x="869" y="303"/>
                    </a:lnTo>
                    <a:lnTo>
                      <a:pt x="870" y="301"/>
                    </a:lnTo>
                    <a:lnTo>
                      <a:pt x="872" y="307"/>
                    </a:lnTo>
                    <a:lnTo>
                      <a:pt x="873" y="311"/>
                    </a:lnTo>
                    <a:lnTo>
                      <a:pt x="874" y="314"/>
                    </a:lnTo>
                    <a:lnTo>
                      <a:pt x="876" y="318"/>
                    </a:lnTo>
                    <a:lnTo>
                      <a:pt x="877" y="319"/>
                    </a:lnTo>
                    <a:lnTo>
                      <a:pt x="879" y="324"/>
                    </a:lnTo>
                    <a:lnTo>
                      <a:pt x="880" y="330"/>
                    </a:lnTo>
                    <a:lnTo>
                      <a:pt x="881" y="330"/>
                    </a:lnTo>
                    <a:lnTo>
                      <a:pt x="883" y="325"/>
                    </a:lnTo>
                    <a:lnTo>
                      <a:pt x="884" y="322"/>
                    </a:lnTo>
                    <a:lnTo>
                      <a:pt x="885" y="323"/>
                    </a:lnTo>
                    <a:lnTo>
                      <a:pt x="887" y="323"/>
                    </a:lnTo>
                    <a:lnTo>
                      <a:pt x="888" y="320"/>
                    </a:lnTo>
                    <a:lnTo>
                      <a:pt x="889" y="320"/>
                    </a:lnTo>
                    <a:lnTo>
                      <a:pt x="891" y="315"/>
                    </a:lnTo>
                    <a:lnTo>
                      <a:pt x="892" y="316"/>
                    </a:lnTo>
                    <a:lnTo>
                      <a:pt x="893" y="318"/>
                    </a:lnTo>
                    <a:lnTo>
                      <a:pt x="895" y="315"/>
                    </a:lnTo>
                    <a:lnTo>
                      <a:pt x="896" y="314"/>
                    </a:lnTo>
                    <a:lnTo>
                      <a:pt x="897" y="310"/>
                    </a:lnTo>
                    <a:lnTo>
                      <a:pt x="899" y="314"/>
                    </a:lnTo>
                    <a:lnTo>
                      <a:pt x="900" y="310"/>
                    </a:lnTo>
                    <a:lnTo>
                      <a:pt x="901" y="309"/>
                    </a:lnTo>
                    <a:lnTo>
                      <a:pt x="903" y="307"/>
                    </a:lnTo>
                    <a:lnTo>
                      <a:pt x="904" y="308"/>
                    </a:lnTo>
                    <a:lnTo>
                      <a:pt x="905" y="312"/>
                    </a:lnTo>
                    <a:lnTo>
                      <a:pt x="907" y="311"/>
                    </a:lnTo>
                    <a:lnTo>
                      <a:pt x="908" y="313"/>
                    </a:lnTo>
                    <a:lnTo>
                      <a:pt x="909" y="315"/>
                    </a:lnTo>
                    <a:lnTo>
                      <a:pt x="911" y="317"/>
                    </a:lnTo>
                    <a:lnTo>
                      <a:pt x="912" y="320"/>
                    </a:lnTo>
                    <a:lnTo>
                      <a:pt x="913" y="319"/>
                    </a:lnTo>
                    <a:lnTo>
                      <a:pt x="915" y="325"/>
                    </a:lnTo>
                    <a:lnTo>
                      <a:pt x="916" y="324"/>
                    </a:lnTo>
                    <a:lnTo>
                      <a:pt x="917" y="329"/>
                    </a:lnTo>
                    <a:lnTo>
                      <a:pt x="919" y="326"/>
                    </a:lnTo>
                    <a:lnTo>
                      <a:pt x="920" y="322"/>
                    </a:lnTo>
                    <a:lnTo>
                      <a:pt x="922" y="325"/>
                    </a:lnTo>
                    <a:lnTo>
                      <a:pt x="923" y="328"/>
                    </a:lnTo>
                    <a:lnTo>
                      <a:pt x="924" y="326"/>
                    </a:lnTo>
                    <a:lnTo>
                      <a:pt x="926" y="329"/>
                    </a:lnTo>
                    <a:lnTo>
                      <a:pt x="927" y="328"/>
                    </a:lnTo>
                    <a:lnTo>
                      <a:pt x="928" y="330"/>
                    </a:lnTo>
                    <a:lnTo>
                      <a:pt x="930" y="329"/>
                    </a:lnTo>
                    <a:lnTo>
                      <a:pt x="931" y="327"/>
                    </a:lnTo>
                    <a:lnTo>
                      <a:pt x="932" y="328"/>
                    </a:lnTo>
                    <a:lnTo>
                      <a:pt x="934" y="328"/>
                    </a:lnTo>
                    <a:lnTo>
                      <a:pt x="935" y="328"/>
                    </a:lnTo>
                    <a:lnTo>
                      <a:pt x="936" y="327"/>
                    </a:lnTo>
                    <a:lnTo>
                      <a:pt x="938" y="330"/>
                    </a:lnTo>
                    <a:lnTo>
                      <a:pt x="939" y="332"/>
                    </a:lnTo>
                    <a:lnTo>
                      <a:pt x="940" y="336"/>
                    </a:lnTo>
                    <a:lnTo>
                      <a:pt x="942" y="339"/>
                    </a:lnTo>
                    <a:lnTo>
                      <a:pt x="943" y="343"/>
                    </a:lnTo>
                    <a:lnTo>
                      <a:pt x="944" y="343"/>
                    </a:lnTo>
                    <a:lnTo>
                      <a:pt x="946" y="348"/>
                    </a:lnTo>
                    <a:lnTo>
                      <a:pt x="947" y="347"/>
                    </a:lnTo>
                    <a:lnTo>
                      <a:pt x="948" y="347"/>
                    </a:lnTo>
                    <a:lnTo>
                      <a:pt x="950" y="346"/>
                    </a:lnTo>
                    <a:lnTo>
                      <a:pt x="951" y="345"/>
                    </a:lnTo>
                    <a:lnTo>
                      <a:pt x="952" y="344"/>
                    </a:lnTo>
                    <a:lnTo>
                      <a:pt x="954" y="340"/>
                    </a:lnTo>
                    <a:lnTo>
                      <a:pt x="955" y="345"/>
                    </a:lnTo>
                    <a:lnTo>
                      <a:pt x="956" y="346"/>
                    </a:lnTo>
                    <a:lnTo>
                      <a:pt x="958" y="345"/>
                    </a:lnTo>
                    <a:lnTo>
                      <a:pt x="959" y="344"/>
                    </a:lnTo>
                    <a:lnTo>
                      <a:pt x="961" y="345"/>
                    </a:lnTo>
                    <a:lnTo>
                      <a:pt x="962" y="349"/>
                    </a:lnTo>
                    <a:lnTo>
                      <a:pt x="963" y="353"/>
                    </a:lnTo>
                    <a:lnTo>
                      <a:pt x="965" y="355"/>
                    </a:lnTo>
                    <a:lnTo>
                      <a:pt x="966" y="357"/>
                    </a:lnTo>
                    <a:lnTo>
                      <a:pt x="967" y="357"/>
                    </a:lnTo>
                    <a:lnTo>
                      <a:pt x="969" y="352"/>
                    </a:lnTo>
                    <a:lnTo>
                      <a:pt x="970" y="352"/>
                    </a:lnTo>
                    <a:lnTo>
                      <a:pt x="971" y="352"/>
                    </a:lnTo>
                    <a:lnTo>
                      <a:pt x="973" y="352"/>
                    </a:lnTo>
                    <a:lnTo>
                      <a:pt x="974" y="347"/>
                    </a:lnTo>
                    <a:lnTo>
                      <a:pt x="975" y="346"/>
                    </a:lnTo>
                    <a:lnTo>
                      <a:pt x="977" y="345"/>
                    </a:lnTo>
                    <a:lnTo>
                      <a:pt x="978" y="352"/>
                    </a:lnTo>
                    <a:lnTo>
                      <a:pt x="979" y="350"/>
                    </a:lnTo>
                    <a:lnTo>
                      <a:pt x="981" y="349"/>
                    </a:lnTo>
                    <a:lnTo>
                      <a:pt x="982" y="344"/>
                    </a:lnTo>
                    <a:lnTo>
                      <a:pt x="983" y="347"/>
                    </a:lnTo>
                    <a:lnTo>
                      <a:pt x="985" y="348"/>
                    </a:lnTo>
                    <a:lnTo>
                      <a:pt x="986" y="348"/>
                    </a:lnTo>
                    <a:lnTo>
                      <a:pt x="987" y="353"/>
                    </a:lnTo>
                    <a:lnTo>
                      <a:pt x="989" y="355"/>
                    </a:lnTo>
                    <a:lnTo>
                      <a:pt x="990" y="362"/>
                    </a:lnTo>
                    <a:lnTo>
                      <a:pt x="991" y="362"/>
                    </a:lnTo>
                    <a:lnTo>
                      <a:pt x="993" y="364"/>
                    </a:lnTo>
                    <a:lnTo>
                      <a:pt x="994" y="363"/>
                    </a:lnTo>
                    <a:lnTo>
                      <a:pt x="995" y="365"/>
                    </a:lnTo>
                    <a:lnTo>
                      <a:pt x="997" y="362"/>
                    </a:lnTo>
                    <a:lnTo>
                      <a:pt x="998" y="362"/>
                    </a:lnTo>
                    <a:lnTo>
                      <a:pt x="999" y="358"/>
                    </a:lnTo>
                    <a:lnTo>
                      <a:pt x="1001" y="361"/>
                    </a:lnTo>
                    <a:lnTo>
                      <a:pt x="1002" y="360"/>
                    </a:lnTo>
                    <a:lnTo>
                      <a:pt x="1004" y="361"/>
                    </a:lnTo>
                    <a:lnTo>
                      <a:pt x="1005" y="363"/>
                    </a:lnTo>
                    <a:lnTo>
                      <a:pt x="1006" y="363"/>
                    </a:lnTo>
                    <a:lnTo>
                      <a:pt x="1008" y="363"/>
                    </a:lnTo>
                    <a:lnTo>
                      <a:pt x="1009" y="359"/>
                    </a:lnTo>
                    <a:lnTo>
                      <a:pt x="1010" y="359"/>
                    </a:lnTo>
                    <a:lnTo>
                      <a:pt x="1012" y="358"/>
                    </a:lnTo>
                    <a:lnTo>
                      <a:pt x="1013" y="355"/>
                    </a:lnTo>
                    <a:lnTo>
                      <a:pt x="1014" y="352"/>
                    </a:lnTo>
                    <a:lnTo>
                      <a:pt x="1016" y="351"/>
                    </a:lnTo>
                    <a:lnTo>
                      <a:pt x="1017" y="353"/>
                    </a:lnTo>
                    <a:lnTo>
                      <a:pt x="1018" y="351"/>
                    </a:lnTo>
                    <a:lnTo>
                      <a:pt x="1020" y="351"/>
                    </a:lnTo>
                    <a:lnTo>
                      <a:pt x="1021" y="349"/>
                    </a:lnTo>
                    <a:lnTo>
                      <a:pt x="1022" y="354"/>
                    </a:lnTo>
                    <a:lnTo>
                      <a:pt x="1024" y="355"/>
                    </a:lnTo>
                    <a:lnTo>
                      <a:pt x="1025" y="350"/>
                    </a:lnTo>
                    <a:lnTo>
                      <a:pt x="1026" y="349"/>
                    </a:lnTo>
                    <a:lnTo>
                      <a:pt x="1028" y="350"/>
                    </a:lnTo>
                    <a:lnTo>
                      <a:pt x="1029" y="349"/>
                    </a:lnTo>
                    <a:lnTo>
                      <a:pt x="1030" y="352"/>
                    </a:lnTo>
                    <a:lnTo>
                      <a:pt x="1032" y="350"/>
                    </a:lnTo>
                    <a:lnTo>
                      <a:pt x="1033" y="352"/>
                    </a:lnTo>
                    <a:lnTo>
                      <a:pt x="1034" y="357"/>
                    </a:lnTo>
                    <a:lnTo>
                      <a:pt x="1036" y="360"/>
                    </a:lnTo>
                    <a:lnTo>
                      <a:pt x="1037" y="357"/>
                    </a:lnTo>
                    <a:lnTo>
                      <a:pt x="1038" y="360"/>
                    </a:lnTo>
                    <a:lnTo>
                      <a:pt x="1040" y="359"/>
                    </a:lnTo>
                    <a:lnTo>
                      <a:pt x="1041" y="357"/>
                    </a:lnTo>
                    <a:lnTo>
                      <a:pt x="1042" y="359"/>
                    </a:lnTo>
                    <a:lnTo>
                      <a:pt x="1044" y="354"/>
                    </a:lnTo>
                    <a:lnTo>
                      <a:pt x="1045" y="360"/>
                    </a:lnTo>
                    <a:lnTo>
                      <a:pt x="1047" y="363"/>
                    </a:lnTo>
                    <a:lnTo>
                      <a:pt x="1048" y="360"/>
                    </a:lnTo>
                    <a:lnTo>
                      <a:pt x="1049" y="356"/>
                    </a:lnTo>
                    <a:lnTo>
                      <a:pt x="1051" y="355"/>
                    </a:lnTo>
                    <a:lnTo>
                      <a:pt x="1052" y="354"/>
                    </a:lnTo>
                    <a:lnTo>
                      <a:pt x="1053" y="354"/>
                    </a:lnTo>
                    <a:lnTo>
                      <a:pt x="1055" y="345"/>
                    </a:lnTo>
                    <a:lnTo>
                      <a:pt x="1056" y="344"/>
                    </a:lnTo>
                    <a:lnTo>
                      <a:pt x="1057" y="348"/>
                    </a:lnTo>
                    <a:lnTo>
                      <a:pt x="1059" y="350"/>
                    </a:lnTo>
                    <a:lnTo>
                      <a:pt x="1060" y="354"/>
                    </a:lnTo>
                    <a:lnTo>
                      <a:pt x="1061" y="358"/>
                    </a:lnTo>
                    <a:lnTo>
                      <a:pt x="1063" y="360"/>
                    </a:lnTo>
                    <a:lnTo>
                      <a:pt x="1064" y="360"/>
                    </a:lnTo>
                    <a:lnTo>
                      <a:pt x="1065" y="363"/>
                    </a:lnTo>
                    <a:lnTo>
                      <a:pt x="1067" y="362"/>
                    </a:lnTo>
                    <a:lnTo>
                      <a:pt x="1068" y="361"/>
                    </a:lnTo>
                    <a:lnTo>
                      <a:pt x="1069" y="363"/>
                    </a:lnTo>
                    <a:lnTo>
                      <a:pt x="1071" y="362"/>
                    </a:lnTo>
                    <a:lnTo>
                      <a:pt x="1072" y="366"/>
                    </a:lnTo>
                    <a:lnTo>
                      <a:pt x="1073" y="364"/>
                    </a:lnTo>
                    <a:lnTo>
                      <a:pt x="1075" y="367"/>
                    </a:lnTo>
                    <a:lnTo>
                      <a:pt x="1076" y="368"/>
                    </a:lnTo>
                    <a:lnTo>
                      <a:pt x="1077" y="373"/>
                    </a:lnTo>
                    <a:lnTo>
                      <a:pt x="1079" y="370"/>
                    </a:lnTo>
                    <a:lnTo>
                      <a:pt x="1080" y="367"/>
                    </a:lnTo>
                    <a:lnTo>
                      <a:pt x="1081" y="367"/>
                    </a:lnTo>
                    <a:lnTo>
                      <a:pt x="1083" y="368"/>
                    </a:lnTo>
                    <a:lnTo>
                      <a:pt x="1084" y="369"/>
                    </a:lnTo>
                    <a:lnTo>
                      <a:pt x="1086" y="369"/>
                    </a:lnTo>
                    <a:lnTo>
                      <a:pt x="1087" y="368"/>
                    </a:lnTo>
                    <a:lnTo>
                      <a:pt x="1088" y="364"/>
                    </a:lnTo>
                    <a:lnTo>
                      <a:pt x="1090" y="367"/>
                    </a:lnTo>
                    <a:lnTo>
                      <a:pt x="1091" y="369"/>
                    </a:lnTo>
                    <a:lnTo>
                      <a:pt x="1092" y="372"/>
                    </a:lnTo>
                    <a:lnTo>
                      <a:pt x="1094" y="369"/>
                    </a:lnTo>
                    <a:lnTo>
                      <a:pt x="1095" y="369"/>
                    </a:lnTo>
                    <a:lnTo>
                      <a:pt x="1096" y="371"/>
                    </a:lnTo>
                    <a:lnTo>
                      <a:pt x="1098" y="371"/>
                    </a:lnTo>
                    <a:lnTo>
                      <a:pt x="1099" y="371"/>
                    </a:lnTo>
                    <a:lnTo>
                      <a:pt x="1100" y="373"/>
                    </a:lnTo>
                    <a:lnTo>
                      <a:pt x="1102" y="371"/>
                    </a:lnTo>
                    <a:lnTo>
                      <a:pt x="1103" y="373"/>
                    </a:lnTo>
                    <a:lnTo>
                      <a:pt x="1104" y="374"/>
                    </a:lnTo>
                    <a:lnTo>
                      <a:pt x="1106" y="367"/>
                    </a:lnTo>
                    <a:lnTo>
                      <a:pt x="1107" y="368"/>
                    </a:lnTo>
                    <a:lnTo>
                      <a:pt x="1108" y="365"/>
                    </a:lnTo>
                    <a:lnTo>
                      <a:pt x="1110" y="360"/>
                    </a:lnTo>
                    <a:lnTo>
                      <a:pt x="1111" y="358"/>
                    </a:lnTo>
                    <a:lnTo>
                      <a:pt x="1112" y="354"/>
                    </a:lnTo>
                    <a:lnTo>
                      <a:pt x="1114" y="354"/>
                    </a:lnTo>
                    <a:lnTo>
                      <a:pt x="1115" y="357"/>
                    </a:lnTo>
                    <a:lnTo>
                      <a:pt x="1116" y="360"/>
                    </a:lnTo>
                    <a:lnTo>
                      <a:pt x="1118" y="360"/>
                    </a:lnTo>
                    <a:lnTo>
                      <a:pt x="1119" y="358"/>
                    </a:lnTo>
                    <a:lnTo>
                      <a:pt x="1120" y="363"/>
                    </a:lnTo>
                    <a:lnTo>
                      <a:pt x="1122" y="365"/>
                    </a:lnTo>
                    <a:lnTo>
                      <a:pt x="1123" y="364"/>
                    </a:lnTo>
                    <a:lnTo>
                      <a:pt x="1124" y="365"/>
                    </a:lnTo>
                    <a:lnTo>
                      <a:pt x="1126" y="360"/>
                    </a:lnTo>
                    <a:lnTo>
                      <a:pt x="1127" y="361"/>
                    </a:lnTo>
                    <a:lnTo>
                      <a:pt x="1129" y="366"/>
                    </a:lnTo>
                    <a:lnTo>
                      <a:pt x="1130" y="365"/>
                    </a:lnTo>
                    <a:lnTo>
                      <a:pt x="1131" y="363"/>
                    </a:lnTo>
                    <a:lnTo>
                      <a:pt x="1133" y="365"/>
                    </a:lnTo>
                    <a:lnTo>
                      <a:pt x="1134" y="365"/>
                    </a:lnTo>
                    <a:lnTo>
                      <a:pt x="1135" y="362"/>
                    </a:lnTo>
                    <a:lnTo>
                      <a:pt x="1137" y="366"/>
                    </a:lnTo>
                    <a:lnTo>
                      <a:pt x="1138" y="364"/>
                    </a:lnTo>
                    <a:lnTo>
                      <a:pt x="1139" y="365"/>
                    </a:lnTo>
                    <a:lnTo>
                      <a:pt x="1141" y="364"/>
                    </a:lnTo>
                    <a:lnTo>
                      <a:pt x="1142" y="365"/>
                    </a:lnTo>
                    <a:lnTo>
                      <a:pt x="1143" y="369"/>
                    </a:lnTo>
                    <a:lnTo>
                      <a:pt x="1145" y="373"/>
                    </a:lnTo>
                    <a:lnTo>
                      <a:pt x="1146" y="373"/>
                    </a:lnTo>
                    <a:lnTo>
                      <a:pt x="1147" y="377"/>
                    </a:lnTo>
                    <a:lnTo>
                      <a:pt x="1149" y="384"/>
                    </a:lnTo>
                    <a:lnTo>
                      <a:pt x="1150" y="382"/>
                    </a:lnTo>
                    <a:lnTo>
                      <a:pt x="1151" y="382"/>
                    </a:lnTo>
                    <a:lnTo>
                      <a:pt x="1153" y="383"/>
                    </a:lnTo>
                    <a:lnTo>
                      <a:pt x="1154" y="379"/>
                    </a:lnTo>
                    <a:lnTo>
                      <a:pt x="1155" y="378"/>
                    </a:lnTo>
                    <a:lnTo>
                      <a:pt x="1157" y="379"/>
                    </a:lnTo>
                    <a:lnTo>
                      <a:pt x="1158" y="372"/>
                    </a:lnTo>
                    <a:lnTo>
                      <a:pt x="1159" y="370"/>
                    </a:lnTo>
                    <a:lnTo>
                      <a:pt x="1161" y="369"/>
                    </a:lnTo>
                    <a:lnTo>
                      <a:pt x="1162" y="367"/>
                    </a:lnTo>
                    <a:lnTo>
                      <a:pt x="1163" y="366"/>
                    </a:lnTo>
                    <a:lnTo>
                      <a:pt x="1165" y="365"/>
                    </a:lnTo>
                    <a:lnTo>
                      <a:pt x="1166" y="364"/>
                    </a:lnTo>
                    <a:lnTo>
                      <a:pt x="1167" y="367"/>
                    </a:lnTo>
                    <a:lnTo>
                      <a:pt x="1169" y="366"/>
                    </a:lnTo>
                    <a:lnTo>
                      <a:pt x="1170" y="369"/>
                    </a:lnTo>
                    <a:lnTo>
                      <a:pt x="1172" y="374"/>
                    </a:lnTo>
                    <a:lnTo>
                      <a:pt x="1173" y="377"/>
                    </a:lnTo>
                    <a:lnTo>
                      <a:pt x="1174" y="380"/>
                    </a:lnTo>
                    <a:lnTo>
                      <a:pt x="1176" y="386"/>
                    </a:lnTo>
                    <a:lnTo>
                      <a:pt x="1177" y="386"/>
                    </a:lnTo>
                    <a:lnTo>
                      <a:pt x="1178" y="386"/>
                    </a:lnTo>
                    <a:lnTo>
                      <a:pt x="1180" y="388"/>
                    </a:lnTo>
                    <a:lnTo>
                      <a:pt x="1181" y="388"/>
                    </a:lnTo>
                    <a:lnTo>
                      <a:pt x="1182" y="384"/>
                    </a:lnTo>
                    <a:lnTo>
                      <a:pt x="1184" y="383"/>
                    </a:lnTo>
                    <a:lnTo>
                      <a:pt x="1185" y="382"/>
                    </a:lnTo>
                    <a:lnTo>
                      <a:pt x="1186" y="383"/>
                    </a:lnTo>
                    <a:lnTo>
                      <a:pt x="1188" y="383"/>
                    </a:lnTo>
                    <a:lnTo>
                      <a:pt x="1189" y="381"/>
                    </a:lnTo>
                    <a:lnTo>
                      <a:pt x="1190" y="385"/>
                    </a:lnTo>
                    <a:lnTo>
                      <a:pt x="1192" y="387"/>
                    </a:lnTo>
                    <a:lnTo>
                      <a:pt x="1193" y="385"/>
                    </a:lnTo>
                    <a:lnTo>
                      <a:pt x="1194" y="387"/>
                    </a:lnTo>
                    <a:lnTo>
                      <a:pt x="1196" y="386"/>
                    </a:lnTo>
                    <a:lnTo>
                      <a:pt x="1197" y="386"/>
                    </a:lnTo>
                    <a:lnTo>
                      <a:pt x="1198" y="391"/>
                    </a:lnTo>
                    <a:lnTo>
                      <a:pt x="1200" y="390"/>
                    </a:lnTo>
                    <a:lnTo>
                      <a:pt x="1201" y="394"/>
                    </a:lnTo>
                    <a:lnTo>
                      <a:pt x="1202" y="396"/>
                    </a:lnTo>
                    <a:lnTo>
                      <a:pt x="1204" y="396"/>
                    </a:lnTo>
                    <a:lnTo>
                      <a:pt x="1205" y="392"/>
                    </a:lnTo>
                    <a:lnTo>
                      <a:pt x="1206" y="392"/>
                    </a:lnTo>
                    <a:lnTo>
                      <a:pt x="1208" y="394"/>
                    </a:lnTo>
                    <a:lnTo>
                      <a:pt x="1209" y="392"/>
                    </a:lnTo>
                    <a:lnTo>
                      <a:pt x="1210" y="389"/>
                    </a:lnTo>
                    <a:lnTo>
                      <a:pt x="1212" y="388"/>
                    </a:lnTo>
                    <a:lnTo>
                      <a:pt x="1213" y="385"/>
                    </a:lnTo>
                    <a:lnTo>
                      <a:pt x="1215" y="388"/>
                    </a:lnTo>
                    <a:lnTo>
                      <a:pt x="1216" y="388"/>
                    </a:lnTo>
                    <a:lnTo>
                      <a:pt x="1217" y="390"/>
                    </a:lnTo>
                    <a:lnTo>
                      <a:pt x="1219" y="394"/>
                    </a:lnTo>
                    <a:lnTo>
                      <a:pt x="1220" y="394"/>
                    </a:lnTo>
                    <a:lnTo>
                      <a:pt x="1221" y="401"/>
                    </a:lnTo>
                    <a:lnTo>
                      <a:pt x="1223" y="404"/>
                    </a:lnTo>
                    <a:lnTo>
                      <a:pt x="1224" y="407"/>
                    </a:lnTo>
                    <a:lnTo>
                      <a:pt x="1225" y="412"/>
                    </a:lnTo>
                    <a:lnTo>
                      <a:pt x="1227" y="406"/>
                    </a:lnTo>
                    <a:lnTo>
                      <a:pt x="1228" y="409"/>
                    </a:lnTo>
                    <a:lnTo>
                      <a:pt x="1229" y="409"/>
                    </a:lnTo>
                    <a:lnTo>
                      <a:pt x="1231" y="408"/>
                    </a:lnTo>
                    <a:lnTo>
                      <a:pt x="1232" y="404"/>
                    </a:lnTo>
                    <a:lnTo>
                      <a:pt x="1233" y="404"/>
                    </a:lnTo>
                    <a:lnTo>
                      <a:pt x="1235" y="400"/>
                    </a:lnTo>
                    <a:lnTo>
                      <a:pt x="1236" y="398"/>
                    </a:lnTo>
                    <a:lnTo>
                      <a:pt x="1237" y="397"/>
                    </a:lnTo>
                    <a:lnTo>
                      <a:pt x="1239" y="394"/>
                    </a:lnTo>
                    <a:lnTo>
                      <a:pt x="1240" y="391"/>
                    </a:lnTo>
                    <a:lnTo>
                      <a:pt x="1241" y="394"/>
                    </a:lnTo>
                    <a:lnTo>
                      <a:pt x="1243" y="389"/>
                    </a:lnTo>
                    <a:lnTo>
                      <a:pt x="1244" y="392"/>
                    </a:lnTo>
                    <a:lnTo>
                      <a:pt x="1245" y="387"/>
                    </a:lnTo>
                    <a:lnTo>
                      <a:pt x="1247" y="388"/>
                    </a:lnTo>
                    <a:lnTo>
                      <a:pt x="1248" y="388"/>
                    </a:lnTo>
                    <a:lnTo>
                      <a:pt x="1249" y="388"/>
                    </a:lnTo>
                    <a:lnTo>
                      <a:pt x="1251" y="388"/>
                    </a:lnTo>
                    <a:lnTo>
                      <a:pt x="1252" y="383"/>
                    </a:lnTo>
                    <a:lnTo>
                      <a:pt x="1254" y="389"/>
                    </a:lnTo>
                    <a:lnTo>
                      <a:pt x="1255" y="388"/>
                    </a:lnTo>
                    <a:lnTo>
                      <a:pt x="1256" y="387"/>
                    </a:lnTo>
                    <a:lnTo>
                      <a:pt x="1258" y="383"/>
                    </a:lnTo>
                    <a:lnTo>
                      <a:pt x="1259" y="384"/>
                    </a:lnTo>
                    <a:lnTo>
                      <a:pt x="1260" y="388"/>
                    </a:lnTo>
                    <a:lnTo>
                      <a:pt x="1262" y="390"/>
                    </a:lnTo>
                    <a:lnTo>
                      <a:pt x="1263" y="390"/>
                    </a:lnTo>
                    <a:lnTo>
                      <a:pt x="1264" y="392"/>
                    </a:lnTo>
                    <a:lnTo>
                      <a:pt x="1266" y="396"/>
                    </a:lnTo>
                    <a:lnTo>
                      <a:pt x="1267" y="402"/>
                    </a:lnTo>
                    <a:lnTo>
                      <a:pt x="1268" y="405"/>
                    </a:lnTo>
                    <a:lnTo>
                      <a:pt x="1270" y="408"/>
                    </a:lnTo>
                    <a:lnTo>
                      <a:pt x="1271" y="406"/>
                    </a:lnTo>
                    <a:lnTo>
                      <a:pt x="1272" y="406"/>
                    </a:lnTo>
                    <a:lnTo>
                      <a:pt x="1274" y="403"/>
                    </a:lnTo>
                    <a:lnTo>
                      <a:pt x="1275" y="406"/>
                    </a:lnTo>
                    <a:lnTo>
                      <a:pt x="1276" y="407"/>
                    </a:lnTo>
                    <a:lnTo>
                      <a:pt x="1278" y="405"/>
                    </a:lnTo>
                    <a:lnTo>
                      <a:pt x="1279" y="406"/>
                    </a:lnTo>
                    <a:lnTo>
                      <a:pt x="1280" y="411"/>
                    </a:lnTo>
                    <a:lnTo>
                      <a:pt x="1282" y="415"/>
                    </a:lnTo>
                    <a:lnTo>
                      <a:pt x="1283" y="416"/>
                    </a:lnTo>
                    <a:lnTo>
                      <a:pt x="1284" y="418"/>
                    </a:lnTo>
                    <a:lnTo>
                      <a:pt x="1286" y="421"/>
                    </a:lnTo>
                    <a:lnTo>
                      <a:pt x="1287" y="420"/>
                    </a:lnTo>
                    <a:lnTo>
                      <a:pt x="1288" y="418"/>
                    </a:lnTo>
                    <a:lnTo>
                      <a:pt x="1290" y="420"/>
                    </a:lnTo>
                    <a:lnTo>
                      <a:pt x="1291" y="420"/>
                    </a:lnTo>
                    <a:lnTo>
                      <a:pt x="1292" y="417"/>
                    </a:lnTo>
                    <a:lnTo>
                      <a:pt x="1294" y="413"/>
                    </a:lnTo>
                    <a:lnTo>
                      <a:pt x="1295" y="413"/>
                    </a:lnTo>
                    <a:lnTo>
                      <a:pt x="1297" y="413"/>
                    </a:lnTo>
                    <a:lnTo>
                      <a:pt x="1298" y="411"/>
                    </a:lnTo>
                    <a:lnTo>
                      <a:pt x="1299" y="413"/>
                    </a:lnTo>
                    <a:lnTo>
                      <a:pt x="1301" y="407"/>
                    </a:lnTo>
                    <a:lnTo>
                      <a:pt x="1302" y="407"/>
                    </a:lnTo>
                    <a:lnTo>
                      <a:pt x="1303" y="408"/>
                    </a:lnTo>
                    <a:lnTo>
                      <a:pt x="1305" y="405"/>
                    </a:lnTo>
                    <a:lnTo>
                      <a:pt x="1306" y="401"/>
                    </a:lnTo>
                    <a:lnTo>
                      <a:pt x="1307" y="404"/>
                    </a:lnTo>
                    <a:lnTo>
                      <a:pt x="1309" y="399"/>
                    </a:lnTo>
                    <a:lnTo>
                      <a:pt x="1310" y="400"/>
                    </a:lnTo>
                    <a:lnTo>
                      <a:pt x="1311" y="400"/>
                    </a:lnTo>
                    <a:lnTo>
                      <a:pt x="1313" y="405"/>
                    </a:lnTo>
                    <a:lnTo>
                      <a:pt x="1314" y="404"/>
                    </a:lnTo>
                    <a:lnTo>
                      <a:pt x="1315" y="402"/>
                    </a:lnTo>
                    <a:lnTo>
                      <a:pt x="1317" y="404"/>
                    </a:lnTo>
                    <a:lnTo>
                      <a:pt x="1318" y="409"/>
                    </a:lnTo>
                    <a:lnTo>
                      <a:pt x="1319" y="405"/>
                    </a:lnTo>
                    <a:lnTo>
                      <a:pt x="1321" y="406"/>
                    </a:lnTo>
                    <a:lnTo>
                      <a:pt x="1322" y="402"/>
                    </a:lnTo>
                    <a:lnTo>
                      <a:pt x="1323" y="402"/>
                    </a:lnTo>
                    <a:lnTo>
                      <a:pt x="1325" y="408"/>
                    </a:lnTo>
                    <a:lnTo>
                      <a:pt x="1326" y="407"/>
                    </a:lnTo>
                    <a:lnTo>
                      <a:pt x="1327" y="411"/>
                    </a:lnTo>
                    <a:lnTo>
                      <a:pt x="1329" y="408"/>
                    </a:lnTo>
                    <a:lnTo>
                      <a:pt x="1330" y="411"/>
                    </a:lnTo>
                    <a:lnTo>
                      <a:pt x="1331" y="413"/>
                    </a:lnTo>
                    <a:lnTo>
                      <a:pt x="1333" y="413"/>
                    </a:lnTo>
                    <a:lnTo>
                      <a:pt x="1334" y="415"/>
                    </a:lnTo>
                    <a:lnTo>
                      <a:pt x="1335" y="414"/>
                    </a:lnTo>
                    <a:lnTo>
                      <a:pt x="1337" y="411"/>
                    </a:lnTo>
                    <a:lnTo>
                      <a:pt x="1338" y="413"/>
                    </a:lnTo>
                    <a:lnTo>
                      <a:pt x="1340" y="413"/>
                    </a:lnTo>
                    <a:lnTo>
                      <a:pt x="1341" y="412"/>
                    </a:lnTo>
                    <a:lnTo>
                      <a:pt x="1342" y="409"/>
                    </a:lnTo>
                    <a:lnTo>
                      <a:pt x="1344" y="410"/>
                    </a:lnTo>
                    <a:lnTo>
                      <a:pt x="1345" y="405"/>
                    </a:lnTo>
                    <a:lnTo>
                      <a:pt x="1346" y="407"/>
                    </a:lnTo>
                    <a:lnTo>
                      <a:pt x="1348" y="405"/>
                    </a:lnTo>
                    <a:lnTo>
                      <a:pt x="1349" y="404"/>
                    </a:lnTo>
                    <a:lnTo>
                      <a:pt x="1350" y="403"/>
                    </a:lnTo>
                    <a:lnTo>
                      <a:pt x="1352" y="399"/>
                    </a:lnTo>
                    <a:lnTo>
                      <a:pt x="1353" y="400"/>
                    </a:lnTo>
                    <a:lnTo>
                      <a:pt x="1354" y="397"/>
                    </a:lnTo>
                    <a:lnTo>
                      <a:pt x="1356" y="396"/>
                    </a:lnTo>
                    <a:lnTo>
                      <a:pt x="1357" y="394"/>
                    </a:lnTo>
                    <a:lnTo>
                      <a:pt x="1358" y="393"/>
                    </a:lnTo>
                    <a:lnTo>
                      <a:pt x="1360" y="392"/>
                    </a:lnTo>
                    <a:lnTo>
                      <a:pt x="1361" y="396"/>
                    </a:lnTo>
                    <a:lnTo>
                      <a:pt x="1362" y="399"/>
                    </a:lnTo>
                    <a:lnTo>
                      <a:pt x="1364" y="399"/>
                    </a:lnTo>
                    <a:lnTo>
                      <a:pt x="1365" y="402"/>
                    </a:lnTo>
                    <a:lnTo>
                      <a:pt x="1366" y="404"/>
                    </a:lnTo>
                    <a:lnTo>
                      <a:pt x="1368" y="406"/>
                    </a:lnTo>
                    <a:lnTo>
                      <a:pt x="1369" y="408"/>
                    </a:lnTo>
                    <a:lnTo>
                      <a:pt x="1370" y="411"/>
                    </a:lnTo>
                    <a:lnTo>
                      <a:pt x="1372" y="413"/>
                    </a:lnTo>
                    <a:lnTo>
                      <a:pt x="1373" y="410"/>
                    </a:lnTo>
                    <a:lnTo>
                      <a:pt x="1374" y="409"/>
                    </a:lnTo>
                    <a:lnTo>
                      <a:pt x="1376" y="406"/>
                    </a:lnTo>
                    <a:lnTo>
                      <a:pt x="1377" y="402"/>
                    </a:lnTo>
                    <a:lnTo>
                      <a:pt x="1378" y="397"/>
                    </a:lnTo>
                    <a:lnTo>
                      <a:pt x="1380" y="396"/>
                    </a:lnTo>
                    <a:lnTo>
                      <a:pt x="1381" y="394"/>
                    </a:lnTo>
                    <a:lnTo>
                      <a:pt x="1383" y="395"/>
                    </a:lnTo>
                    <a:lnTo>
                      <a:pt x="1384" y="395"/>
                    </a:lnTo>
                    <a:lnTo>
                      <a:pt x="1385" y="399"/>
                    </a:lnTo>
                    <a:lnTo>
                      <a:pt x="1387" y="402"/>
                    </a:lnTo>
                    <a:lnTo>
                      <a:pt x="1388" y="408"/>
                    </a:lnTo>
                    <a:lnTo>
                      <a:pt x="1389" y="409"/>
                    </a:lnTo>
                    <a:lnTo>
                      <a:pt x="1391" y="411"/>
                    </a:lnTo>
                    <a:lnTo>
                      <a:pt x="1392" y="410"/>
                    </a:lnTo>
                    <a:lnTo>
                      <a:pt x="1393" y="409"/>
                    </a:lnTo>
                    <a:lnTo>
                      <a:pt x="1395" y="409"/>
                    </a:lnTo>
                    <a:lnTo>
                      <a:pt x="1396" y="412"/>
                    </a:lnTo>
                    <a:lnTo>
                      <a:pt x="1397" y="406"/>
                    </a:lnTo>
                    <a:lnTo>
                      <a:pt x="1399" y="401"/>
                    </a:lnTo>
                    <a:lnTo>
                      <a:pt x="1400" y="400"/>
                    </a:lnTo>
                    <a:lnTo>
                      <a:pt x="1401" y="405"/>
                    </a:lnTo>
                    <a:lnTo>
                      <a:pt x="1403" y="404"/>
                    </a:lnTo>
                    <a:lnTo>
                      <a:pt x="1404" y="403"/>
                    </a:lnTo>
                    <a:lnTo>
                      <a:pt x="1405" y="401"/>
                    </a:lnTo>
                    <a:lnTo>
                      <a:pt x="1407" y="403"/>
                    </a:lnTo>
                    <a:lnTo>
                      <a:pt x="1408" y="398"/>
                    </a:lnTo>
                    <a:lnTo>
                      <a:pt x="1409" y="403"/>
                    </a:lnTo>
                    <a:lnTo>
                      <a:pt x="1411" y="402"/>
                    </a:lnTo>
                    <a:lnTo>
                      <a:pt x="1412" y="404"/>
                    </a:lnTo>
                    <a:lnTo>
                      <a:pt x="1413" y="405"/>
                    </a:lnTo>
                    <a:lnTo>
                      <a:pt x="1415" y="409"/>
                    </a:lnTo>
                    <a:lnTo>
                      <a:pt x="1416" y="413"/>
                    </a:lnTo>
                    <a:lnTo>
                      <a:pt x="1417" y="416"/>
                    </a:lnTo>
                    <a:lnTo>
                      <a:pt x="1419" y="416"/>
                    </a:lnTo>
                    <a:lnTo>
                      <a:pt x="1420" y="414"/>
                    </a:lnTo>
                    <a:lnTo>
                      <a:pt x="1422" y="416"/>
                    </a:lnTo>
                    <a:lnTo>
                      <a:pt x="1423" y="415"/>
                    </a:lnTo>
                    <a:lnTo>
                      <a:pt x="1424" y="418"/>
                    </a:lnTo>
                  </a:path>
                </a:pathLst>
              </a:custGeom>
              <a:noFill/>
              <a:ln cap="flat" cmpd="sng" w="254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5"/>
              <p:cNvSpPr/>
              <p:nvPr/>
            </p:nvSpPr>
            <p:spPr>
              <a:xfrm flipH="1" rot="10800000">
                <a:off x="6726238" y="4318001"/>
                <a:ext cx="3762375" cy="1247775"/>
              </a:xfrm>
              <a:custGeom>
                <a:rect b="b" l="l" r="r" t="t"/>
                <a:pathLst>
                  <a:path extrusionOk="0" h="566" w="1424">
                    <a:moveTo>
                      <a:pt x="0" y="355"/>
                    </a:moveTo>
                    <a:lnTo>
                      <a:pt x="1" y="389"/>
                    </a:lnTo>
                    <a:lnTo>
                      <a:pt x="2" y="391"/>
                    </a:lnTo>
                    <a:lnTo>
                      <a:pt x="4" y="392"/>
                    </a:lnTo>
                    <a:lnTo>
                      <a:pt x="5" y="388"/>
                    </a:lnTo>
                    <a:lnTo>
                      <a:pt x="6" y="390"/>
                    </a:lnTo>
                    <a:lnTo>
                      <a:pt x="8" y="387"/>
                    </a:lnTo>
                    <a:lnTo>
                      <a:pt x="9" y="385"/>
                    </a:lnTo>
                    <a:lnTo>
                      <a:pt x="10" y="384"/>
                    </a:lnTo>
                    <a:lnTo>
                      <a:pt x="12" y="379"/>
                    </a:lnTo>
                    <a:lnTo>
                      <a:pt x="13" y="379"/>
                    </a:lnTo>
                    <a:lnTo>
                      <a:pt x="14" y="380"/>
                    </a:lnTo>
                    <a:lnTo>
                      <a:pt x="16" y="379"/>
                    </a:lnTo>
                    <a:lnTo>
                      <a:pt x="17" y="384"/>
                    </a:lnTo>
                    <a:lnTo>
                      <a:pt x="18" y="386"/>
                    </a:lnTo>
                    <a:lnTo>
                      <a:pt x="20" y="387"/>
                    </a:lnTo>
                    <a:lnTo>
                      <a:pt x="21" y="387"/>
                    </a:lnTo>
                    <a:lnTo>
                      <a:pt x="22" y="388"/>
                    </a:lnTo>
                    <a:lnTo>
                      <a:pt x="24" y="386"/>
                    </a:lnTo>
                    <a:lnTo>
                      <a:pt x="25" y="384"/>
                    </a:lnTo>
                    <a:lnTo>
                      <a:pt x="26" y="385"/>
                    </a:lnTo>
                    <a:lnTo>
                      <a:pt x="28" y="384"/>
                    </a:lnTo>
                    <a:lnTo>
                      <a:pt x="29" y="391"/>
                    </a:lnTo>
                    <a:lnTo>
                      <a:pt x="30" y="390"/>
                    </a:lnTo>
                    <a:lnTo>
                      <a:pt x="32" y="393"/>
                    </a:lnTo>
                    <a:lnTo>
                      <a:pt x="33" y="391"/>
                    </a:lnTo>
                    <a:lnTo>
                      <a:pt x="34" y="388"/>
                    </a:lnTo>
                    <a:lnTo>
                      <a:pt x="36" y="387"/>
                    </a:lnTo>
                    <a:lnTo>
                      <a:pt x="37" y="386"/>
                    </a:lnTo>
                    <a:lnTo>
                      <a:pt x="39" y="382"/>
                    </a:lnTo>
                    <a:lnTo>
                      <a:pt x="40" y="376"/>
                    </a:lnTo>
                    <a:lnTo>
                      <a:pt x="41" y="375"/>
                    </a:lnTo>
                    <a:lnTo>
                      <a:pt x="43" y="374"/>
                    </a:lnTo>
                    <a:lnTo>
                      <a:pt x="44" y="378"/>
                    </a:lnTo>
                    <a:lnTo>
                      <a:pt x="45" y="373"/>
                    </a:lnTo>
                    <a:lnTo>
                      <a:pt x="47" y="375"/>
                    </a:lnTo>
                    <a:lnTo>
                      <a:pt x="48" y="379"/>
                    </a:lnTo>
                    <a:lnTo>
                      <a:pt x="49" y="384"/>
                    </a:lnTo>
                    <a:lnTo>
                      <a:pt x="51" y="389"/>
                    </a:lnTo>
                    <a:lnTo>
                      <a:pt x="52" y="391"/>
                    </a:lnTo>
                    <a:lnTo>
                      <a:pt x="53" y="393"/>
                    </a:lnTo>
                    <a:lnTo>
                      <a:pt x="55" y="400"/>
                    </a:lnTo>
                    <a:lnTo>
                      <a:pt x="56" y="404"/>
                    </a:lnTo>
                    <a:lnTo>
                      <a:pt x="57" y="402"/>
                    </a:lnTo>
                    <a:lnTo>
                      <a:pt x="59" y="398"/>
                    </a:lnTo>
                    <a:lnTo>
                      <a:pt x="60" y="399"/>
                    </a:lnTo>
                    <a:lnTo>
                      <a:pt x="61" y="397"/>
                    </a:lnTo>
                    <a:lnTo>
                      <a:pt x="63" y="397"/>
                    </a:lnTo>
                    <a:lnTo>
                      <a:pt x="64" y="390"/>
                    </a:lnTo>
                    <a:lnTo>
                      <a:pt x="65" y="390"/>
                    </a:lnTo>
                    <a:lnTo>
                      <a:pt x="67" y="385"/>
                    </a:lnTo>
                    <a:lnTo>
                      <a:pt x="68" y="383"/>
                    </a:lnTo>
                    <a:lnTo>
                      <a:pt x="69" y="384"/>
                    </a:lnTo>
                    <a:lnTo>
                      <a:pt x="71" y="383"/>
                    </a:lnTo>
                    <a:lnTo>
                      <a:pt x="72" y="381"/>
                    </a:lnTo>
                    <a:lnTo>
                      <a:pt x="73" y="380"/>
                    </a:lnTo>
                    <a:lnTo>
                      <a:pt x="75" y="382"/>
                    </a:lnTo>
                    <a:lnTo>
                      <a:pt x="76" y="386"/>
                    </a:lnTo>
                    <a:lnTo>
                      <a:pt x="78" y="386"/>
                    </a:lnTo>
                    <a:lnTo>
                      <a:pt x="79" y="376"/>
                    </a:lnTo>
                    <a:lnTo>
                      <a:pt x="80" y="376"/>
                    </a:lnTo>
                    <a:lnTo>
                      <a:pt x="82" y="370"/>
                    </a:lnTo>
                    <a:lnTo>
                      <a:pt x="83" y="367"/>
                    </a:lnTo>
                    <a:lnTo>
                      <a:pt x="84" y="362"/>
                    </a:lnTo>
                    <a:lnTo>
                      <a:pt x="86" y="368"/>
                    </a:lnTo>
                    <a:lnTo>
                      <a:pt x="87" y="371"/>
                    </a:lnTo>
                    <a:lnTo>
                      <a:pt x="88" y="379"/>
                    </a:lnTo>
                    <a:lnTo>
                      <a:pt x="90" y="381"/>
                    </a:lnTo>
                    <a:lnTo>
                      <a:pt x="91" y="385"/>
                    </a:lnTo>
                    <a:lnTo>
                      <a:pt x="92" y="388"/>
                    </a:lnTo>
                    <a:lnTo>
                      <a:pt x="94" y="388"/>
                    </a:lnTo>
                    <a:lnTo>
                      <a:pt x="95" y="385"/>
                    </a:lnTo>
                    <a:lnTo>
                      <a:pt x="96" y="386"/>
                    </a:lnTo>
                    <a:lnTo>
                      <a:pt x="98" y="383"/>
                    </a:lnTo>
                    <a:lnTo>
                      <a:pt x="99" y="379"/>
                    </a:lnTo>
                    <a:lnTo>
                      <a:pt x="100" y="381"/>
                    </a:lnTo>
                    <a:lnTo>
                      <a:pt x="102" y="376"/>
                    </a:lnTo>
                    <a:lnTo>
                      <a:pt x="103" y="374"/>
                    </a:lnTo>
                    <a:lnTo>
                      <a:pt x="104" y="377"/>
                    </a:lnTo>
                    <a:lnTo>
                      <a:pt x="106" y="373"/>
                    </a:lnTo>
                    <a:lnTo>
                      <a:pt x="107" y="374"/>
                    </a:lnTo>
                    <a:lnTo>
                      <a:pt x="108" y="376"/>
                    </a:lnTo>
                    <a:lnTo>
                      <a:pt x="110" y="381"/>
                    </a:lnTo>
                    <a:lnTo>
                      <a:pt x="111" y="368"/>
                    </a:lnTo>
                    <a:lnTo>
                      <a:pt x="112" y="362"/>
                    </a:lnTo>
                    <a:lnTo>
                      <a:pt x="114" y="385"/>
                    </a:lnTo>
                    <a:lnTo>
                      <a:pt x="115" y="369"/>
                    </a:lnTo>
                    <a:lnTo>
                      <a:pt x="116" y="0"/>
                    </a:lnTo>
                    <a:lnTo>
                      <a:pt x="118" y="349"/>
                    </a:lnTo>
                    <a:lnTo>
                      <a:pt x="119" y="372"/>
                    </a:lnTo>
                    <a:lnTo>
                      <a:pt x="121" y="388"/>
                    </a:lnTo>
                    <a:lnTo>
                      <a:pt x="122" y="394"/>
                    </a:lnTo>
                    <a:lnTo>
                      <a:pt x="123" y="398"/>
                    </a:lnTo>
                    <a:lnTo>
                      <a:pt x="125" y="401"/>
                    </a:lnTo>
                    <a:lnTo>
                      <a:pt x="126" y="403"/>
                    </a:lnTo>
                    <a:lnTo>
                      <a:pt x="127" y="402"/>
                    </a:lnTo>
                    <a:lnTo>
                      <a:pt x="129" y="401"/>
                    </a:lnTo>
                    <a:lnTo>
                      <a:pt x="130" y="402"/>
                    </a:lnTo>
                    <a:lnTo>
                      <a:pt x="131" y="397"/>
                    </a:lnTo>
                    <a:lnTo>
                      <a:pt x="133" y="400"/>
                    </a:lnTo>
                    <a:lnTo>
                      <a:pt x="134" y="400"/>
                    </a:lnTo>
                    <a:lnTo>
                      <a:pt x="135" y="402"/>
                    </a:lnTo>
                    <a:lnTo>
                      <a:pt x="137" y="410"/>
                    </a:lnTo>
                    <a:lnTo>
                      <a:pt x="138" y="408"/>
                    </a:lnTo>
                    <a:lnTo>
                      <a:pt x="139" y="409"/>
                    </a:lnTo>
                    <a:lnTo>
                      <a:pt x="141" y="408"/>
                    </a:lnTo>
                    <a:lnTo>
                      <a:pt x="142" y="401"/>
                    </a:lnTo>
                    <a:lnTo>
                      <a:pt x="143" y="405"/>
                    </a:lnTo>
                    <a:lnTo>
                      <a:pt x="145" y="397"/>
                    </a:lnTo>
                    <a:lnTo>
                      <a:pt x="146" y="391"/>
                    </a:lnTo>
                    <a:lnTo>
                      <a:pt x="147" y="387"/>
                    </a:lnTo>
                    <a:lnTo>
                      <a:pt x="149" y="385"/>
                    </a:lnTo>
                    <a:lnTo>
                      <a:pt x="150" y="389"/>
                    </a:lnTo>
                    <a:lnTo>
                      <a:pt x="151" y="385"/>
                    </a:lnTo>
                    <a:lnTo>
                      <a:pt x="153" y="385"/>
                    </a:lnTo>
                    <a:lnTo>
                      <a:pt x="154" y="381"/>
                    </a:lnTo>
                    <a:lnTo>
                      <a:pt x="155" y="380"/>
                    </a:lnTo>
                    <a:lnTo>
                      <a:pt x="157" y="376"/>
                    </a:lnTo>
                    <a:lnTo>
                      <a:pt x="158" y="378"/>
                    </a:lnTo>
                    <a:lnTo>
                      <a:pt x="159" y="374"/>
                    </a:lnTo>
                    <a:lnTo>
                      <a:pt x="161" y="367"/>
                    </a:lnTo>
                    <a:lnTo>
                      <a:pt x="162" y="364"/>
                    </a:lnTo>
                    <a:lnTo>
                      <a:pt x="164" y="366"/>
                    </a:lnTo>
                    <a:lnTo>
                      <a:pt x="165" y="368"/>
                    </a:lnTo>
                    <a:lnTo>
                      <a:pt x="166" y="372"/>
                    </a:lnTo>
                    <a:lnTo>
                      <a:pt x="168" y="372"/>
                    </a:lnTo>
                    <a:lnTo>
                      <a:pt x="169" y="377"/>
                    </a:lnTo>
                    <a:lnTo>
                      <a:pt x="170" y="380"/>
                    </a:lnTo>
                    <a:lnTo>
                      <a:pt x="172" y="374"/>
                    </a:lnTo>
                    <a:lnTo>
                      <a:pt x="173" y="376"/>
                    </a:lnTo>
                    <a:lnTo>
                      <a:pt x="174" y="376"/>
                    </a:lnTo>
                    <a:lnTo>
                      <a:pt x="176" y="374"/>
                    </a:lnTo>
                    <a:lnTo>
                      <a:pt x="177" y="374"/>
                    </a:lnTo>
                    <a:lnTo>
                      <a:pt x="178" y="368"/>
                    </a:lnTo>
                    <a:lnTo>
                      <a:pt x="180" y="366"/>
                    </a:lnTo>
                    <a:lnTo>
                      <a:pt x="181" y="371"/>
                    </a:lnTo>
                    <a:lnTo>
                      <a:pt x="182" y="371"/>
                    </a:lnTo>
                    <a:lnTo>
                      <a:pt x="184" y="374"/>
                    </a:lnTo>
                    <a:lnTo>
                      <a:pt x="185" y="371"/>
                    </a:lnTo>
                    <a:lnTo>
                      <a:pt x="186" y="369"/>
                    </a:lnTo>
                    <a:lnTo>
                      <a:pt x="188" y="370"/>
                    </a:lnTo>
                    <a:lnTo>
                      <a:pt x="189" y="367"/>
                    </a:lnTo>
                    <a:lnTo>
                      <a:pt x="190" y="368"/>
                    </a:lnTo>
                    <a:lnTo>
                      <a:pt x="192" y="366"/>
                    </a:lnTo>
                    <a:lnTo>
                      <a:pt x="193" y="360"/>
                    </a:lnTo>
                    <a:lnTo>
                      <a:pt x="194" y="357"/>
                    </a:lnTo>
                    <a:lnTo>
                      <a:pt x="196" y="362"/>
                    </a:lnTo>
                    <a:lnTo>
                      <a:pt x="197" y="357"/>
                    </a:lnTo>
                    <a:lnTo>
                      <a:pt x="198" y="356"/>
                    </a:lnTo>
                    <a:lnTo>
                      <a:pt x="200" y="351"/>
                    </a:lnTo>
                    <a:lnTo>
                      <a:pt x="201" y="355"/>
                    </a:lnTo>
                    <a:lnTo>
                      <a:pt x="202" y="353"/>
                    </a:lnTo>
                    <a:lnTo>
                      <a:pt x="204" y="352"/>
                    </a:lnTo>
                    <a:lnTo>
                      <a:pt x="205" y="352"/>
                    </a:lnTo>
                    <a:lnTo>
                      <a:pt x="207" y="352"/>
                    </a:lnTo>
                    <a:lnTo>
                      <a:pt x="208" y="352"/>
                    </a:lnTo>
                    <a:lnTo>
                      <a:pt x="209" y="355"/>
                    </a:lnTo>
                    <a:lnTo>
                      <a:pt x="211" y="352"/>
                    </a:lnTo>
                    <a:lnTo>
                      <a:pt x="212" y="351"/>
                    </a:lnTo>
                    <a:lnTo>
                      <a:pt x="213" y="350"/>
                    </a:lnTo>
                    <a:lnTo>
                      <a:pt x="215" y="347"/>
                    </a:lnTo>
                    <a:lnTo>
                      <a:pt x="216" y="342"/>
                    </a:lnTo>
                    <a:lnTo>
                      <a:pt x="217" y="347"/>
                    </a:lnTo>
                    <a:lnTo>
                      <a:pt x="219" y="352"/>
                    </a:lnTo>
                    <a:lnTo>
                      <a:pt x="220" y="350"/>
                    </a:lnTo>
                    <a:lnTo>
                      <a:pt x="221" y="347"/>
                    </a:lnTo>
                    <a:lnTo>
                      <a:pt x="223" y="345"/>
                    </a:lnTo>
                    <a:lnTo>
                      <a:pt x="224" y="347"/>
                    </a:lnTo>
                    <a:lnTo>
                      <a:pt x="225" y="345"/>
                    </a:lnTo>
                    <a:lnTo>
                      <a:pt x="227" y="347"/>
                    </a:lnTo>
                    <a:lnTo>
                      <a:pt x="228" y="349"/>
                    </a:lnTo>
                    <a:lnTo>
                      <a:pt x="229" y="343"/>
                    </a:lnTo>
                    <a:lnTo>
                      <a:pt x="231" y="345"/>
                    </a:lnTo>
                    <a:lnTo>
                      <a:pt x="232" y="344"/>
                    </a:lnTo>
                    <a:lnTo>
                      <a:pt x="233" y="345"/>
                    </a:lnTo>
                    <a:lnTo>
                      <a:pt x="235" y="343"/>
                    </a:lnTo>
                    <a:lnTo>
                      <a:pt x="236" y="339"/>
                    </a:lnTo>
                    <a:lnTo>
                      <a:pt x="237" y="341"/>
                    </a:lnTo>
                    <a:lnTo>
                      <a:pt x="239" y="342"/>
                    </a:lnTo>
                    <a:lnTo>
                      <a:pt x="240" y="347"/>
                    </a:lnTo>
                    <a:lnTo>
                      <a:pt x="241" y="348"/>
                    </a:lnTo>
                    <a:lnTo>
                      <a:pt x="243" y="348"/>
                    </a:lnTo>
                    <a:lnTo>
                      <a:pt x="244" y="350"/>
                    </a:lnTo>
                    <a:lnTo>
                      <a:pt x="246" y="352"/>
                    </a:lnTo>
                    <a:lnTo>
                      <a:pt x="247" y="351"/>
                    </a:lnTo>
                    <a:lnTo>
                      <a:pt x="248" y="352"/>
                    </a:lnTo>
                    <a:lnTo>
                      <a:pt x="250" y="353"/>
                    </a:lnTo>
                    <a:lnTo>
                      <a:pt x="251" y="352"/>
                    </a:lnTo>
                    <a:lnTo>
                      <a:pt x="252" y="349"/>
                    </a:lnTo>
                    <a:lnTo>
                      <a:pt x="254" y="344"/>
                    </a:lnTo>
                    <a:lnTo>
                      <a:pt x="255" y="342"/>
                    </a:lnTo>
                    <a:lnTo>
                      <a:pt x="256" y="342"/>
                    </a:lnTo>
                    <a:lnTo>
                      <a:pt x="258" y="340"/>
                    </a:lnTo>
                    <a:lnTo>
                      <a:pt x="259" y="340"/>
                    </a:lnTo>
                    <a:lnTo>
                      <a:pt x="260" y="335"/>
                    </a:lnTo>
                    <a:lnTo>
                      <a:pt x="262" y="340"/>
                    </a:lnTo>
                    <a:lnTo>
                      <a:pt x="263" y="341"/>
                    </a:lnTo>
                    <a:lnTo>
                      <a:pt x="264" y="344"/>
                    </a:lnTo>
                    <a:lnTo>
                      <a:pt x="266" y="342"/>
                    </a:lnTo>
                    <a:lnTo>
                      <a:pt x="267" y="347"/>
                    </a:lnTo>
                    <a:lnTo>
                      <a:pt x="268" y="342"/>
                    </a:lnTo>
                    <a:lnTo>
                      <a:pt x="270" y="349"/>
                    </a:lnTo>
                    <a:lnTo>
                      <a:pt x="271" y="346"/>
                    </a:lnTo>
                    <a:lnTo>
                      <a:pt x="272" y="347"/>
                    </a:lnTo>
                    <a:lnTo>
                      <a:pt x="274" y="346"/>
                    </a:lnTo>
                    <a:lnTo>
                      <a:pt x="275" y="347"/>
                    </a:lnTo>
                    <a:lnTo>
                      <a:pt x="276" y="346"/>
                    </a:lnTo>
                    <a:lnTo>
                      <a:pt x="278" y="347"/>
                    </a:lnTo>
                    <a:lnTo>
                      <a:pt x="279" y="350"/>
                    </a:lnTo>
                    <a:lnTo>
                      <a:pt x="280" y="345"/>
                    </a:lnTo>
                    <a:lnTo>
                      <a:pt x="282" y="348"/>
                    </a:lnTo>
                    <a:lnTo>
                      <a:pt x="283" y="352"/>
                    </a:lnTo>
                    <a:lnTo>
                      <a:pt x="284" y="349"/>
                    </a:lnTo>
                    <a:lnTo>
                      <a:pt x="286" y="351"/>
                    </a:lnTo>
                    <a:lnTo>
                      <a:pt x="287" y="352"/>
                    </a:lnTo>
                    <a:lnTo>
                      <a:pt x="289" y="344"/>
                    </a:lnTo>
                    <a:lnTo>
                      <a:pt x="290" y="346"/>
                    </a:lnTo>
                    <a:lnTo>
                      <a:pt x="291" y="346"/>
                    </a:lnTo>
                    <a:lnTo>
                      <a:pt x="293" y="349"/>
                    </a:lnTo>
                    <a:lnTo>
                      <a:pt x="294" y="349"/>
                    </a:lnTo>
                    <a:lnTo>
                      <a:pt x="295" y="351"/>
                    </a:lnTo>
                    <a:lnTo>
                      <a:pt x="297" y="353"/>
                    </a:lnTo>
                    <a:lnTo>
                      <a:pt x="298" y="358"/>
                    </a:lnTo>
                    <a:lnTo>
                      <a:pt x="299" y="352"/>
                    </a:lnTo>
                    <a:lnTo>
                      <a:pt x="301" y="347"/>
                    </a:lnTo>
                    <a:lnTo>
                      <a:pt x="302" y="337"/>
                    </a:lnTo>
                    <a:lnTo>
                      <a:pt x="303" y="333"/>
                    </a:lnTo>
                    <a:lnTo>
                      <a:pt x="305" y="328"/>
                    </a:lnTo>
                    <a:lnTo>
                      <a:pt x="306" y="325"/>
                    </a:lnTo>
                    <a:lnTo>
                      <a:pt x="307" y="325"/>
                    </a:lnTo>
                    <a:lnTo>
                      <a:pt x="309" y="324"/>
                    </a:lnTo>
                    <a:lnTo>
                      <a:pt x="310" y="328"/>
                    </a:lnTo>
                    <a:lnTo>
                      <a:pt x="311" y="330"/>
                    </a:lnTo>
                    <a:lnTo>
                      <a:pt x="313" y="330"/>
                    </a:lnTo>
                    <a:lnTo>
                      <a:pt x="314" y="332"/>
                    </a:lnTo>
                    <a:lnTo>
                      <a:pt x="315" y="333"/>
                    </a:lnTo>
                    <a:lnTo>
                      <a:pt x="317" y="330"/>
                    </a:lnTo>
                    <a:lnTo>
                      <a:pt x="318" y="336"/>
                    </a:lnTo>
                    <a:lnTo>
                      <a:pt x="319" y="335"/>
                    </a:lnTo>
                    <a:lnTo>
                      <a:pt x="321" y="331"/>
                    </a:lnTo>
                    <a:lnTo>
                      <a:pt x="322" y="334"/>
                    </a:lnTo>
                    <a:lnTo>
                      <a:pt x="323" y="328"/>
                    </a:lnTo>
                    <a:lnTo>
                      <a:pt x="325" y="327"/>
                    </a:lnTo>
                    <a:lnTo>
                      <a:pt x="326" y="325"/>
                    </a:lnTo>
                    <a:lnTo>
                      <a:pt x="327" y="324"/>
                    </a:lnTo>
                    <a:lnTo>
                      <a:pt x="329" y="321"/>
                    </a:lnTo>
                    <a:lnTo>
                      <a:pt x="330" y="321"/>
                    </a:lnTo>
                    <a:lnTo>
                      <a:pt x="332" y="320"/>
                    </a:lnTo>
                    <a:lnTo>
                      <a:pt x="333" y="318"/>
                    </a:lnTo>
                    <a:lnTo>
                      <a:pt x="334" y="315"/>
                    </a:lnTo>
                    <a:lnTo>
                      <a:pt x="336" y="313"/>
                    </a:lnTo>
                    <a:lnTo>
                      <a:pt x="337" y="314"/>
                    </a:lnTo>
                    <a:lnTo>
                      <a:pt x="338" y="313"/>
                    </a:lnTo>
                    <a:lnTo>
                      <a:pt x="340" y="316"/>
                    </a:lnTo>
                    <a:lnTo>
                      <a:pt x="341" y="312"/>
                    </a:lnTo>
                    <a:lnTo>
                      <a:pt x="342" y="314"/>
                    </a:lnTo>
                    <a:lnTo>
                      <a:pt x="344" y="316"/>
                    </a:lnTo>
                    <a:lnTo>
                      <a:pt x="345" y="315"/>
                    </a:lnTo>
                    <a:lnTo>
                      <a:pt x="346" y="315"/>
                    </a:lnTo>
                    <a:lnTo>
                      <a:pt x="348" y="313"/>
                    </a:lnTo>
                    <a:lnTo>
                      <a:pt x="349" y="314"/>
                    </a:lnTo>
                    <a:lnTo>
                      <a:pt x="350" y="315"/>
                    </a:lnTo>
                    <a:lnTo>
                      <a:pt x="352" y="316"/>
                    </a:lnTo>
                    <a:lnTo>
                      <a:pt x="353" y="316"/>
                    </a:lnTo>
                    <a:lnTo>
                      <a:pt x="354" y="313"/>
                    </a:lnTo>
                    <a:lnTo>
                      <a:pt x="356" y="310"/>
                    </a:lnTo>
                    <a:lnTo>
                      <a:pt x="357" y="313"/>
                    </a:lnTo>
                    <a:lnTo>
                      <a:pt x="358" y="310"/>
                    </a:lnTo>
                    <a:lnTo>
                      <a:pt x="360" y="308"/>
                    </a:lnTo>
                    <a:lnTo>
                      <a:pt x="361" y="303"/>
                    </a:lnTo>
                    <a:lnTo>
                      <a:pt x="362" y="302"/>
                    </a:lnTo>
                    <a:lnTo>
                      <a:pt x="364" y="303"/>
                    </a:lnTo>
                    <a:lnTo>
                      <a:pt x="365" y="302"/>
                    </a:lnTo>
                    <a:lnTo>
                      <a:pt x="366" y="301"/>
                    </a:lnTo>
                    <a:lnTo>
                      <a:pt x="368" y="299"/>
                    </a:lnTo>
                    <a:lnTo>
                      <a:pt x="369" y="303"/>
                    </a:lnTo>
                    <a:lnTo>
                      <a:pt x="370" y="303"/>
                    </a:lnTo>
                    <a:lnTo>
                      <a:pt x="372" y="301"/>
                    </a:lnTo>
                    <a:lnTo>
                      <a:pt x="373" y="301"/>
                    </a:lnTo>
                    <a:lnTo>
                      <a:pt x="375" y="299"/>
                    </a:lnTo>
                    <a:lnTo>
                      <a:pt x="376" y="299"/>
                    </a:lnTo>
                    <a:lnTo>
                      <a:pt x="377" y="299"/>
                    </a:lnTo>
                    <a:lnTo>
                      <a:pt x="379" y="297"/>
                    </a:lnTo>
                    <a:lnTo>
                      <a:pt x="380" y="295"/>
                    </a:lnTo>
                    <a:lnTo>
                      <a:pt x="381" y="298"/>
                    </a:lnTo>
                    <a:lnTo>
                      <a:pt x="383" y="294"/>
                    </a:lnTo>
                    <a:lnTo>
                      <a:pt x="384" y="293"/>
                    </a:lnTo>
                    <a:lnTo>
                      <a:pt x="385" y="294"/>
                    </a:lnTo>
                    <a:lnTo>
                      <a:pt x="387" y="289"/>
                    </a:lnTo>
                    <a:lnTo>
                      <a:pt x="388" y="293"/>
                    </a:lnTo>
                    <a:lnTo>
                      <a:pt x="389" y="292"/>
                    </a:lnTo>
                    <a:lnTo>
                      <a:pt x="391" y="292"/>
                    </a:lnTo>
                    <a:lnTo>
                      <a:pt x="392" y="292"/>
                    </a:lnTo>
                    <a:lnTo>
                      <a:pt x="393" y="294"/>
                    </a:lnTo>
                    <a:lnTo>
                      <a:pt x="395" y="296"/>
                    </a:lnTo>
                    <a:lnTo>
                      <a:pt x="396" y="296"/>
                    </a:lnTo>
                    <a:lnTo>
                      <a:pt x="397" y="297"/>
                    </a:lnTo>
                    <a:lnTo>
                      <a:pt x="399" y="294"/>
                    </a:lnTo>
                    <a:lnTo>
                      <a:pt x="400" y="291"/>
                    </a:lnTo>
                    <a:lnTo>
                      <a:pt x="401" y="291"/>
                    </a:lnTo>
                    <a:lnTo>
                      <a:pt x="403" y="292"/>
                    </a:lnTo>
                    <a:lnTo>
                      <a:pt x="404" y="293"/>
                    </a:lnTo>
                    <a:lnTo>
                      <a:pt x="405" y="292"/>
                    </a:lnTo>
                    <a:lnTo>
                      <a:pt x="407" y="289"/>
                    </a:lnTo>
                    <a:lnTo>
                      <a:pt x="408" y="294"/>
                    </a:lnTo>
                    <a:lnTo>
                      <a:pt x="409" y="297"/>
                    </a:lnTo>
                    <a:lnTo>
                      <a:pt x="411" y="292"/>
                    </a:lnTo>
                    <a:lnTo>
                      <a:pt x="412" y="292"/>
                    </a:lnTo>
                    <a:lnTo>
                      <a:pt x="414" y="288"/>
                    </a:lnTo>
                    <a:lnTo>
                      <a:pt x="415" y="296"/>
                    </a:lnTo>
                    <a:lnTo>
                      <a:pt x="416" y="285"/>
                    </a:lnTo>
                    <a:lnTo>
                      <a:pt x="418" y="285"/>
                    </a:lnTo>
                    <a:lnTo>
                      <a:pt x="419" y="281"/>
                    </a:lnTo>
                    <a:lnTo>
                      <a:pt x="420" y="264"/>
                    </a:lnTo>
                    <a:lnTo>
                      <a:pt x="422" y="277"/>
                    </a:lnTo>
                    <a:lnTo>
                      <a:pt x="423" y="276"/>
                    </a:lnTo>
                    <a:lnTo>
                      <a:pt x="424" y="277"/>
                    </a:lnTo>
                    <a:lnTo>
                      <a:pt x="426" y="272"/>
                    </a:lnTo>
                    <a:lnTo>
                      <a:pt x="427" y="273"/>
                    </a:lnTo>
                    <a:lnTo>
                      <a:pt x="428" y="272"/>
                    </a:lnTo>
                    <a:lnTo>
                      <a:pt x="430" y="272"/>
                    </a:lnTo>
                    <a:lnTo>
                      <a:pt x="431" y="269"/>
                    </a:lnTo>
                    <a:lnTo>
                      <a:pt x="432" y="271"/>
                    </a:lnTo>
                    <a:lnTo>
                      <a:pt x="434" y="277"/>
                    </a:lnTo>
                    <a:lnTo>
                      <a:pt x="435" y="283"/>
                    </a:lnTo>
                    <a:lnTo>
                      <a:pt x="436" y="284"/>
                    </a:lnTo>
                    <a:lnTo>
                      <a:pt x="438" y="286"/>
                    </a:lnTo>
                    <a:lnTo>
                      <a:pt x="439" y="281"/>
                    </a:lnTo>
                    <a:lnTo>
                      <a:pt x="440" y="285"/>
                    </a:lnTo>
                    <a:lnTo>
                      <a:pt x="442" y="283"/>
                    </a:lnTo>
                    <a:lnTo>
                      <a:pt x="443" y="282"/>
                    </a:lnTo>
                    <a:lnTo>
                      <a:pt x="444" y="280"/>
                    </a:lnTo>
                    <a:lnTo>
                      <a:pt x="446" y="277"/>
                    </a:lnTo>
                    <a:lnTo>
                      <a:pt x="447" y="275"/>
                    </a:lnTo>
                    <a:lnTo>
                      <a:pt x="448" y="274"/>
                    </a:lnTo>
                    <a:lnTo>
                      <a:pt x="450" y="273"/>
                    </a:lnTo>
                    <a:lnTo>
                      <a:pt x="451" y="270"/>
                    </a:lnTo>
                    <a:lnTo>
                      <a:pt x="452" y="270"/>
                    </a:lnTo>
                    <a:lnTo>
                      <a:pt x="454" y="265"/>
                    </a:lnTo>
                    <a:lnTo>
                      <a:pt x="455" y="269"/>
                    </a:lnTo>
                    <a:lnTo>
                      <a:pt x="457" y="266"/>
                    </a:lnTo>
                    <a:lnTo>
                      <a:pt x="458" y="262"/>
                    </a:lnTo>
                    <a:lnTo>
                      <a:pt x="459" y="265"/>
                    </a:lnTo>
                    <a:lnTo>
                      <a:pt x="461" y="265"/>
                    </a:lnTo>
                    <a:lnTo>
                      <a:pt x="462" y="264"/>
                    </a:lnTo>
                    <a:lnTo>
                      <a:pt x="463" y="267"/>
                    </a:lnTo>
                    <a:lnTo>
                      <a:pt x="465" y="268"/>
                    </a:lnTo>
                    <a:lnTo>
                      <a:pt x="466" y="275"/>
                    </a:lnTo>
                    <a:lnTo>
                      <a:pt x="467" y="275"/>
                    </a:lnTo>
                    <a:lnTo>
                      <a:pt x="469" y="275"/>
                    </a:lnTo>
                    <a:lnTo>
                      <a:pt x="470" y="276"/>
                    </a:lnTo>
                    <a:lnTo>
                      <a:pt x="471" y="279"/>
                    </a:lnTo>
                    <a:lnTo>
                      <a:pt x="473" y="279"/>
                    </a:lnTo>
                    <a:lnTo>
                      <a:pt x="474" y="276"/>
                    </a:lnTo>
                    <a:lnTo>
                      <a:pt x="475" y="279"/>
                    </a:lnTo>
                    <a:lnTo>
                      <a:pt x="477" y="284"/>
                    </a:lnTo>
                    <a:lnTo>
                      <a:pt x="478" y="288"/>
                    </a:lnTo>
                    <a:lnTo>
                      <a:pt x="479" y="289"/>
                    </a:lnTo>
                    <a:lnTo>
                      <a:pt x="481" y="287"/>
                    </a:lnTo>
                    <a:lnTo>
                      <a:pt x="482" y="287"/>
                    </a:lnTo>
                    <a:lnTo>
                      <a:pt x="483" y="286"/>
                    </a:lnTo>
                    <a:lnTo>
                      <a:pt x="485" y="285"/>
                    </a:lnTo>
                    <a:lnTo>
                      <a:pt x="486" y="282"/>
                    </a:lnTo>
                    <a:lnTo>
                      <a:pt x="487" y="283"/>
                    </a:lnTo>
                    <a:lnTo>
                      <a:pt x="489" y="281"/>
                    </a:lnTo>
                    <a:lnTo>
                      <a:pt x="490" y="286"/>
                    </a:lnTo>
                    <a:lnTo>
                      <a:pt x="491" y="290"/>
                    </a:lnTo>
                    <a:lnTo>
                      <a:pt x="493" y="294"/>
                    </a:lnTo>
                    <a:lnTo>
                      <a:pt x="494" y="296"/>
                    </a:lnTo>
                    <a:lnTo>
                      <a:pt x="495" y="304"/>
                    </a:lnTo>
                    <a:lnTo>
                      <a:pt x="497" y="304"/>
                    </a:lnTo>
                    <a:lnTo>
                      <a:pt x="498" y="301"/>
                    </a:lnTo>
                    <a:lnTo>
                      <a:pt x="500" y="301"/>
                    </a:lnTo>
                    <a:lnTo>
                      <a:pt x="501" y="302"/>
                    </a:lnTo>
                    <a:lnTo>
                      <a:pt x="502" y="301"/>
                    </a:lnTo>
                    <a:lnTo>
                      <a:pt x="504" y="300"/>
                    </a:lnTo>
                    <a:lnTo>
                      <a:pt x="505" y="298"/>
                    </a:lnTo>
                    <a:lnTo>
                      <a:pt x="506" y="298"/>
                    </a:lnTo>
                    <a:lnTo>
                      <a:pt x="508" y="298"/>
                    </a:lnTo>
                    <a:lnTo>
                      <a:pt x="509" y="300"/>
                    </a:lnTo>
                    <a:lnTo>
                      <a:pt x="510" y="296"/>
                    </a:lnTo>
                    <a:lnTo>
                      <a:pt x="512" y="294"/>
                    </a:lnTo>
                    <a:lnTo>
                      <a:pt x="513" y="295"/>
                    </a:lnTo>
                    <a:lnTo>
                      <a:pt x="514" y="290"/>
                    </a:lnTo>
                    <a:lnTo>
                      <a:pt x="516" y="287"/>
                    </a:lnTo>
                    <a:lnTo>
                      <a:pt x="517" y="292"/>
                    </a:lnTo>
                    <a:lnTo>
                      <a:pt x="518" y="295"/>
                    </a:lnTo>
                    <a:lnTo>
                      <a:pt x="520" y="299"/>
                    </a:lnTo>
                    <a:lnTo>
                      <a:pt x="521" y="305"/>
                    </a:lnTo>
                    <a:lnTo>
                      <a:pt x="522" y="313"/>
                    </a:lnTo>
                    <a:lnTo>
                      <a:pt x="524" y="310"/>
                    </a:lnTo>
                    <a:lnTo>
                      <a:pt x="525" y="312"/>
                    </a:lnTo>
                    <a:lnTo>
                      <a:pt x="526" y="311"/>
                    </a:lnTo>
                    <a:lnTo>
                      <a:pt x="528" y="314"/>
                    </a:lnTo>
                    <a:lnTo>
                      <a:pt x="529" y="312"/>
                    </a:lnTo>
                    <a:lnTo>
                      <a:pt x="530" y="315"/>
                    </a:lnTo>
                    <a:lnTo>
                      <a:pt x="532" y="315"/>
                    </a:lnTo>
                    <a:lnTo>
                      <a:pt x="533" y="316"/>
                    </a:lnTo>
                    <a:lnTo>
                      <a:pt x="534" y="320"/>
                    </a:lnTo>
                    <a:lnTo>
                      <a:pt x="536" y="317"/>
                    </a:lnTo>
                    <a:lnTo>
                      <a:pt x="537" y="313"/>
                    </a:lnTo>
                    <a:lnTo>
                      <a:pt x="538" y="313"/>
                    </a:lnTo>
                    <a:lnTo>
                      <a:pt x="540" y="307"/>
                    </a:lnTo>
                    <a:lnTo>
                      <a:pt x="541" y="310"/>
                    </a:lnTo>
                    <a:lnTo>
                      <a:pt x="543" y="309"/>
                    </a:lnTo>
                    <a:lnTo>
                      <a:pt x="544" y="304"/>
                    </a:lnTo>
                    <a:lnTo>
                      <a:pt x="545" y="299"/>
                    </a:lnTo>
                    <a:lnTo>
                      <a:pt x="547" y="301"/>
                    </a:lnTo>
                    <a:lnTo>
                      <a:pt x="548" y="302"/>
                    </a:lnTo>
                    <a:lnTo>
                      <a:pt x="549" y="311"/>
                    </a:lnTo>
                    <a:lnTo>
                      <a:pt x="551" y="311"/>
                    </a:lnTo>
                    <a:lnTo>
                      <a:pt x="552" y="309"/>
                    </a:lnTo>
                    <a:lnTo>
                      <a:pt x="553" y="315"/>
                    </a:lnTo>
                    <a:lnTo>
                      <a:pt x="555" y="320"/>
                    </a:lnTo>
                    <a:lnTo>
                      <a:pt x="556" y="324"/>
                    </a:lnTo>
                    <a:lnTo>
                      <a:pt x="557" y="325"/>
                    </a:lnTo>
                    <a:lnTo>
                      <a:pt x="559" y="320"/>
                    </a:lnTo>
                    <a:lnTo>
                      <a:pt x="560" y="324"/>
                    </a:lnTo>
                    <a:lnTo>
                      <a:pt x="561" y="322"/>
                    </a:lnTo>
                    <a:lnTo>
                      <a:pt x="563" y="327"/>
                    </a:lnTo>
                    <a:lnTo>
                      <a:pt x="564" y="323"/>
                    </a:lnTo>
                    <a:lnTo>
                      <a:pt x="565" y="319"/>
                    </a:lnTo>
                    <a:lnTo>
                      <a:pt x="567" y="317"/>
                    </a:lnTo>
                    <a:lnTo>
                      <a:pt x="568" y="321"/>
                    </a:lnTo>
                    <a:lnTo>
                      <a:pt x="569" y="323"/>
                    </a:lnTo>
                    <a:lnTo>
                      <a:pt x="571" y="322"/>
                    </a:lnTo>
                    <a:lnTo>
                      <a:pt x="572" y="325"/>
                    </a:lnTo>
                    <a:lnTo>
                      <a:pt x="573" y="329"/>
                    </a:lnTo>
                    <a:lnTo>
                      <a:pt x="575" y="333"/>
                    </a:lnTo>
                    <a:lnTo>
                      <a:pt x="576" y="336"/>
                    </a:lnTo>
                    <a:lnTo>
                      <a:pt x="577" y="333"/>
                    </a:lnTo>
                    <a:lnTo>
                      <a:pt x="579" y="331"/>
                    </a:lnTo>
                    <a:lnTo>
                      <a:pt x="580" y="330"/>
                    </a:lnTo>
                    <a:lnTo>
                      <a:pt x="582" y="328"/>
                    </a:lnTo>
                    <a:lnTo>
                      <a:pt x="583" y="328"/>
                    </a:lnTo>
                    <a:lnTo>
                      <a:pt x="584" y="329"/>
                    </a:lnTo>
                    <a:lnTo>
                      <a:pt x="586" y="333"/>
                    </a:lnTo>
                    <a:lnTo>
                      <a:pt x="587" y="331"/>
                    </a:lnTo>
                    <a:lnTo>
                      <a:pt x="588" y="334"/>
                    </a:lnTo>
                    <a:lnTo>
                      <a:pt x="590" y="335"/>
                    </a:lnTo>
                    <a:lnTo>
                      <a:pt x="591" y="337"/>
                    </a:lnTo>
                    <a:lnTo>
                      <a:pt x="592" y="333"/>
                    </a:lnTo>
                    <a:lnTo>
                      <a:pt x="594" y="332"/>
                    </a:lnTo>
                    <a:lnTo>
                      <a:pt x="595" y="333"/>
                    </a:lnTo>
                    <a:lnTo>
                      <a:pt x="596" y="330"/>
                    </a:lnTo>
                    <a:lnTo>
                      <a:pt x="598" y="332"/>
                    </a:lnTo>
                    <a:lnTo>
                      <a:pt x="599" y="333"/>
                    </a:lnTo>
                    <a:lnTo>
                      <a:pt x="600" y="336"/>
                    </a:lnTo>
                    <a:lnTo>
                      <a:pt x="602" y="335"/>
                    </a:lnTo>
                    <a:lnTo>
                      <a:pt x="603" y="334"/>
                    </a:lnTo>
                    <a:lnTo>
                      <a:pt x="604" y="334"/>
                    </a:lnTo>
                    <a:lnTo>
                      <a:pt x="606" y="339"/>
                    </a:lnTo>
                    <a:lnTo>
                      <a:pt x="607" y="336"/>
                    </a:lnTo>
                    <a:lnTo>
                      <a:pt x="608" y="335"/>
                    </a:lnTo>
                    <a:lnTo>
                      <a:pt x="610" y="335"/>
                    </a:lnTo>
                    <a:lnTo>
                      <a:pt x="611" y="334"/>
                    </a:lnTo>
                    <a:lnTo>
                      <a:pt x="612" y="335"/>
                    </a:lnTo>
                    <a:lnTo>
                      <a:pt x="614" y="333"/>
                    </a:lnTo>
                    <a:lnTo>
                      <a:pt x="615" y="337"/>
                    </a:lnTo>
                    <a:lnTo>
                      <a:pt x="616" y="335"/>
                    </a:lnTo>
                    <a:lnTo>
                      <a:pt x="618" y="333"/>
                    </a:lnTo>
                    <a:lnTo>
                      <a:pt x="619" y="327"/>
                    </a:lnTo>
                    <a:lnTo>
                      <a:pt x="620" y="330"/>
                    </a:lnTo>
                    <a:lnTo>
                      <a:pt x="622" y="327"/>
                    </a:lnTo>
                    <a:lnTo>
                      <a:pt x="623" y="328"/>
                    </a:lnTo>
                    <a:lnTo>
                      <a:pt x="625" y="328"/>
                    </a:lnTo>
                    <a:lnTo>
                      <a:pt x="626" y="321"/>
                    </a:lnTo>
                    <a:lnTo>
                      <a:pt x="627" y="324"/>
                    </a:lnTo>
                    <a:lnTo>
                      <a:pt x="629" y="330"/>
                    </a:lnTo>
                    <a:lnTo>
                      <a:pt x="630" y="331"/>
                    </a:lnTo>
                    <a:lnTo>
                      <a:pt x="631" y="331"/>
                    </a:lnTo>
                    <a:lnTo>
                      <a:pt x="633" y="333"/>
                    </a:lnTo>
                    <a:lnTo>
                      <a:pt x="634" y="334"/>
                    </a:lnTo>
                    <a:lnTo>
                      <a:pt x="635" y="330"/>
                    </a:lnTo>
                    <a:lnTo>
                      <a:pt x="637" y="329"/>
                    </a:lnTo>
                    <a:lnTo>
                      <a:pt x="638" y="325"/>
                    </a:lnTo>
                    <a:lnTo>
                      <a:pt x="639" y="325"/>
                    </a:lnTo>
                    <a:lnTo>
                      <a:pt x="641" y="327"/>
                    </a:lnTo>
                    <a:lnTo>
                      <a:pt x="642" y="330"/>
                    </a:lnTo>
                    <a:lnTo>
                      <a:pt x="643" y="328"/>
                    </a:lnTo>
                    <a:lnTo>
                      <a:pt x="645" y="332"/>
                    </a:lnTo>
                    <a:lnTo>
                      <a:pt x="646" y="337"/>
                    </a:lnTo>
                    <a:lnTo>
                      <a:pt x="647" y="341"/>
                    </a:lnTo>
                    <a:lnTo>
                      <a:pt x="649" y="341"/>
                    </a:lnTo>
                    <a:lnTo>
                      <a:pt x="650" y="339"/>
                    </a:lnTo>
                    <a:lnTo>
                      <a:pt x="651" y="342"/>
                    </a:lnTo>
                    <a:lnTo>
                      <a:pt x="653" y="345"/>
                    </a:lnTo>
                    <a:lnTo>
                      <a:pt x="654" y="346"/>
                    </a:lnTo>
                    <a:lnTo>
                      <a:pt x="655" y="345"/>
                    </a:lnTo>
                    <a:lnTo>
                      <a:pt x="657" y="347"/>
                    </a:lnTo>
                    <a:lnTo>
                      <a:pt x="658" y="351"/>
                    </a:lnTo>
                    <a:lnTo>
                      <a:pt x="659" y="350"/>
                    </a:lnTo>
                    <a:lnTo>
                      <a:pt x="661" y="350"/>
                    </a:lnTo>
                    <a:lnTo>
                      <a:pt x="662" y="350"/>
                    </a:lnTo>
                    <a:lnTo>
                      <a:pt x="663" y="353"/>
                    </a:lnTo>
                    <a:lnTo>
                      <a:pt x="665" y="350"/>
                    </a:lnTo>
                    <a:lnTo>
                      <a:pt x="666" y="349"/>
                    </a:lnTo>
                    <a:lnTo>
                      <a:pt x="668" y="347"/>
                    </a:lnTo>
                    <a:lnTo>
                      <a:pt x="669" y="351"/>
                    </a:lnTo>
                    <a:lnTo>
                      <a:pt x="670" y="349"/>
                    </a:lnTo>
                    <a:lnTo>
                      <a:pt x="672" y="350"/>
                    </a:lnTo>
                    <a:lnTo>
                      <a:pt x="673" y="348"/>
                    </a:lnTo>
                    <a:lnTo>
                      <a:pt x="674" y="349"/>
                    </a:lnTo>
                    <a:lnTo>
                      <a:pt x="676" y="354"/>
                    </a:lnTo>
                    <a:lnTo>
                      <a:pt x="677" y="356"/>
                    </a:lnTo>
                    <a:lnTo>
                      <a:pt x="678" y="355"/>
                    </a:lnTo>
                    <a:lnTo>
                      <a:pt x="680" y="358"/>
                    </a:lnTo>
                    <a:lnTo>
                      <a:pt x="681" y="355"/>
                    </a:lnTo>
                    <a:lnTo>
                      <a:pt x="682" y="354"/>
                    </a:lnTo>
                    <a:lnTo>
                      <a:pt x="684" y="354"/>
                    </a:lnTo>
                    <a:lnTo>
                      <a:pt x="685" y="349"/>
                    </a:lnTo>
                    <a:lnTo>
                      <a:pt x="686" y="346"/>
                    </a:lnTo>
                    <a:lnTo>
                      <a:pt x="688" y="347"/>
                    </a:lnTo>
                    <a:lnTo>
                      <a:pt x="689" y="342"/>
                    </a:lnTo>
                    <a:lnTo>
                      <a:pt x="690" y="347"/>
                    </a:lnTo>
                    <a:lnTo>
                      <a:pt x="692" y="349"/>
                    </a:lnTo>
                    <a:lnTo>
                      <a:pt x="693" y="350"/>
                    </a:lnTo>
                    <a:lnTo>
                      <a:pt x="694" y="355"/>
                    </a:lnTo>
                    <a:lnTo>
                      <a:pt x="696" y="357"/>
                    </a:lnTo>
                    <a:lnTo>
                      <a:pt x="697" y="359"/>
                    </a:lnTo>
                    <a:lnTo>
                      <a:pt x="698" y="360"/>
                    </a:lnTo>
                    <a:lnTo>
                      <a:pt x="700" y="362"/>
                    </a:lnTo>
                    <a:lnTo>
                      <a:pt x="701" y="363"/>
                    </a:lnTo>
                    <a:lnTo>
                      <a:pt x="702" y="364"/>
                    </a:lnTo>
                    <a:lnTo>
                      <a:pt x="704" y="363"/>
                    </a:lnTo>
                    <a:lnTo>
                      <a:pt x="705" y="361"/>
                    </a:lnTo>
                    <a:lnTo>
                      <a:pt x="706" y="362"/>
                    </a:lnTo>
                    <a:lnTo>
                      <a:pt x="708" y="362"/>
                    </a:lnTo>
                    <a:lnTo>
                      <a:pt x="709" y="362"/>
                    </a:lnTo>
                    <a:lnTo>
                      <a:pt x="711" y="362"/>
                    </a:lnTo>
                    <a:lnTo>
                      <a:pt x="712" y="363"/>
                    </a:lnTo>
                    <a:lnTo>
                      <a:pt x="713" y="359"/>
                    </a:lnTo>
                    <a:lnTo>
                      <a:pt x="715" y="362"/>
                    </a:lnTo>
                    <a:lnTo>
                      <a:pt x="716" y="358"/>
                    </a:lnTo>
                    <a:lnTo>
                      <a:pt x="717" y="355"/>
                    </a:lnTo>
                    <a:lnTo>
                      <a:pt x="719" y="353"/>
                    </a:lnTo>
                    <a:lnTo>
                      <a:pt x="720" y="358"/>
                    </a:lnTo>
                    <a:lnTo>
                      <a:pt x="721" y="356"/>
                    </a:lnTo>
                    <a:lnTo>
                      <a:pt x="723" y="357"/>
                    </a:lnTo>
                    <a:lnTo>
                      <a:pt x="724" y="356"/>
                    </a:lnTo>
                    <a:lnTo>
                      <a:pt x="725" y="362"/>
                    </a:lnTo>
                    <a:lnTo>
                      <a:pt x="727" y="364"/>
                    </a:lnTo>
                    <a:lnTo>
                      <a:pt x="728" y="364"/>
                    </a:lnTo>
                    <a:lnTo>
                      <a:pt x="729" y="361"/>
                    </a:lnTo>
                    <a:lnTo>
                      <a:pt x="731" y="357"/>
                    </a:lnTo>
                    <a:lnTo>
                      <a:pt x="732" y="360"/>
                    </a:lnTo>
                    <a:lnTo>
                      <a:pt x="733" y="364"/>
                    </a:lnTo>
                    <a:lnTo>
                      <a:pt x="735" y="357"/>
                    </a:lnTo>
                    <a:lnTo>
                      <a:pt x="736" y="362"/>
                    </a:lnTo>
                    <a:lnTo>
                      <a:pt x="737" y="363"/>
                    </a:lnTo>
                    <a:lnTo>
                      <a:pt x="739" y="366"/>
                    </a:lnTo>
                    <a:lnTo>
                      <a:pt x="740" y="369"/>
                    </a:lnTo>
                    <a:lnTo>
                      <a:pt x="741" y="367"/>
                    </a:lnTo>
                    <a:lnTo>
                      <a:pt x="743" y="369"/>
                    </a:lnTo>
                    <a:lnTo>
                      <a:pt x="744" y="370"/>
                    </a:lnTo>
                    <a:lnTo>
                      <a:pt x="745" y="372"/>
                    </a:lnTo>
                    <a:lnTo>
                      <a:pt x="747" y="370"/>
                    </a:lnTo>
                    <a:lnTo>
                      <a:pt x="748" y="375"/>
                    </a:lnTo>
                    <a:lnTo>
                      <a:pt x="750" y="375"/>
                    </a:lnTo>
                    <a:lnTo>
                      <a:pt x="751" y="374"/>
                    </a:lnTo>
                    <a:lnTo>
                      <a:pt x="752" y="374"/>
                    </a:lnTo>
                    <a:lnTo>
                      <a:pt x="754" y="374"/>
                    </a:lnTo>
                    <a:lnTo>
                      <a:pt x="755" y="374"/>
                    </a:lnTo>
                    <a:lnTo>
                      <a:pt x="756" y="371"/>
                    </a:lnTo>
                    <a:lnTo>
                      <a:pt x="758" y="369"/>
                    </a:lnTo>
                    <a:lnTo>
                      <a:pt x="759" y="366"/>
                    </a:lnTo>
                    <a:lnTo>
                      <a:pt x="760" y="362"/>
                    </a:lnTo>
                    <a:lnTo>
                      <a:pt x="762" y="362"/>
                    </a:lnTo>
                    <a:lnTo>
                      <a:pt x="763" y="365"/>
                    </a:lnTo>
                    <a:lnTo>
                      <a:pt x="764" y="365"/>
                    </a:lnTo>
                    <a:lnTo>
                      <a:pt x="766" y="367"/>
                    </a:lnTo>
                    <a:lnTo>
                      <a:pt x="767" y="370"/>
                    </a:lnTo>
                    <a:lnTo>
                      <a:pt x="768" y="370"/>
                    </a:lnTo>
                    <a:lnTo>
                      <a:pt x="770" y="372"/>
                    </a:lnTo>
                    <a:lnTo>
                      <a:pt x="771" y="373"/>
                    </a:lnTo>
                    <a:lnTo>
                      <a:pt x="772" y="372"/>
                    </a:lnTo>
                    <a:lnTo>
                      <a:pt x="774" y="373"/>
                    </a:lnTo>
                    <a:lnTo>
                      <a:pt x="775" y="376"/>
                    </a:lnTo>
                    <a:lnTo>
                      <a:pt x="776" y="379"/>
                    </a:lnTo>
                    <a:lnTo>
                      <a:pt x="778" y="378"/>
                    </a:lnTo>
                    <a:lnTo>
                      <a:pt x="779" y="381"/>
                    </a:lnTo>
                    <a:lnTo>
                      <a:pt x="780" y="381"/>
                    </a:lnTo>
                    <a:lnTo>
                      <a:pt x="782" y="379"/>
                    </a:lnTo>
                    <a:lnTo>
                      <a:pt x="783" y="377"/>
                    </a:lnTo>
                    <a:lnTo>
                      <a:pt x="784" y="375"/>
                    </a:lnTo>
                    <a:lnTo>
                      <a:pt x="786" y="370"/>
                    </a:lnTo>
                    <a:lnTo>
                      <a:pt x="787" y="370"/>
                    </a:lnTo>
                    <a:lnTo>
                      <a:pt x="788" y="366"/>
                    </a:lnTo>
                    <a:lnTo>
                      <a:pt x="790" y="368"/>
                    </a:lnTo>
                    <a:lnTo>
                      <a:pt x="791" y="368"/>
                    </a:lnTo>
                    <a:lnTo>
                      <a:pt x="793" y="371"/>
                    </a:lnTo>
                    <a:lnTo>
                      <a:pt x="794" y="375"/>
                    </a:lnTo>
                    <a:lnTo>
                      <a:pt x="795" y="380"/>
                    </a:lnTo>
                    <a:lnTo>
                      <a:pt x="797" y="382"/>
                    </a:lnTo>
                    <a:lnTo>
                      <a:pt x="798" y="387"/>
                    </a:lnTo>
                    <a:lnTo>
                      <a:pt x="799" y="387"/>
                    </a:lnTo>
                    <a:lnTo>
                      <a:pt x="801" y="390"/>
                    </a:lnTo>
                    <a:lnTo>
                      <a:pt x="802" y="391"/>
                    </a:lnTo>
                    <a:lnTo>
                      <a:pt x="803" y="391"/>
                    </a:lnTo>
                    <a:lnTo>
                      <a:pt x="805" y="393"/>
                    </a:lnTo>
                    <a:lnTo>
                      <a:pt x="806" y="391"/>
                    </a:lnTo>
                    <a:lnTo>
                      <a:pt x="807" y="390"/>
                    </a:lnTo>
                    <a:lnTo>
                      <a:pt x="809" y="396"/>
                    </a:lnTo>
                    <a:lnTo>
                      <a:pt x="810" y="392"/>
                    </a:lnTo>
                    <a:lnTo>
                      <a:pt x="811" y="393"/>
                    </a:lnTo>
                    <a:lnTo>
                      <a:pt x="813" y="393"/>
                    </a:lnTo>
                    <a:lnTo>
                      <a:pt x="814" y="393"/>
                    </a:lnTo>
                    <a:lnTo>
                      <a:pt x="815" y="395"/>
                    </a:lnTo>
                    <a:lnTo>
                      <a:pt x="817" y="398"/>
                    </a:lnTo>
                    <a:lnTo>
                      <a:pt x="818" y="399"/>
                    </a:lnTo>
                    <a:lnTo>
                      <a:pt x="819" y="400"/>
                    </a:lnTo>
                    <a:lnTo>
                      <a:pt x="821" y="405"/>
                    </a:lnTo>
                    <a:lnTo>
                      <a:pt x="822" y="407"/>
                    </a:lnTo>
                    <a:lnTo>
                      <a:pt x="823" y="409"/>
                    </a:lnTo>
                    <a:lnTo>
                      <a:pt x="825" y="412"/>
                    </a:lnTo>
                    <a:lnTo>
                      <a:pt x="826" y="413"/>
                    </a:lnTo>
                    <a:lnTo>
                      <a:pt x="827" y="410"/>
                    </a:lnTo>
                    <a:lnTo>
                      <a:pt x="829" y="406"/>
                    </a:lnTo>
                    <a:lnTo>
                      <a:pt x="830" y="406"/>
                    </a:lnTo>
                    <a:lnTo>
                      <a:pt x="831" y="398"/>
                    </a:lnTo>
                    <a:lnTo>
                      <a:pt x="833" y="400"/>
                    </a:lnTo>
                    <a:lnTo>
                      <a:pt x="834" y="396"/>
                    </a:lnTo>
                    <a:lnTo>
                      <a:pt x="836" y="393"/>
                    </a:lnTo>
                    <a:lnTo>
                      <a:pt x="837" y="393"/>
                    </a:lnTo>
                    <a:lnTo>
                      <a:pt x="838" y="396"/>
                    </a:lnTo>
                    <a:lnTo>
                      <a:pt x="840" y="399"/>
                    </a:lnTo>
                    <a:lnTo>
                      <a:pt x="841" y="402"/>
                    </a:lnTo>
                    <a:lnTo>
                      <a:pt x="842" y="406"/>
                    </a:lnTo>
                    <a:lnTo>
                      <a:pt x="844" y="406"/>
                    </a:lnTo>
                    <a:lnTo>
                      <a:pt x="845" y="403"/>
                    </a:lnTo>
                    <a:lnTo>
                      <a:pt x="846" y="404"/>
                    </a:lnTo>
                    <a:lnTo>
                      <a:pt x="848" y="403"/>
                    </a:lnTo>
                    <a:lnTo>
                      <a:pt x="849" y="399"/>
                    </a:lnTo>
                    <a:lnTo>
                      <a:pt x="850" y="399"/>
                    </a:lnTo>
                    <a:lnTo>
                      <a:pt x="852" y="395"/>
                    </a:lnTo>
                    <a:lnTo>
                      <a:pt x="853" y="400"/>
                    </a:lnTo>
                    <a:lnTo>
                      <a:pt x="854" y="401"/>
                    </a:lnTo>
                    <a:lnTo>
                      <a:pt x="856" y="401"/>
                    </a:lnTo>
                    <a:lnTo>
                      <a:pt x="857" y="401"/>
                    </a:lnTo>
                    <a:lnTo>
                      <a:pt x="858" y="404"/>
                    </a:lnTo>
                    <a:lnTo>
                      <a:pt x="860" y="405"/>
                    </a:lnTo>
                    <a:lnTo>
                      <a:pt x="861" y="406"/>
                    </a:lnTo>
                    <a:lnTo>
                      <a:pt x="862" y="407"/>
                    </a:lnTo>
                    <a:lnTo>
                      <a:pt x="864" y="406"/>
                    </a:lnTo>
                    <a:lnTo>
                      <a:pt x="865" y="410"/>
                    </a:lnTo>
                    <a:lnTo>
                      <a:pt x="866" y="411"/>
                    </a:lnTo>
                    <a:lnTo>
                      <a:pt x="868" y="413"/>
                    </a:lnTo>
                    <a:lnTo>
                      <a:pt x="869" y="411"/>
                    </a:lnTo>
                    <a:lnTo>
                      <a:pt x="870" y="414"/>
                    </a:lnTo>
                    <a:lnTo>
                      <a:pt x="872" y="415"/>
                    </a:lnTo>
                    <a:lnTo>
                      <a:pt x="873" y="420"/>
                    </a:lnTo>
                    <a:lnTo>
                      <a:pt x="874" y="421"/>
                    </a:lnTo>
                    <a:lnTo>
                      <a:pt x="876" y="427"/>
                    </a:lnTo>
                    <a:lnTo>
                      <a:pt x="877" y="432"/>
                    </a:lnTo>
                    <a:lnTo>
                      <a:pt x="879" y="434"/>
                    </a:lnTo>
                    <a:lnTo>
                      <a:pt x="880" y="436"/>
                    </a:lnTo>
                    <a:lnTo>
                      <a:pt x="881" y="436"/>
                    </a:lnTo>
                    <a:lnTo>
                      <a:pt x="883" y="438"/>
                    </a:lnTo>
                    <a:lnTo>
                      <a:pt x="884" y="437"/>
                    </a:lnTo>
                    <a:lnTo>
                      <a:pt x="885" y="439"/>
                    </a:lnTo>
                    <a:lnTo>
                      <a:pt x="887" y="439"/>
                    </a:lnTo>
                    <a:lnTo>
                      <a:pt x="888" y="436"/>
                    </a:lnTo>
                    <a:lnTo>
                      <a:pt x="889" y="434"/>
                    </a:lnTo>
                    <a:lnTo>
                      <a:pt x="891" y="432"/>
                    </a:lnTo>
                    <a:lnTo>
                      <a:pt x="892" y="429"/>
                    </a:lnTo>
                    <a:lnTo>
                      <a:pt x="893" y="426"/>
                    </a:lnTo>
                    <a:lnTo>
                      <a:pt x="895" y="421"/>
                    </a:lnTo>
                    <a:lnTo>
                      <a:pt x="896" y="421"/>
                    </a:lnTo>
                    <a:lnTo>
                      <a:pt x="897" y="417"/>
                    </a:lnTo>
                    <a:lnTo>
                      <a:pt x="899" y="421"/>
                    </a:lnTo>
                    <a:lnTo>
                      <a:pt x="900" y="413"/>
                    </a:lnTo>
                    <a:lnTo>
                      <a:pt x="901" y="413"/>
                    </a:lnTo>
                    <a:lnTo>
                      <a:pt x="903" y="413"/>
                    </a:lnTo>
                    <a:lnTo>
                      <a:pt x="904" y="414"/>
                    </a:lnTo>
                    <a:lnTo>
                      <a:pt x="905" y="415"/>
                    </a:lnTo>
                    <a:lnTo>
                      <a:pt x="907" y="415"/>
                    </a:lnTo>
                    <a:lnTo>
                      <a:pt x="908" y="412"/>
                    </a:lnTo>
                    <a:lnTo>
                      <a:pt x="909" y="414"/>
                    </a:lnTo>
                    <a:lnTo>
                      <a:pt x="911" y="416"/>
                    </a:lnTo>
                    <a:lnTo>
                      <a:pt x="912" y="419"/>
                    </a:lnTo>
                    <a:lnTo>
                      <a:pt x="913" y="416"/>
                    </a:lnTo>
                    <a:lnTo>
                      <a:pt x="915" y="418"/>
                    </a:lnTo>
                    <a:lnTo>
                      <a:pt x="916" y="420"/>
                    </a:lnTo>
                    <a:lnTo>
                      <a:pt x="918" y="422"/>
                    </a:lnTo>
                    <a:lnTo>
                      <a:pt x="919" y="419"/>
                    </a:lnTo>
                    <a:lnTo>
                      <a:pt x="920" y="422"/>
                    </a:lnTo>
                    <a:lnTo>
                      <a:pt x="922" y="423"/>
                    </a:lnTo>
                    <a:lnTo>
                      <a:pt x="923" y="427"/>
                    </a:lnTo>
                    <a:lnTo>
                      <a:pt x="924" y="430"/>
                    </a:lnTo>
                    <a:lnTo>
                      <a:pt x="926" y="431"/>
                    </a:lnTo>
                    <a:lnTo>
                      <a:pt x="927" y="433"/>
                    </a:lnTo>
                    <a:lnTo>
                      <a:pt x="928" y="440"/>
                    </a:lnTo>
                    <a:lnTo>
                      <a:pt x="930" y="437"/>
                    </a:lnTo>
                    <a:lnTo>
                      <a:pt x="931" y="438"/>
                    </a:lnTo>
                    <a:lnTo>
                      <a:pt x="932" y="436"/>
                    </a:lnTo>
                    <a:lnTo>
                      <a:pt x="934" y="435"/>
                    </a:lnTo>
                    <a:lnTo>
                      <a:pt x="935" y="433"/>
                    </a:lnTo>
                    <a:lnTo>
                      <a:pt x="936" y="433"/>
                    </a:lnTo>
                    <a:lnTo>
                      <a:pt x="938" y="427"/>
                    </a:lnTo>
                    <a:lnTo>
                      <a:pt x="939" y="428"/>
                    </a:lnTo>
                    <a:lnTo>
                      <a:pt x="940" y="428"/>
                    </a:lnTo>
                    <a:lnTo>
                      <a:pt x="942" y="429"/>
                    </a:lnTo>
                    <a:lnTo>
                      <a:pt x="943" y="430"/>
                    </a:lnTo>
                    <a:lnTo>
                      <a:pt x="944" y="430"/>
                    </a:lnTo>
                    <a:lnTo>
                      <a:pt x="946" y="433"/>
                    </a:lnTo>
                    <a:lnTo>
                      <a:pt x="947" y="430"/>
                    </a:lnTo>
                    <a:lnTo>
                      <a:pt x="948" y="433"/>
                    </a:lnTo>
                    <a:lnTo>
                      <a:pt x="950" y="434"/>
                    </a:lnTo>
                    <a:lnTo>
                      <a:pt x="951" y="434"/>
                    </a:lnTo>
                    <a:lnTo>
                      <a:pt x="952" y="437"/>
                    </a:lnTo>
                    <a:lnTo>
                      <a:pt x="954" y="439"/>
                    </a:lnTo>
                    <a:lnTo>
                      <a:pt x="955" y="447"/>
                    </a:lnTo>
                    <a:lnTo>
                      <a:pt x="956" y="449"/>
                    </a:lnTo>
                    <a:lnTo>
                      <a:pt x="958" y="450"/>
                    </a:lnTo>
                    <a:lnTo>
                      <a:pt x="959" y="446"/>
                    </a:lnTo>
                    <a:lnTo>
                      <a:pt x="961" y="444"/>
                    </a:lnTo>
                    <a:lnTo>
                      <a:pt x="962" y="444"/>
                    </a:lnTo>
                    <a:lnTo>
                      <a:pt x="963" y="441"/>
                    </a:lnTo>
                    <a:lnTo>
                      <a:pt x="965" y="440"/>
                    </a:lnTo>
                    <a:lnTo>
                      <a:pt x="966" y="439"/>
                    </a:lnTo>
                    <a:lnTo>
                      <a:pt x="967" y="436"/>
                    </a:lnTo>
                    <a:lnTo>
                      <a:pt x="969" y="435"/>
                    </a:lnTo>
                    <a:lnTo>
                      <a:pt x="970" y="440"/>
                    </a:lnTo>
                    <a:lnTo>
                      <a:pt x="971" y="444"/>
                    </a:lnTo>
                    <a:lnTo>
                      <a:pt x="973" y="443"/>
                    </a:lnTo>
                    <a:lnTo>
                      <a:pt x="974" y="443"/>
                    </a:lnTo>
                    <a:lnTo>
                      <a:pt x="975" y="444"/>
                    </a:lnTo>
                    <a:lnTo>
                      <a:pt x="977" y="446"/>
                    </a:lnTo>
                    <a:lnTo>
                      <a:pt x="978" y="449"/>
                    </a:lnTo>
                    <a:lnTo>
                      <a:pt x="979" y="442"/>
                    </a:lnTo>
                    <a:lnTo>
                      <a:pt x="981" y="444"/>
                    </a:lnTo>
                    <a:lnTo>
                      <a:pt x="982" y="444"/>
                    </a:lnTo>
                    <a:lnTo>
                      <a:pt x="983" y="441"/>
                    </a:lnTo>
                    <a:lnTo>
                      <a:pt x="985" y="437"/>
                    </a:lnTo>
                    <a:lnTo>
                      <a:pt x="986" y="435"/>
                    </a:lnTo>
                    <a:lnTo>
                      <a:pt x="987" y="444"/>
                    </a:lnTo>
                    <a:lnTo>
                      <a:pt x="989" y="441"/>
                    </a:lnTo>
                    <a:lnTo>
                      <a:pt x="990" y="442"/>
                    </a:lnTo>
                    <a:lnTo>
                      <a:pt x="991" y="439"/>
                    </a:lnTo>
                    <a:lnTo>
                      <a:pt x="993" y="442"/>
                    </a:lnTo>
                    <a:lnTo>
                      <a:pt x="994" y="443"/>
                    </a:lnTo>
                    <a:lnTo>
                      <a:pt x="995" y="445"/>
                    </a:lnTo>
                    <a:lnTo>
                      <a:pt x="997" y="447"/>
                    </a:lnTo>
                    <a:lnTo>
                      <a:pt x="998" y="450"/>
                    </a:lnTo>
                    <a:lnTo>
                      <a:pt x="999" y="453"/>
                    </a:lnTo>
                    <a:lnTo>
                      <a:pt x="1001" y="456"/>
                    </a:lnTo>
                    <a:lnTo>
                      <a:pt x="1002" y="459"/>
                    </a:lnTo>
                    <a:lnTo>
                      <a:pt x="1004" y="464"/>
                    </a:lnTo>
                    <a:lnTo>
                      <a:pt x="1005" y="470"/>
                    </a:lnTo>
                    <a:lnTo>
                      <a:pt x="1006" y="470"/>
                    </a:lnTo>
                    <a:lnTo>
                      <a:pt x="1008" y="472"/>
                    </a:lnTo>
                    <a:lnTo>
                      <a:pt x="1009" y="468"/>
                    </a:lnTo>
                    <a:lnTo>
                      <a:pt x="1010" y="468"/>
                    </a:lnTo>
                    <a:lnTo>
                      <a:pt x="1012" y="469"/>
                    </a:lnTo>
                    <a:lnTo>
                      <a:pt x="1013" y="469"/>
                    </a:lnTo>
                    <a:lnTo>
                      <a:pt x="1014" y="469"/>
                    </a:lnTo>
                    <a:lnTo>
                      <a:pt x="1016" y="466"/>
                    </a:lnTo>
                    <a:lnTo>
                      <a:pt x="1017" y="466"/>
                    </a:lnTo>
                    <a:lnTo>
                      <a:pt x="1018" y="461"/>
                    </a:lnTo>
                    <a:lnTo>
                      <a:pt x="1020" y="462"/>
                    </a:lnTo>
                    <a:lnTo>
                      <a:pt x="1021" y="457"/>
                    </a:lnTo>
                    <a:lnTo>
                      <a:pt x="1022" y="457"/>
                    </a:lnTo>
                    <a:lnTo>
                      <a:pt x="1024" y="456"/>
                    </a:lnTo>
                    <a:lnTo>
                      <a:pt x="1025" y="451"/>
                    </a:lnTo>
                    <a:lnTo>
                      <a:pt x="1026" y="454"/>
                    </a:lnTo>
                    <a:lnTo>
                      <a:pt x="1028" y="455"/>
                    </a:lnTo>
                    <a:lnTo>
                      <a:pt x="1029" y="457"/>
                    </a:lnTo>
                    <a:lnTo>
                      <a:pt x="1030" y="461"/>
                    </a:lnTo>
                    <a:lnTo>
                      <a:pt x="1032" y="465"/>
                    </a:lnTo>
                    <a:lnTo>
                      <a:pt x="1033" y="466"/>
                    </a:lnTo>
                    <a:lnTo>
                      <a:pt x="1034" y="471"/>
                    </a:lnTo>
                    <a:lnTo>
                      <a:pt x="1036" y="471"/>
                    </a:lnTo>
                    <a:lnTo>
                      <a:pt x="1037" y="470"/>
                    </a:lnTo>
                    <a:lnTo>
                      <a:pt x="1038" y="474"/>
                    </a:lnTo>
                    <a:lnTo>
                      <a:pt x="1040" y="474"/>
                    </a:lnTo>
                    <a:lnTo>
                      <a:pt x="1041" y="470"/>
                    </a:lnTo>
                    <a:lnTo>
                      <a:pt x="1042" y="471"/>
                    </a:lnTo>
                    <a:lnTo>
                      <a:pt x="1044" y="467"/>
                    </a:lnTo>
                    <a:lnTo>
                      <a:pt x="1045" y="471"/>
                    </a:lnTo>
                    <a:lnTo>
                      <a:pt x="1047" y="468"/>
                    </a:lnTo>
                    <a:lnTo>
                      <a:pt x="1048" y="465"/>
                    </a:lnTo>
                    <a:lnTo>
                      <a:pt x="1049" y="460"/>
                    </a:lnTo>
                    <a:lnTo>
                      <a:pt x="1051" y="457"/>
                    </a:lnTo>
                    <a:lnTo>
                      <a:pt x="1052" y="453"/>
                    </a:lnTo>
                    <a:lnTo>
                      <a:pt x="1053" y="455"/>
                    </a:lnTo>
                    <a:lnTo>
                      <a:pt x="1055" y="453"/>
                    </a:lnTo>
                    <a:lnTo>
                      <a:pt x="1056" y="455"/>
                    </a:lnTo>
                    <a:lnTo>
                      <a:pt x="1057" y="454"/>
                    </a:lnTo>
                    <a:lnTo>
                      <a:pt x="1059" y="458"/>
                    </a:lnTo>
                    <a:lnTo>
                      <a:pt x="1060" y="459"/>
                    </a:lnTo>
                    <a:lnTo>
                      <a:pt x="1061" y="464"/>
                    </a:lnTo>
                    <a:lnTo>
                      <a:pt x="1063" y="468"/>
                    </a:lnTo>
                    <a:lnTo>
                      <a:pt x="1064" y="468"/>
                    </a:lnTo>
                    <a:lnTo>
                      <a:pt x="1065" y="472"/>
                    </a:lnTo>
                    <a:lnTo>
                      <a:pt x="1067" y="471"/>
                    </a:lnTo>
                    <a:lnTo>
                      <a:pt x="1068" y="472"/>
                    </a:lnTo>
                    <a:lnTo>
                      <a:pt x="1069" y="475"/>
                    </a:lnTo>
                    <a:lnTo>
                      <a:pt x="1071" y="478"/>
                    </a:lnTo>
                    <a:lnTo>
                      <a:pt x="1072" y="480"/>
                    </a:lnTo>
                    <a:lnTo>
                      <a:pt x="1073" y="480"/>
                    </a:lnTo>
                    <a:lnTo>
                      <a:pt x="1075" y="481"/>
                    </a:lnTo>
                    <a:lnTo>
                      <a:pt x="1076" y="480"/>
                    </a:lnTo>
                    <a:lnTo>
                      <a:pt x="1077" y="484"/>
                    </a:lnTo>
                    <a:lnTo>
                      <a:pt x="1079" y="483"/>
                    </a:lnTo>
                    <a:lnTo>
                      <a:pt x="1080" y="473"/>
                    </a:lnTo>
                    <a:lnTo>
                      <a:pt x="1081" y="474"/>
                    </a:lnTo>
                    <a:lnTo>
                      <a:pt x="1083" y="475"/>
                    </a:lnTo>
                    <a:lnTo>
                      <a:pt x="1084" y="476"/>
                    </a:lnTo>
                    <a:lnTo>
                      <a:pt x="1086" y="475"/>
                    </a:lnTo>
                    <a:lnTo>
                      <a:pt x="1087" y="475"/>
                    </a:lnTo>
                    <a:lnTo>
                      <a:pt x="1088" y="476"/>
                    </a:lnTo>
                    <a:lnTo>
                      <a:pt x="1090" y="482"/>
                    </a:lnTo>
                    <a:lnTo>
                      <a:pt x="1091" y="484"/>
                    </a:lnTo>
                    <a:lnTo>
                      <a:pt x="1092" y="482"/>
                    </a:lnTo>
                    <a:lnTo>
                      <a:pt x="1094" y="482"/>
                    </a:lnTo>
                    <a:lnTo>
                      <a:pt x="1095" y="484"/>
                    </a:lnTo>
                    <a:lnTo>
                      <a:pt x="1096" y="485"/>
                    </a:lnTo>
                    <a:lnTo>
                      <a:pt x="1098" y="483"/>
                    </a:lnTo>
                    <a:lnTo>
                      <a:pt x="1099" y="485"/>
                    </a:lnTo>
                    <a:lnTo>
                      <a:pt x="1100" y="485"/>
                    </a:lnTo>
                    <a:lnTo>
                      <a:pt x="1102" y="486"/>
                    </a:lnTo>
                    <a:lnTo>
                      <a:pt x="1103" y="486"/>
                    </a:lnTo>
                    <a:lnTo>
                      <a:pt x="1104" y="484"/>
                    </a:lnTo>
                    <a:lnTo>
                      <a:pt x="1106" y="481"/>
                    </a:lnTo>
                    <a:lnTo>
                      <a:pt x="1107" y="482"/>
                    </a:lnTo>
                    <a:lnTo>
                      <a:pt x="1108" y="480"/>
                    </a:lnTo>
                    <a:lnTo>
                      <a:pt x="1110" y="477"/>
                    </a:lnTo>
                    <a:lnTo>
                      <a:pt x="1111" y="474"/>
                    </a:lnTo>
                    <a:lnTo>
                      <a:pt x="1112" y="471"/>
                    </a:lnTo>
                    <a:lnTo>
                      <a:pt x="1114" y="471"/>
                    </a:lnTo>
                    <a:lnTo>
                      <a:pt x="1115" y="476"/>
                    </a:lnTo>
                    <a:lnTo>
                      <a:pt x="1116" y="476"/>
                    </a:lnTo>
                    <a:lnTo>
                      <a:pt x="1118" y="474"/>
                    </a:lnTo>
                    <a:lnTo>
                      <a:pt x="1119" y="473"/>
                    </a:lnTo>
                    <a:lnTo>
                      <a:pt x="1120" y="477"/>
                    </a:lnTo>
                    <a:lnTo>
                      <a:pt x="1122" y="481"/>
                    </a:lnTo>
                    <a:lnTo>
                      <a:pt x="1123" y="484"/>
                    </a:lnTo>
                    <a:lnTo>
                      <a:pt x="1124" y="483"/>
                    </a:lnTo>
                    <a:lnTo>
                      <a:pt x="1126" y="481"/>
                    </a:lnTo>
                    <a:lnTo>
                      <a:pt x="1127" y="483"/>
                    </a:lnTo>
                    <a:lnTo>
                      <a:pt x="1129" y="486"/>
                    </a:lnTo>
                    <a:lnTo>
                      <a:pt x="1130" y="487"/>
                    </a:lnTo>
                    <a:lnTo>
                      <a:pt x="1131" y="483"/>
                    </a:lnTo>
                    <a:lnTo>
                      <a:pt x="1133" y="485"/>
                    </a:lnTo>
                    <a:lnTo>
                      <a:pt x="1134" y="486"/>
                    </a:lnTo>
                    <a:lnTo>
                      <a:pt x="1135" y="485"/>
                    </a:lnTo>
                    <a:lnTo>
                      <a:pt x="1137" y="487"/>
                    </a:lnTo>
                    <a:lnTo>
                      <a:pt x="1138" y="482"/>
                    </a:lnTo>
                    <a:lnTo>
                      <a:pt x="1139" y="488"/>
                    </a:lnTo>
                    <a:lnTo>
                      <a:pt x="1141" y="485"/>
                    </a:lnTo>
                    <a:lnTo>
                      <a:pt x="1142" y="484"/>
                    </a:lnTo>
                    <a:lnTo>
                      <a:pt x="1143" y="488"/>
                    </a:lnTo>
                    <a:lnTo>
                      <a:pt x="1145" y="490"/>
                    </a:lnTo>
                    <a:lnTo>
                      <a:pt x="1146" y="489"/>
                    </a:lnTo>
                    <a:lnTo>
                      <a:pt x="1147" y="489"/>
                    </a:lnTo>
                    <a:lnTo>
                      <a:pt x="1149" y="493"/>
                    </a:lnTo>
                    <a:lnTo>
                      <a:pt x="1150" y="495"/>
                    </a:lnTo>
                    <a:lnTo>
                      <a:pt x="1151" y="491"/>
                    </a:lnTo>
                    <a:lnTo>
                      <a:pt x="1153" y="493"/>
                    </a:lnTo>
                    <a:lnTo>
                      <a:pt x="1154" y="491"/>
                    </a:lnTo>
                    <a:lnTo>
                      <a:pt x="1155" y="494"/>
                    </a:lnTo>
                    <a:lnTo>
                      <a:pt x="1157" y="497"/>
                    </a:lnTo>
                    <a:lnTo>
                      <a:pt x="1158" y="492"/>
                    </a:lnTo>
                    <a:lnTo>
                      <a:pt x="1159" y="493"/>
                    </a:lnTo>
                    <a:lnTo>
                      <a:pt x="1161" y="495"/>
                    </a:lnTo>
                    <a:lnTo>
                      <a:pt x="1162" y="495"/>
                    </a:lnTo>
                    <a:lnTo>
                      <a:pt x="1163" y="498"/>
                    </a:lnTo>
                    <a:lnTo>
                      <a:pt x="1165" y="500"/>
                    </a:lnTo>
                    <a:lnTo>
                      <a:pt x="1166" y="500"/>
                    </a:lnTo>
                    <a:lnTo>
                      <a:pt x="1167" y="504"/>
                    </a:lnTo>
                    <a:lnTo>
                      <a:pt x="1169" y="503"/>
                    </a:lnTo>
                    <a:lnTo>
                      <a:pt x="1170" y="503"/>
                    </a:lnTo>
                    <a:lnTo>
                      <a:pt x="1172" y="506"/>
                    </a:lnTo>
                    <a:lnTo>
                      <a:pt x="1173" y="504"/>
                    </a:lnTo>
                    <a:lnTo>
                      <a:pt x="1174" y="507"/>
                    </a:lnTo>
                    <a:lnTo>
                      <a:pt x="1176" y="508"/>
                    </a:lnTo>
                    <a:lnTo>
                      <a:pt x="1177" y="508"/>
                    </a:lnTo>
                    <a:lnTo>
                      <a:pt x="1178" y="508"/>
                    </a:lnTo>
                    <a:lnTo>
                      <a:pt x="1180" y="510"/>
                    </a:lnTo>
                    <a:lnTo>
                      <a:pt x="1181" y="513"/>
                    </a:lnTo>
                    <a:lnTo>
                      <a:pt x="1182" y="514"/>
                    </a:lnTo>
                    <a:lnTo>
                      <a:pt x="1184" y="511"/>
                    </a:lnTo>
                    <a:lnTo>
                      <a:pt x="1185" y="511"/>
                    </a:lnTo>
                    <a:lnTo>
                      <a:pt x="1186" y="515"/>
                    </a:lnTo>
                    <a:lnTo>
                      <a:pt x="1188" y="514"/>
                    </a:lnTo>
                    <a:lnTo>
                      <a:pt x="1189" y="511"/>
                    </a:lnTo>
                    <a:lnTo>
                      <a:pt x="1190" y="511"/>
                    </a:lnTo>
                    <a:lnTo>
                      <a:pt x="1192" y="510"/>
                    </a:lnTo>
                    <a:lnTo>
                      <a:pt x="1193" y="507"/>
                    </a:lnTo>
                    <a:lnTo>
                      <a:pt x="1194" y="506"/>
                    </a:lnTo>
                    <a:lnTo>
                      <a:pt x="1196" y="506"/>
                    </a:lnTo>
                    <a:lnTo>
                      <a:pt x="1197" y="506"/>
                    </a:lnTo>
                    <a:lnTo>
                      <a:pt x="1198" y="509"/>
                    </a:lnTo>
                    <a:lnTo>
                      <a:pt x="1200" y="510"/>
                    </a:lnTo>
                    <a:lnTo>
                      <a:pt x="1201" y="510"/>
                    </a:lnTo>
                    <a:lnTo>
                      <a:pt x="1202" y="511"/>
                    </a:lnTo>
                    <a:lnTo>
                      <a:pt x="1204" y="513"/>
                    </a:lnTo>
                    <a:lnTo>
                      <a:pt x="1205" y="511"/>
                    </a:lnTo>
                    <a:lnTo>
                      <a:pt x="1206" y="510"/>
                    </a:lnTo>
                    <a:lnTo>
                      <a:pt x="1208" y="513"/>
                    </a:lnTo>
                    <a:lnTo>
                      <a:pt x="1209" y="512"/>
                    </a:lnTo>
                    <a:lnTo>
                      <a:pt x="1210" y="510"/>
                    </a:lnTo>
                    <a:lnTo>
                      <a:pt x="1212" y="510"/>
                    </a:lnTo>
                    <a:lnTo>
                      <a:pt x="1213" y="508"/>
                    </a:lnTo>
                    <a:lnTo>
                      <a:pt x="1215" y="513"/>
                    </a:lnTo>
                    <a:lnTo>
                      <a:pt x="1216" y="513"/>
                    </a:lnTo>
                    <a:lnTo>
                      <a:pt x="1217" y="516"/>
                    </a:lnTo>
                    <a:lnTo>
                      <a:pt x="1219" y="519"/>
                    </a:lnTo>
                    <a:lnTo>
                      <a:pt x="1220" y="521"/>
                    </a:lnTo>
                    <a:lnTo>
                      <a:pt x="1221" y="529"/>
                    </a:lnTo>
                    <a:lnTo>
                      <a:pt x="1223" y="534"/>
                    </a:lnTo>
                    <a:lnTo>
                      <a:pt x="1224" y="538"/>
                    </a:lnTo>
                    <a:lnTo>
                      <a:pt x="1225" y="543"/>
                    </a:lnTo>
                    <a:lnTo>
                      <a:pt x="1227" y="540"/>
                    </a:lnTo>
                    <a:lnTo>
                      <a:pt x="1228" y="544"/>
                    </a:lnTo>
                    <a:lnTo>
                      <a:pt x="1229" y="544"/>
                    </a:lnTo>
                    <a:lnTo>
                      <a:pt x="1231" y="540"/>
                    </a:lnTo>
                    <a:lnTo>
                      <a:pt x="1232" y="536"/>
                    </a:lnTo>
                    <a:lnTo>
                      <a:pt x="1233" y="537"/>
                    </a:lnTo>
                    <a:lnTo>
                      <a:pt x="1235" y="538"/>
                    </a:lnTo>
                    <a:lnTo>
                      <a:pt x="1236" y="536"/>
                    </a:lnTo>
                    <a:lnTo>
                      <a:pt x="1237" y="534"/>
                    </a:lnTo>
                    <a:lnTo>
                      <a:pt x="1239" y="533"/>
                    </a:lnTo>
                    <a:lnTo>
                      <a:pt x="1240" y="534"/>
                    </a:lnTo>
                    <a:lnTo>
                      <a:pt x="1241" y="531"/>
                    </a:lnTo>
                    <a:lnTo>
                      <a:pt x="1243" y="531"/>
                    </a:lnTo>
                    <a:lnTo>
                      <a:pt x="1244" y="532"/>
                    </a:lnTo>
                    <a:lnTo>
                      <a:pt x="1245" y="529"/>
                    </a:lnTo>
                    <a:lnTo>
                      <a:pt x="1247" y="530"/>
                    </a:lnTo>
                    <a:lnTo>
                      <a:pt x="1248" y="529"/>
                    </a:lnTo>
                    <a:lnTo>
                      <a:pt x="1249" y="528"/>
                    </a:lnTo>
                    <a:lnTo>
                      <a:pt x="1251" y="527"/>
                    </a:lnTo>
                    <a:lnTo>
                      <a:pt x="1252" y="520"/>
                    </a:lnTo>
                    <a:lnTo>
                      <a:pt x="1254" y="523"/>
                    </a:lnTo>
                    <a:lnTo>
                      <a:pt x="1255" y="520"/>
                    </a:lnTo>
                    <a:lnTo>
                      <a:pt x="1256" y="517"/>
                    </a:lnTo>
                    <a:lnTo>
                      <a:pt x="1258" y="513"/>
                    </a:lnTo>
                    <a:lnTo>
                      <a:pt x="1259" y="514"/>
                    </a:lnTo>
                    <a:lnTo>
                      <a:pt x="1260" y="513"/>
                    </a:lnTo>
                    <a:lnTo>
                      <a:pt x="1262" y="514"/>
                    </a:lnTo>
                    <a:lnTo>
                      <a:pt x="1263" y="513"/>
                    </a:lnTo>
                    <a:lnTo>
                      <a:pt x="1264" y="517"/>
                    </a:lnTo>
                    <a:lnTo>
                      <a:pt x="1266" y="520"/>
                    </a:lnTo>
                    <a:lnTo>
                      <a:pt x="1267" y="523"/>
                    </a:lnTo>
                    <a:lnTo>
                      <a:pt x="1268" y="527"/>
                    </a:lnTo>
                    <a:lnTo>
                      <a:pt x="1270" y="534"/>
                    </a:lnTo>
                    <a:lnTo>
                      <a:pt x="1271" y="534"/>
                    </a:lnTo>
                    <a:lnTo>
                      <a:pt x="1272" y="535"/>
                    </a:lnTo>
                    <a:lnTo>
                      <a:pt x="1274" y="533"/>
                    </a:lnTo>
                    <a:lnTo>
                      <a:pt x="1275" y="539"/>
                    </a:lnTo>
                    <a:lnTo>
                      <a:pt x="1276" y="541"/>
                    </a:lnTo>
                    <a:lnTo>
                      <a:pt x="1278" y="539"/>
                    </a:lnTo>
                    <a:lnTo>
                      <a:pt x="1279" y="540"/>
                    </a:lnTo>
                    <a:lnTo>
                      <a:pt x="1280" y="544"/>
                    </a:lnTo>
                    <a:lnTo>
                      <a:pt x="1282" y="551"/>
                    </a:lnTo>
                    <a:lnTo>
                      <a:pt x="1283" y="554"/>
                    </a:lnTo>
                    <a:lnTo>
                      <a:pt x="1284" y="557"/>
                    </a:lnTo>
                    <a:lnTo>
                      <a:pt x="1286" y="559"/>
                    </a:lnTo>
                    <a:lnTo>
                      <a:pt x="1287" y="560"/>
                    </a:lnTo>
                    <a:lnTo>
                      <a:pt x="1288" y="558"/>
                    </a:lnTo>
                    <a:lnTo>
                      <a:pt x="1290" y="554"/>
                    </a:lnTo>
                    <a:lnTo>
                      <a:pt x="1291" y="549"/>
                    </a:lnTo>
                    <a:lnTo>
                      <a:pt x="1292" y="544"/>
                    </a:lnTo>
                    <a:lnTo>
                      <a:pt x="1294" y="543"/>
                    </a:lnTo>
                    <a:lnTo>
                      <a:pt x="1295" y="540"/>
                    </a:lnTo>
                    <a:lnTo>
                      <a:pt x="1297" y="540"/>
                    </a:lnTo>
                    <a:lnTo>
                      <a:pt x="1298" y="540"/>
                    </a:lnTo>
                    <a:lnTo>
                      <a:pt x="1299" y="541"/>
                    </a:lnTo>
                    <a:lnTo>
                      <a:pt x="1301" y="536"/>
                    </a:lnTo>
                    <a:lnTo>
                      <a:pt x="1302" y="531"/>
                    </a:lnTo>
                    <a:lnTo>
                      <a:pt x="1303" y="531"/>
                    </a:lnTo>
                    <a:lnTo>
                      <a:pt x="1305" y="527"/>
                    </a:lnTo>
                    <a:lnTo>
                      <a:pt x="1306" y="525"/>
                    </a:lnTo>
                    <a:lnTo>
                      <a:pt x="1307" y="524"/>
                    </a:lnTo>
                    <a:lnTo>
                      <a:pt x="1309" y="521"/>
                    </a:lnTo>
                    <a:lnTo>
                      <a:pt x="1310" y="525"/>
                    </a:lnTo>
                    <a:lnTo>
                      <a:pt x="1311" y="531"/>
                    </a:lnTo>
                    <a:lnTo>
                      <a:pt x="1313" y="535"/>
                    </a:lnTo>
                    <a:lnTo>
                      <a:pt x="1314" y="537"/>
                    </a:lnTo>
                    <a:lnTo>
                      <a:pt x="1315" y="537"/>
                    </a:lnTo>
                    <a:lnTo>
                      <a:pt x="1317" y="538"/>
                    </a:lnTo>
                    <a:lnTo>
                      <a:pt x="1318" y="543"/>
                    </a:lnTo>
                    <a:lnTo>
                      <a:pt x="1319" y="539"/>
                    </a:lnTo>
                    <a:lnTo>
                      <a:pt x="1321" y="534"/>
                    </a:lnTo>
                    <a:lnTo>
                      <a:pt x="1322" y="531"/>
                    </a:lnTo>
                    <a:lnTo>
                      <a:pt x="1323" y="529"/>
                    </a:lnTo>
                    <a:lnTo>
                      <a:pt x="1325" y="533"/>
                    </a:lnTo>
                    <a:lnTo>
                      <a:pt x="1326" y="531"/>
                    </a:lnTo>
                    <a:lnTo>
                      <a:pt x="1327" y="534"/>
                    </a:lnTo>
                    <a:lnTo>
                      <a:pt x="1329" y="527"/>
                    </a:lnTo>
                    <a:lnTo>
                      <a:pt x="1330" y="534"/>
                    </a:lnTo>
                    <a:lnTo>
                      <a:pt x="1331" y="537"/>
                    </a:lnTo>
                    <a:lnTo>
                      <a:pt x="1333" y="538"/>
                    </a:lnTo>
                    <a:lnTo>
                      <a:pt x="1334" y="542"/>
                    </a:lnTo>
                    <a:lnTo>
                      <a:pt x="1335" y="543"/>
                    </a:lnTo>
                    <a:lnTo>
                      <a:pt x="1337" y="541"/>
                    </a:lnTo>
                    <a:lnTo>
                      <a:pt x="1338" y="542"/>
                    </a:lnTo>
                    <a:lnTo>
                      <a:pt x="1340" y="544"/>
                    </a:lnTo>
                    <a:lnTo>
                      <a:pt x="1341" y="542"/>
                    </a:lnTo>
                    <a:lnTo>
                      <a:pt x="1342" y="537"/>
                    </a:lnTo>
                    <a:lnTo>
                      <a:pt x="1344" y="537"/>
                    </a:lnTo>
                    <a:lnTo>
                      <a:pt x="1345" y="538"/>
                    </a:lnTo>
                    <a:lnTo>
                      <a:pt x="1346" y="538"/>
                    </a:lnTo>
                    <a:lnTo>
                      <a:pt x="1348" y="542"/>
                    </a:lnTo>
                    <a:lnTo>
                      <a:pt x="1349" y="537"/>
                    </a:lnTo>
                    <a:lnTo>
                      <a:pt x="1350" y="538"/>
                    </a:lnTo>
                    <a:lnTo>
                      <a:pt x="1352" y="537"/>
                    </a:lnTo>
                    <a:lnTo>
                      <a:pt x="1353" y="541"/>
                    </a:lnTo>
                    <a:lnTo>
                      <a:pt x="1354" y="541"/>
                    </a:lnTo>
                    <a:lnTo>
                      <a:pt x="1356" y="543"/>
                    </a:lnTo>
                    <a:lnTo>
                      <a:pt x="1357" y="542"/>
                    </a:lnTo>
                    <a:lnTo>
                      <a:pt x="1358" y="544"/>
                    </a:lnTo>
                    <a:lnTo>
                      <a:pt x="1360" y="551"/>
                    </a:lnTo>
                    <a:lnTo>
                      <a:pt x="1361" y="550"/>
                    </a:lnTo>
                    <a:lnTo>
                      <a:pt x="1362" y="548"/>
                    </a:lnTo>
                    <a:lnTo>
                      <a:pt x="1364" y="544"/>
                    </a:lnTo>
                    <a:lnTo>
                      <a:pt x="1365" y="548"/>
                    </a:lnTo>
                    <a:lnTo>
                      <a:pt x="1366" y="549"/>
                    </a:lnTo>
                    <a:lnTo>
                      <a:pt x="1368" y="550"/>
                    </a:lnTo>
                    <a:lnTo>
                      <a:pt x="1369" y="548"/>
                    </a:lnTo>
                    <a:lnTo>
                      <a:pt x="1370" y="547"/>
                    </a:lnTo>
                    <a:lnTo>
                      <a:pt x="1372" y="550"/>
                    </a:lnTo>
                    <a:lnTo>
                      <a:pt x="1373" y="548"/>
                    </a:lnTo>
                    <a:lnTo>
                      <a:pt x="1374" y="546"/>
                    </a:lnTo>
                    <a:lnTo>
                      <a:pt x="1376" y="539"/>
                    </a:lnTo>
                    <a:lnTo>
                      <a:pt x="1377" y="536"/>
                    </a:lnTo>
                    <a:lnTo>
                      <a:pt x="1378" y="534"/>
                    </a:lnTo>
                    <a:lnTo>
                      <a:pt x="1380" y="533"/>
                    </a:lnTo>
                    <a:lnTo>
                      <a:pt x="1381" y="535"/>
                    </a:lnTo>
                    <a:lnTo>
                      <a:pt x="1383" y="536"/>
                    </a:lnTo>
                    <a:lnTo>
                      <a:pt x="1384" y="534"/>
                    </a:lnTo>
                    <a:lnTo>
                      <a:pt x="1385" y="541"/>
                    </a:lnTo>
                    <a:lnTo>
                      <a:pt x="1387" y="545"/>
                    </a:lnTo>
                    <a:lnTo>
                      <a:pt x="1388" y="545"/>
                    </a:lnTo>
                    <a:lnTo>
                      <a:pt x="1389" y="547"/>
                    </a:lnTo>
                    <a:lnTo>
                      <a:pt x="1391" y="546"/>
                    </a:lnTo>
                    <a:lnTo>
                      <a:pt x="1392" y="543"/>
                    </a:lnTo>
                    <a:lnTo>
                      <a:pt x="1393" y="548"/>
                    </a:lnTo>
                    <a:lnTo>
                      <a:pt x="1395" y="548"/>
                    </a:lnTo>
                    <a:lnTo>
                      <a:pt x="1396" y="550"/>
                    </a:lnTo>
                    <a:lnTo>
                      <a:pt x="1397" y="550"/>
                    </a:lnTo>
                    <a:lnTo>
                      <a:pt x="1399" y="550"/>
                    </a:lnTo>
                    <a:lnTo>
                      <a:pt x="1400" y="550"/>
                    </a:lnTo>
                    <a:lnTo>
                      <a:pt x="1401" y="559"/>
                    </a:lnTo>
                    <a:lnTo>
                      <a:pt x="1403" y="557"/>
                    </a:lnTo>
                    <a:lnTo>
                      <a:pt x="1404" y="554"/>
                    </a:lnTo>
                    <a:lnTo>
                      <a:pt x="1405" y="550"/>
                    </a:lnTo>
                    <a:lnTo>
                      <a:pt x="1407" y="551"/>
                    </a:lnTo>
                    <a:lnTo>
                      <a:pt x="1408" y="552"/>
                    </a:lnTo>
                    <a:lnTo>
                      <a:pt x="1409" y="556"/>
                    </a:lnTo>
                    <a:lnTo>
                      <a:pt x="1411" y="553"/>
                    </a:lnTo>
                    <a:lnTo>
                      <a:pt x="1412" y="557"/>
                    </a:lnTo>
                    <a:lnTo>
                      <a:pt x="1413" y="554"/>
                    </a:lnTo>
                    <a:lnTo>
                      <a:pt x="1415" y="559"/>
                    </a:lnTo>
                    <a:lnTo>
                      <a:pt x="1416" y="564"/>
                    </a:lnTo>
                    <a:lnTo>
                      <a:pt x="1417" y="565"/>
                    </a:lnTo>
                    <a:lnTo>
                      <a:pt x="1419" y="562"/>
                    </a:lnTo>
                    <a:lnTo>
                      <a:pt x="1420" y="563"/>
                    </a:lnTo>
                    <a:lnTo>
                      <a:pt x="1422" y="563"/>
                    </a:lnTo>
                    <a:lnTo>
                      <a:pt x="1423" y="565"/>
                    </a:lnTo>
                    <a:lnTo>
                      <a:pt x="1424" y="566"/>
                    </a:lnTo>
                  </a:path>
                </a:pathLst>
              </a:custGeom>
              <a:noFill/>
              <a:ln cap="flat" cmpd="sng" w="2540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5"/>
              <p:cNvSpPr/>
              <p:nvPr/>
            </p:nvSpPr>
            <p:spPr>
              <a:xfrm flipH="1" rot="10800000">
                <a:off x="6726238" y="4214813"/>
                <a:ext cx="3762375" cy="1616075"/>
              </a:xfrm>
              <a:custGeom>
                <a:rect b="b" l="l" r="r" t="t"/>
                <a:pathLst>
                  <a:path extrusionOk="0" h="733" w="1424">
                    <a:moveTo>
                      <a:pt x="0" y="475"/>
                    </a:moveTo>
                    <a:lnTo>
                      <a:pt x="1" y="486"/>
                    </a:lnTo>
                    <a:lnTo>
                      <a:pt x="2" y="495"/>
                    </a:lnTo>
                    <a:lnTo>
                      <a:pt x="4" y="496"/>
                    </a:lnTo>
                    <a:lnTo>
                      <a:pt x="5" y="496"/>
                    </a:lnTo>
                    <a:lnTo>
                      <a:pt x="6" y="500"/>
                    </a:lnTo>
                    <a:lnTo>
                      <a:pt x="8" y="499"/>
                    </a:lnTo>
                    <a:lnTo>
                      <a:pt x="9" y="494"/>
                    </a:lnTo>
                    <a:lnTo>
                      <a:pt x="10" y="494"/>
                    </a:lnTo>
                    <a:lnTo>
                      <a:pt x="12" y="491"/>
                    </a:lnTo>
                    <a:lnTo>
                      <a:pt x="13" y="490"/>
                    </a:lnTo>
                    <a:lnTo>
                      <a:pt x="14" y="490"/>
                    </a:lnTo>
                    <a:lnTo>
                      <a:pt x="16" y="489"/>
                    </a:lnTo>
                    <a:lnTo>
                      <a:pt x="17" y="489"/>
                    </a:lnTo>
                    <a:lnTo>
                      <a:pt x="18" y="488"/>
                    </a:lnTo>
                    <a:lnTo>
                      <a:pt x="20" y="483"/>
                    </a:lnTo>
                    <a:lnTo>
                      <a:pt x="21" y="477"/>
                    </a:lnTo>
                    <a:lnTo>
                      <a:pt x="22" y="481"/>
                    </a:lnTo>
                    <a:lnTo>
                      <a:pt x="24" y="476"/>
                    </a:lnTo>
                    <a:lnTo>
                      <a:pt x="25" y="483"/>
                    </a:lnTo>
                    <a:lnTo>
                      <a:pt x="26" y="489"/>
                    </a:lnTo>
                    <a:lnTo>
                      <a:pt x="28" y="492"/>
                    </a:lnTo>
                    <a:lnTo>
                      <a:pt x="29" y="501"/>
                    </a:lnTo>
                    <a:lnTo>
                      <a:pt x="30" y="501"/>
                    </a:lnTo>
                    <a:lnTo>
                      <a:pt x="32" y="502"/>
                    </a:lnTo>
                    <a:lnTo>
                      <a:pt x="33" y="501"/>
                    </a:lnTo>
                    <a:lnTo>
                      <a:pt x="34" y="498"/>
                    </a:lnTo>
                    <a:lnTo>
                      <a:pt x="36" y="496"/>
                    </a:lnTo>
                    <a:lnTo>
                      <a:pt x="37" y="493"/>
                    </a:lnTo>
                    <a:lnTo>
                      <a:pt x="39" y="487"/>
                    </a:lnTo>
                    <a:lnTo>
                      <a:pt x="40" y="483"/>
                    </a:lnTo>
                    <a:lnTo>
                      <a:pt x="41" y="482"/>
                    </a:lnTo>
                    <a:lnTo>
                      <a:pt x="43" y="481"/>
                    </a:lnTo>
                    <a:lnTo>
                      <a:pt x="44" y="482"/>
                    </a:lnTo>
                    <a:lnTo>
                      <a:pt x="45" y="482"/>
                    </a:lnTo>
                    <a:lnTo>
                      <a:pt x="47" y="487"/>
                    </a:lnTo>
                    <a:lnTo>
                      <a:pt x="48" y="489"/>
                    </a:lnTo>
                    <a:lnTo>
                      <a:pt x="49" y="493"/>
                    </a:lnTo>
                    <a:lnTo>
                      <a:pt x="51" y="491"/>
                    </a:lnTo>
                    <a:lnTo>
                      <a:pt x="52" y="496"/>
                    </a:lnTo>
                    <a:lnTo>
                      <a:pt x="53" y="496"/>
                    </a:lnTo>
                    <a:lnTo>
                      <a:pt x="55" y="500"/>
                    </a:lnTo>
                    <a:lnTo>
                      <a:pt x="56" y="500"/>
                    </a:lnTo>
                    <a:lnTo>
                      <a:pt x="57" y="501"/>
                    </a:lnTo>
                    <a:lnTo>
                      <a:pt x="59" y="504"/>
                    </a:lnTo>
                    <a:lnTo>
                      <a:pt x="60" y="504"/>
                    </a:lnTo>
                    <a:lnTo>
                      <a:pt x="61" y="504"/>
                    </a:lnTo>
                    <a:lnTo>
                      <a:pt x="63" y="505"/>
                    </a:lnTo>
                    <a:lnTo>
                      <a:pt x="64" y="503"/>
                    </a:lnTo>
                    <a:lnTo>
                      <a:pt x="65" y="506"/>
                    </a:lnTo>
                    <a:lnTo>
                      <a:pt x="67" y="503"/>
                    </a:lnTo>
                    <a:lnTo>
                      <a:pt x="68" y="498"/>
                    </a:lnTo>
                    <a:lnTo>
                      <a:pt x="69" y="496"/>
                    </a:lnTo>
                    <a:lnTo>
                      <a:pt x="71" y="496"/>
                    </a:lnTo>
                    <a:lnTo>
                      <a:pt x="72" y="500"/>
                    </a:lnTo>
                    <a:lnTo>
                      <a:pt x="73" y="495"/>
                    </a:lnTo>
                    <a:lnTo>
                      <a:pt x="75" y="493"/>
                    </a:lnTo>
                    <a:lnTo>
                      <a:pt x="76" y="495"/>
                    </a:lnTo>
                    <a:lnTo>
                      <a:pt x="78" y="496"/>
                    </a:lnTo>
                    <a:lnTo>
                      <a:pt x="79" y="489"/>
                    </a:lnTo>
                    <a:lnTo>
                      <a:pt x="80" y="492"/>
                    </a:lnTo>
                    <a:lnTo>
                      <a:pt x="82" y="488"/>
                    </a:lnTo>
                    <a:lnTo>
                      <a:pt x="83" y="482"/>
                    </a:lnTo>
                    <a:lnTo>
                      <a:pt x="84" y="484"/>
                    </a:lnTo>
                    <a:lnTo>
                      <a:pt x="86" y="489"/>
                    </a:lnTo>
                    <a:lnTo>
                      <a:pt x="87" y="489"/>
                    </a:lnTo>
                    <a:lnTo>
                      <a:pt x="88" y="491"/>
                    </a:lnTo>
                    <a:lnTo>
                      <a:pt x="90" y="494"/>
                    </a:lnTo>
                    <a:lnTo>
                      <a:pt x="91" y="495"/>
                    </a:lnTo>
                    <a:lnTo>
                      <a:pt x="92" y="496"/>
                    </a:lnTo>
                    <a:lnTo>
                      <a:pt x="94" y="498"/>
                    </a:lnTo>
                    <a:lnTo>
                      <a:pt x="95" y="496"/>
                    </a:lnTo>
                    <a:lnTo>
                      <a:pt x="96" y="498"/>
                    </a:lnTo>
                    <a:lnTo>
                      <a:pt x="98" y="504"/>
                    </a:lnTo>
                    <a:lnTo>
                      <a:pt x="99" y="500"/>
                    </a:lnTo>
                    <a:lnTo>
                      <a:pt x="100" y="503"/>
                    </a:lnTo>
                    <a:lnTo>
                      <a:pt x="102" y="504"/>
                    </a:lnTo>
                    <a:lnTo>
                      <a:pt x="103" y="498"/>
                    </a:lnTo>
                    <a:lnTo>
                      <a:pt x="104" y="503"/>
                    </a:lnTo>
                    <a:lnTo>
                      <a:pt x="106" y="501"/>
                    </a:lnTo>
                    <a:lnTo>
                      <a:pt x="107" y="500"/>
                    </a:lnTo>
                    <a:lnTo>
                      <a:pt x="108" y="501"/>
                    </a:lnTo>
                    <a:lnTo>
                      <a:pt x="110" y="497"/>
                    </a:lnTo>
                    <a:lnTo>
                      <a:pt x="111" y="494"/>
                    </a:lnTo>
                    <a:lnTo>
                      <a:pt x="112" y="470"/>
                    </a:lnTo>
                    <a:lnTo>
                      <a:pt x="114" y="518"/>
                    </a:lnTo>
                    <a:lnTo>
                      <a:pt x="115" y="487"/>
                    </a:lnTo>
                    <a:lnTo>
                      <a:pt x="116" y="0"/>
                    </a:lnTo>
                    <a:lnTo>
                      <a:pt x="118" y="432"/>
                    </a:lnTo>
                    <a:lnTo>
                      <a:pt x="119" y="489"/>
                    </a:lnTo>
                    <a:lnTo>
                      <a:pt x="121" y="497"/>
                    </a:lnTo>
                    <a:lnTo>
                      <a:pt x="122" y="511"/>
                    </a:lnTo>
                    <a:lnTo>
                      <a:pt x="123" y="521"/>
                    </a:lnTo>
                    <a:lnTo>
                      <a:pt x="125" y="523"/>
                    </a:lnTo>
                    <a:lnTo>
                      <a:pt x="126" y="529"/>
                    </a:lnTo>
                    <a:lnTo>
                      <a:pt x="127" y="530"/>
                    </a:lnTo>
                    <a:lnTo>
                      <a:pt x="129" y="529"/>
                    </a:lnTo>
                    <a:lnTo>
                      <a:pt x="130" y="528"/>
                    </a:lnTo>
                    <a:lnTo>
                      <a:pt x="131" y="524"/>
                    </a:lnTo>
                    <a:lnTo>
                      <a:pt x="133" y="522"/>
                    </a:lnTo>
                    <a:lnTo>
                      <a:pt x="134" y="518"/>
                    </a:lnTo>
                    <a:lnTo>
                      <a:pt x="135" y="518"/>
                    </a:lnTo>
                    <a:lnTo>
                      <a:pt x="137" y="516"/>
                    </a:lnTo>
                    <a:lnTo>
                      <a:pt x="138" y="520"/>
                    </a:lnTo>
                    <a:lnTo>
                      <a:pt x="139" y="522"/>
                    </a:lnTo>
                    <a:lnTo>
                      <a:pt x="141" y="518"/>
                    </a:lnTo>
                    <a:lnTo>
                      <a:pt x="142" y="519"/>
                    </a:lnTo>
                    <a:lnTo>
                      <a:pt x="143" y="524"/>
                    </a:lnTo>
                    <a:lnTo>
                      <a:pt x="145" y="522"/>
                    </a:lnTo>
                    <a:lnTo>
                      <a:pt x="146" y="525"/>
                    </a:lnTo>
                    <a:lnTo>
                      <a:pt x="147" y="522"/>
                    </a:lnTo>
                    <a:lnTo>
                      <a:pt x="149" y="517"/>
                    </a:lnTo>
                    <a:lnTo>
                      <a:pt x="150" y="521"/>
                    </a:lnTo>
                    <a:lnTo>
                      <a:pt x="151" y="515"/>
                    </a:lnTo>
                    <a:lnTo>
                      <a:pt x="153" y="514"/>
                    </a:lnTo>
                    <a:lnTo>
                      <a:pt x="154" y="516"/>
                    </a:lnTo>
                    <a:lnTo>
                      <a:pt x="155" y="513"/>
                    </a:lnTo>
                    <a:lnTo>
                      <a:pt x="157" y="513"/>
                    </a:lnTo>
                    <a:lnTo>
                      <a:pt x="158" y="519"/>
                    </a:lnTo>
                    <a:lnTo>
                      <a:pt x="159" y="518"/>
                    </a:lnTo>
                    <a:lnTo>
                      <a:pt x="161" y="515"/>
                    </a:lnTo>
                    <a:lnTo>
                      <a:pt x="162" y="513"/>
                    </a:lnTo>
                    <a:lnTo>
                      <a:pt x="164" y="509"/>
                    </a:lnTo>
                    <a:lnTo>
                      <a:pt x="165" y="510"/>
                    </a:lnTo>
                    <a:lnTo>
                      <a:pt x="166" y="509"/>
                    </a:lnTo>
                    <a:lnTo>
                      <a:pt x="168" y="508"/>
                    </a:lnTo>
                    <a:lnTo>
                      <a:pt x="169" y="506"/>
                    </a:lnTo>
                    <a:lnTo>
                      <a:pt x="170" y="507"/>
                    </a:lnTo>
                    <a:lnTo>
                      <a:pt x="172" y="505"/>
                    </a:lnTo>
                    <a:lnTo>
                      <a:pt x="173" y="505"/>
                    </a:lnTo>
                    <a:lnTo>
                      <a:pt x="174" y="504"/>
                    </a:lnTo>
                    <a:lnTo>
                      <a:pt x="176" y="507"/>
                    </a:lnTo>
                    <a:lnTo>
                      <a:pt x="177" y="511"/>
                    </a:lnTo>
                    <a:lnTo>
                      <a:pt x="178" y="508"/>
                    </a:lnTo>
                    <a:lnTo>
                      <a:pt x="180" y="509"/>
                    </a:lnTo>
                    <a:lnTo>
                      <a:pt x="181" y="515"/>
                    </a:lnTo>
                    <a:lnTo>
                      <a:pt x="182" y="520"/>
                    </a:lnTo>
                    <a:lnTo>
                      <a:pt x="184" y="521"/>
                    </a:lnTo>
                    <a:lnTo>
                      <a:pt x="185" y="525"/>
                    </a:lnTo>
                    <a:lnTo>
                      <a:pt x="186" y="525"/>
                    </a:lnTo>
                    <a:lnTo>
                      <a:pt x="188" y="527"/>
                    </a:lnTo>
                    <a:lnTo>
                      <a:pt x="189" y="526"/>
                    </a:lnTo>
                    <a:lnTo>
                      <a:pt x="190" y="531"/>
                    </a:lnTo>
                    <a:lnTo>
                      <a:pt x="192" y="528"/>
                    </a:lnTo>
                    <a:lnTo>
                      <a:pt x="193" y="523"/>
                    </a:lnTo>
                    <a:lnTo>
                      <a:pt x="194" y="520"/>
                    </a:lnTo>
                    <a:lnTo>
                      <a:pt x="196" y="518"/>
                    </a:lnTo>
                    <a:lnTo>
                      <a:pt x="197" y="514"/>
                    </a:lnTo>
                    <a:lnTo>
                      <a:pt x="198" y="509"/>
                    </a:lnTo>
                    <a:lnTo>
                      <a:pt x="200" y="501"/>
                    </a:lnTo>
                    <a:lnTo>
                      <a:pt x="201" y="502"/>
                    </a:lnTo>
                    <a:lnTo>
                      <a:pt x="202" y="497"/>
                    </a:lnTo>
                    <a:lnTo>
                      <a:pt x="204" y="497"/>
                    </a:lnTo>
                    <a:lnTo>
                      <a:pt x="205" y="496"/>
                    </a:lnTo>
                    <a:lnTo>
                      <a:pt x="207" y="496"/>
                    </a:lnTo>
                    <a:lnTo>
                      <a:pt x="208" y="498"/>
                    </a:lnTo>
                    <a:lnTo>
                      <a:pt x="209" y="503"/>
                    </a:lnTo>
                    <a:lnTo>
                      <a:pt x="211" y="501"/>
                    </a:lnTo>
                    <a:lnTo>
                      <a:pt x="212" y="500"/>
                    </a:lnTo>
                    <a:lnTo>
                      <a:pt x="213" y="499"/>
                    </a:lnTo>
                    <a:lnTo>
                      <a:pt x="215" y="503"/>
                    </a:lnTo>
                    <a:lnTo>
                      <a:pt x="216" y="499"/>
                    </a:lnTo>
                    <a:lnTo>
                      <a:pt x="217" y="501"/>
                    </a:lnTo>
                    <a:lnTo>
                      <a:pt x="219" y="499"/>
                    </a:lnTo>
                    <a:lnTo>
                      <a:pt x="220" y="498"/>
                    </a:lnTo>
                    <a:lnTo>
                      <a:pt x="221" y="497"/>
                    </a:lnTo>
                    <a:lnTo>
                      <a:pt x="223" y="497"/>
                    </a:lnTo>
                    <a:lnTo>
                      <a:pt x="224" y="492"/>
                    </a:lnTo>
                    <a:lnTo>
                      <a:pt x="225" y="491"/>
                    </a:lnTo>
                    <a:lnTo>
                      <a:pt x="227" y="494"/>
                    </a:lnTo>
                    <a:lnTo>
                      <a:pt x="228" y="498"/>
                    </a:lnTo>
                    <a:lnTo>
                      <a:pt x="229" y="492"/>
                    </a:lnTo>
                    <a:lnTo>
                      <a:pt x="231" y="496"/>
                    </a:lnTo>
                    <a:lnTo>
                      <a:pt x="232" y="495"/>
                    </a:lnTo>
                    <a:lnTo>
                      <a:pt x="233" y="498"/>
                    </a:lnTo>
                    <a:lnTo>
                      <a:pt x="235" y="499"/>
                    </a:lnTo>
                    <a:lnTo>
                      <a:pt x="236" y="494"/>
                    </a:lnTo>
                    <a:lnTo>
                      <a:pt x="237" y="491"/>
                    </a:lnTo>
                    <a:lnTo>
                      <a:pt x="239" y="494"/>
                    </a:lnTo>
                    <a:lnTo>
                      <a:pt x="240" y="492"/>
                    </a:lnTo>
                    <a:lnTo>
                      <a:pt x="241" y="496"/>
                    </a:lnTo>
                    <a:lnTo>
                      <a:pt x="243" y="492"/>
                    </a:lnTo>
                    <a:lnTo>
                      <a:pt x="244" y="494"/>
                    </a:lnTo>
                    <a:lnTo>
                      <a:pt x="246" y="493"/>
                    </a:lnTo>
                    <a:lnTo>
                      <a:pt x="247" y="495"/>
                    </a:lnTo>
                    <a:lnTo>
                      <a:pt x="248" y="494"/>
                    </a:lnTo>
                    <a:lnTo>
                      <a:pt x="250" y="496"/>
                    </a:lnTo>
                    <a:lnTo>
                      <a:pt x="251" y="495"/>
                    </a:lnTo>
                    <a:lnTo>
                      <a:pt x="252" y="495"/>
                    </a:lnTo>
                    <a:lnTo>
                      <a:pt x="254" y="495"/>
                    </a:lnTo>
                    <a:lnTo>
                      <a:pt x="255" y="494"/>
                    </a:lnTo>
                    <a:lnTo>
                      <a:pt x="256" y="489"/>
                    </a:lnTo>
                    <a:lnTo>
                      <a:pt x="258" y="486"/>
                    </a:lnTo>
                    <a:lnTo>
                      <a:pt x="259" y="488"/>
                    </a:lnTo>
                    <a:lnTo>
                      <a:pt x="260" y="486"/>
                    </a:lnTo>
                    <a:lnTo>
                      <a:pt x="262" y="491"/>
                    </a:lnTo>
                    <a:lnTo>
                      <a:pt x="263" y="488"/>
                    </a:lnTo>
                    <a:lnTo>
                      <a:pt x="264" y="490"/>
                    </a:lnTo>
                    <a:lnTo>
                      <a:pt x="266" y="493"/>
                    </a:lnTo>
                    <a:lnTo>
                      <a:pt x="267" y="496"/>
                    </a:lnTo>
                    <a:lnTo>
                      <a:pt x="268" y="496"/>
                    </a:lnTo>
                    <a:lnTo>
                      <a:pt x="270" y="503"/>
                    </a:lnTo>
                    <a:lnTo>
                      <a:pt x="271" y="499"/>
                    </a:lnTo>
                    <a:lnTo>
                      <a:pt x="272" y="502"/>
                    </a:lnTo>
                    <a:lnTo>
                      <a:pt x="274" y="505"/>
                    </a:lnTo>
                    <a:lnTo>
                      <a:pt x="275" y="503"/>
                    </a:lnTo>
                    <a:lnTo>
                      <a:pt x="276" y="505"/>
                    </a:lnTo>
                    <a:lnTo>
                      <a:pt x="278" y="505"/>
                    </a:lnTo>
                    <a:lnTo>
                      <a:pt x="279" y="504"/>
                    </a:lnTo>
                    <a:lnTo>
                      <a:pt x="280" y="503"/>
                    </a:lnTo>
                    <a:lnTo>
                      <a:pt x="282" y="504"/>
                    </a:lnTo>
                    <a:lnTo>
                      <a:pt x="283" y="510"/>
                    </a:lnTo>
                    <a:lnTo>
                      <a:pt x="284" y="512"/>
                    </a:lnTo>
                    <a:lnTo>
                      <a:pt x="286" y="511"/>
                    </a:lnTo>
                    <a:lnTo>
                      <a:pt x="287" y="513"/>
                    </a:lnTo>
                    <a:lnTo>
                      <a:pt x="289" y="511"/>
                    </a:lnTo>
                    <a:lnTo>
                      <a:pt x="290" y="512"/>
                    </a:lnTo>
                    <a:lnTo>
                      <a:pt x="291" y="511"/>
                    </a:lnTo>
                    <a:lnTo>
                      <a:pt x="293" y="507"/>
                    </a:lnTo>
                    <a:lnTo>
                      <a:pt x="294" y="508"/>
                    </a:lnTo>
                    <a:lnTo>
                      <a:pt x="295" y="508"/>
                    </a:lnTo>
                    <a:lnTo>
                      <a:pt x="297" y="509"/>
                    </a:lnTo>
                    <a:lnTo>
                      <a:pt x="298" y="508"/>
                    </a:lnTo>
                    <a:lnTo>
                      <a:pt x="299" y="504"/>
                    </a:lnTo>
                    <a:lnTo>
                      <a:pt x="301" y="497"/>
                    </a:lnTo>
                    <a:lnTo>
                      <a:pt x="302" y="491"/>
                    </a:lnTo>
                    <a:lnTo>
                      <a:pt x="303" y="491"/>
                    </a:lnTo>
                    <a:lnTo>
                      <a:pt x="305" y="486"/>
                    </a:lnTo>
                    <a:lnTo>
                      <a:pt x="306" y="484"/>
                    </a:lnTo>
                    <a:lnTo>
                      <a:pt x="307" y="482"/>
                    </a:lnTo>
                    <a:lnTo>
                      <a:pt x="309" y="482"/>
                    </a:lnTo>
                    <a:lnTo>
                      <a:pt x="310" y="487"/>
                    </a:lnTo>
                    <a:lnTo>
                      <a:pt x="311" y="488"/>
                    </a:lnTo>
                    <a:lnTo>
                      <a:pt x="313" y="486"/>
                    </a:lnTo>
                    <a:lnTo>
                      <a:pt x="314" y="485"/>
                    </a:lnTo>
                    <a:lnTo>
                      <a:pt x="315" y="485"/>
                    </a:lnTo>
                    <a:lnTo>
                      <a:pt x="317" y="486"/>
                    </a:lnTo>
                    <a:lnTo>
                      <a:pt x="318" y="489"/>
                    </a:lnTo>
                    <a:lnTo>
                      <a:pt x="319" y="489"/>
                    </a:lnTo>
                    <a:lnTo>
                      <a:pt x="321" y="491"/>
                    </a:lnTo>
                    <a:lnTo>
                      <a:pt x="322" y="488"/>
                    </a:lnTo>
                    <a:lnTo>
                      <a:pt x="323" y="487"/>
                    </a:lnTo>
                    <a:lnTo>
                      <a:pt x="325" y="486"/>
                    </a:lnTo>
                    <a:lnTo>
                      <a:pt x="326" y="478"/>
                    </a:lnTo>
                    <a:lnTo>
                      <a:pt x="327" y="476"/>
                    </a:lnTo>
                    <a:lnTo>
                      <a:pt x="329" y="475"/>
                    </a:lnTo>
                    <a:lnTo>
                      <a:pt x="330" y="474"/>
                    </a:lnTo>
                    <a:lnTo>
                      <a:pt x="332" y="477"/>
                    </a:lnTo>
                    <a:lnTo>
                      <a:pt x="333" y="473"/>
                    </a:lnTo>
                    <a:lnTo>
                      <a:pt x="334" y="467"/>
                    </a:lnTo>
                    <a:lnTo>
                      <a:pt x="336" y="470"/>
                    </a:lnTo>
                    <a:lnTo>
                      <a:pt x="337" y="475"/>
                    </a:lnTo>
                    <a:lnTo>
                      <a:pt x="338" y="476"/>
                    </a:lnTo>
                    <a:lnTo>
                      <a:pt x="340" y="480"/>
                    </a:lnTo>
                    <a:lnTo>
                      <a:pt x="341" y="475"/>
                    </a:lnTo>
                    <a:lnTo>
                      <a:pt x="342" y="477"/>
                    </a:lnTo>
                    <a:lnTo>
                      <a:pt x="344" y="478"/>
                    </a:lnTo>
                    <a:lnTo>
                      <a:pt x="345" y="475"/>
                    </a:lnTo>
                    <a:lnTo>
                      <a:pt x="346" y="473"/>
                    </a:lnTo>
                    <a:lnTo>
                      <a:pt x="348" y="471"/>
                    </a:lnTo>
                    <a:lnTo>
                      <a:pt x="349" y="471"/>
                    </a:lnTo>
                    <a:lnTo>
                      <a:pt x="350" y="470"/>
                    </a:lnTo>
                    <a:lnTo>
                      <a:pt x="352" y="472"/>
                    </a:lnTo>
                    <a:lnTo>
                      <a:pt x="353" y="476"/>
                    </a:lnTo>
                    <a:lnTo>
                      <a:pt x="354" y="476"/>
                    </a:lnTo>
                    <a:lnTo>
                      <a:pt x="356" y="473"/>
                    </a:lnTo>
                    <a:lnTo>
                      <a:pt x="357" y="472"/>
                    </a:lnTo>
                    <a:lnTo>
                      <a:pt x="358" y="471"/>
                    </a:lnTo>
                    <a:lnTo>
                      <a:pt x="360" y="471"/>
                    </a:lnTo>
                    <a:lnTo>
                      <a:pt x="361" y="470"/>
                    </a:lnTo>
                    <a:lnTo>
                      <a:pt x="362" y="467"/>
                    </a:lnTo>
                    <a:lnTo>
                      <a:pt x="364" y="465"/>
                    </a:lnTo>
                    <a:lnTo>
                      <a:pt x="365" y="464"/>
                    </a:lnTo>
                    <a:lnTo>
                      <a:pt x="366" y="461"/>
                    </a:lnTo>
                    <a:lnTo>
                      <a:pt x="368" y="460"/>
                    </a:lnTo>
                    <a:lnTo>
                      <a:pt x="369" y="462"/>
                    </a:lnTo>
                    <a:lnTo>
                      <a:pt x="370" y="460"/>
                    </a:lnTo>
                    <a:lnTo>
                      <a:pt x="372" y="455"/>
                    </a:lnTo>
                    <a:lnTo>
                      <a:pt x="373" y="453"/>
                    </a:lnTo>
                    <a:lnTo>
                      <a:pt x="375" y="457"/>
                    </a:lnTo>
                    <a:lnTo>
                      <a:pt x="376" y="458"/>
                    </a:lnTo>
                    <a:lnTo>
                      <a:pt x="377" y="456"/>
                    </a:lnTo>
                    <a:lnTo>
                      <a:pt x="379" y="454"/>
                    </a:lnTo>
                    <a:lnTo>
                      <a:pt x="380" y="454"/>
                    </a:lnTo>
                    <a:lnTo>
                      <a:pt x="381" y="456"/>
                    </a:lnTo>
                    <a:lnTo>
                      <a:pt x="383" y="461"/>
                    </a:lnTo>
                    <a:lnTo>
                      <a:pt x="384" y="462"/>
                    </a:lnTo>
                    <a:lnTo>
                      <a:pt x="385" y="460"/>
                    </a:lnTo>
                    <a:lnTo>
                      <a:pt x="387" y="462"/>
                    </a:lnTo>
                    <a:lnTo>
                      <a:pt x="388" y="462"/>
                    </a:lnTo>
                    <a:lnTo>
                      <a:pt x="389" y="462"/>
                    </a:lnTo>
                    <a:lnTo>
                      <a:pt x="391" y="463"/>
                    </a:lnTo>
                    <a:lnTo>
                      <a:pt x="392" y="459"/>
                    </a:lnTo>
                    <a:lnTo>
                      <a:pt x="393" y="460"/>
                    </a:lnTo>
                    <a:lnTo>
                      <a:pt x="395" y="460"/>
                    </a:lnTo>
                    <a:lnTo>
                      <a:pt x="396" y="457"/>
                    </a:lnTo>
                    <a:lnTo>
                      <a:pt x="397" y="458"/>
                    </a:lnTo>
                    <a:lnTo>
                      <a:pt x="399" y="458"/>
                    </a:lnTo>
                    <a:lnTo>
                      <a:pt x="400" y="451"/>
                    </a:lnTo>
                    <a:lnTo>
                      <a:pt x="401" y="445"/>
                    </a:lnTo>
                    <a:lnTo>
                      <a:pt x="403" y="446"/>
                    </a:lnTo>
                    <a:lnTo>
                      <a:pt x="404" y="447"/>
                    </a:lnTo>
                    <a:lnTo>
                      <a:pt x="405" y="446"/>
                    </a:lnTo>
                    <a:lnTo>
                      <a:pt x="407" y="445"/>
                    </a:lnTo>
                    <a:lnTo>
                      <a:pt x="408" y="449"/>
                    </a:lnTo>
                    <a:lnTo>
                      <a:pt x="409" y="451"/>
                    </a:lnTo>
                    <a:lnTo>
                      <a:pt x="411" y="453"/>
                    </a:lnTo>
                    <a:lnTo>
                      <a:pt x="412" y="450"/>
                    </a:lnTo>
                    <a:lnTo>
                      <a:pt x="414" y="447"/>
                    </a:lnTo>
                    <a:lnTo>
                      <a:pt x="415" y="453"/>
                    </a:lnTo>
                    <a:lnTo>
                      <a:pt x="416" y="438"/>
                    </a:lnTo>
                    <a:lnTo>
                      <a:pt x="418" y="438"/>
                    </a:lnTo>
                    <a:lnTo>
                      <a:pt x="419" y="473"/>
                    </a:lnTo>
                    <a:lnTo>
                      <a:pt x="420" y="408"/>
                    </a:lnTo>
                    <a:lnTo>
                      <a:pt x="422" y="406"/>
                    </a:lnTo>
                    <a:lnTo>
                      <a:pt x="423" y="421"/>
                    </a:lnTo>
                    <a:lnTo>
                      <a:pt x="424" y="418"/>
                    </a:lnTo>
                    <a:lnTo>
                      <a:pt x="426" y="417"/>
                    </a:lnTo>
                    <a:lnTo>
                      <a:pt x="427" y="422"/>
                    </a:lnTo>
                    <a:lnTo>
                      <a:pt x="428" y="421"/>
                    </a:lnTo>
                    <a:lnTo>
                      <a:pt x="430" y="418"/>
                    </a:lnTo>
                    <a:lnTo>
                      <a:pt x="431" y="419"/>
                    </a:lnTo>
                    <a:lnTo>
                      <a:pt x="432" y="423"/>
                    </a:lnTo>
                    <a:lnTo>
                      <a:pt x="434" y="433"/>
                    </a:lnTo>
                    <a:lnTo>
                      <a:pt x="435" y="433"/>
                    </a:lnTo>
                    <a:lnTo>
                      <a:pt x="436" y="432"/>
                    </a:lnTo>
                    <a:lnTo>
                      <a:pt x="438" y="434"/>
                    </a:lnTo>
                    <a:lnTo>
                      <a:pt x="439" y="435"/>
                    </a:lnTo>
                    <a:lnTo>
                      <a:pt x="440" y="439"/>
                    </a:lnTo>
                    <a:lnTo>
                      <a:pt x="442" y="433"/>
                    </a:lnTo>
                    <a:lnTo>
                      <a:pt x="443" y="430"/>
                    </a:lnTo>
                    <a:lnTo>
                      <a:pt x="444" y="424"/>
                    </a:lnTo>
                    <a:lnTo>
                      <a:pt x="446" y="424"/>
                    </a:lnTo>
                    <a:lnTo>
                      <a:pt x="447" y="421"/>
                    </a:lnTo>
                    <a:lnTo>
                      <a:pt x="448" y="421"/>
                    </a:lnTo>
                    <a:lnTo>
                      <a:pt x="450" y="419"/>
                    </a:lnTo>
                    <a:lnTo>
                      <a:pt x="451" y="422"/>
                    </a:lnTo>
                    <a:lnTo>
                      <a:pt x="452" y="424"/>
                    </a:lnTo>
                    <a:lnTo>
                      <a:pt x="454" y="424"/>
                    </a:lnTo>
                    <a:lnTo>
                      <a:pt x="455" y="425"/>
                    </a:lnTo>
                    <a:lnTo>
                      <a:pt x="457" y="424"/>
                    </a:lnTo>
                    <a:lnTo>
                      <a:pt x="458" y="421"/>
                    </a:lnTo>
                    <a:lnTo>
                      <a:pt x="459" y="424"/>
                    </a:lnTo>
                    <a:lnTo>
                      <a:pt x="461" y="422"/>
                    </a:lnTo>
                    <a:lnTo>
                      <a:pt x="462" y="423"/>
                    </a:lnTo>
                    <a:lnTo>
                      <a:pt x="463" y="420"/>
                    </a:lnTo>
                    <a:lnTo>
                      <a:pt x="465" y="424"/>
                    </a:lnTo>
                    <a:lnTo>
                      <a:pt x="466" y="428"/>
                    </a:lnTo>
                    <a:lnTo>
                      <a:pt x="467" y="431"/>
                    </a:lnTo>
                    <a:lnTo>
                      <a:pt x="469" y="428"/>
                    </a:lnTo>
                    <a:lnTo>
                      <a:pt x="470" y="426"/>
                    </a:lnTo>
                    <a:lnTo>
                      <a:pt x="471" y="427"/>
                    </a:lnTo>
                    <a:lnTo>
                      <a:pt x="473" y="431"/>
                    </a:lnTo>
                    <a:lnTo>
                      <a:pt x="474" y="431"/>
                    </a:lnTo>
                    <a:lnTo>
                      <a:pt x="475" y="433"/>
                    </a:lnTo>
                    <a:lnTo>
                      <a:pt x="477" y="435"/>
                    </a:lnTo>
                    <a:lnTo>
                      <a:pt x="478" y="441"/>
                    </a:lnTo>
                    <a:lnTo>
                      <a:pt x="479" y="443"/>
                    </a:lnTo>
                    <a:lnTo>
                      <a:pt x="481" y="440"/>
                    </a:lnTo>
                    <a:lnTo>
                      <a:pt x="482" y="436"/>
                    </a:lnTo>
                    <a:lnTo>
                      <a:pt x="483" y="436"/>
                    </a:lnTo>
                    <a:lnTo>
                      <a:pt x="485" y="435"/>
                    </a:lnTo>
                    <a:lnTo>
                      <a:pt x="486" y="430"/>
                    </a:lnTo>
                    <a:lnTo>
                      <a:pt x="487" y="428"/>
                    </a:lnTo>
                    <a:lnTo>
                      <a:pt x="489" y="427"/>
                    </a:lnTo>
                    <a:lnTo>
                      <a:pt x="490" y="433"/>
                    </a:lnTo>
                    <a:lnTo>
                      <a:pt x="491" y="443"/>
                    </a:lnTo>
                    <a:lnTo>
                      <a:pt x="493" y="446"/>
                    </a:lnTo>
                    <a:lnTo>
                      <a:pt x="494" y="446"/>
                    </a:lnTo>
                    <a:lnTo>
                      <a:pt x="495" y="450"/>
                    </a:lnTo>
                    <a:lnTo>
                      <a:pt x="497" y="451"/>
                    </a:lnTo>
                    <a:lnTo>
                      <a:pt x="498" y="450"/>
                    </a:lnTo>
                    <a:lnTo>
                      <a:pt x="500" y="444"/>
                    </a:lnTo>
                    <a:lnTo>
                      <a:pt x="501" y="440"/>
                    </a:lnTo>
                    <a:lnTo>
                      <a:pt x="502" y="441"/>
                    </a:lnTo>
                    <a:lnTo>
                      <a:pt x="504" y="441"/>
                    </a:lnTo>
                    <a:lnTo>
                      <a:pt x="505" y="442"/>
                    </a:lnTo>
                    <a:lnTo>
                      <a:pt x="506" y="442"/>
                    </a:lnTo>
                    <a:lnTo>
                      <a:pt x="508" y="446"/>
                    </a:lnTo>
                    <a:lnTo>
                      <a:pt x="509" y="448"/>
                    </a:lnTo>
                    <a:lnTo>
                      <a:pt x="510" y="447"/>
                    </a:lnTo>
                    <a:lnTo>
                      <a:pt x="512" y="445"/>
                    </a:lnTo>
                    <a:lnTo>
                      <a:pt x="513" y="445"/>
                    </a:lnTo>
                    <a:lnTo>
                      <a:pt x="514" y="446"/>
                    </a:lnTo>
                    <a:lnTo>
                      <a:pt x="516" y="441"/>
                    </a:lnTo>
                    <a:lnTo>
                      <a:pt x="517" y="440"/>
                    </a:lnTo>
                    <a:lnTo>
                      <a:pt x="518" y="449"/>
                    </a:lnTo>
                    <a:lnTo>
                      <a:pt x="520" y="450"/>
                    </a:lnTo>
                    <a:lnTo>
                      <a:pt x="521" y="453"/>
                    </a:lnTo>
                    <a:lnTo>
                      <a:pt x="522" y="456"/>
                    </a:lnTo>
                    <a:lnTo>
                      <a:pt x="524" y="453"/>
                    </a:lnTo>
                    <a:lnTo>
                      <a:pt x="525" y="455"/>
                    </a:lnTo>
                    <a:lnTo>
                      <a:pt x="526" y="453"/>
                    </a:lnTo>
                    <a:lnTo>
                      <a:pt x="528" y="449"/>
                    </a:lnTo>
                    <a:lnTo>
                      <a:pt x="529" y="445"/>
                    </a:lnTo>
                    <a:lnTo>
                      <a:pt x="530" y="448"/>
                    </a:lnTo>
                    <a:lnTo>
                      <a:pt x="532" y="451"/>
                    </a:lnTo>
                    <a:lnTo>
                      <a:pt x="533" y="454"/>
                    </a:lnTo>
                    <a:lnTo>
                      <a:pt x="534" y="455"/>
                    </a:lnTo>
                    <a:lnTo>
                      <a:pt x="536" y="458"/>
                    </a:lnTo>
                    <a:lnTo>
                      <a:pt x="537" y="459"/>
                    </a:lnTo>
                    <a:lnTo>
                      <a:pt x="538" y="461"/>
                    </a:lnTo>
                    <a:lnTo>
                      <a:pt x="540" y="459"/>
                    </a:lnTo>
                    <a:lnTo>
                      <a:pt x="541" y="464"/>
                    </a:lnTo>
                    <a:lnTo>
                      <a:pt x="543" y="459"/>
                    </a:lnTo>
                    <a:lnTo>
                      <a:pt x="544" y="458"/>
                    </a:lnTo>
                    <a:lnTo>
                      <a:pt x="545" y="456"/>
                    </a:lnTo>
                    <a:lnTo>
                      <a:pt x="547" y="453"/>
                    </a:lnTo>
                    <a:lnTo>
                      <a:pt x="548" y="454"/>
                    </a:lnTo>
                    <a:lnTo>
                      <a:pt x="549" y="456"/>
                    </a:lnTo>
                    <a:lnTo>
                      <a:pt x="551" y="447"/>
                    </a:lnTo>
                    <a:lnTo>
                      <a:pt x="552" y="450"/>
                    </a:lnTo>
                    <a:lnTo>
                      <a:pt x="553" y="451"/>
                    </a:lnTo>
                    <a:lnTo>
                      <a:pt x="555" y="450"/>
                    </a:lnTo>
                    <a:lnTo>
                      <a:pt x="556" y="449"/>
                    </a:lnTo>
                    <a:lnTo>
                      <a:pt x="557" y="450"/>
                    </a:lnTo>
                    <a:lnTo>
                      <a:pt x="559" y="448"/>
                    </a:lnTo>
                    <a:lnTo>
                      <a:pt x="560" y="458"/>
                    </a:lnTo>
                    <a:lnTo>
                      <a:pt x="561" y="457"/>
                    </a:lnTo>
                    <a:lnTo>
                      <a:pt x="563" y="463"/>
                    </a:lnTo>
                    <a:lnTo>
                      <a:pt x="564" y="462"/>
                    </a:lnTo>
                    <a:lnTo>
                      <a:pt x="565" y="463"/>
                    </a:lnTo>
                    <a:lnTo>
                      <a:pt x="567" y="464"/>
                    </a:lnTo>
                    <a:lnTo>
                      <a:pt x="568" y="469"/>
                    </a:lnTo>
                    <a:lnTo>
                      <a:pt x="569" y="469"/>
                    </a:lnTo>
                    <a:lnTo>
                      <a:pt x="571" y="467"/>
                    </a:lnTo>
                    <a:lnTo>
                      <a:pt x="572" y="470"/>
                    </a:lnTo>
                    <a:lnTo>
                      <a:pt x="573" y="473"/>
                    </a:lnTo>
                    <a:lnTo>
                      <a:pt x="575" y="477"/>
                    </a:lnTo>
                    <a:lnTo>
                      <a:pt x="576" y="480"/>
                    </a:lnTo>
                    <a:lnTo>
                      <a:pt x="577" y="479"/>
                    </a:lnTo>
                    <a:lnTo>
                      <a:pt x="579" y="475"/>
                    </a:lnTo>
                    <a:lnTo>
                      <a:pt x="580" y="478"/>
                    </a:lnTo>
                    <a:lnTo>
                      <a:pt x="582" y="475"/>
                    </a:lnTo>
                    <a:lnTo>
                      <a:pt x="583" y="479"/>
                    </a:lnTo>
                    <a:lnTo>
                      <a:pt x="584" y="478"/>
                    </a:lnTo>
                    <a:lnTo>
                      <a:pt x="586" y="482"/>
                    </a:lnTo>
                    <a:lnTo>
                      <a:pt x="587" y="480"/>
                    </a:lnTo>
                    <a:lnTo>
                      <a:pt x="588" y="483"/>
                    </a:lnTo>
                    <a:lnTo>
                      <a:pt x="590" y="483"/>
                    </a:lnTo>
                    <a:lnTo>
                      <a:pt x="591" y="482"/>
                    </a:lnTo>
                    <a:lnTo>
                      <a:pt x="592" y="478"/>
                    </a:lnTo>
                    <a:lnTo>
                      <a:pt x="594" y="476"/>
                    </a:lnTo>
                    <a:lnTo>
                      <a:pt x="595" y="472"/>
                    </a:lnTo>
                    <a:lnTo>
                      <a:pt x="596" y="466"/>
                    </a:lnTo>
                    <a:lnTo>
                      <a:pt x="598" y="464"/>
                    </a:lnTo>
                    <a:lnTo>
                      <a:pt x="599" y="467"/>
                    </a:lnTo>
                    <a:lnTo>
                      <a:pt x="600" y="466"/>
                    </a:lnTo>
                    <a:lnTo>
                      <a:pt x="602" y="461"/>
                    </a:lnTo>
                    <a:lnTo>
                      <a:pt x="603" y="464"/>
                    </a:lnTo>
                    <a:lnTo>
                      <a:pt x="604" y="466"/>
                    </a:lnTo>
                    <a:lnTo>
                      <a:pt x="606" y="464"/>
                    </a:lnTo>
                    <a:lnTo>
                      <a:pt x="607" y="462"/>
                    </a:lnTo>
                    <a:lnTo>
                      <a:pt x="608" y="462"/>
                    </a:lnTo>
                    <a:lnTo>
                      <a:pt x="610" y="461"/>
                    </a:lnTo>
                    <a:lnTo>
                      <a:pt x="611" y="462"/>
                    </a:lnTo>
                    <a:lnTo>
                      <a:pt x="612" y="460"/>
                    </a:lnTo>
                    <a:lnTo>
                      <a:pt x="614" y="457"/>
                    </a:lnTo>
                    <a:lnTo>
                      <a:pt x="615" y="458"/>
                    </a:lnTo>
                    <a:lnTo>
                      <a:pt x="616" y="462"/>
                    </a:lnTo>
                    <a:lnTo>
                      <a:pt x="618" y="465"/>
                    </a:lnTo>
                    <a:lnTo>
                      <a:pt x="619" y="460"/>
                    </a:lnTo>
                    <a:lnTo>
                      <a:pt x="620" y="463"/>
                    </a:lnTo>
                    <a:lnTo>
                      <a:pt x="622" y="465"/>
                    </a:lnTo>
                    <a:lnTo>
                      <a:pt x="623" y="465"/>
                    </a:lnTo>
                    <a:lnTo>
                      <a:pt x="625" y="465"/>
                    </a:lnTo>
                    <a:lnTo>
                      <a:pt x="626" y="465"/>
                    </a:lnTo>
                    <a:lnTo>
                      <a:pt x="627" y="465"/>
                    </a:lnTo>
                    <a:lnTo>
                      <a:pt x="629" y="467"/>
                    </a:lnTo>
                    <a:lnTo>
                      <a:pt x="630" y="462"/>
                    </a:lnTo>
                    <a:lnTo>
                      <a:pt x="631" y="462"/>
                    </a:lnTo>
                    <a:lnTo>
                      <a:pt x="633" y="463"/>
                    </a:lnTo>
                    <a:lnTo>
                      <a:pt x="634" y="464"/>
                    </a:lnTo>
                    <a:lnTo>
                      <a:pt x="635" y="461"/>
                    </a:lnTo>
                    <a:lnTo>
                      <a:pt x="637" y="460"/>
                    </a:lnTo>
                    <a:lnTo>
                      <a:pt x="638" y="458"/>
                    </a:lnTo>
                    <a:lnTo>
                      <a:pt x="639" y="458"/>
                    </a:lnTo>
                    <a:lnTo>
                      <a:pt x="641" y="459"/>
                    </a:lnTo>
                    <a:lnTo>
                      <a:pt x="642" y="460"/>
                    </a:lnTo>
                    <a:lnTo>
                      <a:pt x="643" y="465"/>
                    </a:lnTo>
                    <a:lnTo>
                      <a:pt x="645" y="469"/>
                    </a:lnTo>
                    <a:lnTo>
                      <a:pt x="646" y="472"/>
                    </a:lnTo>
                    <a:lnTo>
                      <a:pt x="647" y="476"/>
                    </a:lnTo>
                    <a:lnTo>
                      <a:pt x="649" y="479"/>
                    </a:lnTo>
                    <a:lnTo>
                      <a:pt x="650" y="478"/>
                    </a:lnTo>
                    <a:lnTo>
                      <a:pt x="651" y="482"/>
                    </a:lnTo>
                    <a:lnTo>
                      <a:pt x="653" y="477"/>
                    </a:lnTo>
                    <a:lnTo>
                      <a:pt x="654" y="479"/>
                    </a:lnTo>
                    <a:lnTo>
                      <a:pt x="655" y="474"/>
                    </a:lnTo>
                    <a:lnTo>
                      <a:pt x="657" y="477"/>
                    </a:lnTo>
                    <a:lnTo>
                      <a:pt x="658" y="477"/>
                    </a:lnTo>
                    <a:lnTo>
                      <a:pt x="659" y="477"/>
                    </a:lnTo>
                    <a:lnTo>
                      <a:pt x="661" y="481"/>
                    </a:lnTo>
                    <a:lnTo>
                      <a:pt x="662" y="481"/>
                    </a:lnTo>
                    <a:lnTo>
                      <a:pt x="663" y="483"/>
                    </a:lnTo>
                    <a:lnTo>
                      <a:pt x="665" y="484"/>
                    </a:lnTo>
                    <a:lnTo>
                      <a:pt x="666" y="487"/>
                    </a:lnTo>
                    <a:lnTo>
                      <a:pt x="668" y="487"/>
                    </a:lnTo>
                    <a:lnTo>
                      <a:pt x="669" y="491"/>
                    </a:lnTo>
                    <a:lnTo>
                      <a:pt x="670" y="489"/>
                    </a:lnTo>
                    <a:lnTo>
                      <a:pt x="672" y="489"/>
                    </a:lnTo>
                    <a:lnTo>
                      <a:pt x="673" y="487"/>
                    </a:lnTo>
                    <a:lnTo>
                      <a:pt x="674" y="492"/>
                    </a:lnTo>
                    <a:lnTo>
                      <a:pt x="676" y="495"/>
                    </a:lnTo>
                    <a:lnTo>
                      <a:pt x="677" y="496"/>
                    </a:lnTo>
                    <a:lnTo>
                      <a:pt x="678" y="494"/>
                    </a:lnTo>
                    <a:lnTo>
                      <a:pt x="680" y="494"/>
                    </a:lnTo>
                    <a:lnTo>
                      <a:pt x="681" y="498"/>
                    </a:lnTo>
                    <a:lnTo>
                      <a:pt x="682" y="498"/>
                    </a:lnTo>
                    <a:lnTo>
                      <a:pt x="684" y="500"/>
                    </a:lnTo>
                    <a:lnTo>
                      <a:pt x="685" y="495"/>
                    </a:lnTo>
                    <a:lnTo>
                      <a:pt x="686" y="491"/>
                    </a:lnTo>
                    <a:lnTo>
                      <a:pt x="688" y="493"/>
                    </a:lnTo>
                    <a:lnTo>
                      <a:pt x="689" y="488"/>
                    </a:lnTo>
                    <a:lnTo>
                      <a:pt x="690" y="488"/>
                    </a:lnTo>
                    <a:lnTo>
                      <a:pt x="692" y="491"/>
                    </a:lnTo>
                    <a:lnTo>
                      <a:pt x="693" y="483"/>
                    </a:lnTo>
                    <a:lnTo>
                      <a:pt x="694" y="486"/>
                    </a:lnTo>
                    <a:lnTo>
                      <a:pt x="696" y="489"/>
                    </a:lnTo>
                    <a:lnTo>
                      <a:pt x="697" y="491"/>
                    </a:lnTo>
                    <a:lnTo>
                      <a:pt x="698" y="490"/>
                    </a:lnTo>
                    <a:lnTo>
                      <a:pt x="700" y="490"/>
                    </a:lnTo>
                    <a:lnTo>
                      <a:pt x="701" y="493"/>
                    </a:lnTo>
                    <a:lnTo>
                      <a:pt x="702" y="492"/>
                    </a:lnTo>
                    <a:lnTo>
                      <a:pt x="704" y="488"/>
                    </a:lnTo>
                    <a:lnTo>
                      <a:pt x="705" y="490"/>
                    </a:lnTo>
                    <a:lnTo>
                      <a:pt x="706" y="487"/>
                    </a:lnTo>
                    <a:lnTo>
                      <a:pt x="708" y="485"/>
                    </a:lnTo>
                    <a:lnTo>
                      <a:pt x="709" y="490"/>
                    </a:lnTo>
                    <a:lnTo>
                      <a:pt x="711" y="493"/>
                    </a:lnTo>
                    <a:lnTo>
                      <a:pt x="712" y="494"/>
                    </a:lnTo>
                    <a:lnTo>
                      <a:pt x="713" y="495"/>
                    </a:lnTo>
                    <a:lnTo>
                      <a:pt x="715" y="500"/>
                    </a:lnTo>
                    <a:lnTo>
                      <a:pt x="716" y="495"/>
                    </a:lnTo>
                    <a:lnTo>
                      <a:pt x="717" y="494"/>
                    </a:lnTo>
                    <a:lnTo>
                      <a:pt x="719" y="488"/>
                    </a:lnTo>
                    <a:lnTo>
                      <a:pt x="720" y="487"/>
                    </a:lnTo>
                    <a:lnTo>
                      <a:pt x="721" y="482"/>
                    </a:lnTo>
                    <a:lnTo>
                      <a:pt x="723" y="480"/>
                    </a:lnTo>
                    <a:lnTo>
                      <a:pt x="724" y="482"/>
                    </a:lnTo>
                    <a:lnTo>
                      <a:pt x="725" y="482"/>
                    </a:lnTo>
                    <a:lnTo>
                      <a:pt x="727" y="484"/>
                    </a:lnTo>
                    <a:lnTo>
                      <a:pt x="728" y="484"/>
                    </a:lnTo>
                    <a:lnTo>
                      <a:pt x="729" y="485"/>
                    </a:lnTo>
                    <a:lnTo>
                      <a:pt x="731" y="482"/>
                    </a:lnTo>
                    <a:lnTo>
                      <a:pt x="732" y="483"/>
                    </a:lnTo>
                    <a:lnTo>
                      <a:pt x="733" y="487"/>
                    </a:lnTo>
                    <a:lnTo>
                      <a:pt x="735" y="483"/>
                    </a:lnTo>
                    <a:lnTo>
                      <a:pt x="736" y="486"/>
                    </a:lnTo>
                    <a:lnTo>
                      <a:pt x="737" y="487"/>
                    </a:lnTo>
                    <a:lnTo>
                      <a:pt x="739" y="490"/>
                    </a:lnTo>
                    <a:lnTo>
                      <a:pt x="740" y="493"/>
                    </a:lnTo>
                    <a:lnTo>
                      <a:pt x="741" y="496"/>
                    </a:lnTo>
                    <a:lnTo>
                      <a:pt x="743" y="500"/>
                    </a:lnTo>
                    <a:lnTo>
                      <a:pt x="744" y="503"/>
                    </a:lnTo>
                    <a:lnTo>
                      <a:pt x="745" y="504"/>
                    </a:lnTo>
                    <a:lnTo>
                      <a:pt x="747" y="502"/>
                    </a:lnTo>
                    <a:lnTo>
                      <a:pt x="748" y="508"/>
                    </a:lnTo>
                    <a:lnTo>
                      <a:pt x="750" y="510"/>
                    </a:lnTo>
                    <a:lnTo>
                      <a:pt x="751" y="511"/>
                    </a:lnTo>
                    <a:lnTo>
                      <a:pt x="752" y="511"/>
                    </a:lnTo>
                    <a:lnTo>
                      <a:pt x="754" y="511"/>
                    </a:lnTo>
                    <a:lnTo>
                      <a:pt x="755" y="513"/>
                    </a:lnTo>
                    <a:lnTo>
                      <a:pt x="756" y="512"/>
                    </a:lnTo>
                    <a:lnTo>
                      <a:pt x="758" y="510"/>
                    </a:lnTo>
                    <a:lnTo>
                      <a:pt x="759" y="510"/>
                    </a:lnTo>
                    <a:lnTo>
                      <a:pt x="760" y="504"/>
                    </a:lnTo>
                    <a:lnTo>
                      <a:pt x="762" y="505"/>
                    </a:lnTo>
                    <a:lnTo>
                      <a:pt x="763" y="508"/>
                    </a:lnTo>
                    <a:lnTo>
                      <a:pt x="764" y="504"/>
                    </a:lnTo>
                    <a:lnTo>
                      <a:pt x="766" y="505"/>
                    </a:lnTo>
                    <a:lnTo>
                      <a:pt x="767" y="507"/>
                    </a:lnTo>
                    <a:lnTo>
                      <a:pt x="768" y="507"/>
                    </a:lnTo>
                    <a:lnTo>
                      <a:pt x="770" y="509"/>
                    </a:lnTo>
                    <a:lnTo>
                      <a:pt x="771" y="508"/>
                    </a:lnTo>
                    <a:lnTo>
                      <a:pt x="772" y="503"/>
                    </a:lnTo>
                    <a:lnTo>
                      <a:pt x="774" y="505"/>
                    </a:lnTo>
                    <a:lnTo>
                      <a:pt x="775" y="508"/>
                    </a:lnTo>
                    <a:lnTo>
                      <a:pt x="776" y="510"/>
                    </a:lnTo>
                    <a:lnTo>
                      <a:pt x="778" y="511"/>
                    </a:lnTo>
                    <a:lnTo>
                      <a:pt x="779" y="513"/>
                    </a:lnTo>
                    <a:lnTo>
                      <a:pt x="780" y="516"/>
                    </a:lnTo>
                    <a:lnTo>
                      <a:pt x="782" y="521"/>
                    </a:lnTo>
                    <a:lnTo>
                      <a:pt x="783" y="523"/>
                    </a:lnTo>
                    <a:lnTo>
                      <a:pt x="784" y="523"/>
                    </a:lnTo>
                    <a:lnTo>
                      <a:pt x="786" y="519"/>
                    </a:lnTo>
                    <a:lnTo>
                      <a:pt x="787" y="521"/>
                    </a:lnTo>
                    <a:lnTo>
                      <a:pt x="788" y="517"/>
                    </a:lnTo>
                    <a:lnTo>
                      <a:pt x="790" y="516"/>
                    </a:lnTo>
                    <a:lnTo>
                      <a:pt x="791" y="515"/>
                    </a:lnTo>
                    <a:lnTo>
                      <a:pt x="793" y="512"/>
                    </a:lnTo>
                    <a:lnTo>
                      <a:pt x="794" y="512"/>
                    </a:lnTo>
                    <a:lnTo>
                      <a:pt x="795" y="516"/>
                    </a:lnTo>
                    <a:lnTo>
                      <a:pt x="797" y="515"/>
                    </a:lnTo>
                    <a:lnTo>
                      <a:pt x="798" y="518"/>
                    </a:lnTo>
                    <a:lnTo>
                      <a:pt x="799" y="518"/>
                    </a:lnTo>
                    <a:lnTo>
                      <a:pt x="801" y="522"/>
                    </a:lnTo>
                    <a:lnTo>
                      <a:pt x="802" y="524"/>
                    </a:lnTo>
                    <a:lnTo>
                      <a:pt x="803" y="524"/>
                    </a:lnTo>
                    <a:lnTo>
                      <a:pt x="805" y="528"/>
                    </a:lnTo>
                    <a:lnTo>
                      <a:pt x="806" y="529"/>
                    </a:lnTo>
                    <a:lnTo>
                      <a:pt x="807" y="529"/>
                    </a:lnTo>
                    <a:lnTo>
                      <a:pt x="809" y="533"/>
                    </a:lnTo>
                    <a:lnTo>
                      <a:pt x="810" y="526"/>
                    </a:lnTo>
                    <a:lnTo>
                      <a:pt x="811" y="525"/>
                    </a:lnTo>
                    <a:lnTo>
                      <a:pt x="813" y="534"/>
                    </a:lnTo>
                    <a:lnTo>
                      <a:pt x="814" y="530"/>
                    </a:lnTo>
                    <a:lnTo>
                      <a:pt x="815" y="532"/>
                    </a:lnTo>
                    <a:lnTo>
                      <a:pt x="817" y="535"/>
                    </a:lnTo>
                    <a:lnTo>
                      <a:pt x="818" y="538"/>
                    </a:lnTo>
                    <a:lnTo>
                      <a:pt x="819" y="541"/>
                    </a:lnTo>
                    <a:lnTo>
                      <a:pt x="821" y="538"/>
                    </a:lnTo>
                    <a:lnTo>
                      <a:pt x="822" y="538"/>
                    </a:lnTo>
                    <a:lnTo>
                      <a:pt x="823" y="535"/>
                    </a:lnTo>
                    <a:lnTo>
                      <a:pt x="825" y="533"/>
                    </a:lnTo>
                    <a:lnTo>
                      <a:pt x="826" y="530"/>
                    </a:lnTo>
                    <a:lnTo>
                      <a:pt x="827" y="524"/>
                    </a:lnTo>
                    <a:lnTo>
                      <a:pt x="829" y="522"/>
                    </a:lnTo>
                    <a:lnTo>
                      <a:pt x="830" y="521"/>
                    </a:lnTo>
                    <a:lnTo>
                      <a:pt x="831" y="520"/>
                    </a:lnTo>
                    <a:lnTo>
                      <a:pt x="833" y="523"/>
                    </a:lnTo>
                    <a:lnTo>
                      <a:pt x="834" y="527"/>
                    </a:lnTo>
                    <a:lnTo>
                      <a:pt x="836" y="528"/>
                    </a:lnTo>
                    <a:lnTo>
                      <a:pt x="837" y="528"/>
                    </a:lnTo>
                    <a:lnTo>
                      <a:pt x="838" y="530"/>
                    </a:lnTo>
                    <a:lnTo>
                      <a:pt x="840" y="536"/>
                    </a:lnTo>
                    <a:lnTo>
                      <a:pt x="841" y="539"/>
                    </a:lnTo>
                    <a:lnTo>
                      <a:pt x="842" y="541"/>
                    </a:lnTo>
                    <a:lnTo>
                      <a:pt x="844" y="543"/>
                    </a:lnTo>
                    <a:lnTo>
                      <a:pt x="845" y="536"/>
                    </a:lnTo>
                    <a:lnTo>
                      <a:pt x="846" y="539"/>
                    </a:lnTo>
                    <a:lnTo>
                      <a:pt x="848" y="541"/>
                    </a:lnTo>
                    <a:lnTo>
                      <a:pt x="849" y="542"/>
                    </a:lnTo>
                    <a:lnTo>
                      <a:pt x="850" y="540"/>
                    </a:lnTo>
                    <a:lnTo>
                      <a:pt x="852" y="539"/>
                    </a:lnTo>
                    <a:lnTo>
                      <a:pt x="853" y="537"/>
                    </a:lnTo>
                    <a:lnTo>
                      <a:pt x="854" y="534"/>
                    </a:lnTo>
                    <a:lnTo>
                      <a:pt x="856" y="537"/>
                    </a:lnTo>
                    <a:lnTo>
                      <a:pt x="857" y="538"/>
                    </a:lnTo>
                    <a:lnTo>
                      <a:pt x="858" y="542"/>
                    </a:lnTo>
                    <a:lnTo>
                      <a:pt x="860" y="540"/>
                    </a:lnTo>
                    <a:lnTo>
                      <a:pt x="861" y="545"/>
                    </a:lnTo>
                    <a:lnTo>
                      <a:pt x="862" y="549"/>
                    </a:lnTo>
                    <a:lnTo>
                      <a:pt x="864" y="554"/>
                    </a:lnTo>
                    <a:lnTo>
                      <a:pt x="865" y="557"/>
                    </a:lnTo>
                    <a:lnTo>
                      <a:pt x="866" y="554"/>
                    </a:lnTo>
                    <a:lnTo>
                      <a:pt x="868" y="550"/>
                    </a:lnTo>
                    <a:lnTo>
                      <a:pt x="869" y="548"/>
                    </a:lnTo>
                    <a:lnTo>
                      <a:pt x="870" y="546"/>
                    </a:lnTo>
                    <a:lnTo>
                      <a:pt x="872" y="545"/>
                    </a:lnTo>
                    <a:lnTo>
                      <a:pt x="873" y="546"/>
                    </a:lnTo>
                    <a:lnTo>
                      <a:pt x="874" y="548"/>
                    </a:lnTo>
                    <a:lnTo>
                      <a:pt x="876" y="549"/>
                    </a:lnTo>
                    <a:lnTo>
                      <a:pt x="877" y="554"/>
                    </a:lnTo>
                    <a:lnTo>
                      <a:pt x="879" y="561"/>
                    </a:lnTo>
                    <a:lnTo>
                      <a:pt x="880" y="565"/>
                    </a:lnTo>
                    <a:lnTo>
                      <a:pt x="881" y="563"/>
                    </a:lnTo>
                    <a:lnTo>
                      <a:pt x="883" y="567"/>
                    </a:lnTo>
                    <a:lnTo>
                      <a:pt x="884" y="569"/>
                    </a:lnTo>
                    <a:lnTo>
                      <a:pt x="885" y="572"/>
                    </a:lnTo>
                    <a:lnTo>
                      <a:pt x="887" y="574"/>
                    </a:lnTo>
                    <a:lnTo>
                      <a:pt x="888" y="575"/>
                    </a:lnTo>
                    <a:lnTo>
                      <a:pt x="889" y="572"/>
                    </a:lnTo>
                    <a:lnTo>
                      <a:pt x="891" y="572"/>
                    </a:lnTo>
                    <a:lnTo>
                      <a:pt x="892" y="568"/>
                    </a:lnTo>
                    <a:lnTo>
                      <a:pt x="893" y="567"/>
                    </a:lnTo>
                    <a:lnTo>
                      <a:pt x="895" y="560"/>
                    </a:lnTo>
                    <a:lnTo>
                      <a:pt x="896" y="559"/>
                    </a:lnTo>
                    <a:lnTo>
                      <a:pt x="897" y="555"/>
                    </a:lnTo>
                    <a:lnTo>
                      <a:pt x="899" y="556"/>
                    </a:lnTo>
                    <a:lnTo>
                      <a:pt x="900" y="552"/>
                    </a:lnTo>
                    <a:lnTo>
                      <a:pt x="901" y="553"/>
                    </a:lnTo>
                    <a:lnTo>
                      <a:pt x="903" y="554"/>
                    </a:lnTo>
                    <a:lnTo>
                      <a:pt x="904" y="559"/>
                    </a:lnTo>
                    <a:lnTo>
                      <a:pt x="905" y="561"/>
                    </a:lnTo>
                    <a:lnTo>
                      <a:pt x="907" y="562"/>
                    </a:lnTo>
                    <a:lnTo>
                      <a:pt x="908" y="562"/>
                    </a:lnTo>
                    <a:lnTo>
                      <a:pt x="909" y="562"/>
                    </a:lnTo>
                    <a:lnTo>
                      <a:pt x="911" y="568"/>
                    </a:lnTo>
                    <a:lnTo>
                      <a:pt x="912" y="569"/>
                    </a:lnTo>
                    <a:lnTo>
                      <a:pt x="913" y="564"/>
                    </a:lnTo>
                    <a:lnTo>
                      <a:pt x="915" y="566"/>
                    </a:lnTo>
                    <a:lnTo>
                      <a:pt x="916" y="565"/>
                    </a:lnTo>
                    <a:lnTo>
                      <a:pt x="917" y="569"/>
                    </a:lnTo>
                    <a:lnTo>
                      <a:pt x="919" y="562"/>
                    </a:lnTo>
                    <a:lnTo>
                      <a:pt x="920" y="563"/>
                    </a:lnTo>
                    <a:lnTo>
                      <a:pt x="922" y="566"/>
                    </a:lnTo>
                    <a:lnTo>
                      <a:pt x="923" y="571"/>
                    </a:lnTo>
                    <a:lnTo>
                      <a:pt x="924" y="569"/>
                    </a:lnTo>
                    <a:lnTo>
                      <a:pt x="926" y="574"/>
                    </a:lnTo>
                    <a:lnTo>
                      <a:pt x="927" y="572"/>
                    </a:lnTo>
                    <a:lnTo>
                      <a:pt x="928" y="580"/>
                    </a:lnTo>
                    <a:lnTo>
                      <a:pt x="930" y="576"/>
                    </a:lnTo>
                    <a:lnTo>
                      <a:pt x="931" y="569"/>
                    </a:lnTo>
                    <a:lnTo>
                      <a:pt x="932" y="564"/>
                    </a:lnTo>
                    <a:lnTo>
                      <a:pt x="934" y="563"/>
                    </a:lnTo>
                    <a:lnTo>
                      <a:pt x="935" y="561"/>
                    </a:lnTo>
                    <a:lnTo>
                      <a:pt x="936" y="561"/>
                    </a:lnTo>
                    <a:lnTo>
                      <a:pt x="938" y="560"/>
                    </a:lnTo>
                    <a:lnTo>
                      <a:pt x="939" y="562"/>
                    </a:lnTo>
                    <a:lnTo>
                      <a:pt x="940" y="568"/>
                    </a:lnTo>
                    <a:lnTo>
                      <a:pt x="942" y="571"/>
                    </a:lnTo>
                    <a:lnTo>
                      <a:pt x="943" y="570"/>
                    </a:lnTo>
                    <a:lnTo>
                      <a:pt x="944" y="572"/>
                    </a:lnTo>
                    <a:lnTo>
                      <a:pt x="946" y="577"/>
                    </a:lnTo>
                    <a:lnTo>
                      <a:pt x="947" y="580"/>
                    </a:lnTo>
                    <a:lnTo>
                      <a:pt x="948" y="580"/>
                    </a:lnTo>
                    <a:lnTo>
                      <a:pt x="950" y="583"/>
                    </a:lnTo>
                    <a:lnTo>
                      <a:pt x="951" y="579"/>
                    </a:lnTo>
                    <a:lnTo>
                      <a:pt x="952" y="579"/>
                    </a:lnTo>
                    <a:lnTo>
                      <a:pt x="954" y="583"/>
                    </a:lnTo>
                    <a:lnTo>
                      <a:pt x="955" y="583"/>
                    </a:lnTo>
                    <a:lnTo>
                      <a:pt x="956" y="586"/>
                    </a:lnTo>
                    <a:lnTo>
                      <a:pt x="958" y="583"/>
                    </a:lnTo>
                    <a:lnTo>
                      <a:pt x="959" y="578"/>
                    </a:lnTo>
                    <a:lnTo>
                      <a:pt x="961" y="579"/>
                    </a:lnTo>
                    <a:lnTo>
                      <a:pt x="962" y="583"/>
                    </a:lnTo>
                    <a:lnTo>
                      <a:pt x="963" y="586"/>
                    </a:lnTo>
                    <a:lnTo>
                      <a:pt x="965" y="585"/>
                    </a:lnTo>
                    <a:lnTo>
                      <a:pt x="966" y="584"/>
                    </a:lnTo>
                    <a:lnTo>
                      <a:pt x="967" y="584"/>
                    </a:lnTo>
                    <a:lnTo>
                      <a:pt x="969" y="587"/>
                    </a:lnTo>
                    <a:lnTo>
                      <a:pt x="970" y="591"/>
                    </a:lnTo>
                    <a:lnTo>
                      <a:pt x="971" y="589"/>
                    </a:lnTo>
                    <a:lnTo>
                      <a:pt x="973" y="586"/>
                    </a:lnTo>
                    <a:lnTo>
                      <a:pt x="974" y="584"/>
                    </a:lnTo>
                    <a:lnTo>
                      <a:pt x="975" y="587"/>
                    </a:lnTo>
                    <a:lnTo>
                      <a:pt x="977" y="585"/>
                    </a:lnTo>
                    <a:lnTo>
                      <a:pt x="978" y="586"/>
                    </a:lnTo>
                    <a:lnTo>
                      <a:pt x="979" y="581"/>
                    </a:lnTo>
                    <a:lnTo>
                      <a:pt x="981" y="579"/>
                    </a:lnTo>
                    <a:lnTo>
                      <a:pt x="982" y="576"/>
                    </a:lnTo>
                    <a:lnTo>
                      <a:pt x="983" y="576"/>
                    </a:lnTo>
                    <a:lnTo>
                      <a:pt x="985" y="577"/>
                    </a:lnTo>
                    <a:lnTo>
                      <a:pt x="986" y="574"/>
                    </a:lnTo>
                    <a:lnTo>
                      <a:pt x="987" y="580"/>
                    </a:lnTo>
                    <a:lnTo>
                      <a:pt x="989" y="582"/>
                    </a:lnTo>
                    <a:lnTo>
                      <a:pt x="990" y="587"/>
                    </a:lnTo>
                    <a:lnTo>
                      <a:pt x="991" y="591"/>
                    </a:lnTo>
                    <a:lnTo>
                      <a:pt x="993" y="594"/>
                    </a:lnTo>
                    <a:lnTo>
                      <a:pt x="994" y="597"/>
                    </a:lnTo>
                    <a:lnTo>
                      <a:pt x="995" y="601"/>
                    </a:lnTo>
                    <a:lnTo>
                      <a:pt x="997" y="603"/>
                    </a:lnTo>
                    <a:lnTo>
                      <a:pt x="998" y="605"/>
                    </a:lnTo>
                    <a:lnTo>
                      <a:pt x="999" y="604"/>
                    </a:lnTo>
                    <a:lnTo>
                      <a:pt x="1001" y="606"/>
                    </a:lnTo>
                    <a:lnTo>
                      <a:pt x="1002" y="605"/>
                    </a:lnTo>
                    <a:lnTo>
                      <a:pt x="1004" y="606"/>
                    </a:lnTo>
                    <a:lnTo>
                      <a:pt x="1005" y="609"/>
                    </a:lnTo>
                    <a:lnTo>
                      <a:pt x="1006" y="610"/>
                    </a:lnTo>
                    <a:lnTo>
                      <a:pt x="1008" y="610"/>
                    </a:lnTo>
                    <a:lnTo>
                      <a:pt x="1009" y="605"/>
                    </a:lnTo>
                    <a:lnTo>
                      <a:pt x="1010" y="607"/>
                    </a:lnTo>
                    <a:lnTo>
                      <a:pt x="1012" y="605"/>
                    </a:lnTo>
                    <a:lnTo>
                      <a:pt x="1013" y="603"/>
                    </a:lnTo>
                    <a:lnTo>
                      <a:pt x="1014" y="600"/>
                    </a:lnTo>
                    <a:lnTo>
                      <a:pt x="1016" y="595"/>
                    </a:lnTo>
                    <a:lnTo>
                      <a:pt x="1017" y="596"/>
                    </a:lnTo>
                    <a:lnTo>
                      <a:pt x="1018" y="593"/>
                    </a:lnTo>
                    <a:lnTo>
                      <a:pt x="1020" y="593"/>
                    </a:lnTo>
                    <a:lnTo>
                      <a:pt x="1021" y="590"/>
                    </a:lnTo>
                    <a:lnTo>
                      <a:pt x="1022" y="587"/>
                    </a:lnTo>
                    <a:lnTo>
                      <a:pt x="1024" y="590"/>
                    </a:lnTo>
                    <a:lnTo>
                      <a:pt x="1025" y="586"/>
                    </a:lnTo>
                    <a:lnTo>
                      <a:pt x="1026" y="588"/>
                    </a:lnTo>
                    <a:lnTo>
                      <a:pt x="1028" y="585"/>
                    </a:lnTo>
                    <a:lnTo>
                      <a:pt x="1029" y="586"/>
                    </a:lnTo>
                    <a:lnTo>
                      <a:pt x="1030" y="585"/>
                    </a:lnTo>
                    <a:lnTo>
                      <a:pt x="1032" y="591"/>
                    </a:lnTo>
                    <a:lnTo>
                      <a:pt x="1033" y="592"/>
                    </a:lnTo>
                    <a:lnTo>
                      <a:pt x="1034" y="599"/>
                    </a:lnTo>
                    <a:lnTo>
                      <a:pt x="1036" y="602"/>
                    </a:lnTo>
                    <a:lnTo>
                      <a:pt x="1037" y="601"/>
                    </a:lnTo>
                    <a:lnTo>
                      <a:pt x="1038" y="607"/>
                    </a:lnTo>
                    <a:lnTo>
                      <a:pt x="1040" y="609"/>
                    </a:lnTo>
                    <a:lnTo>
                      <a:pt x="1041" y="601"/>
                    </a:lnTo>
                    <a:lnTo>
                      <a:pt x="1042" y="601"/>
                    </a:lnTo>
                    <a:lnTo>
                      <a:pt x="1044" y="595"/>
                    </a:lnTo>
                    <a:lnTo>
                      <a:pt x="1045" y="593"/>
                    </a:lnTo>
                    <a:lnTo>
                      <a:pt x="1047" y="598"/>
                    </a:lnTo>
                    <a:lnTo>
                      <a:pt x="1048" y="596"/>
                    </a:lnTo>
                    <a:lnTo>
                      <a:pt x="1049" y="597"/>
                    </a:lnTo>
                    <a:lnTo>
                      <a:pt x="1051" y="595"/>
                    </a:lnTo>
                    <a:lnTo>
                      <a:pt x="1052" y="592"/>
                    </a:lnTo>
                    <a:lnTo>
                      <a:pt x="1053" y="591"/>
                    </a:lnTo>
                    <a:lnTo>
                      <a:pt x="1055" y="589"/>
                    </a:lnTo>
                    <a:lnTo>
                      <a:pt x="1056" y="584"/>
                    </a:lnTo>
                    <a:lnTo>
                      <a:pt x="1057" y="581"/>
                    </a:lnTo>
                    <a:lnTo>
                      <a:pt x="1059" y="581"/>
                    </a:lnTo>
                    <a:lnTo>
                      <a:pt x="1060" y="584"/>
                    </a:lnTo>
                    <a:lnTo>
                      <a:pt x="1061" y="584"/>
                    </a:lnTo>
                    <a:lnTo>
                      <a:pt x="1063" y="586"/>
                    </a:lnTo>
                    <a:lnTo>
                      <a:pt x="1064" y="585"/>
                    </a:lnTo>
                    <a:lnTo>
                      <a:pt x="1065" y="593"/>
                    </a:lnTo>
                    <a:lnTo>
                      <a:pt x="1067" y="595"/>
                    </a:lnTo>
                    <a:lnTo>
                      <a:pt x="1068" y="596"/>
                    </a:lnTo>
                    <a:lnTo>
                      <a:pt x="1069" y="598"/>
                    </a:lnTo>
                    <a:lnTo>
                      <a:pt x="1071" y="596"/>
                    </a:lnTo>
                    <a:lnTo>
                      <a:pt x="1072" y="593"/>
                    </a:lnTo>
                    <a:lnTo>
                      <a:pt x="1073" y="595"/>
                    </a:lnTo>
                    <a:lnTo>
                      <a:pt x="1075" y="594"/>
                    </a:lnTo>
                    <a:lnTo>
                      <a:pt x="1076" y="593"/>
                    </a:lnTo>
                    <a:lnTo>
                      <a:pt x="1077" y="598"/>
                    </a:lnTo>
                    <a:lnTo>
                      <a:pt x="1079" y="596"/>
                    </a:lnTo>
                    <a:lnTo>
                      <a:pt x="1080" y="596"/>
                    </a:lnTo>
                    <a:lnTo>
                      <a:pt x="1081" y="597"/>
                    </a:lnTo>
                    <a:lnTo>
                      <a:pt x="1083" y="599"/>
                    </a:lnTo>
                    <a:lnTo>
                      <a:pt x="1084" y="599"/>
                    </a:lnTo>
                    <a:lnTo>
                      <a:pt x="1086" y="602"/>
                    </a:lnTo>
                    <a:lnTo>
                      <a:pt x="1087" y="598"/>
                    </a:lnTo>
                    <a:lnTo>
                      <a:pt x="1088" y="600"/>
                    </a:lnTo>
                    <a:lnTo>
                      <a:pt x="1090" y="601"/>
                    </a:lnTo>
                    <a:lnTo>
                      <a:pt x="1091" y="602"/>
                    </a:lnTo>
                    <a:lnTo>
                      <a:pt x="1092" y="605"/>
                    </a:lnTo>
                    <a:lnTo>
                      <a:pt x="1094" y="604"/>
                    </a:lnTo>
                    <a:lnTo>
                      <a:pt x="1095" y="604"/>
                    </a:lnTo>
                    <a:lnTo>
                      <a:pt x="1096" y="605"/>
                    </a:lnTo>
                    <a:lnTo>
                      <a:pt x="1098" y="602"/>
                    </a:lnTo>
                    <a:lnTo>
                      <a:pt x="1099" y="598"/>
                    </a:lnTo>
                    <a:lnTo>
                      <a:pt x="1100" y="600"/>
                    </a:lnTo>
                    <a:lnTo>
                      <a:pt x="1102" y="602"/>
                    </a:lnTo>
                    <a:lnTo>
                      <a:pt x="1103" y="602"/>
                    </a:lnTo>
                    <a:lnTo>
                      <a:pt x="1104" y="606"/>
                    </a:lnTo>
                    <a:lnTo>
                      <a:pt x="1106" y="599"/>
                    </a:lnTo>
                    <a:lnTo>
                      <a:pt x="1107" y="603"/>
                    </a:lnTo>
                    <a:lnTo>
                      <a:pt x="1108" y="606"/>
                    </a:lnTo>
                    <a:lnTo>
                      <a:pt x="1110" y="604"/>
                    </a:lnTo>
                    <a:lnTo>
                      <a:pt x="1111" y="599"/>
                    </a:lnTo>
                    <a:lnTo>
                      <a:pt x="1112" y="596"/>
                    </a:lnTo>
                    <a:lnTo>
                      <a:pt x="1114" y="596"/>
                    </a:lnTo>
                    <a:lnTo>
                      <a:pt x="1115" y="602"/>
                    </a:lnTo>
                    <a:lnTo>
                      <a:pt x="1116" y="603"/>
                    </a:lnTo>
                    <a:lnTo>
                      <a:pt x="1118" y="600"/>
                    </a:lnTo>
                    <a:lnTo>
                      <a:pt x="1119" y="599"/>
                    </a:lnTo>
                    <a:lnTo>
                      <a:pt x="1120" y="601"/>
                    </a:lnTo>
                    <a:lnTo>
                      <a:pt x="1122" y="602"/>
                    </a:lnTo>
                    <a:lnTo>
                      <a:pt x="1123" y="604"/>
                    </a:lnTo>
                    <a:lnTo>
                      <a:pt x="1124" y="603"/>
                    </a:lnTo>
                    <a:lnTo>
                      <a:pt x="1126" y="600"/>
                    </a:lnTo>
                    <a:lnTo>
                      <a:pt x="1127" y="603"/>
                    </a:lnTo>
                    <a:lnTo>
                      <a:pt x="1129" y="605"/>
                    </a:lnTo>
                    <a:lnTo>
                      <a:pt x="1130" y="609"/>
                    </a:lnTo>
                    <a:lnTo>
                      <a:pt x="1131" y="605"/>
                    </a:lnTo>
                    <a:lnTo>
                      <a:pt x="1133" y="608"/>
                    </a:lnTo>
                    <a:lnTo>
                      <a:pt x="1134" y="611"/>
                    </a:lnTo>
                    <a:lnTo>
                      <a:pt x="1135" y="615"/>
                    </a:lnTo>
                    <a:lnTo>
                      <a:pt x="1137" y="619"/>
                    </a:lnTo>
                    <a:lnTo>
                      <a:pt x="1138" y="616"/>
                    </a:lnTo>
                    <a:lnTo>
                      <a:pt x="1139" y="621"/>
                    </a:lnTo>
                    <a:lnTo>
                      <a:pt x="1141" y="620"/>
                    </a:lnTo>
                    <a:lnTo>
                      <a:pt x="1142" y="620"/>
                    </a:lnTo>
                    <a:lnTo>
                      <a:pt x="1143" y="621"/>
                    </a:lnTo>
                    <a:lnTo>
                      <a:pt x="1145" y="620"/>
                    </a:lnTo>
                    <a:lnTo>
                      <a:pt x="1146" y="620"/>
                    </a:lnTo>
                    <a:lnTo>
                      <a:pt x="1147" y="619"/>
                    </a:lnTo>
                    <a:lnTo>
                      <a:pt x="1149" y="617"/>
                    </a:lnTo>
                    <a:lnTo>
                      <a:pt x="1150" y="619"/>
                    </a:lnTo>
                    <a:lnTo>
                      <a:pt x="1151" y="619"/>
                    </a:lnTo>
                    <a:lnTo>
                      <a:pt x="1153" y="620"/>
                    </a:lnTo>
                    <a:lnTo>
                      <a:pt x="1154" y="618"/>
                    </a:lnTo>
                    <a:lnTo>
                      <a:pt x="1155" y="624"/>
                    </a:lnTo>
                    <a:lnTo>
                      <a:pt x="1157" y="628"/>
                    </a:lnTo>
                    <a:lnTo>
                      <a:pt x="1158" y="629"/>
                    </a:lnTo>
                    <a:lnTo>
                      <a:pt x="1159" y="631"/>
                    </a:lnTo>
                    <a:lnTo>
                      <a:pt x="1161" y="634"/>
                    </a:lnTo>
                    <a:lnTo>
                      <a:pt x="1162" y="632"/>
                    </a:lnTo>
                    <a:lnTo>
                      <a:pt x="1163" y="638"/>
                    </a:lnTo>
                    <a:lnTo>
                      <a:pt x="1165" y="641"/>
                    </a:lnTo>
                    <a:lnTo>
                      <a:pt x="1166" y="642"/>
                    </a:lnTo>
                    <a:lnTo>
                      <a:pt x="1167" y="644"/>
                    </a:lnTo>
                    <a:lnTo>
                      <a:pt x="1169" y="645"/>
                    </a:lnTo>
                    <a:lnTo>
                      <a:pt x="1170" y="644"/>
                    </a:lnTo>
                    <a:lnTo>
                      <a:pt x="1172" y="644"/>
                    </a:lnTo>
                    <a:lnTo>
                      <a:pt x="1173" y="644"/>
                    </a:lnTo>
                    <a:lnTo>
                      <a:pt x="1174" y="647"/>
                    </a:lnTo>
                    <a:lnTo>
                      <a:pt x="1176" y="651"/>
                    </a:lnTo>
                    <a:lnTo>
                      <a:pt x="1177" y="651"/>
                    </a:lnTo>
                    <a:lnTo>
                      <a:pt x="1178" y="649"/>
                    </a:lnTo>
                    <a:lnTo>
                      <a:pt x="1180" y="649"/>
                    </a:lnTo>
                    <a:lnTo>
                      <a:pt x="1181" y="650"/>
                    </a:lnTo>
                    <a:lnTo>
                      <a:pt x="1182" y="652"/>
                    </a:lnTo>
                    <a:lnTo>
                      <a:pt x="1184" y="649"/>
                    </a:lnTo>
                    <a:lnTo>
                      <a:pt x="1185" y="647"/>
                    </a:lnTo>
                    <a:lnTo>
                      <a:pt x="1186" y="650"/>
                    </a:lnTo>
                    <a:lnTo>
                      <a:pt x="1188" y="654"/>
                    </a:lnTo>
                    <a:lnTo>
                      <a:pt x="1189" y="653"/>
                    </a:lnTo>
                    <a:lnTo>
                      <a:pt x="1190" y="661"/>
                    </a:lnTo>
                    <a:lnTo>
                      <a:pt x="1192" y="661"/>
                    </a:lnTo>
                    <a:lnTo>
                      <a:pt x="1193" y="655"/>
                    </a:lnTo>
                    <a:lnTo>
                      <a:pt x="1194" y="656"/>
                    </a:lnTo>
                    <a:lnTo>
                      <a:pt x="1196" y="657"/>
                    </a:lnTo>
                    <a:lnTo>
                      <a:pt x="1197" y="656"/>
                    </a:lnTo>
                    <a:lnTo>
                      <a:pt x="1198" y="656"/>
                    </a:lnTo>
                    <a:lnTo>
                      <a:pt x="1200" y="655"/>
                    </a:lnTo>
                    <a:lnTo>
                      <a:pt x="1201" y="652"/>
                    </a:lnTo>
                    <a:lnTo>
                      <a:pt x="1202" y="651"/>
                    </a:lnTo>
                    <a:lnTo>
                      <a:pt x="1204" y="651"/>
                    </a:lnTo>
                    <a:lnTo>
                      <a:pt x="1205" y="650"/>
                    </a:lnTo>
                    <a:lnTo>
                      <a:pt x="1206" y="647"/>
                    </a:lnTo>
                    <a:lnTo>
                      <a:pt x="1208" y="650"/>
                    </a:lnTo>
                    <a:lnTo>
                      <a:pt x="1209" y="649"/>
                    </a:lnTo>
                    <a:lnTo>
                      <a:pt x="1210" y="650"/>
                    </a:lnTo>
                    <a:lnTo>
                      <a:pt x="1212" y="651"/>
                    </a:lnTo>
                    <a:lnTo>
                      <a:pt x="1213" y="653"/>
                    </a:lnTo>
                    <a:lnTo>
                      <a:pt x="1215" y="659"/>
                    </a:lnTo>
                    <a:lnTo>
                      <a:pt x="1216" y="659"/>
                    </a:lnTo>
                    <a:lnTo>
                      <a:pt x="1217" y="661"/>
                    </a:lnTo>
                    <a:lnTo>
                      <a:pt x="1219" y="662"/>
                    </a:lnTo>
                    <a:lnTo>
                      <a:pt x="1220" y="666"/>
                    </a:lnTo>
                    <a:lnTo>
                      <a:pt x="1221" y="671"/>
                    </a:lnTo>
                    <a:lnTo>
                      <a:pt x="1223" y="675"/>
                    </a:lnTo>
                    <a:lnTo>
                      <a:pt x="1224" y="677"/>
                    </a:lnTo>
                    <a:lnTo>
                      <a:pt x="1225" y="677"/>
                    </a:lnTo>
                    <a:lnTo>
                      <a:pt x="1227" y="673"/>
                    </a:lnTo>
                    <a:lnTo>
                      <a:pt x="1228" y="674"/>
                    </a:lnTo>
                    <a:lnTo>
                      <a:pt x="1229" y="673"/>
                    </a:lnTo>
                    <a:lnTo>
                      <a:pt x="1231" y="671"/>
                    </a:lnTo>
                    <a:lnTo>
                      <a:pt x="1232" y="663"/>
                    </a:lnTo>
                    <a:lnTo>
                      <a:pt x="1233" y="666"/>
                    </a:lnTo>
                    <a:lnTo>
                      <a:pt x="1235" y="661"/>
                    </a:lnTo>
                    <a:lnTo>
                      <a:pt x="1236" y="660"/>
                    </a:lnTo>
                    <a:lnTo>
                      <a:pt x="1237" y="660"/>
                    </a:lnTo>
                    <a:lnTo>
                      <a:pt x="1239" y="659"/>
                    </a:lnTo>
                    <a:lnTo>
                      <a:pt x="1240" y="661"/>
                    </a:lnTo>
                    <a:lnTo>
                      <a:pt x="1241" y="663"/>
                    </a:lnTo>
                    <a:lnTo>
                      <a:pt x="1243" y="663"/>
                    </a:lnTo>
                    <a:lnTo>
                      <a:pt x="1244" y="670"/>
                    </a:lnTo>
                    <a:lnTo>
                      <a:pt x="1245" y="671"/>
                    </a:lnTo>
                    <a:lnTo>
                      <a:pt x="1247" y="676"/>
                    </a:lnTo>
                    <a:lnTo>
                      <a:pt x="1248" y="676"/>
                    </a:lnTo>
                    <a:lnTo>
                      <a:pt x="1249" y="678"/>
                    </a:lnTo>
                    <a:lnTo>
                      <a:pt x="1251" y="672"/>
                    </a:lnTo>
                    <a:lnTo>
                      <a:pt x="1252" y="667"/>
                    </a:lnTo>
                    <a:lnTo>
                      <a:pt x="1254" y="673"/>
                    </a:lnTo>
                    <a:lnTo>
                      <a:pt x="1255" y="673"/>
                    </a:lnTo>
                    <a:lnTo>
                      <a:pt x="1256" y="669"/>
                    </a:lnTo>
                    <a:lnTo>
                      <a:pt x="1258" y="667"/>
                    </a:lnTo>
                    <a:lnTo>
                      <a:pt x="1259" y="668"/>
                    </a:lnTo>
                    <a:lnTo>
                      <a:pt x="1260" y="672"/>
                    </a:lnTo>
                    <a:lnTo>
                      <a:pt x="1262" y="673"/>
                    </a:lnTo>
                    <a:lnTo>
                      <a:pt x="1263" y="674"/>
                    </a:lnTo>
                    <a:lnTo>
                      <a:pt x="1264" y="674"/>
                    </a:lnTo>
                    <a:lnTo>
                      <a:pt x="1266" y="675"/>
                    </a:lnTo>
                    <a:lnTo>
                      <a:pt x="1267" y="680"/>
                    </a:lnTo>
                    <a:lnTo>
                      <a:pt x="1268" y="680"/>
                    </a:lnTo>
                    <a:lnTo>
                      <a:pt x="1270" y="685"/>
                    </a:lnTo>
                    <a:lnTo>
                      <a:pt x="1271" y="679"/>
                    </a:lnTo>
                    <a:lnTo>
                      <a:pt x="1272" y="679"/>
                    </a:lnTo>
                    <a:lnTo>
                      <a:pt x="1274" y="672"/>
                    </a:lnTo>
                    <a:lnTo>
                      <a:pt x="1275" y="676"/>
                    </a:lnTo>
                    <a:lnTo>
                      <a:pt x="1276" y="676"/>
                    </a:lnTo>
                    <a:lnTo>
                      <a:pt x="1278" y="674"/>
                    </a:lnTo>
                    <a:lnTo>
                      <a:pt x="1279" y="678"/>
                    </a:lnTo>
                    <a:lnTo>
                      <a:pt x="1280" y="682"/>
                    </a:lnTo>
                    <a:lnTo>
                      <a:pt x="1282" y="691"/>
                    </a:lnTo>
                    <a:lnTo>
                      <a:pt x="1283" y="695"/>
                    </a:lnTo>
                    <a:lnTo>
                      <a:pt x="1284" y="700"/>
                    </a:lnTo>
                    <a:lnTo>
                      <a:pt x="1286" y="701"/>
                    </a:lnTo>
                    <a:lnTo>
                      <a:pt x="1287" y="700"/>
                    </a:lnTo>
                    <a:lnTo>
                      <a:pt x="1288" y="700"/>
                    </a:lnTo>
                    <a:lnTo>
                      <a:pt x="1290" y="700"/>
                    </a:lnTo>
                    <a:lnTo>
                      <a:pt x="1291" y="695"/>
                    </a:lnTo>
                    <a:lnTo>
                      <a:pt x="1292" y="695"/>
                    </a:lnTo>
                    <a:lnTo>
                      <a:pt x="1294" y="693"/>
                    </a:lnTo>
                    <a:lnTo>
                      <a:pt x="1295" y="690"/>
                    </a:lnTo>
                    <a:lnTo>
                      <a:pt x="1297" y="690"/>
                    </a:lnTo>
                    <a:lnTo>
                      <a:pt x="1298" y="691"/>
                    </a:lnTo>
                    <a:lnTo>
                      <a:pt x="1299" y="692"/>
                    </a:lnTo>
                    <a:lnTo>
                      <a:pt x="1301" y="691"/>
                    </a:lnTo>
                    <a:lnTo>
                      <a:pt x="1302" y="686"/>
                    </a:lnTo>
                    <a:lnTo>
                      <a:pt x="1303" y="685"/>
                    </a:lnTo>
                    <a:lnTo>
                      <a:pt x="1305" y="686"/>
                    </a:lnTo>
                    <a:lnTo>
                      <a:pt x="1306" y="684"/>
                    </a:lnTo>
                    <a:lnTo>
                      <a:pt x="1307" y="687"/>
                    </a:lnTo>
                    <a:lnTo>
                      <a:pt x="1309" y="685"/>
                    </a:lnTo>
                    <a:lnTo>
                      <a:pt x="1310" y="689"/>
                    </a:lnTo>
                    <a:lnTo>
                      <a:pt x="1311" y="694"/>
                    </a:lnTo>
                    <a:lnTo>
                      <a:pt x="1313" y="698"/>
                    </a:lnTo>
                    <a:lnTo>
                      <a:pt x="1314" y="697"/>
                    </a:lnTo>
                    <a:lnTo>
                      <a:pt x="1315" y="693"/>
                    </a:lnTo>
                    <a:lnTo>
                      <a:pt x="1317" y="696"/>
                    </a:lnTo>
                    <a:lnTo>
                      <a:pt x="1318" y="700"/>
                    </a:lnTo>
                    <a:lnTo>
                      <a:pt x="1319" y="697"/>
                    </a:lnTo>
                    <a:lnTo>
                      <a:pt x="1321" y="694"/>
                    </a:lnTo>
                    <a:lnTo>
                      <a:pt x="1322" y="697"/>
                    </a:lnTo>
                    <a:lnTo>
                      <a:pt x="1323" y="697"/>
                    </a:lnTo>
                    <a:lnTo>
                      <a:pt x="1325" y="702"/>
                    </a:lnTo>
                    <a:lnTo>
                      <a:pt x="1326" y="702"/>
                    </a:lnTo>
                    <a:lnTo>
                      <a:pt x="1327" y="703"/>
                    </a:lnTo>
                    <a:lnTo>
                      <a:pt x="1329" y="702"/>
                    </a:lnTo>
                    <a:lnTo>
                      <a:pt x="1330" y="706"/>
                    </a:lnTo>
                    <a:lnTo>
                      <a:pt x="1331" y="704"/>
                    </a:lnTo>
                    <a:lnTo>
                      <a:pt x="1333" y="708"/>
                    </a:lnTo>
                    <a:lnTo>
                      <a:pt x="1334" y="712"/>
                    </a:lnTo>
                    <a:lnTo>
                      <a:pt x="1335" y="710"/>
                    </a:lnTo>
                    <a:lnTo>
                      <a:pt x="1337" y="712"/>
                    </a:lnTo>
                    <a:lnTo>
                      <a:pt x="1338" y="710"/>
                    </a:lnTo>
                    <a:lnTo>
                      <a:pt x="1340" y="708"/>
                    </a:lnTo>
                    <a:lnTo>
                      <a:pt x="1341" y="710"/>
                    </a:lnTo>
                    <a:lnTo>
                      <a:pt x="1342" y="706"/>
                    </a:lnTo>
                    <a:lnTo>
                      <a:pt x="1344" y="707"/>
                    </a:lnTo>
                    <a:lnTo>
                      <a:pt x="1345" y="707"/>
                    </a:lnTo>
                    <a:lnTo>
                      <a:pt x="1346" y="709"/>
                    </a:lnTo>
                    <a:lnTo>
                      <a:pt x="1348" y="710"/>
                    </a:lnTo>
                    <a:lnTo>
                      <a:pt x="1349" y="711"/>
                    </a:lnTo>
                    <a:lnTo>
                      <a:pt x="1350" y="713"/>
                    </a:lnTo>
                    <a:lnTo>
                      <a:pt x="1352" y="710"/>
                    </a:lnTo>
                    <a:lnTo>
                      <a:pt x="1353" y="714"/>
                    </a:lnTo>
                    <a:lnTo>
                      <a:pt x="1354" y="711"/>
                    </a:lnTo>
                    <a:lnTo>
                      <a:pt x="1356" y="709"/>
                    </a:lnTo>
                    <a:lnTo>
                      <a:pt x="1357" y="709"/>
                    </a:lnTo>
                    <a:lnTo>
                      <a:pt x="1358" y="707"/>
                    </a:lnTo>
                    <a:lnTo>
                      <a:pt x="1360" y="710"/>
                    </a:lnTo>
                    <a:lnTo>
                      <a:pt x="1361" y="713"/>
                    </a:lnTo>
                    <a:lnTo>
                      <a:pt x="1362" y="712"/>
                    </a:lnTo>
                    <a:lnTo>
                      <a:pt x="1364" y="713"/>
                    </a:lnTo>
                    <a:lnTo>
                      <a:pt x="1365" y="717"/>
                    </a:lnTo>
                    <a:lnTo>
                      <a:pt x="1366" y="715"/>
                    </a:lnTo>
                    <a:lnTo>
                      <a:pt x="1368" y="717"/>
                    </a:lnTo>
                    <a:lnTo>
                      <a:pt x="1369" y="717"/>
                    </a:lnTo>
                    <a:lnTo>
                      <a:pt x="1370" y="721"/>
                    </a:lnTo>
                    <a:lnTo>
                      <a:pt x="1372" y="722"/>
                    </a:lnTo>
                    <a:lnTo>
                      <a:pt x="1373" y="721"/>
                    </a:lnTo>
                    <a:lnTo>
                      <a:pt x="1374" y="721"/>
                    </a:lnTo>
                    <a:lnTo>
                      <a:pt x="1376" y="717"/>
                    </a:lnTo>
                    <a:lnTo>
                      <a:pt x="1377" y="716"/>
                    </a:lnTo>
                    <a:lnTo>
                      <a:pt x="1378" y="713"/>
                    </a:lnTo>
                    <a:lnTo>
                      <a:pt x="1380" y="715"/>
                    </a:lnTo>
                    <a:lnTo>
                      <a:pt x="1381" y="713"/>
                    </a:lnTo>
                    <a:lnTo>
                      <a:pt x="1383" y="708"/>
                    </a:lnTo>
                    <a:lnTo>
                      <a:pt x="1384" y="706"/>
                    </a:lnTo>
                    <a:lnTo>
                      <a:pt x="1385" y="709"/>
                    </a:lnTo>
                    <a:lnTo>
                      <a:pt x="1387" y="715"/>
                    </a:lnTo>
                    <a:lnTo>
                      <a:pt x="1388" y="717"/>
                    </a:lnTo>
                    <a:lnTo>
                      <a:pt x="1389" y="714"/>
                    </a:lnTo>
                    <a:lnTo>
                      <a:pt x="1391" y="714"/>
                    </a:lnTo>
                    <a:lnTo>
                      <a:pt x="1392" y="715"/>
                    </a:lnTo>
                    <a:lnTo>
                      <a:pt x="1393" y="716"/>
                    </a:lnTo>
                    <a:lnTo>
                      <a:pt x="1395" y="717"/>
                    </a:lnTo>
                    <a:lnTo>
                      <a:pt x="1396" y="719"/>
                    </a:lnTo>
                    <a:lnTo>
                      <a:pt x="1397" y="716"/>
                    </a:lnTo>
                    <a:lnTo>
                      <a:pt x="1399" y="714"/>
                    </a:lnTo>
                    <a:lnTo>
                      <a:pt x="1400" y="713"/>
                    </a:lnTo>
                    <a:lnTo>
                      <a:pt x="1401" y="718"/>
                    </a:lnTo>
                    <a:lnTo>
                      <a:pt x="1403" y="713"/>
                    </a:lnTo>
                    <a:lnTo>
                      <a:pt x="1404" y="710"/>
                    </a:lnTo>
                    <a:lnTo>
                      <a:pt x="1405" y="708"/>
                    </a:lnTo>
                    <a:lnTo>
                      <a:pt x="1407" y="714"/>
                    </a:lnTo>
                    <a:lnTo>
                      <a:pt x="1408" y="714"/>
                    </a:lnTo>
                    <a:lnTo>
                      <a:pt x="1409" y="719"/>
                    </a:lnTo>
                    <a:lnTo>
                      <a:pt x="1411" y="719"/>
                    </a:lnTo>
                    <a:lnTo>
                      <a:pt x="1412" y="726"/>
                    </a:lnTo>
                    <a:lnTo>
                      <a:pt x="1413" y="727"/>
                    </a:lnTo>
                    <a:lnTo>
                      <a:pt x="1415" y="732"/>
                    </a:lnTo>
                    <a:lnTo>
                      <a:pt x="1416" y="733"/>
                    </a:lnTo>
                    <a:lnTo>
                      <a:pt x="1417" y="731"/>
                    </a:lnTo>
                    <a:lnTo>
                      <a:pt x="1419" y="729"/>
                    </a:lnTo>
                    <a:lnTo>
                      <a:pt x="1420" y="727"/>
                    </a:lnTo>
                    <a:lnTo>
                      <a:pt x="1422" y="730"/>
                    </a:lnTo>
                    <a:lnTo>
                      <a:pt x="1423" y="728"/>
                    </a:lnTo>
                    <a:lnTo>
                      <a:pt x="1424" y="731"/>
                    </a:lnTo>
                  </a:path>
                </a:pathLst>
              </a:custGeom>
              <a:noFill/>
              <a:ln cap="flat" cmpd="sng" w="25400">
                <a:solidFill>
                  <a:srgbClr val="00CED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5"/>
              <p:cNvSpPr/>
              <p:nvPr/>
            </p:nvSpPr>
            <p:spPr>
              <a:xfrm flipH="1" rot="10800000">
                <a:off x="6726238" y="4202113"/>
                <a:ext cx="3762375" cy="1520825"/>
              </a:xfrm>
              <a:custGeom>
                <a:rect b="b" l="l" r="r" t="t"/>
                <a:pathLst>
                  <a:path extrusionOk="0" h="690" w="1424">
                    <a:moveTo>
                      <a:pt x="0" y="413"/>
                    </a:moveTo>
                    <a:lnTo>
                      <a:pt x="1" y="431"/>
                    </a:lnTo>
                    <a:lnTo>
                      <a:pt x="2" y="437"/>
                    </a:lnTo>
                    <a:lnTo>
                      <a:pt x="4" y="437"/>
                    </a:lnTo>
                    <a:lnTo>
                      <a:pt x="5" y="436"/>
                    </a:lnTo>
                    <a:lnTo>
                      <a:pt x="6" y="437"/>
                    </a:lnTo>
                    <a:lnTo>
                      <a:pt x="8" y="436"/>
                    </a:lnTo>
                    <a:lnTo>
                      <a:pt x="9" y="435"/>
                    </a:lnTo>
                    <a:lnTo>
                      <a:pt x="10" y="430"/>
                    </a:lnTo>
                    <a:lnTo>
                      <a:pt x="12" y="428"/>
                    </a:lnTo>
                    <a:lnTo>
                      <a:pt x="13" y="422"/>
                    </a:lnTo>
                    <a:lnTo>
                      <a:pt x="14" y="420"/>
                    </a:lnTo>
                    <a:lnTo>
                      <a:pt x="16" y="420"/>
                    </a:lnTo>
                    <a:lnTo>
                      <a:pt x="17" y="421"/>
                    </a:lnTo>
                    <a:lnTo>
                      <a:pt x="18" y="420"/>
                    </a:lnTo>
                    <a:lnTo>
                      <a:pt x="20" y="424"/>
                    </a:lnTo>
                    <a:lnTo>
                      <a:pt x="21" y="423"/>
                    </a:lnTo>
                    <a:lnTo>
                      <a:pt x="22" y="426"/>
                    </a:lnTo>
                    <a:lnTo>
                      <a:pt x="24" y="426"/>
                    </a:lnTo>
                    <a:lnTo>
                      <a:pt x="25" y="426"/>
                    </a:lnTo>
                    <a:lnTo>
                      <a:pt x="26" y="424"/>
                    </a:lnTo>
                    <a:lnTo>
                      <a:pt x="28" y="424"/>
                    </a:lnTo>
                    <a:lnTo>
                      <a:pt x="29" y="433"/>
                    </a:lnTo>
                    <a:lnTo>
                      <a:pt x="30" y="433"/>
                    </a:lnTo>
                    <a:lnTo>
                      <a:pt x="32" y="430"/>
                    </a:lnTo>
                    <a:lnTo>
                      <a:pt x="33" y="428"/>
                    </a:lnTo>
                    <a:lnTo>
                      <a:pt x="34" y="421"/>
                    </a:lnTo>
                    <a:lnTo>
                      <a:pt x="36" y="419"/>
                    </a:lnTo>
                    <a:lnTo>
                      <a:pt x="37" y="415"/>
                    </a:lnTo>
                    <a:lnTo>
                      <a:pt x="39" y="412"/>
                    </a:lnTo>
                    <a:lnTo>
                      <a:pt x="40" y="404"/>
                    </a:lnTo>
                    <a:lnTo>
                      <a:pt x="41" y="404"/>
                    </a:lnTo>
                    <a:lnTo>
                      <a:pt x="43" y="404"/>
                    </a:lnTo>
                    <a:lnTo>
                      <a:pt x="44" y="410"/>
                    </a:lnTo>
                    <a:lnTo>
                      <a:pt x="45" y="410"/>
                    </a:lnTo>
                    <a:lnTo>
                      <a:pt x="47" y="411"/>
                    </a:lnTo>
                    <a:lnTo>
                      <a:pt x="48" y="418"/>
                    </a:lnTo>
                    <a:lnTo>
                      <a:pt x="49" y="422"/>
                    </a:lnTo>
                    <a:lnTo>
                      <a:pt x="51" y="426"/>
                    </a:lnTo>
                    <a:lnTo>
                      <a:pt x="52" y="429"/>
                    </a:lnTo>
                    <a:lnTo>
                      <a:pt x="53" y="430"/>
                    </a:lnTo>
                    <a:lnTo>
                      <a:pt x="55" y="437"/>
                    </a:lnTo>
                    <a:lnTo>
                      <a:pt x="56" y="444"/>
                    </a:lnTo>
                    <a:lnTo>
                      <a:pt x="57" y="445"/>
                    </a:lnTo>
                    <a:lnTo>
                      <a:pt x="59" y="447"/>
                    </a:lnTo>
                    <a:lnTo>
                      <a:pt x="60" y="453"/>
                    </a:lnTo>
                    <a:lnTo>
                      <a:pt x="61" y="452"/>
                    </a:lnTo>
                    <a:lnTo>
                      <a:pt x="63" y="455"/>
                    </a:lnTo>
                    <a:lnTo>
                      <a:pt x="64" y="450"/>
                    </a:lnTo>
                    <a:lnTo>
                      <a:pt x="65" y="450"/>
                    </a:lnTo>
                    <a:lnTo>
                      <a:pt x="67" y="445"/>
                    </a:lnTo>
                    <a:lnTo>
                      <a:pt x="68" y="444"/>
                    </a:lnTo>
                    <a:lnTo>
                      <a:pt x="69" y="443"/>
                    </a:lnTo>
                    <a:lnTo>
                      <a:pt x="71" y="439"/>
                    </a:lnTo>
                    <a:lnTo>
                      <a:pt x="72" y="445"/>
                    </a:lnTo>
                    <a:lnTo>
                      <a:pt x="73" y="443"/>
                    </a:lnTo>
                    <a:lnTo>
                      <a:pt x="75" y="446"/>
                    </a:lnTo>
                    <a:lnTo>
                      <a:pt x="76" y="452"/>
                    </a:lnTo>
                    <a:lnTo>
                      <a:pt x="78" y="449"/>
                    </a:lnTo>
                    <a:lnTo>
                      <a:pt x="79" y="443"/>
                    </a:lnTo>
                    <a:lnTo>
                      <a:pt x="80" y="447"/>
                    </a:lnTo>
                    <a:lnTo>
                      <a:pt x="82" y="441"/>
                    </a:lnTo>
                    <a:lnTo>
                      <a:pt x="83" y="435"/>
                    </a:lnTo>
                    <a:lnTo>
                      <a:pt x="84" y="431"/>
                    </a:lnTo>
                    <a:lnTo>
                      <a:pt x="86" y="438"/>
                    </a:lnTo>
                    <a:lnTo>
                      <a:pt x="87" y="436"/>
                    </a:lnTo>
                    <a:lnTo>
                      <a:pt x="88" y="441"/>
                    </a:lnTo>
                    <a:lnTo>
                      <a:pt x="90" y="443"/>
                    </a:lnTo>
                    <a:lnTo>
                      <a:pt x="91" y="446"/>
                    </a:lnTo>
                    <a:lnTo>
                      <a:pt x="92" y="445"/>
                    </a:lnTo>
                    <a:lnTo>
                      <a:pt x="94" y="451"/>
                    </a:lnTo>
                    <a:lnTo>
                      <a:pt x="95" y="452"/>
                    </a:lnTo>
                    <a:lnTo>
                      <a:pt x="96" y="453"/>
                    </a:lnTo>
                    <a:lnTo>
                      <a:pt x="98" y="454"/>
                    </a:lnTo>
                    <a:lnTo>
                      <a:pt x="99" y="451"/>
                    </a:lnTo>
                    <a:lnTo>
                      <a:pt x="100" y="448"/>
                    </a:lnTo>
                    <a:lnTo>
                      <a:pt x="102" y="445"/>
                    </a:lnTo>
                    <a:lnTo>
                      <a:pt x="103" y="442"/>
                    </a:lnTo>
                    <a:lnTo>
                      <a:pt x="104" y="442"/>
                    </a:lnTo>
                    <a:lnTo>
                      <a:pt x="106" y="440"/>
                    </a:lnTo>
                    <a:lnTo>
                      <a:pt x="107" y="437"/>
                    </a:lnTo>
                    <a:lnTo>
                      <a:pt x="108" y="435"/>
                    </a:lnTo>
                    <a:lnTo>
                      <a:pt x="110" y="437"/>
                    </a:lnTo>
                    <a:lnTo>
                      <a:pt x="111" y="440"/>
                    </a:lnTo>
                    <a:lnTo>
                      <a:pt x="112" y="444"/>
                    </a:lnTo>
                    <a:lnTo>
                      <a:pt x="114" y="442"/>
                    </a:lnTo>
                    <a:lnTo>
                      <a:pt x="115" y="414"/>
                    </a:lnTo>
                    <a:lnTo>
                      <a:pt x="116" y="0"/>
                    </a:lnTo>
                    <a:lnTo>
                      <a:pt x="118" y="405"/>
                    </a:lnTo>
                    <a:lnTo>
                      <a:pt x="119" y="441"/>
                    </a:lnTo>
                    <a:lnTo>
                      <a:pt x="121" y="446"/>
                    </a:lnTo>
                    <a:lnTo>
                      <a:pt x="122" y="447"/>
                    </a:lnTo>
                    <a:lnTo>
                      <a:pt x="123" y="445"/>
                    </a:lnTo>
                    <a:lnTo>
                      <a:pt x="125" y="443"/>
                    </a:lnTo>
                    <a:lnTo>
                      <a:pt x="126" y="445"/>
                    </a:lnTo>
                    <a:lnTo>
                      <a:pt x="127" y="439"/>
                    </a:lnTo>
                    <a:lnTo>
                      <a:pt x="129" y="439"/>
                    </a:lnTo>
                    <a:lnTo>
                      <a:pt x="130" y="437"/>
                    </a:lnTo>
                    <a:lnTo>
                      <a:pt x="131" y="437"/>
                    </a:lnTo>
                    <a:lnTo>
                      <a:pt x="133" y="443"/>
                    </a:lnTo>
                    <a:lnTo>
                      <a:pt x="134" y="439"/>
                    </a:lnTo>
                    <a:lnTo>
                      <a:pt x="135" y="440"/>
                    </a:lnTo>
                    <a:lnTo>
                      <a:pt x="137" y="445"/>
                    </a:lnTo>
                    <a:lnTo>
                      <a:pt x="138" y="444"/>
                    </a:lnTo>
                    <a:lnTo>
                      <a:pt x="139" y="442"/>
                    </a:lnTo>
                    <a:lnTo>
                      <a:pt x="141" y="441"/>
                    </a:lnTo>
                    <a:lnTo>
                      <a:pt x="142" y="436"/>
                    </a:lnTo>
                    <a:lnTo>
                      <a:pt x="143" y="439"/>
                    </a:lnTo>
                    <a:lnTo>
                      <a:pt x="145" y="437"/>
                    </a:lnTo>
                    <a:lnTo>
                      <a:pt x="146" y="435"/>
                    </a:lnTo>
                    <a:lnTo>
                      <a:pt x="147" y="434"/>
                    </a:lnTo>
                    <a:lnTo>
                      <a:pt x="149" y="433"/>
                    </a:lnTo>
                    <a:lnTo>
                      <a:pt x="150" y="438"/>
                    </a:lnTo>
                    <a:lnTo>
                      <a:pt x="151" y="435"/>
                    </a:lnTo>
                    <a:lnTo>
                      <a:pt x="153" y="434"/>
                    </a:lnTo>
                    <a:lnTo>
                      <a:pt x="154" y="430"/>
                    </a:lnTo>
                    <a:lnTo>
                      <a:pt x="155" y="428"/>
                    </a:lnTo>
                    <a:lnTo>
                      <a:pt x="157" y="428"/>
                    </a:lnTo>
                    <a:lnTo>
                      <a:pt x="158" y="429"/>
                    </a:lnTo>
                    <a:lnTo>
                      <a:pt x="159" y="428"/>
                    </a:lnTo>
                    <a:lnTo>
                      <a:pt x="161" y="423"/>
                    </a:lnTo>
                    <a:lnTo>
                      <a:pt x="162" y="423"/>
                    </a:lnTo>
                    <a:lnTo>
                      <a:pt x="164" y="422"/>
                    </a:lnTo>
                    <a:lnTo>
                      <a:pt x="165" y="422"/>
                    </a:lnTo>
                    <a:lnTo>
                      <a:pt x="166" y="423"/>
                    </a:lnTo>
                    <a:lnTo>
                      <a:pt x="168" y="426"/>
                    </a:lnTo>
                    <a:lnTo>
                      <a:pt x="169" y="426"/>
                    </a:lnTo>
                    <a:lnTo>
                      <a:pt x="170" y="426"/>
                    </a:lnTo>
                    <a:lnTo>
                      <a:pt x="172" y="424"/>
                    </a:lnTo>
                    <a:lnTo>
                      <a:pt x="173" y="426"/>
                    </a:lnTo>
                    <a:lnTo>
                      <a:pt x="174" y="423"/>
                    </a:lnTo>
                    <a:lnTo>
                      <a:pt x="176" y="424"/>
                    </a:lnTo>
                    <a:lnTo>
                      <a:pt x="177" y="421"/>
                    </a:lnTo>
                    <a:lnTo>
                      <a:pt x="178" y="414"/>
                    </a:lnTo>
                    <a:lnTo>
                      <a:pt x="180" y="415"/>
                    </a:lnTo>
                    <a:lnTo>
                      <a:pt x="181" y="421"/>
                    </a:lnTo>
                    <a:lnTo>
                      <a:pt x="182" y="419"/>
                    </a:lnTo>
                    <a:lnTo>
                      <a:pt x="184" y="421"/>
                    </a:lnTo>
                    <a:lnTo>
                      <a:pt x="185" y="421"/>
                    </a:lnTo>
                    <a:lnTo>
                      <a:pt x="186" y="421"/>
                    </a:lnTo>
                    <a:lnTo>
                      <a:pt x="188" y="424"/>
                    </a:lnTo>
                    <a:lnTo>
                      <a:pt x="189" y="418"/>
                    </a:lnTo>
                    <a:lnTo>
                      <a:pt x="190" y="419"/>
                    </a:lnTo>
                    <a:lnTo>
                      <a:pt x="192" y="415"/>
                    </a:lnTo>
                    <a:lnTo>
                      <a:pt x="193" y="408"/>
                    </a:lnTo>
                    <a:lnTo>
                      <a:pt x="194" y="407"/>
                    </a:lnTo>
                    <a:lnTo>
                      <a:pt x="196" y="407"/>
                    </a:lnTo>
                    <a:lnTo>
                      <a:pt x="197" y="403"/>
                    </a:lnTo>
                    <a:lnTo>
                      <a:pt x="198" y="403"/>
                    </a:lnTo>
                    <a:lnTo>
                      <a:pt x="200" y="399"/>
                    </a:lnTo>
                    <a:lnTo>
                      <a:pt x="201" y="400"/>
                    </a:lnTo>
                    <a:lnTo>
                      <a:pt x="202" y="395"/>
                    </a:lnTo>
                    <a:lnTo>
                      <a:pt x="204" y="394"/>
                    </a:lnTo>
                    <a:lnTo>
                      <a:pt x="205" y="394"/>
                    </a:lnTo>
                    <a:lnTo>
                      <a:pt x="207" y="394"/>
                    </a:lnTo>
                    <a:lnTo>
                      <a:pt x="208" y="397"/>
                    </a:lnTo>
                    <a:lnTo>
                      <a:pt x="209" y="399"/>
                    </a:lnTo>
                    <a:lnTo>
                      <a:pt x="211" y="398"/>
                    </a:lnTo>
                    <a:lnTo>
                      <a:pt x="212" y="399"/>
                    </a:lnTo>
                    <a:lnTo>
                      <a:pt x="213" y="399"/>
                    </a:lnTo>
                    <a:lnTo>
                      <a:pt x="215" y="397"/>
                    </a:lnTo>
                    <a:lnTo>
                      <a:pt x="216" y="396"/>
                    </a:lnTo>
                    <a:lnTo>
                      <a:pt x="217" y="397"/>
                    </a:lnTo>
                    <a:lnTo>
                      <a:pt x="219" y="399"/>
                    </a:lnTo>
                    <a:lnTo>
                      <a:pt x="220" y="396"/>
                    </a:lnTo>
                    <a:lnTo>
                      <a:pt x="221" y="395"/>
                    </a:lnTo>
                    <a:lnTo>
                      <a:pt x="223" y="397"/>
                    </a:lnTo>
                    <a:lnTo>
                      <a:pt x="224" y="396"/>
                    </a:lnTo>
                    <a:lnTo>
                      <a:pt x="225" y="394"/>
                    </a:lnTo>
                    <a:lnTo>
                      <a:pt x="227" y="395"/>
                    </a:lnTo>
                    <a:lnTo>
                      <a:pt x="228" y="397"/>
                    </a:lnTo>
                    <a:lnTo>
                      <a:pt x="229" y="394"/>
                    </a:lnTo>
                    <a:lnTo>
                      <a:pt x="231" y="393"/>
                    </a:lnTo>
                    <a:lnTo>
                      <a:pt x="232" y="391"/>
                    </a:lnTo>
                    <a:lnTo>
                      <a:pt x="233" y="393"/>
                    </a:lnTo>
                    <a:lnTo>
                      <a:pt x="235" y="390"/>
                    </a:lnTo>
                    <a:lnTo>
                      <a:pt x="236" y="389"/>
                    </a:lnTo>
                    <a:lnTo>
                      <a:pt x="237" y="387"/>
                    </a:lnTo>
                    <a:lnTo>
                      <a:pt x="239" y="390"/>
                    </a:lnTo>
                    <a:lnTo>
                      <a:pt x="240" y="389"/>
                    </a:lnTo>
                    <a:lnTo>
                      <a:pt x="241" y="391"/>
                    </a:lnTo>
                    <a:lnTo>
                      <a:pt x="243" y="391"/>
                    </a:lnTo>
                    <a:lnTo>
                      <a:pt x="244" y="391"/>
                    </a:lnTo>
                    <a:lnTo>
                      <a:pt x="246" y="394"/>
                    </a:lnTo>
                    <a:lnTo>
                      <a:pt x="247" y="391"/>
                    </a:lnTo>
                    <a:lnTo>
                      <a:pt x="248" y="389"/>
                    </a:lnTo>
                    <a:lnTo>
                      <a:pt x="250" y="394"/>
                    </a:lnTo>
                    <a:lnTo>
                      <a:pt x="251" y="391"/>
                    </a:lnTo>
                    <a:lnTo>
                      <a:pt x="252" y="393"/>
                    </a:lnTo>
                    <a:lnTo>
                      <a:pt x="254" y="394"/>
                    </a:lnTo>
                    <a:lnTo>
                      <a:pt x="255" y="396"/>
                    </a:lnTo>
                    <a:lnTo>
                      <a:pt x="256" y="396"/>
                    </a:lnTo>
                    <a:lnTo>
                      <a:pt x="258" y="396"/>
                    </a:lnTo>
                    <a:lnTo>
                      <a:pt x="259" y="398"/>
                    </a:lnTo>
                    <a:lnTo>
                      <a:pt x="260" y="400"/>
                    </a:lnTo>
                    <a:lnTo>
                      <a:pt x="262" y="404"/>
                    </a:lnTo>
                    <a:lnTo>
                      <a:pt x="263" y="405"/>
                    </a:lnTo>
                    <a:lnTo>
                      <a:pt x="264" y="405"/>
                    </a:lnTo>
                    <a:lnTo>
                      <a:pt x="266" y="406"/>
                    </a:lnTo>
                    <a:lnTo>
                      <a:pt x="267" y="406"/>
                    </a:lnTo>
                    <a:lnTo>
                      <a:pt x="268" y="406"/>
                    </a:lnTo>
                    <a:lnTo>
                      <a:pt x="270" y="409"/>
                    </a:lnTo>
                    <a:lnTo>
                      <a:pt x="271" y="405"/>
                    </a:lnTo>
                    <a:lnTo>
                      <a:pt x="272" y="406"/>
                    </a:lnTo>
                    <a:lnTo>
                      <a:pt x="274" y="407"/>
                    </a:lnTo>
                    <a:lnTo>
                      <a:pt x="275" y="406"/>
                    </a:lnTo>
                    <a:lnTo>
                      <a:pt x="276" y="407"/>
                    </a:lnTo>
                    <a:lnTo>
                      <a:pt x="278" y="404"/>
                    </a:lnTo>
                    <a:lnTo>
                      <a:pt x="279" y="405"/>
                    </a:lnTo>
                    <a:lnTo>
                      <a:pt x="280" y="401"/>
                    </a:lnTo>
                    <a:lnTo>
                      <a:pt x="282" y="402"/>
                    </a:lnTo>
                    <a:lnTo>
                      <a:pt x="283" y="405"/>
                    </a:lnTo>
                    <a:lnTo>
                      <a:pt x="284" y="404"/>
                    </a:lnTo>
                    <a:lnTo>
                      <a:pt x="286" y="405"/>
                    </a:lnTo>
                    <a:lnTo>
                      <a:pt x="287" y="409"/>
                    </a:lnTo>
                    <a:lnTo>
                      <a:pt x="289" y="408"/>
                    </a:lnTo>
                    <a:lnTo>
                      <a:pt x="290" y="413"/>
                    </a:lnTo>
                    <a:lnTo>
                      <a:pt x="291" y="411"/>
                    </a:lnTo>
                    <a:lnTo>
                      <a:pt x="293" y="410"/>
                    </a:lnTo>
                    <a:lnTo>
                      <a:pt x="294" y="413"/>
                    </a:lnTo>
                    <a:lnTo>
                      <a:pt x="295" y="411"/>
                    </a:lnTo>
                    <a:lnTo>
                      <a:pt x="297" y="416"/>
                    </a:lnTo>
                    <a:lnTo>
                      <a:pt x="298" y="417"/>
                    </a:lnTo>
                    <a:lnTo>
                      <a:pt x="299" y="409"/>
                    </a:lnTo>
                    <a:lnTo>
                      <a:pt x="301" y="403"/>
                    </a:lnTo>
                    <a:lnTo>
                      <a:pt x="302" y="399"/>
                    </a:lnTo>
                    <a:lnTo>
                      <a:pt x="303" y="397"/>
                    </a:lnTo>
                    <a:lnTo>
                      <a:pt x="305" y="393"/>
                    </a:lnTo>
                    <a:lnTo>
                      <a:pt x="306" y="391"/>
                    </a:lnTo>
                    <a:lnTo>
                      <a:pt x="307" y="387"/>
                    </a:lnTo>
                    <a:lnTo>
                      <a:pt x="309" y="384"/>
                    </a:lnTo>
                    <a:lnTo>
                      <a:pt x="310" y="391"/>
                    </a:lnTo>
                    <a:lnTo>
                      <a:pt x="311" y="392"/>
                    </a:lnTo>
                    <a:lnTo>
                      <a:pt x="313" y="392"/>
                    </a:lnTo>
                    <a:lnTo>
                      <a:pt x="314" y="389"/>
                    </a:lnTo>
                    <a:lnTo>
                      <a:pt x="315" y="387"/>
                    </a:lnTo>
                    <a:lnTo>
                      <a:pt x="317" y="388"/>
                    </a:lnTo>
                    <a:lnTo>
                      <a:pt x="318" y="395"/>
                    </a:lnTo>
                    <a:lnTo>
                      <a:pt x="319" y="391"/>
                    </a:lnTo>
                    <a:lnTo>
                      <a:pt x="321" y="391"/>
                    </a:lnTo>
                    <a:lnTo>
                      <a:pt x="322" y="388"/>
                    </a:lnTo>
                    <a:lnTo>
                      <a:pt x="323" y="387"/>
                    </a:lnTo>
                    <a:lnTo>
                      <a:pt x="325" y="391"/>
                    </a:lnTo>
                    <a:lnTo>
                      <a:pt x="326" y="387"/>
                    </a:lnTo>
                    <a:lnTo>
                      <a:pt x="327" y="386"/>
                    </a:lnTo>
                    <a:lnTo>
                      <a:pt x="329" y="388"/>
                    </a:lnTo>
                    <a:lnTo>
                      <a:pt x="330" y="386"/>
                    </a:lnTo>
                    <a:lnTo>
                      <a:pt x="332" y="388"/>
                    </a:lnTo>
                    <a:lnTo>
                      <a:pt x="333" y="382"/>
                    </a:lnTo>
                    <a:lnTo>
                      <a:pt x="334" y="378"/>
                    </a:lnTo>
                    <a:lnTo>
                      <a:pt x="336" y="375"/>
                    </a:lnTo>
                    <a:lnTo>
                      <a:pt x="337" y="377"/>
                    </a:lnTo>
                    <a:lnTo>
                      <a:pt x="338" y="379"/>
                    </a:lnTo>
                    <a:lnTo>
                      <a:pt x="340" y="377"/>
                    </a:lnTo>
                    <a:lnTo>
                      <a:pt x="341" y="371"/>
                    </a:lnTo>
                    <a:lnTo>
                      <a:pt x="342" y="375"/>
                    </a:lnTo>
                    <a:lnTo>
                      <a:pt x="344" y="376"/>
                    </a:lnTo>
                    <a:lnTo>
                      <a:pt x="345" y="374"/>
                    </a:lnTo>
                    <a:lnTo>
                      <a:pt x="346" y="375"/>
                    </a:lnTo>
                    <a:lnTo>
                      <a:pt x="348" y="370"/>
                    </a:lnTo>
                    <a:lnTo>
                      <a:pt x="349" y="374"/>
                    </a:lnTo>
                    <a:lnTo>
                      <a:pt x="350" y="378"/>
                    </a:lnTo>
                    <a:lnTo>
                      <a:pt x="352" y="377"/>
                    </a:lnTo>
                    <a:lnTo>
                      <a:pt x="353" y="380"/>
                    </a:lnTo>
                    <a:lnTo>
                      <a:pt x="354" y="380"/>
                    </a:lnTo>
                    <a:lnTo>
                      <a:pt x="356" y="376"/>
                    </a:lnTo>
                    <a:lnTo>
                      <a:pt x="357" y="378"/>
                    </a:lnTo>
                    <a:lnTo>
                      <a:pt x="358" y="375"/>
                    </a:lnTo>
                    <a:lnTo>
                      <a:pt x="360" y="375"/>
                    </a:lnTo>
                    <a:lnTo>
                      <a:pt x="361" y="374"/>
                    </a:lnTo>
                    <a:lnTo>
                      <a:pt x="362" y="372"/>
                    </a:lnTo>
                    <a:lnTo>
                      <a:pt x="364" y="370"/>
                    </a:lnTo>
                    <a:lnTo>
                      <a:pt x="365" y="372"/>
                    </a:lnTo>
                    <a:lnTo>
                      <a:pt x="366" y="368"/>
                    </a:lnTo>
                    <a:lnTo>
                      <a:pt x="368" y="367"/>
                    </a:lnTo>
                    <a:lnTo>
                      <a:pt x="369" y="370"/>
                    </a:lnTo>
                    <a:lnTo>
                      <a:pt x="370" y="366"/>
                    </a:lnTo>
                    <a:lnTo>
                      <a:pt x="372" y="362"/>
                    </a:lnTo>
                    <a:lnTo>
                      <a:pt x="373" y="362"/>
                    </a:lnTo>
                    <a:lnTo>
                      <a:pt x="375" y="359"/>
                    </a:lnTo>
                    <a:lnTo>
                      <a:pt x="376" y="360"/>
                    </a:lnTo>
                    <a:lnTo>
                      <a:pt x="377" y="358"/>
                    </a:lnTo>
                    <a:lnTo>
                      <a:pt x="379" y="356"/>
                    </a:lnTo>
                    <a:lnTo>
                      <a:pt x="380" y="356"/>
                    </a:lnTo>
                    <a:lnTo>
                      <a:pt x="381" y="357"/>
                    </a:lnTo>
                    <a:lnTo>
                      <a:pt x="383" y="358"/>
                    </a:lnTo>
                    <a:lnTo>
                      <a:pt x="384" y="358"/>
                    </a:lnTo>
                    <a:lnTo>
                      <a:pt x="385" y="358"/>
                    </a:lnTo>
                    <a:lnTo>
                      <a:pt x="387" y="358"/>
                    </a:lnTo>
                    <a:lnTo>
                      <a:pt x="388" y="360"/>
                    </a:lnTo>
                    <a:lnTo>
                      <a:pt x="389" y="363"/>
                    </a:lnTo>
                    <a:lnTo>
                      <a:pt x="391" y="363"/>
                    </a:lnTo>
                    <a:lnTo>
                      <a:pt x="392" y="362"/>
                    </a:lnTo>
                    <a:lnTo>
                      <a:pt x="393" y="364"/>
                    </a:lnTo>
                    <a:lnTo>
                      <a:pt x="395" y="363"/>
                    </a:lnTo>
                    <a:lnTo>
                      <a:pt x="396" y="363"/>
                    </a:lnTo>
                    <a:lnTo>
                      <a:pt x="397" y="360"/>
                    </a:lnTo>
                    <a:lnTo>
                      <a:pt x="399" y="358"/>
                    </a:lnTo>
                    <a:lnTo>
                      <a:pt x="400" y="351"/>
                    </a:lnTo>
                    <a:lnTo>
                      <a:pt x="401" y="352"/>
                    </a:lnTo>
                    <a:lnTo>
                      <a:pt x="403" y="350"/>
                    </a:lnTo>
                    <a:lnTo>
                      <a:pt x="404" y="352"/>
                    </a:lnTo>
                    <a:lnTo>
                      <a:pt x="405" y="350"/>
                    </a:lnTo>
                    <a:lnTo>
                      <a:pt x="407" y="348"/>
                    </a:lnTo>
                    <a:lnTo>
                      <a:pt x="408" y="352"/>
                    </a:lnTo>
                    <a:lnTo>
                      <a:pt x="409" y="352"/>
                    </a:lnTo>
                    <a:lnTo>
                      <a:pt x="411" y="352"/>
                    </a:lnTo>
                    <a:lnTo>
                      <a:pt x="412" y="349"/>
                    </a:lnTo>
                    <a:lnTo>
                      <a:pt x="414" y="345"/>
                    </a:lnTo>
                    <a:lnTo>
                      <a:pt x="415" y="353"/>
                    </a:lnTo>
                    <a:lnTo>
                      <a:pt x="416" y="346"/>
                    </a:lnTo>
                    <a:lnTo>
                      <a:pt x="418" y="347"/>
                    </a:lnTo>
                    <a:lnTo>
                      <a:pt x="419" y="379"/>
                    </a:lnTo>
                    <a:lnTo>
                      <a:pt x="420" y="318"/>
                    </a:lnTo>
                    <a:lnTo>
                      <a:pt x="422" y="319"/>
                    </a:lnTo>
                    <a:lnTo>
                      <a:pt x="423" y="337"/>
                    </a:lnTo>
                    <a:lnTo>
                      <a:pt x="424" y="336"/>
                    </a:lnTo>
                    <a:lnTo>
                      <a:pt x="426" y="334"/>
                    </a:lnTo>
                    <a:lnTo>
                      <a:pt x="427" y="339"/>
                    </a:lnTo>
                    <a:lnTo>
                      <a:pt x="428" y="335"/>
                    </a:lnTo>
                    <a:lnTo>
                      <a:pt x="430" y="337"/>
                    </a:lnTo>
                    <a:lnTo>
                      <a:pt x="431" y="336"/>
                    </a:lnTo>
                    <a:lnTo>
                      <a:pt x="432" y="338"/>
                    </a:lnTo>
                    <a:lnTo>
                      <a:pt x="434" y="349"/>
                    </a:lnTo>
                    <a:lnTo>
                      <a:pt x="435" y="352"/>
                    </a:lnTo>
                    <a:lnTo>
                      <a:pt x="436" y="355"/>
                    </a:lnTo>
                    <a:lnTo>
                      <a:pt x="438" y="355"/>
                    </a:lnTo>
                    <a:lnTo>
                      <a:pt x="439" y="349"/>
                    </a:lnTo>
                    <a:lnTo>
                      <a:pt x="440" y="352"/>
                    </a:lnTo>
                    <a:lnTo>
                      <a:pt x="442" y="348"/>
                    </a:lnTo>
                    <a:lnTo>
                      <a:pt x="443" y="342"/>
                    </a:lnTo>
                    <a:lnTo>
                      <a:pt x="444" y="342"/>
                    </a:lnTo>
                    <a:lnTo>
                      <a:pt x="446" y="336"/>
                    </a:lnTo>
                    <a:lnTo>
                      <a:pt x="447" y="335"/>
                    </a:lnTo>
                    <a:lnTo>
                      <a:pt x="448" y="338"/>
                    </a:lnTo>
                    <a:lnTo>
                      <a:pt x="450" y="338"/>
                    </a:lnTo>
                    <a:lnTo>
                      <a:pt x="451" y="339"/>
                    </a:lnTo>
                    <a:lnTo>
                      <a:pt x="452" y="340"/>
                    </a:lnTo>
                    <a:lnTo>
                      <a:pt x="454" y="338"/>
                    </a:lnTo>
                    <a:lnTo>
                      <a:pt x="455" y="342"/>
                    </a:lnTo>
                    <a:lnTo>
                      <a:pt x="457" y="343"/>
                    </a:lnTo>
                    <a:lnTo>
                      <a:pt x="458" y="342"/>
                    </a:lnTo>
                    <a:lnTo>
                      <a:pt x="459" y="343"/>
                    </a:lnTo>
                    <a:lnTo>
                      <a:pt x="461" y="347"/>
                    </a:lnTo>
                    <a:lnTo>
                      <a:pt x="462" y="347"/>
                    </a:lnTo>
                    <a:lnTo>
                      <a:pt x="463" y="348"/>
                    </a:lnTo>
                    <a:lnTo>
                      <a:pt x="465" y="346"/>
                    </a:lnTo>
                    <a:lnTo>
                      <a:pt x="466" y="346"/>
                    </a:lnTo>
                    <a:lnTo>
                      <a:pt x="467" y="343"/>
                    </a:lnTo>
                    <a:lnTo>
                      <a:pt x="469" y="341"/>
                    </a:lnTo>
                    <a:lnTo>
                      <a:pt x="470" y="336"/>
                    </a:lnTo>
                    <a:lnTo>
                      <a:pt x="471" y="338"/>
                    </a:lnTo>
                    <a:lnTo>
                      <a:pt x="473" y="334"/>
                    </a:lnTo>
                    <a:lnTo>
                      <a:pt x="474" y="337"/>
                    </a:lnTo>
                    <a:lnTo>
                      <a:pt x="475" y="340"/>
                    </a:lnTo>
                    <a:lnTo>
                      <a:pt x="477" y="344"/>
                    </a:lnTo>
                    <a:lnTo>
                      <a:pt x="478" y="348"/>
                    </a:lnTo>
                    <a:lnTo>
                      <a:pt x="479" y="347"/>
                    </a:lnTo>
                    <a:lnTo>
                      <a:pt x="481" y="346"/>
                    </a:lnTo>
                    <a:lnTo>
                      <a:pt x="482" y="347"/>
                    </a:lnTo>
                    <a:lnTo>
                      <a:pt x="483" y="348"/>
                    </a:lnTo>
                    <a:lnTo>
                      <a:pt x="485" y="346"/>
                    </a:lnTo>
                    <a:lnTo>
                      <a:pt x="486" y="345"/>
                    </a:lnTo>
                    <a:lnTo>
                      <a:pt x="487" y="341"/>
                    </a:lnTo>
                    <a:lnTo>
                      <a:pt x="489" y="342"/>
                    </a:lnTo>
                    <a:lnTo>
                      <a:pt x="490" y="346"/>
                    </a:lnTo>
                    <a:lnTo>
                      <a:pt x="491" y="350"/>
                    </a:lnTo>
                    <a:lnTo>
                      <a:pt x="493" y="351"/>
                    </a:lnTo>
                    <a:lnTo>
                      <a:pt x="494" y="350"/>
                    </a:lnTo>
                    <a:lnTo>
                      <a:pt x="495" y="351"/>
                    </a:lnTo>
                    <a:lnTo>
                      <a:pt x="497" y="351"/>
                    </a:lnTo>
                    <a:lnTo>
                      <a:pt x="498" y="347"/>
                    </a:lnTo>
                    <a:lnTo>
                      <a:pt x="500" y="347"/>
                    </a:lnTo>
                    <a:lnTo>
                      <a:pt x="501" y="347"/>
                    </a:lnTo>
                    <a:lnTo>
                      <a:pt x="502" y="345"/>
                    </a:lnTo>
                    <a:lnTo>
                      <a:pt x="504" y="345"/>
                    </a:lnTo>
                    <a:lnTo>
                      <a:pt x="505" y="350"/>
                    </a:lnTo>
                    <a:lnTo>
                      <a:pt x="506" y="353"/>
                    </a:lnTo>
                    <a:lnTo>
                      <a:pt x="508" y="361"/>
                    </a:lnTo>
                    <a:lnTo>
                      <a:pt x="509" y="360"/>
                    </a:lnTo>
                    <a:lnTo>
                      <a:pt x="510" y="355"/>
                    </a:lnTo>
                    <a:lnTo>
                      <a:pt x="512" y="352"/>
                    </a:lnTo>
                    <a:lnTo>
                      <a:pt x="513" y="353"/>
                    </a:lnTo>
                    <a:lnTo>
                      <a:pt x="514" y="355"/>
                    </a:lnTo>
                    <a:lnTo>
                      <a:pt x="516" y="349"/>
                    </a:lnTo>
                    <a:lnTo>
                      <a:pt x="517" y="343"/>
                    </a:lnTo>
                    <a:lnTo>
                      <a:pt x="518" y="348"/>
                    </a:lnTo>
                    <a:lnTo>
                      <a:pt x="520" y="353"/>
                    </a:lnTo>
                    <a:lnTo>
                      <a:pt x="521" y="358"/>
                    </a:lnTo>
                    <a:lnTo>
                      <a:pt x="522" y="358"/>
                    </a:lnTo>
                    <a:lnTo>
                      <a:pt x="524" y="353"/>
                    </a:lnTo>
                    <a:lnTo>
                      <a:pt x="525" y="354"/>
                    </a:lnTo>
                    <a:lnTo>
                      <a:pt x="526" y="357"/>
                    </a:lnTo>
                    <a:lnTo>
                      <a:pt x="528" y="359"/>
                    </a:lnTo>
                    <a:lnTo>
                      <a:pt x="529" y="358"/>
                    </a:lnTo>
                    <a:lnTo>
                      <a:pt x="530" y="358"/>
                    </a:lnTo>
                    <a:lnTo>
                      <a:pt x="532" y="361"/>
                    </a:lnTo>
                    <a:lnTo>
                      <a:pt x="533" y="358"/>
                    </a:lnTo>
                    <a:lnTo>
                      <a:pt x="534" y="358"/>
                    </a:lnTo>
                    <a:lnTo>
                      <a:pt x="536" y="355"/>
                    </a:lnTo>
                    <a:lnTo>
                      <a:pt x="537" y="357"/>
                    </a:lnTo>
                    <a:lnTo>
                      <a:pt x="538" y="355"/>
                    </a:lnTo>
                    <a:lnTo>
                      <a:pt x="540" y="352"/>
                    </a:lnTo>
                    <a:lnTo>
                      <a:pt x="541" y="359"/>
                    </a:lnTo>
                    <a:lnTo>
                      <a:pt x="543" y="357"/>
                    </a:lnTo>
                    <a:lnTo>
                      <a:pt x="544" y="360"/>
                    </a:lnTo>
                    <a:lnTo>
                      <a:pt x="545" y="361"/>
                    </a:lnTo>
                    <a:lnTo>
                      <a:pt x="547" y="359"/>
                    </a:lnTo>
                    <a:lnTo>
                      <a:pt x="548" y="364"/>
                    </a:lnTo>
                    <a:lnTo>
                      <a:pt x="549" y="365"/>
                    </a:lnTo>
                    <a:lnTo>
                      <a:pt x="551" y="364"/>
                    </a:lnTo>
                    <a:lnTo>
                      <a:pt x="552" y="361"/>
                    </a:lnTo>
                    <a:lnTo>
                      <a:pt x="553" y="361"/>
                    </a:lnTo>
                    <a:lnTo>
                      <a:pt x="555" y="357"/>
                    </a:lnTo>
                    <a:lnTo>
                      <a:pt x="556" y="360"/>
                    </a:lnTo>
                    <a:lnTo>
                      <a:pt x="557" y="360"/>
                    </a:lnTo>
                    <a:lnTo>
                      <a:pt x="559" y="357"/>
                    </a:lnTo>
                    <a:lnTo>
                      <a:pt x="560" y="362"/>
                    </a:lnTo>
                    <a:lnTo>
                      <a:pt x="561" y="359"/>
                    </a:lnTo>
                    <a:lnTo>
                      <a:pt x="563" y="365"/>
                    </a:lnTo>
                    <a:lnTo>
                      <a:pt x="564" y="367"/>
                    </a:lnTo>
                    <a:lnTo>
                      <a:pt x="565" y="365"/>
                    </a:lnTo>
                    <a:lnTo>
                      <a:pt x="567" y="368"/>
                    </a:lnTo>
                    <a:lnTo>
                      <a:pt x="568" y="375"/>
                    </a:lnTo>
                    <a:lnTo>
                      <a:pt x="569" y="374"/>
                    </a:lnTo>
                    <a:lnTo>
                      <a:pt x="571" y="374"/>
                    </a:lnTo>
                    <a:lnTo>
                      <a:pt x="572" y="381"/>
                    </a:lnTo>
                    <a:lnTo>
                      <a:pt x="573" y="381"/>
                    </a:lnTo>
                    <a:lnTo>
                      <a:pt x="575" y="386"/>
                    </a:lnTo>
                    <a:lnTo>
                      <a:pt x="576" y="388"/>
                    </a:lnTo>
                    <a:lnTo>
                      <a:pt x="577" y="386"/>
                    </a:lnTo>
                    <a:lnTo>
                      <a:pt x="579" y="385"/>
                    </a:lnTo>
                    <a:lnTo>
                      <a:pt x="580" y="388"/>
                    </a:lnTo>
                    <a:lnTo>
                      <a:pt x="582" y="388"/>
                    </a:lnTo>
                    <a:lnTo>
                      <a:pt x="583" y="388"/>
                    </a:lnTo>
                    <a:lnTo>
                      <a:pt x="584" y="391"/>
                    </a:lnTo>
                    <a:lnTo>
                      <a:pt x="586" y="394"/>
                    </a:lnTo>
                    <a:lnTo>
                      <a:pt x="587" y="396"/>
                    </a:lnTo>
                    <a:lnTo>
                      <a:pt x="588" y="396"/>
                    </a:lnTo>
                    <a:lnTo>
                      <a:pt x="590" y="392"/>
                    </a:lnTo>
                    <a:lnTo>
                      <a:pt x="591" y="392"/>
                    </a:lnTo>
                    <a:lnTo>
                      <a:pt x="592" y="388"/>
                    </a:lnTo>
                    <a:lnTo>
                      <a:pt x="594" y="387"/>
                    </a:lnTo>
                    <a:lnTo>
                      <a:pt x="595" y="384"/>
                    </a:lnTo>
                    <a:lnTo>
                      <a:pt x="596" y="380"/>
                    </a:lnTo>
                    <a:lnTo>
                      <a:pt x="598" y="379"/>
                    </a:lnTo>
                    <a:lnTo>
                      <a:pt x="599" y="381"/>
                    </a:lnTo>
                    <a:lnTo>
                      <a:pt x="600" y="382"/>
                    </a:lnTo>
                    <a:lnTo>
                      <a:pt x="602" y="382"/>
                    </a:lnTo>
                    <a:lnTo>
                      <a:pt x="603" y="381"/>
                    </a:lnTo>
                    <a:lnTo>
                      <a:pt x="604" y="381"/>
                    </a:lnTo>
                    <a:lnTo>
                      <a:pt x="606" y="382"/>
                    </a:lnTo>
                    <a:lnTo>
                      <a:pt x="607" y="382"/>
                    </a:lnTo>
                    <a:lnTo>
                      <a:pt x="608" y="383"/>
                    </a:lnTo>
                    <a:lnTo>
                      <a:pt x="610" y="381"/>
                    </a:lnTo>
                    <a:lnTo>
                      <a:pt x="611" y="379"/>
                    </a:lnTo>
                    <a:lnTo>
                      <a:pt x="612" y="382"/>
                    </a:lnTo>
                    <a:lnTo>
                      <a:pt x="614" y="380"/>
                    </a:lnTo>
                    <a:lnTo>
                      <a:pt x="615" y="381"/>
                    </a:lnTo>
                    <a:lnTo>
                      <a:pt x="616" y="383"/>
                    </a:lnTo>
                    <a:lnTo>
                      <a:pt x="618" y="382"/>
                    </a:lnTo>
                    <a:lnTo>
                      <a:pt x="619" y="382"/>
                    </a:lnTo>
                    <a:lnTo>
                      <a:pt x="620" y="386"/>
                    </a:lnTo>
                    <a:lnTo>
                      <a:pt x="622" y="388"/>
                    </a:lnTo>
                    <a:lnTo>
                      <a:pt x="623" y="390"/>
                    </a:lnTo>
                    <a:lnTo>
                      <a:pt x="625" y="393"/>
                    </a:lnTo>
                    <a:lnTo>
                      <a:pt x="626" y="391"/>
                    </a:lnTo>
                    <a:lnTo>
                      <a:pt x="627" y="392"/>
                    </a:lnTo>
                    <a:lnTo>
                      <a:pt x="629" y="392"/>
                    </a:lnTo>
                    <a:lnTo>
                      <a:pt x="630" y="388"/>
                    </a:lnTo>
                    <a:lnTo>
                      <a:pt x="631" y="387"/>
                    </a:lnTo>
                    <a:lnTo>
                      <a:pt x="633" y="387"/>
                    </a:lnTo>
                    <a:lnTo>
                      <a:pt x="634" y="388"/>
                    </a:lnTo>
                    <a:lnTo>
                      <a:pt x="635" y="387"/>
                    </a:lnTo>
                    <a:lnTo>
                      <a:pt x="637" y="385"/>
                    </a:lnTo>
                    <a:lnTo>
                      <a:pt x="638" y="387"/>
                    </a:lnTo>
                    <a:lnTo>
                      <a:pt x="639" y="390"/>
                    </a:lnTo>
                    <a:lnTo>
                      <a:pt x="641" y="393"/>
                    </a:lnTo>
                    <a:lnTo>
                      <a:pt x="642" y="394"/>
                    </a:lnTo>
                    <a:lnTo>
                      <a:pt x="643" y="396"/>
                    </a:lnTo>
                    <a:lnTo>
                      <a:pt x="645" y="401"/>
                    </a:lnTo>
                    <a:lnTo>
                      <a:pt x="646" y="401"/>
                    </a:lnTo>
                    <a:lnTo>
                      <a:pt x="647" y="404"/>
                    </a:lnTo>
                    <a:lnTo>
                      <a:pt x="649" y="402"/>
                    </a:lnTo>
                    <a:lnTo>
                      <a:pt x="650" y="401"/>
                    </a:lnTo>
                    <a:lnTo>
                      <a:pt x="651" y="402"/>
                    </a:lnTo>
                    <a:lnTo>
                      <a:pt x="653" y="403"/>
                    </a:lnTo>
                    <a:lnTo>
                      <a:pt x="654" y="404"/>
                    </a:lnTo>
                    <a:lnTo>
                      <a:pt x="655" y="404"/>
                    </a:lnTo>
                    <a:lnTo>
                      <a:pt x="657" y="410"/>
                    </a:lnTo>
                    <a:lnTo>
                      <a:pt x="658" y="414"/>
                    </a:lnTo>
                    <a:lnTo>
                      <a:pt x="659" y="415"/>
                    </a:lnTo>
                    <a:lnTo>
                      <a:pt x="661" y="417"/>
                    </a:lnTo>
                    <a:lnTo>
                      <a:pt x="662" y="416"/>
                    </a:lnTo>
                    <a:lnTo>
                      <a:pt x="663" y="415"/>
                    </a:lnTo>
                    <a:lnTo>
                      <a:pt x="665" y="416"/>
                    </a:lnTo>
                    <a:lnTo>
                      <a:pt x="666" y="417"/>
                    </a:lnTo>
                    <a:lnTo>
                      <a:pt x="668" y="414"/>
                    </a:lnTo>
                    <a:lnTo>
                      <a:pt x="669" y="418"/>
                    </a:lnTo>
                    <a:lnTo>
                      <a:pt x="670" y="417"/>
                    </a:lnTo>
                    <a:lnTo>
                      <a:pt x="672" y="416"/>
                    </a:lnTo>
                    <a:lnTo>
                      <a:pt x="673" y="415"/>
                    </a:lnTo>
                    <a:lnTo>
                      <a:pt x="674" y="419"/>
                    </a:lnTo>
                    <a:lnTo>
                      <a:pt x="676" y="418"/>
                    </a:lnTo>
                    <a:lnTo>
                      <a:pt x="677" y="418"/>
                    </a:lnTo>
                    <a:lnTo>
                      <a:pt x="678" y="416"/>
                    </a:lnTo>
                    <a:lnTo>
                      <a:pt x="680" y="415"/>
                    </a:lnTo>
                    <a:lnTo>
                      <a:pt x="681" y="414"/>
                    </a:lnTo>
                    <a:lnTo>
                      <a:pt x="682" y="415"/>
                    </a:lnTo>
                    <a:lnTo>
                      <a:pt x="684" y="409"/>
                    </a:lnTo>
                    <a:lnTo>
                      <a:pt x="685" y="404"/>
                    </a:lnTo>
                    <a:lnTo>
                      <a:pt x="686" y="403"/>
                    </a:lnTo>
                    <a:lnTo>
                      <a:pt x="688" y="401"/>
                    </a:lnTo>
                    <a:lnTo>
                      <a:pt x="689" y="396"/>
                    </a:lnTo>
                    <a:lnTo>
                      <a:pt x="690" y="399"/>
                    </a:lnTo>
                    <a:lnTo>
                      <a:pt x="692" y="397"/>
                    </a:lnTo>
                    <a:lnTo>
                      <a:pt x="693" y="398"/>
                    </a:lnTo>
                    <a:lnTo>
                      <a:pt x="694" y="402"/>
                    </a:lnTo>
                    <a:lnTo>
                      <a:pt x="696" y="403"/>
                    </a:lnTo>
                    <a:lnTo>
                      <a:pt x="697" y="405"/>
                    </a:lnTo>
                    <a:lnTo>
                      <a:pt x="698" y="404"/>
                    </a:lnTo>
                    <a:lnTo>
                      <a:pt x="700" y="407"/>
                    </a:lnTo>
                    <a:lnTo>
                      <a:pt x="701" y="407"/>
                    </a:lnTo>
                    <a:lnTo>
                      <a:pt x="702" y="408"/>
                    </a:lnTo>
                    <a:lnTo>
                      <a:pt x="704" y="405"/>
                    </a:lnTo>
                    <a:lnTo>
                      <a:pt x="705" y="409"/>
                    </a:lnTo>
                    <a:lnTo>
                      <a:pt x="706" y="407"/>
                    </a:lnTo>
                    <a:lnTo>
                      <a:pt x="708" y="405"/>
                    </a:lnTo>
                    <a:lnTo>
                      <a:pt x="709" y="407"/>
                    </a:lnTo>
                    <a:lnTo>
                      <a:pt x="711" y="406"/>
                    </a:lnTo>
                    <a:lnTo>
                      <a:pt x="712" y="406"/>
                    </a:lnTo>
                    <a:lnTo>
                      <a:pt x="713" y="401"/>
                    </a:lnTo>
                    <a:lnTo>
                      <a:pt x="715" y="401"/>
                    </a:lnTo>
                    <a:lnTo>
                      <a:pt x="716" y="399"/>
                    </a:lnTo>
                    <a:lnTo>
                      <a:pt x="717" y="401"/>
                    </a:lnTo>
                    <a:lnTo>
                      <a:pt x="719" y="402"/>
                    </a:lnTo>
                    <a:lnTo>
                      <a:pt x="720" y="405"/>
                    </a:lnTo>
                    <a:lnTo>
                      <a:pt x="721" y="406"/>
                    </a:lnTo>
                    <a:lnTo>
                      <a:pt x="723" y="410"/>
                    </a:lnTo>
                    <a:lnTo>
                      <a:pt x="724" y="416"/>
                    </a:lnTo>
                    <a:lnTo>
                      <a:pt x="725" y="416"/>
                    </a:lnTo>
                    <a:lnTo>
                      <a:pt x="727" y="421"/>
                    </a:lnTo>
                    <a:lnTo>
                      <a:pt x="728" y="418"/>
                    </a:lnTo>
                    <a:lnTo>
                      <a:pt x="729" y="415"/>
                    </a:lnTo>
                    <a:lnTo>
                      <a:pt x="731" y="413"/>
                    </a:lnTo>
                    <a:lnTo>
                      <a:pt x="732" y="413"/>
                    </a:lnTo>
                    <a:lnTo>
                      <a:pt x="733" y="414"/>
                    </a:lnTo>
                    <a:lnTo>
                      <a:pt x="735" y="415"/>
                    </a:lnTo>
                    <a:lnTo>
                      <a:pt x="736" y="416"/>
                    </a:lnTo>
                    <a:lnTo>
                      <a:pt x="737" y="415"/>
                    </a:lnTo>
                    <a:lnTo>
                      <a:pt x="739" y="416"/>
                    </a:lnTo>
                    <a:lnTo>
                      <a:pt x="740" y="420"/>
                    </a:lnTo>
                    <a:lnTo>
                      <a:pt x="741" y="419"/>
                    </a:lnTo>
                    <a:lnTo>
                      <a:pt x="743" y="418"/>
                    </a:lnTo>
                    <a:lnTo>
                      <a:pt x="744" y="418"/>
                    </a:lnTo>
                    <a:lnTo>
                      <a:pt x="745" y="415"/>
                    </a:lnTo>
                    <a:lnTo>
                      <a:pt x="747" y="413"/>
                    </a:lnTo>
                    <a:lnTo>
                      <a:pt x="748" y="416"/>
                    </a:lnTo>
                    <a:lnTo>
                      <a:pt x="750" y="418"/>
                    </a:lnTo>
                    <a:lnTo>
                      <a:pt x="751" y="422"/>
                    </a:lnTo>
                    <a:lnTo>
                      <a:pt x="752" y="426"/>
                    </a:lnTo>
                    <a:lnTo>
                      <a:pt x="754" y="426"/>
                    </a:lnTo>
                    <a:lnTo>
                      <a:pt x="755" y="426"/>
                    </a:lnTo>
                    <a:lnTo>
                      <a:pt x="756" y="426"/>
                    </a:lnTo>
                    <a:lnTo>
                      <a:pt x="758" y="427"/>
                    </a:lnTo>
                    <a:lnTo>
                      <a:pt x="759" y="428"/>
                    </a:lnTo>
                    <a:lnTo>
                      <a:pt x="760" y="428"/>
                    </a:lnTo>
                    <a:lnTo>
                      <a:pt x="762" y="431"/>
                    </a:lnTo>
                    <a:lnTo>
                      <a:pt x="763" y="436"/>
                    </a:lnTo>
                    <a:lnTo>
                      <a:pt x="764" y="437"/>
                    </a:lnTo>
                    <a:lnTo>
                      <a:pt x="766" y="438"/>
                    </a:lnTo>
                    <a:lnTo>
                      <a:pt x="767" y="437"/>
                    </a:lnTo>
                    <a:lnTo>
                      <a:pt x="768" y="436"/>
                    </a:lnTo>
                    <a:lnTo>
                      <a:pt x="770" y="435"/>
                    </a:lnTo>
                    <a:lnTo>
                      <a:pt x="771" y="433"/>
                    </a:lnTo>
                    <a:lnTo>
                      <a:pt x="772" y="430"/>
                    </a:lnTo>
                    <a:lnTo>
                      <a:pt x="774" y="430"/>
                    </a:lnTo>
                    <a:lnTo>
                      <a:pt x="775" y="432"/>
                    </a:lnTo>
                    <a:lnTo>
                      <a:pt x="776" y="435"/>
                    </a:lnTo>
                    <a:lnTo>
                      <a:pt x="778" y="437"/>
                    </a:lnTo>
                    <a:lnTo>
                      <a:pt x="779" y="439"/>
                    </a:lnTo>
                    <a:lnTo>
                      <a:pt x="780" y="440"/>
                    </a:lnTo>
                    <a:lnTo>
                      <a:pt x="782" y="440"/>
                    </a:lnTo>
                    <a:lnTo>
                      <a:pt x="783" y="439"/>
                    </a:lnTo>
                    <a:lnTo>
                      <a:pt x="784" y="436"/>
                    </a:lnTo>
                    <a:lnTo>
                      <a:pt x="786" y="431"/>
                    </a:lnTo>
                    <a:lnTo>
                      <a:pt x="787" y="430"/>
                    </a:lnTo>
                    <a:lnTo>
                      <a:pt x="788" y="425"/>
                    </a:lnTo>
                    <a:lnTo>
                      <a:pt x="790" y="429"/>
                    </a:lnTo>
                    <a:lnTo>
                      <a:pt x="791" y="427"/>
                    </a:lnTo>
                    <a:lnTo>
                      <a:pt x="793" y="429"/>
                    </a:lnTo>
                    <a:lnTo>
                      <a:pt x="794" y="434"/>
                    </a:lnTo>
                    <a:lnTo>
                      <a:pt x="795" y="439"/>
                    </a:lnTo>
                    <a:lnTo>
                      <a:pt x="797" y="436"/>
                    </a:lnTo>
                    <a:lnTo>
                      <a:pt x="798" y="441"/>
                    </a:lnTo>
                    <a:lnTo>
                      <a:pt x="799" y="444"/>
                    </a:lnTo>
                    <a:lnTo>
                      <a:pt x="801" y="442"/>
                    </a:lnTo>
                    <a:lnTo>
                      <a:pt x="802" y="443"/>
                    </a:lnTo>
                    <a:lnTo>
                      <a:pt x="803" y="441"/>
                    </a:lnTo>
                    <a:lnTo>
                      <a:pt x="805" y="443"/>
                    </a:lnTo>
                    <a:lnTo>
                      <a:pt x="806" y="441"/>
                    </a:lnTo>
                    <a:lnTo>
                      <a:pt x="807" y="438"/>
                    </a:lnTo>
                    <a:lnTo>
                      <a:pt x="809" y="438"/>
                    </a:lnTo>
                    <a:lnTo>
                      <a:pt x="810" y="435"/>
                    </a:lnTo>
                    <a:lnTo>
                      <a:pt x="811" y="434"/>
                    </a:lnTo>
                    <a:lnTo>
                      <a:pt x="813" y="438"/>
                    </a:lnTo>
                    <a:lnTo>
                      <a:pt x="814" y="437"/>
                    </a:lnTo>
                    <a:lnTo>
                      <a:pt x="815" y="441"/>
                    </a:lnTo>
                    <a:lnTo>
                      <a:pt x="817" y="443"/>
                    </a:lnTo>
                    <a:lnTo>
                      <a:pt x="818" y="450"/>
                    </a:lnTo>
                    <a:lnTo>
                      <a:pt x="819" y="451"/>
                    </a:lnTo>
                    <a:lnTo>
                      <a:pt x="821" y="454"/>
                    </a:lnTo>
                    <a:lnTo>
                      <a:pt x="822" y="458"/>
                    </a:lnTo>
                    <a:lnTo>
                      <a:pt x="823" y="459"/>
                    </a:lnTo>
                    <a:lnTo>
                      <a:pt x="825" y="460"/>
                    </a:lnTo>
                    <a:lnTo>
                      <a:pt x="826" y="457"/>
                    </a:lnTo>
                    <a:lnTo>
                      <a:pt x="827" y="456"/>
                    </a:lnTo>
                    <a:lnTo>
                      <a:pt x="829" y="453"/>
                    </a:lnTo>
                    <a:lnTo>
                      <a:pt x="830" y="453"/>
                    </a:lnTo>
                    <a:lnTo>
                      <a:pt x="831" y="452"/>
                    </a:lnTo>
                    <a:lnTo>
                      <a:pt x="833" y="456"/>
                    </a:lnTo>
                    <a:lnTo>
                      <a:pt x="834" y="458"/>
                    </a:lnTo>
                    <a:lnTo>
                      <a:pt x="836" y="458"/>
                    </a:lnTo>
                    <a:lnTo>
                      <a:pt x="837" y="460"/>
                    </a:lnTo>
                    <a:lnTo>
                      <a:pt x="838" y="463"/>
                    </a:lnTo>
                    <a:lnTo>
                      <a:pt x="840" y="467"/>
                    </a:lnTo>
                    <a:lnTo>
                      <a:pt x="841" y="467"/>
                    </a:lnTo>
                    <a:lnTo>
                      <a:pt x="842" y="467"/>
                    </a:lnTo>
                    <a:lnTo>
                      <a:pt x="844" y="464"/>
                    </a:lnTo>
                    <a:lnTo>
                      <a:pt x="845" y="462"/>
                    </a:lnTo>
                    <a:lnTo>
                      <a:pt x="846" y="461"/>
                    </a:lnTo>
                    <a:lnTo>
                      <a:pt x="848" y="457"/>
                    </a:lnTo>
                    <a:lnTo>
                      <a:pt x="849" y="455"/>
                    </a:lnTo>
                    <a:lnTo>
                      <a:pt x="850" y="458"/>
                    </a:lnTo>
                    <a:lnTo>
                      <a:pt x="852" y="458"/>
                    </a:lnTo>
                    <a:lnTo>
                      <a:pt x="853" y="458"/>
                    </a:lnTo>
                    <a:lnTo>
                      <a:pt x="854" y="457"/>
                    </a:lnTo>
                    <a:lnTo>
                      <a:pt x="856" y="458"/>
                    </a:lnTo>
                    <a:lnTo>
                      <a:pt x="857" y="460"/>
                    </a:lnTo>
                    <a:lnTo>
                      <a:pt x="858" y="462"/>
                    </a:lnTo>
                    <a:lnTo>
                      <a:pt x="860" y="463"/>
                    </a:lnTo>
                    <a:lnTo>
                      <a:pt x="861" y="462"/>
                    </a:lnTo>
                    <a:lnTo>
                      <a:pt x="862" y="462"/>
                    </a:lnTo>
                    <a:lnTo>
                      <a:pt x="864" y="464"/>
                    </a:lnTo>
                    <a:lnTo>
                      <a:pt x="865" y="465"/>
                    </a:lnTo>
                    <a:lnTo>
                      <a:pt x="866" y="468"/>
                    </a:lnTo>
                    <a:lnTo>
                      <a:pt x="868" y="467"/>
                    </a:lnTo>
                    <a:lnTo>
                      <a:pt x="869" y="465"/>
                    </a:lnTo>
                    <a:lnTo>
                      <a:pt x="870" y="464"/>
                    </a:lnTo>
                    <a:lnTo>
                      <a:pt x="872" y="467"/>
                    </a:lnTo>
                    <a:lnTo>
                      <a:pt x="873" y="470"/>
                    </a:lnTo>
                    <a:lnTo>
                      <a:pt x="874" y="474"/>
                    </a:lnTo>
                    <a:lnTo>
                      <a:pt x="876" y="479"/>
                    </a:lnTo>
                    <a:lnTo>
                      <a:pt x="877" y="478"/>
                    </a:lnTo>
                    <a:lnTo>
                      <a:pt x="879" y="479"/>
                    </a:lnTo>
                    <a:lnTo>
                      <a:pt x="880" y="484"/>
                    </a:lnTo>
                    <a:lnTo>
                      <a:pt x="881" y="482"/>
                    </a:lnTo>
                    <a:lnTo>
                      <a:pt x="883" y="484"/>
                    </a:lnTo>
                    <a:lnTo>
                      <a:pt x="884" y="480"/>
                    </a:lnTo>
                    <a:lnTo>
                      <a:pt x="885" y="481"/>
                    </a:lnTo>
                    <a:lnTo>
                      <a:pt x="887" y="477"/>
                    </a:lnTo>
                    <a:lnTo>
                      <a:pt x="888" y="478"/>
                    </a:lnTo>
                    <a:lnTo>
                      <a:pt x="889" y="477"/>
                    </a:lnTo>
                    <a:lnTo>
                      <a:pt x="891" y="475"/>
                    </a:lnTo>
                    <a:lnTo>
                      <a:pt x="892" y="474"/>
                    </a:lnTo>
                    <a:lnTo>
                      <a:pt x="893" y="472"/>
                    </a:lnTo>
                    <a:lnTo>
                      <a:pt x="895" y="469"/>
                    </a:lnTo>
                    <a:lnTo>
                      <a:pt x="896" y="469"/>
                    </a:lnTo>
                    <a:lnTo>
                      <a:pt x="897" y="466"/>
                    </a:lnTo>
                    <a:lnTo>
                      <a:pt x="899" y="467"/>
                    </a:lnTo>
                    <a:lnTo>
                      <a:pt x="900" y="462"/>
                    </a:lnTo>
                    <a:lnTo>
                      <a:pt x="901" y="460"/>
                    </a:lnTo>
                    <a:lnTo>
                      <a:pt x="903" y="459"/>
                    </a:lnTo>
                    <a:lnTo>
                      <a:pt x="904" y="463"/>
                    </a:lnTo>
                    <a:lnTo>
                      <a:pt x="905" y="462"/>
                    </a:lnTo>
                    <a:lnTo>
                      <a:pt x="907" y="464"/>
                    </a:lnTo>
                    <a:lnTo>
                      <a:pt x="908" y="468"/>
                    </a:lnTo>
                    <a:lnTo>
                      <a:pt x="909" y="468"/>
                    </a:lnTo>
                    <a:lnTo>
                      <a:pt x="911" y="472"/>
                    </a:lnTo>
                    <a:lnTo>
                      <a:pt x="912" y="474"/>
                    </a:lnTo>
                    <a:lnTo>
                      <a:pt x="913" y="475"/>
                    </a:lnTo>
                    <a:lnTo>
                      <a:pt x="915" y="478"/>
                    </a:lnTo>
                    <a:lnTo>
                      <a:pt x="916" y="479"/>
                    </a:lnTo>
                    <a:lnTo>
                      <a:pt x="918" y="479"/>
                    </a:lnTo>
                    <a:lnTo>
                      <a:pt x="919" y="475"/>
                    </a:lnTo>
                    <a:lnTo>
                      <a:pt x="920" y="474"/>
                    </a:lnTo>
                    <a:lnTo>
                      <a:pt x="922" y="472"/>
                    </a:lnTo>
                    <a:lnTo>
                      <a:pt x="923" y="475"/>
                    </a:lnTo>
                    <a:lnTo>
                      <a:pt x="924" y="472"/>
                    </a:lnTo>
                    <a:lnTo>
                      <a:pt x="926" y="475"/>
                    </a:lnTo>
                    <a:lnTo>
                      <a:pt x="927" y="475"/>
                    </a:lnTo>
                    <a:lnTo>
                      <a:pt x="928" y="484"/>
                    </a:lnTo>
                    <a:lnTo>
                      <a:pt x="930" y="484"/>
                    </a:lnTo>
                    <a:lnTo>
                      <a:pt x="931" y="485"/>
                    </a:lnTo>
                    <a:lnTo>
                      <a:pt x="932" y="484"/>
                    </a:lnTo>
                    <a:lnTo>
                      <a:pt x="934" y="486"/>
                    </a:lnTo>
                    <a:lnTo>
                      <a:pt x="935" y="483"/>
                    </a:lnTo>
                    <a:lnTo>
                      <a:pt x="936" y="479"/>
                    </a:lnTo>
                    <a:lnTo>
                      <a:pt x="938" y="481"/>
                    </a:lnTo>
                    <a:lnTo>
                      <a:pt x="939" y="479"/>
                    </a:lnTo>
                    <a:lnTo>
                      <a:pt x="940" y="486"/>
                    </a:lnTo>
                    <a:lnTo>
                      <a:pt x="942" y="491"/>
                    </a:lnTo>
                    <a:lnTo>
                      <a:pt x="943" y="492"/>
                    </a:lnTo>
                    <a:lnTo>
                      <a:pt x="944" y="494"/>
                    </a:lnTo>
                    <a:lnTo>
                      <a:pt x="946" y="496"/>
                    </a:lnTo>
                    <a:lnTo>
                      <a:pt x="947" y="497"/>
                    </a:lnTo>
                    <a:lnTo>
                      <a:pt x="948" y="496"/>
                    </a:lnTo>
                    <a:lnTo>
                      <a:pt x="950" y="496"/>
                    </a:lnTo>
                    <a:lnTo>
                      <a:pt x="951" y="496"/>
                    </a:lnTo>
                    <a:lnTo>
                      <a:pt x="952" y="494"/>
                    </a:lnTo>
                    <a:lnTo>
                      <a:pt x="954" y="495"/>
                    </a:lnTo>
                    <a:lnTo>
                      <a:pt x="955" y="497"/>
                    </a:lnTo>
                    <a:lnTo>
                      <a:pt x="956" y="501"/>
                    </a:lnTo>
                    <a:lnTo>
                      <a:pt x="958" y="500"/>
                    </a:lnTo>
                    <a:lnTo>
                      <a:pt x="959" y="497"/>
                    </a:lnTo>
                    <a:lnTo>
                      <a:pt x="961" y="503"/>
                    </a:lnTo>
                    <a:lnTo>
                      <a:pt x="962" y="502"/>
                    </a:lnTo>
                    <a:lnTo>
                      <a:pt x="963" y="501"/>
                    </a:lnTo>
                    <a:lnTo>
                      <a:pt x="965" y="505"/>
                    </a:lnTo>
                    <a:lnTo>
                      <a:pt x="966" y="509"/>
                    </a:lnTo>
                    <a:lnTo>
                      <a:pt x="967" y="505"/>
                    </a:lnTo>
                    <a:lnTo>
                      <a:pt x="969" y="504"/>
                    </a:lnTo>
                    <a:lnTo>
                      <a:pt x="970" y="503"/>
                    </a:lnTo>
                    <a:lnTo>
                      <a:pt x="971" y="505"/>
                    </a:lnTo>
                    <a:lnTo>
                      <a:pt x="973" y="505"/>
                    </a:lnTo>
                    <a:lnTo>
                      <a:pt x="974" y="502"/>
                    </a:lnTo>
                    <a:lnTo>
                      <a:pt x="975" y="498"/>
                    </a:lnTo>
                    <a:lnTo>
                      <a:pt x="977" y="496"/>
                    </a:lnTo>
                    <a:lnTo>
                      <a:pt x="978" y="496"/>
                    </a:lnTo>
                    <a:lnTo>
                      <a:pt x="979" y="494"/>
                    </a:lnTo>
                    <a:lnTo>
                      <a:pt x="981" y="490"/>
                    </a:lnTo>
                    <a:lnTo>
                      <a:pt x="982" y="485"/>
                    </a:lnTo>
                    <a:lnTo>
                      <a:pt x="983" y="484"/>
                    </a:lnTo>
                    <a:lnTo>
                      <a:pt x="985" y="486"/>
                    </a:lnTo>
                    <a:lnTo>
                      <a:pt x="986" y="483"/>
                    </a:lnTo>
                    <a:lnTo>
                      <a:pt x="987" y="490"/>
                    </a:lnTo>
                    <a:lnTo>
                      <a:pt x="989" y="491"/>
                    </a:lnTo>
                    <a:lnTo>
                      <a:pt x="990" y="496"/>
                    </a:lnTo>
                    <a:lnTo>
                      <a:pt x="991" y="500"/>
                    </a:lnTo>
                    <a:lnTo>
                      <a:pt x="993" y="504"/>
                    </a:lnTo>
                    <a:lnTo>
                      <a:pt x="994" y="508"/>
                    </a:lnTo>
                    <a:lnTo>
                      <a:pt x="995" y="512"/>
                    </a:lnTo>
                    <a:lnTo>
                      <a:pt x="997" y="510"/>
                    </a:lnTo>
                    <a:lnTo>
                      <a:pt x="998" y="515"/>
                    </a:lnTo>
                    <a:lnTo>
                      <a:pt x="999" y="516"/>
                    </a:lnTo>
                    <a:lnTo>
                      <a:pt x="1001" y="518"/>
                    </a:lnTo>
                    <a:lnTo>
                      <a:pt x="1002" y="518"/>
                    </a:lnTo>
                    <a:lnTo>
                      <a:pt x="1004" y="518"/>
                    </a:lnTo>
                    <a:lnTo>
                      <a:pt x="1005" y="524"/>
                    </a:lnTo>
                    <a:lnTo>
                      <a:pt x="1006" y="526"/>
                    </a:lnTo>
                    <a:lnTo>
                      <a:pt x="1008" y="524"/>
                    </a:lnTo>
                    <a:lnTo>
                      <a:pt x="1009" y="524"/>
                    </a:lnTo>
                    <a:lnTo>
                      <a:pt x="1010" y="525"/>
                    </a:lnTo>
                    <a:lnTo>
                      <a:pt x="1012" y="529"/>
                    </a:lnTo>
                    <a:lnTo>
                      <a:pt x="1013" y="530"/>
                    </a:lnTo>
                    <a:lnTo>
                      <a:pt x="1014" y="530"/>
                    </a:lnTo>
                    <a:lnTo>
                      <a:pt x="1016" y="530"/>
                    </a:lnTo>
                    <a:lnTo>
                      <a:pt x="1017" y="531"/>
                    </a:lnTo>
                    <a:lnTo>
                      <a:pt x="1018" y="530"/>
                    </a:lnTo>
                    <a:lnTo>
                      <a:pt x="1020" y="534"/>
                    </a:lnTo>
                    <a:lnTo>
                      <a:pt x="1021" y="531"/>
                    </a:lnTo>
                    <a:lnTo>
                      <a:pt x="1022" y="534"/>
                    </a:lnTo>
                    <a:lnTo>
                      <a:pt x="1024" y="538"/>
                    </a:lnTo>
                    <a:lnTo>
                      <a:pt x="1025" y="533"/>
                    </a:lnTo>
                    <a:lnTo>
                      <a:pt x="1026" y="533"/>
                    </a:lnTo>
                    <a:lnTo>
                      <a:pt x="1028" y="537"/>
                    </a:lnTo>
                    <a:lnTo>
                      <a:pt x="1029" y="536"/>
                    </a:lnTo>
                    <a:lnTo>
                      <a:pt x="1030" y="539"/>
                    </a:lnTo>
                    <a:lnTo>
                      <a:pt x="1032" y="539"/>
                    </a:lnTo>
                    <a:lnTo>
                      <a:pt x="1033" y="536"/>
                    </a:lnTo>
                    <a:lnTo>
                      <a:pt x="1034" y="541"/>
                    </a:lnTo>
                    <a:lnTo>
                      <a:pt x="1036" y="546"/>
                    </a:lnTo>
                    <a:lnTo>
                      <a:pt x="1037" y="546"/>
                    </a:lnTo>
                    <a:lnTo>
                      <a:pt x="1038" y="554"/>
                    </a:lnTo>
                    <a:lnTo>
                      <a:pt x="1040" y="558"/>
                    </a:lnTo>
                    <a:lnTo>
                      <a:pt x="1041" y="556"/>
                    </a:lnTo>
                    <a:lnTo>
                      <a:pt x="1042" y="560"/>
                    </a:lnTo>
                    <a:lnTo>
                      <a:pt x="1044" y="556"/>
                    </a:lnTo>
                    <a:lnTo>
                      <a:pt x="1045" y="556"/>
                    </a:lnTo>
                    <a:lnTo>
                      <a:pt x="1047" y="558"/>
                    </a:lnTo>
                    <a:lnTo>
                      <a:pt x="1048" y="551"/>
                    </a:lnTo>
                    <a:lnTo>
                      <a:pt x="1049" y="548"/>
                    </a:lnTo>
                    <a:lnTo>
                      <a:pt x="1051" y="541"/>
                    </a:lnTo>
                    <a:lnTo>
                      <a:pt x="1052" y="537"/>
                    </a:lnTo>
                    <a:lnTo>
                      <a:pt x="1053" y="533"/>
                    </a:lnTo>
                    <a:lnTo>
                      <a:pt x="1055" y="527"/>
                    </a:lnTo>
                    <a:lnTo>
                      <a:pt x="1056" y="527"/>
                    </a:lnTo>
                    <a:lnTo>
                      <a:pt x="1057" y="525"/>
                    </a:lnTo>
                    <a:lnTo>
                      <a:pt x="1059" y="525"/>
                    </a:lnTo>
                    <a:lnTo>
                      <a:pt x="1060" y="531"/>
                    </a:lnTo>
                    <a:lnTo>
                      <a:pt x="1061" y="536"/>
                    </a:lnTo>
                    <a:lnTo>
                      <a:pt x="1063" y="545"/>
                    </a:lnTo>
                    <a:lnTo>
                      <a:pt x="1064" y="544"/>
                    </a:lnTo>
                    <a:lnTo>
                      <a:pt x="1065" y="546"/>
                    </a:lnTo>
                    <a:lnTo>
                      <a:pt x="1067" y="545"/>
                    </a:lnTo>
                    <a:lnTo>
                      <a:pt x="1068" y="547"/>
                    </a:lnTo>
                    <a:lnTo>
                      <a:pt x="1069" y="547"/>
                    </a:lnTo>
                    <a:lnTo>
                      <a:pt x="1071" y="546"/>
                    </a:lnTo>
                    <a:lnTo>
                      <a:pt x="1072" y="547"/>
                    </a:lnTo>
                    <a:lnTo>
                      <a:pt x="1073" y="547"/>
                    </a:lnTo>
                    <a:lnTo>
                      <a:pt x="1075" y="550"/>
                    </a:lnTo>
                    <a:lnTo>
                      <a:pt x="1076" y="553"/>
                    </a:lnTo>
                    <a:lnTo>
                      <a:pt x="1077" y="556"/>
                    </a:lnTo>
                    <a:lnTo>
                      <a:pt x="1079" y="556"/>
                    </a:lnTo>
                    <a:lnTo>
                      <a:pt x="1080" y="550"/>
                    </a:lnTo>
                    <a:lnTo>
                      <a:pt x="1081" y="552"/>
                    </a:lnTo>
                    <a:lnTo>
                      <a:pt x="1083" y="553"/>
                    </a:lnTo>
                    <a:lnTo>
                      <a:pt x="1084" y="555"/>
                    </a:lnTo>
                    <a:lnTo>
                      <a:pt x="1086" y="554"/>
                    </a:lnTo>
                    <a:lnTo>
                      <a:pt x="1087" y="556"/>
                    </a:lnTo>
                    <a:lnTo>
                      <a:pt x="1088" y="555"/>
                    </a:lnTo>
                    <a:lnTo>
                      <a:pt x="1090" y="562"/>
                    </a:lnTo>
                    <a:lnTo>
                      <a:pt x="1091" y="566"/>
                    </a:lnTo>
                    <a:lnTo>
                      <a:pt x="1092" y="568"/>
                    </a:lnTo>
                    <a:lnTo>
                      <a:pt x="1094" y="565"/>
                    </a:lnTo>
                    <a:lnTo>
                      <a:pt x="1095" y="568"/>
                    </a:lnTo>
                    <a:lnTo>
                      <a:pt x="1096" y="572"/>
                    </a:lnTo>
                    <a:lnTo>
                      <a:pt x="1098" y="569"/>
                    </a:lnTo>
                    <a:lnTo>
                      <a:pt x="1099" y="571"/>
                    </a:lnTo>
                    <a:lnTo>
                      <a:pt x="1100" y="572"/>
                    </a:lnTo>
                    <a:lnTo>
                      <a:pt x="1102" y="572"/>
                    </a:lnTo>
                    <a:lnTo>
                      <a:pt x="1103" y="574"/>
                    </a:lnTo>
                    <a:lnTo>
                      <a:pt x="1104" y="577"/>
                    </a:lnTo>
                    <a:lnTo>
                      <a:pt x="1106" y="568"/>
                    </a:lnTo>
                    <a:lnTo>
                      <a:pt x="1107" y="570"/>
                    </a:lnTo>
                    <a:lnTo>
                      <a:pt x="1108" y="571"/>
                    </a:lnTo>
                    <a:lnTo>
                      <a:pt x="1110" y="563"/>
                    </a:lnTo>
                    <a:lnTo>
                      <a:pt x="1111" y="562"/>
                    </a:lnTo>
                    <a:lnTo>
                      <a:pt x="1112" y="560"/>
                    </a:lnTo>
                    <a:lnTo>
                      <a:pt x="1114" y="557"/>
                    </a:lnTo>
                    <a:lnTo>
                      <a:pt x="1115" y="562"/>
                    </a:lnTo>
                    <a:lnTo>
                      <a:pt x="1116" y="566"/>
                    </a:lnTo>
                    <a:lnTo>
                      <a:pt x="1118" y="564"/>
                    </a:lnTo>
                    <a:lnTo>
                      <a:pt x="1119" y="563"/>
                    </a:lnTo>
                    <a:lnTo>
                      <a:pt x="1120" y="566"/>
                    </a:lnTo>
                    <a:lnTo>
                      <a:pt x="1122" y="567"/>
                    </a:lnTo>
                    <a:lnTo>
                      <a:pt x="1123" y="566"/>
                    </a:lnTo>
                    <a:lnTo>
                      <a:pt x="1124" y="565"/>
                    </a:lnTo>
                    <a:lnTo>
                      <a:pt x="1126" y="563"/>
                    </a:lnTo>
                    <a:lnTo>
                      <a:pt x="1127" y="563"/>
                    </a:lnTo>
                    <a:lnTo>
                      <a:pt x="1129" y="564"/>
                    </a:lnTo>
                    <a:lnTo>
                      <a:pt x="1130" y="566"/>
                    </a:lnTo>
                    <a:lnTo>
                      <a:pt x="1131" y="561"/>
                    </a:lnTo>
                    <a:lnTo>
                      <a:pt x="1133" y="561"/>
                    </a:lnTo>
                    <a:lnTo>
                      <a:pt x="1134" y="564"/>
                    </a:lnTo>
                    <a:lnTo>
                      <a:pt x="1135" y="561"/>
                    </a:lnTo>
                    <a:lnTo>
                      <a:pt x="1137" y="562"/>
                    </a:lnTo>
                    <a:lnTo>
                      <a:pt x="1138" y="559"/>
                    </a:lnTo>
                    <a:lnTo>
                      <a:pt x="1139" y="562"/>
                    </a:lnTo>
                    <a:lnTo>
                      <a:pt x="1141" y="558"/>
                    </a:lnTo>
                    <a:lnTo>
                      <a:pt x="1142" y="563"/>
                    </a:lnTo>
                    <a:lnTo>
                      <a:pt x="1143" y="564"/>
                    </a:lnTo>
                    <a:lnTo>
                      <a:pt x="1145" y="569"/>
                    </a:lnTo>
                    <a:lnTo>
                      <a:pt x="1146" y="568"/>
                    </a:lnTo>
                    <a:lnTo>
                      <a:pt x="1147" y="571"/>
                    </a:lnTo>
                    <a:lnTo>
                      <a:pt x="1149" y="573"/>
                    </a:lnTo>
                    <a:lnTo>
                      <a:pt x="1150" y="572"/>
                    </a:lnTo>
                    <a:lnTo>
                      <a:pt x="1151" y="571"/>
                    </a:lnTo>
                    <a:lnTo>
                      <a:pt x="1153" y="571"/>
                    </a:lnTo>
                    <a:lnTo>
                      <a:pt x="1154" y="571"/>
                    </a:lnTo>
                    <a:lnTo>
                      <a:pt x="1155" y="572"/>
                    </a:lnTo>
                    <a:lnTo>
                      <a:pt x="1157" y="578"/>
                    </a:lnTo>
                    <a:lnTo>
                      <a:pt x="1158" y="571"/>
                    </a:lnTo>
                    <a:lnTo>
                      <a:pt x="1159" y="572"/>
                    </a:lnTo>
                    <a:lnTo>
                      <a:pt x="1161" y="574"/>
                    </a:lnTo>
                    <a:lnTo>
                      <a:pt x="1162" y="568"/>
                    </a:lnTo>
                    <a:lnTo>
                      <a:pt x="1163" y="573"/>
                    </a:lnTo>
                    <a:lnTo>
                      <a:pt x="1165" y="573"/>
                    </a:lnTo>
                    <a:lnTo>
                      <a:pt x="1166" y="575"/>
                    </a:lnTo>
                    <a:lnTo>
                      <a:pt x="1167" y="577"/>
                    </a:lnTo>
                    <a:lnTo>
                      <a:pt x="1169" y="580"/>
                    </a:lnTo>
                    <a:lnTo>
                      <a:pt x="1170" y="583"/>
                    </a:lnTo>
                    <a:lnTo>
                      <a:pt x="1172" y="588"/>
                    </a:lnTo>
                    <a:lnTo>
                      <a:pt x="1173" y="588"/>
                    </a:lnTo>
                    <a:lnTo>
                      <a:pt x="1174" y="594"/>
                    </a:lnTo>
                    <a:lnTo>
                      <a:pt x="1176" y="596"/>
                    </a:lnTo>
                    <a:lnTo>
                      <a:pt x="1177" y="592"/>
                    </a:lnTo>
                    <a:lnTo>
                      <a:pt x="1178" y="592"/>
                    </a:lnTo>
                    <a:lnTo>
                      <a:pt x="1180" y="591"/>
                    </a:lnTo>
                    <a:lnTo>
                      <a:pt x="1181" y="589"/>
                    </a:lnTo>
                    <a:lnTo>
                      <a:pt x="1182" y="590"/>
                    </a:lnTo>
                    <a:lnTo>
                      <a:pt x="1184" y="586"/>
                    </a:lnTo>
                    <a:lnTo>
                      <a:pt x="1185" y="586"/>
                    </a:lnTo>
                    <a:lnTo>
                      <a:pt x="1186" y="593"/>
                    </a:lnTo>
                    <a:lnTo>
                      <a:pt x="1188" y="593"/>
                    </a:lnTo>
                    <a:lnTo>
                      <a:pt x="1189" y="589"/>
                    </a:lnTo>
                    <a:lnTo>
                      <a:pt x="1190" y="595"/>
                    </a:lnTo>
                    <a:lnTo>
                      <a:pt x="1192" y="595"/>
                    </a:lnTo>
                    <a:lnTo>
                      <a:pt x="1193" y="593"/>
                    </a:lnTo>
                    <a:lnTo>
                      <a:pt x="1194" y="599"/>
                    </a:lnTo>
                    <a:lnTo>
                      <a:pt x="1196" y="600"/>
                    </a:lnTo>
                    <a:lnTo>
                      <a:pt x="1197" y="605"/>
                    </a:lnTo>
                    <a:lnTo>
                      <a:pt x="1198" y="612"/>
                    </a:lnTo>
                    <a:lnTo>
                      <a:pt x="1200" y="612"/>
                    </a:lnTo>
                    <a:lnTo>
                      <a:pt x="1201" y="612"/>
                    </a:lnTo>
                    <a:lnTo>
                      <a:pt x="1202" y="613"/>
                    </a:lnTo>
                    <a:lnTo>
                      <a:pt x="1204" y="616"/>
                    </a:lnTo>
                    <a:lnTo>
                      <a:pt x="1205" y="613"/>
                    </a:lnTo>
                    <a:lnTo>
                      <a:pt x="1206" y="612"/>
                    </a:lnTo>
                    <a:lnTo>
                      <a:pt x="1208" y="612"/>
                    </a:lnTo>
                    <a:lnTo>
                      <a:pt x="1209" y="610"/>
                    </a:lnTo>
                    <a:lnTo>
                      <a:pt x="1210" y="610"/>
                    </a:lnTo>
                    <a:lnTo>
                      <a:pt x="1212" y="609"/>
                    </a:lnTo>
                    <a:lnTo>
                      <a:pt x="1213" y="608"/>
                    </a:lnTo>
                    <a:lnTo>
                      <a:pt x="1215" y="613"/>
                    </a:lnTo>
                    <a:lnTo>
                      <a:pt x="1216" y="612"/>
                    </a:lnTo>
                    <a:lnTo>
                      <a:pt x="1217" y="614"/>
                    </a:lnTo>
                    <a:lnTo>
                      <a:pt x="1219" y="622"/>
                    </a:lnTo>
                    <a:lnTo>
                      <a:pt x="1220" y="626"/>
                    </a:lnTo>
                    <a:lnTo>
                      <a:pt x="1221" y="630"/>
                    </a:lnTo>
                    <a:lnTo>
                      <a:pt x="1223" y="635"/>
                    </a:lnTo>
                    <a:lnTo>
                      <a:pt x="1224" y="639"/>
                    </a:lnTo>
                    <a:lnTo>
                      <a:pt x="1225" y="644"/>
                    </a:lnTo>
                    <a:lnTo>
                      <a:pt x="1227" y="641"/>
                    </a:lnTo>
                    <a:lnTo>
                      <a:pt x="1228" y="642"/>
                    </a:lnTo>
                    <a:lnTo>
                      <a:pt x="1229" y="640"/>
                    </a:lnTo>
                    <a:lnTo>
                      <a:pt x="1231" y="641"/>
                    </a:lnTo>
                    <a:lnTo>
                      <a:pt x="1232" y="638"/>
                    </a:lnTo>
                    <a:lnTo>
                      <a:pt x="1233" y="640"/>
                    </a:lnTo>
                    <a:lnTo>
                      <a:pt x="1235" y="640"/>
                    </a:lnTo>
                    <a:lnTo>
                      <a:pt x="1236" y="643"/>
                    </a:lnTo>
                    <a:lnTo>
                      <a:pt x="1237" y="639"/>
                    </a:lnTo>
                    <a:lnTo>
                      <a:pt x="1239" y="637"/>
                    </a:lnTo>
                    <a:lnTo>
                      <a:pt x="1240" y="637"/>
                    </a:lnTo>
                    <a:lnTo>
                      <a:pt x="1241" y="635"/>
                    </a:lnTo>
                    <a:lnTo>
                      <a:pt x="1243" y="636"/>
                    </a:lnTo>
                    <a:lnTo>
                      <a:pt x="1244" y="636"/>
                    </a:lnTo>
                    <a:lnTo>
                      <a:pt x="1245" y="632"/>
                    </a:lnTo>
                    <a:lnTo>
                      <a:pt x="1247" y="634"/>
                    </a:lnTo>
                    <a:lnTo>
                      <a:pt x="1248" y="634"/>
                    </a:lnTo>
                    <a:lnTo>
                      <a:pt x="1249" y="635"/>
                    </a:lnTo>
                    <a:lnTo>
                      <a:pt x="1251" y="635"/>
                    </a:lnTo>
                    <a:lnTo>
                      <a:pt x="1252" y="630"/>
                    </a:lnTo>
                    <a:lnTo>
                      <a:pt x="1254" y="628"/>
                    </a:lnTo>
                    <a:lnTo>
                      <a:pt x="1255" y="626"/>
                    </a:lnTo>
                    <a:lnTo>
                      <a:pt x="1256" y="624"/>
                    </a:lnTo>
                    <a:lnTo>
                      <a:pt x="1258" y="620"/>
                    </a:lnTo>
                    <a:lnTo>
                      <a:pt x="1259" y="619"/>
                    </a:lnTo>
                    <a:lnTo>
                      <a:pt x="1260" y="619"/>
                    </a:lnTo>
                    <a:lnTo>
                      <a:pt x="1262" y="619"/>
                    </a:lnTo>
                    <a:lnTo>
                      <a:pt x="1263" y="621"/>
                    </a:lnTo>
                    <a:lnTo>
                      <a:pt x="1264" y="623"/>
                    </a:lnTo>
                    <a:lnTo>
                      <a:pt x="1266" y="629"/>
                    </a:lnTo>
                    <a:lnTo>
                      <a:pt x="1267" y="632"/>
                    </a:lnTo>
                    <a:lnTo>
                      <a:pt x="1268" y="634"/>
                    </a:lnTo>
                    <a:lnTo>
                      <a:pt x="1270" y="641"/>
                    </a:lnTo>
                    <a:lnTo>
                      <a:pt x="1271" y="639"/>
                    </a:lnTo>
                    <a:lnTo>
                      <a:pt x="1272" y="642"/>
                    </a:lnTo>
                    <a:lnTo>
                      <a:pt x="1274" y="637"/>
                    </a:lnTo>
                    <a:lnTo>
                      <a:pt x="1275" y="643"/>
                    </a:lnTo>
                    <a:lnTo>
                      <a:pt x="1276" y="643"/>
                    </a:lnTo>
                    <a:lnTo>
                      <a:pt x="1278" y="644"/>
                    </a:lnTo>
                    <a:lnTo>
                      <a:pt x="1279" y="647"/>
                    </a:lnTo>
                    <a:lnTo>
                      <a:pt x="1280" y="654"/>
                    </a:lnTo>
                    <a:lnTo>
                      <a:pt x="1282" y="659"/>
                    </a:lnTo>
                    <a:lnTo>
                      <a:pt x="1283" y="663"/>
                    </a:lnTo>
                    <a:lnTo>
                      <a:pt x="1284" y="666"/>
                    </a:lnTo>
                    <a:lnTo>
                      <a:pt x="1286" y="666"/>
                    </a:lnTo>
                    <a:lnTo>
                      <a:pt x="1287" y="662"/>
                    </a:lnTo>
                    <a:lnTo>
                      <a:pt x="1288" y="663"/>
                    </a:lnTo>
                    <a:lnTo>
                      <a:pt x="1290" y="659"/>
                    </a:lnTo>
                    <a:lnTo>
                      <a:pt x="1291" y="658"/>
                    </a:lnTo>
                    <a:lnTo>
                      <a:pt x="1292" y="655"/>
                    </a:lnTo>
                    <a:lnTo>
                      <a:pt x="1294" y="657"/>
                    </a:lnTo>
                    <a:lnTo>
                      <a:pt x="1295" y="654"/>
                    </a:lnTo>
                    <a:lnTo>
                      <a:pt x="1297" y="654"/>
                    </a:lnTo>
                    <a:lnTo>
                      <a:pt x="1298" y="654"/>
                    </a:lnTo>
                    <a:lnTo>
                      <a:pt x="1299" y="653"/>
                    </a:lnTo>
                    <a:lnTo>
                      <a:pt x="1301" y="653"/>
                    </a:lnTo>
                    <a:lnTo>
                      <a:pt x="1302" y="650"/>
                    </a:lnTo>
                    <a:lnTo>
                      <a:pt x="1303" y="652"/>
                    </a:lnTo>
                    <a:lnTo>
                      <a:pt x="1305" y="651"/>
                    </a:lnTo>
                    <a:lnTo>
                      <a:pt x="1306" y="651"/>
                    </a:lnTo>
                    <a:lnTo>
                      <a:pt x="1307" y="651"/>
                    </a:lnTo>
                    <a:lnTo>
                      <a:pt x="1309" y="649"/>
                    </a:lnTo>
                    <a:lnTo>
                      <a:pt x="1310" y="655"/>
                    </a:lnTo>
                    <a:lnTo>
                      <a:pt x="1311" y="656"/>
                    </a:lnTo>
                    <a:lnTo>
                      <a:pt x="1313" y="657"/>
                    </a:lnTo>
                    <a:lnTo>
                      <a:pt x="1314" y="658"/>
                    </a:lnTo>
                    <a:lnTo>
                      <a:pt x="1315" y="657"/>
                    </a:lnTo>
                    <a:lnTo>
                      <a:pt x="1317" y="658"/>
                    </a:lnTo>
                    <a:lnTo>
                      <a:pt x="1318" y="655"/>
                    </a:lnTo>
                    <a:lnTo>
                      <a:pt x="1319" y="653"/>
                    </a:lnTo>
                    <a:lnTo>
                      <a:pt x="1321" y="646"/>
                    </a:lnTo>
                    <a:lnTo>
                      <a:pt x="1322" y="646"/>
                    </a:lnTo>
                    <a:lnTo>
                      <a:pt x="1323" y="641"/>
                    </a:lnTo>
                    <a:lnTo>
                      <a:pt x="1325" y="646"/>
                    </a:lnTo>
                    <a:lnTo>
                      <a:pt x="1326" y="642"/>
                    </a:lnTo>
                    <a:lnTo>
                      <a:pt x="1327" y="647"/>
                    </a:lnTo>
                    <a:lnTo>
                      <a:pt x="1329" y="646"/>
                    </a:lnTo>
                    <a:lnTo>
                      <a:pt x="1330" y="649"/>
                    </a:lnTo>
                    <a:lnTo>
                      <a:pt x="1331" y="653"/>
                    </a:lnTo>
                    <a:lnTo>
                      <a:pt x="1333" y="656"/>
                    </a:lnTo>
                    <a:lnTo>
                      <a:pt x="1334" y="658"/>
                    </a:lnTo>
                    <a:lnTo>
                      <a:pt x="1335" y="659"/>
                    </a:lnTo>
                    <a:lnTo>
                      <a:pt x="1337" y="656"/>
                    </a:lnTo>
                    <a:lnTo>
                      <a:pt x="1338" y="656"/>
                    </a:lnTo>
                    <a:lnTo>
                      <a:pt x="1340" y="658"/>
                    </a:lnTo>
                    <a:lnTo>
                      <a:pt x="1341" y="660"/>
                    </a:lnTo>
                    <a:lnTo>
                      <a:pt x="1342" y="657"/>
                    </a:lnTo>
                    <a:lnTo>
                      <a:pt x="1344" y="656"/>
                    </a:lnTo>
                    <a:lnTo>
                      <a:pt x="1345" y="660"/>
                    </a:lnTo>
                    <a:lnTo>
                      <a:pt x="1346" y="661"/>
                    </a:lnTo>
                    <a:lnTo>
                      <a:pt x="1348" y="663"/>
                    </a:lnTo>
                    <a:lnTo>
                      <a:pt x="1349" y="662"/>
                    </a:lnTo>
                    <a:lnTo>
                      <a:pt x="1350" y="662"/>
                    </a:lnTo>
                    <a:lnTo>
                      <a:pt x="1352" y="663"/>
                    </a:lnTo>
                    <a:lnTo>
                      <a:pt x="1353" y="668"/>
                    </a:lnTo>
                    <a:lnTo>
                      <a:pt x="1354" y="664"/>
                    </a:lnTo>
                    <a:lnTo>
                      <a:pt x="1356" y="667"/>
                    </a:lnTo>
                    <a:lnTo>
                      <a:pt x="1357" y="664"/>
                    </a:lnTo>
                    <a:lnTo>
                      <a:pt x="1358" y="664"/>
                    </a:lnTo>
                    <a:lnTo>
                      <a:pt x="1360" y="664"/>
                    </a:lnTo>
                    <a:lnTo>
                      <a:pt x="1361" y="663"/>
                    </a:lnTo>
                    <a:lnTo>
                      <a:pt x="1362" y="662"/>
                    </a:lnTo>
                    <a:lnTo>
                      <a:pt x="1364" y="665"/>
                    </a:lnTo>
                    <a:lnTo>
                      <a:pt x="1365" y="667"/>
                    </a:lnTo>
                    <a:lnTo>
                      <a:pt x="1366" y="672"/>
                    </a:lnTo>
                    <a:lnTo>
                      <a:pt x="1368" y="674"/>
                    </a:lnTo>
                    <a:lnTo>
                      <a:pt x="1369" y="677"/>
                    </a:lnTo>
                    <a:lnTo>
                      <a:pt x="1370" y="679"/>
                    </a:lnTo>
                    <a:lnTo>
                      <a:pt x="1372" y="682"/>
                    </a:lnTo>
                    <a:lnTo>
                      <a:pt x="1373" y="682"/>
                    </a:lnTo>
                    <a:lnTo>
                      <a:pt x="1374" y="680"/>
                    </a:lnTo>
                    <a:lnTo>
                      <a:pt x="1376" y="672"/>
                    </a:lnTo>
                    <a:lnTo>
                      <a:pt x="1377" y="667"/>
                    </a:lnTo>
                    <a:lnTo>
                      <a:pt x="1378" y="666"/>
                    </a:lnTo>
                    <a:lnTo>
                      <a:pt x="1380" y="666"/>
                    </a:lnTo>
                    <a:lnTo>
                      <a:pt x="1381" y="666"/>
                    </a:lnTo>
                    <a:lnTo>
                      <a:pt x="1383" y="664"/>
                    </a:lnTo>
                    <a:lnTo>
                      <a:pt x="1384" y="664"/>
                    </a:lnTo>
                    <a:lnTo>
                      <a:pt x="1385" y="667"/>
                    </a:lnTo>
                    <a:lnTo>
                      <a:pt x="1387" y="669"/>
                    </a:lnTo>
                    <a:lnTo>
                      <a:pt x="1388" y="672"/>
                    </a:lnTo>
                    <a:lnTo>
                      <a:pt x="1389" y="670"/>
                    </a:lnTo>
                    <a:lnTo>
                      <a:pt x="1391" y="668"/>
                    </a:lnTo>
                    <a:lnTo>
                      <a:pt x="1392" y="666"/>
                    </a:lnTo>
                    <a:lnTo>
                      <a:pt x="1393" y="671"/>
                    </a:lnTo>
                    <a:lnTo>
                      <a:pt x="1395" y="675"/>
                    </a:lnTo>
                    <a:lnTo>
                      <a:pt x="1396" y="676"/>
                    </a:lnTo>
                    <a:lnTo>
                      <a:pt x="1397" y="673"/>
                    </a:lnTo>
                    <a:lnTo>
                      <a:pt x="1399" y="669"/>
                    </a:lnTo>
                    <a:lnTo>
                      <a:pt x="1400" y="666"/>
                    </a:lnTo>
                    <a:lnTo>
                      <a:pt x="1401" y="668"/>
                    </a:lnTo>
                    <a:lnTo>
                      <a:pt x="1403" y="664"/>
                    </a:lnTo>
                    <a:lnTo>
                      <a:pt x="1404" y="660"/>
                    </a:lnTo>
                    <a:lnTo>
                      <a:pt x="1405" y="655"/>
                    </a:lnTo>
                    <a:lnTo>
                      <a:pt x="1407" y="654"/>
                    </a:lnTo>
                    <a:lnTo>
                      <a:pt x="1408" y="654"/>
                    </a:lnTo>
                    <a:lnTo>
                      <a:pt x="1409" y="659"/>
                    </a:lnTo>
                    <a:lnTo>
                      <a:pt x="1411" y="661"/>
                    </a:lnTo>
                    <a:lnTo>
                      <a:pt x="1412" y="670"/>
                    </a:lnTo>
                    <a:lnTo>
                      <a:pt x="1413" y="670"/>
                    </a:lnTo>
                    <a:lnTo>
                      <a:pt x="1415" y="678"/>
                    </a:lnTo>
                    <a:lnTo>
                      <a:pt x="1416" y="686"/>
                    </a:lnTo>
                    <a:lnTo>
                      <a:pt x="1417" y="690"/>
                    </a:lnTo>
                    <a:lnTo>
                      <a:pt x="1419" y="689"/>
                    </a:lnTo>
                    <a:lnTo>
                      <a:pt x="1420" y="688"/>
                    </a:lnTo>
                    <a:lnTo>
                      <a:pt x="1422" y="683"/>
                    </a:lnTo>
                    <a:lnTo>
                      <a:pt x="1423" y="683"/>
                    </a:lnTo>
                    <a:lnTo>
                      <a:pt x="1424" y="685"/>
                    </a:lnTo>
                  </a:path>
                </a:pathLst>
              </a:custGeom>
              <a:noFill/>
              <a:ln cap="flat" cmpd="sng" w="25400">
                <a:solidFill>
                  <a:srgbClr val="DAA52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5"/>
              <p:cNvSpPr/>
              <p:nvPr/>
            </p:nvSpPr>
            <p:spPr>
              <a:xfrm flipH="1" rot="10800000">
                <a:off x="6726238" y="4210051"/>
                <a:ext cx="3762375" cy="873125"/>
              </a:xfrm>
              <a:custGeom>
                <a:rect b="b" l="l" r="r" t="t"/>
                <a:pathLst>
                  <a:path extrusionOk="0" h="396" w="1424">
                    <a:moveTo>
                      <a:pt x="0" y="116"/>
                    </a:moveTo>
                    <a:lnTo>
                      <a:pt x="1" y="143"/>
                    </a:lnTo>
                    <a:lnTo>
                      <a:pt x="2" y="148"/>
                    </a:lnTo>
                    <a:lnTo>
                      <a:pt x="4" y="143"/>
                    </a:lnTo>
                    <a:lnTo>
                      <a:pt x="5" y="143"/>
                    </a:lnTo>
                    <a:lnTo>
                      <a:pt x="6" y="145"/>
                    </a:lnTo>
                    <a:lnTo>
                      <a:pt x="8" y="141"/>
                    </a:lnTo>
                    <a:lnTo>
                      <a:pt x="9" y="137"/>
                    </a:lnTo>
                    <a:lnTo>
                      <a:pt x="10" y="139"/>
                    </a:lnTo>
                    <a:lnTo>
                      <a:pt x="12" y="137"/>
                    </a:lnTo>
                    <a:lnTo>
                      <a:pt x="13" y="133"/>
                    </a:lnTo>
                    <a:lnTo>
                      <a:pt x="14" y="133"/>
                    </a:lnTo>
                    <a:lnTo>
                      <a:pt x="16" y="130"/>
                    </a:lnTo>
                    <a:lnTo>
                      <a:pt x="17" y="136"/>
                    </a:lnTo>
                    <a:lnTo>
                      <a:pt x="18" y="134"/>
                    </a:lnTo>
                    <a:lnTo>
                      <a:pt x="20" y="134"/>
                    </a:lnTo>
                    <a:lnTo>
                      <a:pt x="21" y="127"/>
                    </a:lnTo>
                    <a:lnTo>
                      <a:pt x="22" y="128"/>
                    </a:lnTo>
                    <a:lnTo>
                      <a:pt x="24" y="130"/>
                    </a:lnTo>
                    <a:lnTo>
                      <a:pt x="25" y="131"/>
                    </a:lnTo>
                    <a:lnTo>
                      <a:pt x="26" y="131"/>
                    </a:lnTo>
                    <a:lnTo>
                      <a:pt x="28" y="133"/>
                    </a:lnTo>
                    <a:lnTo>
                      <a:pt x="29" y="143"/>
                    </a:lnTo>
                    <a:lnTo>
                      <a:pt x="30" y="148"/>
                    </a:lnTo>
                    <a:lnTo>
                      <a:pt x="32" y="149"/>
                    </a:lnTo>
                    <a:lnTo>
                      <a:pt x="33" y="148"/>
                    </a:lnTo>
                    <a:lnTo>
                      <a:pt x="34" y="145"/>
                    </a:lnTo>
                    <a:lnTo>
                      <a:pt x="36" y="142"/>
                    </a:lnTo>
                    <a:lnTo>
                      <a:pt x="37" y="143"/>
                    </a:lnTo>
                    <a:lnTo>
                      <a:pt x="39" y="143"/>
                    </a:lnTo>
                    <a:lnTo>
                      <a:pt x="40" y="139"/>
                    </a:lnTo>
                    <a:lnTo>
                      <a:pt x="41" y="141"/>
                    </a:lnTo>
                    <a:lnTo>
                      <a:pt x="43" y="137"/>
                    </a:lnTo>
                    <a:lnTo>
                      <a:pt x="44" y="140"/>
                    </a:lnTo>
                    <a:lnTo>
                      <a:pt x="45" y="135"/>
                    </a:lnTo>
                    <a:lnTo>
                      <a:pt x="47" y="138"/>
                    </a:lnTo>
                    <a:lnTo>
                      <a:pt x="48" y="138"/>
                    </a:lnTo>
                    <a:lnTo>
                      <a:pt x="49" y="140"/>
                    </a:lnTo>
                    <a:lnTo>
                      <a:pt x="51" y="141"/>
                    </a:lnTo>
                    <a:lnTo>
                      <a:pt x="52" y="142"/>
                    </a:lnTo>
                    <a:lnTo>
                      <a:pt x="53" y="143"/>
                    </a:lnTo>
                    <a:lnTo>
                      <a:pt x="55" y="143"/>
                    </a:lnTo>
                    <a:lnTo>
                      <a:pt x="56" y="149"/>
                    </a:lnTo>
                    <a:lnTo>
                      <a:pt x="57" y="148"/>
                    </a:lnTo>
                    <a:lnTo>
                      <a:pt x="59" y="145"/>
                    </a:lnTo>
                    <a:lnTo>
                      <a:pt x="60" y="146"/>
                    </a:lnTo>
                    <a:lnTo>
                      <a:pt x="61" y="148"/>
                    </a:lnTo>
                    <a:lnTo>
                      <a:pt x="63" y="148"/>
                    </a:lnTo>
                    <a:lnTo>
                      <a:pt x="64" y="146"/>
                    </a:lnTo>
                    <a:lnTo>
                      <a:pt x="65" y="148"/>
                    </a:lnTo>
                    <a:lnTo>
                      <a:pt x="67" y="142"/>
                    </a:lnTo>
                    <a:lnTo>
                      <a:pt x="68" y="147"/>
                    </a:lnTo>
                    <a:lnTo>
                      <a:pt x="69" y="150"/>
                    </a:lnTo>
                    <a:lnTo>
                      <a:pt x="71" y="146"/>
                    </a:lnTo>
                    <a:lnTo>
                      <a:pt x="72" y="148"/>
                    </a:lnTo>
                    <a:lnTo>
                      <a:pt x="73" y="144"/>
                    </a:lnTo>
                    <a:lnTo>
                      <a:pt x="75" y="145"/>
                    </a:lnTo>
                    <a:lnTo>
                      <a:pt x="76" y="142"/>
                    </a:lnTo>
                    <a:lnTo>
                      <a:pt x="78" y="139"/>
                    </a:lnTo>
                    <a:lnTo>
                      <a:pt x="79" y="133"/>
                    </a:lnTo>
                    <a:lnTo>
                      <a:pt x="80" y="133"/>
                    </a:lnTo>
                    <a:lnTo>
                      <a:pt x="82" y="131"/>
                    </a:lnTo>
                    <a:lnTo>
                      <a:pt x="83" y="132"/>
                    </a:lnTo>
                    <a:lnTo>
                      <a:pt x="84" y="137"/>
                    </a:lnTo>
                    <a:lnTo>
                      <a:pt x="86" y="145"/>
                    </a:lnTo>
                    <a:lnTo>
                      <a:pt x="87" y="150"/>
                    </a:lnTo>
                    <a:lnTo>
                      <a:pt x="88" y="154"/>
                    </a:lnTo>
                    <a:lnTo>
                      <a:pt x="90" y="158"/>
                    </a:lnTo>
                    <a:lnTo>
                      <a:pt x="91" y="159"/>
                    </a:lnTo>
                    <a:lnTo>
                      <a:pt x="92" y="161"/>
                    </a:lnTo>
                    <a:lnTo>
                      <a:pt x="94" y="161"/>
                    </a:lnTo>
                    <a:lnTo>
                      <a:pt x="95" y="160"/>
                    </a:lnTo>
                    <a:lnTo>
                      <a:pt x="96" y="162"/>
                    </a:lnTo>
                    <a:lnTo>
                      <a:pt x="98" y="162"/>
                    </a:lnTo>
                    <a:lnTo>
                      <a:pt x="99" y="162"/>
                    </a:lnTo>
                    <a:lnTo>
                      <a:pt x="100" y="158"/>
                    </a:lnTo>
                    <a:lnTo>
                      <a:pt x="102" y="153"/>
                    </a:lnTo>
                    <a:lnTo>
                      <a:pt x="103" y="150"/>
                    </a:lnTo>
                    <a:lnTo>
                      <a:pt x="104" y="154"/>
                    </a:lnTo>
                    <a:lnTo>
                      <a:pt x="106" y="148"/>
                    </a:lnTo>
                    <a:lnTo>
                      <a:pt x="107" y="145"/>
                    </a:lnTo>
                    <a:lnTo>
                      <a:pt x="108" y="144"/>
                    </a:lnTo>
                    <a:lnTo>
                      <a:pt x="110" y="148"/>
                    </a:lnTo>
                    <a:lnTo>
                      <a:pt x="111" y="143"/>
                    </a:lnTo>
                    <a:lnTo>
                      <a:pt x="112" y="137"/>
                    </a:lnTo>
                    <a:lnTo>
                      <a:pt x="114" y="161"/>
                    </a:lnTo>
                    <a:lnTo>
                      <a:pt x="115" y="129"/>
                    </a:lnTo>
                    <a:lnTo>
                      <a:pt x="116" y="33"/>
                    </a:lnTo>
                    <a:lnTo>
                      <a:pt x="118" y="167"/>
                    </a:lnTo>
                    <a:lnTo>
                      <a:pt x="119" y="166"/>
                    </a:lnTo>
                    <a:lnTo>
                      <a:pt x="121" y="165"/>
                    </a:lnTo>
                    <a:lnTo>
                      <a:pt x="122" y="167"/>
                    </a:lnTo>
                    <a:lnTo>
                      <a:pt x="123" y="171"/>
                    </a:lnTo>
                    <a:lnTo>
                      <a:pt x="125" y="172"/>
                    </a:lnTo>
                    <a:lnTo>
                      <a:pt x="126" y="171"/>
                    </a:lnTo>
                    <a:lnTo>
                      <a:pt x="127" y="165"/>
                    </a:lnTo>
                    <a:lnTo>
                      <a:pt x="129" y="160"/>
                    </a:lnTo>
                    <a:lnTo>
                      <a:pt x="130" y="152"/>
                    </a:lnTo>
                    <a:lnTo>
                      <a:pt x="131" y="148"/>
                    </a:lnTo>
                    <a:lnTo>
                      <a:pt x="133" y="150"/>
                    </a:lnTo>
                    <a:lnTo>
                      <a:pt x="134" y="152"/>
                    </a:lnTo>
                    <a:lnTo>
                      <a:pt x="135" y="158"/>
                    </a:lnTo>
                    <a:lnTo>
                      <a:pt x="137" y="162"/>
                    </a:lnTo>
                    <a:lnTo>
                      <a:pt x="138" y="168"/>
                    </a:lnTo>
                    <a:lnTo>
                      <a:pt x="139" y="169"/>
                    </a:lnTo>
                    <a:lnTo>
                      <a:pt x="141" y="167"/>
                    </a:lnTo>
                    <a:lnTo>
                      <a:pt x="142" y="160"/>
                    </a:lnTo>
                    <a:lnTo>
                      <a:pt x="143" y="164"/>
                    </a:lnTo>
                    <a:lnTo>
                      <a:pt x="145" y="158"/>
                    </a:lnTo>
                    <a:lnTo>
                      <a:pt x="146" y="157"/>
                    </a:lnTo>
                    <a:lnTo>
                      <a:pt x="147" y="152"/>
                    </a:lnTo>
                    <a:lnTo>
                      <a:pt x="149" y="152"/>
                    </a:lnTo>
                    <a:lnTo>
                      <a:pt x="150" y="158"/>
                    </a:lnTo>
                    <a:lnTo>
                      <a:pt x="151" y="154"/>
                    </a:lnTo>
                    <a:lnTo>
                      <a:pt x="153" y="153"/>
                    </a:lnTo>
                    <a:lnTo>
                      <a:pt x="154" y="150"/>
                    </a:lnTo>
                    <a:lnTo>
                      <a:pt x="155" y="147"/>
                    </a:lnTo>
                    <a:lnTo>
                      <a:pt x="157" y="147"/>
                    </a:lnTo>
                    <a:lnTo>
                      <a:pt x="158" y="146"/>
                    </a:lnTo>
                    <a:lnTo>
                      <a:pt x="159" y="143"/>
                    </a:lnTo>
                    <a:lnTo>
                      <a:pt x="161" y="133"/>
                    </a:lnTo>
                    <a:lnTo>
                      <a:pt x="162" y="133"/>
                    </a:lnTo>
                    <a:lnTo>
                      <a:pt x="164" y="131"/>
                    </a:lnTo>
                    <a:lnTo>
                      <a:pt x="165" y="129"/>
                    </a:lnTo>
                    <a:lnTo>
                      <a:pt x="166" y="128"/>
                    </a:lnTo>
                    <a:lnTo>
                      <a:pt x="168" y="126"/>
                    </a:lnTo>
                    <a:lnTo>
                      <a:pt x="169" y="132"/>
                    </a:lnTo>
                    <a:lnTo>
                      <a:pt x="170" y="134"/>
                    </a:lnTo>
                    <a:lnTo>
                      <a:pt x="172" y="132"/>
                    </a:lnTo>
                    <a:lnTo>
                      <a:pt x="173" y="135"/>
                    </a:lnTo>
                    <a:lnTo>
                      <a:pt x="174" y="136"/>
                    </a:lnTo>
                    <a:lnTo>
                      <a:pt x="176" y="143"/>
                    </a:lnTo>
                    <a:lnTo>
                      <a:pt x="177" y="140"/>
                    </a:lnTo>
                    <a:lnTo>
                      <a:pt x="178" y="139"/>
                    </a:lnTo>
                    <a:lnTo>
                      <a:pt x="180" y="137"/>
                    </a:lnTo>
                    <a:lnTo>
                      <a:pt x="181" y="139"/>
                    </a:lnTo>
                    <a:lnTo>
                      <a:pt x="182" y="141"/>
                    </a:lnTo>
                    <a:lnTo>
                      <a:pt x="184" y="143"/>
                    </a:lnTo>
                    <a:lnTo>
                      <a:pt x="185" y="147"/>
                    </a:lnTo>
                    <a:lnTo>
                      <a:pt x="186" y="145"/>
                    </a:lnTo>
                    <a:lnTo>
                      <a:pt x="188" y="145"/>
                    </a:lnTo>
                    <a:lnTo>
                      <a:pt x="189" y="144"/>
                    </a:lnTo>
                    <a:lnTo>
                      <a:pt x="190" y="145"/>
                    </a:lnTo>
                    <a:lnTo>
                      <a:pt x="192" y="140"/>
                    </a:lnTo>
                    <a:lnTo>
                      <a:pt x="193" y="133"/>
                    </a:lnTo>
                    <a:lnTo>
                      <a:pt x="194" y="133"/>
                    </a:lnTo>
                    <a:lnTo>
                      <a:pt x="196" y="132"/>
                    </a:lnTo>
                    <a:lnTo>
                      <a:pt x="197" y="128"/>
                    </a:lnTo>
                    <a:lnTo>
                      <a:pt x="198" y="127"/>
                    </a:lnTo>
                    <a:lnTo>
                      <a:pt x="200" y="121"/>
                    </a:lnTo>
                    <a:lnTo>
                      <a:pt x="201" y="121"/>
                    </a:lnTo>
                    <a:lnTo>
                      <a:pt x="202" y="118"/>
                    </a:lnTo>
                    <a:lnTo>
                      <a:pt x="204" y="120"/>
                    </a:lnTo>
                    <a:lnTo>
                      <a:pt x="205" y="117"/>
                    </a:lnTo>
                    <a:lnTo>
                      <a:pt x="207" y="120"/>
                    </a:lnTo>
                    <a:lnTo>
                      <a:pt x="208" y="123"/>
                    </a:lnTo>
                    <a:lnTo>
                      <a:pt x="209" y="125"/>
                    </a:lnTo>
                    <a:lnTo>
                      <a:pt x="211" y="121"/>
                    </a:lnTo>
                    <a:lnTo>
                      <a:pt x="212" y="121"/>
                    </a:lnTo>
                    <a:lnTo>
                      <a:pt x="213" y="116"/>
                    </a:lnTo>
                    <a:lnTo>
                      <a:pt x="215" y="115"/>
                    </a:lnTo>
                    <a:lnTo>
                      <a:pt x="216" y="109"/>
                    </a:lnTo>
                    <a:lnTo>
                      <a:pt x="217" y="114"/>
                    </a:lnTo>
                    <a:lnTo>
                      <a:pt x="219" y="118"/>
                    </a:lnTo>
                    <a:lnTo>
                      <a:pt x="220" y="119"/>
                    </a:lnTo>
                    <a:lnTo>
                      <a:pt x="221" y="119"/>
                    </a:lnTo>
                    <a:lnTo>
                      <a:pt x="223" y="120"/>
                    </a:lnTo>
                    <a:lnTo>
                      <a:pt x="224" y="119"/>
                    </a:lnTo>
                    <a:lnTo>
                      <a:pt x="225" y="119"/>
                    </a:lnTo>
                    <a:lnTo>
                      <a:pt x="227" y="124"/>
                    </a:lnTo>
                    <a:lnTo>
                      <a:pt x="228" y="122"/>
                    </a:lnTo>
                    <a:lnTo>
                      <a:pt x="229" y="114"/>
                    </a:lnTo>
                    <a:lnTo>
                      <a:pt x="231" y="112"/>
                    </a:lnTo>
                    <a:lnTo>
                      <a:pt x="232" y="107"/>
                    </a:lnTo>
                    <a:lnTo>
                      <a:pt x="233" y="107"/>
                    </a:lnTo>
                    <a:lnTo>
                      <a:pt x="235" y="101"/>
                    </a:lnTo>
                    <a:lnTo>
                      <a:pt x="236" y="101"/>
                    </a:lnTo>
                    <a:lnTo>
                      <a:pt x="237" y="101"/>
                    </a:lnTo>
                    <a:lnTo>
                      <a:pt x="239" y="104"/>
                    </a:lnTo>
                    <a:lnTo>
                      <a:pt x="240" y="104"/>
                    </a:lnTo>
                    <a:lnTo>
                      <a:pt x="241" y="106"/>
                    </a:lnTo>
                    <a:lnTo>
                      <a:pt x="243" y="104"/>
                    </a:lnTo>
                    <a:lnTo>
                      <a:pt x="244" y="105"/>
                    </a:lnTo>
                    <a:lnTo>
                      <a:pt x="246" y="108"/>
                    </a:lnTo>
                    <a:lnTo>
                      <a:pt x="247" y="105"/>
                    </a:lnTo>
                    <a:lnTo>
                      <a:pt x="248" y="105"/>
                    </a:lnTo>
                    <a:lnTo>
                      <a:pt x="250" y="109"/>
                    </a:lnTo>
                    <a:lnTo>
                      <a:pt x="251" y="102"/>
                    </a:lnTo>
                    <a:lnTo>
                      <a:pt x="252" y="104"/>
                    </a:lnTo>
                    <a:lnTo>
                      <a:pt x="254" y="105"/>
                    </a:lnTo>
                    <a:lnTo>
                      <a:pt x="255" y="100"/>
                    </a:lnTo>
                    <a:lnTo>
                      <a:pt x="256" y="95"/>
                    </a:lnTo>
                    <a:lnTo>
                      <a:pt x="258" y="92"/>
                    </a:lnTo>
                    <a:lnTo>
                      <a:pt x="259" y="94"/>
                    </a:lnTo>
                    <a:lnTo>
                      <a:pt x="260" y="90"/>
                    </a:lnTo>
                    <a:lnTo>
                      <a:pt x="262" y="98"/>
                    </a:lnTo>
                    <a:lnTo>
                      <a:pt x="263" y="99"/>
                    </a:lnTo>
                    <a:lnTo>
                      <a:pt x="264" y="98"/>
                    </a:lnTo>
                    <a:lnTo>
                      <a:pt x="266" y="99"/>
                    </a:lnTo>
                    <a:lnTo>
                      <a:pt x="267" y="101"/>
                    </a:lnTo>
                    <a:lnTo>
                      <a:pt x="268" y="102"/>
                    </a:lnTo>
                    <a:lnTo>
                      <a:pt x="270" y="101"/>
                    </a:lnTo>
                    <a:lnTo>
                      <a:pt x="271" y="99"/>
                    </a:lnTo>
                    <a:lnTo>
                      <a:pt x="272" y="97"/>
                    </a:lnTo>
                    <a:lnTo>
                      <a:pt x="274" y="103"/>
                    </a:lnTo>
                    <a:lnTo>
                      <a:pt x="275" y="99"/>
                    </a:lnTo>
                    <a:lnTo>
                      <a:pt x="276" y="95"/>
                    </a:lnTo>
                    <a:lnTo>
                      <a:pt x="278" y="92"/>
                    </a:lnTo>
                    <a:lnTo>
                      <a:pt x="279" y="96"/>
                    </a:lnTo>
                    <a:lnTo>
                      <a:pt x="280" y="92"/>
                    </a:lnTo>
                    <a:lnTo>
                      <a:pt x="282" y="94"/>
                    </a:lnTo>
                    <a:lnTo>
                      <a:pt x="283" y="103"/>
                    </a:lnTo>
                    <a:lnTo>
                      <a:pt x="284" y="107"/>
                    </a:lnTo>
                    <a:lnTo>
                      <a:pt x="286" y="109"/>
                    </a:lnTo>
                    <a:lnTo>
                      <a:pt x="287" y="110"/>
                    </a:lnTo>
                    <a:lnTo>
                      <a:pt x="289" y="103"/>
                    </a:lnTo>
                    <a:lnTo>
                      <a:pt x="290" y="106"/>
                    </a:lnTo>
                    <a:lnTo>
                      <a:pt x="291" y="99"/>
                    </a:lnTo>
                    <a:lnTo>
                      <a:pt x="293" y="94"/>
                    </a:lnTo>
                    <a:lnTo>
                      <a:pt x="294" y="92"/>
                    </a:lnTo>
                    <a:lnTo>
                      <a:pt x="295" y="89"/>
                    </a:lnTo>
                    <a:lnTo>
                      <a:pt x="297" y="89"/>
                    </a:lnTo>
                    <a:lnTo>
                      <a:pt x="298" y="88"/>
                    </a:lnTo>
                    <a:lnTo>
                      <a:pt x="299" y="82"/>
                    </a:lnTo>
                    <a:lnTo>
                      <a:pt x="301" y="75"/>
                    </a:lnTo>
                    <a:lnTo>
                      <a:pt x="302" y="77"/>
                    </a:lnTo>
                    <a:lnTo>
                      <a:pt x="303" y="76"/>
                    </a:lnTo>
                    <a:lnTo>
                      <a:pt x="305" y="74"/>
                    </a:lnTo>
                    <a:lnTo>
                      <a:pt x="306" y="72"/>
                    </a:lnTo>
                    <a:lnTo>
                      <a:pt x="307" y="76"/>
                    </a:lnTo>
                    <a:lnTo>
                      <a:pt x="309" y="75"/>
                    </a:lnTo>
                    <a:lnTo>
                      <a:pt x="310" y="80"/>
                    </a:lnTo>
                    <a:lnTo>
                      <a:pt x="311" y="79"/>
                    </a:lnTo>
                    <a:lnTo>
                      <a:pt x="313" y="77"/>
                    </a:lnTo>
                    <a:lnTo>
                      <a:pt x="314" y="77"/>
                    </a:lnTo>
                    <a:lnTo>
                      <a:pt x="315" y="76"/>
                    </a:lnTo>
                    <a:lnTo>
                      <a:pt x="317" y="75"/>
                    </a:lnTo>
                    <a:lnTo>
                      <a:pt x="318" y="80"/>
                    </a:lnTo>
                    <a:lnTo>
                      <a:pt x="319" y="80"/>
                    </a:lnTo>
                    <a:lnTo>
                      <a:pt x="321" y="76"/>
                    </a:lnTo>
                    <a:lnTo>
                      <a:pt x="322" y="78"/>
                    </a:lnTo>
                    <a:lnTo>
                      <a:pt x="323" y="72"/>
                    </a:lnTo>
                    <a:lnTo>
                      <a:pt x="325" y="71"/>
                    </a:lnTo>
                    <a:lnTo>
                      <a:pt x="326" y="68"/>
                    </a:lnTo>
                    <a:lnTo>
                      <a:pt x="327" y="68"/>
                    </a:lnTo>
                    <a:lnTo>
                      <a:pt x="329" y="68"/>
                    </a:lnTo>
                    <a:lnTo>
                      <a:pt x="330" y="68"/>
                    </a:lnTo>
                    <a:lnTo>
                      <a:pt x="332" y="69"/>
                    </a:lnTo>
                    <a:lnTo>
                      <a:pt x="333" y="62"/>
                    </a:lnTo>
                    <a:lnTo>
                      <a:pt x="334" y="59"/>
                    </a:lnTo>
                    <a:lnTo>
                      <a:pt x="336" y="56"/>
                    </a:lnTo>
                    <a:lnTo>
                      <a:pt x="337" y="60"/>
                    </a:lnTo>
                    <a:lnTo>
                      <a:pt x="338" y="58"/>
                    </a:lnTo>
                    <a:lnTo>
                      <a:pt x="340" y="61"/>
                    </a:lnTo>
                    <a:lnTo>
                      <a:pt x="341" y="56"/>
                    </a:lnTo>
                    <a:lnTo>
                      <a:pt x="342" y="59"/>
                    </a:lnTo>
                    <a:lnTo>
                      <a:pt x="344" y="58"/>
                    </a:lnTo>
                    <a:lnTo>
                      <a:pt x="345" y="52"/>
                    </a:lnTo>
                    <a:lnTo>
                      <a:pt x="346" y="48"/>
                    </a:lnTo>
                    <a:lnTo>
                      <a:pt x="348" y="48"/>
                    </a:lnTo>
                    <a:lnTo>
                      <a:pt x="349" y="45"/>
                    </a:lnTo>
                    <a:lnTo>
                      <a:pt x="350" y="48"/>
                    </a:lnTo>
                    <a:lnTo>
                      <a:pt x="352" y="48"/>
                    </a:lnTo>
                    <a:lnTo>
                      <a:pt x="353" y="53"/>
                    </a:lnTo>
                    <a:lnTo>
                      <a:pt x="354" y="51"/>
                    </a:lnTo>
                    <a:lnTo>
                      <a:pt x="356" y="48"/>
                    </a:lnTo>
                    <a:lnTo>
                      <a:pt x="357" y="49"/>
                    </a:lnTo>
                    <a:lnTo>
                      <a:pt x="358" y="51"/>
                    </a:lnTo>
                    <a:lnTo>
                      <a:pt x="360" y="45"/>
                    </a:lnTo>
                    <a:lnTo>
                      <a:pt x="361" y="41"/>
                    </a:lnTo>
                    <a:lnTo>
                      <a:pt x="362" y="36"/>
                    </a:lnTo>
                    <a:lnTo>
                      <a:pt x="364" y="39"/>
                    </a:lnTo>
                    <a:lnTo>
                      <a:pt x="365" y="39"/>
                    </a:lnTo>
                    <a:lnTo>
                      <a:pt x="366" y="37"/>
                    </a:lnTo>
                    <a:lnTo>
                      <a:pt x="368" y="39"/>
                    </a:lnTo>
                    <a:lnTo>
                      <a:pt x="369" y="42"/>
                    </a:lnTo>
                    <a:lnTo>
                      <a:pt x="370" y="39"/>
                    </a:lnTo>
                    <a:lnTo>
                      <a:pt x="372" y="34"/>
                    </a:lnTo>
                    <a:lnTo>
                      <a:pt x="373" y="30"/>
                    </a:lnTo>
                    <a:lnTo>
                      <a:pt x="375" y="26"/>
                    </a:lnTo>
                    <a:lnTo>
                      <a:pt x="376" y="28"/>
                    </a:lnTo>
                    <a:lnTo>
                      <a:pt x="377" y="27"/>
                    </a:lnTo>
                    <a:lnTo>
                      <a:pt x="379" y="27"/>
                    </a:lnTo>
                    <a:lnTo>
                      <a:pt x="380" y="30"/>
                    </a:lnTo>
                    <a:lnTo>
                      <a:pt x="381" y="32"/>
                    </a:lnTo>
                    <a:lnTo>
                      <a:pt x="383" y="33"/>
                    </a:lnTo>
                    <a:lnTo>
                      <a:pt x="384" y="33"/>
                    </a:lnTo>
                    <a:lnTo>
                      <a:pt x="385" y="32"/>
                    </a:lnTo>
                    <a:lnTo>
                      <a:pt x="387" y="35"/>
                    </a:lnTo>
                    <a:lnTo>
                      <a:pt x="388" y="37"/>
                    </a:lnTo>
                    <a:lnTo>
                      <a:pt x="389" y="37"/>
                    </a:lnTo>
                    <a:lnTo>
                      <a:pt x="391" y="35"/>
                    </a:lnTo>
                    <a:lnTo>
                      <a:pt x="392" y="34"/>
                    </a:lnTo>
                    <a:lnTo>
                      <a:pt x="393" y="39"/>
                    </a:lnTo>
                    <a:lnTo>
                      <a:pt x="395" y="42"/>
                    </a:lnTo>
                    <a:lnTo>
                      <a:pt x="396" y="41"/>
                    </a:lnTo>
                    <a:lnTo>
                      <a:pt x="397" y="45"/>
                    </a:lnTo>
                    <a:lnTo>
                      <a:pt x="399" y="43"/>
                    </a:lnTo>
                    <a:lnTo>
                      <a:pt x="400" y="45"/>
                    </a:lnTo>
                    <a:lnTo>
                      <a:pt x="401" y="43"/>
                    </a:lnTo>
                    <a:lnTo>
                      <a:pt x="403" y="49"/>
                    </a:lnTo>
                    <a:lnTo>
                      <a:pt x="404" y="46"/>
                    </a:lnTo>
                    <a:lnTo>
                      <a:pt x="405" y="45"/>
                    </a:lnTo>
                    <a:lnTo>
                      <a:pt x="407" y="40"/>
                    </a:lnTo>
                    <a:lnTo>
                      <a:pt x="408" y="41"/>
                    </a:lnTo>
                    <a:lnTo>
                      <a:pt x="409" y="43"/>
                    </a:lnTo>
                    <a:lnTo>
                      <a:pt x="411" y="43"/>
                    </a:lnTo>
                    <a:lnTo>
                      <a:pt x="412" y="39"/>
                    </a:lnTo>
                    <a:lnTo>
                      <a:pt x="414" y="39"/>
                    </a:lnTo>
                    <a:lnTo>
                      <a:pt x="415" y="47"/>
                    </a:lnTo>
                    <a:lnTo>
                      <a:pt x="416" y="36"/>
                    </a:lnTo>
                    <a:lnTo>
                      <a:pt x="418" y="26"/>
                    </a:lnTo>
                    <a:lnTo>
                      <a:pt x="419" y="66"/>
                    </a:lnTo>
                    <a:lnTo>
                      <a:pt x="420" y="16"/>
                    </a:lnTo>
                    <a:lnTo>
                      <a:pt x="422" y="19"/>
                    </a:lnTo>
                    <a:lnTo>
                      <a:pt x="423" y="24"/>
                    </a:lnTo>
                    <a:lnTo>
                      <a:pt x="424" y="19"/>
                    </a:lnTo>
                    <a:lnTo>
                      <a:pt x="426" y="18"/>
                    </a:lnTo>
                    <a:lnTo>
                      <a:pt x="427" y="19"/>
                    </a:lnTo>
                    <a:lnTo>
                      <a:pt x="428" y="19"/>
                    </a:lnTo>
                    <a:lnTo>
                      <a:pt x="430" y="14"/>
                    </a:lnTo>
                    <a:lnTo>
                      <a:pt x="431" y="15"/>
                    </a:lnTo>
                    <a:lnTo>
                      <a:pt x="432" y="19"/>
                    </a:lnTo>
                    <a:lnTo>
                      <a:pt x="434" y="21"/>
                    </a:lnTo>
                    <a:lnTo>
                      <a:pt x="435" y="24"/>
                    </a:lnTo>
                    <a:lnTo>
                      <a:pt x="436" y="24"/>
                    </a:lnTo>
                    <a:lnTo>
                      <a:pt x="438" y="21"/>
                    </a:lnTo>
                    <a:lnTo>
                      <a:pt x="439" y="15"/>
                    </a:lnTo>
                    <a:lnTo>
                      <a:pt x="440" y="19"/>
                    </a:lnTo>
                    <a:lnTo>
                      <a:pt x="442" y="11"/>
                    </a:lnTo>
                    <a:lnTo>
                      <a:pt x="443" y="8"/>
                    </a:lnTo>
                    <a:lnTo>
                      <a:pt x="444" y="6"/>
                    </a:lnTo>
                    <a:lnTo>
                      <a:pt x="446" y="0"/>
                    </a:lnTo>
                    <a:lnTo>
                      <a:pt x="447" y="0"/>
                    </a:lnTo>
                    <a:lnTo>
                      <a:pt x="448" y="3"/>
                    </a:lnTo>
                    <a:lnTo>
                      <a:pt x="450" y="6"/>
                    </a:lnTo>
                    <a:lnTo>
                      <a:pt x="451" y="9"/>
                    </a:lnTo>
                    <a:lnTo>
                      <a:pt x="452" y="17"/>
                    </a:lnTo>
                    <a:lnTo>
                      <a:pt x="454" y="18"/>
                    </a:lnTo>
                    <a:lnTo>
                      <a:pt x="455" y="21"/>
                    </a:lnTo>
                    <a:lnTo>
                      <a:pt x="457" y="21"/>
                    </a:lnTo>
                    <a:lnTo>
                      <a:pt x="458" y="20"/>
                    </a:lnTo>
                    <a:lnTo>
                      <a:pt x="459" y="24"/>
                    </a:lnTo>
                    <a:lnTo>
                      <a:pt x="461" y="25"/>
                    </a:lnTo>
                    <a:lnTo>
                      <a:pt x="462" y="24"/>
                    </a:lnTo>
                    <a:lnTo>
                      <a:pt x="463" y="21"/>
                    </a:lnTo>
                    <a:lnTo>
                      <a:pt x="465" y="25"/>
                    </a:lnTo>
                    <a:lnTo>
                      <a:pt x="466" y="33"/>
                    </a:lnTo>
                    <a:lnTo>
                      <a:pt x="467" y="32"/>
                    </a:lnTo>
                    <a:lnTo>
                      <a:pt x="469" y="29"/>
                    </a:lnTo>
                    <a:lnTo>
                      <a:pt x="470" y="27"/>
                    </a:lnTo>
                    <a:lnTo>
                      <a:pt x="471" y="24"/>
                    </a:lnTo>
                    <a:lnTo>
                      <a:pt x="473" y="24"/>
                    </a:lnTo>
                    <a:lnTo>
                      <a:pt x="474" y="24"/>
                    </a:lnTo>
                    <a:lnTo>
                      <a:pt x="475" y="23"/>
                    </a:lnTo>
                    <a:lnTo>
                      <a:pt x="477" y="21"/>
                    </a:lnTo>
                    <a:lnTo>
                      <a:pt x="478" y="27"/>
                    </a:lnTo>
                    <a:lnTo>
                      <a:pt x="479" y="24"/>
                    </a:lnTo>
                    <a:lnTo>
                      <a:pt x="481" y="24"/>
                    </a:lnTo>
                    <a:lnTo>
                      <a:pt x="482" y="26"/>
                    </a:lnTo>
                    <a:lnTo>
                      <a:pt x="483" y="26"/>
                    </a:lnTo>
                    <a:lnTo>
                      <a:pt x="485" y="27"/>
                    </a:lnTo>
                    <a:lnTo>
                      <a:pt x="486" y="28"/>
                    </a:lnTo>
                    <a:lnTo>
                      <a:pt x="487" y="30"/>
                    </a:lnTo>
                    <a:lnTo>
                      <a:pt x="489" y="33"/>
                    </a:lnTo>
                    <a:lnTo>
                      <a:pt x="490" y="41"/>
                    </a:lnTo>
                    <a:lnTo>
                      <a:pt x="491" y="43"/>
                    </a:lnTo>
                    <a:lnTo>
                      <a:pt x="493" y="47"/>
                    </a:lnTo>
                    <a:lnTo>
                      <a:pt x="494" y="46"/>
                    </a:lnTo>
                    <a:lnTo>
                      <a:pt x="495" y="52"/>
                    </a:lnTo>
                    <a:lnTo>
                      <a:pt x="497" y="48"/>
                    </a:lnTo>
                    <a:lnTo>
                      <a:pt x="498" y="46"/>
                    </a:lnTo>
                    <a:lnTo>
                      <a:pt x="500" y="43"/>
                    </a:lnTo>
                    <a:lnTo>
                      <a:pt x="501" y="42"/>
                    </a:lnTo>
                    <a:lnTo>
                      <a:pt x="502" y="41"/>
                    </a:lnTo>
                    <a:lnTo>
                      <a:pt x="504" y="39"/>
                    </a:lnTo>
                    <a:lnTo>
                      <a:pt x="505" y="39"/>
                    </a:lnTo>
                    <a:lnTo>
                      <a:pt x="506" y="36"/>
                    </a:lnTo>
                    <a:lnTo>
                      <a:pt x="508" y="38"/>
                    </a:lnTo>
                    <a:lnTo>
                      <a:pt x="509" y="43"/>
                    </a:lnTo>
                    <a:lnTo>
                      <a:pt x="510" y="44"/>
                    </a:lnTo>
                    <a:lnTo>
                      <a:pt x="512" y="46"/>
                    </a:lnTo>
                    <a:lnTo>
                      <a:pt x="513" y="48"/>
                    </a:lnTo>
                    <a:lnTo>
                      <a:pt x="514" y="48"/>
                    </a:lnTo>
                    <a:lnTo>
                      <a:pt x="516" y="46"/>
                    </a:lnTo>
                    <a:lnTo>
                      <a:pt x="517" y="47"/>
                    </a:lnTo>
                    <a:lnTo>
                      <a:pt x="518" y="51"/>
                    </a:lnTo>
                    <a:lnTo>
                      <a:pt x="520" y="51"/>
                    </a:lnTo>
                    <a:lnTo>
                      <a:pt x="521" y="53"/>
                    </a:lnTo>
                    <a:lnTo>
                      <a:pt x="522" y="58"/>
                    </a:lnTo>
                    <a:lnTo>
                      <a:pt x="524" y="52"/>
                    </a:lnTo>
                    <a:lnTo>
                      <a:pt x="525" y="56"/>
                    </a:lnTo>
                    <a:lnTo>
                      <a:pt x="526" y="53"/>
                    </a:lnTo>
                    <a:lnTo>
                      <a:pt x="528" y="56"/>
                    </a:lnTo>
                    <a:lnTo>
                      <a:pt x="529" y="54"/>
                    </a:lnTo>
                    <a:lnTo>
                      <a:pt x="530" y="54"/>
                    </a:lnTo>
                    <a:lnTo>
                      <a:pt x="532" y="55"/>
                    </a:lnTo>
                    <a:lnTo>
                      <a:pt x="533" y="55"/>
                    </a:lnTo>
                    <a:lnTo>
                      <a:pt x="534" y="55"/>
                    </a:lnTo>
                    <a:lnTo>
                      <a:pt x="536" y="58"/>
                    </a:lnTo>
                    <a:lnTo>
                      <a:pt x="537" y="57"/>
                    </a:lnTo>
                    <a:lnTo>
                      <a:pt x="538" y="54"/>
                    </a:lnTo>
                    <a:lnTo>
                      <a:pt x="540" y="49"/>
                    </a:lnTo>
                    <a:lnTo>
                      <a:pt x="541" y="56"/>
                    </a:lnTo>
                    <a:lnTo>
                      <a:pt x="543" y="53"/>
                    </a:lnTo>
                    <a:lnTo>
                      <a:pt x="544" y="54"/>
                    </a:lnTo>
                    <a:lnTo>
                      <a:pt x="545" y="54"/>
                    </a:lnTo>
                    <a:lnTo>
                      <a:pt x="547" y="54"/>
                    </a:lnTo>
                    <a:lnTo>
                      <a:pt x="548" y="60"/>
                    </a:lnTo>
                    <a:lnTo>
                      <a:pt x="549" y="64"/>
                    </a:lnTo>
                    <a:lnTo>
                      <a:pt x="551" y="63"/>
                    </a:lnTo>
                    <a:lnTo>
                      <a:pt x="552" y="66"/>
                    </a:lnTo>
                    <a:lnTo>
                      <a:pt x="553" y="65"/>
                    </a:lnTo>
                    <a:lnTo>
                      <a:pt x="555" y="65"/>
                    </a:lnTo>
                    <a:lnTo>
                      <a:pt x="556" y="67"/>
                    </a:lnTo>
                    <a:lnTo>
                      <a:pt x="557" y="68"/>
                    </a:lnTo>
                    <a:lnTo>
                      <a:pt x="559" y="66"/>
                    </a:lnTo>
                    <a:lnTo>
                      <a:pt x="560" y="73"/>
                    </a:lnTo>
                    <a:lnTo>
                      <a:pt x="561" y="70"/>
                    </a:lnTo>
                    <a:lnTo>
                      <a:pt x="563" y="73"/>
                    </a:lnTo>
                    <a:lnTo>
                      <a:pt x="564" y="68"/>
                    </a:lnTo>
                    <a:lnTo>
                      <a:pt x="565" y="69"/>
                    </a:lnTo>
                    <a:lnTo>
                      <a:pt x="567" y="71"/>
                    </a:lnTo>
                    <a:lnTo>
                      <a:pt x="568" y="75"/>
                    </a:lnTo>
                    <a:lnTo>
                      <a:pt x="569" y="75"/>
                    </a:lnTo>
                    <a:lnTo>
                      <a:pt x="571" y="70"/>
                    </a:lnTo>
                    <a:lnTo>
                      <a:pt x="572" y="74"/>
                    </a:lnTo>
                    <a:lnTo>
                      <a:pt x="573" y="76"/>
                    </a:lnTo>
                    <a:lnTo>
                      <a:pt x="575" y="78"/>
                    </a:lnTo>
                    <a:lnTo>
                      <a:pt x="576" y="78"/>
                    </a:lnTo>
                    <a:lnTo>
                      <a:pt x="577" y="76"/>
                    </a:lnTo>
                    <a:lnTo>
                      <a:pt x="579" y="75"/>
                    </a:lnTo>
                    <a:lnTo>
                      <a:pt x="580" y="77"/>
                    </a:lnTo>
                    <a:lnTo>
                      <a:pt x="582" y="78"/>
                    </a:lnTo>
                    <a:lnTo>
                      <a:pt x="583" y="80"/>
                    </a:lnTo>
                    <a:lnTo>
                      <a:pt x="584" y="80"/>
                    </a:lnTo>
                    <a:lnTo>
                      <a:pt x="586" y="80"/>
                    </a:lnTo>
                    <a:lnTo>
                      <a:pt x="587" y="80"/>
                    </a:lnTo>
                    <a:lnTo>
                      <a:pt x="588" y="80"/>
                    </a:lnTo>
                    <a:lnTo>
                      <a:pt x="590" y="81"/>
                    </a:lnTo>
                    <a:lnTo>
                      <a:pt x="591" y="80"/>
                    </a:lnTo>
                    <a:lnTo>
                      <a:pt x="592" y="80"/>
                    </a:lnTo>
                    <a:lnTo>
                      <a:pt x="594" y="78"/>
                    </a:lnTo>
                    <a:lnTo>
                      <a:pt x="595" y="79"/>
                    </a:lnTo>
                    <a:lnTo>
                      <a:pt x="596" y="73"/>
                    </a:lnTo>
                    <a:lnTo>
                      <a:pt x="598" y="74"/>
                    </a:lnTo>
                    <a:lnTo>
                      <a:pt x="599" y="75"/>
                    </a:lnTo>
                    <a:lnTo>
                      <a:pt x="600" y="76"/>
                    </a:lnTo>
                    <a:lnTo>
                      <a:pt x="602" y="72"/>
                    </a:lnTo>
                    <a:lnTo>
                      <a:pt x="603" y="72"/>
                    </a:lnTo>
                    <a:lnTo>
                      <a:pt x="604" y="73"/>
                    </a:lnTo>
                    <a:lnTo>
                      <a:pt x="606" y="71"/>
                    </a:lnTo>
                    <a:lnTo>
                      <a:pt x="607" y="66"/>
                    </a:lnTo>
                    <a:lnTo>
                      <a:pt x="608" y="65"/>
                    </a:lnTo>
                    <a:lnTo>
                      <a:pt x="610" y="67"/>
                    </a:lnTo>
                    <a:lnTo>
                      <a:pt x="611" y="68"/>
                    </a:lnTo>
                    <a:lnTo>
                      <a:pt x="612" y="68"/>
                    </a:lnTo>
                    <a:lnTo>
                      <a:pt x="614" y="64"/>
                    </a:lnTo>
                    <a:lnTo>
                      <a:pt x="615" y="70"/>
                    </a:lnTo>
                    <a:lnTo>
                      <a:pt x="616" y="75"/>
                    </a:lnTo>
                    <a:lnTo>
                      <a:pt x="618" y="77"/>
                    </a:lnTo>
                    <a:lnTo>
                      <a:pt x="619" y="73"/>
                    </a:lnTo>
                    <a:lnTo>
                      <a:pt x="620" y="78"/>
                    </a:lnTo>
                    <a:lnTo>
                      <a:pt x="622" y="82"/>
                    </a:lnTo>
                    <a:lnTo>
                      <a:pt x="623" y="85"/>
                    </a:lnTo>
                    <a:lnTo>
                      <a:pt x="625" y="87"/>
                    </a:lnTo>
                    <a:lnTo>
                      <a:pt x="626" y="89"/>
                    </a:lnTo>
                    <a:lnTo>
                      <a:pt x="627" y="89"/>
                    </a:lnTo>
                    <a:lnTo>
                      <a:pt x="629" y="94"/>
                    </a:lnTo>
                    <a:lnTo>
                      <a:pt x="630" y="91"/>
                    </a:lnTo>
                    <a:lnTo>
                      <a:pt x="631" y="92"/>
                    </a:lnTo>
                    <a:lnTo>
                      <a:pt x="633" y="92"/>
                    </a:lnTo>
                    <a:lnTo>
                      <a:pt x="634" y="93"/>
                    </a:lnTo>
                    <a:lnTo>
                      <a:pt x="635" y="91"/>
                    </a:lnTo>
                    <a:lnTo>
                      <a:pt x="637" y="91"/>
                    </a:lnTo>
                    <a:lnTo>
                      <a:pt x="638" y="87"/>
                    </a:lnTo>
                    <a:lnTo>
                      <a:pt x="639" y="88"/>
                    </a:lnTo>
                    <a:lnTo>
                      <a:pt x="641" y="87"/>
                    </a:lnTo>
                    <a:lnTo>
                      <a:pt x="642" y="88"/>
                    </a:lnTo>
                    <a:lnTo>
                      <a:pt x="643" y="88"/>
                    </a:lnTo>
                    <a:lnTo>
                      <a:pt x="645" y="91"/>
                    </a:lnTo>
                    <a:lnTo>
                      <a:pt x="646" y="93"/>
                    </a:lnTo>
                    <a:lnTo>
                      <a:pt x="647" y="93"/>
                    </a:lnTo>
                    <a:lnTo>
                      <a:pt x="649" y="93"/>
                    </a:lnTo>
                    <a:lnTo>
                      <a:pt x="650" y="90"/>
                    </a:lnTo>
                    <a:lnTo>
                      <a:pt x="651" y="93"/>
                    </a:lnTo>
                    <a:lnTo>
                      <a:pt x="653" y="92"/>
                    </a:lnTo>
                    <a:lnTo>
                      <a:pt x="654" y="94"/>
                    </a:lnTo>
                    <a:lnTo>
                      <a:pt x="655" y="92"/>
                    </a:lnTo>
                    <a:lnTo>
                      <a:pt x="657" y="95"/>
                    </a:lnTo>
                    <a:lnTo>
                      <a:pt x="658" y="97"/>
                    </a:lnTo>
                    <a:lnTo>
                      <a:pt x="659" y="102"/>
                    </a:lnTo>
                    <a:lnTo>
                      <a:pt x="661" y="103"/>
                    </a:lnTo>
                    <a:lnTo>
                      <a:pt x="662" y="105"/>
                    </a:lnTo>
                    <a:lnTo>
                      <a:pt x="663" y="107"/>
                    </a:lnTo>
                    <a:lnTo>
                      <a:pt x="665" y="110"/>
                    </a:lnTo>
                    <a:lnTo>
                      <a:pt x="666" y="112"/>
                    </a:lnTo>
                    <a:lnTo>
                      <a:pt x="668" y="112"/>
                    </a:lnTo>
                    <a:lnTo>
                      <a:pt x="669" y="114"/>
                    </a:lnTo>
                    <a:lnTo>
                      <a:pt x="670" y="110"/>
                    </a:lnTo>
                    <a:lnTo>
                      <a:pt x="672" y="112"/>
                    </a:lnTo>
                    <a:lnTo>
                      <a:pt x="673" y="109"/>
                    </a:lnTo>
                    <a:lnTo>
                      <a:pt x="674" y="107"/>
                    </a:lnTo>
                    <a:lnTo>
                      <a:pt x="676" y="109"/>
                    </a:lnTo>
                    <a:lnTo>
                      <a:pt x="677" y="108"/>
                    </a:lnTo>
                    <a:lnTo>
                      <a:pt x="678" y="106"/>
                    </a:lnTo>
                    <a:lnTo>
                      <a:pt x="680" y="109"/>
                    </a:lnTo>
                    <a:lnTo>
                      <a:pt x="681" y="106"/>
                    </a:lnTo>
                    <a:lnTo>
                      <a:pt x="682" y="107"/>
                    </a:lnTo>
                    <a:lnTo>
                      <a:pt x="684" y="107"/>
                    </a:lnTo>
                    <a:lnTo>
                      <a:pt x="685" y="108"/>
                    </a:lnTo>
                    <a:lnTo>
                      <a:pt x="686" y="107"/>
                    </a:lnTo>
                    <a:lnTo>
                      <a:pt x="688" y="107"/>
                    </a:lnTo>
                    <a:lnTo>
                      <a:pt x="689" y="110"/>
                    </a:lnTo>
                    <a:lnTo>
                      <a:pt x="690" y="114"/>
                    </a:lnTo>
                    <a:lnTo>
                      <a:pt x="692" y="116"/>
                    </a:lnTo>
                    <a:lnTo>
                      <a:pt x="693" y="116"/>
                    </a:lnTo>
                    <a:lnTo>
                      <a:pt x="694" y="115"/>
                    </a:lnTo>
                    <a:lnTo>
                      <a:pt x="696" y="116"/>
                    </a:lnTo>
                    <a:lnTo>
                      <a:pt x="697" y="122"/>
                    </a:lnTo>
                    <a:lnTo>
                      <a:pt x="698" y="121"/>
                    </a:lnTo>
                    <a:lnTo>
                      <a:pt x="700" y="122"/>
                    </a:lnTo>
                    <a:lnTo>
                      <a:pt x="701" y="124"/>
                    </a:lnTo>
                    <a:lnTo>
                      <a:pt x="702" y="123"/>
                    </a:lnTo>
                    <a:lnTo>
                      <a:pt x="704" y="122"/>
                    </a:lnTo>
                    <a:lnTo>
                      <a:pt x="705" y="124"/>
                    </a:lnTo>
                    <a:lnTo>
                      <a:pt x="706" y="122"/>
                    </a:lnTo>
                    <a:lnTo>
                      <a:pt x="708" y="121"/>
                    </a:lnTo>
                    <a:lnTo>
                      <a:pt x="709" y="122"/>
                    </a:lnTo>
                    <a:lnTo>
                      <a:pt x="711" y="121"/>
                    </a:lnTo>
                    <a:lnTo>
                      <a:pt x="712" y="122"/>
                    </a:lnTo>
                    <a:lnTo>
                      <a:pt x="713" y="120"/>
                    </a:lnTo>
                    <a:lnTo>
                      <a:pt x="715" y="122"/>
                    </a:lnTo>
                    <a:lnTo>
                      <a:pt x="716" y="119"/>
                    </a:lnTo>
                    <a:lnTo>
                      <a:pt x="717" y="117"/>
                    </a:lnTo>
                    <a:lnTo>
                      <a:pt x="719" y="113"/>
                    </a:lnTo>
                    <a:lnTo>
                      <a:pt x="720" y="116"/>
                    </a:lnTo>
                    <a:lnTo>
                      <a:pt x="721" y="116"/>
                    </a:lnTo>
                    <a:lnTo>
                      <a:pt x="723" y="117"/>
                    </a:lnTo>
                    <a:lnTo>
                      <a:pt x="724" y="119"/>
                    </a:lnTo>
                    <a:lnTo>
                      <a:pt x="725" y="121"/>
                    </a:lnTo>
                    <a:lnTo>
                      <a:pt x="727" y="121"/>
                    </a:lnTo>
                    <a:lnTo>
                      <a:pt x="728" y="116"/>
                    </a:lnTo>
                    <a:lnTo>
                      <a:pt x="729" y="114"/>
                    </a:lnTo>
                    <a:lnTo>
                      <a:pt x="731" y="110"/>
                    </a:lnTo>
                    <a:lnTo>
                      <a:pt x="732" y="111"/>
                    </a:lnTo>
                    <a:lnTo>
                      <a:pt x="733" y="112"/>
                    </a:lnTo>
                    <a:lnTo>
                      <a:pt x="735" y="111"/>
                    </a:lnTo>
                    <a:lnTo>
                      <a:pt x="736" y="114"/>
                    </a:lnTo>
                    <a:lnTo>
                      <a:pt x="737" y="115"/>
                    </a:lnTo>
                    <a:lnTo>
                      <a:pt x="739" y="120"/>
                    </a:lnTo>
                    <a:lnTo>
                      <a:pt x="740" y="123"/>
                    </a:lnTo>
                    <a:lnTo>
                      <a:pt x="741" y="126"/>
                    </a:lnTo>
                    <a:lnTo>
                      <a:pt x="743" y="125"/>
                    </a:lnTo>
                    <a:lnTo>
                      <a:pt x="744" y="128"/>
                    </a:lnTo>
                    <a:lnTo>
                      <a:pt x="745" y="127"/>
                    </a:lnTo>
                    <a:lnTo>
                      <a:pt x="747" y="125"/>
                    </a:lnTo>
                    <a:lnTo>
                      <a:pt x="748" y="128"/>
                    </a:lnTo>
                    <a:lnTo>
                      <a:pt x="750" y="129"/>
                    </a:lnTo>
                    <a:lnTo>
                      <a:pt x="751" y="130"/>
                    </a:lnTo>
                    <a:lnTo>
                      <a:pt x="752" y="131"/>
                    </a:lnTo>
                    <a:lnTo>
                      <a:pt x="754" y="126"/>
                    </a:lnTo>
                    <a:lnTo>
                      <a:pt x="755" y="126"/>
                    </a:lnTo>
                    <a:lnTo>
                      <a:pt x="756" y="126"/>
                    </a:lnTo>
                    <a:lnTo>
                      <a:pt x="758" y="130"/>
                    </a:lnTo>
                    <a:lnTo>
                      <a:pt x="759" y="127"/>
                    </a:lnTo>
                    <a:lnTo>
                      <a:pt x="760" y="122"/>
                    </a:lnTo>
                    <a:lnTo>
                      <a:pt x="762" y="123"/>
                    </a:lnTo>
                    <a:lnTo>
                      <a:pt x="763" y="131"/>
                    </a:lnTo>
                    <a:lnTo>
                      <a:pt x="764" y="132"/>
                    </a:lnTo>
                    <a:lnTo>
                      <a:pt x="766" y="133"/>
                    </a:lnTo>
                    <a:lnTo>
                      <a:pt x="767" y="138"/>
                    </a:lnTo>
                    <a:lnTo>
                      <a:pt x="768" y="133"/>
                    </a:lnTo>
                    <a:lnTo>
                      <a:pt x="770" y="139"/>
                    </a:lnTo>
                    <a:lnTo>
                      <a:pt x="771" y="136"/>
                    </a:lnTo>
                    <a:lnTo>
                      <a:pt x="772" y="133"/>
                    </a:lnTo>
                    <a:lnTo>
                      <a:pt x="774" y="134"/>
                    </a:lnTo>
                    <a:lnTo>
                      <a:pt x="775" y="137"/>
                    </a:lnTo>
                    <a:lnTo>
                      <a:pt x="776" y="139"/>
                    </a:lnTo>
                    <a:lnTo>
                      <a:pt x="778" y="143"/>
                    </a:lnTo>
                    <a:lnTo>
                      <a:pt x="779" y="146"/>
                    </a:lnTo>
                    <a:lnTo>
                      <a:pt x="780" y="148"/>
                    </a:lnTo>
                    <a:lnTo>
                      <a:pt x="782" y="152"/>
                    </a:lnTo>
                    <a:lnTo>
                      <a:pt x="783" y="152"/>
                    </a:lnTo>
                    <a:lnTo>
                      <a:pt x="784" y="151"/>
                    </a:lnTo>
                    <a:lnTo>
                      <a:pt x="786" y="145"/>
                    </a:lnTo>
                    <a:lnTo>
                      <a:pt x="787" y="147"/>
                    </a:lnTo>
                    <a:lnTo>
                      <a:pt x="788" y="143"/>
                    </a:lnTo>
                    <a:lnTo>
                      <a:pt x="790" y="144"/>
                    </a:lnTo>
                    <a:lnTo>
                      <a:pt x="791" y="139"/>
                    </a:lnTo>
                    <a:lnTo>
                      <a:pt x="793" y="137"/>
                    </a:lnTo>
                    <a:lnTo>
                      <a:pt x="794" y="141"/>
                    </a:lnTo>
                    <a:lnTo>
                      <a:pt x="795" y="143"/>
                    </a:lnTo>
                    <a:lnTo>
                      <a:pt x="797" y="143"/>
                    </a:lnTo>
                    <a:lnTo>
                      <a:pt x="798" y="150"/>
                    </a:lnTo>
                    <a:lnTo>
                      <a:pt x="799" y="149"/>
                    </a:lnTo>
                    <a:lnTo>
                      <a:pt x="801" y="154"/>
                    </a:lnTo>
                    <a:lnTo>
                      <a:pt x="802" y="154"/>
                    </a:lnTo>
                    <a:lnTo>
                      <a:pt x="803" y="156"/>
                    </a:lnTo>
                    <a:lnTo>
                      <a:pt x="805" y="158"/>
                    </a:lnTo>
                    <a:lnTo>
                      <a:pt x="806" y="160"/>
                    </a:lnTo>
                    <a:lnTo>
                      <a:pt x="807" y="160"/>
                    </a:lnTo>
                    <a:lnTo>
                      <a:pt x="809" y="165"/>
                    </a:lnTo>
                    <a:lnTo>
                      <a:pt x="810" y="159"/>
                    </a:lnTo>
                    <a:lnTo>
                      <a:pt x="811" y="166"/>
                    </a:lnTo>
                    <a:lnTo>
                      <a:pt x="813" y="164"/>
                    </a:lnTo>
                    <a:lnTo>
                      <a:pt x="814" y="162"/>
                    </a:lnTo>
                    <a:lnTo>
                      <a:pt x="815" y="164"/>
                    </a:lnTo>
                    <a:lnTo>
                      <a:pt x="817" y="163"/>
                    </a:lnTo>
                    <a:lnTo>
                      <a:pt x="818" y="165"/>
                    </a:lnTo>
                    <a:lnTo>
                      <a:pt x="819" y="163"/>
                    </a:lnTo>
                    <a:lnTo>
                      <a:pt x="821" y="160"/>
                    </a:lnTo>
                    <a:lnTo>
                      <a:pt x="822" y="162"/>
                    </a:lnTo>
                    <a:lnTo>
                      <a:pt x="823" y="163"/>
                    </a:lnTo>
                    <a:lnTo>
                      <a:pt x="825" y="164"/>
                    </a:lnTo>
                    <a:lnTo>
                      <a:pt x="826" y="165"/>
                    </a:lnTo>
                    <a:lnTo>
                      <a:pt x="827" y="160"/>
                    </a:lnTo>
                    <a:lnTo>
                      <a:pt x="829" y="159"/>
                    </a:lnTo>
                    <a:lnTo>
                      <a:pt x="830" y="158"/>
                    </a:lnTo>
                    <a:lnTo>
                      <a:pt x="831" y="159"/>
                    </a:lnTo>
                    <a:lnTo>
                      <a:pt x="833" y="165"/>
                    </a:lnTo>
                    <a:lnTo>
                      <a:pt x="834" y="167"/>
                    </a:lnTo>
                    <a:lnTo>
                      <a:pt x="836" y="167"/>
                    </a:lnTo>
                    <a:lnTo>
                      <a:pt x="837" y="167"/>
                    </a:lnTo>
                    <a:lnTo>
                      <a:pt x="838" y="176"/>
                    </a:lnTo>
                    <a:lnTo>
                      <a:pt x="840" y="180"/>
                    </a:lnTo>
                    <a:lnTo>
                      <a:pt x="841" y="181"/>
                    </a:lnTo>
                    <a:lnTo>
                      <a:pt x="842" y="180"/>
                    </a:lnTo>
                    <a:lnTo>
                      <a:pt x="844" y="178"/>
                    </a:lnTo>
                    <a:lnTo>
                      <a:pt x="845" y="175"/>
                    </a:lnTo>
                    <a:lnTo>
                      <a:pt x="846" y="175"/>
                    </a:lnTo>
                    <a:lnTo>
                      <a:pt x="848" y="173"/>
                    </a:lnTo>
                    <a:lnTo>
                      <a:pt x="849" y="172"/>
                    </a:lnTo>
                    <a:lnTo>
                      <a:pt x="850" y="171"/>
                    </a:lnTo>
                    <a:lnTo>
                      <a:pt x="852" y="169"/>
                    </a:lnTo>
                    <a:lnTo>
                      <a:pt x="853" y="168"/>
                    </a:lnTo>
                    <a:lnTo>
                      <a:pt x="854" y="169"/>
                    </a:lnTo>
                    <a:lnTo>
                      <a:pt x="856" y="170"/>
                    </a:lnTo>
                    <a:lnTo>
                      <a:pt x="857" y="172"/>
                    </a:lnTo>
                    <a:lnTo>
                      <a:pt x="858" y="173"/>
                    </a:lnTo>
                    <a:lnTo>
                      <a:pt x="860" y="172"/>
                    </a:lnTo>
                    <a:lnTo>
                      <a:pt x="861" y="175"/>
                    </a:lnTo>
                    <a:lnTo>
                      <a:pt x="862" y="177"/>
                    </a:lnTo>
                    <a:lnTo>
                      <a:pt x="864" y="179"/>
                    </a:lnTo>
                    <a:lnTo>
                      <a:pt x="865" y="177"/>
                    </a:lnTo>
                    <a:lnTo>
                      <a:pt x="866" y="178"/>
                    </a:lnTo>
                    <a:lnTo>
                      <a:pt x="868" y="176"/>
                    </a:lnTo>
                    <a:lnTo>
                      <a:pt x="869" y="177"/>
                    </a:lnTo>
                    <a:lnTo>
                      <a:pt x="870" y="178"/>
                    </a:lnTo>
                    <a:lnTo>
                      <a:pt x="872" y="177"/>
                    </a:lnTo>
                    <a:lnTo>
                      <a:pt x="873" y="182"/>
                    </a:lnTo>
                    <a:lnTo>
                      <a:pt x="874" y="186"/>
                    </a:lnTo>
                    <a:lnTo>
                      <a:pt x="876" y="189"/>
                    </a:lnTo>
                    <a:lnTo>
                      <a:pt x="877" y="195"/>
                    </a:lnTo>
                    <a:lnTo>
                      <a:pt x="879" y="199"/>
                    </a:lnTo>
                    <a:lnTo>
                      <a:pt x="880" y="204"/>
                    </a:lnTo>
                    <a:lnTo>
                      <a:pt x="881" y="204"/>
                    </a:lnTo>
                    <a:lnTo>
                      <a:pt x="883" y="206"/>
                    </a:lnTo>
                    <a:lnTo>
                      <a:pt x="884" y="206"/>
                    </a:lnTo>
                    <a:lnTo>
                      <a:pt x="885" y="208"/>
                    </a:lnTo>
                    <a:lnTo>
                      <a:pt x="887" y="203"/>
                    </a:lnTo>
                    <a:lnTo>
                      <a:pt x="888" y="199"/>
                    </a:lnTo>
                    <a:lnTo>
                      <a:pt x="889" y="196"/>
                    </a:lnTo>
                    <a:lnTo>
                      <a:pt x="891" y="191"/>
                    </a:lnTo>
                    <a:lnTo>
                      <a:pt x="892" y="189"/>
                    </a:lnTo>
                    <a:lnTo>
                      <a:pt x="893" y="188"/>
                    </a:lnTo>
                    <a:lnTo>
                      <a:pt x="895" y="179"/>
                    </a:lnTo>
                    <a:lnTo>
                      <a:pt x="896" y="180"/>
                    </a:lnTo>
                    <a:lnTo>
                      <a:pt x="897" y="176"/>
                    </a:lnTo>
                    <a:lnTo>
                      <a:pt x="899" y="179"/>
                    </a:lnTo>
                    <a:lnTo>
                      <a:pt x="900" y="177"/>
                    </a:lnTo>
                    <a:lnTo>
                      <a:pt x="901" y="178"/>
                    </a:lnTo>
                    <a:lnTo>
                      <a:pt x="903" y="177"/>
                    </a:lnTo>
                    <a:lnTo>
                      <a:pt x="904" y="180"/>
                    </a:lnTo>
                    <a:lnTo>
                      <a:pt x="905" y="179"/>
                    </a:lnTo>
                    <a:lnTo>
                      <a:pt x="907" y="182"/>
                    </a:lnTo>
                    <a:lnTo>
                      <a:pt x="908" y="184"/>
                    </a:lnTo>
                    <a:lnTo>
                      <a:pt x="909" y="184"/>
                    </a:lnTo>
                    <a:lnTo>
                      <a:pt x="911" y="186"/>
                    </a:lnTo>
                    <a:lnTo>
                      <a:pt x="912" y="188"/>
                    </a:lnTo>
                    <a:lnTo>
                      <a:pt x="913" y="188"/>
                    </a:lnTo>
                    <a:lnTo>
                      <a:pt x="915" y="193"/>
                    </a:lnTo>
                    <a:lnTo>
                      <a:pt x="916" y="196"/>
                    </a:lnTo>
                    <a:lnTo>
                      <a:pt x="918" y="201"/>
                    </a:lnTo>
                    <a:lnTo>
                      <a:pt x="919" y="194"/>
                    </a:lnTo>
                    <a:lnTo>
                      <a:pt x="920" y="193"/>
                    </a:lnTo>
                    <a:lnTo>
                      <a:pt x="922" y="193"/>
                    </a:lnTo>
                    <a:lnTo>
                      <a:pt x="923" y="196"/>
                    </a:lnTo>
                    <a:lnTo>
                      <a:pt x="924" y="196"/>
                    </a:lnTo>
                    <a:lnTo>
                      <a:pt x="926" y="196"/>
                    </a:lnTo>
                    <a:lnTo>
                      <a:pt x="927" y="194"/>
                    </a:lnTo>
                    <a:lnTo>
                      <a:pt x="928" y="199"/>
                    </a:lnTo>
                    <a:lnTo>
                      <a:pt x="930" y="199"/>
                    </a:lnTo>
                    <a:lnTo>
                      <a:pt x="931" y="200"/>
                    </a:lnTo>
                    <a:lnTo>
                      <a:pt x="932" y="199"/>
                    </a:lnTo>
                    <a:lnTo>
                      <a:pt x="934" y="196"/>
                    </a:lnTo>
                    <a:lnTo>
                      <a:pt x="935" y="194"/>
                    </a:lnTo>
                    <a:lnTo>
                      <a:pt x="936" y="195"/>
                    </a:lnTo>
                    <a:lnTo>
                      <a:pt x="938" y="194"/>
                    </a:lnTo>
                    <a:lnTo>
                      <a:pt x="939" y="192"/>
                    </a:lnTo>
                    <a:lnTo>
                      <a:pt x="940" y="198"/>
                    </a:lnTo>
                    <a:lnTo>
                      <a:pt x="942" y="204"/>
                    </a:lnTo>
                    <a:lnTo>
                      <a:pt x="943" y="205"/>
                    </a:lnTo>
                    <a:lnTo>
                      <a:pt x="944" y="208"/>
                    </a:lnTo>
                    <a:lnTo>
                      <a:pt x="946" y="213"/>
                    </a:lnTo>
                    <a:lnTo>
                      <a:pt x="947" y="209"/>
                    </a:lnTo>
                    <a:lnTo>
                      <a:pt x="948" y="211"/>
                    </a:lnTo>
                    <a:lnTo>
                      <a:pt x="950" y="211"/>
                    </a:lnTo>
                    <a:lnTo>
                      <a:pt x="951" y="208"/>
                    </a:lnTo>
                    <a:lnTo>
                      <a:pt x="952" y="206"/>
                    </a:lnTo>
                    <a:lnTo>
                      <a:pt x="954" y="206"/>
                    </a:lnTo>
                    <a:lnTo>
                      <a:pt x="955" y="208"/>
                    </a:lnTo>
                    <a:lnTo>
                      <a:pt x="956" y="211"/>
                    </a:lnTo>
                    <a:lnTo>
                      <a:pt x="958" y="207"/>
                    </a:lnTo>
                    <a:lnTo>
                      <a:pt x="959" y="207"/>
                    </a:lnTo>
                    <a:lnTo>
                      <a:pt x="961" y="205"/>
                    </a:lnTo>
                    <a:lnTo>
                      <a:pt x="962" y="202"/>
                    </a:lnTo>
                    <a:lnTo>
                      <a:pt x="963" y="205"/>
                    </a:lnTo>
                    <a:lnTo>
                      <a:pt x="965" y="209"/>
                    </a:lnTo>
                    <a:lnTo>
                      <a:pt x="966" y="211"/>
                    </a:lnTo>
                    <a:lnTo>
                      <a:pt x="967" y="212"/>
                    </a:lnTo>
                    <a:lnTo>
                      <a:pt x="969" y="211"/>
                    </a:lnTo>
                    <a:lnTo>
                      <a:pt x="970" y="215"/>
                    </a:lnTo>
                    <a:lnTo>
                      <a:pt x="971" y="215"/>
                    </a:lnTo>
                    <a:lnTo>
                      <a:pt x="973" y="215"/>
                    </a:lnTo>
                    <a:lnTo>
                      <a:pt x="974" y="213"/>
                    </a:lnTo>
                    <a:lnTo>
                      <a:pt x="975" y="208"/>
                    </a:lnTo>
                    <a:lnTo>
                      <a:pt x="977" y="209"/>
                    </a:lnTo>
                    <a:lnTo>
                      <a:pt x="978" y="212"/>
                    </a:lnTo>
                    <a:lnTo>
                      <a:pt x="979" y="211"/>
                    </a:lnTo>
                    <a:lnTo>
                      <a:pt x="981" y="209"/>
                    </a:lnTo>
                    <a:lnTo>
                      <a:pt x="982" y="214"/>
                    </a:lnTo>
                    <a:lnTo>
                      <a:pt x="983" y="213"/>
                    </a:lnTo>
                    <a:lnTo>
                      <a:pt x="985" y="215"/>
                    </a:lnTo>
                    <a:lnTo>
                      <a:pt x="986" y="211"/>
                    </a:lnTo>
                    <a:lnTo>
                      <a:pt x="987" y="218"/>
                    </a:lnTo>
                    <a:lnTo>
                      <a:pt x="989" y="220"/>
                    </a:lnTo>
                    <a:lnTo>
                      <a:pt x="990" y="224"/>
                    </a:lnTo>
                    <a:lnTo>
                      <a:pt x="991" y="222"/>
                    </a:lnTo>
                    <a:lnTo>
                      <a:pt x="993" y="224"/>
                    </a:lnTo>
                    <a:lnTo>
                      <a:pt x="994" y="224"/>
                    </a:lnTo>
                    <a:lnTo>
                      <a:pt x="995" y="225"/>
                    </a:lnTo>
                    <a:lnTo>
                      <a:pt x="997" y="223"/>
                    </a:lnTo>
                    <a:lnTo>
                      <a:pt x="998" y="224"/>
                    </a:lnTo>
                    <a:lnTo>
                      <a:pt x="999" y="225"/>
                    </a:lnTo>
                    <a:lnTo>
                      <a:pt x="1001" y="225"/>
                    </a:lnTo>
                    <a:lnTo>
                      <a:pt x="1002" y="227"/>
                    </a:lnTo>
                    <a:lnTo>
                      <a:pt x="1004" y="229"/>
                    </a:lnTo>
                    <a:lnTo>
                      <a:pt x="1005" y="233"/>
                    </a:lnTo>
                    <a:lnTo>
                      <a:pt x="1006" y="235"/>
                    </a:lnTo>
                    <a:lnTo>
                      <a:pt x="1008" y="242"/>
                    </a:lnTo>
                    <a:lnTo>
                      <a:pt x="1009" y="239"/>
                    </a:lnTo>
                    <a:lnTo>
                      <a:pt x="1010" y="242"/>
                    </a:lnTo>
                    <a:lnTo>
                      <a:pt x="1012" y="244"/>
                    </a:lnTo>
                    <a:lnTo>
                      <a:pt x="1013" y="243"/>
                    </a:lnTo>
                    <a:lnTo>
                      <a:pt x="1014" y="241"/>
                    </a:lnTo>
                    <a:lnTo>
                      <a:pt x="1016" y="240"/>
                    </a:lnTo>
                    <a:lnTo>
                      <a:pt x="1017" y="242"/>
                    </a:lnTo>
                    <a:lnTo>
                      <a:pt x="1018" y="238"/>
                    </a:lnTo>
                    <a:lnTo>
                      <a:pt x="1020" y="241"/>
                    </a:lnTo>
                    <a:lnTo>
                      <a:pt x="1021" y="235"/>
                    </a:lnTo>
                    <a:lnTo>
                      <a:pt x="1022" y="237"/>
                    </a:lnTo>
                    <a:lnTo>
                      <a:pt x="1024" y="239"/>
                    </a:lnTo>
                    <a:lnTo>
                      <a:pt x="1025" y="235"/>
                    </a:lnTo>
                    <a:lnTo>
                      <a:pt x="1026" y="233"/>
                    </a:lnTo>
                    <a:lnTo>
                      <a:pt x="1028" y="235"/>
                    </a:lnTo>
                    <a:lnTo>
                      <a:pt x="1029" y="236"/>
                    </a:lnTo>
                    <a:lnTo>
                      <a:pt x="1030" y="241"/>
                    </a:lnTo>
                    <a:lnTo>
                      <a:pt x="1032" y="245"/>
                    </a:lnTo>
                    <a:lnTo>
                      <a:pt x="1033" y="248"/>
                    </a:lnTo>
                    <a:lnTo>
                      <a:pt x="1034" y="252"/>
                    </a:lnTo>
                    <a:lnTo>
                      <a:pt x="1036" y="258"/>
                    </a:lnTo>
                    <a:lnTo>
                      <a:pt x="1037" y="256"/>
                    </a:lnTo>
                    <a:lnTo>
                      <a:pt x="1038" y="257"/>
                    </a:lnTo>
                    <a:lnTo>
                      <a:pt x="1040" y="258"/>
                    </a:lnTo>
                    <a:lnTo>
                      <a:pt x="1041" y="256"/>
                    </a:lnTo>
                    <a:lnTo>
                      <a:pt x="1042" y="254"/>
                    </a:lnTo>
                    <a:lnTo>
                      <a:pt x="1044" y="252"/>
                    </a:lnTo>
                    <a:lnTo>
                      <a:pt x="1045" y="256"/>
                    </a:lnTo>
                    <a:lnTo>
                      <a:pt x="1047" y="255"/>
                    </a:lnTo>
                    <a:lnTo>
                      <a:pt x="1048" y="253"/>
                    </a:lnTo>
                    <a:lnTo>
                      <a:pt x="1049" y="251"/>
                    </a:lnTo>
                    <a:lnTo>
                      <a:pt x="1051" y="249"/>
                    </a:lnTo>
                    <a:lnTo>
                      <a:pt x="1052" y="246"/>
                    </a:lnTo>
                    <a:lnTo>
                      <a:pt x="1053" y="241"/>
                    </a:lnTo>
                    <a:lnTo>
                      <a:pt x="1055" y="234"/>
                    </a:lnTo>
                    <a:lnTo>
                      <a:pt x="1056" y="233"/>
                    </a:lnTo>
                    <a:lnTo>
                      <a:pt x="1057" y="233"/>
                    </a:lnTo>
                    <a:lnTo>
                      <a:pt x="1059" y="235"/>
                    </a:lnTo>
                    <a:lnTo>
                      <a:pt x="1060" y="237"/>
                    </a:lnTo>
                    <a:lnTo>
                      <a:pt x="1061" y="237"/>
                    </a:lnTo>
                    <a:lnTo>
                      <a:pt x="1063" y="242"/>
                    </a:lnTo>
                    <a:lnTo>
                      <a:pt x="1064" y="243"/>
                    </a:lnTo>
                    <a:lnTo>
                      <a:pt x="1065" y="247"/>
                    </a:lnTo>
                    <a:lnTo>
                      <a:pt x="1067" y="247"/>
                    </a:lnTo>
                    <a:lnTo>
                      <a:pt x="1068" y="248"/>
                    </a:lnTo>
                    <a:lnTo>
                      <a:pt x="1069" y="252"/>
                    </a:lnTo>
                    <a:lnTo>
                      <a:pt x="1071" y="255"/>
                    </a:lnTo>
                    <a:lnTo>
                      <a:pt x="1072" y="256"/>
                    </a:lnTo>
                    <a:lnTo>
                      <a:pt x="1073" y="258"/>
                    </a:lnTo>
                    <a:lnTo>
                      <a:pt x="1075" y="259"/>
                    </a:lnTo>
                    <a:lnTo>
                      <a:pt x="1076" y="256"/>
                    </a:lnTo>
                    <a:lnTo>
                      <a:pt x="1077" y="264"/>
                    </a:lnTo>
                    <a:lnTo>
                      <a:pt x="1079" y="261"/>
                    </a:lnTo>
                    <a:lnTo>
                      <a:pt x="1080" y="258"/>
                    </a:lnTo>
                    <a:lnTo>
                      <a:pt x="1081" y="256"/>
                    </a:lnTo>
                    <a:lnTo>
                      <a:pt x="1083" y="254"/>
                    </a:lnTo>
                    <a:lnTo>
                      <a:pt x="1084" y="258"/>
                    </a:lnTo>
                    <a:lnTo>
                      <a:pt x="1086" y="260"/>
                    </a:lnTo>
                    <a:lnTo>
                      <a:pt x="1087" y="258"/>
                    </a:lnTo>
                    <a:lnTo>
                      <a:pt x="1088" y="257"/>
                    </a:lnTo>
                    <a:lnTo>
                      <a:pt x="1090" y="259"/>
                    </a:lnTo>
                    <a:lnTo>
                      <a:pt x="1091" y="260"/>
                    </a:lnTo>
                    <a:lnTo>
                      <a:pt x="1092" y="261"/>
                    </a:lnTo>
                    <a:lnTo>
                      <a:pt x="1094" y="262"/>
                    </a:lnTo>
                    <a:lnTo>
                      <a:pt x="1095" y="264"/>
                    </a:lnTo>
                    <a:lnTo>
                      <a:pt x="1096" y="266"/>
                    </a:lnTo>
                    <a:lnTo>
                      <a:pt x="1098" y="264"/>
                    </a:lnTo>
                    <a:lnTo>
                      <a:pt x="1099" y="267"/>
                    </a:lnTo>
                    <a:lnTo>
                      <a:pt x="1100" y="268"/>
                    </a:lnTo>
                    <a:lnTo>
                      <a:pt x="1102" y="266"/>
                    </a:lnTo>
                    <a:lnTo>
                      <a:pt x="1103" y="266"/>
                    </a:lnTo>
                    <a:lnTo>
                      <a:pt x="1104" y="267"/>
                    </a:lnTo>
                    <a:lnTo>
                      <a:pt x="1106" y="263"/>
                    </a:lnTo>
                    <a:lnTo>
                      <a:pt x="1107" y="264"/>
                    </a:lnTo>
                    <a:lnTo>
                      <a:pt x="1108" y="266"/>
                    </a:lnTo>
                    <a:lnTo>
                      <a:pt x="1110" y="261"/>
                    </a:lnTo>
                    <a:lnTo>
                      <a:pt x="1111" y="260"/>
                    </a:lnTo>
                    <a:lnTo>
                      <a:pt x="1112" y="259"/>
                    </a:lnTo>
                    <a:lnTo>
                      <a:pt x="1114" y="260"/>
                    </a:lnTo>
                    <a:lnTo>
                      <a:pt x="1115" y="264"/>
                    </a:lnTo>
                    <a:lnTo>
                      <a:pt x="1116" y="264"/>
                    </a:lnTo>
                    <a:lnTo>
                      <a:pt x="1118" y="261"/>
                    </a:lnTo>
                    <a:lnTo>
                      <a:pt x="1119" y="264"/>
                    </a:lnTo>
                    <a:lnTo>
                      <a:pt x="1120" y="266"/>
                    </a:lnTo>
                    <a:lnTo>
                      <a:pt x="1122" y="267"/>
                    </a:lnTo>
                    <a:lnTo>
                      <a:pt x="1123" y="266"/>
                    </a:lnTo>
                    <a:lnTo>
                      <a:pt x="1124" y="265"/>
                    </a:lnTo>
                    <a:lnTo>
                      <a:pt x="1126" y="264"/>
                    </a:lnTo>
                    <a:lnTo>
                      <a:pt x="1127" y="264"/>
                    </a:lnTo>
                    <a:lnTo>
                      <a:pt x="1129" y="270"/>
                    </a:lnTo>
                    <a:lnTo>
                      <a:pt x="1130" y="271"/>
                    </a:lnTo>
                    <a:lnTo>
                      <a:pt x="1131" y="269"/>
                    </a:lnTo>
                    <a:lnTo>
                      <a:pt x="1133" y="267"/>
                    </a:lnTo>
                    <a:lnTo>
                      <a:pt x="1134" y="271"/>
                    </a:lnTo>
                    <a:lnTo>
                      <a:pt x="1135" y="269"/>
                    </a:lnTo>
                    <a:lnTo>
                      <a:pt x="1137" y="272"/>
                    </a:lnTo>
                    <a:lnTo>
                      <a:pt x="1138" y="267"/>
                    </a:lnTo>
                    <a:lnTo>
                      <a:pt x="1139" y="262"/>
                    </a:lnTo>
                    <a:lnTo>
                      <a:pt x="1141" y="260"/>
                    </a:lnTo>
                    <a:lnTo>
                      <a:pt x="1142" y="261"/>
                    </a:lnTo>
                    <a:lnTo>
                      <a:pt x="1143" y="262"/>
                    </a:lnTo>
                    <a:lnTo>
                      <a:pt x="1145" y="264"/>
                    </a:lnTo>
                    <a:lnTo>
                      <a:pt x="1146" y="262"/>
                    </a:lnTo>
                    <a:lnTo>
                      <a:pt x="1147" y="264"/>
                    </a:lnTo>
                    <a:lnTo>
                      <a:pt x="1149" y="266"/>
                    </a:lnTo>
                    <a:lnTo>
                      <a:pt x="1150" y="266"/>
                    </a:lnTo>
                    <a:lnTo>
                      <a:pt x="1151" y="266"/>
                    </a:lnTo>
                    <a:lnTo>
                      <a:pt x="1153" y="267"/>
                    </a:lnTo>
                    <a:lnTo>
                      <a:pt x="1154" y="263"/>
                    </a:lnTo>
                    <a:lnTo>
                      <a:pt x="1155" y="269"/>
                    </a:lnTo>
                    <a:lnTo>
                      <a:pt x="1157" y="275"/>
                    </a:lnTo>
                    <a:lnTo>
                      <a:pt x="1158" y="271"/>
                    </a:lnTo>
                    <a:lnTo>
                      <a:pt x="1159" y="277"/>
                    </a:lnTo>
                    <a:lnTo>
                      <a:pt x="1161" y="277"/>
                    </a:lnTo>
                    <a:lnTo>
                      <a:pt x="1162" y="277"/>
                    </a:lnTo>
                    <a:lnTo>
                      <a:pt x="1163" y="279"/>
                    </a:lnTo>
                    <a:lnTo>
                      <a:pt x="1165" y="283"/>
                    </a:lnTo>
                    <a:lnTo>
                      <a:pt x="1166" y="284"/>
                    </a:lnTo>
                    <a:lnTo>
                      <a:pt x="1167" y="286"/>
                    </a:lnTo>
                    <a:lnTo>
                      <a:pt x="1169" y="289"/>
                    </a:lnTo>
                    <a:lnTo>
                      <a:pt x="1170" y="290"/>
                    </a:lnTo>
                    <a:lnTo>
                      <a:pt x="1172" y="296"/>
                    </a:lnTo>
                    <a:lnTo>
                      <a:pt x="1173" y="302"/>
                    </a:lnTo>
                    <a:lnTo>
                      <a:pt x="1174" y="298"/>
                    </a:lnTo>
                    <a:lnTo>
                      <a:pt x="1176" y="301"/>
                    </a:lnTo>
                    <a:lnTo>
                      <a:pt x="1177" y="297"/>
                    </a:lnTo>
                    <a:lnTo>
                      <a:pt x="1178" y="293"/>
                    </a:lnTo>
                    <a:lnTo>
                      <a:pt x="1180" y="293"/>
                    </a:lnTo>
                    <a:lnTo>
                      <a:pt x="1181" y="293"/>
                    </a:lnTo>
                    <a:lnTo>
                      <a:pt x="1182" y="291"/>
                    </a:lnTo>
                    <a:lnTo>
                      <a:pt x="1184" y="286"/>
                    </a:lnTo>
                    <a:lnTo>
                      <a:pt x="1185" y="286"/>
                    </a:lnTo>
                    <a:lnTo>
                      <a:pt x="1186" y="288"/>
                    </a:lnTo>
                    <a:lnTo>
                      <a:pt x="1188" y="288"/>
                    </a:lnTo>
                    <a:lnTo>
                      <a:pt x="1189" y="286"/>
                    </a:lnTo>
                    <a:lnTo>
                      <a:pt x="1190" y="291"/>
                    </a:lnTo>
                    <a:lnTo>
                      <a:pt x="1192" y="291"/>
                    </a:lnTo>
                    <a:lnTo>
                      <a:pt x="1193" y="292"/>
                    </a:lnTo>
                    <a:lnTo>
                      <a:pt x="1194" y="290"/>
                    </a:lnTo>
                    <a:lnTo>
                      <a:pt x="1196" y="292"/>
                    </a:lnTo>
                    <a:lnTo>
                      <a:pt x="1197" y="298"/>
                    </a:lnTo>
                    <a:lnTo>
                      <a:pt x="1198" y="300"/>
                    </a:lnTo>
                    <a:lnTo>
                      <a:pt x="1200" y="297"/>
                    </a:lnTo>
                    <a:lnTo>
                      <a:pt x="1201" y="299"/>
                    </a:lnTo>
                    <a:lnTo>
                      <a:pt x="1202" y="300"/>
                    </a:lnTo>
                    <a:lnTo>
                      <a:pt x="1204" y="305"/>
                    </a:lnTo>
                    <a:lnTo>
                      <a:pt x="1205" y="305"/>
                    </a:lnTo>
                    <a:lnTo>
                      <a:pt x="1206" y="300"/>
                    </a:lnTo>
                    <a:lnTo>
                      <a:pt x="1208" y="307"/>
                    </a:lnTo>
                    <a:lnTo>
                      <a:pt x="1209" y="309"/>
                    </a:lnTo>
                    <a:lnTo>
                      <a:pt x="1210" y="307"/>
                    </a:lnTo>
                    <a:lnTo>
                      <a:pt x="1212" y="307"/>
                    </a:lnTo>
                    <a:lnTo>
                      <a:pt x="1213" y="305"/>
                    </a:lnTo>
                    <a:lnTo>
                      <a:pt x="1215" y="313"/>
                    </a:lnTo>
                    <a:lnTo>
                      <a:pt x="1216" y="312"/>
                    </a:lnTo>
                    <a:lnTo>
                      <a:pt x="1217" y="312"/>
                    </a:lnTo>
                    <a:lnTo>
                      <a:pt x="1219" y="314"/>
                    </a:lnTo>
                    <a:lnTo>
                      <a:pt x="1220" y="312"/>
                    </a:lnTo>
                    <a:lnTo>
                      <a:pt x="1221" y="320"/>
                    </a:lnTo>
                    <a:lnTo>
                      <a:pt x="1223" y="323"/>
                    </a:lnTo>
                    <a:lnTo>
                      <a:pt x="1224" y="324"/>
                    </a:lnTo>
                    <a:lnTo>
                      <a:pt x="1225" y="327"/>
                    </a:lnTo>
                    <a:lnTo>
                      <a:pt x="1227" y="327"/>
                    </a:lnTo>
                    <a:lnTo>
                      <a:pt x="1228" y="326"/>
                    </a:lnTo>
                    <a:lnTo>
                      <a:pt x="1229" y="326"/>
                    </a:lnTo>
                    <a:lnTo>
                      <a:pt x="1231" y="329"/>
                    </a:lnTo>
                    <a:lnTo>
                      <a:pt x="1232" y="324"/>
                    </a:lnTo>
                    <a:lnTo>
                      <a:pt x="1233" y="326"/>
                    </a:lnTo>
                    <a:lnTo>
                      <a:pt x="1235" y="328"/>
                    </a:lnTo>
                    <a:lnTo>
                      <a:pt x="1236" y="327"/>
                    </a:lnTo>
                    <a:lnTo>
                      <a:pt x="1237" y="326"/>
                    </a:lnTo>
                    <a:lnTo>
                      <a:pt x="1239" y="325"/>
                    </a:lnTo>
                    <a:lnTo>
                      <a:pt x="1240" y="326"/>
                    </a:lnTo>
                    <a:lnTo>
                      <a:pt x="1241" y="329"/>
                    </a:lnTo>
                    <a:lnTo>
                      <a:pt x="1243" y="328"/>
                    </a:lnTo>
                    <a:lnTo>
                      <a:pt x="1244" y="328"/>
                    </a:lnTo>
                    <a:lnTo>
                      <a:pt x="1245" y="322"/>
                    </a:lnTo>
                    <a:lnTo>
                      <a:pt x="1247" y="328"/>
                    </a:lnTo>
                    <a:lnTo>
                      <a:pt x="1248" y="330"/>
                    </a:lnTo>
                    <a:lnTo>
                      <a:pt x="1249" y="331"/>
                    </a:lnTo>
                    <a:lnTo>
                      <a:pt x="1251" y="331"/>
                    </a:lnTo>
                    <a:lnTo>
                      <a:pt x="1252" y="328"/>
                    </a:lnTo>
                    <a:lnTo>
                      <a:pt x="1254" y="330"/>
                    </a:lnTo>
                    <a:lnTo>
                      <a:pt x="1255" y="336"/>
                    </a:lnTo>
                    <a:lnTo>
                      <a:pt x="1256" y="335"/>
                    </a:lnTo>
                    <a:lnTo>
                      <a:pt x="1258" y="332"/>
                    </a:lnTo>
                    <a:lnTo>
                      <a:pt x="1259" y="328"/>
                    </a:lnTo>
                    <a:lnTo>
                      <a:pt x="1260" y="328"/>
                    </a:lnTo>
                    <a:lnTo>
                      <a:pt x="1262" y="327"/>
                    </a:lnTo>
                    <a:lnTo>
                      <a:pt x="1263" y="326"/>
                    </a:lnTo>
                    <a:lnTo>
                      <a:pt x="1264" y="328"/>
                    </a:lnTo>
                    <a:lnTo>
                      <a:pt x="1266" y="328"/>
                    </a:lnTo>
                    <a:lnTo>
                      <a:pt x="1267" y="334"/>
                    </a:lnTo>
                    <a:lnTo>
                      <a:pt x="1268" y="337"/>
                    </a:lnTo>
                    <a:lnTo>
                      <a:pt x="1270" y="345"/>
                    </a:lnTo>
                    <a:lnTo>
                      <a:pt x="1271" y="341"/>
                    </a:lnTo>
                    <a:lnTo>
                      <a:pt x="1272" y="345"/>
                    </a:lnTo>
                    <a:lnTo>
                      <a:pt x="1274" y="340"/>
                    </a:lnTo>
                    <a:lnTo>
                      <a:pt x="1275" y="347"/>
                    </a:lnTo>
                    <a:lnTo>
                      <a:pt x="1276" y="351"/>
                    </a:lnTo>
                    <a:lnTo>
                      <a:pt x="1278" y="349"/>
                    </a:lnTo>
                    <a:lnTo>
                      <a:pt x="1279" y="349"/>
                    </a:lnTo>
                    <a:lnTo>
                      <a:pt x="1280" y="354"/>
                    </a:lnTo>
                    <a:lnTo>
                      <a:pt x="1282" y="364"/>
                    </a:lnTo>
                    <a:lnTo>
                      <a:pt x="1283" y="368"/>
                    </a:lnTo>
                    <a:lnTo>
                      <a:pt x="1284" y="371"/>
                    </a:lnTo>
                    <a:lnTo>
                      <a:pt x="1286" y="373"/>
                    </a:lnTo>
                    <a:lnTo>
                      <a:pt x="1287" y="371"/>
                    </a:lnTo>
                    <a:lnTo>
                      <a:pt x="1288" y="373"/>
                    </a:lnTo>
                    <a:lnTo>
                      <a:pt x="1290" y="372"/>
                    </a:lnTo>
                    <a:lnTo>
                      <a:pt x="1291" y="365"/>
                    </a:lnTo>
                    <a:lnTo>
                      <a:pt x="1292" y="360"/>
                    </a:lnTo>
                    <a:lnTo>
                      <a:pt x="1294" y="356"/>
                    </a:lnTo>
                    <a:lnTo>
                      <a:pt x="1295" y="354"/>
                    </a:lnTo>
                    <a:lnTo>
                      <a:pt x="1297" y="352"/>
                    </a:lnTo>
                    <a:lnTo>
                      <a:pt x="1298" y="353"/>
                    </a:lnTo>
                    <a:lnTo>
                      <a:pt x="1299" y="348"/>
                    </a:lnTo>
                    <a:lnTo>
                      <a:pt x="1301" y="345"/>
                    </a:lnTo>
                    <a:lnTo>
                      <a:pt x="1302" y="342"/>
                    </a:lnTo>
                    <a:lnTo>
                      <a:pt x="1303" y="348"/>
                    </a:lnTo>
                    <a:lnTo>
                      <a:pt x="1305" y="345"/>
                    </a:lnTo>
                    <a:lnTo>
                      <a:pt x="1306" y="343"/>
                    </a:lnTo>
                    <a:lnTo>
                      <a:pt x="1307" y="342"/>
                    </a:lnTo>
                    <a:lnTo>
                      <a:pt x="1309" y="341"/>
                    </a:lnTo>
                    <a:lnTo>
                      <a:pt x="1310" y="348"/>
                    </a:lnTo>
                    <a:lnTo>
                      <a:pt x="1311" y="352"/>
                    </a:lnTo>
                    <a:lnTo>
                      <a:pt x="1313" y="355"/>
                    </a:lnTo>
                    <a:lnTo>
                      <a:pt x="1314" y="356"/>
                    </a:lnTo>
                    <a:lnTo>
                      <a:pt x="1315" y="353"/>
                    </a:lnTo>
                    <a:lnTo>
                      <a:pt x="1317" y="357"/>
                    </a:lnTo>
                    <a:lnTo>
                      <a:pt x="1318" y="360"/>
                    </a:lnTo>
                    <a:lnTo>
                      <a:pt x="1319" y="358"/>
                    </a:lnTo>
                    <a:lnTo>
                      <a:pt x="1321" y="355"/>
                    </a:lnTo>
                    <a:lnTo>
                      <a:pt x="1322" y="351"/>
                    </a:lnTo>
                    <a:lnTo>
                      <a:pt x="1323" y="348"/>
                    </a:lnTo>
                    <a:lnTo>
                      <a:pt x="1325" y="353"/>
                    </a:lnTo>
                    <a:lnTo>
                      <a:pt x="1326" y="349"/>
                    </a:lnTo>
                    <a:lnTo>
                      <a:pt x="1327" y="350"/>
                    </a:lnTo>
                    <a:lnTo>
                      <a:pt x="1329" y="344"/>
                    </a:lnTo>
                    <a:lnTo>
                      <a:pt x="1330" y="344"/>
                    </a:lnTo>
                    <a:lnTo>
                      <a:pt x="1331" y="347"/>
                    </a:lnTo>
                    <a:lnTo>
                      <a:pt x="1333" y="350"/>
                    </a:lnTo>
                    <a:lnTo>
                      <a:pt x="1334" y="353"/>
                    </a:lnTo>
                    <a:lnTo>
                      <a:pt x="1335" y="353"/>
                    </a:lnTo>
                    <a:lnTo>
                      <a:pt x="1337" y="351"/>
                    </a:lnTo>
                    <a:lnTo>
                      <a:pt x="1338" y="354"/>
                    </a:lnTo>
                    <a:lnTo>
                      <a:pt x="1340" y="354"/>
                    </a:lnTo>
                    <a:lnTo>
                      <a:pt x="1341" y="357"/>
                    </a:lnTo>
                    <a:lnTo>
                      <a:pt x="1342" y="356"/>
                    </a:lnTo>
                    <a:lnTo>
                      <a:pt x="1344" y="358"/>
                    </a:lnTo>
                    <a:lnTo>
                      <a:pt x="1345" y="358"/>
                    </a:lnTo>
                    <a:lnTo>
                      <a:pt x="1346" y="364"/>
                    </a:lnTo>
                    <a:lnTo>
                      <a:pt x="1348" y="368"/>
                    </a:lnTo>
                    <a:lnTo>
                      <a:pt x="1349" y="369"/>
                    </a:lnTo>
                    <a:lnTo>
                      <a:pt x="1350" y="375"/>
                    </a:lnTo>
                    <a:lnTo>
                      <a:pt x="1352" y="372"/>
                    </a:lnTo>
                    <a:lnTo>
                      <a:pt x="1353" y="371"/>
                    </a:lnTo>
                    <a:lnTo>
                      <a:pt x="1354" y="372"/>
                    </a:lnTo>
                    <a:lnTo>
                      <a:pt x="1356" y="370"/>
                    </a:lnTo>
                    <a:lnTo>
                      <a:pt x="1357" y="368"/>
                    </a:lnTo>
                    <a:lnTo>
                      <a:pt x="1358" y="364"/>
                    </a:lnTo>
                    <a:lnTo>
                      <a:pt x="1360" y="362"/>
                    </a:lnTo>
                    <a:lnTo>
                      <a:pt x="1361" y="357"/>
                    </a:lnTo>
                    <a:lnTo>
                      <a:pt x="1362" y="356"/>
                    </a:lnTo>
                    <a:lnTo>
                      <a:pt x="1364" y="356"/>
                    </a:lnTo>
                    <a:lnTo>
                      <a:pt x="1365" y="360"/>
                    </a:lnTo>
                    <a:lnTo>
                      <a:pt x="1366" y="361"/>
                    </a:lnTo>
                    <a:lnTo>
                      <a:pt x="1368" y="361"/>
                    </a:lnTo>
                    <a:lnTo>
                      <a:pt x="1369" y="363"/>
                    </a:lnTo>
                    <a:lnTo>
                      <a:pt x="1370" y="364"/>
                    </a:lnTo>
                    <a:lnTo>
                      <a:pt x="1372" y="370"/>
                    </a:lnTo>
                    <a:lnTo>
                      <a:pt x="1373" y="369"/>
                    </a:lnTo>
                    <a:lnTo>
                      <a:pt x="1374" y="365"/>
                    </a:lnTo>
                    <a:lnTo>
                      <a:pt x="1376" y="363"/>
                    </a:lnTo>
                    <a:lnTo>
                      <a:pt x="1377" y="357"/>
                    </a:lnTo>
                    <a:lnTo>
                      <a:pt x="1378" y="359"/>
                    </a:lnTo>
                    <a:lnTo>
                      <a:pt x="1380" y="358"/>
                    </a:lnTo>
                    <a:lnTo>
                      <a:pt x="1381" y="358"/>
                    </a:lnTo>
                    <a:lnTo>
                      <a:pt x="1383" y="357"/>
                    </a:lnTo>
                    <a:lnTo>
                      <a:pt x="1384" y="356"/>
                    </a:lnTo>
                    <a:lnTo>
                      <a:pt x="1385" y="366"/>
                    </a:lnTo>
                    <a:lnTo>
                      <a:pt x="1387" y="370"/>
                    </a:lnTo>
                    <a:lnTo>
                      <a:pt x="1388" y="373"/>
                    </a:lnTo>
                    <a:lnTo>
                      <a:pt x="1389" y="373"/>
                    </a:lnTo>
                    <a:lnTo>
                      <a:pt x="1391" y="373"/>
                    </a:lnTo>
                    <a:lnTo>
                      <a:pt x="1392" y="373"/>
                    </a:lnTo>
                    <a:lnTo>
                      <a:pt x="1393" y="376"/>
                    </a:lnTo>
                    <a:lnTo>
                      <a:pt x="1395" y="377"/>
                    </a:lnTo>
                    <a:lnTo>
                      <a:pt x="1396" y="377"/>
                    </a:lnTo>
                    <a:lnTo>
                      <a:pt x="1397" y="377"/>
                    </a:lnTo>
                    <a:lnTo>
                      <a:pt x="1399" y="373"/>
                    </a:lnTo>
                    <a:lnTo>
                      <a:pt x="1400" y="368"/>
                    </a:lnTo>
                    <a:lnTo>
                      <a:pt x="1401" y="373"/>
                    </a:lnTo>
                    <a:lnTo>
                      <a:pt x="1403" y="371"/>
                    </a:lnTo>
                    <a:lnTo>
                      <a:pt x="1404" y="366"/>
                    </a:lnTo>
                    <a:lnTo>
                      <a:pt x="1405" y="362"/>
                    </a:lnTo>
                    <a:lnTo>
                      <a:pt x="1407" y="367"/>
                    </a:lnTo>
                    <a:lnTo>
                      <a:pt x="1408" y="366"/>
                    </a:lnTo>
                    <a:lnTo>
                      <a:pt x="1409" y="370"/>
                    </a:lnTo>
                    <a:lnTo>
                      <a:pt x="1411" y="366"/>
                    </a:lnTo>
                    <a:lnTo>
                      <a:pt x="1412" y="373"/>
                    </a:lnTo>
                    <a:lnTo>
                      <a:pt x="1413" y="374"/>
                    </a:lnTo>
                    <a:lnTo>
                      <a:pt x="1415" y="379"/>
                    </a:lnTo>
                    <a:lnTo>
                      <a:pt x="1416" y="384"/>
                    </a:lnTo>
                    <a:lnTo>
                      <a:pt x="1417" y="387"/>
                    </a:lnTo>
                    <a:lnTo>
                      <a:pt x="1419" y="384"/>
                    </a:lnTo>
                    <a:lnTo>
                      <a:pt x="1420" y="387"/>
                    </a:lnTo>
                    <a:lnTo>
                      <a:pt x="1422" y="392"/>
                    </a:lnTo>
                    <a:lnTo>
                      <a:pt x="1423" y="392"/>
                    </a:lnTo>
                    <a:lnTo>
                      <a:pt x="1424" y="396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5"/>
              <p:cNvSpPr/>
              <p:nvPr/>
            </p:nvSpPr>
            <p:spPr>
              <a:xfrm flipH="1" rot="10800000">
                <a:off x="6726238" y="4167188"/>
                <a:ext cx="3762375" cy="1522413"/>
              </a:xfrm>
              <a:custGeom>
                <a:rect b="b" l="l" r="r" t="t"/>
                <a:pathLst>
                  <a:path extrusionOk="0" h="691" w="1424">
                    <a:moveTo>
                      <a:pt x="0" y="379"/>
                    </a:moveTo>
                    <a:lnTo>
                      <a:pt x="1" y="396"/>
                    </a:lnTo>
                    <a:lnTo>
                      <a:pt x="2" y="404"/>
                    </a:lnTo>
                    <a:lnTo>
                      <a:pt x="4" y="410"/>
                    </a:lnTo>
                    <a:lnTo>
                      <a:pt x="5" y="417"/>
                    </a:lnTo>
                    <a:lnTo>
                      <a:pt x="6" y="416"/>
                    </a:lnTo>
                    <a:lnTo>
                      <a:pt x="8" y="412"/>
                    </a:lnTo>
                    <a:lnTo>
                      <a:pt x="9" y="413"/>
                    </a:lnTo>
                    <a:lnTo>
                      <a:pt x="10" y="415"/>
                    </a:lnTo>
                    <a:lnTo>
                      <a:pt x="12" y="413"/>
                    </a:lnTo>
                    <a:lnTo>
                      <a:pt x="13" y="411"/>
                    </a:lnTo>
                    <a:lnTo>
                      <a:pt x="14" y="414"/>
                    </a:lnTo>
                    <a:lnTo>
                      <a:pt x="16" y="417"/>
                    </a:lnTo>
                    <a:lnTo>
                      <a:pt x="17" y="422"/>
                    </a:lnTo>
                    <a:lnTo>
                      <a:pt x="18" y="425"/>
                    </a:lnTo>
                    <a:lnTo>
                      <a:pt x="20" y="419"/>
                    </a:lnTo>
                    <a:lnTo>
                      <a:pt x="21" y="417"/>
                    </a:lnTo>
                    <a:lnTo>
                      <a:pt x="22" y="417"/>
                    </a:lnTo>
                    <a:lnTo>
                      <a:pt x="24" y="411"/>
                    </a:lnTo>
                    <a:lnTo>
                      <a:pt x="25" y="412"/>
                    </a:lnTo>
                    <a:lnTo>
                      <a:pt x="26" y="411"/>
                    </a:lnTo>
                    <a:lnTo>
                      <a:pt x="28" y="407"/>
                    </a:lnTo>
                    <a:lnTo>
                      <a:pt x="29" y="411"/>
                    </a:lnTo>
                    <a:lnTo>
                      <a:pt x="30" y="416"/>
                    </a:lnTo>
                    <a:lnTo>
                      <a:pt x="32" y="413"/>
                    </a:lnTo>
                    <a:lnTo>
                      <a:pt x="33" y="412"/>
                    </a:lnTo>
                    <a:lnTo>
                      <a:pt x="34" y="410"/>
                    </a:lnTo>
                    <a:lnTo>
                      <a:pt x="36" y="407"/>
                    </a:lnTo>
                    <a:lnTo>
                      <a:pt x="37" y="406"/>
                    </a:lnTo>
                    <a:lnTo>
                      <a:pt x="39" y="410"/>
                    </a:lnTo>
                    <a:lnTo>
                      <a:pt x="40" y="404"/>
                    </a:lnTo>
                    <a:lnTo>
                      <a:pt x="41" y="406"/>
                    </a:lnTo>
                    <a:lnTo>
                      <a:pt x="43" y="401"/>
                    </a:lnTo>
                    <a:lnTo>
                      <a:pt x="44" y="404"/>
                    </a:lnTo>
                    <a:lnTo>
                      <a:pt x="45" y="404"/>
                    </a:lnTo>
                    <a:lnTo>
                      <a:pt x="47" y="406"/>
                    </a:lnTo>
                    <a:lnTo>
                      <a:pt x="48" y="407"/>
                    </a:lnTo>
                    <a:lnTo>
                      <a:pt x="49" y="411"/>
                    </a:lnTo>
                    <a:lnTo>
                      <a:pt x="51" y="413"/>
                    </a:lnTo>
                    <a:lnTo>
                      <a:pt x="52" y="420"/>
                    </a:lnTo>
                    <a:lnTo>
                      <a:pt x="53" y="421"/>
                    </a:lnTo>
                    <a:lnTo>
                      <a:pt x="55" y="425"/>
                    </a:lnTo>
                    <a:lnTo>
                      <a:pt x="56" y="431"/>
                    </a:lnTo>
                    <a:lnTo>
                      <a:pt x="57" y="432"/>
                    </a:lnTo>
                    <a:lnTo>
                      <a:pt x="59" y="434"/>
                    </a:lnTo>
                    <a:lnTo>
                      <a:pt x="60" y="440"/>
                    </a:lnTo>
                    <a:lnTo>
                      <a:pt x="61" y="434"/>
                    </a:lnTo>
                    <a:lnTo>
                      <a:pt x="63" y="432"/>
                    </a:lnTo>
                    <a:lnTo>
                      <a:pt x="64" y="434"/>
                    </a:lnTo>
                    <a:lnTo>
                      <a:pt x="65" y="431"/>
                    </a:lnTo>
                    <a:lnTo>
                      <a:pt x="67" y="430"/>
                    </a:lnTo>
                    <a:lnTo>
                      <a:pt x="68" y="430"/>
                    </a:lnTo>
                    <a:lnTo>
                      <a:pt x="69" y="427"/>
                    </a:lnTo>
                    <a:lnTo>
                      <a:pt x="71" y="423"/>
                    </a:lnTo>
                    <a:lnTo>
                      <a:pt x="72" y="431"/>
                    </a:lnTo>
                    <a:lnTo>
                      <a:pt x="73" y="426"/>
                    </a:lnTo>
                    <a:lnTo>
                      <a:pt x="75" y="431"/>
                    </a:lnTo>
                    <a:lnTo>
                      <a:pt x="76" y="429"/>
                    </a:lnTo>
                    <a:lnTo>
                      <a:pt x="78" y="428"/>
                    </a:lnTo>
                    <a:lnTo>
                      <a:pt x="79" y="423"/>
                    </a:lnTo>
                    <a:lnTo>
                      <a:pt x="80" y="427"/>
                    </a:lnTo>
                    <a:lnTo>
                      <a:pt x="82" y="425"/>
                    </a:lnTo>
                    <a:lnTo>
                      <a:pt x="83" y="424"/>
                    </a:lnTo>
                    <a:lnTo>
                      <a:pt x="84" y="420"/>
                    </a:lnTo>
                    <a:lnTo>
                      <a:pt x="86" y="424"/>
                    </a:lnTo>
                    <a:lnTo>
                      <a:pt x="87" y="425"/>
                    </a:lnTo>
                    <a:lnTo>
                      <a:pt x="88" y="428"/>
                    </a:lnTo>
                    <a:lnTo>
                      <a:pt x="90" y="429"/>
                    </a:lnTo>
                    <a:lnTo>
                      <a:pt x="91" y="430"/>
                    </a:lnTo>
                    <a:lnTo>
                      <a:pt x="92" y="431"/>
                    </a:lnTo>
                    <a:lnTo>
                      <a:pt x="94" y="436"/>
                    </a:lnTo>
                    <a:lnTo>
                      <a:pt x="95" y="435"/>
                    </a:lnTo>
                    <a:lnTo>
                      <a:pt x="96" y="437"/>
                    </a:lnTo>
                    <a:lnTo>
                      <a:pt x="98" y="439"/>
                    </a:lnTo>
                    <a:lnTo>
                      <a:pt x="99" y="435"/>
                    </a:lnTo>
                    <a:lnTo>
                      <a:pt x="100" y="432"/>
                    </a:lnTo>
                    <a:lnTo>
                      <a:pt x="102" y="430"/>
                    </a:lnTo>
                    <a:lnTo>
                      <a:pt x="103" y="426"/>
                    </a:lnTo>
                    <a:lnTo>
                      <a:pt x="104" y="427"/>
                    </a:lnTo>
                    <a:lnTo>
                      <a:pt x="106" y="426"/>
                    </a:lnTo>
                    <a:lnTo>
                      <a:pt x="107" y="425"/>
                    </a:lnTo>
                    <a:lnTo>
                      <a:pt x="108" y="426"/>
                    </a:lnTo>
                    <a:lnTo>
                      <a:pt x="110" y="431"/>
                    </a:lnTo>
                    <a:lnTo>
                      <a:pt x="111" y="436"/>
                    </a:lnTo>
                    <a:lnTo>
                      <a:pt x="112" y="440"/>
                    </a:lnTo>
                    <a:lnTo>
                      <a:pt x="114" y="425"/>
                    </a:lnTo>
                    <a:lnTo>
                      <a:pt x="115" y="395"/>
                    </a:lnTo>
                    <a:lnTo>
                      <a:pt x="116" y="0"/>
                    </a:lnTo>
                    <a:lnTo>
                      <a:pt x="118" y="407"/>
                    </a:lnTo>
                    <a:lnTo>
                      <a:pt x="119" y="443"/>
                    </a:lnTo>
                    <a:lnTo>
                      <a:pt x="121" y="460"/>
                    </a:lnTo>
                    <a:lnTo>
                      <a:pt x="122" y="464"/>
                    </a:lnTo>
                    <a:lnTo>
                      <a:pt x="123" y="470"/>
                    </a:lnTo>
                    <a:lnTo>
                      <a:pt x="125" y="473"/>
                    </a:lnTo>
                    <a:lnTo>
                      <a:pt x="126" y="474"/>
                    </a:lnTo>
                    <a:lnTo>
                      <a:pt x="127" y="474"/>
                    </a:lnTo>
                    <a:lnTo>
                      <a:pt x="129" y="470"/>
                    </a:lnTo>
                    <a:lnTo>
                      <a:pt x="130" y="464"/>
                    </a:lnTo>
                    <a:lnTo>
                      <a:pt x="131" y="463"/>
                    </a:lnTo>
                    <a:lnTo>
                      <a:pt x="133" y="457"/>
                    </a:lnTo>
                    <a:lnTo>
                      <a:pt x="134" y="459"/>
                    </a:lnTo>
                    <a:lnTo>
                      <a:pt x="135" y="457"/>
                    </a:lnTo>
                    <a:lnTo>
                      <a:pt x="137" y="461"/>
                    </a:lnTo>
                    <a:lnTo>
                      <a:pt x="138" y="465"/>
                    </a:lnTo>
                    <a:lnTo>
                      <a:pt x="139" y="466"/>
                    </a:lnTo>
                    <a:lnTo>
                      <a:pt x="141" y="463"/>
                    </a:lnTo>
                    <a:lnTo>
                      <a:pt x="142" y="462"/>
                    </a:lnTo>
                    <a:lnTo>
                      <a:pt x="143" y="461"/>
                    </a:lnTo>
                    <a:lnTo>
                      <a:pt x="145" y="456"/>
                    </a:lnTo>
                    <a:lnTo>
                      <a:pt x="146" y="453"/>
                    </a:lnTo>
                    <a:lnTo>
                      <a:pt x="147" y="451"/>
                    </a:lnTo>
                    <a:lnTo>
                      <a:pt x="149" y="454"/>
                    </a:lnTo>
                    <a:lnTo>
                      <a:pt x="150" y="459"/>
                    </a:lnTo>
                    <a:lnTo>
                      <a:pt x="151" y="460"/>
                    </a:lnTo>
                    <a:lnTo>
                      <a:pt x="153" y="459"/>
                    </a:lnTo>
                    <a:lnTo>
                      <a:pt x="154" y="462"/>
                    </a:lnTo>
                    <a:lnTo>
                      <a:pt x="155" y="462"/>
                    </a:lnTo>
                    <a:lnTo>
                      <a:pt x="157" y="461"/>
                    </a:lnTo>
                    <a:lnTo>
                      <a:pt x="158" y="461"/>
                    </a:lnTo>
                    <a:lnTo>
                      <a:pt x="159" y="458"/>
                    </a:lnTo>
                    <a:lnTo>
                      <a:pt x="161" y="452"/>
                    </a:lnTo>
                    <a:lnTo>
                      <a:pt x="162" y="451"/>
                    </a:lnTo>
                    <a:lnTo>
                      <a:pt x="164" y="451"/>
                    </a:lnTo>
                    <a:lnTo>
                      <a:pt x="165" y="452"/>
                    </a:lnTo>
                    <a:lnTo>
                      <a:pt x="166" y="451"/>
                    </a:lnTo>
                    <a:lnTo>
                      <a:pt x="168" y="450"/>
                    </a:lnTo>
                    <a:lnTo>
                      <a:pt x="169" y="454"/>
                    </a:lnTo>
                    <a:lnTo>
                      <a:pt x="170" y="459"/>
                    </a:lnTo>
                    <a:lnTo>
                      <a:pt x="172" y="451"/>
                    </a:lnTo>
                    <a:lnTo>
                      <a:pt x="173" y="451"/>
                    </a:lnTo>
                    <a:lnTo>
                      <a:pt x="174" y="452"/>
                    </a:lnTo>
                    <a:lnTo>
                      <a:pt x="176" y="458"/>
                    </a:lnTo>
                    <a:lnTo>
                      <a:pt x="177" y="453"/>
                    </a:lnTo>
                    <a:lnTo>
                      <a:pt x="178" y="447"/>
                    </a:lnTo>
                    <a:lnTo>
                      <a:pt x="180" y="451"/>
                    </a:lnTo>
                    <a:lnTo>
                      <a:pt x="181" y="449"/>
                    </a:lnTo>
                    <a:lnTo>
                      <a:pt x="182" y="450"/>
                    </a:lnTo>
                    <a:lnTo>
                      <a:pt x="184" y="451"/>
                    </a:lnTo>
                    <a:lnTo>
                      <a:pt x="185" y="450"/>
                    </a:lnTo>
                    <a:lnTo>
                      <a:pt x="186" y="449"/>
                    </a:lnTo>
                    <a:lnTo>
                      <a:pt x="188" y="449"/>
                    </a:lnTo>
                    <a:lnTo>
                      <a:pt x="189" y="445"/>
                    </a:lnTo>
                    <a:lnTo>
                      <a:pt x="190" y="447"/>
                    </a:lnTo>
                    <a:lnTo>
                      <a:pt x="192" y="441"/>
                    </a:lnTo>
                    <a:lnTo>
                      <a:pt x="193" y="434"/>
                    </a:lnTo>
                    <a:lnTo>
                      <a:pt x="194" y="433"/>
                    </a:lnTo>
                    <a:lnTo>
                      <a:pt x="196" y="431"/>
                    </a:lnTo>
                    <a:lnTo>
                      <a:pt x="197" y="428"/>
                    </a:lnTo>
                    <a:lnTo>
                      <a:pt x="198" y="430"/>
                    </a:lnTo>
                    <a:lnTo>
                      <a:pt x="200" y="423"/>
                    </a:lnTo>
                    <a:lnTo>
                      <a:pt x="201" y="424"/>
                    </a:lnTo>
                    <a:lnTo>
                      <a:pt x="202" y="420"/>
                    </a:lnTo>
                    <a:lnTo>
                      <a:pt x="204" y="422"/>
                    </a:lnTo>
                    <a:lnTo>
                      <a:pt x="205" y="421"/>
                    </a:lnTo>
                    <a:lnTo>
                      <a:pt x="207" y="423"/>
                    </a:lnTo>
                    <a:lnTo>
                      <a:pt x="208" y="427"/>
                    </a:lnTo>
                    <a:lnTo>
                      <a:pt x="209" y="432"/>
                    </a:lnTo>
                    <a:lnTo>
                      <a:pt x="211" y="431"/>
                    </a:lnTo>
                    <a:lnTo>
                      <a:pt x="212" y="432"/>
                    </a:lnTo>
                    <a:lnTo>
                      <a:pt x="213" y="432"/>
                    </a:lnTo>
                    <a:lnTo>
                      <a:pt x="215" y="436"/>
                    </a:lnTo>
                    <a:lnTo>
                      <a:pt x="216" y="432"/>
                    </a:lnTo>
                    <a:lnTo>
                      <a:pt x="217" y="436"/>
                    </a:lnTo>
                    <a:lnTo>
                      <a:pt x="219" y="435"/>
                    </a:lnTo>
                    <a:lnTo>
                      <a:pt x="220" y="436"/>
                    </a:lnTo>
                    <a:lnTo>
                      <a:pt x="221" y="435"/>
                    </a:lnTo>
                    <a:lnTo>
                      <a:pt x="223" y="435"/>
                    </a:lnTo>
                    <a:lnTo>
                      <a:pt x="224" y="434"/>
                    </a:lnTo>
                    <a:lnTo>
                      <a:pt x="225" y="427"/>
                    </a:lnTo>
                    <a:lnTo>
                      <a:pt x="227" y="428"/>
                    </a:lnTo>
                    <a:lnTo>
                      <a:pt x="228" y="426"/>
                    </a:lnTo>
                    <a:lnTo>
                      <a:pt x="229" y="422"/>
                    </a:lnTo>
                    <a:lnTo>
                      <a:pt x="231" y="419"/>
                    </a:lnTo>
                    <a:lnTo>
                      <a:pt x="232" y="416"/>
                    </a:lnTo>
                    <a:lnTo>
                      <a:pt x="233" y="417"/>
                    </a:lnTo>
                    <a:lnTo>
                      <a:pt x="235" y="416"/>
                    </a:lnTo>
                    <a:lnTo>
                      <a:pt x="236" y="413"/>
                    </a:lnTo>
                    <a:lnTo>
                      <a:pt x="237" y="415"/>
                    </a:lnTo>
                    <a:lnTo>
                      <a:pt x="239" y="415"/>
                    </a:lnTo>
                    <a:lnTo>
                      <a:pt x="240" y="418"/>
                    </a:lnTo>
                    <a:lnTo>
                      <a:pt x="241" y="418"/>
                    </a:lnTo>
                    <a:lnTo>
                      <a:pt x="243" y="418"/>
                    </a:lnTo>
                    <a:lnTo>
                      <a:pt x="244" y="422"/>
                    </a:lnTo>
                    <a:lnTo>
                      <a:pt x="246" y="424"/>
                    </a:lnTo>
                    <a:lnTo>
                      <a:pt x="247" y="424"/>
                    </a:lnTo>
                    <a:lnTo>
                      <a:pt x="248" y="424"/>
                    </a:lnTo>
                    <a:lnTo>
                      <a:pt x="250" y="426"/>
                    </a:lnTo>
                    <a:lnTo>
                      <a:pt x="251" y="425"/>
                    </a:lnTo>
                    <a:lnTo>
                      <a:pt x="252" y="427"/>
                    </a:lnTo>
                    <a:lnTo>
                      <a:pt x="254" y="427"/>
                    </a:lnTo>
                    <a:lnTo>
                      <a:pt x="255" y="427"/>
                    </a:lnTo>
                    <a:lnTo>
                      <a:pt x="256" y="429"/>
                    </a:lnTo>
                    <a:lnTo>
                      <a:pt x="258" y="429"/>
                    </a:lnTo>
                    <a:lnTo>
                      <a:pt x="259" y="428"/>
                    </a:lnTo>
                    <a:lnTo>
                      <a:pt x="260" y="425"/>
                    </a:lnTo>
                    <a:lnTo>
                      <a:pt x="262" y="429"/>
                    </a:lnTo>
                    <a:lnTo>
                      <a:pt x="263" y="428"/>
                    </a:lnTo>
                    <a:lnTo>
                      <a:pt x="264" y="425"/>
                    </a:lnTo>
                    <a:lnTo>
                      <a:pt x="266" y="427"/>
                    </a:lnTo>
                    <a:lnTo>
                      <a:pt x="267" y="429"/>
                    </a:lnTo>
                    <a:lnTo>
                      <a:pt x="268" y="427"/>
                    </a:lnTo>
                    <a:lnTo>
                      <a:pt x="270" y="431"/>
                    </a:lnTo>
                    <a:lnTo>
                      <a:pt x="271" y="431"/>
                    </a:lnTo>
                    <a:lnTo>
                      <a:pt x="272" y="429"/>
                    </a:lnTo>
                    <a:lnTo>
                      <a:pt x="274" y="434"/>
                    </a:lnTo>
                    <a:lnTo>
                      <a:pt x="275" y="433"/>
                    </a:lnTo>
                    <a:lnTo>
                      <a:pt x="276" y="433"/>
                    </a:lnTo>
                    <a:lnTo>
                      <a:pt x="278" y="435"/>
                    </a:lnTo>
                    <a:lnTo>
                      <a:pt x="279" y="435"/>
                    </a:lnTo>
                    <a:lnTo>
                      <a:pt x="280" y="427"/>
                    </a:lnTo>
                    <a:lnTo>
                      <a:pt x="282" y="427"/>
                    </a:lnTo>
                    <a:lnTo>
                      <a:pt x="283" y="432"/>
                    </a:lnTo>
                    <a:lnTo>
                      <a:pt x="284" y="430"/>
                    </a:lnTo>
                    <a:lnTo>
                      <a:pt x="286" y="432"/>
                    </a:lnTo>
                    <a:lnTo>
                      <a:pt x="287" y="431"/>
                    </a:lnTo>
                    <a:lnTo>
                      <a:pt x="289" y="429"/>
                    </a:lnTo>
                    <a:lnTo>
                      <a:pt x="290" y="437"/>
                    </a:lnTo>
                    <a:lnTo>
                      <a:pt x="291" y="436"/>
                    </a:lnTo>
                    <a:lnTo>
                      <a:pt x="293" y="433"/>
                    </a:lnTo>
                    <a:lnTo>
                      <a:pt x="294" y="432"/>
                    </a:lnTo>
                    <a:lnTo>
                      <a:pt x="295" y="431"/>
                    </a:lnTo>
                    <a:lnTo>
                      <a:pt x="297" y="434"/>
                    </a:lnTo>
                    <a:lnTo>
                      <a:pt x="298" y="431"/>
                    </a:lnTo>
                    <a:lnTo>
                      <a:pt x="299" y="420"/>
                    </a:lnTo>
                    <a:lnTo>
                      <a:pt x="301" y="415"/>
                    </a:lnTo>
                    <a:lnTo>
                      <a:pt x="302" y="410"/>
                    </a:lnTo>
                    <a:lnTo>
                      <a:pt x="303" y="410"/>
                    </a:lnTo>
                    <a:lnTo>
                      <a:pt x="305" y="407"/>
                    </a:lnTo>
                    <a:lnTo>
                      <a:pt x="306" y="404"/>
                    </a:lnTo>
                    <a:lnTo>
                      <a:pt x="307" y="405"/>
                    </a:lnTo>
                    <a:lnTo>
                      <a:pt x="309" y="405"/>
                    </a:lnTo>
                    <a:lnTo>
                      <a:pt x="310" y="409"/>
                    </a:lnTo>
                    <a:lnTo>
                      <a:pt x="311" y="412"/>
                    </a:lnTo>
                    <a:lnTo>
                      <a:pt x="313" y="414"/>
                    </a:lnTo>
                    <a:lnTo>
                      <a:pt x="314" y="412"/>
                    </a:lnTo>
                    <a:lnTo>
                      <a:pt x="315" y="415"/>
                    </a:lnTo>
                    <a:lnTo>
                      <a:pt x="317" y="413"/>
                    </a:lnTo>
                    <a:lnTo>
                      <a:pt x="318" y="415"/>
                    </a:lnTo>
                    <a:lnTo>
                      <a:pt x="319" y="416"/>
                    </a:lnTo>
                    <a:lnTo>
                      <a:pt x="321" y="417"/>
                    </a:lnTo>
                    <a:lnTo>
                      <a:pt x="322" y="414"/>
                    </a:lnTo>
                    <a:lnTo>
                      <a:pt x="323" y="410"/>
                    </a:lnTo>
                    <a:lnTo>
                      <a:pt x="325" y="409"/>
                    </a:lnTo>
                    <a:lnTo>
                      <a:pt x="326" y="408"/>
                    </a:lnTo>
                    <a:lnTo>
                      <a:pt x="327" y="408"/>
                    </a:lnTo>
                    <a:lnTo>
                      <a:pt x="329" y="404"/>
                    </a:lnTo>
                    <a:lnTo>
                      <a:pt x="330" y="399"/>
                    </a:lnTo>
                    <a:lnTo>
                      <a:pt x="332" y="403"/>
                    </a:lnTo>
                    <a:lnTo>
                      <a:pt x="333" y="398"/>
                    </a:lnTo>
                    <a:lnTo>
                      <a:pt x="334" y="394"/>
                    </a:lnTo>
                    <a:lnTo>
                      <a:pt x="336" y="388"/>
                    </a:lnTo>
                    <a:lnTo>
                      <a:pt x="337" y="389"/>
                    </a:lnTo>
                    <a:lnTo>
                      <a:pt x="338" y="392"/>
                    </a:lnTo>
                    <a:lnTo>
                      <a:pt x="340" y="394"/>
                    </a:lnTo>
                    <a:lnTo>
                      <a:pt x="341" y="392"/>
                    </a:lnTo>
                    <a:lnTo>
                      <a:pt x="342" y="395"/>
                    </a:lnTo>
                    <a:lnTo>
                      <a:pt x="344" y="395"/>
                    </a:lnTo>
                    <a:lnTo>
                      <a:pt x="345" y="389"/>
                    </a:lnTo>
                    <a:lnTo>
                      <a:pt x="346" y="388"/>
                    </a:lnTo>
                    <a:lnTo>
                      <a:pt x="348" y="380"/>
                    </a:lnTo>
                    <a:lnTo>
                      <a:pt x="349" y="381"/>
                    </a:lnTo>
                    <a:lnTo>
                      <a:pt x="350" y="378"/>
                    </a:lnTo>
                    <a:lnTo>
                      <a:pt x="352" y="377"/>
                    </a:lnTo>
                    <a:lnTo>
                      <a:pt x="353" y="384"/>
                    </a:lnTo>
                    <a:lnTo>
                      <a:pt x="354" y="385"/>
                    </a:lnTo>
                    <a:lnTo>
                      <a:pt x="356" y="380"/>
                    </a:lnTo>
                    <a:lnTo>
                      <a:pt x="357" y="381"/>
                    </a:lnTo>
                    <a:lnTo>
                      <a:pt x="358" y="382"/>
                    </a:lnTo>
                    <a:lnTo>
                      <a:pt x="360" y="383"/>
                    </a:lnTo>
                    <a:lnTo>
                      <a:pt x="361" y="381"/>
                    </a:lnTo>
                    <a:lnTo>
                      <a:pt x="362" y="374"/>
                    </a:lnTo>
                    <a:lnTo>
                      <a:pt x="364" y="370"/>
                    </a:lnTo>
                    <a:lnTo>
                      <a:pt x="365" y="368"/>
                    </a:lnTo>
                    <a:lnTo>
                      <a:pt x="366" y="367"/>
                    </a:lnTo>
                    <a:lnTo>
                      <a:pt x="368" y="366"/>
                    </a:lnTo>
                    <a:lnTo>
                      <a:pt x="369" y="369"/>
                    </a:lnTo>
                    <a:lnTo>
                      <a:pt x="370" y="366"/>
                    </a:lnTo>
                    <a:lnTo>
                      <a:pt x="372" y="364"/>
                    </a:lnTo>
                    <a:lnTo>
                      <a:pt x="373" y="367"/>
                    </a:lnTo>
                    <a:lnTo>
                      <a:pt x="375" y="362"/>
                    </a:lnTo>
                    <a:lnTo>
                      <a:pt x="376" y="360"/>
                    </a:lnTo>
                    <a:lnTo>
                      <a:pt x="377" y="358"/>
                    </a:lnTo>
                    <a:lnTo>
                      <a:pt x="379" y="356"/>
                    </a:lnTo>
                    <a:lnTo>
                      <a:pt x="380" y="357"/>
                    </a:lnTo>
                    <a:lnTo>
                      <a:pt x="381" y="358"/>
                    </a:lnTo>
                    <a:lnTo>
                      <a:pt x="383" y="357"/>
                    </a:lnTo>
                    <a:lnTo>
                      <a:pt x="384" y="357"/>
                    </a:lnTo>
                    <a:lnTo>
                      <a:pt x="385" y="356"/>
                    </a:lnTo>
                    <a:lnTo>
                      <a:pt x="387" y="357"/>
                    </a:lnTo>
                    <a:lnTo>
                      <a:pt x="388" y="355"/>
                    </a:lnTo>
                    <a:lnTo>
                      <a:pt x="389" y="354"/>
                    </a:lnTo>
                    <a:lnTo>
                      <a:pt x="391" y="357"/>
                    </a:lnTo>
                    <a:lnTo>
                      <a:pt x="392" y="357"/>
                    </a:lnTo>
                    <a:lnTo>
                      <a:pt x="393" y="354"/>
                    </a:lnTo>
                    <a:lnTo>
                      <a:pt x="395" y="359"/>
                    </a:lnTo>
                    <a:lnTo>
                      <a:pt x="396" y="356"/>
                    </a:lnTo>
                    <a:lnTo>
                      <a:pt x="397" y="360"/>
                    </a:lnTo>
                    <a:lnTo>
                      <a:pt x="399" y="359"/>
                    </a:lnTo>
                    <a:lnTo>
                      <a:pt x="400" y="352"/>
                    </a:lnTo>
                    <a:lnTo>
                      <a:pt x="401" y="350"/>
                    </a:lnTo>
                    <a:lnTo>
                      <a:pt x="403" y="352"/>
                    </a:lnTo>
                    <a:lnTo>
                      <a:pt x="404" y="353"/>
                    </a:lnTo>
                    <a:lnTo>
                      <a:pt x="405" y="354"/>
                    </a:lnTo>
                    <a:lnTo>
                      <a:pt x="407" y="349"/>
                    </a:lnTo>
                    <a:lnTo>
                      <a:pt x="408" y="351"/>
                    </a:lnTo>
                    <a:lnTo>
                      <a:pt x="409" y="357"/>
                    </a:lnTo>
                    <a:lnTo>
                      <a:pt x="411" y="352"/>
                    </a:lnTo>
                    <a:lnTo>
                      <a:pt x="412" y="352"/>
                    </a:lnTo>
                    <a:lnTo>
                      <a:pt x="414" y="352"/>
                    </a:lnTo>
                    <a:lnTo>
                      <a:pt x="415" y="359"/>
                    </a:lnTo>
                    <a:lnTo>
                      <a:pt x="416" y="353"/>
                    </a:lnTo>
                    <a:lnTo>
                      <a:pt x="418" y="302"/>
                    </a:lnTo>
                    <a:lnTo>
                      <a:pt x="419" y="384"/>
                    </a:lnTo>
                    <a:lnTo>
                      <a:pt x="420" y="309"/>
                    </a:lnTo>
                    <a:lnTo>
                      <a:pt x="422" y="316"/>
                    </a:lnTo>
                    <a:lnTo>
                      <a:pt x="423" y="322"/>
                    </a:lnTo>
                    <a:lnTo>
                      <a:pt x="424" y="320"/>
                    </a:lnTo>
                    <a:lnTo>
                      <a:pt x="426" y="320"/>
                    </a:lnTo>
                    <a:lnTo>
                      <a:pt x="427" y="322"/>
                    </a:lnTo>
                    <a:lnTo>
                      <a:pt x="428" y="320"/>
                    </a:lnTo>
                    <a:lnTo>
                      <a:pt x="430" y="322"/>
                    </a:lnTo>
                    <a:lnTo>
                      <a:pt x="431" y="321"/>
                    </a:lnTo>
                    <a:lnTo>
                      <a:pt x="432" y="325"/>
                    </a:lnTo>
                    <a:lnTo>
                      <a:pt x="434" y="333"/>
                    </a:lnTo>
                    <a:lnTo>
                      <a:pt x="435" y="337"/>
                    </a:lnTo>
                    <a:lnTo>
                      <a:pt x="436" y="333"/>
                    </a:lnTo>
                    <a:lnTo>
                      <a:pt x="438" y="334"/>
                    </a:lnTo>
                    <a:lnTo>
                      <a:pt x="439" y="331"/>
                    </a:lnTo>
                    <a:lnTo>
                      <a:pt x="440" y="327"/>
                    </a:lnTo>
                    <a:lnTo>
                      <a:pt x="442" y="323"/>
                    </a:lnTo>
                    <a:lnTo>
                      <a:pt x="443" y="320"/>
                    </a:lnTo>
                    <a:lnTo>
                      <a:pt x="444" y="320"/>
                    </a:lnTo>
                    <a:lnTo>
                      <a:pt x="446" y="316"/>
                    </a:lnTo>
                    <a:lnTo>
                      <a:pt x="447" y="317"/>
                    </a:lnTo>
                    <a:lnTo>
                      <a:pt x="448" y="317"/>
                    </a:lnTo>
                    <a:lnTo>
                      <a:pt x="450" y="320"/>
                    </a:lnTo>
                    <a:lnTo>
                      <a:pt x="451" y="323"/>
                    </a:lnTo>
                    <a:lnTo>
                      <a:pt x="452" y="320"/>
                    </a:lnTo>
                    <a:lnTo>
                      <a:pt x="454" y="314"/>
                    </a:lnTo>
                    <a:lnTo>
                      <a:pt x="455" y="316"/>
                    </a:lnTo>
                    <a:lnTo>
                      <a:pt x="457" y="314"/>
                    </a:lnTo>
                    <a:lnTo>
                      <a:pt x="458" y="309"/>
                    </a:lnTo>
                    <a:lnTo>
                      <a:pt x="459" y="313"/>
                    </a:lnTo>
                    <a:lnTo>
                      <a:pt x="461" y="314"/>
                    </a:lnTo>
                    <a:lnTo>
                      <a:pt x="462" y="316"/>
                    </a:lnTo>
                    <a:lnTo>
                      <a:pt x="463" y="316"/>
                    </a:lnTo>
                    <a:lnTo>
                      <a:pt x="465" y="321"/>
                    </a:lnTo>
                    <a:lnTo>
                      <a:pt x="466" y="323"/>
                    </a:lnTo>
                    <a:lnTo>
                      <a:pt x="467" y="322"/>
                    </a:lnTo>
                    <a:lnTo>
                      <a:pt x="469" y="320"/>
                    </a:lnTo>
                    <a:lnTo>
                      <a:pt x="470" y="315"/>
                    </a:lnTo>
                    <a:lnTo>
                      <a:pt x="471" y="314"/>
                    </a:lnTo>
                    <a:lnTo>
                      <a:pt x="473" y="316"/>
                    </a:lnTo>
                    <a:lnTo>
                      <a:pt x="474" y="312"/>
                    </a:lnTo>
                    <a:lnTo>
                      <a:pt x="475" y="312"/>
                    </a:lnTo>
                    <a:lnTo>
                      <a:pt x="477" y="314"/>
                    </a:lnTo>
                    <a:lnTo>
                      <a:pt x="478" y="321"/>
                    </a:lnTo>
                    <a:lnTo>
                      <a:pt x="479" y="324"/>
                    </a:lnTo>
                    <a:lnTo>
                      <a:pt x="481" y="321"/>
                    </a:lnTo>
                    <a:lnTo>
                      <a:pt x="482" y="321"/>
                    </a:lnTo>
                    <a:lnTo>
                      <a:pt x="483" y="322"/>
                    </a:lnTo>
                    <a:lnTo>
                      <a:pt x="485" y="320"/>
                    </a:lnTo>
                    <a:lnTo>
                      <a:pt x="486" y="321"/>
                    </a:lnTo>
                    <a:lnTo>
                      <a:pt x="487" y="318"/>
                    </a:lnTo>
                    <a:lnTo>
                      <a:pt x="489" y="318"/>
                    </a:lnTo>
                    <a:lnTo>
                      <a:pt x="490" y="325"/>
                    </a:lnTo>
                    <a:lnTo>
                      <a:pt x="491" y="330"/>
                    </a:lnTo>
                    <a:lnTo>
                      <a:pt x="493" y="333"/>
                    </a:lnTo>
                    <a:lnTo>
                      <a:pt x="494" y="338"/>
                    </a:lnTo>
                    <a:lnTo>
                      <a:pt x="495" y="343"/>
                    </a:lnTo>
                    <a:lnTo>
                      <a:pt x="497" y="340"/>
                    </a:lnTo>
                    <a:lnTo>
                      <a:pt x="498" y="338"/>
                    </a:lnTo>
                    <a:lnTo>
                      <a:pt x="500" y="334"/>
                    </a:lnTo>
                    <a:lnTo>
                      <a:pt x="501" y="333"/>
                    </a:lnTo>
                    <a:lnTo>
                      <a:pt x="502" y="332"/>
                    </a:lnTo>
                    <a:lnTo>
                      <a:pt x="504" y="331"/>
                    </a:lnTo>
                    <a:lnTo>
                      <a:pt x="505" y="331"/>
                    </a:lnTo>
                    <a:lnTo>
                      <a:pt x="506" y="329"/>
                    </a:lnTo>
                    <a:lnTo>
                      <a:pt x="508" y="333"/>
                    </a:lnTo>
                    <a:lnTo>
                      <a:pt x="509" y="335"/>
                    </a:lnTo>
                    <a:lnTo>
                      <a:pt x="510" y="331"/>
                    </a:lnTo>
                    <a:lnTo>
                      <a:pt x="512" y="330"/>
                    </a:lnTo>
                    <a:lnTo>
                      <a:pt x="513" y="331"/>
                    </a:lnTo>
                    <a:lnTo>
                      <a:pt x="514" y="328"/>
                    </a:lnTo>
                    <a:lnTo>
                      <a:pt x="516" y="326"/>
                    </a:lnTo>
                    <a:lnTo>
                      <a:pt x="517" y="326"/>
                    </a:lnTo>
                    <a:lnTo>
                      <a:pt x="518" y="329"/>
                    </a:lnTo>
                    <a:lnTo>
                      <a:pt x="520" y="329"/>
                    </a:lnTo>
                    <a:lnTo>
                      <a:pt x="521" y="331"/>
                    </a:lnTo>
                    <a:lnTo>
                      <a:pt x="522" y="331"/>
                    </a:lnTo>
                    <a:lnTo>
                      <a:pt x="524" y="326"/>
                    </a:lnTo>
                    <a:lnTo>
                      <a:pt x="525" y="328"/>
                    </a:lnTo>
                    <a:lnTo>
                      <a:pt x="526" y="329"/>
                    </a:lnTo>
                    <a:lnTo>
                      <a:pt x="528" y="332"/>
                    </a:lnTo>
                    <a:lnTo>
                      <a:pt x="529" y="334"/>
                    </a:lnTo>
                    <a:lnTo>
                      <a:pt x="530" y="337"/>
                    </a:lnTo>
                    <a:lnTo>
                      <a:pt x="532" y="343"/>
                    </a:lnTo>
                    <a:lnTo>
                      <a:pt x="533" y="345"/>
                    </a:lnTo>
                    <a:lnTo>
                      <a:pt x="534" y="352"/>
                    </a:lnTo>
                    <a:lnTo>
                      <a:pt x="536" y="350"/>
                    </a:lnTo>
                    <a:lnTo>
                      <a:pt x="537" y="350"/>
                    </a:lnTo>
                    <a:lnTo>
                      <a:pt x="538" y="348"/>
                    </a:lnTo>
                    <a:lnTo>
                      <a:pt x="540" y="346"/>
                    </a:lnTo>
                    <a:lnTo>
                      <a:pt x="541" y="342"/>
                    </a:lnTo>
                    <a:lnTo>
                      <a:pt x="543" y="340"/>
                    </a:lnTo>
                    <a:lnTo>
                      <a:pt x="544" y="340"/>
                    </a:lnTo>
                    <a:lnTo>
                      <a:pt x="545" y="338"/>
                    </a:lnTo>
                    <a:lnTo>
                      <a:pt x="547" y="335"/>
                    </a:lnTo>
                    <a:lnTo>
                      <a:pt x="548" y="342"/>
                    </a:lnTo>
                    <a:lnTo>
                      <a:pt x="549" y="344"/>
                    </a:lnTo>
                    <a:lnTo>
                      <a:pt x="551" y="345"/>
                    </a:lnTo>
                    <a:lnTo>
                      <a:pt x="552" y="348"/>
                    </a:lnTo>
                    <a:lnTo>
                      <a:pt x="553" y="346"/>
                    </a:lnTo>
                    <a:lnTo>
                      <a:pt x="555" y="345"/>
                    </a:lnTo>
                    <a:lnTo>
                      <a:pt x="556" y="346"/>
                    </a:lnTo>
                    <a:lnTo>
                      <a:pt x="557" y="345"/>
                    </a:lnTo>
                    <a:lnTo>
                      <a:pt x="559" y="342"/>
                    </a:lnTo>
                    <a:lnTo>
                      <a:pt x="560" y="349"/>
                    </a:lnTo>
                    <a:lnTo>
                      <a:pt x="561" y="348"/>
                    </a:lnTo>
                    <a:lnTo>
                      <a:pt x="563" y="351"/>
                    </a:lnTo>
                    <a:lnTo>
                      <a:pt x="564" y="352"/>
                    </a:lnTo>
                    <a:lnTo>
                      <a:pt x="565" y="352"/>
                    </a:lnTo>
                    <a:lnTo>
                      <a:pt x="567" y="353"/>
                    </a:lnTo>
                    <a:lnTo>
                      <a:pt x="568" y="356"/>
                    </a:lnTo>
                    <a:lnTo>
                      <a:pt x="569" y="354"/>
                    </a:lnTo>
                    <a:lnTo>
                      <a:pt x="571" y="352"/>
                    </a:lnTo>
                    <a:lnTo>
                      <a:pt x="572" y="359"/>
                    </a:lnTo>
                    <a:lnTo>
                      <a:pt x="573" y="360"/>
                    </a:lnTo>
                    <a:lnTo>
                      <a:pt x="575" y="362"/>
                    </a:lnTo>
                    <a:lnTo>
                      <a:pt x="576" y="369"/>
                    </a:lnTo>
                    <a:lnTo>
                      <a:pt x="577" y="368"/>
                    </a:lnTo>
                    <a:lnTo>
                      <a:pt x="579" y="363"/>
                    </a:lnTo>
                    <a:lnTo>
                      <a:pt x="580" y="366"/>
                    </a:lnTo>
                    <a:lnTo>
                      <a:pt x="582" y="364"/>
                    </a:lnTo>
                    <a:lnTo>
                      <a:pt x="583" y="361"/>
                    </a:lnTo>
                    <a:lnTo>
                      <a:pt x="584" y="365"/>
                    </a:lnTo>
                    <a:lnTo>
                      <a:pt x="586" y="363"/>
                    </a:lnTo>
                    <a:lnTo>
                      <a:pt x="587" y="360"/>
                    </a:lnTo>
                    <a:lnTo>
                      <a:pt x="588" y="366"/>
                    </a:lnTo>
                    <a:lnTo>
                      <a:pt x="590" y="364"/>
                    </a:lnTo>
                    <a:lnTo>
                      <a:pt x="591" y="362"/>
                    </a:lnTo>
                    <a:lnTo>
                      <a:pt x="592" y="357"/>
                    </a:lnTo>
                    <a:lnTo>
                      <a:pt x="594" y="356"/>
                    </a:lnTo>
                    <a:lnTo>
                      <a:pt x="595" y="357"/>
                    </a:lnTo>
                    <a:lnTo>
                      <a:pt x="596" y="355"/>
                    </a:lnTo>
                    <a:lnTo>
                      <a:pt x="598" y="352"/>
                    </a:lnTo>
                    <a:lnTo>
                      <a:pt x="599" y="352"/>
                    </a:lnTo>
                    <a:lnTo>
                      <a:pt x="600" y="354"/>
                    </a:lnTo>
                    <a:lnTo>
                      <a:pt x="602" y="355"/>
                    </a:lnTo>
                    <a:lnTo>
                      <a:pt x="603" y="358"/>
                    </a:lnTo>
                    <a:lnTo>
                      <a:pt x="604" y="360"/>
                    </a:lnTo>
                    <a:lnTo>
                      <a:pt x="606" y="362"/>
                    </a:lnTo>
                    <a:lnTo>
                      <a:pt x="607" y="359"/>
                    </a:lnTo>
                    <a:lnTo>
                      <a:pt x="608" y="361"/>
                    </a:lnTo>
                    <a:lnTo>
                      <a:pt x="610" y="361"/>
                    </a:lnTo>
                    <a:lnTo>
                      <a:pt x="611" y="367"/>
                    </a:lnTo>
                    <a:lnTo>
                      <a:pt x="612" y="364"/>
                    </a:lnTo>
                    <a:lnTo>
                      <a:pt x="614" y="363"/>
                    </a:lnTo>
                    <a:lnTo>
                      <a:pt x="615" y="365"/>
                    </a:lnTo>
                    <a:lnTo>
                      <a:pt x="616" y="371"/>
                    </a:lnTo>
                    <a:lnTo>
                      <a:pt x="618" y="369"/>
                    </a:lnTo>
                    <a:lnTo>
                      <a:pt x="619" y="365"/>
                    </a:lnTo>
                    <a:lnTo>
                      <a:pt x="620" y="365"/>
                    </a:lnTo>
                    <a:lnTo>
                      <a:pt x="622" y="368"/>
                    </a:lnTo>
                    <a:lnTo>
                      <a:pt x="623" y="373"/>
                    </a:lnTo>
                    <a:lnTo>
                      <a:pt x="625" y="376"/>
                    </a:lnTo>
                    <a:lnTo>
                      <a:pt x="626" y="374"/>
                    </a:lnTo>
                    <a:lnTo>
                      <a:pt x="627" y="373"/>
                    </a:lnTo>
                    <a:lnTo>
                      <a:pt x="629" y="378"/>
                    </a:lnTo>
                    <a:lnTo>
                      <a:pt x="630" y="378"/>
                    </a:lnTo>
                    <a:lnTo>
                      <a:pt x="631" y="375"/>
                    </a:lnTo>
                    <a:lnTo>
                      <a:pt x="633" y="373"/>
                    </a:lnTo>
                    <a:lnTo>
                      <a:pt x="634" y="369"/>
                    </a:lnTo>
                    <a:lnTo>
                      <a:pt x="635" y="369"/>
                    </a:lnTo>
                    <a:lnTo>
                      <a:pt x="637" y="367"/>
                    </a:lnTo>
                    <a:lnTo>
                      <a:pt x="638" y="368"/>
                    </a:lnTo>
                    <a:lnTo>
                      <a:pt x="639" y="368"/>
                    </a:lnTo>
                    <a:lnTo>
                      <a:pt x="641" y="367"/>
                    </a:lnTo>
                    <a:lnTo>
                      <a:pt x="642" y="368"/>
                    </a:lnTo>
                    <a:lnTo>
                      <a:pt x="643" y="373"/>
                    </a:lnTo>
                    <a:lnTo>
                      <a:pt x="645" y="375"/>
                    </a:lnTo>
                    <a:lnTo>
                      <a:pt x="646" y="378"/>
                    </a:lnTo>
                    <a:lnTo>
                      <a:pt x="647" y="379"/>
                    </a:lnTo>
                    <a:lnTo>
                      <a:pt x="649" y="380"/>
                    </a:lnTo>
                    <a:lnTo>
                      <a:pt x="650" y="378"/>
                    </a:lnTo>
                    <a:lnTo>
                      <a:pt x="651" y="379"/>
                    </a:lnTo>
                    <a:lnTo>
                      <a:pt x="653" y="379"/>
                    </a:lnTo>
                    <a:lnTo>
                      <a:pt x="654" y="375"/>
                    </a:lnTo>
                    <a:lnTo>
                      <a:pt x="655" y="369"/>
                    </a:lnTo>
                    <a:lnTo>
                      <a:pt x="657" y="374"/>
                    </a:lnTo>
                    <a:lnTo>
                      <a:pt x="658" y="373"/>
                    </a:lnTo>
                    <a:lnTo>
                      <a:pt x="659" y="377"/>
                    </a:lnTo>
                    <a:lnTo>
                      <a:pt x="661" y="379"/>
                    </a:lnTo>
                    <a:lnTo>
                      <a:pt x="662" y="380"/>
                    </a:lnTo>
                    <a:lnTo>
                      <a:pt x="663" y="385"/>
                    </a:lnTo>
                    <a:lnTo>
                      <a:pt x="665" y="390"/>
                    </a:lnTo>
                    <a:lnTo>
                      <a:pt x="666" y="394"/>
                    </a:lnTo>
                    <a:lnTo>
                      <a:pt x="668" y="397"/>
                    </a:lnTo>
                    <a:lnTo>
                      <a:pt x="669" y="396"/>
                    </a:lnTo>
                    <a:lnTo>
                      <a:pt x="670" y="393"/>
                    </a:lnTo>
                    <a:lnTo>
                      <a:pt x="672" y="390"/>
                    </a:lnTo>
                    <a:lnTo>
                      <a:pt x="673" y="389"/>
                    </a:lnTo>
                    <a:lnTo>
                      <a:pt x="674" y="390"/>
                    </a:lnTo>
                    <a:lnTo>
                      <a:pt x="676" y="394"/>
                    </a:lnTo>
                    <a:lnTo>
                      <a:pt x="677" y="393"/>
                    </a:lnTo>
                    <a:lnTo>
                      <a:pt x="678" y="394"/>
                    </a:lnTo>
                    <a:lnTo>
                      <a:pt x="680" y="401"/>
                    </a:lnTo>
                    <a:lnTo>
                      <a:pt x="681" y="402"/>
                    </a:lnTo>
                    <a:lnTo>
                      <a:pt x="682" y="404"/>
                    </a:lnTo>
                    <a:lnTo>
                      <a:pt x="684" y="403"/>
                    </a:lnTo>
                    <a:lnTo>
                      <a:pt x="685" y="397"/>
                    </a:lnTo>
                    <a:lnTo>
                      <a:pt x="686" y="396"/>
                    </a:lnTo>
                    <a:lnTo>
                      <a:pt x="688" y="395"/>
                    </a:lnTo>
                    <a:lnTo>
                      <a:pt x="689" y="394"/>
                    </a:lnTo>
                    <a:lnTo>
                      <a:pt x="690" y="396"/>
                    </a:lnTo>
                    <a:lnTo>
                      <a:pt x="692" y="395"/>
                    </a:lnTo>
                    <a:lnTo>
                      <a:pt x="693" y="394"/>
                    </a:lnTo>
                    <a:lnTo>
                      <a:pt x="694" y="398"/>
                    </a:lnTo>
                    <a:lnTo>
                      <a:pt x="696" y="396"/>
                    </a:lnTo>
                    <a:lnTo>
                      <a:pt x="697" y="400"/>
                    </a:lnTo>
                    <a:lnTo>
                      <a:pt x="698" y="397"/>
                    </a:lnTo>
                    <a:lnTo>
                      <a:pt x="700" y="397"/>
                    </a:lnTo>
                    <a:lnTo>
                      <a:pt x="701" y="398"/>
                    </a:lnTo>
                    <a:lnTo>
                      <a:pt x="702" y="398"/>
                    </a:lnTo>
                    <a:lnTo>
                      <a:pt x="704" y="397"/>
                    </a:lnTo>
                    <a:lnTo>
                      <a:pt x="705" y="400"/>
                    </a:lnTo>
                    <a:lnTo>
                      <a:pt x="706" y="398"/>
                    </a:lnTo>
                    <a:lnTo>
                      <a:pt x="708" y="398"/>
                    </a:lnTo>
                    <a:lnTo>
                      <a:pt x="709" y="401"/>
                    </a:lnTo>
                    <a:lnTo>
                      <a:pt x="711" y="400"/>
                    </a:lnTo>
                    <a:lnTo>
                      <a:pt x="712" y="400"/>
                    </a:lnTo>
                    <a:lnTo>
                      <a:pt x="713" y="402"/>
                    </a:lnTo>
                    <a:lnTo>
                      <a:pt x="715" y="401"/>
                    </a:lnTo>
                    <a:lnTo>
                      <a:pt x="716" y="398"/>
                    </a:lnTo>
                    <a:lnTo>
                      <a:pt x="717" y="402"/>
                    </a:lnTo>
                    <a:lnTo>
                      <a:pt x="719" y="401"/>
                    </a:lnTo>
                    <a:lnTo>
                      <a:pt x="720" y="403"/>
                    </a:lnTo>
                    <a:lnTo>
                      <a:pt x="721" y="401"/>
                    </a:lnTo>
                    <a:lnTo>
                      <a:pt x="723" y="403"/>
                    </a:lnTo>
                    <a:lnTo>
                      <a:pt x="724" y="407"/>
                    </a:lnTo>
                    <a:lnTo>
                      <a:pt x="725" y="409"/>
                    </a:lnTo>
                    <a:lnTo>
                      <a:pt x="727" y="408"/>
                    </a:lnTo>
                    <a:lnTo>
                      <a:pt x="728" y="405"/>
                    </a:lnTo>
                    <a:lnTo>
                      <a:pt x="729" y="402"/>
                    </a:lnTo>
                    <a:lnTo>
                      <a:pt x="731" y="396"/>
                    </a:lnTo>
                    <a:lnTo>
                      <a:pt x="732" y="396"/>
                    </a:lnTo>
                    <a:lnTo>
                      <a:pt x="733" y="395"/>
                    </a:lnTo>
                    <a:lnTo>
                      <a:pt x="735" y="392"/>
                    </a:lnTo>
                    <a:lnTo>
                      <a:pt x="736" y="394"/>
                    </a:lnTo>
                    <a:lnTo>
                      <a:pt x="737" y="393"/>
                    </a:lnTo>
                    <a:lnTo>
                      <a:pt x="739" y="397"/>
                    </a:lnTo>
                    <a:lnTo>
                      <a:pt x="740" y="399"/>
                    </a:lnTo>
                    <a:lnTo>
                      <a:pt x="741" y="404"/>
                    </a:lnTo>
                    <a:lnTo>
                      <a:pt x="743" y="408"/>
                    </a:lnTo>
                    <a:lnTo>
                      <a:pt x="744" y="410"/>
                    </a:lnTo>
                    <a:lnTo>
                      <a:pt x="745" y="412"/>
                    </a:lnTo>
                    <a:lnTo>
                      <a:pt x="747" y="415"/>
                    </a:lnTo>
                    <a:lnTo>
                      <a:pt x="748" y="422"/>
                    </a:lnTo>
                    <a:lnTo>
                      <a:pt x="750" y="423"/>
                    </a:lnTo>
                    <a:lnTo>
                      <a:pt x="751" y="423"/>
                    </a:lnTo>
                    <a:lnTo>
                      <a:pt x="752" y="424"/>
                    </a:lnTo>
                    <a:lnTo>
                      <a:pt x="754" y="426"/>
                    </a:lnTo>
                    <a:lnTo>
                      <a:pt x="755" y="427"/>
                    </a:lnTo>
                    <a:lnTo>
                      <a:pt x="756" y="429"/>
                    </a:lnTo>
                    <a:lnTo>
                      <a:pt x="758" y="427"/>
                    </a:lnTo>
                    <a:lnTo>
                      <a:pt x="759" y="425"/>
                    </a:lnTo>
                    <a:lnTo>
                      <a:pt x="760" y="421"/>
                    </a:lnTo>
                    <a:lnTo>
                      <a:pt x="762" y="424"/>
                    </a:lnTo>
                    <a:lnTo>
                      <a:pt x="763" y="428"/>
                    </a:lnTo>
                    <a:lnTo>
                      <a:pt x="764" y="423"/>
                    </a:lnTo>
                    <a:lnTo>
                      <a:pt x="766" y="422"/>
                    </a:lnTo>
                    <a:lnTo>
                      <a:pt x="767" y="423"/>
                    </a:lnTo>
                    <a:lnTo>
                      <a:pt x="768" y="417"/>
                    </a:lnTo>
                    <a:lnTo>
                      <a:pt x="770" y="419"/>
                    </a:lnTo>
                    <a:lnTo>
                      <a:pt x="771" y="417"/>
                    </a:lnTo>
                    <a:lnTo>
                      <a:pt x="772" y="414"/>
                    </a:lnTo>
                    <a:lnTo>
                      <a:pt x="774" y="417"/>
                    </a:lnTo>
                    <a:lnTo>
                      <a:pt x="775" y="421"/>
                    </a:lnTo>
                    <a:lnTo>
                      <a:pt x="776" y="424"/>
                    </a:lnTo>
                    <a:lnTo>
                      <a:pt x="778" y="428"/>
                    </a:lnTo>
                    <a:lnTo>
                      <a:pt x="779" y="432"/>
                    </a:lnTo>
                    <a:lnTo>
                      <a:pt x="780" y="435"/>
                    </a:lnTo>
                    <a:lnTo>
                      <a:pt x="782" y="436"/>
                    </a:lnTo>
                    <a:lnTo>
                      <a:pt x="783" y="437"/>
                    </a:lnTo>
                    <a:lnTo>
                      <a:pt x="784" y="437"/>
                    </a:lnTo>
                    <a:lnTo>
                      <a:pt x="786" y="433"/>
                    </a:lnTo>
                    <a:lnTo>
                      <a:pt x="787" y="432"/>
                    </a:lnTo>
                    <a:lnTo>
                      <a:pt x="788" y="432"/>
                    </a:lnTo>
                    <a:lnTo>
                      <a:pt x="790" y="431"/>
                    </a:lnTo>
                    <a:lnTo>
                      <a:pt x="791" y="429"/>
                    </a:lnTo>
                    <a:lnTo>
                      <a:pt x="793" y="430"/>
                    </a:lnTo>
                    <a:lnTo>
                      <a:pt x="794" y="430"/>
                    </a:lnTo>
                    <a:lnTo>
                      <a:pt x="795" y="432"/>
                    </a:lnTo>
                    <a:lnTo>
                      <a:pt x="797" y="434"/>
                    </a:lnTo>
                    <a:lnTo>
                      <a:pt x="798" y="433"/>
                    </a:lnTo>
                    <a:lnTo>
                      <a:pt x="799" y="435"/>
                    </a:lnTo>
                    <a:lnTo>
                      <a:pt x="801" y="435"/>
                    </a:lnTo>
                    <a:lnTo>
                      <a:pt x="802" y="439"/>
                    </a:lnTo>
                    <a:lnTo>
                      <a:pt x="803" y="438"/>
                    </a:lnTo>
                    <a:lnTo>
                      <a:pt x="805" y="436"/>
                    </a:lnTo>
                    <a:lnTo>
                      <a:pt x="806" y="436"/>
                    </a:lnTo>
                    <a:lnTo>
                      <a:pt x="807" y="439"/>
                    </a:lnTo>
                    <a:lnTo>
                      <a:pt x="809" y="441"/>
                    </a:lnTo>
                    <a:lnTo>
                      <a:pt x="810" y="436"/>
                    </a:lnTo>
                    <a:lnTo>
                      <a:pt x="811" y="436"/>
                    </a:lnTo>
                    <a:lnTo>
                      <a:pt x="813" y="441"/>
                    </a:lnTo>
                    <a:lnTo>
                      <a:pt x="814" y="440"/>
                    </a:lnTo>
                    <a:lnTo>
                      <a:pt x="815" y="439"/>
                    </a:lnTo>
                    <a:lnTo>
                      <a:pt x="817" y="442"/>
                    </a:lnTo>
                    <a:lnTo>
                      <a:pt x="818" y="441"/>
                    </a:lnTo>
                    <a:lnTo>
                      <a:pt x="819" y="442"/>
                    </a:lnTo>
                    <a:lnTo>
                      <a:pt x="821" y="443"/>
                    </a:lnTo>
                    <a:lnTo>
                      <a:pt x="822" y="442"/>
                    </a:lnTo>
                    <a:lnTo>
                      <a:pt x="823" y="444"/>
                    </a:lnTo>
                    <a:lnTo>
                      <a:pt x="825" y="447"/>
                    </a:lnTo>
                    <a:lnTo>
                      <a:pt x="826" y="448"/>
                    </a:lnTo>
                    <a:lnTo>
                      <a:pt x="827" y="449"/>
                    </a:lnTo>
                    <a:lnTo>
                      <a:pt x="829" y="449"/>
                    </a:lnTo>
                    <a:lnTo>
                      <a:pt x="830" y="451"/>
                    </a:lnTo>
                    <a:lnTo>
                      <a:pt x="831" y="452"/>
                    </a:lnTo>
                    <a:lnTo>
                      <a:pt x="833" y="451"/>
                    </a:lnTo>
                    <a:lnTo>
                      <a:pt x="834" y="447"/>
                    </a:lnTo>
                    <a:lnTo>
                      <a:pt x="836" y="444"/>
                    </a:lnTo>
                    <a:lnTo>
                      <a:pt x="837" y="442"/>
                    </a:lnTo>
                    <a:lnTo>
                      <a:pt x="838" y="447"/>
                    </a:lnTo>
                    <a:lnTo>
                      <a:pt x="840" y="449"/>
                    </a:lnTo>
                    <a:lnTo>
                      <a:pt x="841" y="451"/>
                    </a:lnTo>
                    <a:lnTo>
                      <a:pt x="842" y="455"/>
                    </a:lnTo>
                    <a:lnTo>
                      <a:pt x="844" y="458"/>
                    </a:lnTo>
                    <a:lnTo>
                      <a:pt x="845" y="457"/>
                    </a:lnTo>
                    <a:lnTo>
                      <a:pt x="846" y="459"/>
                    </a:lnTo>
                    <a:lnTo>
                      <a:pt x="848" y="462"/>
                    </a:lnTo>
                    <a:lnTo>
                      <a:pt x="849" y="463"/>
                    </a:lnTo>
                    <a:lnTo>
                      <a:pt x="850" y="459"/>
                    </a:lnTo>
                    <a:lnTo>
                      <a:pt x="852" y="452"/>
                    </a:lnTo>
                    <a:lnTo>
                      <a:pt x="853" y="449"/>
                    </a:lnTo>
                    <a:lnTo>
                      <a:pt x="854" y="445"/>
                    </a:lnTo>
                    <a:lnTo>
                      <a:pt x="856" y="446"/>
                    </a:lnTo>
                    <a:lnTo>
                      <a:pt x="857" y="447"/>
                    </a:lnTo>
                    <a:lnTo>
                      <a:pt x="858" y="447"/>
                    </a:lnTo>
                    <a:lnTo>
                      <a:pt x="860" y="446"/>
                    </a:lnTo>
                    <a:lnTo>
                      <a:pt x="861" y="448"/>
                    </a:lnTo>
                    <a:lnTo>
                      <a:pt x="862" y="449"/>
                    </a:lnTo>
                    <a:lnTo>
                      <a:pt x="864" y="454"/>
                    </a:lnTo>
                    <a:lnTo>
                      <a:pt x="865" y="457"/>
                    </a:lnTo>
                    <a:lnTo>
                      <a:pt x="866" y="459"/>
                    </a:lnTo>
                    <a:lnTo>
                      <a:pt x="868" y="457"/>
                    </a:lnTo>
                    <a:lnTo>
                      <a:pt x="869" y="457"/>
                    </a:lnTo>
                    <a:lnTo>
                      <a:pt x="870" y="458"/>
                    </a:lnTo>
                    <a:lnTo>
                      <a:pt x="872" y="459"/>
                    </a:lnTo>
                    <a:lnTo>
                      <a:pt x="873" y="464"/>
                    </a:lnTo>
                    <a:lnTo>
                      <a:pt x="874" y="464"/>
                    </a:lnTo>
                    <a:lnTo>
                      <a:pt x="876" y="468"/>
                    </a:lnTo>
                    <a:lnTo>
                      <a:pt x="877" y="471"/>
                    </a:lnTo>
                    <a:lnTo>
                      <a:pt x="879" y="477"/>
                    </a:lnTo>
                    <a:lnTo>
                      <a:pt x="880" y="480"/>
                    </a:lnTo>
                    <a:lnTo>
                      <a:pt x="881" y="483"/>
                    </a:lnTo>
                    <a:lnTo>
                      <a:pt x="883" y="484"/>
                    </a:lnTo>
                    <a:lnTo>
                      <a:pt x="884" y="485"/>
                    </a:lnTo>
                    <a:lnTo>
                      <a:pt x="885" y="485"/>
                    </a:lnTo>
                    <a:lnTo>
                      <a:pt x="887" y="483"/>
                    </a:lnTo>
                    <a:lnTo>
                      <a:pt x="888" y="478"/>
                    </a:lnTo>
                    <a:lnTo>
                      <a:pt x="889" y="476"/>
                    </a:lnTo>
                    <a:lnTo>
                      <a:pt x="891" y="471"/>
                    </a:lnTo>
                    <a:lnTo>
                      <a:pt x="892" y="469"/>
                    </a:lnTo>
                    <a:lnTo>
                      <a:pt x="893" y="466"/>
                    </a:lnTo>
                    <a:lnTo>
                      <a:pt x="895" y="463"/>
                    </a:lnTo>
                    <a:lnTo>
                      <a:pt x="896" y="463"/>
                    </a:lnTo>
                    <a:lnTo>
                      <a:pt x="897" y="464"/>
                    </a:lnTo>
                    <a:lnTo>
                      <a:pt x="899" y="469"/>
                    </a:lnTo>
                    <a:lnTo>
                      <a:pt x="900" y="468"/>
                    </a:lnTo>
                    <a:lnTo>
                      <a:pt x="901" y="464"/>
                    </a:lnTo>
                    <a:lnTo>
                      <a:pt x="903" y="469"/>
                    </a:lnTo>
                    <a:lnTo>
                      <a:pt x="904" y="471"/>
                    </a:lnTo>
                    <a:lnTo>
                      <a:pt x="905" y="473"/>
                    </a:lnTo>
                    <a:lnTo>
                      <a:pt x="907" y="473"/>
                    </a:lnTo>
                    <a:lnTo>
                      <a:pt x="908" y="474"/>
                    </a:lnTo>
                    <a:lnTo>
                      <a:pt x="909" y="472"/>
                    </a:lnTo>
                    <a:lnTo>
                      <a:pt x="911" y="476"/>
                    </a:lnTo>
                    <a:lnTo>
                      <a:pt x="912" y="475"/>
                    </a:lnTo>
                    <a:lnTo>
                      <a:pt x="913" y="472"/>
                    </a:lnTo>
                    <a:lnTo>
                      <a:pt x="915" y="473"/>
                    </a:lnTo>
                    <a:lnTo>
                      <a:pt x="916" y="476"/>
                    </a:lnTo>
                    <a:lnTo>
                      <a:pt x="918" y="477"/>
                    </a:lnTo>
                    <a:lnTo>
                      <a:pt x="919" y="473"/>
                    </a:lnTo>
                    <a:lnTo>
                      <a:pt x="920" y="468"/>
                    </a:lnTo>
                    <a:lnTo>
                      <a:pt x="922" y="470"/>
                    </a:lnTo>
                    <a:lnTo>
                      <a:pt x="923" y="474"/>
                    </a:lnTo>
                    <a:lnTo>
                      <a:pt x="924" y="471"/>
                    </a:lnTo>
                    <a:lnTo>
                      <a:pt x="926" y="475"/>
                    </a:lnTo>
                    <a:lnTo>
                      <a:pt x="927" y="472"/>
                    </a:lnTo>
                    <a:lnTo>
                      <a:pt x="928" y="477"/>
                    </a:lnTo>
                    <a:lnTo>
                      <a:pt x="930" y="479"/>
                    </a:lnTo>
                    <a:lnTo>
                      <a:pt x="931" y="477"/>
                    </a:lnTo>
                    <a:lnTo>
                      <a:pt x="932" y="475"/>
                    </a:lnTo>
                    <a:lnTo>
                      <a:pt x="934" y="472"/>
                    </a:lnTo>
                    <a:lnTo>
                      <a:pt x="935" y="471"/>
                    </a:lnTo>
                    <a:lnTo>
                      <a:pt x="936" y="472"/>
                    </a:lnTo>
                    <a:lnTo>
                      <a:pt x="938" y="475"/>
                    </a:lnTo>
                    <a:lnTo>
                      <a:pt x="939" y="476"/>
                    </a:lnTo>
                    <a:lnTo>
                      <a:pt x="940" y="483"/>
                    </a:lnTo>
                    <a:lnTo>
                      <a:pt x="942" y="487"/>
                    </a:lnTo>
                    <a:lnTo>
                      <a:pt x="943" y="490"/>
                    </a:lnTo>
                    <a:lnTo>
                      <a:pt x="944" y="492"/>
                    </a:lnTo>
                    <a:lnTo>
                      <a:pt x="946" y="496"/>
                    </a:lnTo>
                    <a:lnTo>
                      <a:pt x="947" y="494"/>
                    </a:lnTo>
                    <a:lnTo>
                      <a:pt x="948" y="496"/>
                    </a:lnTo>
                    <a:lnTo>
                      <a:pt x="950" y="493"/>
                    </a:lnTo>
                    <a:lnTo>
                      <a:pt x="951" y="492"/>
                    </a:lnTo>
                    <a:lnTo>
                      <a:pt x="952" y="492"/>
                    </a:lnTo>
                    <a:lnTo>
                      <a:pt x="954" y="494"/>
                    </a:lnTo>
                    <a:lnTo>
                      <a:pt x="955" y="496"/>
                    </a:lnTo>
                    <a:lnTo>
                      <a:pt x="956" y="499"/>
                    </a:lnTo>
                    <a:lnTo>
                      <a:pt x="958" y="500"/>
                    </a:lnTo>
                    <a:lnTo>
                      <a:pt x="959" y="503"/>
                    </a:lnTo>
                    <a:lnTo>
                      <a:pt x="961" y="505"/>
                    </a:lnTo>
                    <a:lnTo>
                      <a:pt x="962" y="502"/>
                    </a:lnTo>
                    <a:lnTo>
                      <a:pt x="963" y="506"/>
                    </a:lnTo>
                    <a:lnTo>
                      <a:pt x="965" y="506"/>
                    </a:lnTo>
                    <a:lnTo>
                      <a:pt x="966" y="505"/>
                    </a:lnTo>
                    <a:lnTo>
                      <a:pt x="967" y="505"/>
                    </a:lnTo>
                    <a:lnTo>
                      <a:pt x="969" y="496"/>
                    </a:lnTo>
                    <a:lnTo>
                      <a:pt x="970" y="497"/>
                    </a:lnTo>
                    <a:lnTo>
                      <a:pt x="971" y="500"/>
                    </a:lnTo>
                    <a:lnTo>
                      <a:pt x="973" y="501"/>
                    </a:lnTo>
                    <a:lnTo>
                      <a:pt x="974" y="498"/>
                    </a:lnTo>
                    <a:lnTo>
                      <a:pt x="975" y="499"/>
                    </a:lnTo>
                    <a:lnTo>
                      <a:pt x="977" y="500"/>
                    </a:lnTo>
                    <a:lnTo>
                      <a:pt x="978" y="503"/>
                    </a:lnTo>
                    <a:lnTo>
                      <a:pt x="979" y="502"/>
                    </a:lnTo>
                    <a:lnTo>
                      <a:pt x="981" y="501"/>
                    </a:lnTo>
                    <a:lnTo>
                      <a:pt x="982" y="500"/>
                    </a:lnTo>
                    <a:lnTo>
                      <a:pt x="983" y="500"/>
                    </a:lnTo>
                    <a:lnTo>
                      <a:pt x="985" y="501"/>
                    </a:lnTo>
                    <a:lnTo>
                      <a:pt x="986" y="495"/>
                    </a:lnTo>
                    <a:lnTo>
                      <a:pt x="987" y="504"/>
                    </a:lnTo>
                    <a:lnTo>
                      <a:pt x="989" y="505"/>
                    </a:lnTo>
                    <a:lnTo>
                      <a:pt x="990" y="508"/>
                    </a:lnTo>
                    <a:lnTo>
                      <a:pt x="991" y="507"/>
                    </a:lnTo>
                    <a:lnTo>
                      <a:pt x="993" y="510"/>
                    </a:lnTo>
                    <a:lnTo>
                      <a:pt x="994" y="507"/>
                    </a:lnTo>
                    <a:lnTo>
                      <a:pt x="995" y="512"/>
                    </a:lnTo>
                    <a:lnTo>
                      <a:pt x="997" y="511"/>
                    </a:lnTo>
                    <a:lnTo>
                      <a:pt x="998" y="512"/>
                    </a:lnTo>
                    <a:lnTo>
                      <a:pt x="999" y="516"/>
                    </a:lnTo>
                    <a:lnTo>
                      <a:pt x="1001" y="513"/>
                    </a:lnTo>
                    <a:lnTo>
                      <a:pt x="1002" y="513"/>
                    </a:lnTo>
                    <a:lnTo>
                      <a:pt x="1004" y="518"/>
                    </a:lnTo>
                    <a:lnTo>
                      <a:pt x="1005" y="522"/>
                    </a:lnTo>
                    <a:lnTo>
                      <a:pt x="1006" y="521"/>
                    </a:lnTo>
                    <a:lnTo>
                      <a:pt x="1008" y="523"/>
                    </a:lnTo>
                    <a:lnTo>
                      <a:pt x="1009" y="522"/>
                    </a:lnTo>
                    <a:lnTo>
                      <a:pt x="1010" y="522"/>
                    </a:lnTo>
                    <a:lnTo>
                      <a:pt x="1012" y="527"/>
                    </a:lnTo>
                    <a:lnTo>
                      <a:pt x="1013" y="529"/>
                    </a:lnTo>
                    <a:lnTo>
                      <a:pt x="1014" y="529"/>
                    </a:lnTo>
                    <a:lnTo>
                      <a:pt x="1016" y="528"/>
                    </a:lnTo>
                    <a:lnTo>
                      <a:pt x="1017" y="530"/>
                    </a:lnTo>
                    <a:lnTo>
                      <a:pt x="1018" y="529"/>
                    </a:lnTo>
                    <a:lnTo>
                      <a:pt x="1020" y="531"/>
                    </a:lnTo>
                    <a:lnTo>
                      <a:pt x="1021" y="526"/>
                    </a:lnTo>
                    <a:lnTo>
                      <a:pt x="1022" y="525"/>
                    </a:lnTo>
                    <a:lnTo>
                      <a:pt x="1024" y="528"/>
                    </a:lnTo>
                    <a:lnTo>
                      <a:pt x="1025" y="524"/>
                    </a:lnTo>
                    <a:lnTo>
                      <a:pt x="1026" y="522"/>
                    </a:lnTo>
                    <a:lnTo>
                      <a:pt x="1028" y="522"/>
                    </a:lnTo>
                    <a:lnTo>
                      <a:pt x="1029" y="523"/>
                    </a:lnTo>
                    <a:lnTo>
                      <a:pt x="1030" y="529"/>
                    </a:lnTo>
                    <a:lnTo>
                      <a:pt x="1032" y="532"/>
                    </a:lnTo>
                    <a:lnTo>
                      <a:pt x="1033" y="532"/>
                    </a:lnTo>
                    <a:lnTo>
                      <a:pt x="1034" y="534"/>
                    </a:lnTo>
                    <a:lnTo>
                      <a:pt x="1036" y="538"/>
                    </a:lnTo>
                    <a:lnTo>
                      <a:pt x="1037" y="539"/>
                    </a:lnTo>
                    <a:lnTo>
                      <a:pt x="1038" y="541"/>
                    </a:lnTo>
                    <a:lnTo>
                      <a:pt x="1040" y="541"/>
                    </a:lnTo>
                    <a:lnTo>
                      <a:pt x="1041" y="539"/>
                    </a:lnTo>
                    <a:lnTo>
                      <a:pt x="1042" y="538"/>
                    </a:lnTo>
                    <a:lnTo>
                      <a:pt x="1044" y="534"/>
                    </a:lnTo>
                    <a:lnTo>
                      <a:pt x="1045" y="536"/>
                    </a:lnTo>
                    <a:lnTo>
                      <a:pt x="1047" y="536"/>
                    </a:lnTo>
                    <a:lnTo>
                      <a:pt x="1048" y="534"/>
                    </a:lnTo>
                    <a:lnTo>
                      <a:pt x="1049" y="533"/>
                    </a:lnTo>
                    <a:lnTo>
                      <a:pt x="1051" y="532"/>
                    </a:lnTo>
                    <a:lnTo>
                      <a:pt x="1052" y="530"/>
                    </a:lnTo>
                    <a:lnTo>
                      <a:pt x="1053" y="527"/>
                    </a:lnTo>
                    <a:lnTo>
                      <a:pt x="1055" y="522"/>
                    </a:lnTo>
                    <a:lnTo>
                      <a:pt x="1056" y="522"/>
                    </a:lnTo>
                    <a:lnTo>
                      <a:pt x="1057" y="520"/>
                    </a:lnTo>
                    <a:lnTo>
                      <a:pt x="1059" y="522"/>
                    </a:lnTo>
                    <a:lnTo>
                      <a:pt x="1060" y="526"/>
                    </a:lnTo>
                    <a:lnTo>
                      <a:pt x="1061" y="527"/>
                    </a:lnTo>
                    <a:lnTo>
                      <a:pt x="1063" y="533"/>
                    </a:lnTo>
                    <a:lnTo>
                      <a:pt x="1064" y="534"/>
                    </a:lnTo>
                    <a:lnTo>
                      <a:pt x="1065" y="540"/>
                    </a:lnTo>
                    <a:lnTo>
                      <a:pt x="1067" y="540"/>
                    </a:lnTo>
                    <a:lnTo>
                      <a:pt x="1068" y="541"/>
                    </a:lnTo>
                    <a:lnTo>
                      <a:pt x="1069" y="545"/>
                    </a:lnTo>
                    <a:lnTo>
                      <a:pt x="1071" y="541"/>
                    </a:lnTo>
                    <a:lnTo>
                      <a:pt x="1072" y="544"/>
                    </a:lnTo>
                    <a:lnTo>
                      <a:pt x="1073" y="543"/>
                    </a:lnTo>
                    <a:lnTo>
                      <a:pt x="1075" y="545"/>
                    </a:lnTo>
                    <a:lnTo>
                      <a:pt x="1076" y="541"/>
                    </a:lnTo>
                    <a:lnTo>
                      <a:pt x="1077" y="546"/>
                    </a:lnTo>
                    <a:lnTo>
                      <a:pt x="1079" y="547"/>
                    </a:lnTo>
                    <a:lnTo>
                      <a:pt x="1080" y="541"/>
                    </a:lnTo>
                    <a:lnTo>
                      <a:pt x="1081" y="543"/>
                    </a:lnTo>
                    <a:lnTo>
                      <a:pt x="1083" y="544"/>
                    </a:lnTo>
                    <a:lnTo>
                      <a:pt x="1084" y="542"/>
                    </a:lnTo>
                    <a:lnTo>
                      <a:pt x="1086" y="544"/>
                    </a:lnTo>
                    <a:lnTo>
                      <a:pt x="1087" y="546"/>
                    </a:lnTo>
                    <a:lnTo>
                      <a:pt x="1088" y="543"/>
                    </a:lnTo>
                    <a:lnTo>
                      <a:pt x="1090" y="546"/>
                    </a:lnTo>
                    <a:lnTo>
                      <a:pt x="1091" y="549"/>
                    </a:lnTo>
                    <a:lnTo>
                      <a:pt x="1092" y="552"/>
                    </a:lnTo>
                    <a:lnTo>
                      <a:pt x="1094" y="555"/>
                    </a:lnTo>
                    <a:lnTo>
                      <a:pt x="1095" y="557"/>
                    </a:lnTo>
                    <a:lnTo>
                      <a:pt x="1096" y="557"/>
                    </a:lnTo>
                    <a:lnTo>
                      <a:pt x="1098" y="559"/>
                    </a:lnTo>
                    <a:lnTo>
                      <a:pt x="1099" y="563"/>
                    </a:lnTo>
                    <a:lnTo>
                      <a:pt x="1100" y="567"/>
                    </a:lnTo>
                    <a:lnTo>
                      <a:pt x="1102" y="566"/>
                    </a:lnTo>
                    <a:lnTo>
                      <a:pt x="1103" y="566"/>
                    </a:lnTo>
                    <a:lnTo>
                      <a:pt x="1104" y="567"/>
                    </a:lnTo>
                    <a:lnTo>
                      <a:pt x="1106" y="564"/>
                    </a:lnTo>
                    <a:lnTo>
                      <a:pt x="1107" y="565"/>
                    </a:lnTo>
                    <a:lnTo>
                      <a:pt x="1108" y="564"/>
                    </a:lnTo>
                    <a:lnTo>
                      <a:pt x="1110" y="559"/>
                    </a:lnTo>
                    <a:lnTo>
                      <a:pt x="1111" y="560"/>
                    </a:lnTo>
                    <a:lnTo>
                      <a:pt x="1112" y="562"/>
                    </a:lnTo>
                    <a:lnTo>
                      <a:pt x="1114" y="564"/>
                    </a:lnTo>
                    <a:lnTo>
                      <a:pt x="1115" y="569"/>
                    </a:lnTo>
                    <a:lnTo>
                      <a:pt x="1116" y="570"/>
                    </a:lnTo>
                    <a:lnTo>
                      <a:pt x="1118" y="568"/>
                    </a:lnTo>
                    <a:lnTo>
                      <a:pt x="1119" y="567"/>
                    </a:lnTo>
                    <a:lnTo>
                      <a:pt x="1120" y="568"/>
                    </a:lnTo>
                    <a:lnTo>
                      <a:pt x="1122" y="568"/>
                    </a:lnTo>
                    <a:lnTo>
                      <a:pt x="1123" y="568"/>
                    </a:lnTo>
                    <a:lnTo>
                      <a:pt x="1124" y="570"/>
                    </a:lnTo>
                    <a:lnTo>
                      <a:pt x="1126" y="566"/>
                    </a:lnTo>
                    <a:lnTo>
                      <a:pt x="1127" y="569"/>
                    </a:lnTo>
                    <a:lnTo>
                      <a:pt x="1129" y="570"/>
                    </a:lnTo>
                    <a:lnTo>
                      <a:pt x="1130" y="572"/>
                    </a:lnTo>
                    <a:lnTo>
                      <a:pt x="1131" y="572"/>
                    </a:lnTo>
                    <a:lnTo>
                      <a:pt x="1133" y="574"/>
                    </a:lnTo>
                    <a:lnTo>
                      <a:pt x="1134" y="575"/>
                    </a:lnTo>
                    <a:lnTo>
                      <a:pt x="1135" y="571"/>
                    </a:lnTo>
                    <a:lnTo>
                      <a:pt x="1137" y="570"/>
                    </a:lnTo>
                    <a:lnTo>
                      <a:pt x="1138" y="567"/>
                    </a:lnTo>
                    <a:lnTo>
                      <a:pt x="1139" y="568"/>
                    </a:lnTo>
                    <a:lnTo>
                      <a:pt x="1141" y="564"/>
                    </a:lnTo>
                    <a:lnTo>
                      <a:pt x="1142" y="565"/>
                    </a:lnTo>
                    <a:lnTo>
                      <a:pt x="1143" y="570"/>
                    </a:lnTo>
                    <a:lnTo>
                      <a:pt x="1145" y="572"/>
                    </a:lnTo>
                    <a:lnTo>
                      <a:pt x="1146" y="570"/>
                    </a:lnTo>
                    <a:lnTo>
                      <a:pt x="1147" y="576"/>
                    </a:lnTo>
                    <a:lnTo>
                      <a:pt x="1149" y="578"/>
                    </a:lnTo>
                    <a:lnTo>
                      <a:pt x="1150" y="580"/>
                    </a:lnTo>
                    <a:lnTo>
                      <a:pt x="1151" y="576"/>
                    </a:lnTo>
                    <a:lnTo>
                      <a:pt x="1153" y="575"/>
                    </a:lnTo>
                    <a:lnTo>
                      <a:pt x="1154" y="573"/>
                    </a:lnTo>
                    <a:lnTo>
                      <a:pt x="1155" y="576"/>
                    </a:lnTo>
                    <a:lnTo>
                      <a:pt x="1157" y="578"/>
                    </a:lnTo>
                    <a:lnTo>
                      <a:pt x="1158" y="575"/>
                    </a:lnTo>
                    <a:lnTo>
                      <a:pt x="1159" y="576"/>
                    </a:lnTo>
                    <a:lnTo>
                      <a:pt x="1161" y="578"/>
                    </a:lnTo>
                    <a:lnTo>
                      <a:pt x="1162" y="577"/>
                    </a:lnTo>
                    <a:lnTo>
                      <a:pt x="1163" y="579"/>
                    </a:lnTo>
                    <a:lnTo>
                      <a:pt x="1165" y="581"/>
                    </a:lnTo>
                    <a:lnTo>
                      <a:pt x="1166" y="582"/>
                    </a:lnTo>
                    <a:lnTo>
                      <a:pt x="1167" y="586"/>
                    </a:lnTo>
                    <a:lnTo>
                      <a:pt x="1169" y="586"/>
                    </a:lnTo>
                    <a:lnTo>
                      <a:pt x="1170" y="590"/>
                    </a:lnTo>
                    <a:lnTo>
                      <a:pt x="1172" y="596"/>
                    </a:lnTo>
                    <a:lnTo>
                      <a:pt x="1173" y="597"/>
                    </a:lnTo>
                    <a:lnTo>
                      <a:pt x="1174" y="600"/>
                    </a:lnTo>
                    <a:lnTo>
                      <a:pt x="1176" y="604"/>
                    </a:lnTo>
                    <a:lnTo>
                      <a:pt x="1177" y="604"/>
                    </a:lnTo>
                    <a:lnTo>
                      <a:pt x="1178" y="604"/>
                    </a:lnTo>
                    <a:lnTo>
                      <a:pt x="1180" y="602"/>
                    </a:lnTo>
                    <a:lnTo>
                      <a:pt x="1181" y="602"/>
                    </a:lnTo>
                    <a:lnTo>
                      <a:pt x="1182" y="604"/>
                    </a:lnTo>
                    <a:lnTo>
                      <a:pt x="1184" y="601"/>
                    </a:lnTo>
                    <a:lnTo>
                      <a:pt x="1185" y="599"/>
                    </a:lnTo>
                    <a:lnTo>
                      <a:pt x="1186" y="600"/>
                    </a:lnTo>
                    <a:lnTo>
                      <a:pt x="1188" y="597"/>
                    </a:lnTo>
                    <a:lnTo>
                      <a:pt x="1189" y="594"/>
                    </a:lnTo>
                    <a:lnTo>
                      <a:pt x="1190" y="595"/>
                    </a:lnTo>
                    <a:lnTo>
                      <a:pt x="1192" y="594"/>
                    </a:lnTo>
                    <a:lnTo>
                      <a:pt x="1193" y="590"/>
                    </a:lnTo>
                    <a:lnTo>
                      <a:pt x="1194" y="592"/>
                    </a:lnTo>
                    <a:lnTo>
                      <a:pt x="1196" y="589"/>
                    </a:lnTo>
                    <a:lnTo>
                      <a:pt x="1197" y="593"/>
                    </a:lnTo>
                    <a:lnTo>
                      <a:pt x="1198" y="595"/>
                    </a:lnTo>
                    <a:lnTo>
                      <a:pt x="1200" y="594"/>
                    </a:lnTo>
                    <a:lnTo>
                      <a:pt x="1201" y="594"/>
                    </a:lnTo>
                    <a:lnTo>
                      <a:pt x="1202" y="594"/>
                    </a:lnTo>
                    <a:lnTo>
                      <a:pt x="1204" y="595"/>
                    </a:lnTo>
                    <a:lnTo>
                      <a:pt x="1205" y="590"/>
                    </a:lnTo>
                    <a:lnTo>
                      <a:pt x="1206" y="588"/>
                    </a:lnTo>
                    <a:lnTo>
                      <a:pt x="1208" y="589"/>
                    </a:lnTo>
                    <a:lnTo>
                      <a:pt x="1209" y="589"/>
                    </a:lnTo>
                    <a:lnTo>
                      <a:pt x="1210" y="585"/>
                    </a:lnTo>
                    <a:lnTo>
                      <a:pt x="1212" y="583"/>
                    </a:lnTo>
                    <a:lnTo>
                      <a:pt x="1213" y="584"/>
                    </a:lnTo>
                    <a:lnTo>
                      <a:pt x="1215" y="588"/>
                    </a:lnTo>
                    <a:lnTo>
                      <a:pt x="1216" y="588"/>
                    </a:lnTo>
                    <a:lnTo>
                      <a:pt x="1217" y="590"/>
                    </a:lnTo>
                    <a:lnTo>
                      <a:pt x="1219" y="593"/>
                    </a:lnTo>
                    <a:lnTo>
                      <a:pt x="1220" y="598"/>
                    </a:lnTo>
                    <a:lnTo>
                      <a:pt x="1221" y="607"/>
                    </a:lnTo>
                    <a:lnTo>
                      <a:pt x="1223" y="613"/>
                    </a:lnTo>
                    <a:lnTo>
                      <a:pt x="1224" y="617"/>
                    </a:lnTo>
                    <a:lnTo>
                      <a:pt x="1225" y="621"/>
                    </a:lnTo>
                    <a:lnTo>
                      <a:pt x="1227" y="620"/>
                    </a:lnTo>
                    <a:lnTo>
                      <a:pt x="1228" y="623"/>
                    </a:lnTo>
                    <a:lnTo>
                      <a:pt x="1229" y="624"/>
                    </a:lnTo>
                    <a:lnTo>
                      <a:pt x="1231" y="623"/>
                    </a:lnTo>
                    <a:lnTo>
                      <a:pt x="1232" y="617"/>
                    </a:lnTo>
                    <a:lnTo>
                      <a:pt x="1233" y="619"/>
                    </a:lnTo>
                    <a:lnTo>
                      <a:pt x="1235" y="616"/>
                    </a:lnTo>
                    <a:lnTo>
                      <a:pt x="1236" y="617"/>
                    </a:lnTo>
                    <a:lnTo>
                      <a:pt x="1237" y="616"/>
                    </a:lnTo>
                    <a:lnTo>
                      <a:pt x="1239" y="613"/>
                    </a:lnTo>
                    <a:lnTo>
                      <a:pt x="1240" y="609"/>
                    </a:lnTo>
                    <a:lnTo>
                      <a:pt x="1241" y="607"/>
                    </a:lnTo>
                    <a:lnTo>
                      <a:pt x="1243" y="606"/>
                    </a:lnTo>
                    <a:lnTo>
                      <a:pt x="1244" y="612"/>
                    </a:lnTo>
                    <a:lnTo>
                      <a:pt x="1245" y="606"/>
                    </a:lnTo>
                    <a:lnTo>
                      <a:pt x="1247" y="612"/>
                    </a:lnTo>
                    <a:lnTo>
                      <a:pt x="1248" y="613"/>
                    </a:lnTo>
                    <a:lnTo>
                      <a:pt x="1249" y="616"/>
                    </a:lnTo>
                    <a:lnTo>
                      <a:pt x="1251" y="620"/>
                    </a:lnTo>
                    <a:lnTo>
                      <a:pt x="1252" y="616"/>
                    </a:lnTo>
                    <a:lnTo>
                      <a:pt x="1254" y="621"/>
                    </a:lnTo>
                    <a:lnTo>
                      <a:pt x="1255" y="624"/>
                    </a:lnTo>
                    <a:lnTo>
                      <a:pt x="1256" y="622"/>
                    </a:lnTo>
                    <a:lnTo>
                      <a:pt x="1258" y="620"/>
                    </a:lnTo>
                    <a:lnTo>
                      <a:pt x="1259" y="622"/>
                    </a:lnTo>
                    <a:lnTo>
                      <a:pt x="1260" y="621"/>
                    </a:lnTo>
                    <a:lnTo>
                      <a:pt x="1262" y="620"/>
                    </a:lnTo>
                    <a:lnTo>
                      <a:pt x="1263" y="615"/>
                    </a:lnTo>
                    <a:lnTo>
                      <a:pt x="1264" y="616"/>
                    </a:lnTo>
                    <a:lnTo>
                      <a:pt x="1266" y="615"/>
                    </a:lnTo>
                    <a:lnTo>
                      <a:pt x="1267" y="619"/>
                    </a:lnTo>
                    <a:lnTo>
                      <a:pt x="1268" y="621"/>
                    </a:lnTo>
                    <a:lnTo>
                      <a:pt x="1270" y="624"/>
                    </a:lnTo>
                    <a:lnTo>
                      <a:pt x="1271" y="626"/>
                    </a:lnTo>
                    <a:lnTo>
                      <a:pt x="1272" y="629"/>
                    </a:lnTo>
                    <a:lnTo>
                      <a:pt x="1274" y="630"/>
                    </a:lnTo>
                    <a:lnTo>
                      <a:pt x="1275" y="632"/>
                    </a:lnTo>
                    <a:lnTo>
                      <a:pt x="1276" y="632"/>
                    </a:lnTo>
                    <a:lnTo>
                      <a:pt x="1278" y="629"/>
                    </a:lnTo>
                    <a:lnTo>
                      <a:pt x="1279" y="628"/>
                    </a:lnTo>
                    <a:lnTo>
                      <a:pt x="1280" y="630"/>
                    </a:lnTo>
                    <a:lnTo>
                      <a:pt x="1282" y="635"/>
                    </a:lnTo>
                    <a:lnTo>
                      <a:pt x="1283" y="637"/>
                    </a:lnTo>
                    <a:lnTo>
                      <a:pt x="1284" y="636"/>
                    </a:lnTo>
                    <a:lnTo>
                      <a:pt x="1286" y="639"/>
                    </a:lnTo>
                    <a:lnTo>
                      <a:pt x="1287" y="638"/>
                    </a:lnTo>
                    <a:lnTo>
                      <a:pt x="1288" y="641"/>
                    </a:lnTo>
                    <a:lnTo>
                      <a:pt x="1290" y="642"/>
                    </a:lnTo>
                    <a:lnTo>
                      <a:pt x="1291" y="638"/>
                    </a:lnTo>
                    <a:lnTo>
                      <a:pt x="1292" y="638"/>
                    </a:lnTo>
                    <a:lnTo>
                      <a:pt x="1294" y="638"/>
                    </a:lnTo>
                    <a:lnTo>
                      <a:pt x="1295" y="638"/>
                    </a:lnTo>
                    <a:lnTo>
                      <a:pt x="1297" y="639"/>
                    </a:lnTo>
                    <a:lnTo>
                      <a:pt x="1298" y="641"/>
                    </a:lnTo>
                    <a:lnTo>
                      <a:pt x="1299" y="640"/>
                    </a:lnTo>
                    <a:lnTo>
                      <a:pt x="1301" y="636"/>
                    </a:lnTo>
                    <a:lnTo>
                      <a:pt x="1302" y="632"/>
                    </a:lnTo>
                    <a:lnTo>
                      <a:pt x="1303" y="631"/>
                    </a:lnTo>
                    <a:lnTo>
                      <a:pt x="1305" y="631"/>
                    </a:lnTo>
                    <a:lnTo>
                      <a:pt x="1306" y="629"/>
                    </a:lnTo>
                    <a:lnTo>
                      <a:pt x="1307" y="629"/>
                    </a:lnTo>
                    <a:lnTo>
                      <a:pt x="1309" y="628"/>
                    </a:lnTo>
                    <a:lnTo>
                      <a:pt x="1310" y="635"/>
                    </a:lnTo>
                    <a:lnTo>
                      <a:pt x="1311" y="643"/>
                    </a:lnTo>
                    <a:lnTo>
                      <a:pt x="1313" y="649"/>
                    </a:lnTo>
                    <a:lnTo>
                      <a:pt x="1314" y="646"/>
                    </a:lnTo>
                    <a:lnTo>
                      <a:pt x="1315" y="644"/>
                    </a:lnTo>
                    <a:lnTo>
                      <a:pt x="1317" y="646"/>
                    </a:lnTo>
                    <a:lnTo>
                      <a:pt x="1318" y="647"/>
                    </a:lnTo>
                    <a:lnTo>
                      <a:pt x="1319" y="650"/>
                    </a:lnTo>
                    <a:lnTo>
                      <a:pt x="1321" y="645"/>
                    </a:lnTo>
                    <a:lnTo>
                      <a:pt x="1322" y="645"/>
                    </a:lnTo>
                    <a:lnTo>
                      <a:pt x="1323" y="645"/>
                    </a:lnTo>
                    <a:lnTo>
                      <a:pt x="1325" y="650"/>
                    </a:lnTo>
                    <a:lnTo>
                      <a:pt x="1326" y="649"/>
                    </a:lnTo>
                    <a:lnTo>
                      <a:pt x="1327" y="652"/>
                    </a:lnTo>
                    <a:lnTo>
                      <a:pt x="1329" y="646"/>
                    </a:lnTo>
                    <a:lnTo>
                      <a:pt x="1330" y="646"/>
                    </a:lnTo>
                    <a:lnTo>
                      <a:pt x="1331" y="647"/>
                    </a:lnTo>
                    <a:lnTo>
                      <a:pt x="1333" y="645"/>
                    </a:lnTo>
                    <a:lnTo>
                      <a:pt x="1334" y="651"/>
                    </a:lnTo>
                    <a:lnTo>
                      <a:pt x="1335" y="652"/>
                    </a:lnTo>
                    <a:lnTo>
                      <a:pt x="1337" y="650"/>
                    </a:lnTo>
                    <a:lnTo>
                      <a:pt x="1338" y="653"/>
                    </a:lnTo>
                    <a:lnTo>
                      <a:pt x="1340" y="656"/>
                    </a:lnTo>
                    <a:lnTo>
                      <a:pt x="1341" y="660"/>
                    </a:lnTo>
                    <a:lnTo>
                      <a:pt x="1342" y="657"/>
                    </a:lnTo>
                    <a:lnTo>
                      <a:pt x="1344" y="658"/>
                    </a:lnTo>
                    <a:lnTo>
                      <a:pt x="1345" y="657"/>
                    </a:lnTo>
                    <a:lnTo>
                      <a:pt x="1346" y="658"/>
                    </a:lnTo>
                    <a:lnTo>
                      <a:pt x="1348" y="659"/>
                    </a:lnTo>
                    <a:lnTo>
                      <a:pt x="1349" y="658"/>
                    </a:lnTo>
                    <a:lnTo>
                      <a:pt x="1350" y="657"/>
                    </a:lnTo>
                    <a:lnTo>
                      <a:pt x="1352" y="655"/>
                    </a:lnTo>
                    <a:lnTo>
                      <a:pt x="1353" y="657"/>
                    </a:lnTo>
                    <a:lnTo>
                      <a:pt x="1354" y="660"/>
                    </a:lnTo>
                    <a:lnTo>
                      <a:pt x="1356" y="662"/>
                    </a:lnTo>
                    <a:lnTo>
                      <a:pt x="1357" y="658"/>
                    </a:lnTo>
                    <a:lnTo>
                      <a:pt x="1358" y="659"/>
                    </a:lnTo>
                    <a:lnTo>
                      <a:pt x="1360" y="661"/>
                    </a:lnTo>
                    <a:lnTo>
                      <a:pt x="1361" y="661"/>
                    </a:lnTo>
                    <a:lnTo>
                      <a:pt x="1362" y="664"/>
                    </a:lnTo>
                    <a:lnTo>
                      <a:pt x="1364" y="666"/>
                    </a:lnTo>
                    <a:lnTo>
                      <a:pt x="1365" y="667"/>
                    </a:lnTo>
                    <a:lnTo>
                      <a:pt x="1366" y="670"/>
                    </a:lnTo>
                    <a:lnTo>
                      <a:pt x="1368" y="672"/>
                    </a:lnTo>
                    <a:lnTo>
                      <a:pt x="1369" y="668"/>
                    </a:lnTo>
                    <a:lnTo>
                      <a:pt x="1370" y="669"/>
                    </a:lnTo>
                    <a:lnTo>
                      <a:pt x="1372" y="674"/>
                    </a:lnTo>
                    <a:lnTo>
                      <a:pt x="1373" y="672"/>
                    </a:lnTo>
                    <a:lnTo>
                      <a:pt x="1374" y="666"/>
                    </a:lnTo>
                    <a:lnTo>
                      <a:pt x="1376" y="664"/>
                    </a:lnTo>
                    <a:lnTo>
                      <a:pt x="1377" y="662"/>
                    </a:lnTo>
                    <a:lnTo>
                      <a:pt x="1378" y="665"/>
                    </a:lnTo>
                    <a:lnTo>
                      <a:pt x="1380" y="663"/>
                    </a:lnTo>
                    <a:lnTo>
                      <a:pt x="1381" y="663"/>
                    </a:lnTo>
                    <a:lnTo>
                      <a:pt x="1383" y="661"/>
                    </a:lnTo>
                    <a:lnTo>
                      <a:pt x="1384" y="664"/>
                    </a:lnTo>
                    <a:lnTo>
                      <a:pt x="1385" y="666"/>
                    </a:lnTo>
                    <a:lnTo>
                      <a:pt x="1387" y="670"/>
                    </a:lnTo>
                    <a:lnTo>
                      <a:pt x="1388" y="673"/>
                    </a:lnTo>
                    <a:lnTo>
                      <a:pt x="1389" y="674"/>
                    </a:lnTo>
                    <a:lnTo>
                      <a:pt x="1391" y="670"/>
                    </a:lnTo>
                    <a:lnTo>
                      <a:pt x="1392" y="671"/>
                    </a:lnTo>
                    <a:lnTo>
                      <a:pt x="1393" y="671"/>
                    </a:lnTo>
                    <a:lnTo>
                      <a:pt x="1395" y="676"/>
                    </a:lnTo>
                    <a:lnTo>
                      <a:pt x="1396" y="676"/>
                    </a:lnTo>
                    <a:lnTo>
                      <a:pt x="1397" y="674"/>
                    </a:lnTo>
                    <a:lnTo>
                      <a:pt x="1399" y="673"/>
                    </a:lnTo>
                    <a:lnTo>
                      <a:pt x="1400" y="673"/>
                    </a:lnTo>
                    <a:lnTo>
                      <a:pt x="1401" y="676"/>
                    </a:lnTo>
                    <a:lnTo>
                      <a:pt x="1403" y="675"/>
                    </a:lnTo>
                    <a:lnTo>
                      <a:pt x="1404" y="674"/>
                    </a:lnTo>
                    <a:lnTo>
                      <a:pt x="1405" y="669"/>
                    </a:lnTo>
                    <a:lnTo>
                      <a:pt x="1407" y="671"/>
                    </a:lnTo>
                    <a:lnTo>
                      <a:pt x="1408" y="672"/>
                    </a:lnTo>
                    <a:lnTo>
                      <a:pt x="1409" y="676"/>
                    </a:lnTo>
                    <a:lnTo>
                      <a:pt x="1411" y="677"/>
                    </a:lnTo>
                    <a:lnTo>
                      <a:pt x="1412" y="682"/>
                    </a:lnTo>
                    <a:lnTo>
                      <a:pt x="1413" y="678"/>
                    </a:lnTo>
                    <a:lnTo>
                      <a:pt x="1415" y="684"/>
                    </a:lnTo>
                    <a:lnTo>
                      <a:pt x="1416" y="687"/>
                    </a:lnTo>
                    <a:lnTo>
                      <a:pt x="1417" y="688"/>
                    </a:lnTo>
                    <a:lnTo>
                      <a:pt x="1419" y="689"/>
                    </a:lnTo>
                    <a:lnTo>
                      <a:pt x="1420" y="689"/>
                    </a:lnTo>
                    <a:lnTo>
                      <a:pt x="1422" y="691"/>
                    </a:lnTo>
                    <a:lnTo>
                      <a:pt x="1423" y="687"/>
                    </a:lnTo>
                    <a:lnTo>
                      <a:pt x="1424" y="689"/>
                    </a:lnTo>
                  </a:path>
                </a:pathLst>
              </a:custGeom>
              <a:noFill/>
              <a:ln cap="flat" cmpd="sng" w="25400">
                <a:solidFill>
                  <a:srgbClr val="8B008B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 flipH="1" rot="10800000">
                <a:off x="6726238" y="4271963"/>
                <a:ext cx="3762375" cy="1487488"/>
              </a:xfrm>
              <a:custGeom>
                <a:rect b="b" l="l" r="r" t="t"/>
                <a:pathLst>
                  <a:path extrusionOk="0" h="675" w="1424">
                    <a:moveTo>
                      <a:pt x="0" y="459"/>
                    </a:moveTo>
                    <a:lnTo>
                      <a:pt x="1" y="450"/>
                    </a:lnTo>
                    <a:lnTo>
                      <a:pt x="2" y="447"/>
                    </a:lnTo>
                    <a:lnTo>
                      <a:pt x="4" y="446"/>
                    </a:lnTo>
                    <a:lnTo>
                      <a:pt x="5" y="445"/>
                    </a:lnTo>
                    <a:lnTo>
                      <a:pt x="6" y="448"/>
                    </a:lnTo>
                    <a:lnTo>
                      <a:pt x="8" y="445"/>
                    </a:lnTo>
                    <a:lnTo>
                      <a:pt x="9" y="442"/>
                    </a:lnTo>
                    <a:lnTo>
                      <a:pt x="10" y="443"/>
                    </a:lnTo>
                    <a:lnTo>
                      <a:pt x="12" y="442"/>
                    </a:lnTo>
                    <a:lnTo>
                      <a:pt x="13" y="437"/>
                    </a:lnTo>
                    <a:lnTo>
                      <a:pt x="14" y="439"/>
                    </a:lnTo>
                    <a:lnTo>
                      <a:pt x="16" y="438"/>
                    </a:lnTo>
                    <a:lnTo>
                      <a:pt x="17" y="449"/>
                    </a:lnTo>
                    <a:lnTo>
                      <a:pt x="18" y="450"/>
                    </a:lnTo>
                    <a:lnTo>
                      <a:pt x="20" y="447"/>
                    </a:lnTo>
                    <a:lnTo>
                      <a:pt x="21" y="448"/>
                    </a:lnTo>
                    <a:lnTo>
                      <a:pt x="22" y="450"/>
                    </a:lnTo>
                    <a:lnTo>
                      <a:pt x="24" y="450"/>
                    </a:lnTo>
                    <a:lnTo>
                      <a:pt x="25" y="448"/>
                    </a:lnTo>
                    <a:lnTo>
                      <a:pt x="26" y="441"/>
                    </a:lnTo>
                    <a:lnTo>
                      <a:pt x="28" y="441"/>
                    </a:lnTo>
                    <a:lnTo>
                      <a:pt x="29" y="444"/>
                    </a:lnTo>
                    <a:lnTo>
                      <a:pt x="30" y="447"/>
                    </a:lnTo>
                    <a:lnTo>
                      <a:pt x="32" y="447"/>
                    </a:lnTo>
                    <a:lnTo>
                      <a:pt x="33" y="446"/>
                    </a:lnTo>
                    <a:lnTo>
                      <a:pt x="34" y="450"/>
                    </a:lnTo>
                    <a:lnTo>
                      <a:pt x="36" y="449"/>
                    </a:lnTo>
                    <a:lnTo>
                      <a:pt x="37" y="448"/>
                    </a:lnTo>
                    <a:lnTo>
                      <a:pt x="39" y="450"/>
                    </a:lnTo>
                    <a:lnTo>
                      <a:pt x="40" y="442"/>
                    </a:lnTo>
                    <a:lnTo>
                      <a:pt x="41" y="441"/>
                    </a:lnTo>
                    <a:lnTo>
                      <a:pt x="43" y="438"/>
                    </a:lnTo>
                    <a:lnTo>
                      <a:pt x="44" y="440"/>
                    </a:lnTo>
                    <a:lnTo>
                      <a:pt x="45" y="442"/>
                    </a:lnTo>
                    <a:lnTo>
                      <a:pt x="47" y="439"/>
                    </a:lnTo>
                    <a:lnTo>
                      <a:pt x="48" y="442"/>
                    </a:lnTo>
                    <a:lnTo>
                      <a:pt x="49" y="446"/>
                    </a:lnTo>
                    <a:lnTo>
                      <a:pt x="51" y="450"/>
                    </a:lnTo>
                    <a:lnTo>
                      <a:pt x="52" y="447"/>
                    </a:lnTo>
                    <a:lnTo>
                      <a:pt x="53" y="445"/>
                    </a:lnTo>
                    <a:lnTo>
                      <a:pt x="55" y="445"/>
                    </a:lnTo>
                    <a:lnTo>
                      <a:pt x="56" y="450"/>
                    </a:lnTo>
                    <a:lnTo>
                      <a:pt x="57" y="451"/>
                    </a:lnTo>
                    <a:lnTo>
                      <a:pt x="59" y="448"/>
                    </a:lnTo>
                    <a:lnTo>
                      <a:pt x="60" y="450"/>
                    </a:lnTo>
                    <a:lnTo>
                      <a:pt x="61" y="451"/>
                    </a:lnTo>
                    <a:lnTo>
                      <a:pt x="63" y="453"/>
                    </a:lnTo>
                    <a:lnTo>
                      <a:pt x="64" y="455"/>
                    </a:lnTo>
                    <a:lnTo>
                      <a:pt x="65" y="451"/>
                    </a:lnTo>
                    <a:lnTo>
                      <a:pt x="67" y="452"/>
                    </a:lnTo>
                    <a:lnTo>
                      <a:pt x="68" y="453"/>
                    </a:lnTo>
                    <a:lnTo>
                      <a:pt x="69" y="456"/>
                    </a:lnTo>
                    <a:lnTo>
                      <a:pt x="71" y="455"/>
                    </a:lnTo>
                    <a:lnTo>
                      <a:pt x="72" y="455"/>
                    </a:lnTo>
                    <a:lnTo>
                      <a:pt x="73" y="453"/>
                    </a:lnTo>
                    <a:lnTo>
                      <a:pt x="75" y="456"/>
                    </a:lnTo>
                    <a:lnTo>
                      <a:pt x="76" y="457"/>
                    </a:lnTo>
                    <a:lnTo>
                      <a:pt x="78" y="455"/>
                    </a:lnTo>
                    <a:lnTo>
                      <a:pt x="79" y="449"/>
                    </a:lnTo>
                    <a:lnTo>
                      <a:pt x="80" y="456"/>
                    </a:lnTo>
                    <a:lnTo>
                      <a:pt x="82" y="450"/>
                    </a:lnTo>
                    <a:lnTo>
                      <a:pt x="83" y="450"/>
                    </a:lnTo>
                    <a:lnTo>
                      <a:pt x="84" y="452"/>
                    </a:lnTo>
                    <a:lnTo>
                      <a:pt x="86" y="456"/>
                    </a:lnTo>
                    <a:lnTo>
                      <a:pt x="87" y="456"/>
                    </a:lnTo>
                    <a:lnTo>
                      <a:pt x="88" y="458"/>
                    </a:lnTo>
                    <a:lnTo>
                      <a:pt x="90" y="457"/>
                    </a:lnTo>
                    <a:lnTo>
                      <a:pt x="91" y="461"/>
                    </a:lnTo>
                    <a:lnTo>
                      <a:pt x="92" y="462"/>
                    </a:lnTo>
                    <a:lnTo>
                      <a:pt x="94" y="465"/>
                    </a:lnTo>
                    <a:lnTo>
                      <a:pt x="95" y="465"/>
                    </a:lnTo>
                    <a:lnTo>
                      <a:pt x="96" y="465"/>
                    </a:lnTo>
                    <a:lnTo>
                      <a:pt x="98" y="471"/>
                    </a:lnTo>
                    <a:lnTo>
                      <a:pt x="99" y="467"/>
                    </a:lnTo>
                    <a:lnTo>
                      <a:pt x="100" y="463"/>
                    </a:lnTo>
                    <a:lnTo>
                      <a:pt x="102" y="462"/>
                    </a:lnTo>
                    <a:lnTo>
                      <a:pt x="103" y="457"/>
                    </a:lnTo>
                    <a:lnTo>
                      <a:pt x="104" y="457"/>
                    </a:lnTo>
                    <a:lnTo>
                      <a:pt x="106" y="455"/>
                    </a:lnTo>
                    <a:lnTo>
                      <a:pt x="107" y="452"/>
                    </a:lnTo>
                    <a:lnTo>
                      <a:pt x="108" y="457"/>
                    </a:lnTo>
                    <a:lnTo>
                      <a:pt x="110" y="453"/>
                    </a:lnTo>
                    <a:lnTo>
                      <a:pt x="111" y="448"/>
                    </a:lnTo>
                    <a:lnTo>
                      <a:pt x="112" y="438"/>
                    </a:lnTo>
                    <a:lnTo>
                      <a:pt x="114" y="465"/>
                    </a:lnTo>
                    <a:lnTo>
                      <a:pt x="115" y="449"/>
                    </a:lnTo>
                    <a:lnTo>
                      <a:pt x="116" y="0"/>
                    </a:lnTo>
                    <a:lnTo>
                      <a:pt x="118" y="434"/>
                    </a:lnTo>
                    <a:lnTo>
                      <a:pt x="119" y="472"/>
                    </a:lnTo>
                    <a:lnTo>
                      <a:pt x="121" y="494"/>
                    </a:lnTo>
                    <a:lnTo>
                      <a:pt x="122" y="507"/>
                    </a:lnTo>
                    <a:lnTo>
                      <a:pt x="123" y="518"/>
                    </a:lnTo>
                    <a:lnTo>
                      <a:pt x="125" y="520"/>
                    </a:lnTo>
                    <a:lnTo>
                      <a:pt x="126" y="521"/>
                    </a:lnTo>
                    <a:lnTo>
                      <a:pt x="127" y="519"/>
                    </a:lnTo>
                    <a:lnTo>
                      <a:pt x="129" y="521"/>
                    </a:lnTo>
                    <a:lnTo>
                      <a:pt x="130" y="522"/>
                    </a:lnTo>
                    <a:lnTo>
                      <a:pt x="131" y="519"/>
                    </a:lnTo>
                    <a:lnTo>
                      <a:pt x="133" y="524"/>
                    </a:lnTo>
                    <a:lnTo>
                      <a:pt x="134" y="521"/>
                    </a:lnTo>
                    <a:lnTo>
                      <a:pt x="135" y="513"/>
                    </a:lnTo>
                    <a:lnTo>
                      <a:pt x="137" y="517"/>
                    </a:lnTo>
                    <a:lnTo>
                      <a:pt x="138" y="518"/>
                    </a:lnTo>
                    <a:lnTo>
                      <a:pt x="139" y="520"/>
                    </a:lnTo>
                    <a:lnTo>
                      <a:pt x="141" y="523"/>
                    </a:lnTo>
                    <a:lnTo>
                      <a:pt x="142" y="522"/>
                    </a:lnTo>
                    <a:lnTo>
                      <a:pt x="143" y="526"/>
                    </a:lnTo>
                    <a:lnTo>
                      <a:pt x="145" y="525"/>
                    </a:lnTo>
                    <a:lnTo>
                      <a:pt x="146" y="525"/>
                    </a:lnTo>
                    <a:lnTo>
                      <a:pt x="147" y="521"/>
                    </a:lnTo>
                    <a:lnTo>
                      <a:pt x="149" y="523"/>
                    </a:lnTo>
                    <a:lnTo>
                      <a:pt x="150" y="524"/>
                    </a:lnTo>
                    <a:lnTo>
                      <a:pt x="151" y="523"/>
                    </a:lnTo>
                    <a:lnTo>
                      <a:pt x="153" y="522"/>
                    </a:lnTo>
                    <a:lnTo>
                      <a:pt x="154" y="521"/>
                    </a:lnTo>
                    <a:lnTo>
                      <a:pt x="155" y="518"/>
                    </a:lnTo>
                    <a:lnTo>
                      <a:pt x="157" y="515"/>
                    </a:lnTo>
                    <a:lnTo>
                      <a:pt x="158" y="515"/>
                    </a:lnTo>
                    <a:lnTo>
                      <a:pt x="159" y="511"/>
                    </a:lnTo>
                    <a:lnTo>
                      <a:pt x="161" y="507"/>
                    </a:lnTo>
                    <a:lnTo>
                      <a:pt x="162" y="508"/>
                    </a:lnTo>
                    <a:lnTo>
                      <a:pt x="164" y="512"/>
                    </a:lnTo>
                    <a:lnTo>
                      <a:pt x="165" y="512"/>
                    </a:lnTo>
                    <a:lnTo>
                      <a:pt x="166" y="518"/>
                    </a:lnTo>
                    <a:lnTo>
                      <a:pt x="168" y="519"/>
                    </a:lnTo>
                    <a:lnTo>
                      <a:pt x="169" y="521"/>
                    </a:lnTo>
                    <a:lnTo>
                      <a:pt x="170" y="521"/>
                    </a:lnTo>
                    <a:lnTo>
                      <a:pt x="172" y="520"/>
                    </a:lnTo>
                    <a:lnTo>
                      <a:pt x="173" y="522"/>
                    </a:lnTo>
                    <a:lnTo>
                      <a:pt x="174" y="522"/>
                    </a:lnTo>
                    <a:lnTo>
                      <a:pt x="176" y="524"/>
                    </a:lnTo>
                    <a:lnTo>
                      <a:pt x="177" y="524"/>
                    </a:lnTo>
                    <a:lnTo>
                      <a:pt x="178" y="518"/>
                    </a:lnTo>
                    <a:lnTo>
                      <a:pt x="180" y="516"/>
                    </a:lnTo>
                    <a:lnTo>
                      <a:pt x="181" y="517"/>
                    </a:lnTo>
                    <a:lnTo>
                      <a:pt x="182" y="518"/>
                    </a:lnTo>
                    <a:lnTo>
                      <a:pt x="184" y="519"/>
                    </a:lnTo>
                    <a:lnTo>
                      <a:pt x="185" y="517"/>
                    </a:lnTo>
                    <a:lnTo>
                      <a:pt x="186" y="517"/>
                    </a:lnTo>
                    <a:lnTo>
                      <a:pt x="188" y="516"/>
                    </a:lnTo>
                    <a:lnTo>
                      <a:pt x="189" y="513"/>
                    </a:lnTo>
                    <a:lnTo>
                      <a:pt x="190" y="518"/>
                    </a:lnTo>
                    <a:lnTo>
                      <a:pt x="192" y="513"/>
                    </a:lnTo>
                    <a:lnTo>
                      <a:pt x="193" y="512"/>
                    </a:lnTo>
                    <a:lnTo>
                      <a:pt x="194" y="512"/>
                    </a:lnTo>
                    <a:lnTo>
                      <a:pt x="196" y="514"/>
                    </a:lnTo>
                    <a:lnTo>
                      <a:pt x="197" y="515"/>
                    </a:lnTo>
                    <a:lnTo>
                      <a:pt x="198" y="514"/>
                    </a:lnTo>
                    <a:lnTo>
                      <a:pt x="200" y="511"/>
                    </a:lnTo>
                    <a:lnTo>
                      <a:pt x="201" y="511"/>
                    </a:lnTo>
                    <a:lnTo>
                      <a:pt x="202" y="507"/>
                    </a:lnTo>
                    <a:lnTo>
                      <a:pt x="204" y="507"/>
                    </a:lnTo>
                    <a:lnTo>
                      <a:pt x="205" y="501"/>
                    </a:lnTo>
                    <a:lnTo>
                      <a:pt x="207" y="501"/>
                    </a:lnTo>
                    <a:lnTo>
                      <a:pt x="208" y="498"/>
                    </a:lnTo>
                    <a:lnTo>
                      <a:pt x="209" y="498"/>
                    </a:lnTo>
                    <a:lnTo>
                      <a:pt x="211" y="494"/>
                    </a:lnTo>
                    <a:lnTo>
                      <a:pt x="212" y="492"/>
                    </a:lnTo>
                    <a:lnTo>
                      <a:pt x="213" y="493"/>
                    </a:lnTo>
                    <a:lnTo>
                      <a:pt x="215" y="494"/>
                    </a:lnTo>
                    <a:lnTo>
                      <a:pt x="216" y="488"/>
                    </a:lnTo>
                    <a:lnTo>
                      <a:pt x="217" y="493"/>
                    </a:lnTo>
                    <a:lnTo>
                      <a:pt x="219" y="495"/>
                    </a:lnTo>
                    <a:lnTo>
                      <a:pt x="220" y="494"/>
                    </a:lnTo>
                    <a:lnTo>
                      <a:pt x="221" y="493"/>
                    </a:lnTo>
                    <a:lnTo>
                      <a:pt x="223" y="492"/>
                    </a:lnTo>
                    <a:lnTo>
                      <a:pt x="224" y="490"/>
                    </a:lnTo>
                    <a:lnTo>
                      <a:pt x="225" y="488"/>
                    </a:lnTo>
                    <a:lnTo>
                      <a:pt x="227" y="489"/>
                    </a:lnTo>
                    <a:lnTo>
                      <a:pt x="228" y="487"/>
                    </a:lnTo>
                    <a:lnTo>
                      <a:pt x="229" y="482"/>
                    </a:lnTo>
                    <a:lnTo>
                      <a:pt x="231" y="480"/>
                    </a:lnTo>
                    <a:lnTo>
                      <a:pt x="232" y="480"/>
                    </a:lnTo>
                    <a:lnTo>
                      <a:pt x="233" y="482"/>
                    </a:lnTo>
                    <a:lnTo>
                      <a:pt x="235" y="479"/>
                    </a:lnTo>
                    <a:lnTo>
                      <a:pt x="236" y="474"/>
                    </a:lnTo>
                    <a:lnTo>
                      <a:pt x="237" y="476"/>
                    </a:lnTo>
                    <a:lnTo>
                      <a:pt x="239" y="476"/>
                    </a:lnTo>
                    <a:lnTo>
                      <a:pt x="240" y="473"/>
                    </a:lnTo>
                    <a:lnTo>
                      <a:pt x="241" y="473"/>
                    </a:lnTo>
                    <a:lnTo>
                      <a:pt x="243" y="468"/>
                    </a:lnTo>
                    <a:lnTo>
                      <a:pt x="244" y="467"/>
                    </a:lnTo>
                    <a:lnTo>
                      <a:pt x="246" y="467"/>
                    </a:lnTo>
                    <a:lnTo>
                      <a:pt x="247" y="467"/>
                    </a:lnTo>
                    <a:lnTo>
                      <a:pt x="248" y="465"/>
                    </a:lnTo>
                    <a:lnTo>
                      <a:pt x="250" y="466"/>
                    </a:lnTo>
                    <a:lnTo>
                      <a:pt x="251" y="464"/>
                    </a:lnTo>
                    <a:lnTo>
                      <a:pt x="252" y="469"/>
                    </a:lnTo>
                    <a:lnTo>
                      <a:pt x="254" y="472"/>
                    </a:lnTo>
                    <a:lnTo>
                      <a:pt x="255" y="470"/>
                    </a:lnTo>
                    <a:lnTo>
                      <a:pt x="256" y="468"/>
                    </a:lnTo>
                    <a:lnTo>
                      <a:pt x="258" y="464"/>
                    </a:lnTo>
                    <a:lnTo>
                      <a:pt x="259" y="463"/>
                    </a:lnTo>
                    <a:lnTo>
                      <a:pt x="260" y="458"/>
                    </a:lnTo>
                    <a:lnTo>
                      <a:pt x="262" y="459"/>
                    </a:lnTo>
                    <a:lnTo>
                      <a:pt x="263" y="455"/>
                    </a:lnTo>
                    <a:lnTo>
                      <a:pt x="264" y="454"/>
                    </a:lnTo>
                    <a:lnTo>
                      <a:pt x="266" y="452"/>
                    </a:lnTo>
                    <a:lnTo>
                      <a:pt x="267" y="452"/>
                    </a:lnTo>
                    <a:lnTo>
                      <a:pt x="268" y="450"/>
                    </a:lnTo>
                    <a:lnTo>
                      <a:pt x="270" y="452"/>
                    </a:lnTo>
                    <a:lnTo>
                      <a:pt x="271" y="450"/>
                    </a:lnTo>
                    <a:lnTo>
                      <a:pt x="272" y="451"/>
                    </a:lnTo>
                    <a:lnTo>
                      <a:pt x="274" y="459"/>
                    </a:lnTo>
                    <a:lnTo>
                      <a:pt x="275" y="461"/>
                    </a:lnTo>
                    <a:lnTo>
                      <a:pt x="276" y="463"/>
                    </a:lnTo>
                    <a:lnTo>
                      <a:pt x="278" y="464"/>
                    </a:lnTo>
                    <a:lnTo>
                      <a:pt x="279" y="468"/>
                    </a:lnTo>
                    <a:lnTo>
                      <a:pt x="280" y="463"/>
                    </a:lnTo>
                    <a:lnTo>
                      <a:pt x="282" y="462"/>
                    </a:lnTo>
                    <a:lnTo>
                      <a:pt x="283" y="463"/>
                    </a:lnTo>
                    <a:lnTo>
                      <a:pt x="284" y="461"/>
                    </a:lnTo>
                    <a:lnTo>
                      <a:pt x="286" y="459"/>
                    </a:lnTo>
                    <a:lnTo>
                      <a:pt x="287" y="460"/>
                    </a:lnTo>
                    <a:lnTo>
                      <a:pt x="289" y="455"/>
                    </a:lnTo>
                    <a:lnTo>
                      <a:pt x="290" y="458"/>
                    </a:lnTo>
                    <a:lnTo>
                      <a:pt x="291" y="457"/>
                    </a:lnTo>
                    <a:lnTo>
                      <a:pt x="293" y="456"/>
                    </a:lnTo>
                    <a:lnTo>
                      <a:pt x="294" y="457"/>
                    </a:lnTo>
                    <a:lnTo>
                      <a:pt x="295" y="455"/>
                    </a:lnTo>
                    <a:lnTo>
                      <a:pt x="297" y="457"/>
                    </a:lnTo>
                    <a:lnTo>
                      <a:pt x="298" y="455"/>
                    </a:lnTo>
                    <a:lnTo>
                      <a:pt x="299" y="446"/>
                    </a:lnTo>
                    <a:lnTo>
                      <a:pt x="301" y="441"/>
                    </a:lnTo>
                    <a:lnTo>
                      <a:pt x="302" y="435"/>
                    </a:lnTo>
                    <a:lnTo>
                      <a:pt x="303" y="430"/>
                    </a:lnTo>
                    <a:lnTo>
                      <a:pt x="305" y="421"/>
                    </a:lnTo>
                    <a:lnTo>
                      <a:pt x="306" y="418"/>
                    </a:lnTo>
                    <a:lnTo>
                      <a:pt x="307" y="416"/>
                    </a:lnTo>
                    <a:lnTo>
                      <a:pt x="309" y="415"/>
                    </a:lnTo>
                    <a:lnTo>
                      <a:pt x="310" y="419"/>
                    </a:lnTo>
                    <a:lnTo>
                      <a:pt x="311" y="422"/>
                    </a:lnTo>
                    <a:lnTo>
                      <a:pt x="313" y="422"/>
                    </a:lnTo>
                    <a:lnTo>
                      <a:pt x="314" y="426"/>
                    </a:lnTo>
                    <a:lnTo>
                      <a:pt x="315" y="433"/>
                    </a:lnTo>
                    <a:lnTo>
                      <a:pt x="317" y="432"/>
                    </a:lnTo>
                    <a:lnTo>
                      <a:pt x="318" y="438"/>
                    </a:lnTo>
                    <a:lnTo>
                      <a:pt x="319" y="433"/>
                    </a:lnTo>
                    <a:lnTo>
                      <a:pt x="321" y="432"/>
                    </a:lnTo>
                    <a:lnTo>
                      <a:pt x="322" y="431"/>
                    </a:lnTo>
                    <a:lnTo>
                      <a:pt x="323" y="426"/>
                    </a:lnTo>
                    <a:lnTo>
                      <a:pt x="325" y="423"/>
                    </a:lnTo>
                    <a:lnTo>
                      <a:pt x="326" y="420"/>
                    </a:lnTo>
                    <a:lnTo>
                      <a:pt x="327" y="414"/>
                    </a:lnTo>
                    <a:lnTo>
                      <a:pt x="329" y="414"/>
                    </a:lnTo>
                    <a:lnTo>
                      <a:pt x="330" y="416"/>
                    </a:lnTo>
                    <a:lnTo>
                      <a:pt x="332" y="414"/>
                    </a:lnTo>
                    <a:lnTo>
                      <a:pt x="333" y="408"/>
                    </a:lnTo>
                    <a:lnTo>
                      <a:pt x="334" y="406"/>
                    </a:lnTo>
                    <a:lnTo>
                      <a:pt x="336" y="404"/>
                    </a:lnTo>
                    <a:lnTo>
                      <a:pt x="337" y="405"/>
                    </a:lnTo>
                    <a:lnTo>
                      <a:pt x="338" y="404"/>
                    </a:lnTo>
                    <a:lnTo>
                      <a:pt x="340" y="404"/>
                    </a:lnTo>
                    <a:lnTo>
                      <a:pt x="341" y="399"/>
                    </a:lnTo>
                    <a:lnTo>
                      <a:pt x="342" y="399"/>
                    </a:lnTo>
                    <a:lnTo>
                      <a:pt x="344" y="401"/>
                    </a:lnTo>
                    <a:lnTo>
                      <a:pt x="345" y="395"/>
                    </a:lnTo>
                    <a:lnTo>
                      <a:pt x="346" y="392"/>
                    </a:lnTo>
                    <a:lnTo>
                      <a:pt x="348" y="387"/>
                    </a:lnTo>
                    <a:lnTo>
                      <a:pt x="349" y="387"/>
                    </a:lnTo>
                    <a:lnTo>
                      <a:pt x="350" y="384"/>
                    </a:lnTo>
                    <a:lnTo>
                      <a:pt x="352" y="380"/>
                    </a:lnTo>
                    <a:lnTo>
                      <a:pt x="353" y="387"/>
                    </a:lnTo>
                    <a:lnTo>
                      <a:pt x="354" y="386"/>
                    </a:lnTo>
                    <a:lnTo>
                      <a:pt x="356" y="385"/>
                    </a:lnTo>
                    <a:lnTo>
                      <a:pt x="357" y="384"/>
                    </a:lnTo>
                    <a:lnTo>
                      <a:pt x="358" y="384"/>
                    </a:lnTo>
                    <a:lnTo>
                      <a:pt x="360" y="384"/>
                    </a:lnTo>
                    <a:lnTo>
                      <a:pt x="361" y="381"/>
                    </a:lnTo>
                    <a:lnTo>
                      <a:pt x="362" y="377"/>
                    </a:lnTo>
                    <a:lnTo>
                      <a:pt x="364" y="376"/>
                    </a:lnTo>
                    <a:lnTo>
                      <a:pt x="365" y="375"/>
                    </a:lnTo>
                    <a:lnTo>
                      <a:pt x="366" y="369"/>
                    </a:lnTo>
                    <a:lnTo>
                      <a:pt x="368" y="367"/>
                    </a:lnTo>
                    <a:lnTo>
                      <a:pt x="369" y="365"/>
                    </a:lnTo>
                    <a:lnTo>
                      <a:pt x="370" y="361"/>
                    </a:lnTo>
                    <a:lnTo>
                      <a:pt x="372" y="357"/>
                    </a:lnTo>
                    <a:lnTo>
                      <a:pt x="373" y="355"/>
                    </a:lnTo>
                    <a:lnTo>
                      <a:pt x="375" y="353"/>
                    </a:lnTo>
                    <a:lnTo>
                      <a:pt x="376" y="349"/>
                    </a:lnTo>
                    <a:lnTo>
                      <a:pt x="377" y="350"/>
                    </a:lnTo>
                    <a:lnTo>
                      <a:pt x="379" y="349"/>
                    </a:lnTo>
                    <a:lnTo>
                      <a:pt x="380" y="348"/>
                    </a:lnTo>
                    <a:lnTo>
                      <a:pt x="381" y="350"/>
                    </a:lnTo>
                    <a:lnTo>
                      <a:pt x="383" y="348"/>
                    </a:lnTo>
                    <a:lnTo>
                      <a:pt x="384" y="348"/>
                    </a:lnTo>
                    <a:lnTo>
                      <a:pt x="385" y="343"/>
                    </a:lnTo>
                    <a:lnTo>
                      <a:pt x="387" y="341"/>
                    </a:lnTo>
                    <a:lnTo>
                      <a:pt x="388" y="343"/>
                    </a:lnTo>
                    <a:lnTo>
                      <a:pt x="389" y="346"/>
                    </a:lnTo>
                    <a:lnTo>
                      <a:pt x="391" y="348"/>
                    </a:lnTo>
                    <a:lnTo>
                      <a:pt x="392" y="345"/>
                    </a:lnTo>
                    <a:lnTo>
                      <a:pt x="393" y="348"/>
                    </a:lnTo>
                    <a:lnTo>
                      <a:pt x="395" y="351"/>
                    </a:lnTo>
                    <a:lnTo>
                      <a:pt x="396" y="347"/>
                    </a:lnTo>
                    <a:lnTo>
                      <a:pt x="397" y="345"/>
                    </a:lnTo>
                    <a:lnTo>
                      <a:pt x="399" y="338"/>
                    </a:lnTo>
                    <a:lnTo>
                      <a:pt x="400" y="331"/>
                    </a:lnTo>
                    <a:lnTo>
                      <a:pt x="401" y="329"/>
                    </a:lnTo>
                    <a:lnTo>
                      <a:pt x="403" y="327"/>
                    </a:lnTo>
                    <a:lnTo>
                      <a:pt x="404" y="326"/>
                    </a:lnTo>
                    <a:lnTo>
                      <a:pt x="405" y="319"/>
                    </a:lnTo>
                    <a:lnTo>
                      <a:pt x="407" y="318"/>
                    </a:lnTo>
                    <a:lnTo>
                      <a:pt x="408" y="321"/>
                    </a:lnTo>
                    <a:lnTo>
                      <a:pt x="409" y="323"/>
                    </a:lnTo>
                    <a:lnTo>
                      <a:pt x="411" y="322"/>
                    </a:lnTo>
                    <a:lnTo>
                      <a:pt x="412" y="322"/>
                    </a:lnTo>
                    <a:lnTo>
                      <a:pt x="414" y="319"/>
                    </a:lnTo>
                    <a:lnTo>
                      <a:pt x="415" y="326"/>
                    </a:lnTo>
                    <a:lnTo>
                      <a:pt x="416" y="321"/>
                    </a:lnTo>
                    <a:lnTo>
                      <a:pt x="418" y="297"/>
                    </a:lnTo>
                    <a:lnTo>
                      <a:pt x="419" y="349"/>
                    </a:lnTo>
                    <a:lnTo>
                      <a:pt x="420" y="266"/>
                    </a:lnTo>
                    <a:lnTo>
                      <a:pt x="422" y="276"/>
                    </a:lnTo>
                    <a:lnTo>
                      <a:pt x="423" y="275"/>
                    </a:lnTo>
                    <a:lnTo>
                      <a:pt x="424" y="277"/>
                    </a:lnTo>
                    <a:lnTo>
                      <a:pt x="426" y="276"/>
                    </a:lnTo>
                    <a:lnTo>
                      <a:pt x="427" y="280"/>
                    </a:lnTo>
                    <a:lnTo>
                      <a:pt x="428" y="281"/>
                    </a:lnTo>
                    <a:lnTo>
                      <a:pt x="430" y="283"/>
                    </a:lnTo>
                    <a:lnTo>
                      <a:pt x="431" y="284"/>
                    </a:lnTo>
                    <a:lnTo>
                      <a:pt x="432" y="285"/>
                    </a:lnTo>
                    <a:lnTo>
                      <a:pt x="434" y="290"/>
                    </a:lnTo>
                    <a:lnTo>
                      <a:pt x="435" y="291"/>
                    </a:lnTo>
                    <a:lnTo>
                      <a:pt x="436" y="290"/>
                    </a:lnTo>
                    <a:lnTo>
                      <a:pt x="438" y="292"/>
                    </a:lnTo>
                    <a:lnTo>
                      <a:pt x="439" y="284"/>
                    </a:lnTo>
                    <a:lnTo>
                      <a:pt x="440" y="285"/>
                    </a:lnTo>
                    <a:lnTo>
                      <a:pt x="442" y="279"/>
                    </a:lnTo>
                    <a:lnTo>
                      <a:pt x="443" y="273"/>
                    </a:lnTo>
                    <a:lnTo>
                      <a:pt x="444" y="272"/>
                    </a:lnTo>
                    <a:lnTo>
                      <a:pt x="446" y="269"/>
                    </a:lnTo>
                    <a:lnTo>
                      <a:pt x="447" y="268"/>
                    </a:lnTo>
                    <a:lnTo>
                      <a:pt x="448" y="268"/>
                    </a:lnTo>
                    <a:lnTo>
                      <a:pt x="450" y="268"/>
                    </a:lnTo>
                    <a:lnTo>
                      <a:pt x="451" y="265"/>
                    </a:lnTo>
                    <a:lnTo>
                      <a:pt x="452" y="269"/>
                    </a:lnTo>
                    <a:lnTo>
                      <a:pt x="454" y="264"/>
                    </a:lnTo>
                    <a:lnTo>
                      <a:pt x="455" y="266"/>
                    </a:lnTo>
                    <a:lnTo>
                      <a:pt x="457" y="263"/>
                    </a:lnTo>
                    <a:lnTo>
                      <a:pt x="458" y="256"/>
                    </a:lnTo>
                    <a:lnTo>
                      <a:pt x="459" y="259"/>
                    </a:lnTo>
                    <a:lnTo>
                      <a:pt x="461" y="261"/>
                    </a:lnTo>
                    <a:lnTo>
                      <a:pt x="462" y="263"/>
                    </a:lnTo>
                    <a:lnTo>
                      <a:pt x="463" y="263"/>
                    </a:lnTo>
                    <a:lnTo>
                      <a:pt x="465" y="264"/>
                    </a:lnTo>
                    <a:lnTo>
                      <a:pt x="466" y="265"/>
                    </a:lnTo>
                    <a:lnTo>
                      <a:pt x="467" y="263"/>
                    </a:lnTo>
                    <a:lnTo>
                      <a:pt x="469" y="261"/>
                    </a:lnTo>
                    <a:lnTo>
                      <a:pt x="470" y="253"/>
                    </a:lnTo>
                    <a:lnTo>
                      <a:pt x="471" y="250"/>
                    </a:lnTo>
                    <a:lnTo>
                      <a:pt x="473" y="247"/>
                    </a:lnTo>
                    <a:lnTo>
                      <a:pt x="474" y="242"/>
                    </a:lnTo>
                    <a:lnTo>
                      <a:pt x="475" y="241"/>
                    </a:lnTo>
                    <a:lnTo>
                      <a:pt x="477" y="245"/>
                    </a:lnTo>
                    <a:lnTo>
                      <a:pt x="478" y="250"/>
                    </a:lnTo>
                    <a:lnTo>
                      <a:pt x="479" y="254"/>
                    </a:lnTo>
                    <a:lnTo>
                      <a:pt x="481" y="256"/>
                    </a:lnTo>
                    <a:lnTo>
                      <a:pt x="482" y="257"/>
                    </a:lnTo>
                    <a:lnTo>
                      <a:pt x="483" y="260"/>
                    </a:lnTo>
                    <a:lnTo>
                      <a:pt x="485" y="261"/>
                    </a:lnTo>
                    <a:lnTo>
                      <a:pt x="486" y="259"/>
                    </a:lnTo>
                    <a:lnTo>
                      <a:pt x="487" y="260"/>
                    </a:lnTo>
                    <a:lnTo>
                      <a:pt x="489" y="256"/>
                    </a:lnTo>
                    <a:lnTo>
                      <a:pt x="490" y="261"/>
                    </a:lnTo>
                    <a:lnTo>
                      <a:pt x="491" y="266"/>
                    </a:lnTo>
                    <a:lnTo>
                      <a:pt x="493" y="269"/>
                    </a:lnTo>
                    <a:lnTo>
                      <a:pt x="494" y="271"/>
                    </a:lnTo>
                    <a:lnTo>
                      <a:pt x="495" y="272"/>
                    </a:lnTo>
                    <a:lnTo>
                      <a:pt x="497" y="274"/>
                    </a:lnTo>
                    <a:lnTo>
                      <a:pt x="498" y="274"/>
                    </a:lnTo>
                    <a:lnTo>
                      <a:pt x="500" y="270"/>
                    </a:lnTo>
                    <a:lnTo>
                      <a:pt x="501" y="268"/>
                    </a:lnTo>
                    <a:lnTo>
                      <a:pt x="502" y="268"/>
                    </a:lnTo>
                    <a:lnTo>
                      <a:pt x="504" y="270"/>
                    </a:lnTo>
                    <a:lnTo>
                      <a:pt x="505" y="271"/>
                    </a:lnTo>
                    <a:lnTo>
                      <a:pt x="506" y="271"/>
                    </a:lnTo>
                    <a:lnTo>
                      <a:pt x="508" y="273"/>
                    </a:lnTo>
                    <a:lnTo>
                      <a:pt x="509" y="275"/>
                    </a:lnTo>
                    <a:lnTo>
                      <a:pt x="510" y="272"/>
                    </a:lnTo>
                    <a:lnTo>
                      <a:pt x="512" y="270"/>
                    </a:lnTo>
                    <a:lnTo>
                      <a:pt x="513" y="269"/>
                    </a:lnTo>
                    <a:lnTo>
                      <a:pt x="514" y="268"/>
                    </a:lnTo>
                    <a:lnTo>
                      <a:pt x="516" y="266"/>
                    </a:lnTo>
                    <a:lnTo>
                      <a:pt x="517" y="268"/>
                    </a:lnTo>
                    <a:lnTo>
                      <a:pt x="518" y="270"/>
                    </a:lnTo>
                    <a:lnTo>
                      <a:pt x="520" y="273"/>
                    </a:lnTo>
                    <a:lnTo>
                      <a:pt x="521" y="280"/>
                    </a:lnTo>
                    <a:lnTo>
                      <a:pt x="522" y="285"/>
                    </a:lnTo>
                    <a:lnTo>
                      <a:pt x="524" y="285"/>
                    </a:lnTo>
                    <a:lnTo>
                      <a:pt x="525" y="287"/>
                    </a:lnTo>
                    <a:lnTo>
                      <a:pt x="526" y="286"/>
                    </a:lnTo>
                    <a:lnTo>
                      <a:pt x="528" y="287"/>
                    </a:lnTo>
                    <a:lnTo>
                      <a:pt x="529" y="285"/>
                    </a:lnTo>
                    <a:lnTo>
                      <a:pt x="530" y="287"/>
                    </a:lnTo>
                    <a:lnTo>
                      <a:pt x="532" y="289"/>
                    </a:lnTo>
                    <a:lnTo>
                      <a:pt x="533" y="291"/>
                    </a:lnTo>
                    <a:lnTo>
                      <a:pt x="534" y="290"/>
                    </a:lnTo>
                    <a:lnTo>
                      <a:pt x="536" y="290"/>
                    </a:lnTo>
                    <a:lnTo>
                      <a:pt x="537" y="290"/>
                    </a:lnTo>
                    <a:lnTo>
                      <a:pt x="538" y="289"/>
                    </a:lnTo>
                    <a:lnTo>
                      <a:pt x="540" y="286"/>
                    </a:lnTo>
                    <a:lnTo>
                      <a:pt x="541" y="284"/>
                    </a:lnTo>
                    <a:lnTo>
                      <a:pt x="543" y="281"/>
                    </a:lnTo>
                    <a:lnTo>
                      <a:pt x="544" y="282"/>
                    </a:lnTo>
                    <a:lnTo>
                      <a:pt x="545" y="278"/>
                    </a:lnTo>
                    <a:lnTo>
                      <a:pt x="547" y="276"/>
                    </a:lnTo>
                    <a:lnTo>
                      <a:pt x="548" y="281"/>
                    </a:lnTo>
                    <a:lnTo>
                      <a:pt x="549" y="283"/>
                    </a:lnTo>
                    <a:lnTo>
                      <a:pt x="551" y="285"/>
                    </a:lnTo>
                    <a:lnTo>
                      <a:pt x="552" y="285"/>
                    </a:lnTo>
                    <a:lnTo>
                      <a:pt x="553" y="283"/>
                    </a:lnTo>
                    <a:lnTo>
                      <a:pt x="555" y="284"/>
                    </a:lnTo>
                    <a:lnTo>
                      <a:pt x="556" y="282"/>
                    </a:lnTo>
                    <a:lnTo>
                      <a:pt x="557" y="282"/>
                    </a:lnTo>
                    <a:lnTo>
                      <a:pt x="559" y="281"/>
                    </a:lnTo>
                    <a:lnTo>
                      <a:pt x="560" y="288"/>
                    </a:lnTo>
                    <a:lnTo>
                      <a:pt x="561" y="288"/>
                    </a:lnTo>
                    <a:lnTo>
                      <a:pt x="563" y="291"/>
                    </a:lnTo>
                    <a:lnTo>
                      <a:pt x="564" y="288"/>
                    </a:lnTo>
                    <a:lnTo>
                      <a:pt x="565" y="288"/>
                    </a:lnTo>
                    <a:lnTo>
                      <a:pt x="567" y="285"/>
                    </a:lnTo>
                    <a:lnTo>
                      <a:pt x="568" y="287"/>
                    </a:lnTo>
                    <a:lnTo>
                      <a:pt x="569" y="286"/>
                    </a:lnTo>
                    <a:lnTo>
                      <a:pt x="571" y="280"/>
                    </a:lnTo>
                    <a:lnTo>
                      <a:pt x="572" y="283"/>
                    </a:lnTo>
                    <a:lnTo>
                      <a:pt x="573" y="283"/>
                    </a:lnTo>
                    <a:lnTo>
                      <a:pt x="575" y="288"/>
                    </a:lnTo>
                    <a:lnTo>
                      <a:pt x="576" y="289"/>
                    </a:lnTo>
                    <a:lnTo>
                      <a:pt x="577" y="287"/>
                    </a:lnTo>
                    <a:lnTo>
                      <a:pt x="579" y="285"/>
                    </a:lnTo>
                    <a:lnTo>
                      <a:pt x="580" y="287"/>
                    </a:lnTo>
                    <a:lnTo>
                      <a:pt x="582" y="285"/>
                    </a:lnTo>
                    <a:lnTo>
                      <a:pt x="583" y="285"/>
                    </a:lnTo>
                    <a:lnTo>
                      <a:pt x="584" y="288"/>
                    </a:lnTo>
                    <a:lnTo>
                      <a:pt x="586" y="288"/>
                    </a:lnTo>
                    <a:lnTo>
                      <a:pt x="587" y="285"/>
                    </a:lnTo>
                    <a:lnTo>
                      <a:pt x="588" y="290"/>
                    </a:lnTo>
                    <a:lnTo>
                      <a:pt x="590" y="289"/>
                    </a:lnTo>
                    <a:lnTo>
                      <a:pt x="591" y="290"/>
                    </a:lnTo>
                    <a:lnTo>
                      <a:pt x="592" y="287"/>
                    </a:lnTo>
                    <a:lnTo>
                      <a:pt x="594" y="287"/>
                    </a:lnTo>
                    <a:lnTo>
                      <a:pt x="595" y="286"/>
                    </a:lnTo>
                    <a:lnTo>
                      <a:pt x="596" y="288"/>
                    </a:lnTo>
                    <a:lnTo>
                      <a:pt x="598" y="290"/>
                    </a:lnTo>
                    <a:lnTo>
                      <a:pt x="599" y="287"/>
                    </a:lnTo>
                    <a:lnTo>
                      <a:pt x="600" y="290"/>
                    </a:lnTo>
                    <a:lnTo>
                      <a:pt x="602" y="286"/>
                    </a:lnTo>
                    <a:lnTo>
                      <a:pt x="603" y="289"/>
                    </a:lnTo>
                    <a:lnTo>
                      <a:pt x="604" y="291"/>
                    </a:lnTo>
                    <a:lnTo>
                      <a:pt x="606" y="290"/>
                    </a:lnTo>
                    <a:lnTo>
                      <a:pt x="607" y="288"/>
                    </a:lnTo>
                    <a:lnTo>
                      <a:pt x="608" y="293"/>
                    </a:lnTo>
                    <a:lnTo>
                      <a:pt x="610" y="293"/>
                    </a:lnTo>
                    <a:lnTo>
                      <a:pt x="611" y="298"/>
                    </a:lnTo>
                    <a:lnTo>
                      <a:pt x="612" y="299"/>
                    </a:lnTo>
                    <a:lnTo>
                      <a:pt x="614" y="296"/>
                    </a:lnTo>
                    <a:lnTo>
                      <a:pt x="615" y="295"/>
                    </a:lnTo>
                    <a:lnTo>
                      <a:pt x="616" y="298"/>
                    </a:lnTo>
                    <a:lnTo>
                      <a:pt x="618" y="300"/>
                    </a:lnTo>
                    <a:lnTo>
                      <a:pt x="619" y="295"/>
                    </a:lnTo>
                    <a:lnTo>
                      <a:pt x="620" y="299"/>
                    </a:lnTo>
                    <a:lnTo>
                      <a:pt x="622" y="300"/>
                    </a:lnTo>
                    <a:lnTo>
                      <a:pt x="623" y="300"/>
                    </a:lnTo>
                    <a:lnTo>
                      <a:pt x="625" y="300"/>
                    </a:lnTo>
                    <a:lnTo>
                      <a:pt x="626" y="298"/>
                    </a:lnTo>
                    <a:lnTo>
                      <a:pt x="627" y="298"/>
                    </a:lnTo>
                    <a:lnTo>
                      <a:pt x="629" y="299"/>
                    </a:lnTo>
                    <a:lnTo>
                      <a:pt x="630" y="296"/>
                    </a:lnTo>
                    <a:lnTo>
                      <a:pt x="631" y="300"/>
                    </a:lnTo>
                    <a:lnTo>
                      <a:pt x="633" y="300"/>
                    </a:lnTo>
                    <a:lnTo>
                      <a:pt x="634" y="303"/>
                    </a:lnTo>
                    <a:lnTo>
                      <a:pt x="635" y="299"/>
                    </a:lnTo>
                    <a:lnTo>
                      <a:pt x="637" y="298"/>
                    </a:lnTo>
                    <a:lnTo>
                      <a:pt x="638" y="298"/>
                    </a:lnTo>
                    <a:lnTo>
                      <a:pt x="639" y="298"/>
                    </a:lnTo>
                    <a:lnTo>
                      <a:pt x="641" y="296"/>
                    </a:lnTo>
                    <a:lnTo>
                      <a:pt x="642" y="292"/>
                    </a:lnTo>
                    <a:lnTo>
                      <a:pt x="643" y="297"/>
                    </a:lnTo>
                    <a:lnTo>
                      <a:pt x="645" y="298"/>
                    </a:lnTo>
                    <a:lnTo>
                      <a:pt x="646" y="303"/>
                    </a:lnTo>
                    <a:lnTo>
                      <a:pt x="647" y="308"/>
                    </a:lnTo>
                    <a:lnTo>
                      <a:pt x="649" y="311"/>
                    </a:lnTo>
                    <a:lnTo>
                      <a:pt x="650" y="311"/>
                    </a:lnTo>
                    <a:lnTo>
                      <a:pt x="651" y="315"/>
                    </a:lnTo>
                    <a:lnTo>
                      <a:pt x="653" y="316"/>
                    </a:lnTo>
                    <a:lnTo>
                      <a:pt x="654" y="317"/>
                    </a:lnTo>
                    <a:lnTo>
                      <a:pt x="655" y="318"/>
                    </a:lnTo>
                    <a:lnTo>
                      <a:pt x="657" y="318"/>
                    </a:lnTo>
                    <a:lnTo>
                      <a:pt x="658" y="317"/>
                    </a:lnTo>
                    <a:lnTo>
                      <a:pt x="659" y="318"/>
                    </a:lnTo>
                    <a:lnTo>
                      <a:pt x="661" y="319"/>
                    </a:lnTo>
                    <a:lnTo>
                      <a:pt x="662" y="319"/>
                    </a:lnTo>
                    <a:lnTo>
                      <a:pt x="663" y="321"/>
                    </a:lnTo>
                    <a:lnTo>
                      <a:pt x="665" y="318"/>
                    </a:lnTo>
                    <a:lnTo>
                      <a:pt x="666" y="321"/>
                    </a:lnTo>
                    <a:lnTo>
                      <a:pt x="668" y="320"/>
                    </a:lnTo>
                    <a:lnTo>
                      <a:pt x="669" y="321"/>
                    </a:lnTo>
                    <a:lnTo>
                      <a:pt x="670" y="321"/>
                    </a:lnTo>
                    <a:lnTo>
                      <a:pt x="672" y="322"/>
                    </a:lnTo>
                    <a:lnTo>
                      <a:pt x="673" y="323"/>
                    </a:lnTo>
                    <a:lnTo>
                      <a:pt x="674" y="327"/>
                    </a:lnTo>
                    <a:lnTo>
                      <a:pt x="676" y="329"/>
                    </a:lnTo>
                    <a:lnTo>
                      <a:pt x="677" y="331"/>
                    </a:lnTo>
                    <a:lnTo>
                      <a:pt x="678" y="333"/>
                    </a:lnTo>
                    <a:lnTo>
                      <a:pt x="680" y="334"/>
                    </a:lnTo>
                    <a:lnTo>
                      <a:pt x="681" y="332"/>
                    </a:lnTo>
                    <a:lnTo>
                      <a:pt x="682" y="332"/>
                    </a:lnTo>
                    <a:lnTo>
                      <a:pt x="684" y="335"/>
                    </a:lnTo>
                    <a:lnTo>
                      <a:pt x="685" y="329"/>
                    </a:lnTo>
                    <a:lnTo>
                      <a:pt x="686" y="330"/>
                    </a:lnTo>
                    <a:lnTo>
                      <a:pt x="688" y="328"/>
                    </a:lnTo>
                    <a:lnTo>
                      <a:pt x="689" y="325"/>
                    </a:lnTo>
                    <a:lnTo>
                      <a:pt x="690" y="328"/>
                    </a:lnTo>
                    <a:lnTo>
                      <a:pt x="692" y="331"/>
                    </a:lnTo>
                    <a:lnTo>
                      <a:pt x="693" y="334"/>
                    </a:lnTo>
                    <a:lnTo>
                      <a:pt x="694" y="335"/>
                    </a:lnTo>
                    <a:lnTo>
                      <a:pt x="696" y="338"/>
                    </a:lnTo>
                    <a:lnTo>
                      <a:pt x="697" y="340"/>
                    </a:lnTo>
                    <a:lnTo>
                      <a:pt x="698" y="340"/>
                    </a:lnTo>
                    <a:lnTo>
                      <a:pt x="700" y="340"/>
                    </a:lnTo>
                    <a:lnTo>
                      <a:pt x="701" y="342"/>
                    </a:lnTo>
                    <a:lnTo>
                      <a:pt x="702" y="339"/>
                    </a:lnTo>
                    <a:lnTo>
                      <a:pt x="704" y="337"/>
                    </a:lnTo>
                    <a:lnTo>
                      <a:pt x="705" y="340"/>
                    </a:lnTo>
                    <a:lnTo>
                      <a:pt x="706" y="339"/>
                    </a:lnTo>
                    <a:lnTo>
                      <a:pt x="708" y="336"/>
                    </a:lnTo>
                    <a:lnTo>
                      <a:pt x="709" y="338"/>
                    </a:lnTo>
                    <a:lnTo>
                      <a:pt x="711" y="341"/>
                    </a:lnTo>
                    <a:lnTo>
                      <a:pt x="712" y="345"/>
                    </a:lnTo>
                    <a:lnTo>
                      <a:pt x="713" y="345"/>
                    </a:lnTo>
                    <a:lnTo>
                      <a:pt x="715" y="345"/>
                    </a:lnTo>
                    <a:lnTo>
                      <a:pt x="716" y="345"/>
                    </a:lnTo>
                    <a:lnTo>
                      <a:pt x="717" y="345"/>
                    </a:lnTo>
                    <a:lnTo>
                      <a:pt x="719" y="347"/>
                    </a:lnTo>
                    <a:lnTo>
                      <a:pt x="720" y="349"/>
                    </a:lnTo>
                    <a:lnTo>
                      <a:pt x="721" y="346"/>
                    </a:lnTo>
                    <a:lnTo>
                      <a:pt x="723" y="350"/>
                    </a:lnTo>
                    <a:lnTo>
                      <a:pt x="724" y="351"/>
                    </a:lnTo>
                    <a:lnTo>
                      <a:pt x="725" y="354"/>
                    </a:lnTo>
                    <a:lnTo>
                      <a:pt x="727" y="356"/>
                    </a:lnTo>
                    <a:lnTo>
                      <a:pt x="728" y="356"/>
                    </a:lnTo>
                    <a:lnTo>
                      <a:pt x="729" y="350"/>
                    </a:lnTo>
                    <a:lnTo>
                      <a:pt x="731" y="347"/>
                    </a:lnTo>
                    <a:lnTo>
                      <a:pt x="732" y="350"/>
                    </a:lnTo>
                    <a:lnTo>
                      <a:pt x="733" y="355"/>
                    </a:lnTo>
                    <a:lnTo>
                      <a:pt x="735" y="355"/>
                    </a:lnTo>
                    <a:lnTo>
                      <a:pt x="736" y="359"/>
                    </a:lnTo>
                    <a:lnTo>
                      <a:pt x="737" y="355"/>
                    </a:lnTo>
                    <a:lnTo>
                      <a:pt x="739" y="358"/>
                    </a:lnTo>
                    <a:lnTo>
                      <a:pt x="740" y="363"/>
                    </a:lnTo>
                    <a:lnTo>
                      <a:pt x="741" y="359"/>
                    </a:lnTo>
                    <a:lnTo>
                      <a:pt x="743" y="356"/>
                    </a:lnTo>
                    <a:lnTo>
                      <a:pt x="744" y="354"/>
                    </a:lnTo>
                    <a:lnTo>
                      <a:pt x="745" y="353"/>
                    </a:lnTo>
                    <a:lnTo>
                      <a:pt x="747" y="350"/>
                    </a:lnTo>
                    <a:lnTo>
                      <a:pt x="748" y="353"/>
                    </a:lnTo>
                    <a:lnTo>
                      <a:pt x="750" y="351"/>
                    </a:lnTo>
                    <a:lnTo>
                      <a:pt x="751" y="353"/>
                    </a:lnTo>
                    <a:lnTo>
                      <a:pt x="752" y="355"/>
                    </a:lnTo>
                    <a:lnTo>
                      <a:pt x="754" y="358"/>
                    </a:lnTo>
                    <a:lnTo>
                      <a:pt x="755" y="357"/>
                    </a:lnTo>
                    <a:lnTo>
                      <a:pt x="756" y="358"/>
                    </a:lnTo>
                    <a:lnTo>
                      <a:pt x="758" y="356"/>
                    </a:lnTo>
                    <a:lnTo>
                      <a:pt x="759" y="356"/>
                    </a:lnTo>
                    <a:lnTo>
                      <a:pt x="760" y="353"/>
                    </a:lnTo>
                    <a:lnTo>
                      <a:pt x="762" y="356"/>
                    </a:lnTo>
                    <a:lnTo>
                      <a:pt x="763" y="355"/>
                    </a:lnTo>
                    <a:lnTo>
                      <a:pt x="764" y="353"/>
                    </a:lnTo>
                    <a:lnTo>
                      <a:pt x="766" y="352"/>
                    </a:lnTo>
                    <a:lnTo>
                      <a:pt x="767" y="357"/>
                    </a:lnTo>
                    <a:lnTo>
                      <a:pt x="768" y="352"/>
                    </a:lnTo>
                    <a:lnTo>
                      <a:pt x="770" y="351"/>
                    </a:lnTo>
                    <a:lnTo>
                      <a:pt x="771" y="351"/>
                    </a:lnTo>
                    <a:lnTo>
                      <a:pt x="772" y="350"/>
                    </a:lnTo>
                    <a:lnTo>
                      <a:pt x="774" y="354"/>
                    </a:lnTo>
                    <a:lnTo>
                      <a:pt x="775" y="357"/>
                    </a:lnTo>
                    <a:lnTo>
                      <a:pt x="776" y="357"/>
                    </a:lnTo>
                    <a:lnTo>
                      <a:pt x="778" y="359"/>
                    </a:lnTo>
                    <a:lnTo>
                      <a:pt x="779" y="363"/>
                    </a:lnTo>
                    <a:lnTo>
                      <a:pt x="780" y="362"/>
                    </a:lnTo>
                    <a:lnTo>
                      <a:pt x="782" y="364"/>
                    </a:lnTo>
                    <a:lnTo>
                      <a:pt x="783" y="366"/>
                    </a:lnTo>
                    <a:lnTo>
                      <a:pt x="784" y="363"/>
                    </a:lnTo>
                    <a:lnTo>
                      <a:pt x="786" y="363"/>
                    </a:lnTo>
                    <a:lnTo>
                      <a:pt x="787" y="368"/>
                    </a:lnTo>
                    <a:lnTo>
                      <a:pt x="788" y="367"/>
                    </a:lnTo>
                    <a:lnTo>
                      <a:pt x="790" y="371"/>
                    </a:lnTo>
                    <a:lnTo>
                      <a:pt x="791" y="368"/>
                    </a:lnTo>
                    <a:lnTo>
                      <a:pt x="793" y="368"/>
                    </a:lnTo>
                    <a:lnTo>
                      <a:pt x="794" y="370"/>
                    </a:lnTo>
                    <a:lnTo>
                      <a:pt x="795" y="370"/>
                    </a:lnTo>
                    <a:lnTo>
                      <a:pt x="797" y="365"/>
                    </a:lnTo>
                    <a:lnTo>
                      <a:pt x="798" y="366"/>
                    </a:lnTo>
                    <a:lnTo>
                      <a:pt x="799" y="365"/>
                    </a:lnTo>
                    <a:lnTo>
                      <a:pt x="801" y="368"/>
                    </a:lnTo>
                    <a:lnTo>
                      <a:pt x="802" y="370"/>
                    </a:lnTo>
                    <a:lnTo>
                      <a:pt x="803" y="372"/>
                    </a:lnTo>
                    <a:lnTo>
                      <a:pt x="805" y="376"/>
                    </a:lnTo>
                    <a:lnTo>
                      <a:pt x="806" y="379"/>
                    </a:lnTo>
                    <a:lnTo>
                      <a:pt x="807" y="378"/>
                    </a:lnTo>
                    <a:lnTo>
                      <a:pt x="809" y="379"/>
                    </a:lnTo>
                    <a:lnTo>
                      <a:pt x="810" y="372"/>
                    </a:lnTo>
                    <a:lnTo>
                      <a:pt x="811" y="374"/>
                    </a:lnTo>
                    <a:lnTo>
                      <a:pt x="813" y="373"/>
                    </a:lnTo>
                    <a:lnTo>
                      <a:pt x="814" y="370"/>
                    </a:lnTo>
                    <a:lnTo>
                      <a:pt x="815" y="371"/>
                    </a:lnTo>
                    <a:lnTo>
                      <a:pt x="817" y="375"/>
                    </a:lnTo>
                    <a:lnTo>
                      <a:pt x="818" y="374"/>
                    </a:lnTo>
                    <a:lnTo>
                      <a:pt x="819" y="376"/>
                    </a:lnTo>
                    <a:lnTo>
                      <a:pt x="821" y="377"/>
                    </a:lnTo>
                    <a:lnTo>
                      <a:pt x="822" y="380"/>
                    </a:lnTo>
                    <a:lnTo>
                      <a:pt x="823" y="381"/>
                    </a:lnTo>
                    <a:lnTo>
                      <a:pt x="825" y="382"/>
                    </a:lnTo>
                    <a:lnTo>
                      <a:pt x="826" y="385"/>
                    </a:lnTo>
                    <a:lnTo>
                      <a:pt x="827" y="383"/>
                    </a:lnTo>
                    <a:lnTo>
                      <a:pt x="829" y="383"/>
                    </a:lnTo>
                    <a:lnTo>
                      <a:pt x="830" y="384"/>
                    </a:lnTo>
                    <a:lnTo>
                      <a:pt x="831" y="384"/>
                    </a:lnTo>
                    <a:lnTo>
                      <a:pt x="833" y="387"/>
                    </a:lnTo>
                    <a:lnTo>
                      <a:pt x="834" y="388"/>
                    </a:lnTo>
                    <a:lnTo>
                      <a:pt x="836" y="388"/>
                    </a:lnTo>
                    <a:lnTo>
                      <a:pt x="837" y="389"/>
                    </a:lnTo>
                    <a:lnTo>
                      <a:pt x="838" y="391"/>
                    </a:lnTo>
                    <a:lnTo>
                      <a:pt x="840" y="394"/>
                    </a:lnTo>
                    <a:lnTo>
                      <a:pt x="841" y="397"/>
                    </a:lnTo>
                    <a:lnTo>
                      <a:pt x="842" y="398"/>
                    </a:lnTo>
                    <a:lnTo>
                      <a:pt x="844" y="398"/>
                    </a:lnTo>
                    <a:lnTo>
                      <a:pt x="845" y="395"/>
                    </a:lnTo>
                    <a:lnTo>
                      <a:pt x="846" y="398"/>
                    </a:lnTo>
                    <a:lnTo>
                      <a:pt x="848" y="397"/>
                    </a:lnTo>
                    <a:lnTo>
                      <a:pt x="849" y="397"/>
                    </a:lnTo>
                    <a:lnTo>
                      <a:pt x="850" y="399"/>
                    </a:lnTo>
                    <a:lnTo>
                      <a:pt x="852" y="398"/>
                    </a:lnTo>
                    <a:lnTo>
                      <a:pt x="853" y="397"/>
                    </a:lnTo>
                    <a:lnTo>
                      <a:pt x="854" y="397"/>
                    </a:lnTo>
                    <a:lnTo>
                      <a:pt x="856" y="397"/>
                    </a:lnTo>
                    <a:lnTo>
                      <a:pt x="857" y="399"/>
                    </a:lnTo>
                    <a:lnTo>
                      <a:pt x="858" y="397"/>
                    </a:lnTo>
                    <a:lnTo>
                      <a:pt x="860" y="396"/>
                    </a:lnTo>
                    <a:lnTo>
                      <a:pt x="861" y="393"/>
                    </a:lnTo>
                    <a:lnTo>
                      <a:pt x="862" y="393"/>
                    </a:lnTo>
                    <a:lnTo>
                      <a:pt x="864" y="393"/>
                    </a:lnTo>
                    <a:lnTo>
                      <a:pt x="865" y="392"/>
                    </a:lnTo>
                    <a:lnTo>
                      <a:pt x="866" y="394"/>
                    </a:lnTo>
                    <a:lnTo>
                      <a:pt x="868" y="391"/>
                    </a:lnTo>
                    <a:lnTo>
                      <a:pt x="869" y="388"/>
                    </a:lnTo>
                    <a:lnTo>
                      <a:pt x="870" y="389"/>
                    </a:lnTo>
                    <a:lnTo>
                      <a:pt x="872" y="394"/>
                    </a:lnTo>
                    <a:lnTo>
                      <a:pt x="873" y="397"/>
                    </a:lnTo>
                    <a:lnTo>
                      <a:pt x="874" y="399"/>
                    </a:lnTo>
                    <a:lnTo>
                      <a:pt x="876" y="400"/>
                    </a:lnTo>
                    <a:lnTo>
                      <a:pt x="877" y="402"/>
                    </a:lnTo>
                    <a:lnTo>
                      <a:pt x="879" y="404"/>
                    </a:lnTo>
                    <a:lnTo>
                      <a:pt x="880" y="409"/>
                    </a:lnTo>
                    <a:lnTo>
                      <a:pt x="881" y="406"/>
                    </a:lnTo>
                    <a:lnTo>
                      <a:pt x="883" y="407"/>
                    </a:lnTo>
                    <a:lnTo>
                      <a:pt x="884" y="405"/>
                    </a:lnTo>
                    <a:lnTo>
                      <a:pt x="885" y="408"/>
                    </a:lnTo>
                    <a:lnTo>
                      <a:pt x="887" y="409"/>
                    </a:lnTo>
                    <a:lnTo>
                      <a:pt x="888" y="409"/>
                    </a:lnTo>
                    <a:lnTo>
                      <a:pt x="889" y="410"/>
                    </a:lnTo>
                    <a:lnTo>
                      <a:pt x="891" y="409"/>
                    </a:lnTo>
                    <a:lnTo>
                      <a:pt x="892" y="409"/>
                    </a:lnTo>
                    <a:lnTo>
                      <a:pt x="893" y="410"/>
                    </a:lnTo>
                    <a:lnTo>
                      <a:pt x="895" y="406"/>
                    </a:lnTo>
                    <a:lnTo>
                      <a:pt x="896" y="408"/>
                    </a:lnTo>
                    <a:lnTo>
                      <a:pt x="897" y="407"/>
                    </a:lnTo>
                    <a:lnTo>
                      <a:pt x="899" y="409"/>
                    </a:lnTo>
                    <a:lnTo>
                      <a:pt x="900" y="406"/>
                    </a:lnTo>
                    <a:lnTo>
                      <a:pt x="901" y="404"/>
                    </a:lnTo>
                    <a:lnTo>
                      <a:pt x="903" y="405"/>
                    </a:lnTo>
                    <a:lnTo>
                      <a:pt x="904" y="409"/>
                    </a:lnTo>
                    <a:lnTo>
                      <a:pt x="905" y="410"/>
                    </a:lnTo>
                    <a:lnTo>
                      <a:pt x="907" y="410"/>
                    </a:lnTo>
                    <a:lnTo>
                      <a:pt x="908" y="408"/>
                    </a:lnTo>
                    <a:lnTo>
                      <a:pt x="909" y="410"/>
                    </a:lnTo>
                    <a:lnTo>
                      <a:pt x="911" y="410"/>
                    </a:lnTo>
                    <a:lnTo>
                      <a:pt x="912" y="410"/>
                    </a:lnTo>
                    <a:lnTo>
                      <a:pt x="913" y="410"/>
                    </a:lnTo>
                    <a:lnTo>
                      <a:pt x="915" y="412"/>
                    </a:lnTo>
                    <a:lnTo>
                      <a:pt x="916" y="414"/>
                    </a:lnTo>
                    <a:lnTo>
                      <a:pt x="917" y="416"/>
                    </a:lnTo>
                    <a:lnTo>
                      <a:pt x="919" y="413"/>
                    </a:lnTo>
                    <a:lnTo>
                      <a:pt x="920" y="414"/>
                    </a:lnTo>
                    <a:lnTo>
                      <a:pt x="922" y="418"/>
                    </a:lnTo>
                    <a:lnTo>
                      <a:pt x="923" y="420"/>
                    </a:lnTo>
                    <a:lnTo>
                      <a:pt x="924" y="420"/>
                    </a:lnTo>
                    <a:lnTo>
                      <a:pt x="926" y="420"/>
                    </a:lnTo>
                    <a:lnTo>
                      <a:pt x="927" y="421"/>
                    </a:lnTo>
                    <a:lnTo>
                      <a:pt x="928" y="425"/>
                    </a:lnTo>
                    <a:lnTo>
                      <a:pt x="930" y="428"/>
                    </a:lnTo>
                    <a:lnTo>
                      <a:pt x="931" y="429"/>
                    </a:lnTo>
                    <a:lnTo>
                      <a:pt x="932" y="429"/>
                    </a:lnTo>
                    <a:lnTo>
                      <a:pt x="934" y="429"/>
                    </a:lnTo>
                    <a:lnTo>
                      <a:pt x="935" y="431"/>
                    </a:lnTo>
                    <a:lnTo>
                      <a:pt x="936" y="432"/>
                    </a:lnTo>
                    <a:lnTo>
                      <a:pt x="938" y="433"/>
                    </a:lnTo>
                    <a:lnTo>
                      <a:pt x="939" y="434"/>
                    </a:lnTo>
                    <a:lnTo>
                      <a:pt x="940" y="438"/>
                    </a:lnTo>
                    <a:lnTo>
                      <a:pt x="942" y="442"/>
                    </a:lnTo>
                    <a:lnTo>
                      <a:pt x="943" y="444"/>
                    </a:lnTo>
                    <a:lnTo>
                      <a:pt x="944" y="442"/>
                    </a:lnTo>
                    <a:lnTo>
                      <a:pt x="946" y="447"/>
                    </a:lnTo>
                    <a:lnTo>
                      <a:pt x="947" y="448"/>
                    </a:lnTo>
                    <a:lnTo>
                      <a:pt x="948" y="448"/>
                    </a:lnTo>
                    <a:lnTo>
                      <a:pt x="950" y="450"/>
                    </a:lnTo>
                    <a:lnTo>
                      <a:pt x="951" y="447"/>
                    </a:lnTo>
                    <a:lnTo>
                      <a:pt x="952" y="447"/>
                    </a:lnTo>
                    <a:lnTo>
                      <a:pt x="954" y="448"/>
                    </a:lnTo>
                    <a:lnTo>
                      <a:pt x="955" y="450"/>
                    </a:lnTo>
                    <a:lnTo>
                      <a:pt x="956" y="449"/>
                    </a:lnTo>
                    <a:lnTo>
                      <a:pt x="958" y="450"/>
                    </a:lnTo>
                    <a:lnTo>
                      <a:pt x="959" y="445"/>
                    </a:lnTo>
                    <a:lnTo>
                      <a:pt x="961" y="447"/>
                    </a:lnTo>
                    <a:lnTo>
                      <a:pt x="962" y="446"/>
                    </a:lnTo>
                    <a:lnTo>
                      <a:pt x="963" y="447"/>
                    </a:lnTo>
                    <a:lnTo>
                      <a:pt x="965" y="449"/>
                    </a:lnTo>
                    <a:lnTo>
                      <a:pt x="966" y="450"/>
                    </a:lnTo>
                    <a:lnTo>
                      <a:pt x="967" y="447"/>
                    </a:lnTo>
                    <a:lnTo>
                      <a:pt x="969" y="447"/>
                    </a:lnTo>
                    <a:lnTo>
                      <a:pt x="970" y="452"/>
                    </a:lnTo>
                    <a:lnTo>
                      <a:pt x="971" y="455"/>
                    </a:lnTo>
                    <a:lnTo>
                      <a:pt x="973" y="454"/>
                    </a:lnTo>
                    <a:lnTo>
                      <a:pt x="974" y="452"/>
                    </a:lnTo>
                    <a:lnTo>
                      <a:pt x="975" y="451"/>
                    </a:lnTo>
                    <a:lnTo>
                      <a:pt x="977" y="453"/>
                    </a:lnTo>
                    <a:lnTo>
                      <a:pt x="978" y="458"/>
                    </a:lnTo>
                    <a:lnTo>
                      <a:pt x="979" y="453"/>
                    </a:lnTo>
                    <a:lnTo>
                      <a:pt x="981" y="452"/>
                    </a:lnTo>
                    <a:lnTo>
                      <a:pt x="982" y="451"/>
                    </a:lnTo>
                    <a:lnTo>
                      <a:pt x="983" y="450"/>
                    </a:lnTo>
                    <a:lnTo>
                      <a:pt x="985" y="450"/>
                    </a:lnTo>
                    <a:lnTo>
                      <a:pt x="986" y="448"/>
                    </a:lnTo>
                    <a:lnTo>
                      <a:pt x="987" y="449"/>
                    </a:lnTo>
                    <a:lnTo>
                      <a:pt x="989" y="445"/>
                    </a:lnTo>
                    <a:lnTo>
                      <a:pt x="990" y="444"/>
                    </a:lnTo>
                    <a:lnTo>
                      <a:pt x="991" y="443"/>
                    </a:lnTo>
                    <a:lnTo>
                      <a:pt x="993" y="444"/>
                    </a:lnTo>
                    <a:lnTo>
                      <a:pt x="994" y="447"/>
                    </a:lnTo>
                    <a:lnTo>
                      <a:pt x="995" y="450"/>
                    </a:lnTo>
                    <a:lnTo>
                      <a:pt x="997" y="451"/>
                    </a:lnTo>
                    <a:lnTo>
                      <a:pt x="998" y="451"/>
                    </a:lnTo>
                    <a:lnTo>
                      <a:pt x="999" y="455"/>
                    </a:lnTo>
                    <a:lnTo>
                      <a:pt x="1001" y="457"/>
                    </a:lnTo>
                    <a:lnTo>
                      <a:pt x="1002" y="459"/>
                    </a:lnTo>
                    <a:lnTo>
                      <a:pt x="1004" y="460"/>
                    </a:lnTo>
                    <a:lnTo>
                      <a:pt x="1005" y="464"/>
                    </a:lnTo>
                    <a:lnTo>
                      <a:pt x="1006" y="466"/>
                    </a:lnTo>
                    <a:lnTo>
                      <a:pt x="1008" y="468"/>
                    </a:lnTo>
                    <a:lnTo>
                      <a:pt x="1009" y="468"/>
                    </a:lnTo>
                    <a:lnTo>
                      <a:pt x="1010" y="466"/>
                    </a:lnTo>
                    <a:lnTo>
                      <a:pt x="1012" y="466"/>
                    </a:lnTo>
                    <a:lnTo>
                      <a:pt x="1013" y="472"/>
                    </a:lnTo>
                    <a:lnTo>
                      <a:pt x="1014" y="470"/>
                    </a:lnTo>
                    <a:lnTo>
                      <a:pt x="1016" y="473"/>
                    </a:lnTo>
                    <a:lnTo>
                      <a:pt x="1017" y="480"/>
                    </a:lnTo>
                    <a:lnTo>
                      <a:pt x="1018" y="476"/>
                    </a:lnTo>
                    <a:lnTo>
                      <a:pt x="1020" y="481"/>
                    </a:lnTo>
                    <a:lnTo>
                      <a:pt x="1021" y="481"/>
                    </a:lnTo>
                    <a:lnTo>
                      <a:pt x="1022" y="484"/>
                    </a:lnTo>
                    <a:lnTo>
                      <a:pt x="1024" y="484"/>
                    </a:lnTo>
                    <a:lnTo>
                      <a:pt x="1025" y="477"/>
                    </a:lnTo>
                    <a:lnTo>
                      <a:pt x="1026" y="476"/>
                    </a:lnTo>
                    <a:lnTo>
                      <a:pt x="1028" y="472"/>
                    </a:lnTo>
                    <a:lnTo>
                      <a:pt x="1029" y="473"/>
                    </a:lnTo>
                    <a:lnTo>
                      <a:pt x="1030" y="474"/>
                    </a:lnTo>
                    <a:lnTo>
                      <a:pt x="1032" y="474"/>
                    </a:lnTo>
                    <a:lnTo>
                      <a:pt x="1033" y="474"/>
                    </a:lnTo>
                    <a:lnTo>
                      <a:pt x="1034" y="477"/>
                    </a:lnTo>
                    <a:lnTo>
                      <a:pt x="1036" y="476"/>
                    </a:lnTo>
                    <a:lnTo>
                      <a:pt x="1037" y="474"/>
                    </a:lnTo>
                    <a:lnTo>
                      <a:pt x="1038" y="479"/>
                    </a:lnTo>
                    <a:lnTo>
                      <a:pt x="1040" y="482"/>
                    </a:lnTo>
                    <a:lnTo>
                      <a:pt x="1041" y="481"/>
                    </a:lnTo>
                    <a:lnTo>
                      <a:pt x="1042" y="480"/>
                    </a:lnTo>
                    <a:lnTo>
                      <a:pt x="1044" y="476"/>
                    </a:lnTo>
                    <a:lnTo>
                      <a:pt x="1045" y="482"/>
                    </a:lnTo>
                    <a:lnTo>
                      <a:pt x="1047" y="485"/>
                    </a:lnTo>
                    <a:lnTo>
                      <a:pt x="1048" y="482"/>
                    </a:lnTo>
                    <a:lnTo>
                      <a:pt x="1049" y="478"/>
                    </a:lnTo>
                    <a:lnTo>
                      <a:pt x="1051" y="475"/>
                    </a:lnTo>
                    <a:lnTo>
                      <a:pt x="1052" y="473"/>
                    </a:lnTo>
                    <a:lnTo>
                      <a:pt x="1053" y="470"/>
                    </a:lnTo>
                    <a:lnTo>
                      <a:pt x="1055" y="468"/>
                    </a:lnTo>
                    <a:lnTo>
                      <a:pt x="1056" y="471"/>
                    </a:lnTo>
                    <a:lnTo>
                      <a:pt x="1057" y="471"/>
                    </a:lnTo>
                    <a:lnTo>
                      <a:pt x="1059" y="476"/>
                    </a:lnTo>
                    <a:lnTo>
                      <a:pt x="1060" y="483"/>
                    </a:lnTo>
                    <a:lnTo>
                      <a:pt x="1061" y="489"/>
                    </a:lnTo>
                    <a:lnTo>
                      <a:pt x="1063" y="491"/>
                    </a:lnTo>
                    <a:lnTo>
                      <a:pt x="1064" y="489"/>
                    </a:lnTo>
                    <a:lnTo>
                      <a:pt x="1065" y="495"/>
                    </a:lnTo>
                    <a:lnTo>
                      <a:pt x="1067" y="497"/>
                    </a:lnTo>
                    <a:lnTo>
                      <a:pt x="1068" y="497"/>
                    </a:lnTo>
                    <a:lnTo>
                      <a:pt x="1069" y="503"/>
                    </a:lnTo>
                    <a:lnTo>
                      <a:pt x="1071" y="506"/>
                    </a:lnTo>
                    <a:lnTo>
                      <a:pt x="1072" y="508"/>
                    </a:lnTo>
                    <a:lnTo>
                      <a:pt x="1073" y="508"/>
                    </a:lnTo>
                    <a:lnTo>
                      <a:pt x="1075" y="506"/>
                    </a:lnTo>
                    <a:lnTo>
                      <a:pt x="1076" y="506"/>
                    </a:lnTo>
                    <a:lnTo>
                      <a:pt x="1077" y="511"/>
                    </a:lnTo>
                    <a:lnTo>
                      <a:pt x="1079" y="508"/>
                    </a:lnTo>
                    <a:lnTo>
                      <a:pt x="1080" y="504"/>
                    </a:lnTo>
                    <a:lnTo>
                      <a:pt x="1081" y="504"/>
                    </a:lnTo>
                    <a:lnTo>
                      <a:pt x="1083" y="505"/>
                    </a:lnTo>
                    <a:lnTo>
                      <a:pt x="1084" y="506"/>
                    </a:lnTo>
                    <a:lnTo>
                      <a:pt x="1086" y="505"/>
                    </a:lnTo>
                    <a:lnTo>
                      <a:pt x="1087" y="501"/>
                    </a:lnTo>
                    <a:lnTo>
                      <a:pt x="1088" y="501"/>
                    </a:lnTo>
                    <a:lnTo>
                      <a:pt x="1090" y="505"/>
                    </a:lnTo>
                    <a:lnTo>
                      <a:pt x="1091" y="510"/>
                    </a:lnTo>
                    <a:lnTo>
                      <a:pt x="1092" y="511"/>
                    </a:lnTo>
                    <a:lnTo>
                      <a:pt x="1094" y="515"/>
                    </a:lnTo>
                    <a:lnTo>
                      <a:pt x="1095" y="515"/>
                    </a:lnTo>
                    <a:lnTo>
                      <a:pt x="1096" y="518"/>
                    </a:lnTo>
                    <a:lnTo>
                      <a:pt x="1098" y="520"/>
                    </a:lnTo>
                    <a:lnTo>
                      <a:pt x="1099" y="522"/>
                    </a:lnTo>
                    <a:lnTo>
                      <a:pt x="1100" y="519"/>
                    </a:lnTo>
                    <a:lnTo>
                      <a:pt x="1102" y="516"/>
                    </a:lnTo>
                    <a:lnTo>
                      <a:pt x="1103" y="516"/>
                    </a:lnTo>
                    <a:lnTo>
                      <a:pt x="1104" y="520"/>
                    </a:lnTo>
                    <a:lnTo>
                      <a:pt x="1106" y="517"/>
                    </a:lnTo>
                    <a:lnTo>
                      <a:pt x="1107" y="514"/>
                    </a:lnTo>
                    <a:lnTo>
                      <a:pt x="1108" y="516"/>
                    </a:lnTo>
                    <a:lnTo>
                      <a:pt x="1110" y="511"/>
                    </a:lnTo>
                    <a:lnTo>
                      <a:pt x="1111" y="509"/>
                    </a:lnTo>
                    <a:lnTo>
                      <a:pt x="1112" y="508"/>
                    </a:lnTo>
                    <a:lnTo>
                      <a:pt x="1114" y="506"/>
                    </a:lnTo>
                    <a:lnTo>
                      <a:pt x="1115" y="509"/>
                    </a:lnTo>
                    <a:lnTo>
                      <a:pt x="1116" y="513"/>
                    </a:lnTo>
                    <a:lnTo>
                      <a:pt x="1118" y="512"/>
                    </a:lnTo>
                    <a:lnTo>
                      <a:pt x="1119" y="510"/>
                    </a:lnTo>
                    <a:lnTo>
                      <a:pt x="1120" y="514"/>
                    </a:lnTo>
                    <a:lnTo>
                      <a:pt x="1122" y="515"/>
                    </a:lnTo>
                    <a:lnTo>
                      <a:pt x="1123" y="516"/>
                    </a:lnTo>
                    <a:lnTo>
                      <a:pt x="1124" y="518"/>
                    </a:lnTo>
                    <a:lnTo>
                      <a:pt x="1126" y="515"/>
                    </a:lnTo>
                    <a:lnTo>
                      <a:pt x="1127" y="512"/>
                    </a:lnTo>
                    <a:lnTo>
                      <a:pt x="1129" y="514"/>
                    </a:lnTo>
                    <a:lnTo>
                      <a:pt x="1130" y="520"/>
                    </a:lnTo>
                    <a:lnTo>
                      <a:pt x="1131" y="516"/>
                    </a:lnTo>
                    <a:lnTo>
                      <a:pt x="1133" y="515"/>
                    </a:lnTo>
                    <a:lnTo>
                      <a:pt x="1134" y="516"/>
                    </a:lnTo>
                    <a:lnTo>
                      <a:pt x="1135" y="518"/>
                    </a:lnTo>
                    <a:lnTo>
                      <a:pt x="1137" y="520"/>
                    </a:lnTo>
                    <a:lnTo>
                      <a:pt x="1138" y="518"/>
                    </a:lnTo>
                    <a:lnTo>
                      <a:pt x="1139" y="520"/>
                    </a:lnTo>
                    <a:lnTo>
                      <a:pt x="1141" y="519"/>
                    </a:lnTo>
                    <a:lnTo>
                      <a:pt x="1142" y="519"/>
                    </a:lnTo>
                    <a:lnTo>
                      <a:pt x="1143" y="522"/>
                    </a:lnTo>
                    <a:lnTo>
                      <a:pt x="1145" y="526"/>
                    </a:lnTo>
                    <a:lnTo>
                      <a:pt x="1146" y="529"/>
                    </a:lnTo>
                    <a:lnTo>
                      <a:pt x="1147" y="534"/>
                    </a:lnTo>
                    <a:lnTo>
                      <a:pt x="1149" y="538"/>
                    </a:lnTo>
                    <a:lnTo>
                      <a:pt x="1150" y="542"/>
                    </a:lnTo>
                    <a:lnTo>
                      <a:pt x="1151" y="543"/>
                    </a:lnTo>
                    <a:lnTo>
                      <a:pt x="1153" y="543"/>
                    </a:lnTo>
                    <a:lnTo>
                      <a:pt x="1154" y="539"/>
                    </a:lnTo>
                    <a:lnTo>
                      <a:pt x="1155" y="539"/>
                    </a:lnTo>
                    <a:lnTo>
                      <a:pt x="1157" y="540"/>
                    </a:lnTo>
                    <a:lnTo>
                      <a:pt x="1158" y="534"/>
                    </a:lnTo>
                    <a:lnTo>
                      <a:pt x="1159" y="535"/>
                    </a:lnTo>
                    <a:lnTo>
                      <a:pt x="1161" y="531"/>
                    </a:lnTo>
                    <a:lnTo>
                      <a:pt x="1162" y="529"/>
                    </a:lnTo>
                    <a:lnTo>
                      <a:pt x="1163" y="531"/>
                    </a:lnTo>
                    <a:lnTo>
                      <a:pt x="1165" y="529"/>
                    </a:lnTo>
                    <a:lnTo>
                      <a:pt x="1166" y="537"/>
                    </a:lnTo>
                    <a:lnTo>
                      <a:pt x="1167" y="538"/>
                    </a:lnTo>
                    <a:lnTo>
                      <a:pt x="1169" y="536"/>
                    </a:lnTo>
                    <a:lnTo>
                      <a:pt x="1170" y="544"/>
                    </a:lnTo>
                    <a:lnTo>
                      <a:pt x="1172" y="547"/>
                    </a:lnTo>
                    <a:lnTo>
                      <a:pt x="1173" y="549"/>
                    </a:lnTo>
                    <a:lnTo>
                      <a:pt x="1174" y="552"/>
                    </a:lnTo>
                    <a:lnTo>
                      <a:pt x="1176" y="557"/>
                    </a:lnTo>
                    <a:lnTo>
                      <a:pt x="1177" y="556"/>
                    </a:lnTo>
                    <a:lnTo>
                      <a:pt x="1178" y="557"/>
                    </a:lnTo>
                    <a:lnTo>
                      <a:pt x="1180" y="557"/>
                    </a:lnTo>
                    <a:lnTo>
                      <a:pt x="1181" y="560"/>
                    </a:lnTo>
                    <a:lnTo>
                      <a:pt x="1182" y="559"/>
                    </a:lnTo>
                    <a:lnTo>
                      <a:pt x="1184" y="559"/>
                    </a:lnTo>
                    <a:lnTo>
                      <a:pt x="1185" y="559"/>
                    </a:lnTo>
                    <a:lnTo>
                      <a:pt x="1186" y="562"/>
                    </a:lnTo>
                    <a:lnTo>
                      <a:pt x="1188" y="561"/>
                    </a:lnTo>
                    <a:lnTo>
                      <a:pt x="1189" y="561"/>
                    </a:lnTo>
                    <a:lnTo>
                      <a:pt x="1190" y="566"/>
                    </a:lnTo>
                    <a:lnTo>
                      <a:pt x="1192" y="567"/>
                    </a:lnTo>
                    <a:lnTo>
                      <a:pt x="1193" y="563"/>
                    </a:lnTo>
                    <a:lnTo>
                      <a:pt x="1194" y="568"/>
                    </a:lnTo>
                    <a:lnTo>
                      <a:pt x="1196" y="567"/>
                    </a:lnTo>
                    <a:lnTo>
                      <a:pt x="1197" y="569"/>
                    </a:lnTo>
                    <a:lnTo>
                      <a:pt x="1198" y="572"/>
                    </a:lnTo>
                    <a:lnTo>
                      <a:pt x="1200" y="569"/>
                    </a:lnTo>
                    <a:lnTo>
                      <a:pt x="1201" y="566"/>
                    </a:lnTo>
                    <a:lnTo>
                      <a:pt x="1202" y="565"/>
                    </a:lnTo>
                    <a:lnTo>
                      <a:pt x="1204" y="562"/>
                    </a:lnTo>
                    <a:lnTo>
                      <a:pt x="1205" y="556"/>
                    </a:lnTo>
                    <a:lnTo>
                      <a:pt x="1206" y="556"/>
                    </a:lnTo>
                    <a:lnTo>
                      <a:pt x="1208" y="559"/>
                    </a:lnTo>
                    <a:lnTo>
                      <a:pt x="1209" y="560"/>
                    </a:lnTo>
                    <a:lnTo>
                      <a:pt x="1210" y="560"/>
                    </a:lnTo>
                    <a:lnTo>
                      <a:pt x="1212" y="561"/>
                    </a:lnTo>
                    <a:lnTo>
                      <a:pt x="1213" y="564"/>
                    </a:lnTo>
                    <a:lnTo>
                      <a:pt x="1215" y="571"/>
                    </a:lnTo>
                    <a:lnTo>
                      <a:pt x="1216" y="567"/>
                    </a:lnTo>
                    <a:lnTo>
                      <a:pt x="1217" y="568"/>
                    </a:lnTo>
                    <a:lnTo>
                      <a:pt x="1219" y="571"/>
                    </a:lnTo>
                    <a:lnTo>
                      <a:pt x="1220" y="574"/>
                    </a:lnTo>
                    <a:lnTo>
                      <a:pt x="1221" y="581"/>
                    </a:lnTo>
                    <a:lnTo>
                      <a:pt x="1223" y="587"/>
                    </a:lnTo>
                    <a:lnTo>
                      <a:pt x="1224" y="591"/>
                    </a:lnTo>
                    <a:lnTo>
                      <a:pt x="1225" y="597"/>
                    </a:lnTo>
                    <a:lnTo>
                      <a:pt x="1227" y="598"/>
                    </a:lnTo>
                    <a:lnTo>
                      <a:pt x="1228" y="599"/>
                    </a:lnTo>
                    <a:lnTo>
                      <a:pt x="1229" y="601"/>
                    </a:lnTo>
                    <a:lnTo>
                      <a:pt x="1231" y="603"/>
                    </a:lnTo>
                    <a:lnTo>
                      <a:pt x="1232" y="597"/>
                    </a:lnTo>
                    <a:lnTo>
                      <a:pt x="1233" y="599"/>
                    </a:lnTo>
                    <a:lnTo>
                      <a:pt x="1235" y="596"/>
                    </a:lnTo>
                    <a:lnTo>
                      <a:pt x="1236" y="594"/>
                    </a:lnTo>
                    <a:lnTo>
                      <a:pt x="1237" y="592"/>
                    </a:lnTo>
                    <a:lnTo>
                      <a:pt x="1239" y="590"/>
                    </a:lnTo>
                    <a:lnTo>
                      <a:pt x="1240" y="589"/>
                    </a:lnTo>
                    <a:lnTo>
                      <a:pt x="1241" y="593"/>
                    </a:lnTo>
                    <a:lnTo>
                      <a:pt x="1243" y="590"/>
                    </a:lnTo>
                    <a:lnTo>
                      <a:pt x="1244" y="598"/>
                    </a:lnTo>
                    <a:lnTo>
                      <a:pt x="1245" y="598"/>
                    </a:lnTo>
                    <a:lnTo>
                      <a:pt x="1247" y="603"/>
                    </a:lnTo>
                    <a:lnTo>
                      <a:pt x="1248" y="607"/>
                    </a:lnTo>
                    <a:lnTo>
                      <a:pt x="1249" y="610"/>
                    </a:lnTo>
                    <a:lnTo>
                      <a:pt x="1251" y="609"/>
                    </a:lnTo>
                    <a:lnTo>
                      <a:pt x="1252" y="603"/>
                    </a:lnTo>
                    <a:lnTo>
                      <a:pt x="1254" y="606"/>
                    </a:lnTo>
                    <a:lnTo>
                      <a:pt x="1255" y="606"/>
                    </a:lnTo>
                    <a:lnTo>
                      <a:pt x="1256" y="604"/>
                    </a:lnTo>
                    <a:lnTo>
                      <a:pt x="1258" y="601"/>
                    </a:lnTo>
                    <a:lnTo>
                      <a:pt x="1259" y="601"/>
                    </a:lnTo>
                    <a:lnTo>
                      <a:pt x="1260" y="603"/>
                    </a:lnTo>
                    <a:lnTo>
                      <a:pt x="1262" y="608"/>
                    </a:lnTo>
                    <a:lnTo>
                      <a:pt x="1263" y="611"/>
                    </a:lnTo>
                    <a:lnTo>
                      <a:pt x="1264" y="610"/>
                    </a:lnTo>
                    <a:lnTo>
                      <a:pt x="1266" y="612"/>
                    </a:lnTo>
                    <a:lnTo>
                      <a:pt x="1267" y="612"/>
                    </a:lnTo>
                    <a:lnTo>
                      <a:pt x="1268" y="614"/>
                    </a:lnTo>
                    <a:lnTo>
                      <a:pt x="1270" y="616"/>
                    </a:lnTo>
                    <a:lnTo>
                      <a:pt x="1271" y="608"/>
                    </a:lnTo>
                    <a:lnTo>
                      <a:pt x="1272" y="607"/>
                    </a:lnTo>
                    <a:lnTo>
                      <a:pt x="1274" y="603"/>
                    </a:lnTo>
                    <a:lnTo>
                      <a:pt x="1275" y="608"/>
                    </a:lnTo>
                    <a:lnTo>
                      <a:pt x="1276" y="612"/>
                    </a:lnTo>
                    <a:lnTo>
                      <a:pt x="1278" y="610"/>
                    </a:lnTo>
                    <a:lnTo>
                      <a:pt x="1279" y="610"/>
                    </a:lnTo>
                    <a:lnTo>
                      <a:pt x="1280" y="615"/>
                    </a:lnTo>
                    <a:lnTo>
                      <a:pt x="1282" y="624"/>
                    </a:lnTo>
                    <a:lnTo>
                      <a:pt x="1283" y="624"/>
                    </a:lnTo>
                    <a:lnTo>
                      <a:pt x="1284" y="627"/>
                    </a:lnTo>
                    <a:lnTo>
                      <a:pt x="1286" y="630"/>
                    </a:lnTo>
                    <a:lnTo>
                      <a:pt x="1287" y="631"/>
                    </a:lnTo>
                    <a:lnTo>
                      <a:pt x="1288" y="634"/>
                    </a:lnTo>
                    <a:lnTo>
                      <a:pt x="1290" y="631"/>
                    </a:lnTo>
                    <a:lnTo>
                      <a:pt x="1291" y="629"/>
                    </a:lnTo>
                    <a:lnTo>
                      <a:pt x="1292" y="627"/>
                    </a:lnTo>
                    <a:lnTo>
                      <a:pt x="1294" y="624"/>
                    </a:lnTo>
                    <a:lnTo>
                      <a:pt x="1295" y="622"/>
                    </a:lnTo>
                    <a:lnTo>
                      <a:pt x="1297" y="622"/>
                    </a:lnTo>
                    <a:lnTo>
                      <a:pt x="1298" y="618"/>
                    </a:lnTo>
                    <a:lnTo>
                      <a:pt x="1299" y="618"/>
                    </a:lnTo>
                    <a:lnTo>
                      <a:pt x="1301" y="616"/>
                    </a:lnTo>
                    <a:lnTo>
                      <a:pt x="1302" y="613"/>
                    </a:lnTo>
                    <a:lnTo>
                      <a:pt x="1303" y="615"/>
                    </a:lnTo>
                    <a:lnTo>
                      <a:pt x="1305" y="614"/>
                    </a:lnTo>
                    <a:lnTo>
                      <a:pt x="1306" y="613"/>
                    </a:lnTo>
                    <a:lnTo>
                      <a:pt x="1307" y="614"/>
                    </a:lnTo>
                    <a:lnTo>
                      <a:pt x="1309" y="614"/>
                    </a:lnTo>
                    <a:lnTo>
                      <a:pt x="1310" y="619"/>
                    </a:lnTo>
                    <a:lnTo>
                      <a:pt x="1311" y="620"/>
                    </a:lnTo>
                    <a:lnTo>
                      <a:pt x="1313" y="625"/>
                    </a:lnTo>
                    <a:lnTo>
                      <a:pt x="1314" y="624"/>
                    </a:lnTo>
                    <a:lnTo>
                      <a:pt x="1315" y="625"/>
                    </a:lnTo>
                    <a:lnTo>
                      <a:pt x="1317" y="622"/>
                    </a:lnTo>
                    <a:lnTo>
                      <a:pt x="1318" y="624"/>
                    </a:lnTo>
                    <a:lnTo>
                      <a:pt x="1319" y="624"/>
                    </a:lnTo>
                    <a:lnTo>
                      <a:pt x="1321" y="624"/>
                    </a:lnTo>
                    <a:lnTo>
                      <a:pt x="1322" y="622"/>
                    </a:lnTo>
                    <a:lnTo>
                      <a:pt x="1323" y="622"/>
                    </a:lnTo>
                    <a:lnTo>
                      <a:pt x="1325" y="624"/>
                    </a:lnTo>
                    <a:lnTo>
                      <a:pt x="1326" y="622"/>
                    </a:lnTo>
                    <a:lnTo>
                      <a:pt x="1327" y="622"/>
                    </a:lnTo>
                    <a:lnTo>
                      <a:pt x="1329" y="618"/>
                    </a:lnTo>
                    <a:lnTo>
                      <a:pt x="1330" y="621"/>
                    </a:lnTo>
                    <a:lnTo>
                      <a:pt x="1331" y="622"/>
                    </a:lnTo>
                    <a:lnTo>
                      <a:pt x="1333" y="621"/>
                    </a:lnTo>
                    <a:lnTo>
                      <a:pt x="1334" y="628"/>
                    </a:lnTo>
                    <a:lnTo>
                      <a:pt x="1335" y="631"/>
                    </a:lnTo>
                    <a:lnTo>
                      <a:pt x="1337" y="633"/>
                    </a:lnTo>
                    <a:lnTo>
                      <a:pt x="1338" y="636"/>
                    </a:lnTo>
                    <a:lnTo>
                      <a:pt x="1340" y="636"/>
                    </a:lnTo>
                    <a:lnTo>
                      <a:pt x="1341" y="636"/>
                    </a:lnTo>
                    <a:lnTo>
                      <a:pt x="1342" y="635"/>
                    </a:lnTo>
                    <a:lnTo>
                      <a:pt x="1344" y="635"/>
                    </a:lnTo>
                    <a:lnTo>
                      <a:pt x="1345" y="637"/>
                    </a:lnTo>
                    <a:lnTo>
                      <a:pt x="1346" y="636"/>
                    </a:lnTo>
                    <a:lnTo>
                      <a:pt x="1348" y="641"/>
                    </a:lnTo>
                    <a:lnTo>
                      <a:pt x="1349" y="640"/>
                    </a:lnTo>
                    <a:lnTo>
                      <a:pt x="1350" y="641"/>
                    </a:lnTo>
                    <a:lnTo>
                      <a:pt x="1352" y="643"/>
                    </a:lnTo>
                    <a:lnTo>
                      <a:pt x="1353" y="647"/>
                    </a:lnTo>
                    <a:lnTo>
                      <a:pt x="1354" y="641"/>
                    </a:lnTo>
                    <a:lnTo>
                      <a:pt x="1356" y="644"/>
                    </a:lnTo>
                    <a:lnTo>
                      <a:pt x="1357" y="642"/>
                    </a:lnTo>
                    <a:lnTo>
                      <a:pt x="1358" y="644"/>
                    </a:lnTo>
                    <a:lnTo>
                      <a:pt x="1360" y="641"/>
                    </a:lnTo>
                    <a:lnTo>
                      <a:pt x="1361" y="641"/>
                    </a:lnTo>
                    <a:lnTo>
                      <a:pt x="1362" y="644"/>
                    </a:lnTo>
                    <a:lnTo>
                      <a:pt x="1364" y="644"/>
                    </a:lnTo>
                    <a:lnTo>
                      <a:pt x="1365" y="646"/>
                    </a:lnTo>
                    <a:lnTo>
                      <a:pt x="1366" y="648"/>
                    </a:lnTo>
                    <a:lnTo>
                      <a:pt x="1368" y="649"/>
                    </a:lnTo>
                    <a:lnTo>
                      <a:pt x="1369" y="652"/>
                    </a:lnTo>
                    <a:lnTo>
                      <a:pt x="1370" y="652"/>
                    </a:lnTo>
                    <a:lnTo>
                      <a:pt x="1372" y="654"/>
                    </a:lnTo>
                    <a:lnTo>
                      <a:pt x="1373" y="653"/>
                    </a:lnTo>
                    <a:lnTo>
                      <a:pt x="1374" y="651"/>
                    </a:lnTo>
                    <a:lnTo>
                      <a:pt x="1376" y="646"/>
                    </a:lnTo>
                    <a:lnTo>
                      <a:pt x="1377" y="644"/>
                    </a:lnTo>
                    <a:lnTo>
                      <a:pt x="1378" y="644"/>
                    </a:lnTo>
                    <a:lnTo>
                      <a:pt x="1380" y="648"/>
                    </a:lnTo>
                    <a:lnTo>
                      <a:pt x="1381" y="646"/>
                    </a:lnTo>
                    <a:lnTo>
                      <a:pt x="1383" y="646"/>
                    </a:lnTo>
                    <a:lnTo>
                      <a:pt x="1384" y="648"/>
                    </a:lnTo>
                    <a:lnTo>
                      <a:pt x="1385" y="652"/>
                    </a:lnTo>
                    <a:lnTo>
                      <a:pt x="1387" y="658"/>
                    </a:lnTo>
                    <a:lnTo>
                      <a:pt x="1388" y="658"/>
                    </a:lnTo>
                    <a:lnTo>
                      <a:pt x="1389" y="661"/>
                    </a:lnTo>
                    <a:lnTo>
                      <a:pt x="1391" y="661"/>
                    </a:lnTo>
                    <a:lnTo>
                      <a:pt x="1392" y="664"/>
                    </a:lnTo>
                    <a:lnTo>
                      <a:pt x="1393" y="665"/>
                    </a:lnTo>
                    <a:lnTo>
                      <a:pt x="1395" y="666"/>
                    </a:lnTo>
                    <a:lnTo>
                      <a:pt x="1396" y="666"/>
                    </a:lnTo>
                    <a:lnTo>
                      <a:pt x="1397" y="661"/>
                    </a:lnTo>
                    <a:lnTo>
                      <a:pt x="1399" y="658"/>
                    </a:lnTo>
                    <a:lnTo>
                      <a:pt x="1400" y="656"/>
                    </a:lnTo>
                    <a:lnTo>
                      <a:pt x="1401" y="658"/>
                    </a:lnTo>
                    <a:lnTo>
                      <a:pt x="1403" y="655"/>
                    </a:lnTo>
                    <a:lnTo>
                      <a:pt x="1404" y="650"/>
                    </a:lnTo>
                    <a:lnTo>
                      <a:pt x="1405" y="644"/>
                    </a:lnTo>
                    <a:lnTo>
                      <a:pt x="1407" y="647"/>
                    </a:lnTo>
                    <a:lnTo>
                      <a:pt x="1408" y="647"/>
                    </a:lnTo>
                    <a:lnTo>
                      <a:pt x="1409" y="650"/>
                    </a:lnTo>
                    <a:lnTo>
                      <a:pt x="1411" y="648"/>
                    </a:lnTo>
                    <a:lnTo>
                      <a:pt x="1412" y="653"/>
                    </a:lnTo>
                    <a:lnTo>
                      <a:pt x="1413" y="656"/>
                    </a:lnTo>
                    <a:lnTo>
                      <a:pt x="1415" y="660"/>
                    </a:lnTo>
                    <a:lnTo>
                      <a:pt x="1416" y="664"/>
                    </a:lnTo>
                    <a:lnTo>
                      <a:pt x="1417" y="667"/>
                    </a:lnTo>
                    <a:lnTo>
                      <a:pt x="1419" y="666"/>
                    </a:lnTo>
                    <a:lnTo>
                      <a:pt x="1420" y="669"/>
                    </a:lnTo>
                    <a:lnTo>
                      <a:pt x="1422" y="672"/>
                    </a:lnTo>
                    <a:lnTo>
                      <a:pt x="1423" y="668"/>
                    </a:lnTo>
                    <a:lnTo>
                      <a:pt x="1424" y="675"/>
                    </a:lnTo>
                  </a:path>
                </a:pathLst>
              </a:custGeom>
              <a:noFill/>
              <a:ln cap="flat" cmpd="sng" w="25400">
                <a:solidFill>
                  <a:srgbClr val="32CD3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 flipH="1" rot="10800000">
                <a:off x="6726238" y="4346576"/>
                <a:ext cx="3762375" cy="1938338"/>
              </a:xfrm>
              <a:custGeom>
                <a:rect b="b" l="l" r="r" t="t"/>
                <a:pathLst>
                  <a:path extrusionOk="0" h="879" w="1424">
                    <a:moveTo>
                      <a:pt x="0" y="646"/>
                    </a:moveTo>
                    <a:lnTo>
                      <a:pt x="1" y="662"/>
                    </a:lnTo>
                    <a:lnTo>
                      <a:pt x="2" y="672"/>
                    </a:lnTo>
                    <a:lnTo>
                      <a:pt x="4" y="669"/>
                    </a:lnTo>
                    <a:lnTo>
                      <a:pt x="5" y="670"/>
                    </a:lnTo>
                    <a:lnTo>
                      <a:pt x="6" y="671"/>
                    </a:lnTo>
                    <a:lnTo>
                      <a:pt x="8" y="671"/>
                    </a:lnTo>
                    <a:lnTo>
                      <a:pt x="9" y="670"/>
                    </a:lnTo>
                    <a:lnTo>
                      <a:pt x="10" y="671"/>
                    </a:lnTo>
                    <a:lnTo>
                      <a:pt x="12" y="667"/>
                    </a:lnTo>
                    <a:lnTo>
                      <a:pt x="13" y="667"/>
                    </a:lnTo>
                    <a:lnTo>
                      <a:pt x="14" y="667"/>
                    </a:lnTo>
                    <a:lnTo>
                      <a:pt x="16" y="667"/>
                    </a:lnTo>
                    <a:lnTo>
                      <a:pt x="17" y="673"/>
                    </a:lnTo>
                    <a:lnTo>
                      <a:pt x="18" y="675"/>
                    </a:lnTo>
                    <a:lnTo>
                      <a:pt x="20" y="675"/>
                    </a:lnTo>
                    <a:lnTo>
                      <a:pt x="21" y="677"/>
                    </a:lnTo>
                    <a:lnTo>
                      <a:pt x="22" y="679"/>
                    </a:lnTo>
                    <a:lnTo>
                      <a:pt x="24" y="682"/>
                    </a:lnTo>
                    <a:lnTo>
                      <a:pt x="25" y="684"/>
                    </a:lnTo>
                    <a:lnTo>
                      <a:pt x="26" y="683"/>
                    </a:lnTo>
                    <a:lnTo>
                      <a:pt x="28" y="678"/>
                    </a:lnTo>
                    <a:lnTo>
                      <a:pt x="29" y="683"/>
                    </a:lnTo>
                    <a:lnTo>
                      <a:pt x="30" y="688"/>
                    </a:lnTo>
                    <a:lnTo>
                      <a:pt x="32" y="685"/>
                    </a:lnTo>
                    <a:lnTo>
                      <a:pt x="33" y="681"/>
                    </a:lnTo>
                    <a:lnTo>
                      <a:pt x="34" y="682"/>
                    </a:lnTo>
                    <a:lnTo>
                      <a:pt x="36" y="681"/>
                    </a:lnTo>
                    <a:lnTo>
                      <a:pt x="37" y="677"/>
                    </a:lnTo>
                    <a:lnTo>
                      <a:pt x="39" y="678"/>
                    </a:lnTo>
                    <a:lnTo>
                      <a:pt x="40" y="671"/>
                    </a:lnTo>
                    <a:lnTo>
                      <a:pt x="41" y="670"/>
                    </a:lnTo>
                    <a:lnTo>
                      <a:pt x="43" y="668"/>
                    </a:lnTo>
                    <a:lnTo>
                      <a:pt x="44" y="672"/>
                    </a:lnTo>
                    <a:lnTo>
                      <a:pt x="45" y="674"/>
                    </a:lnTo>
                    <a:lnTo>
                      <a:pt x="47" y="677"/>
                    </a:lnTo>
                    <a:lnTo>
                      <a:pt x="48" y="682"/>
                    </a:lnTo>
                    <a:lnTo>
                      <a:pt x="49" y="685"/>
                    </a:lnTo>
                    <a:lnTo>
                      <a:pt x="51" y="689"/>
                    </a:lnTo>
                    <a:lnTo>
                      <a:pt x="52" y="690"/>
                    </a:lnTo>
                    <a:lnTo>
                      <a:pt x="53" y="693"/>
                    </a:lnTo>
                    <a:lnTo>
                      <a:pt x="55" y="693"/>
                    </a:lnTo>
                    <a:lnTo>
                      <a:pt x="56" y="696"/>
                    </a:lnTo>
                    <a:lnTo>
                      <a:pt x="57" y="695"/>
                    </a:lnTo>
                    <a:lnTo>
                      <a:pt x="59" y="695"/>
                    </a:lnTo>
                    <a:lnTo>
                      <a:pt x="60" y="697"/>
                    </a:lnTo>
                    <a:lnTo>
                      <a:pt x="61" y="696"/>
                    </a:lnTo>
                    <a:lnTo>
                      <a:pt x="63" y="693"/>
                    </a:lnTo>
                    <a:lnTo>
                      <a:pt x="64" y="694"/>
                    </a:lnTo>
                    <a:lnTo>
                      <a:pt x="65" y="694"/>
                    </a:lnTo>
                    <a:lnTo>
                      <a:pt x="67" y="692"/>
                    </a:lnTo>
                    <a:lnTo>
                      <a:pt x="68" y="692"/>
                    </a:lnTo>
                    <a:lnTo>
                      <a:pt x="69" y="691"/>
                    </a:lnTo>
                    <a:lnTo>
                      <a:pt x="71" y="687"/>
                    </a:lnTo>
                    <a:lnTo>
                      <a:pt x="72" y="690"/>
                    </a:lnTo>
                    <a:lnTo>
                      <a:pt x="73" y="685"/>
                    </a:lnTo>
                    <a:lnTo>
                      <a:pt x="75" y="688"/>
                    </a:lnTo>
                    <a:lnTo>
                      <a:pt x="76" y="688"/>
                    </a:lnTo>
                    <a:lnTo>
                      <a:pt x="78" y="689"/>
                    </a:lnTo>
                    <a:lnTo>
                      <a:pt x="79" y="687"/>
                    </a:lnTo>
                    <a:lnTo>
                      <a:pt x="80" y="690"/>
                    </a:lnTo>
                    <a:lnTo>
                      <a:pt x="82" y="688"/>
                    </a:lnTo>
                    <a:lnTo>
                      <a:pt x="83" y="685"/>
                    </a:lnTo>
                    <a:lnTo>
                      <a:pt x="84" y="682"/>
                    </a:lnTo>
                    <a:lnTo>
                      <a:pt x="86" y="687"/>
                    </a:lnTo>
                    <a:lnTo>
                      <a:pt x="87" y="688"/>
                    </a:lnTo>
                    <a:lnTo>
                      <a:pt x="88" y="693"/>
                    </a:lnTo>
                    <a:lnTo>
                      <a:pt x="90" y="697"/>
                    </a:lnTo>
                    <a:lnTo>
                      <a:pt x="91" y="697"/>
                    </a:lnTo>
                    <a:lnTo>
                      <a:pt x="92" y="699"/>
                    </a:lnTo>
                    <a:lnTo>
                      <a:pt x="94" y="705"/>
                    </a:lnTo>
                    <a:lnTo>
                      <a:pt x="95" y="703"/>
                    </a:lnTo>
                    <a:lnTo>
                      <a:pt x="96" y="706"/>
                    </a:lnTo>
                    <a:lnTo>
                      <a:pt x="98" y="708"/>
                    </a:lnTo>
                    <a:lnTo>
                      <a:pt x="99" y="707"/>
                    </a:lnTo>
                    <a:lnTo>
                      <a:pt x="100" y="711"/>
                    </a:lnTo>
                    <a:lnTo>
                      <a:pt x="102" y="711"/>
                    </a:lnTo>
                    <a:lnTo>
                      <a:pt x="103" y="707"/>
                    </a:lnTo>
                    <a:lnTo>
                      <a:pt x="104" y="711"/>
                    </a:lnTo>
                    <a:lnTo>
                      <a:pt x="106" y="708"/>
                    </a:lnTo>
                    <a:lnTo>
                      <a:pt x="107" y="703"/>
                    </a:lnTo>
                    <a:lnTo>
                      <a:pt x="108" y="705"/>
                    </a:lnTo>
                    <a:lnTo>
                      <a:pt x="110" y="705"/>
                    </a:lnTo>
                    <a:lnTo>
                      <a:pt x="111" y="704"/>
                    </a:lnTo>
                    <a:lnTo>
                      <a:pt x="112" y="703"/>
                    </a:lnTo>
                    <a:lnTo>
                      <a:pt x="114" y="700"/>
                    </a:lnTo>
                    <a:lnTo>
                      <a:pt x="115" y="697"/>
                    </a:lnTo>
                    <a:lnTo>
                      <a:pt x="116" y="0"/>
                    </a:lnTo>
                    <a:lnTo>
                      <a:pt x="118" y="622"/>
                    </a:lnTo>
                    <a:lnTo>
                      <a:pt x="119" y="689"/>
                    </a:lnTo>
                    <a:lnTo>
                      <a:pt x="121" y="699"/>
                    </a:lnTo>
                    <a:lnTo>
                      <a:pt x="122" y="710"/>
                    </a:lnTo>
                    <a:lnTo>
                      <a:pt x="123" y="718"/>
                    </a:lnTo>
                    <a:lnTo>
                      <a:pt x="125" y="720"/>
                    </a:lnTo>
                    <a:lnTo>
                      <a:pt x="126" y="722"/>
                    </a:lnTo>
                    <a:lnTo>
                      <a:pt x="127" y="716"/>
                    </a:lnTo>
                    <a:lnTo>
                      <a:pt x="129" y="706"/>
                    </a:lnTo>
                    <a:lnTo>
                      <a:pt x="130" y="702"/>
                    </a:lnTo>
                    <a:lnTo>
                      <a:pt x="131" y="695"/>
                    </a:lnTo>
                    <a:lnTo>
                      <a:pt x="133" y="690"/>
                    </a:lnTo>
                    <a:lnTo>
                      <a:pt x="134" y="681"/>
                    </a:lnTo>
                    <a:lnTo>
                      <a:pt x="135" y="682"/>
                    </a:lnTo>
                    <a:lnTo>
                      <a:pt x="137" y="681"/>
                    </a:lnTo>
                    <a:lnTo>
                      <a:pt x="138" y="677"/>
                    </a:lnTo>
                    <a:lnTo>
                      <a:pt x="139" y="672"/>
                    </a:lnTo>
                    <a:lnTo>
                      <a:pt x="141" y="670"/>
                    </a:lnTo>
                    <a:lnTo>
                      <a:pt x="142" y="660"/>
                    </a:lnTo>
                    <a:lnTo>
                      <a:pt x="143" y="655"/>
                    </a:lnTo>
                    <a:lnTo>
                      <a:pt x="145" y="649"/>
                    </a:lnTo>
                    <a:lnTo>
                      <a:pt x="146" y="644"/>
                    </a:lnTo>
                    <a:lnTo>
                      <a:pt x="147" y="633"/>
                    </a:lnTo>
                    <a:lnTo>
                      <a:pt x="149" y="629"/>
                    </a:lnTo>
                    <a:lnTo>
                      <a:pt x="150" y="623"/>
                    </a:lnTo>
                    <a:lnTo>
                      <a:pt x="151" y="616"/>
                    </a:lnTo>
                    <a:lnTo>
                      <a:pt x="153" y="605"/>
                    </a:lnTo>
                    <a:lnTo>
                      <a:pt x="154" y="598"/>
                    </a:lnTo>
                    <a:lnTo>
                      <a:pt x="155" y="590"/>
                    </a:lnTo>
                    <a:lnTo>
                      <a:pt x="157" y="582"/>
                    </a:lnTo>
                    <a:lnTo>
                      <a:pt x="158" y="576"/>
                    </a:lnTo>
                    <a:lnTo>
                      <a:pt x="159" y="569"/>
                    </a:lnTo>
                    <a:lnTo>
                      <a:pt x="161" y="558"/>
                    </a:lnTo>
                    <a:lnTo>
                      <a:pt x="162" y="551"/>
                    </a:lnTo>
                    <a:lnTo>
                      <a:pt x="164" y="546"/>
                    </a:lnTo>
                    <a:lnTo>
                      <a:pt x="165" y="542"/>
                    </a:lnTo>
                    <a:lnTo>
                      <a:pt x="166" y="541"/>
                    </a:lnTo>
                    <a:lnTo>
                      <a:pt x="168" y="538"/>
                    </a:lnTo>
                    <a:lnTo>
                      <a:pt x="169" y="538"/>
                    </a:lnTo>
                    <a:lnTo>
                      <a:pt x="170" y="538"/>
                    </a:lnTo>
                    <a:lnTo>
                      <a:pt x="172" y="532"/>
                    </a:lnTo>
                    <a:lnTo>
                      <a:pt x="173" y="528"/>
                    </a:lnTo>
                    <a:lnTo>
                      <a:pt x="174" y="527"/>
                    </a:lnTo>
                    <a:lnTo>
                      <a:pt x="176" y="527"/>
                    </a:lnTo>
                    <a:lnTo>
                      <a:pt x="177" y="527"/>
                    </a:lnTo>
                    <a:lnTo>
                      <a:pt x="178" y="523"/>
                    </a:lnTo>
                    <a:lnTo>
                      <a:pt x="180" y="517"/>
                    </a:lnTo>
                    <a:lnTo>
                      <a:pt x="181" y="520"/>
                    </a:lnTo>
                    <a:lnTo>
                      <a:pt x="182" y="519"/>
                    </a:lnTo>
                    <a:lnTo>
                      <a:pt x="184" y="518"/>
                    </a:lnTo>
                    <a:lnTo>
                      <a:pt x="185" y="517"/>
                    </a:lnTo>
                    <a:lnTo>
                      <a:pt x="186" y="513"/>
                    </a:lnTo>
                    <a:lnTo>
                      <a:pt x="188" y="511"/>
                    </a:lnTo>
                    <a:lnTo>
                      <a:pt x="189" y="511"/>
                    </a:lnTo>
                    <a:lnTo>
                      <a:pt x="190" y="511"/>
                    </a:lnTo>
                    <a:lnTo>
                      <a:pt x="192" y="509"/>
                    </a:lnTo>
                    <a:lnTo>
                      <a:pt x="193" y="506"/>
                    </a:lnTo>
                    <a:lnTo>
                      <a:pt x="194" y="504"/>
                    </a:lnTo>
                    <a:lnTo>
                      <a:pt x="196" y="502"/>
                    </a:lnTo>
                    <a:lnTo>
                      <a:pt x="197" y="500"/>
                    </a:lnTo>
                    <a:lnTo>
                      <a:pt x="198" y="499"/>
                    </a:lnTo>
                    <a:lnTo>
                      <a:pt x="200" y="493"/>
                    </a:lnTo>
                    <a:lnTo>
                      <a:pt x="201" y="498"/>
                    </a:lnTo>
                    <a:lnTo>
                      <a:pt x="202" y="492"/>
                    </a:lnTo>
                    <a:lnTo>
                      <a:pt x="204" y="489"/>
                    </a:lnTo>
                    <a:lnTo>
                      <a:pt x="205" y="488"/>
                    </a:lnTo>
                    <a:lnTo>
                      <a:pt x="207" y="486"/>
                    </a:lnTo>
                    <a:lnTo>
                      <a:pt x="208" y="488"/>
                    </a:lnTo>
                    <a:lnTo>
                      <a:pt x="209" y="487"/>
                    </a:lnTo>
                    <a:lnTo>
                      <a:pt x="211" y="482"/>
                    </a:lnTo>
                    <a:lnTo>
                      <a:pt x="212" y="480"/>
                    </a:lnTo>
                    <a:lnTo>
                      <a:pt x="213" y="477"/>
                    </a:lnTo>
                    <a:lnTo>
                      <a:pt x="215" y="477"/>
                    </a:lnTo>
                    <a:lnTo>
                      <a:pt x="216" y="476"/>
                    </a:lnTo>
                    <a:lnTo>
                      <a:pt x="217" y="483"/>
                    </a:lnTo>
                    <a:lnTo>
                      <a:pt x="219" y="482"/>
                    </a:lnTo>
                    <a:lnTo>
                      <a:pt x="220" y="477"/>
                    </a:lnTo>
                    <a:lnTo>
                      <a:pt x="221" y="479"/>
                    </a:lnTo>
                    <a:lnTo>
                      <a:pt x="223" y="479"/>
                    </a:lnTo>
                    <a:lnTo>
                      <a:pt x="224" y="477"/>
                    </a:lnTo>
                    <a:lnTo>
                      <a:pt x="225" y="472"/>
                    </a:lnTo>
                    <a:lnTo>
                      <a:pt x="227" y="468"/>
                    </a:lnTo>
                    <a:lnTo>
                      <a:pt x="228" y="467"/>
                    </a:lnTo>
                    <a:lnTo>
                      <a:pt x="229" y="460"/>
                    </a:lnTo>
                    <a:lnTo>
                      <a:pt x="231" y="458"/>
                    </a:lnTo>
                    <a:lnTo>
                      <a:pt x="232" y="457"/>
                    </a:lnTo>
                    <a:lnTo>
                      <a:pt x="233" y="455"/>
                    </a:lnTo>
                    <a:lnTo>
                      <a:pt x="235" y="452"/>
                    </a:lnTo>
                    <a:lnTo>
                      <a:pt x="236" y="451"/>
                    </a:lnTo>
                    <a:lnTo>
                      <a:pt x="237" y="452"/>
                    </a:lnTo>
                    <a:lnTo>
                      <a:pt x="239" y="457"/>
                    </a:lnTo>
                    <a:lnTo>
                      <a:pt x="240" y="460"/>
                    </a:lnTo>
                    <a:lnTo>
                      <a:pt x="241" y="461"/>
                    </a:lnTo>
                    <a:lnTo>
                      <a:pt x="243" y="459"/>
                    </a:lnTo>
                    <a:lnTo>
                      <a:pt x="244" y="460"/>
                    </a:lnTo>
                    <a:lnTo>
                      <a:pt x="246" y="461"/>
                    </a:lnTo>
                    <a:lnTo>
                      <a:pt x="247" y="459"/>
                    </a:lnTo>
                    <a:lnTo>
                      <a:pt x="248" y="458"/>
                    </a:lnTo>
                    <a:lnTo>
                      <a:pt x="250" y="457"/>
                    </a:lnTo>
                    <a:lnTo>
                      <a:pt x="251" y="450"/>
                    </a:lnTo>
                    <a:lnTo>
                      <a:pt x="252" y="449"/>
                    </a:lnTo>
                    <a:lnTo>
                      <a:pt x="254" y="443"/>
                    </a:lnTo>
                    <a:lnTo>
                      <a:pt x="255" y="440"/>
                    </a:lnTo>
                    <a:lnTo>
                      <a:pt x="256" y="433"/>
                    </a:lnTo>
                    <a:lnTo>
                      <a:pt x="258" y="429"/>
                    </a:lnTo>
                    <a:lnTo>
                      <a:pt x="259" y="428"/>
                    </a:lnTo>
                    <a:lnTo>
                      <a:pt x="260" y="425"/>
                    </a:lnTo>
                    <a:lnTo>
                      <a:pt x="262" y="428"/>
                    </a:lnTo>
                    <a:lnTo>
                      <a:pt x="263" y="428"/>
                    </a:lnTo>
                    <a:lnTo>
                      <a:pt x="264" y="431"/>
                    </a:lnTo>
                    <a:lnTo>
                      <a:pt x="266" y="435"/>
                    </a:lnTo>
                    <a:lnTo>
                      <a:pt x="267" y="433"/>
                    </a:lnTo>
                    <a:lnTo>
                      <a:pt x="268" y="436"/>
                    </a:lnTo>
                    <a:lnTo>
                      <a:pt x="270" y="442"/>
                    </a:lnTo>
                    <a:lnTo>
                      <a:pt x="271" y="436"/>
                    </a:lnTo>
                    <a:lnTo>
                      <a:pt x="272" y="435"/>
                    </a:lnTo>
                    <a:lnTo>
                      <a:pt x="274" y="435"/>
                    </a:lnTo>
                    <a:lnTo>
                      <a:pt x="275" y="436"/>
                    </a:lnTo>
                    <a:lnTo>
                      <a:pt x="276" y="439"/>
                    </a:lnTo>
                    <a:lnTo>
                      <a:pt x="278" y="433"/>
                    </a:lnTo>
                    <a:lnTo>
                      <a:pt x="279" y="433"/>
                    </a:lnTo>
                    <a:lnTo>
                      <a:pt x="280" y="430"/>
                    </a:lnTo>
                    <a:lnTo>
                      <a:pt x="282" y="431"/>
                    </a:lnTo>
                    <a:lnTo>
                      <a:pt x="283" y="432"/>
                    </a:lnTo>
                    <a:lnTo>
                      <a:pt x="284" y="429"/>
                    </a:lnTo>
                    <a:lnTo>
                      <a:pt x="286" y="427"/>
                    </a:lnTo>
                    <a:lnTo>
                      <a:pt x="287" y="425"/>
                    </a:lnTo>
                    <a:lnTo>
                      <a:pt x="289" y="419"/>
                    </a:lnTo>
                    <a:lnTo>
                      <a:pt x="290" y="421"/>
                    </a:lnTo>
                    <a:lnTo>
                      <a:pt x="291" y="414"/>
                    </a:lnTo>
                    <a:lnTo>
                      <a:pt x="293" y="408"/>
                    </a:lnTo>
                    <a:lnTo>
                      <a:pt x="294" y="407"/>
                    </a:lnTo>
                    <a:lnTo>
                      <a:pt x="295" y="403"/>
                    </a:lnTo>
                    <a:lnTo>
                      <a:pt x="297" y="400"/>
                    </a:lnTo>
                    <a:lnTo>
                      <a:pt x="298" y="403"/>
                    </a:lnTo>
                    <a:lnTo>
                      <a:pt x="299" y="395"/>
                    </a:lnTo>
                    <a:lnTo>
                      <a:pt x="301" y="387"/>
                    </a:lnTo>
                    <a:lnTo>
                      <a:pt x="302" y="385"/>
                    </a:lnTo>
                    <a:lnTo>
                      <a:pt x="303" y="384"/>
                    </a:lnTo>
                    <a:lnTo>
                      <a:pt x="305" y="377"/>
                    </a:lnTo>
                    <a:lnTo>
                      <a:pt x="306" y="376"/>
                    </a:lnTo>
                    <a:lnTo>
                      <a:pt x="307" y="371"/>
                    </a:lnTo>
                    <a:lnTo>
                      <a:pt x="309" y="371"/>
                    </a:lnTo>
                    <a:lnTo>
                      <a:pt x="310" y="371"/>
                    </a:lnTo>
                    <a:lnTo>
                      <a:pt x="311" y="372"/>
                    </a:lnTo>
                    <a:lnTo>
                      <a:pt x="313" y="367"/>
                    </a:lnTo>
                    <a:lnTo>
                      <a:pt x="314" y="368"/>
                    </a:lnTo>
                    <a:lnTo>
                      <a:pt x="315" y="368"/>
                    </a:lnTo>
                    <a:lnTo>
                      <a:pt x="317" y="366"/>
                    </a:lnTo>
                    <a:lnTo>
                      <a:pt x="318" y="370"/>
                    </a:lnTo>
                    <a:lnTo>
                      <a:pt x="319" y="370"/>
                    </a:lnTo>
                    <a:lnTo>
                      <a:pt x="321" y="369"/>
                    </a:lnTo>
                    <a:lnTo>
                      <a:pt x="322" y="369"/>
                    </a:lnTo>
                    <a:lnTo>
                      <a:pt x="323" y="368"/>
                    </a:lnTo>
                    <a:lnTo>
                      <a:pt x="325" y="366"/>
                    </a:lnTo>
                    <a:lnTo>
                      <a:pt x="326" y="364"/>
                    </a:lnTo>
                    <a:lnTo>
                      <a:pt x="327" y="361"/>
                    </a:lnTo>
                    <a:lnTo>
                      <a:pt x="329" y="358"/>
                    </a:lnTo>
                    <a:lnTo>
                      <a:pt x="330" y="353"/>
                    </a:lnTo>
                    <a:lnTo>
                      <a:pt x="332" y="351"/>
                    </a:lnTo>
                    <a:lnTo>
                      <a:pt x="333" y="345"/>
                    </a:lnTo>
                    <a:lnTo>
                      <a:pt x="334" y="342"/>
                    </a:lnTo>
                    <a:lnTo>
                      <a:pt x="336" y="339"/>
                    </a:lnTo>
                    <a:lnTo>
                      <a:pt x="337" y="341"/>
                    </a:lnTo>
                    <a:lnTo>
                      <a:pt x="338" y="341"/>
                    </a:lnTo>
                    <a:lnTo>
                      <a:pt x="340" y="343"/>
                    </a:lnTo>
                    <a:lnTo>
                      <a:pt x="341" y="340"/>
                    </a:lnTo>
                    <a:lnTo>
                      <a:pt x="342" y="341"/>
                    </a:lnTo>
                    <a:lnTo>
                      <a:pt x="344" y="339"/>
                    </a:lnTo>
                    <a:lnTo>
                      <a:pt x="345" y="333"/>
                    </a:lnTo>
                    <a:lnTo>
                      <a:pt x="346" y="328"/>
                    </a:lnTo>
                    <a:lnTo>
                      <a:pt x="348" y="326"/>
                    </a:lnTo>
                    <a:lnTo>
                      <a:pt x="349" y="328"/>
                    </a:lnTo>
                    <a:lnTo>
                      <a:pt x="350" y="326"/>
                    </a:lnTo>
                    <a:lnTo>
                      <a:pt x="352" y="324"/>
                    </a:lnTo>
                    <a:lnTo>
                      <a:pt x="353" y="327"/>
                    </a:lnTo>
                    <a:lnTo>
                      <a:pt x="354" y="325"/>
                    </a:lnTo>
                    <a:lnTo>
                      <a:pt x="356" y="324"/>
                    </a:lnTo>
                    <a:lnTo>
                      <a:pt x="357" y="324"/>
                    </a:lnTo>
                    <a:lnTo>
                      <a:pt x="358" y="317"/>
                    </a:lnTo>
                    <a:lnTo>
                      <a:pt x="360" y="315"/>
                    </a:lnTo>
                    <a:lnTo>
                      <a:pt x="361" y="315"/>
                    </a:lnTo>
                    <a:lnTo>
                      <a:pt x="362" y="312"/>
                    </a:lnTo>
                    <a:lnTo>
                      <a:pt x="364" y="306"/>
                    </a:lnTo>
                    <a:lnTo>
                      <a:pt x="365" y="306"/>
                    </a:lnTo>
                    <a:lnTo>
                      <a:pt x="366" y="300"/>
                    </a:lnTo>
                    <a:lnTo>
                      <a:pt x="368" y="299"/>
                    </a:lnTo>
                    <a:lnTo>
                      <a:pt x="369" y="297"/>
                    </a:lnTo>
                    <a:lnTo>
                      <a:pt x="370" y="298"/>
                    </a:lnTo>
                    <a:lnTo>
                      <a:pt x="372" y="294"/>
                    </a:lnTo>
                    <a:lnTo>
                      <a:pt x="373" y="296"/>
                    </a:lnTo>
                    <a:lnTo>
                      <a:pt x="375" y="293"/>
                    </a:lnTo>
                    <a:lnTo>
                      <a:pt x="376" y="295"/>
                    </a:lnTo>
                    <a:lnTo>
                      <a:pt x="377" y="294"/>
                    </a:lnTo>
                    <a:lnTo>
                      <a:pt x="379" y="292"/>
                    </a:lnTo>
                    <a:lnTo>
                      <a:pt x="380" y="289"/>
                    </a:lnTo>
                    <a:lnTo>
                      <a:pt x="381" y="293"/>
                    </a:lnTo>
                    <a:lnTo>
                      <a:pt x="383" y="293"/>
                    </a:lnTo>
                    <a:lnTo>
                      <a:pt x="384" y="290"/>
                    </a:lnTo>
                    <a:lnTo>
                      <a:pt x="385" y="290"/>
                    </a:lnTo>
                    <a:lnTo>
                      <a:pt x="387" y="285"/>
                    </a:lnTo>
                    <a:lnTo>
                      <a:pt x="388" y="286"/>
                    </a:lnTo>
                    <a:lnTo>
                      <a:pt x="389" y="288"/>
                    </a:lnTo>
                    <a:lnTo>
                      <a:pt x="391" y="288"/>
                    </a:lnTo>
                    <a:lnTo>
                      <a:pt x="392" y="285"/>
                    </a:lnTo>
                    <a:lnTo>
                      <a:pt x="393" y="286"/>
                    </a:lnTo>
                    <a:lnTo>
                      <a:pt x="395" y="290"/>
                    </a:lnTo>
                    <a:lnTo>
                      <a:pt x="396" y="293"/>
                    </a:lnTo>
                    <a:lnTo>
                      <a:pt x="397" y="295"/>
                    </a:lnTo>
                    <a:lnTo>
                      <a:pt x="399" y="292"/>
                    </a:lnTo>
                    <a:lnTo>
                      <a:pt x="400" y="289"/>
                    </a:lnTo>
                    <a:lnTo>
                      <a:pt x="401" y="283"/>
                    </a:lnTo>
                    <a:lnTo>
                      <a:pt x="403" y="284"/>
                    </a:lnTo>
                    <a:lnTo>
                      <a:pt x="404" y="286"/>
                    </a:lnTo>
                    <a:lnTo>
                      <a:pt x="405" y="282"/>
                    </a:lnTo>
                    <a:lnTo>
                      <a:pt x="407" y="279"/>
                    </a:lnTo>
                    <a:lnTo>
                      <a:pt x="408" y="282"/>
                    </a:lnTo>
                    <a:lnTo>
                      <a:pt x="409" y="286"/>
                    </a:lnTo>
                    <a:lnTo>
                      <a:pt x="411" y="286"/>
                    </a:lnTo>
                    <a:lnTo>
                      <a:pt x="412" y="286"/>
                    </a:lnTo>
                    <a:lnTo>
                      <a:pt x="414" y="281"/>
                    </a:lnTo>
                    <a:lnTo>
                      <a:pt x="415" y="287"/>
                    </a:lnTo>
                    <a:lnTo>
                      <a:pt x="416" y="277"/>
                    </a:lnTo>
                    <a:lnTo>
                      <a:pt x="418" y="272"/>
                    </a:lnTo>
                    <a:lnTo>
                      <a:pt x="419" y="304"/>
                    </a:lnTo>
                    <a:lnTo>
                      <a:pt x="420" y="227"/>
                    </a:lnTo>
                    <a:lnTo>
                      <a:pt x="422" y="235"/>
                    </a:lnTo>
                    <a:lnTo>
                      <a:pt x="423" y="254"/>
                    </a:lnTo>
                    <a:lnTo>
                      <a:pt x="424" y="254"/>
                    </a:lnTo>
                    <a:lnTo>
                      <a:pt x="426" y="253"/>
                    </a:lnTo>
                    <a:lnTo>
                      <a:pt x="427" y="255"/>
                    </a:lnTo>
                    <a:lnTo>
                      <a:pt x="428" y="258"/>
                    </a:lnTo>
                    <a:lnTo>
                      <a:pt x="430" y="256"/>
                    </a:lnTo>
                    <a:lnTo>
                      <a:pt x="431" y="257"/>
                    </a:lnTo>
                    <a:lnTo>
                      <a:pt x="432" y="260"/>
                    </a:lnTo>
                    <a:lnTo>
                      <a:pt x="434" y="268"/>
                    </a:lnTo>
                    <a:lnTo>
                      <a:pt x="435" y="274"/>
                    </a:lnTo>
                    <a:lnTo>
                      <a:pt x="436" y="274"/>
                    </a:lnTo>
                    <a:lnTo>
                      <a:pt x="438" y="279"/>
                    </a:lnTo>
                    <a:lnTo>
                      <a:pt x="439" y="276"/>
                    </a:lnTo>
                    <a:lnTo>
                      <a:pt x="440" y="279"/>
                    </a:lnTo>
                    <a:lnTo>
                      <a:pt x="442" y="273"/>
                    </a:lnTo>
                    <a:lnTo>
                      <a:pt x="443" y="270"/>
                    </a:lnTo>
                    <a:lnTo>
                      <a:pt x="444" y="270"/>
                    </a:lnTo>
                    <a:lnTo>
                      <a:pt x="446" y="266"/>
                    </a:lnTo>
                    <a:lnTo>
                      <a:pt x="447" y="264"/>
                    </a:lnTo>
                    <a:lnTo>
                      <a:pt x="448" y="262"/>
                    </a:lnTo>
                    <a:lnTo>
                      <a:pt x="450" y="262"/>
                    </a:lnTo>
                    <a:lnTo>
                      <a:pt x="451" y="261"/>
                    </a:lnTo>
                    <a:lnTo>
                      <a:pt x="452" y="266"/>
                    </a:lnTo>
                    <a:lnTo>
                      <a:pt x="454" y="262"/>
                    </a:lnTo>
                    <a:lnTo>
                      <a:pt x="455" y="265"/>
                    </a:lnTo>
                    <a:lnTo>
                      <a:pt x="457" y="266"/>
                    </a:lnTo>
                    <a:lnTo>
                      <a:pt x="458" y="267"/>
                    </a:lnTo>
                    <a:lnTo>
                      <a:pt x="459" y="271"/>
                    </a:lnTo>
                    <a:lnTo>
                      <a:pt x="461" y="273"/>
                    </a:lnTo>
                    <a:lnTo>
                      <a:pt x="462" y="273"/>
                    </a:lnTo>
                    <a:lnTo>
                      <a:pt x="463" y="274"/>
                    </a:lnTo>
                    <a:lnTo>
                      <a:pt x="465" y="274"/>
                    </a:lnTo>
                    <a:lnTo>
                      <a:pt x="466" y="274"/>
                    </a:lnTo>
                    <a:lnTo>
                      <a:pt x="467" y="273"/>
                    </a:lnTo>
                    <a:lnTo>
                      <a:pt x="469" y="272"/>
                    </a:lnTo>
                    <a:lnTo>
                      <a:pt x="470" y="271"/>
                    </a:lnTo>
                    <a:lnTo>
                      <a:pt x="471" y="270"/>
                    </a:lnTo>
                    <a:lnTo>
                      <a:pt x="473" y="269"/>
                    </a:lnTo>
                    <a:lnTo>
                      <a:pt x="474" y="267"/>
                    </a:lnTo>
                    <a:lnTo>
                      <a:pt x="475" y="269"/>
                    </a:lnTo>
                    <a:lnTo>
                      <a:pt x="477" y="270"/>
                    </a:lnTo>
                    <a:lnTo>
                      <a:pt x="478" y="274"/>
                    </a:lnTo>
                    <a:lnTo>
                      <a:pt x="479" y="272"/>
                    </a:lnTo>
                    <a:lnTo>
                      <a:pt x="481" y="274"/>
                    </a:lnTo>
                    <a:lnTo>
                      <a:pt x="482" y="273"/>
                    </a:lnTo>
                    <a:lnTo>
                      <a:pt x="483" y="274"/>
                    </a:lnTo>
                    <a:lnTo>
                      <a:pt x="485" y="271"/>
                    </a:lnTo>
                    <a:lnTo>
                      <a:pt x="486" y="272"/>
                    </a:lnTo>
                    <a:lnTo>
                      <a:pt x="487" y="275"/>
                    </a:lnTo>
                    <a:lnTo>
                      <a:pt x="489" y="274"/>
                    </a:lnTo>
                    <a:lnTo>
                      <a:pt x="490" y="282"/>
                    </a:lnTo>
                    <a:lnTo>
                      <a:pt x="491" y="287"/>
                    </a:lnTo>
                    <a:lnTo>
                      <a:pt x="493" y="292"/>
                    </a:lnTo>
                    <a:lnTo>
                      <a:pt x="494" y="294"/>
                    </a:lnTo>
                    <a:lnTo>
                      <a:pt x="495" y="300"/>
                    </a:lnTo>
                    <a:lnTo>
                      <a:pt x="497" y="302"/>
                    </a:lnTo>
                    <a:lnTo>
                      <a:pt x="498" y="298"/>
                    </a:lnTo>
                    <a:lnTo>
                      <a:pt x="500" y="296"/>
                    </a:lnTo>
                    <a:lnTo>
                      <a:pt x="501" y="296"/>
                    </a:lnTo>
                    <a:lnTo>
                      <a:pt x="502" y="298"/>
                    </a:lnTo>
                    <a:lnTo>
                      <a:pt x="504" y="296"/>
                    </a:lnTo>
                    <a:lnTo>
                      <a:pt x="505" y="297"/>
                    </a:lnTo>
                    <a:lnTo>
                      <a:pt x="506" y="296"/>
                    </a:lnTo>
                    <a:lnTo>
                      <a:pt x="508" y="298"/>
                    </a:lnTo>
                    <a:lnTo>
                      <a:pt x="509" y="297"/>
                    </a:lnTo>
                    <a:lnTo>
                      <a:pt x="510" y="293"/>
                    </a:lnTo>
                    <a:lnTo>
                      <a:pt x="512" y="294"/>
                    </a:lnTo>
                    <a:lnTo>
                      <a:pt x="513" y="296"/>
                    </a:lnTo>
                    <a:lnTo>
                      <a:pt x="514" y="298"/>
                    </a:lnTo>
                    <a:lnTo>
                      <a:pt x="516" y="296"/>
                    </a:lnTo>
                    <a:lnTo>
                      <a:pt x="517" y="294"/>
                    </a:lnTo>
                    <a:lnTo>
                      <a:pt x="518" y="301"/>
                    </a:lnTo>
                    <a:lnTo>
                      <a:pt x="520" y="299"/>
                    </a:lnTo>
                    <a:lnTo>
                      <a:pt x="521" y="301"/>
                    </a:lnTo>
                    <a:lnTo>
                      <a:pt x="522" y="304"/>
                    </a:lnTo>
                    <a:lnTo>
                      <a:pt x="524" y="300"/>
                    </a:lnTo>
                    <a:lnTo>
                      <a:pt x="525" y="305"/>
                    </a:lnTo>
                    <a:lnTo>
                      <a:pt x="526" y="307"/>
                    </a:lnTo>
                    <a:lnTo>
                      <a:pt x="528" y="310"/>
                    </a:lnTo>
                    <a:lnTo>
                      <a:pt x="529" y="311"/>
                    </a:lnTo>
                    <a:lnTo>
                      <a:pt x="530" y="314"/>
                    </a:lnTo>
                    <a:lnTo>
                      <a:pt x="532" y="317"/>
                    </a:lnTo>
                    <a:lnTo>
                      <a:pt x="533" y="322"/>
                    </a:lnTo>
                    <a:lnTo>
                      <a:pt x="534" y="322"/>
                    </a:lnTo>
                    <a:lnTo>
                      <a:pt x="536" y="322"/>
                    </a:lnTo>
                    <a:lnTo>
                      <a:pt x="537" y="324"/>
                    </a:lnTo>
                    <a:lnTo>
                      <a:pt x="538" y="324"/>
                    </a:lnTo>
                    <a:lnTo>
                      <a:pt x="540" y="320"/>
                    </a:lnTo>
                    <a:lnTo>
                      <a:pt x="541" y="325"/>
                    </a:lnTo>
                    <a:lnTo>
                      <a:pt x="543" y="323"/>
                    </a:lnTo>
                    <a:lnTo>
                      <a:pt x="544" y="326"/>
                    </a:lnTo>
                    <a:lnTo>
                      <a:pt x="545" y="326"/>
                    </a:lnTo>
                    <a:lnTo>
                      <a:pt x="547" y="326"/>
                    </a:lnTo>
                    <a:lnTo>
                      <a:pt x="548" y="330"/>
                    </a:lnTo>
                    <a:lnTo>
                      <a:pt x="549" y="330"/>
                    </a:lnTo>
                    <a:lnTo>
                      <a:pt x="551" y="332"/>
                    </a:lnTo>
                    <a:lnTo>
                      <a:pt x="552" y="331"/>
                    </a:lnTo>
                    <a:lnTo>
                      <a:pt x="553" y="331"/>
                    </a:lnTo>
                    <a:lnTo>
                      <a:pt x="555" y="331"/>
                    </a:lnTo>
                    <a:lnTo>
                      <a:pt x="556" y="333"/>
                    </a:lnTo>
                    <a:lnTo>
                      <a:pt x="557" y="334"/>
                    </a:lnTo>
                    <a:lnTo>
                      <a:pt x="559" y="332"/>
                    </a:lnTo>
                    <a:lnTo>
                      <a:pt x="560" y="337"/>
                    </a:lnTo>
                    <a:lnTo>
                      <a:pt x="561" y="341"/>
                    </a:lnTo>
                    <a:lnTo>
                      <a:pt x="563" y="340"/>
                    </a:lnTo>
                    <a:lnTo>
                      <a:pt x="564" y="342"/>
                    </a:lnTo>
                    <a:lnTo>
                      <a:pt x="565" y="341"/>
                    </a:lnTo>
                    <a:lnTo>
                      <a:pt x="567" y="342"/>
                    </a:lnTo>
                    <a:lnTo>
                      <a:pt x="568" y="343"/>
                    </a:lnTo>
                    <a:lnTo>
                      <a:pt x="569" y="346"/>
                    </a:lnTo>
                    <a:lnTo>
                      <a:pt x="571" y="341"/>
                    </a:lnTo>
                    <a:lnTo>
                      <a:pt x="572" y="349"/>
                    </a:lnTo>
                    <a:lnTo>
                      <a:pt x="573" y="352"/>
                    </a:lnTo>
                    <a:lnTo>
                      <a:pt x="575" y="354"/>
                    </a:lnTo>
                    <a:lnTo>
                      <a:pt x="576" y="356"/>
                    </a:lnTo>
                    <a:lnTo>
                      <a:pt x="577" y="354"/>
                    </a:lnTo>
                    <a:lnTo>
                      <a:pt x="579" y="349"/>
                    </a:lnTo>
                    <a:lnTo>
                      <a:pt x="580" y="352"/>
                    </a:lnTo>
                    <a:lnTo>
                      <a:pt x="582" y="349"/>
                    </a:lnTo>
                    <a:lnTo>
                      <a:pt x="583" y="349"/>
                    </a:lnTo>
                    <a:lnTo>
                      <a:pt x="584" y="352"/>
                    </a:lnTo>
                    <a:lnTo>
                      <a:pt x="586" y="352"/>
                    </a:lnTo>
                    <a:lnTo>
                      <a:pt x="587" y="350"/>
                    </a:lnTo>
                    <a:lnTo>
                      <a:pt x="588" y="353"/>
                    </a:lnTo>
                    <a:lnTo>
                      <a:pt x="590" y="354"/>
                    </a:lnTo>
                    <a:lnTo>
                      <a:pt x="591" y="354"/>
                    </a:lnTo>
                    <a:lnTo>
                      <a:pt x="592" y="350"/>
                    </a:lnTo>
                    <a:lnTo>
                      <a:pt x="594" y="351"/>
                    </a:lnTo>
                    <a:lnTo>
                      <a:pt x="595" y="352"/>
                    </a:lnTo>
                    <a:lnTo>
                      <a:pt x="596" y="351"/>
                    </a:lnTo>
                    <a:lnTo>
                      <a:pt x="598" y="349"/>
                    </a:lnTo>
                    <a:lnTo>
                      <a:pt x="599" y="353"/>
                    </a:lnTo>
                    <a:lnTo>
                      <a:pt x="600" y="355"/>
                    </a:lnTo>
                    <a:lnTo>
                      <a:pt x="602" y="355"/>
                    </a:lnTo>
                    <a:lnTo>
                      <a:pt x="603" y="360"/>
                    </a:lnTo>
                    <a:lnTo>
                      <a:pt x="604" y="360"/>
                    </a:lnTo>
                    <a:lnTo>
                      <a:pt x="606" y="362"/>
                    </a:lnTo>
                    <a:lnTo>
                      <a:pt x="607" y="363"/>
                    </a:lnTo>
                    <a:lnTo>
                      <a:pt x="608" y="363"/>
                    </a:lnTo>
                    <a:lnTo>
                      <a:pt x="610" y="364"/>
                    </a:lnTo>
                    <a:lnTo>
                      <a:pt x="611" y="368"/>
                    </a:lnTo>
                    <a:lnTo>
                      <a:pt x="612" y="369"/>
                    </a:lnTo>
                    <a:lnTo>
                      <a:pt x="614" y="369"/>
                    </a:lnTo>
                    <a:lnTo>
                      <a:pt x="615" y="373"/>
                    </a:lnTo>
                    <a:lnTo>
                      <a:pt x="616" y="378"/>
                    </a:lnTo>
                    <a:lnTo>
                      <a:pt x="618" y="377"/>
                    </a:lnTo>
                    <a:lnTo>
                      <a:pt x="619" y="373"/>
                    </a:lnTo>
                    <a:lnTo>
                      <a:pt x="620" y="378"/>
                    </a:lnTo>
                    <a:lnTo>
                      <a:pt x="622" y="379"/>
                    </a:lnTo>
                    <a:lnTo>
                      <a:pt x="623" y="382"/>
                    </a:lnTo>
                    <a:lnTo>
                      <a:pt x="625" y="384"/>
                    </a:lnTo>
                    <a:lnTo>
                      <a:pt x="626" y="385"/>
                    </a:lnTo>
                    <a:lnTo>
                      <a:pt x="627" y="386"/>
                    </a:lnTo>
                    <a:lnTo>
                      <a:pt x="629" y="389"/>
                    </a:lnTo>
                    <a:lnTo>
                      <a:pt x="630" y="388"/>
                    </a:lnTo>
                    <a:lnTo>
                      <a:pt x="631" y="387"/>
                    </a:lnTo>
                    <a:lnTo>
                      <a:pt x="633" y="384"/>
                    </a:lnTo>
                    <a:lnTo>
                      <a:pt x="634" y="384"/>
                    </a:lnTo>
                    <a:lnTo>
                      <a:pt x="635" y="381"/>
                    </a:lnTo>
                    <a:lnTo>
                      <a:pt x="637" y="377"/>
                    </a:lnTo>
                    <a:lnTo>
                      <a:pt x="638" y="373"/>
                    </a:lnTo>
                    <a:lnTo>
                      <a:pt x="639" y="372"/>
                    </a:lnTo>
                    <a:lnTo>
                      <a:pt x="641" y="371"/>
                    </a:lnTo>
                    <a:lnTo>
                      <a:pt x="642" y="375"/>
                    </a:lnTo>
                    <a:lnTo>
                      <a:pt x="643" y="376"/>
                    </a:lnTo>
                    <a:lnTo>
                      <a:pt x="645" y="379"/>
                    </a:lnTo>
                    <a:lnTo>
                      <a:pt x="646" y="384"/>
                    </a:lnTo>
                    <a:lnTo>
                      <a:pt x="647" y="390"/>
                    </a:lnTo>
                    <a:lnTo>
                      <a:pt x="649" y="391"/>
                    </a:lnTo>
                    <a:lnTo>
                      <a:pt x="650" y="392"/>
                    </a:lnTo>
                    <a:lnTo>
                      <a:pt x="651" y="392"/>
                    </a:lnTo>
                    <a:lnTo>
                      <a:pt x="653" y="391"/>
                    </a:lnTo>
                    <a:lnTo>
                      <a:pt x="654" y="391"/>
                    </a:lnTo>
                    <a:lnTo>
                      <a:pt x="655" y="386"/>
                    </a:lnTo>
                    <a:lnTo>
                      <a:pt x="657" y="386"/>
                    </a:lnTo>
                    <a:lnTo>
                      <a:pt x="658" y="388"/>
                    </a:lnTo>
                    <a:lnTo>
                      <a:pt x="659" y="392"/>
                    </a:lnTo>
                    <a:lnTo>
                      <a:pt x="661" y="393"/>
                    </a:lnTo>
                    <a:lnTo>
                      <a:pt x="662" y="393"/>
                    </a:lnTo>
                    <a:lnTo>
                      <a:pt x="663" y="393"/>
                    </a:lnTo>
                    <a:lnTo>
                      <a:pt x="665" y="397"/>
                    </a:lnTo>
                    <a:lnTo>
                      <a:pt x="666" y="403"/>
                    </a:lnTo>
                    <a:lnTo>
                      <a:pt x="668" y="405"/>
                    </a:lnTo>
                    <a:lnTo>
                      <a:pt x="669" y="406"/>
                    </a:lnTo>
                    <a:lnTo>
                      <a:pt x="670" y="405"/>
                    </a:lnTo>
                    <a:lnTo>
                      <a:pt x="672" y="407"/>
                    </a:lnTo>
                    <a:lnTo>
                      <a:pt x="673" y="410"/>
                    </a:lnTo>
                    <a:lnTo>
                      <a:pt x="674" y="413"/>
                    </a:lnTo>
                    <a:lnTo>
                      <a:pt x="676" y="416"/>
                    </a:lnTo>
                    <a:lnTo>
                      <a:pt x="677" y="414"/>
                    </a:lnTo>
                    <a:lnTo>
                      <a:pt x="678" y="413"/>
                    </a:lnTo>
                    <a:lnTo>
                      <a:pt x="680" y="413"/>
                    </a:lnTo>
                    <a:lnTo>
                      <a:pt x="681" y="413"/>
                    </a:lnTo>
                    <a:lnTo>
                      <a:pt x="682" y="419"/>
                    </a:lnTo>
                    <a:lnTo>
                      <a:pt x="684" y="421"/>
                    </a:lnTo>
                    <a:lnTo>
                      <a:pt x="685" y="415"/>
                    </a:lnTo>
                    <a:lnTo>
                      <a:pt x="686" y="415"/>
                    </a:lnTo>
                    <a:lnTo>
                      <a:pt x="688" y="416"/>
                    </a:lnTo>
                    <a:lnTo>
                      <a:pt x="689" y="414"/>
                    </a:lnTo>
                    <a:lnTo>
                      <a:pt x="690" y="416"/>
                    </a:lnTo>
                    <a:lnTo>
                      <a:pt x="692" y="417"/>
                    </a:lnTo>
                    <a:lnTo>
                      <a:pt x="693" y="412"/>
                    </a:lnTo>
                    <a:lnTo>
                      <a:pt x="694" y="412"/>
                    </a:lnTo>
                    <a:lnTo>
                      <a:pt x="696" y="414"/>
                    </a:lnTo>
                    <a:lnTo>
                      <a:pt x="697" y="417"/>
                    </a:lnTo>
                    <a:lnTo>
                      <a:pt x="698" y="416"/>
                    </a:lnTo>
                    <a:lnTo>
                      <a:pt x="700" y="419"/>
                    </a:lnTo>
                    <a:lnTo>
                      <a:pt x="701" y="423"/>
                    </a:lnTo>
                    <a:lnTo>
                      <a:pt x="702" y="420"/>
                    </a:lnTo>
                    <a:lnTo>
                      <a:pt x="704" y="421"/>
                    </a:lnTo>
                    <a:lnTo>
                      <a:pt x="705" y="424"/>
                    </a:lnTo>
                    <a:lnTo>
                      <a:pt x="706" y="422"/>
                    </a:lnTo>
                    <a:lnTo>
                      <a:pt x="708" y="420"/>
                    </a:lnTo>
                    <a:lnTo>
                      <a:pt x="709" y="421"/>
                    </a:lnTo>
                    <a:lnTo>
                      <a:pt x="711" y="420"/>
                    </a:lnTo>
                    <a:lnTo>
                      <a:pt x="712" y="421"/>
                    </a:lnTo>
                    <a:lnTo>
                      <a:pt x="713" y="420"/>
                    </a:lnTo>
                    <a:lnTo>
                      <a:pt x="715" y="426"/>
                    </a:lnTo>
                    <a:lnTo>
                      <a:pt x="716" y="421"/>
                    </a:lnTo>
                    <a:lnTo>
                      <a:pt x="717" y="420"/>
                    </a:lnTo>
                    <a:lnTo>
                      <a:pt x="719" y="422"/>
                    </a:lnTo>
                    <a:lnTo>
                      <a:pt x="720" y="422"/>
                    </a:lnTo>
                    <a:lnTo>
                      <a:pt x="721" y="421"/>
                    </a:lnTo>
                    <a:lnTo>
                      <a:pt x="723" y="425"/>
                    </a:lnTo>
                    <a:lnTo>
                      <a:pt x="724" y="426"/>
                    </a:lnTo>
                    <a:lnTo>
                      <a:pt x="725" y="431"/>
                    </a:lnTo>
                    <a:lnTo>
                      <a:pt x="727" y="435"/>
                    </a:lnTo>
                    <a:lnTo>
                      <a:pt x="728" y="433"/>
                    </a:lnTo>
                    <a:lnTo>
                      <a:pt x="729" y="432"/>
                    </a:lnTo>
                    <a:lnTo>
                      <a:pt x="731" y="430"/>
                    </a:lnTo>
                    <a:lnTo>
                      <a:pt x="732" y="432"/>
                    </a:lnTo>
                    <a:lnTo>
                      <a:pt x="733" y="434"/>
                    </a:lnTo>
                    <a:lnTo>
                      <a:pt x="735" y="430"/>
                    </a:lnTo>
                    <a:lnTo>
                      <a:pt x="736" y="436"/>
                    </a:lnTo>
                    <a:lnTo>
                      <a:pt x="737" y="438"/>
                    </a:lnTo>
                    <a:lnTo>
                      <a:pt x="739" y="439"/>
                    </a:lnTo>
                    <a:lnTo>
                      <a:pt x="740" y="443"/>
                    </a:lnTo>
                    <a:lnTo>
                      <a:pt x="741" y="444"/>
                    </a:lnTo>
                    <a:lnTo>
                      <a:pt x="743" y="446"/>
                    </a:lnTo>
                    <a:lnTo>
                      <a:pt x="744" y="448"/>
                    </a:lnTo>
                    <a:lnTo>
                      <a:pt x="745" y="449"/>
                    </a:lnTo>
                    <a:lnTo>
                      <a:pt x="747" y="447"/>
                    </a:lnTo>
                    <a:lnTo>
                      <a:pt x="748" y="453"/>
                    </a:lnTo>
                    <a:lnTo>
                      <a:pt x="750" y="455"/>
                    </a:lnTo>
                    <a:lnTo>
                      <a:pt x="751" y="458"/>
                    </a:lnTo>
                    <a:lnTo>
                      <a:pt x="752" y="463"/>
                    </a:lnTo>
                    <a:lnTo>
                      <a:pt x="754" y="462"/>
                    </a:lnTo>
                    <a:lnTo>
                      <a:pt x="755" y="464"/>
                    </a:lnTo>
                    <a:lnTo>
                      <a:pt x="756" y="461"/>
                    </a:lnTo>
                    <a:lnTo>
                      <a:pt x="758" y="463"/>
                    </a:lnTo>
                    <a:lnTo>
                      <a:pt x="759" y="463"/>
                    </a:lnTo>
                    <a:lnTo>
                      <a:pt x="760" y="459"/>
                    </a:lnTo>
                    <a:lnTo>
                      <a:pt x="762" y="460"/>
                    </a:lnTo>
                    <a:lnTo>
                      <a:pt x="763" y="465"/>
                    </a:lnTo>
                    <a:lnTo>
                      <a:pt x="764" y="463"/>
                    </a:lnTo>
                    <a:lnTo>
                      <a:pt x="766" y="461"/>
                    </a:lnTo>
                    <a:lnTo>
                      <a:pt x="767" y="462"/>
                    </a:lnTo>
                    <a:lnTo>
                      <a:pt x="768" y="460"/>
                    </a:lnTo>
                    <a:lnTo>
                      <a:pt x="770" y="460"/>
                    </a:lnTo>
                    <a:lnTo>
                      <a:pt x="771" y="455"/>
                    </a:lnTo>
                    <a:lnTo>
                      <a:pt x="772" y="451"/>
                    </a:lnTo>
                    <a:lnTo>
                      <a:pt x="774" y="454"/>
                    </a:lnTo>
                    <a:lnTo>
                      <a:pt x="775" y="457"/>
                    </a:lnTo>
                    <a:lnTo>
                      <a:pt x="776" y="461"/>
                    </a:lnTo>
                    <a:lnTo>
                      <a:pt x="778" y="464"/>
                    </a:lnTo>
                    <a:lnTo>
                      <a:pt x="779" y="468"/>
                    </a:lnTo>
                    <a:lnTo>
                      <a:pt x="780" y="471"/>
                    </a:lnTo>
                    <a:lnTo>
                      <a:pt x="782" y="471"/>
                    </a:lnTo>
                    <a:lnTo>
                      <a:pt x="783" y="472"/>
                    </a:lnTo>
                    <a:lnTo>
                      <a:pt x="784" y="471"/>
                    </a:lnTo>
                    <a:lnTo>
                      <a:pt x="786" y="467"/>
                    </a:lnTo>
                    <a:lnTo>
                      <a:pt x="787" y="466"/>
                    </a:lnTo>
                    <a:lnTo>
                      <a:pt x="788" y="466"/>
                    </a:lnTo>
                    <a:lnTo>
                      <a:pt x="790" y="467"/>
                    </a:lnTo>
                    <a:lnTo>
                      <a:pt x="791" y="469"/>
                    </a:lnTo>
                    <a:lnTo>
                      <a:pt x="793" y="471"/>
                    </a:lnTo>
                    <a:lnTo>
                      <a:pt x="794" y="476"/>
                    </a:lnTo>
                    <a:lnTo>
                      <a:pt x="795" y="481"/>
                    </a:lnTo>
                    <a:lnTo>
                      <a:pt x="797" y="485"/>
                    </a:lnTo>
                    <a:lnTo>
                      <a:pt x="798" y="490"/>
                    </a:lnTo>
                    <a:lnTo>
                      <a:pt x="799" y="490"/>
                    </a:lnTo>
                    <a:lnTo>
                      <a:pt x="801" y="494"/>
                    </a:lnTo>
                    <a:lnTo>
                      <a:pt x="802" y="497"/>
                    </a:lnTo>
                    <a:lnTo>
                      <a:pt x="803" y="496"/>
                    </a:lnTo>
                    <a:lnTo>
                      <a:pt x="805" y="498"/>
                    </a:lnTo>
                    <a:lnTo>
                      <a:pt x="806" y="494"/>
                    </a:lnTo>
                    <a:lnTo>
                      <a:pt x="807" y="493"/>
                    </a:lnTo>
                    <a:lnTo>
                      <a:pt x="809" y="494"/>
                    </a:lnTo>
                    <a:lnTo>
                      <a:pt x="810" y="488"/>
                    </a:lnTo>
                    <a:lnTo>
                      <a:pt x="811" y="487"/>
                    </a:lnTo>
                    <a:lnTo>
                      <a:pt x="813" y="492"/>
                    </a:lnTo>
                    <a:lnTo>
                      <a:pt x="814" y="491"/>
                    </a:lnTo>
                    <a:lnTo>
                      <a:pt x="815" y="492"/>
                    </a:lnTo>
                    <a:lnTo>
                      <a:pt x="817" y="494"/>
                    </a:lnTo>
                    <a:lnTo>
                      <a:pt x="818" y="496"/>
                    </a:lnTo>
                    <a:lnTo>
                      <a:pt x="819" y="497"/>
                    </a:lnTo>
                    <a:lnTo>
                      <a:pt x="821" y="496"/>
                    </a:lnTo>
                    <a:lnTo>
                      <a:pt x="822" y="498"/>
                    </a:lnTo>
                    <a:lnTo>
                      <a:pt x="823" y="501"/>
                    </a:lnTo>
                    <a:lnTo>
                      <a:pt x="825" y="503"/>
                    </a:lnTo>
                    <a:lnTo>
                      <a:pt x="826" y="508"/>
                    </a:lnTo>
                    <a:lnTo>
                      <a:pt x="827" y="511"/>
                    </a:lnTo>
                    <a:lnTo>
                      <a:pt x="829" y="509"/>
                    </a:lnTo>
                    <a:lnTo>
                      <a:pt x="830" y="512"/>
                    </a:lnTo>
                    <a:lnTo>
                      <a:pt x="831" y="513"/>
                    </a:lnTo>
                    <a:lnTo>
                      <a:pt x="833" y="514"/>
                    </a:lnTo>
                    <a:lnTo>
                      <a:pt x="834" y="512"/>
                    </a:lnTo>
                    <a:lnTo>
                      <a:pt x="836" y="510"/>
                    </a:lnTo>
                    <a:lnTo>
                      <a:pt x="837" y="506"/>
                    </a:lnTo>
                    <a:lnTo>
                      <a:pt x="838" y="510"/>
                    </a:lnTo>
                    <a:lnTo>
                      <a:pt x="840" y="509"/>
                    </a:lnTo>
                    <a:lnTo>
                      <a:pt x="841" y="511"/>
                    </a:lnTo>
                    <a:lnTo>
                      <a:pt x="842" y="513"/>
                    </a:lnTo>
                    <a:lnTo>
                      <a:pt x="844" y="512"/>
                    </a:lnTo>
                    <a:lnTo>
                      <a:pt x="845" y="508"/>
                    </a:lnTo>
                    <a:lnTo>
                      <a:pt x="846" y="511"/>
                    </a:lnTo>
                    <a:lnTo>
                      <a:pt x="848" y="515"/>
                    </a:lnTo>
                    <a:lnTo>
                      <a:pt x="849" y="516"/>
                    </a:lnTo>
                    <a:lnTo>
                      <a:pt x="850" y="517"/>
                    </a:lnTo>
                    <a:lnTo>
                      <a:pt x="852" y="519"/>
                    </a:lnTo>
                    <a:lnTo>
                      <a:pt x="853" y="518"/>
                    </a:lnTo>
                    <a:lnTo>
                      <a:pt x="854" y="521"/>
                    </a:lnTo>
                    <a:lnTo>
                      <a:pt x="856" y="522"/>
                    </a:lnTo>
                    <a:lnTo>
                      <a:pt x="857" y="521"/>
                    </a:lnTo>
                    <a:lnTo>
                      <a:pt x="858" y="523"/>
                    </a:lnTo>
                    <a:lnTo>
                      <a:pt x="860" y="521"/>
                    </a:lnTo>
                    <a:lnTo>
                      <a:pt x="861" y="523"/>
                    </a:lnTo>
                    <a:lnTo>
                      <a:pt x="862" y="523"/>
                    </a:lnTo>
                    <a:lnTo>
                      <a:pt x="864" y="525"/>
                    </a:lnTo>
                    <a:lnTo>
                      <a:pt x="865" y="528"/>
                    </a:lnTo>
                    <a:lnTo>
                      <a:pt x="866" y="526"/>
                    </a:lnTo>
                    <a:lnTo>
                      <a:pt x="868" y="527"/>
                    </a:lnTo>
                    <a:lnTo>
                      <a:pt x="869" y="527"/>
                    </a:lnTo>
                    <a:lnTo>
                      <a:pt x="870" y="528"/>
                    </a:lnTo>
                    <a:lnTo>
                      <a:pt x="872" y="531"/>
                    </a:lnTo>
                    <a:lnTo>
                      <a:pt x="873" y="533"/>
                    </a:lnTo>
                    <a:lnTo>
                      <a:pt x="874" y="533"/>
                    </a:lnTo>
                    <a:lnTo>
                      <a:pt x="876" y="538"/>
                    </a:lnTo>
                    <a:lnTo>
                      <a:pt x="877" y="540"/>
                    </a:lnTo>
                    <a:lnTo>
                      <a:pt x="879" y="546"/>
                    </a:lnTo>
                    <a:lnTo>
                      <a:pt x="880" y="545"/>
                    </a:lnTo>
                    <a:lnTo>
                      <a:pt x="881" y="545"/>
                    </a:lnTo>
                    <a:lnTo>
                      <a:pt x="883" y="545"/>
                    </a:lnTo>
                    <a:lnTo>
                      <a:pt x="884" y="545"/>
                    </a:lnTo>
                    <a:lnTo>
                      <a:pt x="885" y="546"/>
                    </a:lnTo>
                    <a:lnTo>
                      <a:pt x="887" y="544"/>
                    </a:lnTo>
                    <a:lnTo>
                      <a:pt x="888" y="542"/>
                    </a:lnTo>
                    <a:lnTo>
                      <a:pt x="889" y="543"/>
                    </a:lnTo>
                    <a:lnTo>
                      <a:pt x="891" y="544"/>
                    </a:lnTo>
                    <a:lnTo>
                      <a:pt x="892" y="545"/>
                    </a:lnTo>
                    <a:lnTo>
                      <a:pt x="893" y="543"/>
                    </a:lnTo>
                    <a:lnTo>
                      <a:pt x="895" y="541"/>
                    </a:lnTo>
                    <a:lnTo>
                      <a:pt x="896" y="547"/>
                    </a:lnTo>
                    <a:lnTo>
                      <a:pt x="897" y="543"/>
                    </a:lnTo>
                    <a:lnTo>
                      <a:pt x="899" y="548"/>
                    </a:lnTo>
                    <a:lnTo>
                      <a:pt x="900" y="548"/>
                    </a:lnTo>
                    <a:lnTo>
                      <a:pt x="901" y="549"/>
                    </a:lnTo>
                    <a:lnTo>
                      <a:pt x="903" y="552"/>
                    </a:lnTo>
                    <a:lnTo>
                      <a:pt x="904" y="556"/>
                    </a:lnTo>
                    <a:lnTo>
                      <a:pt x="905" y="555"/>
                    </a:lnTo>
                    <a:lnTo>
                      <a:pt x="907" y="552"/>
                    </a:lnTo>
                    <a:lnTo>
                      <a:pt x="908" y="548"/>
                    </a:lnTo>
                    <a:lnTo>
                      <a:pt x="909" y="549"/>
                    </a:lnTo>
                    <a:lnTo>
                      <a:pt x="911" y="549"/>
                    </a:lnTo>
                    <a:lnTo>
                      <a:pt x="912" y="549"/>
                    </a:lnTo>
                    <a:lnTo>
                      <a:pt x="913" y="547"/>
                    </a:lnTo>
                    <a:lnTo>
                      <a:pt x="915" y="550"/>
                    </a:lnTo>
                    <a:lnTo>
                      <a:pt x="916" y="552"/>
                    </a:lnTo>
                    <a:lnTo>
                      <a:pt x="918" y="557"/>
                    </a:lnTo>
                    <a:lnTo>
                      <a:pt x="919" y="553"/>
                    </a:lnTo>
                    <a:lnTo>
                      <a:pt x="920" y="555"/>
                    </a:lnTo>
                    <a:lnTo>
                      <a:pt x="922" y="560"/>
                    </a:lnTo>
                    <a:lnTo>
                      <a:pt x="923" y="564"/>
                    </a:lnTo>
                    <a:lnTo>
                      <a:pt x="924" y="565"/>
                    </a:lnTo>
                    <a:lnTo>
                      <a:pt x="926" y="564"/>
                    </a:lnTo>
                    <a:lnTo>
                      <a:pt x="927" y="567"/>
                    </a:lnTo>
                    <a:lnTo>
                      <a:pt x="928" y="571"/>
                    </a:lnTo>
                    <a:lnTo>
                      <a:pt x="930" y="570"/>
                    </a:lnTo>
                    <a:lnTo>
                      <a:pt x="931" y="566"/>
                    </a:lnTo>
                    <a:lnTo>
                      <a:pt x="932" y="566"/>
                    </a:lnTo>
                    <a:lnTo>
                      <a:pt x="934" y="567"/>
                    </a:lnTo>
                    <a:lnTo>
                      <a:pt x="935" y="565"/>
                    </a:lnTo>
                    <a:lnTo>
                      <a:pt x="936" y="568"/>
                    </a:lnTo>
                    <a:lnTo>
                      <a:pt x="938" y="570"/>
                    </a:lnTo>
                    <a:lnTo>
                      <a:pt x="939" y="571"/>
                    </a:lnTo>
                    <a:lnTo>
                      <a:pt x="940" y="579"/>
                    </a:lnTo>
                    <a:lnTo>
                      <a:pt x="942" y="582"/>
                    </a:lnTo>
                    <a:lnTo>
                      <a:pt x="943" y="585"/>
                    </a:lnTo>
                    <a:lnTo>
                      <a:pt x="944" y="587"/>
                    </a:lnTo>
                    <a:lnTo>
                      <a:pt x="946" y="596"/>
                    </a:lnTo>
                    <a:lnTo>
                      <a:pt x="947" y="592"/>
                    </a:lnTo>
                    <a:lnTo>
                      <a:pt x="948" y="593"/>
                    </a:lnTo>
                    <a:lnTo>
                      <a:pt x="950" y="596"/>
                    </a:lnTo>
                    <a:lnTo>
                      <a:pt x="951" y="597"/>
                    </a:lnTo>
                    <a:lnTo>
                      <a:pt x="952" y="601"/>
                    </a:lnTo>
                    <a:lnTo>
                      <a:pt x="954" y="600"/>
                    </a:lnTo>
                    <a:lnTo>
                      <a:pt x="955" y="604"/>
                    </a:lnTo>
                    <a:lnTo>
                      <a:pt x="956" y="605"/>
                    </a:lnTo>
                    <a:lnTo>
                      <a:pt x="958" y="607"/>
                    </a:lnTo>
                    <a:lnTo>
                      <a:pt x="959" y="607"/>
                    </a:lnTo>
                    <a:lnTo>
                      <a:pt x="961" y="605"/>
                    </a:lnTo>
                    <a:lnTo>
                      <a:pt x="962" y="606"/>
                    </a:lnTo>
                    <a:lnTo>
                      <a:pt x="963" y="607"/>
                    </a:lnTo>
                    <a:lnTo>
                      <a:pt x="965" y="611"/>
                    </a:lnTo>
                    <a:lnTo>
                      <a:pt x="966" y="614"/>
                    </a:lnTo>
                    <a:lnTo>
                      <a:pt x="967" y="610"/>
                    </a:lnTo>
                    <a:lnTo>
                      <a:pt x="969" y="606"/>
                    </a:lnTo>
                    <a:lnTo>
                      <a:pt x="970" y="606"/>
                    </a:lnTo>
                    <a:lnTo>
                      <a:pt x="971" y="605"/>
                    </a:lnTo>
                    <a:lnTo>
                      <a:pt x="973" y="604"/>
                    </a:lnTo>
                    <a:lnTo>
                      <a:pt x="974" y="598"/>
                    </a:lnTo>
                    <a:lnTo>
                      <a:pt x="975" y="598"/>
                    </a:lnTo>
                    <a:lnTo>
                      <a:pt x="977" y="597"/>
                    </a:lnTo>
                    <a:lnTo>
                      <a:pt x="978" y="602"/>
                    </a:lnTo>
                    <a:lnTo>
                      <a:pt x="979" y="599"/>
                    </a:lnTo>
                    <a:lnTo>
                      <a:pt x="981" y="597"/>
                    </a:lnTo>
                    <a:lnTo>
                      <a:pt x="982" y="596"/>
                    </a:lnTo>
                    <a:lnTo>
                      <a:pt x="983" y="597"/>
                    </a:lnTo>
                    <a:lnTo>
                      <a:pt x="985" y="597"/>
                    </a:lnTo>
                    <a:lnTo>
                      <a:pt x="986" y="596"/>
                    </a:lnTo>
                    <a:lnTo>
                      <a:pt x="987" y="603"/>
                    </a:lnTo>
                    <a:lnTo>
                      <a:pt x="989" y="607"/>
                    </a:lnTo>
                    <a:lnTo>
                      <a:pt x="990" y="608"/>
                    </a:lnTo>
                    <a:lnTo>
                      <a:pt x="991" y="609"/>
                    </a:lnTo>
                    <a:lnTo>
                      <a:pt x="993" y="614"/>
                    </a:lnTo>
                    <a:lnTo>
                      <a:pt x="994" y="617"/>
                    </a:lnTo>
                    <a:lnTo>
                      <a:pt x="995" y="618"/>
                    </a:lnTo>
                    <a:lnTo>
                      <a:pt x="997" y="621"/>
                    </a:lnTo>
                    <a:lnTo>
                      <a:pt x="998" y="623"/>
                    </a:lnTo>
                    <a:lnTo>
                      <a:pt x="999" y="622"/>
                    </a:lnTo>
                    <a:lnTo>
                      <a:pt x="1001" y="625"/>
                    </a:lnTo>
                    <a:lnTo>
                      <a:pt x="1002" y="622"/>
                    </a:lnTo>
                    <a:lnTo>
                      <a:pt x="1004" y="624"/>
                    </a:lnTo>
                    <a:lnTo>
                      <a:pt x="1005" y="626"/>
                    </a:lnTo>
                    <a:lnTo>
                      <a:pt x="1006" y="627"/>
                    </a:lnTo>
                    <a:lnTo>
                      <a:pt x="1008" y="630"/>
                    </a:lnTo>
                    <a:lnTo>
                      <a:pt x="1009" y="627"/>
                    </a:lnTo>
                    <a:lnTo>
                      <a:pt x="1010" y="626"/>
                    </a:lnTo>
                    <a:lnTo>
                      <a:pt x="1012" y="628"/>
                    </a:lnTo>
                    <a:lnTo>
                      <a:pt x="1013" y="629"/>
                    </a:lnTo>
                    <a:lnTo>
                      <a:pt x="1014" y="630"/>
                    </a:lnTo>
                    <a:lnTo>
                      <a:pt x="1016" y="632"/>
                    </a:lnTo>
                    <a:lnTo>
                      <a:pt x="1017" y="637"/>
                    </a:lnTo>
                    <a:lnTo>
                      <a:pt x="1018" y="634"/>
                    </a:lnTo>
                    <a:lnTo>
                      <a:pt x="1020" y="637"/>
                    </a:lnTo>
                    <a:lnTo>
                      <a:pt x="1021" y="634"/>
                    </a:lnTo>
                    <a:lnTo>
                      <a:pt x="1022" y="636"/>
                    </a:lnTo>
                    <a:lnTo>
                      <a:pt x="1024" y="638"/>
                    </a:lnTo>
                    <a:lnTo>
                      <a:pt x="1025" y="637"/>
                    </a:lnTo>
                    <a:lnTo>
                      <a:pt x="1026" y="634"/>
                    </a:lnTo>
                    <a:lnTo>
                      <a:pt x="1028" y="632"/>
                    </a:lnTo>
                    <a:lnTo>
                      <a:pt x="1029" y="632"/>
                    </a:lnTo>
                    <a:lnTo>
                      <a:pt x="1030" y="634"/>
                    </a:lnTo>
                    <a:lnTo>
                      <a:pt x="1032" y="636"/>
                    </a:lnTo>
                    <a:lnTo>
                      <a:pt x="1033" y="634"/>
                    </a:lnTo>
                    <a:lnTo>
                      <a:pt x="1034" y="638"/>
                    </a:lnTo>
                    <a:lnTo>
                      <a:pt x="1036" y="637"/>
                    </a:lnTo>
                    <a:lnTo>
                      <a:pt x="1037" y="638"/>
                    </a:lnTo>
                    <a:lnTo>
                      <a:pt x="1038" y="643"/>
                    </a:lnTo>
                    <a:lnTo>
                      <a:pt x="1040" y="644"/>
                    </a:lnTo>
                    <a:lnTo>
                      <a:pt x="1041" y="640"/>
                    </a:lnTo>
                    <a:lnTo>
                      <a:pt x="1042" y="643"/>
                    </a:lnTo>
                    <a:lnTo>
                      <a:pt x="1044" y="642"/>
                    </a:lnTo>
                    <a:lnTo>
                      <a:pt x="1045" y="646"/>
                    </a:lnTo>
                    <a:lnTo>
                      <a:pt x="1047" y="647"/>
                    </a:lnTo>
                    <a:lnTo>
                      <a:pt x="1048" y="645"/>
                    </a:lnTo>
                    <a:lnTo>
                      <a:pt x="1049" y="640"/>
                    </a:lnTo>
                    <a:lnTo>
                      <a:pt x="1051" y="642"/>
                    </a:lnTo>
                    <a:lnTo>
                      <a:pt x="1052" y="643"/>
                    </a:lnTo>
                    <a:lnTo>
                      <a:pt x="1053" y="641"/>
                    </a:lnTo>
                    <a:lnTo>
                      <a:pt x="1055" y="634"/>
                    </a:lnTo>
                    <a:lnTo>
                      <a:pt x="1056" y="637"/>
                    </a:lnTo>
                    <a:lnTo>
                      <a:pt x="1057" y="636"/>
                    </a:lnTo>
                    <a:lnTo>
                      <a:pt x="1059" y="636"/>
                    </a:lnTo>
                    <a:lnTo>
                      <a:pt x="1060" y="638"/>
                    </a:lnTo>
                    <a:lnTo>
                      <a:pt x="1061" y="642"/>
                    </a:lnTo>
                    <a:lnTo>
                      <a:pt x="1063" y="645"/>
                    </a:lnTo>
                    <a:lnTo>
                      <a:pt x="1064" y="644"/>
                    </a:lnTo>
                    <a:lnTo>
                      <a:pt x="1065" y="650"/>
                    </a:lnTo>
                    <a:lnTo>
                      <a:pt x="1067" y="649"/>
                    </a:lnTo>
                    <a:lnTo>
                      <a:pt x="1068" y="655"/>
                    </a:lnTo>
                    <a:lnTo>
                      <a:pt x="1069" y="660"/>
                    </a:lnTo>
                    <a:lnTo>
                      <a:pt x="1071" y="661"/>
                    </a:lnTo>
                    <a:lnTo>
                      <a:pt x="1072" y="665"/>
                    </a:lnTo>
                    <a:lnTo>
                      <a:pt x="1073" y="666"/>
                    </a:lnTo>
                    <a:lnTo>
                      <a:pt x="1075" y="666"/>
                    </a:lnTo>
                    <a:lnTo>
                      <a:pt x="1076" y="663"/>
                    </a:lnTo>
                    <a:lnTo>
                      <a:pt x="1077" y="667"/>
                    </a:lnTo>
                    <a:lnTo>
                      <a:pt x="1079" y="663"/>
                    </a:lnTo>
                    <a:lnTo>
                      <a:pt x="1080" y="660"/>
                    </a:lnTo>
                    <a:lnTo>
                      <a:pt x="1081" y="662"/>
                    </a:lnTo>
                    <a:lnTo>
                      <a:pt x="1083" y="660"/>
                    </a:lnTo>
                    <a:lnTo>
                      <a:pt x="1084" y="661"/>
                    </a:lnTo>
                    <a:lnTo>
                      <a:pt x="1086" y="662"/>
                    </a:lnTo>
                    <a:lnTo>
                      <a:pt x="1087" y="665"/>
                    </a:lnTo>
                    <a:lnTo>
                      <a:pt x="1088" y="665"/>
                    </a:lnTo>
                    <a:lnTo>
                      <a:pt x="1090" y="666"/>
                    </a:lnTo>
                    <a:lnTo>
                      <a:pt x="1091" y="669"/>
                    </a:lnTo>
                    <a:lnTo>
                      <a:pt x="1092" y="672"/>
                    </a:lnTo>
                    <a:lnTo>
                      <a:pt x="1094" y="673"/>
                    </a:lnTo>
                    <a:lnTo>
                      <a:pt x="1095" y="675"/>
                    </a:lnTo>
                    <a:lnTo>
                      <a:pt x="1096" y="678"/>
                    </a:lnTo>
                    <a:lnTo>
                      <a:pt x="1098" y="676"/>
                    </a:lnTo>
                    <a:lnTo>
                      <a:pt x="1099" y="678"/>
                    </a:lnTo>
                    <a:lnTo>
                      <a:pt x="1100" y="683"/>
                    </a:lnTo>
                    <a:lnTo>
                      <a:pt x="1102" y="682"/>
                    </a:lnTo>
                    <a:lnTo>
                      <a:pt x="1103" y="682"/>
                    </a:lnTo>
                    <a:lnTo>
                      <a:pt x="1104" y="685"/>
                    </a:lnTo>
                    <a:lnTo>
                      <a:pt x="1106" y="681"/>
                    </a:lnTo>
                    <a:lnTo>
                      <a:pt x="1107" y="685"/>
                    </a:lnTo>
                    <a:lnTo>
                      <a:pt x="1108" y="684"/>
                    </a:lnTo>
                    <a:lnTo>
                      <a:pt x="1110" y="682"/>
                    </a:lnTo>
                    <a:lnTo>
                      <a:pt x="1111" y="678"/>
                    </a:lnTo>
                    <a:lnTo>
                      <a:pt x="1112" y="676"/>
                    </a:lnTo>
                    <a:lnTo>
                      <a:pt x="1114" y="677"/>
                    </a:lnTo>
                    <a:lnTo>
                      <a:pt x="1115" y="677"/>
                    </a:lnTo>
                    <a:lnTo>
                      <a:pt x="1116" y="680"/>
                    </a:lnTo>
                    <a:lnTo>
                      <a:pt x="1118" y="681"/>
                    </a:lnTo>
                    <a:lnTo>
                      <a:pt x="1119" y="678"/>
                    </a:lnTo>
                    <a:lnTo>
                      <a:pt x="1120" y="682"/>
                    </a:lnTo>
                    <a:lnTo>
                      <a:pt x="1122" y="684"/>
                    </a:lnTo>
                    <a:lnTo>
                      <a:pt x="1123" y="689"/>
                    </a:lnTo>
                    <a:lnTo>
                      <a:pt x="1124" y="688"/>
                    </a:lnTo>
                    <a:lnTo>
                      <a:pt x="1126" y="688"/>
                    </a:lnTo>
                    <a:lnTo>
                      <a:pt x="1127" y="691"/>
                    </a:lnTo>
                    <a:lnTo>
                      <a:pt x="1129" y="697"/>
                    </a:lnTo>
                    <a:lnTo>
                      <a:pt x="1130" y="704"/>
                    </a:lnTo>
                    <a:lnTo>
                      <a:pt x="1131" y="699"/>
                    </a:lnTo>
                    <a:lnTo>
                      <a:pt x="1133" y="701"/>
                    </a:lnTo>
                    <a:lnTo>
                      <a:pt x="1134" y="703"/>
                    </a:lnTo>
                    <a:lnTo>
                      <a:pt x="1135" y="701"/>
                    </a:lnTo>
                    <a:lnTo>
                      <a:pt x="1137" y="702"/>
                    </a:lnTo>
                    <a:lnTo>
                      <a:pt x="1138" y="702"/>
                    </a:lnTo>
                    <a:lnTo>
                      <a:pt x="1139" y="703"/>
                    </a:lnTo>
                    <a:lnTo>
                      <a:pt x="1141" y="700"/>
                    </a:lnTo>
                    <a:lnTo>
                      <a:pt x="1142" y="700"/>
                    </a:lnTo>
                    <a:lnTo>
                      <a:pt x="1143" y="706"/>
                    </a:lnTo>
                    <a:lnTo>
                      <a:pt x="1145" y="710"/>
                    </a:lnTo>
                    <a:lnTo>
                      <a:pt x="1146" y="712"/>
                    </a:lnTo>
                    <a:lnTo>
                      <a:pt x="1147" y="714"/>
                    </a:lnTo>
                    <a:lnTo>
                      <a:pt x="1149" y="718"/>
                    </a:lnTo>
                    <a:lnTo>
                      <a:pt x="1150" y="719"/>
                    </a:lnTo>
                    <a:lnTo>
                      <a:pt x="1151" y="718"/>
                    </a:lnTo>
                    <a:lnTo>
                      <a:pt x="1153" y="719"/>
                    </a:lnTo>
                    <a:lnTo>
                      <a:pt x="1154" y="715"/>
                    </a:lnTo>
                    <a:lnTo>
                      <a:pt x="1155" y="718"/>
                    </a:lnTo>
                    <a:lnTo>
                      <a:pt x="1157" y="719"/>
                    </a:lnTo>
                    <a:lnTo>
                      <a:pt x="1158" y="713"/>
                    </a:lnTo>
                    <a:lnTo>
                      <a:pt x="1159" y="714"/>
                    </a:lnTo>
                    <a:lnTo>
                      <a:pt x="1161" y="718"/>
                    </a:lnTo>
                    <a:lnTo>
                      <a:pt x="1162" y="720"/>
                    </a:lnTo>
                    <a:lnTo>
                      <a:pt x="1163" y="724"/>
                    </a:lnTo>
                    <a:lnTo>
                      <a:pt x="1165" y="727"/>
                    </a:lnTo>
                    <a:lnTo>
                      <a:pt x="1166" y="728"/>
                    </a:lnTo>
                    <a:lnTo>
                      <a:pt x="1167" y="733"/>
                    </a:lnTo>
                    <a:lnTo>
                      <a:pt x="1169" y="736"/>
                    </a:lnTo>
                    <a:lnTo>
                      <a:pt x="1170" y="742"/>
                    </a:lnTo>
                    <a:lnTo>
                      <a:pt x="1172" y="742"/>
                    </a:lnTo>
                    <a:lnTo>
                      <a:pt x="1173" y="741"/>
                    </a:lnTo>
                    <a:lnTo>
                      <a:pt x="1174" y="742"/>
                    </a:lnTo>
                    <a:lnTo>
                      <a:pt x="1176" y="742"/>
                    </a:lnTo>
                    <a:lnTo>
                      <a:pt x="1177" y="744"/>
                    </a:lnTo>
                    <a:lnTo>
                      <a:pt x="1178" y="739"/>
                    </a:lnTo>
                    <a:lnTo>
                      <a:pt x="1180" y="735"/>
                    </a:lnTo>
                    <a:lnTo>
                      <a:pt x="1181" y="732"/>
                    </a:lnTo>
                    <a:lnTo>
                      <a:pt x="1182" y="732"/>
                    </a:lnTo>
                    <a:lnTo>
                      <a:pt x="1184" y="727"/>
                    </a:lnTo>
                    <a:lnTo>
                      <a:pt x="1185" y="725"/>
                    </a:lnTo>
                    <a:lnTo>
                      <a:pt x="1186" y="726"/>
                    </a:lnTo>
                    <a:lnTo>
                      <a:pt x="1188" y="726"/>
                    </a:lnTo>
                    <a:lnTo>
                      <a:pt x="1189" y="723"/>
                    </a:lnTo>
                    <a:lnTo>
                      <a:pt x="1190" y="728"/>
                    </a:lnTo>
                    <a:lnTo>
                      <a:pt x="1192" y="732"/>
                    </a:lnTo>
                    <a:lnTo>
                      <a:pt x="1193" y="733"/>
                    </a:lnTo>
                    <a:lnTo>
                      <a:pt x="1194" y="735"/>
                    </a:lnTo>
                    <a:lnTo>
                      <a:pt x="1196" y="735"/>
                    </a:lnTo>
                    <a:lnTo>
                      <a:pt x="1197" y="738"/>
                    </a:lnTo>
                    <a:lnTo>
                      <a:pt x="1198" y="744"/>
                    </a:lnTo>
                    <a:lnTo>
                      <a:pt x="1200" y="745"/>
                    </a:lnTo>
                    <a:lnTo>
                      <a:pt x="1201" y="743"/>
                    </a:lnTo>
                    <a:lnTo>
                      <a:pt x="1202" y="747"/>
                    </a:lnTo>
                    <a:lnTo>
                      <a:pt x="1204" y="752"/>
                    </a:lnTo>
                    <a:lnTo>
                      <a:pt x="1205" y="754"/>
                    </a:lnTo>
                    <a:lnTo>
                      <a:pt x="1206" y="754"/>
                    </a:lnTo>
                    <a:lnTo>
                      <a:pt x="1208" y="754"/>
                    </a:lnTo>
                    <a:lnTo>
                      <a:pt x="1209" y="754"/>
                    </a:lnTo>
                    <a:lnTo>
                      <a:pt x="1210" y="760"/>
                    </a:lnTo>
                    <a:lnTo>
                      <a:pt x="1212" y="761"/>
                    </a:lnTo>
                    <a:lnTo>
                      <a:pt x="1213" y="760"/>
                    </a:lnTo>
                    <a:lnTo>
                      <a:pt x="1215" y="763"/>
                    </a:lnTo>
                    <a:lnTo>
                      <a:pt x="1216" y="764"/>
                    </a:lnTo>
                    <a:lnTo>
                      <a:pt x="1217" y="768"/>
                    </a:lnTo>
                    <a:lnTo>
                      <a:pt x="1219" y="772"/>
                    </a:lnTo>
                    <a:lnTo>
                      <a:pt x="1220" y="771"/>
                    </a:lnTo>
                    <a:lnTo>
                      <a:pt x="1221" y="777"/>
                    </a:lnTo>
                    <a:lnTo>
                      <a:pt x="1223" y="783"/>
                    </a:lnTo>
                    <a:lnTo>
                      <a:pt x="1224" y="785"/>
                    </a:lnTo>
                    <a:lnTo>
                      <a:pt x="1225" y="790"/>
                    </a:lnTo>
                    <a:lnTo>
                      <a:pt x="1227" y="789"/>
                    </a:lnTo>
                    <a:lnTo>
                      <a:pt x="1228" y="790"/>
                    </a:lnTo>
                    <a:lnTo>
                      <a:pt x="1229" y="792"/>
                    </a:lnTo>
                    <a:lnTo>
                      <a:pt x="1231" y="791"/>
                    </a:lnTo>
                    <a:lnTo>
                      <a:pt x="1232" y="786"/>
                    </a:lnTo>
                    <a:lnTo>
                      <a:pt x="1233" y="789"/>
                    </a:lnTo>
                    <a:lnTo>
                      <a:pt x="1235" y="788"/>
                    </a:lnTo>
                    <a:lnTo>
                      <a:pt x="1236" y="791"/>
                    </a:lnTo>
                    <a:lnTo>
                      <a:pt x="1237" y="787"/>
                    </a:lnTo>
                    <a:lnTo>
                      <a:pt x="1239" y="785"/>
                    </a:lnTo>
                    <a:lnTo>
                      <a:pt x="1240" y="781"/>
                    </a:lnTo>
                    <a:lnTo>
                      <a:pt x="1241" y="783"/>
                    </a:lnTo>
                    <a:lnTo>
                      <a:pt x="1243" y="786"/>
                    </a:lnTo>
                    <a:lnTo>
                      <a:pt x="1244" y="787"/>
                    </a:lnTo>
                    <a:lnTo>
                      <a:pt x="1245" y="780"/>
                    </a:lnTo>
                    <a:lnTo>
                      <a:pt x="1247" y="784"/>
                    </a:lnTo>
                    <a:lnTo>
                      <a:pt x="1248" y="785"/>
                    </a:lnTo>
                    <a:lnTo>
                      <a:pt x="1249" y="787"/>
                    </a:lnTo>
                    <a:lnTo>
                      <a:pt x="1251" y="787"/>
                    </a:lnTo>
                    <a:lnTo>
                      <a:pt x="1252" y="779"/>
                    </a:lnTo>
                    <a:lnTo>
                      <a:pt x="1254" y="777"/>
                    </a:lnTo>
                    <a:lnTo>
                      <a:pt x="1255" y="777"/>
                    </a:lnTo>
                    <a:lnTo>
                      <a:pt x="1256" y="776"/>
                    </a:lnTo>
                    <a:lnTo>
                      <a:pt x="1258" y="770"/>
                    </a:lnTo>
                    <a:lnTo>
                      <a:pt x="1259" y="769"/>
                    </a:lnTo>
                    <a:lnTo>
                      <a:pt x="1260" y="769"/>
                    </a:lnTo>
                    <a:lnTo>
                      <a:pt x="1262" y="769"/>
                    </a:lnTo>
                    <a:lnTo>
                      <a:pt x="1263" y="769"/>
                    </a:lnTo>
                    <a:lnTo>
                      <a:pt x="1264" y="774"/>
                    </a:lnTo>
                    <a:lnTo>
                      <a:pt x="1266" y="777"/>
                    </a:lnTo>
                    <a:lnTo>
                      <a:pt x="1267" y="782"/>
                    </a:lnTo>
                    <a:lnTo>
                      <a:pt x="1268" y="785"/>
                    </a:lnTo>
                    <a:lnTo>
                      <a:pt x="1270" y="795"/>
                    </a:lnTo>
                    <a:lnTo>
                      <a:pt x="1271" y="791"/>
                    </a:lnTo>
                    <a:lnTo>
                      <a:pt x="1272" y="797"/>
                    </a:lnTo>
                    <a:lnTo>
                      <a:pt x="1274" y="793"/>
                    </a:lnTo>
                    <a:lnTo>
                      <a:pt x="1275" y="799"/>
                    </a:lnTo>
                    <a:lnTo>
                      <a:pt x="1276" y="797"/>
                    </a:lnTo>
                    <a:lnTo>
                      <a:pt x="1278" y="797"/>
                    </a:lnTo>
                    <a:lnTo>
                      <a:pt x="1279" y="799"/>
                    </a:lnTo>
                    <a:lnTo>
                      <a:pt x="1280" y="802"/>
                    </a:lnTo>
                    <a:lnTo>
                      <a:pt x="1282" y="804"/>
                    </a:lnTo>
                    <a:lnTo>
                      <a:pt x="1283" y="809"/>
                    </a:lnTo>
                    <a:lnTo>
                      <a:pt x="1284" y="811"/>
                    </a:lnTo>
                    <a:lnTo>
                      <a:pt x="1286" y="816"/>
                    </a:lnTo>
                    <a:lnTo>
                      <a:pt x="1287" y="818"/>
                    </a:lnTo>
                    <a:lnTo>
                      <a:pt x="1288" y="821"/>
                    </a:lnTo>
                    <a:lnTo>
                      <a:pt x="1290" y="822"/>
                    </a:lnTo>
                    <a:lnTo>
                      <a:pt x="1291" y="824"/>
                    </a:lnTo>
                    <a:lnTo>
                      <a:pt x="1292" y="823"/>
                    </a:lnTo>
                    <a:lnTo>
                      <a:pt x="1294" y="821"/>
                    </a:lnTo>
                    <a:lnTo>
                      <a:pt x="1295" y="820"/>
                    </a:lnTo>
                    <a:lnTo>
                      <a:pt x="1297" y="816"/>
                    </a:lnTo>
                    <a:lnTo>
                      <a:pt x="1298" y="816"/>
                    </a:lnTo>
                    <a:lnTo>
                      <a:pt x="1299" y="818"/>
                    </a:lnTo>
                    <a:lnTo>
                      <a:pt x="1301" y="816"/>
                    </a:lnTo>
                    <a:lnTo>
                      <a:pt x="1302" y="812"/>
                    </a:lnTo>
                    <a:lnTo>
                      <a:pt x="1303" y="815"/>
                    </a:lnTo>
                    <a:lnTo>
                      <a:pt x="1305" y="814"/>
                    </a:lnTo>
                    <a:lnTo>
                      <a:pt x="1306" y="812"/>
                    </a:lnTo>
                    <a:lnTo>
                      <a:pt x="1307" y="816"/>
                    </a:lnTo>
                    <a:lnTo>
                      <a:pt x="1309" y="811"/>
                    </a:lnTo>
                    <a:lnTo>
                      <a:pt x="1310" y="818"/>
                    </a:lnTo>
                    <a:lnTo>
                      <a:pt x="1311" y="820"/>
                    </a:lnTo>
                    <a:lnTo>
                      <a:pt x="1313" y="825"/>
                    </a:lnTo>
                    <a:lnTo>
                      <a:pt x="1314" y="826"/>
                    </a:lnTo>
                    <a:lnTo>
                      <a:pt x="1315" y="824"/>
                    </a:lnTo>
                    <a:lnTo>
                      <a:pt x="1317" y="826"/>
                    </a:lnTo>
                    <a:lnTo>
                      <a:pt x="1318" y="829"/>
                    </a:lnTo>
                    <a:lnTo>
                      <a:pt x="1319" y="829"/>
                    </a:lnTo>
                    <a:lnTo>
                      <a:pt x="1321" y="824"/>
                    </a:lnTo>
                    <a:lnTo>
                      <a:pt x="1322" y="821"/>
                    </a:lnTo>
                    <a:lnTo>
                      <a:pt x="1323" y="820"/>
                    </a:lnTo>
                    <a:lnTo>
                      <a:pt x="1325" y="824"/>
                    </a:lnTo>
                    <a:lnTo>
                      <a:pt x="1326" y="822"/>
                    </a:lnTo>
                    <a:lnTo>
                      <a:pt x="1327" y="825"/>
                    </a:lnTo>
                    <a:lnTo>
                      <a:pt x="1329" y="820"/>
                    </a:lnTo>
                    <a:lnTo>
                      <a:pt x="1330" y="821"/>
                    </a:lnTo>
                    <a:lnTo>
                      <a:pt x="1331" y="823"/>
                    </a:lnTo>
                    <a:lnTo>
                      <a:pt x="1333" y="823"/>
                    </a:lnTo>
                    <a:lnTo>
                      <a:pt x="1334" y="826"/>
                    </a:lnTo>
                    <a:lnTo>
                      <a:pt x="1335" y="831"/>
                    </a:lnTo>
                    <a:lnTo>
                      <a:pt x="1337" y="830"/>
                    </a:lnTo>
                    <a:lnTo>
                      <a:pt x="1338" y="835"/>
                    </a:lnTo>
                    <a:lnTo>
                      <a:pt x="1340" y="836"/>
                    </a:lnTo>
                    <a:lnTo>
                      <a:pt x="1341" y="837"/>
                    </a:lnTo>
                    <a:lnTo>
                      <a:pt x="1342" y="837"/>
                    </a:lnTo>
                    <a:lnTo>
                      <a:pt x="1344" y="838"/>
                    </a:lnTo>
                    <a:lnTo>
                      <a:pt x="1345" y="833"/>
                    </a:lnTo>
                    <a:lnTo>
                      <a:pt x="1346" y="835"/>
                    </a:lnTo>
                    <a:lnTo>
                      <a:pt x="1348" y="835"/>
                    </a:lnTo>
                    <a:lnTo>
                      <a:pt x="1349" y="833"/>
                    </a:lnTo>
                    <a:lnTo>
                      <a:pt x="1350" y="833"/>
                    </a:lnTo>
                    <a:lnTo>
                      <a:pt x="1352" y="833"/>
                    </a:lnTo>
                    <a:lnTo>
                      <a:pt x="1353" y="836"/>
                    </a:lnTo>
                    <a:lnTo>
                      <a:pt x="1354" y="836"/>
                    </a:lnTo>
                    <a:lnTo>
                      <a:pt x="1356" y="837"/>
                    </a:lnTo>
                    <a:lnTo>
                      <a:pt x="1357" y="837"/>
                    </a:lnTo>
                    <a:lnTo>
                      <a:pt x="1358" y="842"/>
                    </a:lnTo>
                    <a:lnTo>
                      <a:pt x="1360" y="838"/>
                    </a:lnTo>
                    <a:lnTo>
                      <a:pt x="1361" y="837"/>
                    </a:lnTo>
                    <a:lnTo>
                      <a:pt x="1362" y="833"/>
                    </a:lnTo>
                    <a:lnTo>
                      <a:pt x="1364" y="840"/>
                    </a:lnTo>
                    <a:lnTo>
                      <a:pt x="1365" y="843"/>
                    </a:lnTo>
                    <a:lnTo>
                      <a:pt x="1366" y="841"/>
                    </a:lnTo>
                    <a:lnTo>
                      <a:pt x="1368" y="841"/>
                    </a:lnTo>
                    <a:lnTo>
                      <a:pt x="1369" y="843"/>
                    </a:lnTo>
                    <a:lnTo>
                      <a:pt x="1370" y="843"/>
                    </a:lnTo>
                    <a:lnTo>
                      <a:pt x="1372" y="848"/>
                    </a:lnTo>
                    <a:lnTo>
                      <a:pt x="1373" y="845"/>
                    </a:lnTo>
                    <a:lnTo>
                      <a:pt x="1374" y="842"/>
                    </a:lnTo>
                    <a:lnTo>
                      <a:pt x="1376" y="840"/>
                    </a:lnTo>
                    <a:lnTo>
                      <a:pt x="1377" y="836"/>
                    </a:lnTo>
                    <a:lnTo>
                      <a:pt x="1378" y="835"/>
                    </a:lnTo>
                    <a:lnTo>
                      <a:pt x="1380" y="837"/>
                    </a:lnTo>
                    <a:lnTo>
                      <a:pt x="1381" y="839"/>
                    </a:lnTo>
                    <a:lnTo>
                      <a:pt x="1383" y="836"/>
                    </a:lnTo>
                    <a:lnTo>
                      <a:pt x="1384" y="836"/>
                    </a:lnTo>
                    <a:lnTo>
                      <a:pt x="1385" y="840"/>
                    </a:lnTo>
                    <a:lnTo>
                      <a:pt x="1387" y="848"/>
                    </a:lnTo>
                    <a:lnTo>
                      <a:pt x="1388" y="850"/>
                    </a:lnTo>
                    <a:lnTo>
                      <a:pt x="1389" y="850"/>
                    </a:lnTo>
                    <a:lnTo>
                      <a:pt x="1391" y="850"/>
                    </a:lnTo>
                    <a:lnTo>
                      <a:pt x="1392" y="855"/>
                    </a:lnTo>
                    <a:lnTo>
                      <a:pt x="1393" y="855"/>
                    </a:lnTo>
                    <a:lnTo>
                      <a:pt x="1395" y="856"/>
                    </a:lnTo>
                    <a:lnTo>
                      <a:pt x="1396" y="859"/>
                    </a:lnTo>
                    <a:lnTo>
                      <a:pt x="1397" y="858"/>
                    </a:lnTo>
                    <a:lnTo>
                      <a:pt x="1399" y="858"/>
                    </a:lnTo>
                    <a:lnTo>
                      <a:pt x="1400" y="857"/>
                    </a:lnTo>
                    <a:lnTo>
                      <a:pt x="1401" y="861"/>
                    </a:lnTo>
                    <a:lnTo>
                      <a:pt x="1403" y="858"/>
                    </a:lnTo>
                    <a:lnTo>
                      <a:pt x="1404" y="854"/>
                    </a:lnTo>
                    <a:lnTo>
                      <a:pt x="1405" y="852"/>
                    </a:lnTo>
                    <a:lnTo>
                      <a:pt x="1407" y="854"/>
                    </a:lnTo>
                    <a:lnTo>
                      <a:pt x="1408" y="855"/>
                    </a:lnTo>
                    <a:lnTo>
                      <a:pt x="1409" y="858"/>
                    </a:lnTo>
                    <a:lnTo>
                      <a:pt x="1411" y="857"/>
                    </a:lnTo>
                    <a:lnTo>
                      <a:pt x="1412" y="862"/>
                    </a:lnTo>
                    <a:lnTo>
                      <a:pt x="1413" y="865"/>
                    </a:lnTo>
                    <a:lnTo>
                      <a:pt x="1415" y="872"/>
                    </a:lnTo>
                    <a:lnTo>
                      <a:pt x="1416" y="874"/>
                    </a:lnTo>
                    <a:lnTo>
                      <a:pt x="1417" y="878"/>
                    </a:lnTo>
                    <a:lnTo>
                      <a:pt x="1419" y="877"/>
                    </a:lnTo>
                    <a:lnTo>
                      <a:pt x="1420" y="875"/>
                    </a:lnTo>
                    <a:lnTo>
                      <a:pt x="1422" y="877"/>
                    </a:lnTo>
                    <a:lnTo>
                      <a:pt x="1423" y="878"/>
                    </a:lnTo>
                    <a:lnTo>
                      <a:pt x="1424" y="879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" name="Google Shape;434;p15"/>
            <p:cNvSpPr txBox="1"/>
            <p:nvPr/>
          </p:nvSpPr>
          <p:spPr>
            <a:xfrm>
              <a:off x="6605428" y="3570309"/>
              <a:ext cx="31742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Surface (Fc4-3, Ref. Sub.)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MCH Surface Subtracted, Buffer Subtracted</a:t>
              </a:r>
              <a:endParaRPr/>
            </a:p>
          </p:txBody>
        </p:sp>
        <p:grpSp>
          <p:nvGrpSpPr>
            <p:cNvPr id="435" name="Google Shape;435;p15"/>
            <p:cNvGrpSpPr/>
            <p:nvPr/>
          </p:nvGrpSpPr>
          <p:grpSpPr>
            <a:xfrm>
              <a:off x="9577154" y="4585757"/>
              <a:ext cx="1278313" cy="1602046"/>
              <a:chOff x="3405026" y="4025740"/>
              <a:chExt cx="1278313" cy="1602046"/>
            </a:xfrm>
          </p:grpSpPr>
          <p:sp>
            <p:nvSpPr>
              <p:cNvPr id="436" name="Google Shape;436;p15"/>
              <p:cNvSpPr/>
              <p:nvPr/>
            </p:nvSpPr>
            <p:spPr>
              <a:xfrm>
                <a:off x="3405026" y="4025740"/>
                <a:ext cx="1278313" cy="1602046"/>
              </a:xfrm>
              <a:prstGeom prst="rect">
                <a:avLst/>
              </a:prstGeom>
              <a:solidFill>
                <a:schemeClr val="lt1">
                  <a:alpha val="80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7" name="Google Shape;437;p15"/>
              <p:cNvGrpSpPr/>
              <p:nvPr/>
            </p:nvGrpSpPr>
            <p:grpSpPr>
              <a:xfrm>
                <a:off x="3472333" y="4144976"/>
                <a:ext cx="1143699" cy="1363575"/>
                <a:chOff x="6059885" y="1975691"/>
                <a:chExt cx="1143699" cy="1363575"/>
              </a:xfrm>
            </p:grpSpPr>
            <p:grpSp>
              <p:nvGrpSpPr>
                <p:cNvPr id="438" name="Google Shape;438;p15"/>
                <p:cNvGrpSpPr/>
                <p:nvPr/>
              </p:nvGrpSpPr>
              <p:grpSpPr>
                <a:xfrm>
                  <a:off x="6059885" y="1975691"/>
                  <a:ext cx="957750" cy="153888"/>
                  <a:chOff x="6059885" y="2009032"/>
                  <a:chExt cx="957750" cy="153888"/>
                </a:xfrm>
              </p:grpSpPr>
              <p:sp>
                <p:nvSpPr>
                  <p:cNvPr id="439" name="Google Shape;439;p15"/>
                  <p:cNvSpPr/>
                  <p:nvPr/>
                </p:nvSpPr>
                <p:spPr>
                  <a:xfrm>
                    <a:off x="6302696" y="2009032"/>
                    <a:ext cx="714939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200 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0" name="Google Shape;440;p15"/>
                  <p:cNvCxnSpPr/>
                  <p:nvPr/>
                </p:nvCxnSpPr>
                <p:spPr>
                  <a:xfrm>
                    <a:off x="6059885" y="2085976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32CD3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41" name="Google Shape;441;p15"/>
                <p:cNvGrpSpPr/>
                <p:nvPr/>
              </p:nvGrpSpPr>
              <p:grpSpPr>
                <a:xfrm>
                  <a:off x="6059885" y="2126902"/>
                  <a:ext cx="967368" cy="153888"/>
                  <a:chOff x="6059885" y="2156075"/>
                  <a:chExt cx="967368" cy="153888"/>
                </a:xfrm>
              </p:grpSpPr>
              <p:sp>
                <p:nvSpPr>
                  <p:cNvPr id="442" name="Google Shape;442;p15"/>
                  <p:cNvSpPr/>
                  <p:nvPr/>
                </p:nvSpPr>
                <p:spPr>
                  <a:xfrm>
                    <a:off x="6302696" y="2156075"/>
                    <a:ext cx="724557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100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3" name="Google Shape;443;p15"/>
                  <p:cNvCxnSpPr/>
                  <p:nvPr/>
                </p:nvCxnSpPr>
                <p:spPr>
                  <a:xfrm>
                    <a:off x="6059885" y="2233019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8B008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44" name="Google Shape;444;p15"/>
                <p:cNvGrpSpPr/>
                <p:nvPr/>
              </p:nvGrpSpPr>
              <p:grpSpPr>
                <a:xfrm>
                  <a:off x="6059885" y="2278113"/>
                  <a:ext cx="896836" cy="153888"/>
                  <a:chOff x="6059885" y="2303118"/>
                  <a:chExt cx="896836" cy="153888"/>
                </a:xfrm>
              </p:grpSpPr>
              <p:sp>
                <p:nvSpPr>
                  <p:cNvPr id="445" name="Google Shape;445;p15"/>
                  <p:cNvSpPr/>
                  <p:nvPr/>
                </p:nvSpPr>
                <p:spPr>
                  <a:xfrm>
                    <a:off x="6302696" y="2303118"/>
                    <a:ext cx="65402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50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6" name="Google Shape;446;p15"/>
                  <p:cNvCxnSpPr/>
                  <p:nvPr/>
                </p:nvCxnSpPr>
                <p:spPr>
                  <a:xfrm>
                    <a:off x="6059885" y="2380062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A9A9A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47" name="Google Shape;447;p15"/>
                <p:cNvGrpSpPr/>
                <p:nvPr/>
              </p:nvGrpSpPr>
              <p:grpSpPr>
                <a:xfrm>
                  <a:off x="6059885" y="2429324"/>
                  <a:ext cx="896836" cy="153888"/>
                  <a:chOff x="6059885" y="2450161"/>
                  <a:chExt cx="896836" cy="153888"/>
                </a:xfrm>
              </p:grpSpPr>
              <p:sp>
                <p:nvSpPr>
                  <p:cNvPr id="448" name="Google Shape;448;p15"/>
                  <p:cNvSpPr/>
                  <p:nvPr/>
                </p:nvSpPr>
                <p:spPr>
                  <a:xfrm>
                    <a:off x="6302696" y="2450161"/>
                    <a:ext cx="65402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9" name="Google Shape;449;p15"/>
                  <p:cNvCxnSpPr/>
                  <p:nvPr/>
                </p:nvCxnSpPr>
                <p:spPr>
                  <a:xfrm>
                    <a:off x="6059885" y="2527105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DAA52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0" name="Google Shape;450;p15"/>
                <p:cNvGrpSpPr/>
                <p:nvPr/>
              </p:nvGrpSpPr>
              <p:grpSpPr>
                <a:xfrm>
                  <a:off x="6059885" y="2580535"/>
                  <a:ext cx="1002634" cy="153888"/>
                  <a:chOff x="6059885" y="2597204"/>
                  <a:chExt cx="1002634" cy="153888"/>
                </a:xfrm>
              </p:grpSpPr>
              <p:sp>
                <p:nvSpPr>
                  <p:cNvPr id="451" name="Google Shape;451;p15"/>
                  <p:cNvSpPr/>
                  <p:nvPr/>
                </p:nvSpPr>
                <p:spPr>
                  <a:xfrm>
                    <a:off x="6302696" y="2597204"/>
                    <a:ext cx="759823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12.5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52" name="Google Shape;452;p15"/>
                  <p:cNvCxnSpPr/>
                  <p:nvPr/>
                </p:nvCxnSpPr>
                <p:spPr>
                  <a:xfrm>
                    <a:off x="6059885" y="2674148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CED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3" name="Google Shape;453;p15"/>
                <p:cNvGrpSpPr/>
                <p:nvPr/>
              </p:nvGrpSpPr>
              <p:grpSpPr>
                <a:xfrm>
                  <a:off x="6059885" y="2731746"/>
                  <a:ext cx="993016" cy="153888"/>
                  <a:chOff x="6059885" y="2744247"/>
                  <a:chExt cx="993016" cy="153888"/>
                </a:xfrm>
              </p:grpSpPr>
              <p:sp>
                <p:nvSpPr>
                  <p:cNvPr id="454" name="Google Shape;454;p15"/>
                  <p:cNvSpPr/>
                  <p:nvPr/>
                </p:nvSpPr>
                <p:spPr>
                  <a:xfrm>
                    <a:off x="6302696" y="2744247"/>
                    <a:ext cx="750205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6.25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55" name="Google Shape;455;p15"/>
                  <p:cNvCxnSpPr/>
                  <p:nvPr/>
                </p:nvCxnSpPr>
                <p:spPr>
                  <a:xfrm>
                    <a:off x="6059885" y="2821191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6" name="Google Shape;456;p15"/>
                <p:cNvGrpSpPr/>
                <p:nvPr/>
              </p:nvGrpSpPr>
              <p:grpSpPr>
                <a:xfrm>
                  <a:off x="6059885" y="2882957"/>
                  <a:ext cx="1073167" cy="153888"/>
                  <a:chOff x="6059885" y="2891290"/>
                  <a:chExt cx="1073167" cy="153888"/>
                </a:xfrm>
              </p:grpSpPr>
              <p:sp>
                <p:nvSpPr>
                  <p:cNvPr id="457" name="Google Shape;457;p15"/>
                  <p:cNvSpPr/>
                  <p:nvPr/>
                </p:nvSpPr>
                <p:spPr>
                  <a:xfrm>
                    <a:off x="6302696" y="2891290"/>
                    <a:ext cx="830356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3.125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58" name="Google Shape;458;p15"/>
                  <p:cNvCxnSpPr/>
                  <p:nvPr/>
                </p:nvCxnSpPr>
                <p:spPr>
                  <a:xfrm>
                    <a:off x="6059885" y="2968234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59" name="Google Shape;459;p15"/>
                <p:cNvGrpSpPr/>
                <p:nvPr/>
              </p:nvGrpSpPr>
              <p:grpSpPr>
                <a:xfrm>
                  <a:off x="6059885" y="3034168"/>
                  <a:ext cx="1143699" cy="153888"/>
                  <a:chOff x="6059885" y="3038333"/>
                  <a:chExt cx="1143699" cy="153888"/>
                </a:xfrm>
              </p:grpSpPr>
              <p:sp>
                <p:nvSpPr>
                  <p:cNvPr id="460" name="Google Shape;460;p15"/>
                  <p:cNvSpPr/>
                  <p:nvPr/>
                </p:nvSpPr>
                <p:spPr>
                  <a:xfrm>
                    <a:off x="6302696" y="3038333"/>
                    <a:ext cx="900888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1.5625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61" name="Google Shape;461;p15"/>
                  <p:cNvCxnSpPr/>
                  <p:nvPr/>
                </p:nvCxnSpPr>
                <p:spPr>
                  <a:xfrm>
                    <a:off x="6059885" y="3115277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228B2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62" name="Google Shape;462;p15"/>
                <p:cNvGrpSpPr/>
                <p:nvPr/>
              </p:nvGrpSpPr>
              <p:grpSpPr>
                <a:xfrm>
                  <a:off x="6059885" y="3185378"/>
                  <a:ext cx="826304" cy="153888"/>
                  <a:chOff x="6059885" y="3185378"/>
                  <a:chExt cx="826304" cy="153888"/>
                </a:xfrm>
              </p:grpSpPr>
              <p:sp>
                <p:nvSpPr>
                  <p:cNvPr id="463" name="Google Shape;463;p15"/>
                  <p:cNvSpPr/>
                  <p:nvPr/>
                </p:nvSpPr>
                <p:spPr>
                  <a:xfrm>
                    <a:off x="6302696" y="3185378"/>
                    <a:ext cx="583493" cy="1538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 </a:t>
                    </a:r>
                    <a:r>
                      <a:rPr lang="en-US" sz="10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nM BSA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64" name="Google Shape;464;p15"/>
                  <p:cNvCxnSpPr/>
                  <p:nvPr/>
                </p:nvCxnSpPr>
                <p:spPr>
                  <a:xfrm>
                    <a:off x="6059885" y="3262322"/>
                    <a:ext cx="18288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</p:grpSp>
      <p:sp>
        <p:nvSpPr>
          <p:cNvPr id="465" name="Google Shape;465;p15"/>
          <p:cNvSpPr txBox="1"/>
          <p:nvPr/>
        </p:nvSpPr>
        <p:spPr>
          <a:xfrm>
            <a:off x="6422892" y="4690655"/>
            <a:ext cx="52242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if specific binding of BSA to MCH and RNA surfaces is observed.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BSA binding detected to either MCH or RNA surfaces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16"/>
          <p:cNvGrpSpPr/>
          <p:nvPr/>
        </p:nvGrpSpPr>
        <p:grpSpPr>
          <a:xfrm>
            <a:off x="853480" y="911056"/>
            <a:ext cx="4693921" cy="2560320"/>
            <a:chOff x="546102" y="928688"/>
            <a:chExt cx="4607381" cy="2766814"/>
          </a:xfrm>
        </p:grpSpPr>
        <p:cxnSp>
          <p:nvCxnSpPr>
            <p:cNvPr id="471" name="Google Shape;471;p16"/>
            <p:cNvCxnSpPr/>
            <p:nvPr/>
          </p:nvCxnSpPr>
          <p:spPr>
            <a:xfrm rot="10800000">
              <a:off x="1004888" y="996951"/>
              <a:ext cx="0" cy="23383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16"/>
            <p:cNvCxnSpPr/>
            <p:nvPr/>
          </p:nvCxnSpPr>
          <p:spPr>
            <a:xfrm rot="10800000">
              <a:off x="989013" y="33353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16"/>
            <p:cNvCxnSpPr/>
            <p:nvPr/>
          </p:nvCxnSpPr>
          <p:spPr>
            <a:xfrm rot="10800000">
              <a:off x="989013" y="304482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16"/>
            <p:cNvCxnSpPr/>
            <p:nvPr/>
          </p:nvCxnSpPr>
          <p:spPr>
            <a:xfrm rot="10800000">
              <a:off x="989013" y="27511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16"/>
            <p:cNvCxnSpPr/>
            <p:nvPr/>
          </p:nvCxnSpPr>
          <p:spPr>
            <a:xfrm rot="10800000">
              <a:off x="989013" y="246062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16"/>
            <p:cNvCxnSpPr/>
            <p:nvPr/>
          </p:nvCxnSpPr>
          <p:spPr>
            <a:xfrm rot="10800000">
              <a:off x="989013" y="21669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" name="Google Shape;477;p16"/>
            <p:cNvCxnSpPr/>
            <p:nvPr/>
          </p:nvCxnSpPr>
          <p:spPr>
            <a:xfrm rot="10800000">
              <a:off x="989013" y="187642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" name="Google Shape;478;p16"/>
            <p:cNvCxnSpPr/>
            <p:nvPr/>
          </p:nvCxnSpPr>
          <p:spPr>
            <a:xfrm rot="10800000">
              <a:off x="989013" y="15827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9" name="Google Shape;479;p16"/>
            <p:cNvCxnSpPr/>
            <p:nvPr/>
          </p:nvCxnSpPr>
          <p:spPr>
            <a:xfrm rot="10800000">
              <a:off x="989013" y="129222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16"/>
            <p:cNvCxnSpPr/>
            <p:nvPr/>
          </p:nvCxnSpPr>
          <p:spPr>
            <a:xfrm rot="10800000">
              <a:off x="989013" y="9985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16"/>
            <p:cNvCxnSpPr/>
            <p:nvPr/>
          </p:nvCxnSpPr>
          <p:spPr>
            <a:xfrm rot="10800000">
              <a:off x="966788" y="3335338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16"/>
            <p:cNvCxnSpPr/>
            <p:nvPr/>
          </p:nvCxnSpPr>
          <p:spPr>
            <a:xfrm rot="10800000">
              <a:off x="966788" y="2751138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16"/>
            <p:cNvCxnSpPr/>
            <p:nvPr/>
          </p:nvCxnSpPr>
          <p:spPr>
            <a:xfrm rot="10800000">
              <a:off x="966788" y="2166938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16"/>
            <p:cNvCxnSpPr/>
            <p:nvPr/>
          </p:nvCxnSpPr>
          <p:spPr>
            <a:xfrm rot="10800000">
              <a:off x="966788" y="1582738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16"/>
            <p:cNvCxnSpPr/>
            <p:nvPr/>
          </p:nvCxnSpPr>
          <p:spPr>
            <a:xfrm rot="10800000">
              <a:off x="966788" y="996951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6" name="Google Shape;486;p16"/>
            <p:cNvSpPr/>
            <p:nvPr/>
          </p:nvSpPr>
          <p:spPr>
            <a:xfrm>
              <a:off x="757238" y="3267076"/>
              <a:ext cx="18434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-20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777876" y="2682876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777876" y="2098676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741363" y="151447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130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741363" y="9286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180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1" name="Google Shape;491;p16"/>
            <p:cNvCxnSpPr/>
            <p:nvPr/>
          </p:nvCxnSpPr>
          <p:spPr>
            <a:xfrm>
              <a:off x="1004888" y="3335338"/>
              <a:ext cx="4000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16"/>
            <p:cNvCxnSpPr/>
            <p:nvPr/>
          </p:nvCxnSpPr>
          <p:spPr>
            <a:xfrm>
              <a:off x="1004888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16"/>
            <p:cNvCxnSpPr/>
            <p:nvPr/>
          </p:nvCxnSpPr>
          <p:spPr>
            <a:xfrm>
              <a:off x="1227138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16"/>
            <p:cNvCxnSpPr/>
            <p:nvPr/>
          </p:nvCxnSpPr>
          <p:spPr>
            <a:xfrm>
              <a:off x="144780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16"/>
            <p:cNvCxnSpPr/>
            <p:nvPr/>
          </p:nvCxnSpPr>
          <p:spPr>
            <a:xfrm>
              <a:off x="167005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16"/>
            <p:cNvCxnSpPr/>
            <p:nvPr/>
          </p:nvCxnSpPr>
          <p:spPr>
            <a:xfrm>
              <a:off x="189230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16"/>
            <p:cNvCxnSpPr/>
            <p:nvPr/>
          </p:nvCxnSpPr>
          <p:spPr>
            <a:xfrm>
              <a:off x="211455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16"/>
            <p:cNvCxnSpPr/>
            <p:nvPr/>
          </p:nvCxnSpPr>
          <p:spPr>
            <a:xfrm>
              <a:off x="233680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16"/>
            <p:cNvCxnSpPr/>
            <p:nvPr/>
          </p:nvCxnSpPr>
          <p:spPr>
            <a:xfrm>
              <a:off x="2557463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16"/>
            <p:cNvCxnSpPr/>
            <p:nvPr/>
          </p:nvCxnSpPr>
          <p:spPr>
            <a:xfrm>
              <a:off x="2779713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16"/>
            <p:cNvCxnSpPr/>
            <p:nvPr/>
          </p:nvCxnSpPr>
          <p:spPr>
            <a:xfrm>
              <a:off x="3005138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p16"/>
            <p:cNvCxnSpPr/>
            <p:nvPr/>
          </p:nvCxnSpPr>
          <p:spPr>
            <a:xfrm>
              <a:off x="322580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16"/>
            <p:cNvCxnSpPr/>
            <p:nvPr/>
          </p:nvCxnSpPr>
          <p:spPr>
            <a:xfrm>
              <a:off x="344805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16"/>
            <p:cNvCxnSpPr/>
            <p:nvPr/>
          </p:nvCxnSpPr>
          <p:spPr>
            <a:xfrm>
              <a:off x="367030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16"/>
            <p:cNvCxnSpPr/>
            <p:nvPr/>
          </p:nvCxnSpPr>
          <p:spPr>
            <a:xfrm>
              <a:off x="389255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16"/>
            <p:cNvCxnSpPr/>
            <p:nvPr/>
          </p:nvCxnSpPr>
          <p:spPr>
            <a:xfrm>
              <a:off x="411480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16"/>
            <p:cNvCxnSpPr/>
            <p:nvPr/>
          </p:nvCxnSpPr>
          <p:spPr>
            <a:xfrm>
              <a:off x="4337051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16"/>
            <p:cNvCxnSpPr/>
            <p:nvPr/>
          </p:nvCxnSpPr>
          <p:spPr>
            <a:xfrm>
              <a:off x="4557713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16"/>
            <p:cNvCxnSpPr/>
            <p:nvPr/>
          </p:nvCxnSpPr>
          <p:spPr>
            <a:xfrm>
              <a:off x="4779963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16"/>
            <p:cNvCxnSpPr/>
            <p:nvPr/>
          </p:nvCxnSpPr>
          <p:spPr>
            <a:xfrm>
              <a:off x="5005388" y="3330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16"/>
            <p:cNvCxnSpPr/>
            <p:nvPr/>
          </p:nvCxnSpPr>
          <p:spPr>
            <a:xfrm>
              <a:off x="1004888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16"/>
            <p:cNvCxnSpPr/>
            <p:nvPr/>
          </p:nvCxnSpPr>
          <p:spPr>
            <a:xfrm>
              <a:off x="1447801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16"/>
            <p:cNvCxnSpPr/>
            <p:nvPr/>
          </p:nvCxnSpPr>
          <p:spPr>
            <a:xfrm>
              <a:off x="1892301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16"/>
            <p:cNvCxnSpPr/>
            <p:nvPr/>
          </p:nvCxnSpPr>
          <p:spPr>
            <a:xfrm>
              <a:off x="2336801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16"/>
            <p:cNvCxnSpPr/>
            <p:nvPr/>
          </p:nvCxnSpPr>
          <p:spPr>
            <a:xfrm>
              <a:off x="2779713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16"/>
            <p:cNvCxnSpPr/>
            <p:nvPr/>
          </p:nvCxnSpPr>
          <p:spPr>
            <a:xfrm>
              <a:off x="3225801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16"/>
            <p:cNvCxnSpPr/>
            <p:nvPr/>
          </p:nvCxnSpPr>
          <p:spPr>
            <a:xfrm>
              <a:off x="3670301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16"/>
            <p:cNvCxnSpPr/>
            <p:nvPr/>
          </p:nvCxnSpPr>
          <p:spPr>
            <a:xfrm>
              <a:off x="4114801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16"/>
            <p:cNvCxnSpPr/>
            <p:nvPr/>
          </p:nvCxnSpPr>
          <p:spPr>
            <a:xfrm>
              <a:off x="4557713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16"/>
            <p:cNvCxnSpPr/>
            <p:nvPr/>
          </p:nvCxnSpPr>
          <p:spPr>
            <a:xfrm>
              <a:off x="5005388" y="3321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1" name="Google Shape;521;p16"/>
            <p:cNvSpPr/>
            <p:nvPr/>
          </p:nvSpPr>
          <p:spPr>
            <a:xfrm>
              <a:off x="927101" y="3387726"/>
              <a:ext cx="254878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1427163" y="3387726"/>
              <a:ext cx="705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1828801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2273301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2716213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163888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606801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4051301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4494213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4941888" y="3387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 rot="-5400000">
              <a:off x="163786" y="2089200"/>
              <a:ext cx="918521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Response (RU)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2629788" y="3541614"/>
              <a:ext cx="490519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 (s)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1187451" y="3101976"/>
              <a:ext cx="3756025" cy="0"/>
            </a:xfrm>
            <a:custGeom>
              <a:rect b="b" l="l" r="r" t="t"/>
              <a:pathLst>
                <a:path extrusionOk="0" h="120000" w="1422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3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1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5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1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8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0"/>
                  </a:lnTo>
                  <a:lnTo>
                    <a:pt x="115" y="0"/>
                  </a:lnTo>
                  <a:lnTo>
                    <a:pt x="117" y="0"/>
                  </a:lnTo>
                  <a:lnTo>
                    <a:pt x="118" y="0"/>
                  </a:lnTo>
                  <a:lnTo>
                    <a:pt x="119" y="0"/>
                  </a:lnTo>
                  <a:lnTo>
                    <a:pt x="121" y="0"/>
                  </a:lnTo>
                  <a:lnTo>
                    <a:pt x="122" y="0"/>
                  </a:lnTo>
                  <a:lnTo>
                    <a:pt x="123" y="0"/>
                  </a:lnTo>
                  <a:lnTo>
                    <a:pt x="125" y="0"/>
                  </a:lnTo>
                  <a:lnTo>
                    <a:pt x="126" y="0"/>
                  </a:lnTo>
                  <a:lnTo>
                    <a:pt x="127" y="0"/>
                  </a:lnTo>
                  <a:lnTo>
                    <a:pt x="129" y="0"/>
                  </a:lnTo>
                  <a:lnTo>
                    <a:pt x="130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40" y="0"/>
                  </a:lnTo>
                  <a:lnTo>
                    <a:pt x="141" y="0"/>
                  </a:lnTo>
                  <a:lnTo>
                    <a:pt x="142" y="0"/>
                  </a:lnTo>
                  <a:lnTo>
                    <a:pt x="144" y="0"/>
                  </a:lnTo>
                  <a:lnTo>
                    <a:pt x="145" y="0"/>
                  </a:lnTo>
                  <a:lnTo>
                    <a:pt x="146" y="0"/>
                  </a:lnTo>
                  <a:lnTo>
                    <a:pt x="148" y="0"/>
                  </a:lnTo>
                  <a:lnTo>
                    <a:pt x="149" y="0"/>
                  </a:lnTo>
                  <a:lnTo>
                    <a:pt x="150" y="0"/>
                  </a:lnTo>
                  <a:lnTo>
                    <a:pt x="152" y="0"/>
                  </a:lnTo>
                  <a:lnTo>
                    <a:pt x="153" y="0"/>
                  </a:lnTo>
                  <a:lnTo>
                    <a:pt x="154" y="0"/>
                  </a:lnTo>
                  <a:lnTo>
                    <a:pt x="156" y="0"/>
                  </a:lnTo>
                  <a:lnTo>
                    <a:pt x="157" y="0"/>
                  </a:lnTo>
                  <a:lnTo>
                    <a:pt x="158" y="0"/>
                  </a:lnTo>
                  <a:lnTo>
                    <a:pt x="160" y="0"/>
                  </a:lnTo>
                  <a:lnTo>
                    <a:pt x="161" y="0"/>
                  </a:lnTo>
                  <a:lnTo>
                    <a:pt x="162" y="0"/>
                  </a:lnTo>
                  <a:lnTo>
                    <a:pt x="164" y="0"/>
                  </a:lnTo>
                  <a:lnTo>
                    <a:pt x="165" y="0"/>
                  </a:lnTo>
                  <a:lnTo>
                    <a:pt x="167" y="0"/>
                  </a:lnTo>
                  <a:lnTo>
                    <a:pt x="168" y="0"/>
                  </a:lnTo>
                  <a:lnTo>
                    <a:pt x="169" y="0"/>
                  </a:lnTo>
                  <a:lnTo>
                    <a:pt x="171" y="0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5" y="0"/>
                  </a:lnTo>
                  <a:lnTo>
                    <a:pt x="176" y="0"/>
                  </a:lnTo>
                  <a:lnTo>
                    <a:pt x="177" y="0"/>
                  </a:lnTo>
                  <a:lnTo>
                    <a:pt x="179" y="0"/>
                  </a:lnTo>
                  <a:lnTo>
                    <a:pt x="180" y="0"/>
                  </a:lnTo>
                  <a:lnTo>
                    <a:pt x="181" y="0"/>
                  </a:lnTo>
                  <a:lnTo>
                    <a:pt x="183" y="0"/>
                  </a:lnTo>
                  <a:lnTo>
                    <a:pt x="184" y="0"/>
                  </a:lnTo>
                  <a:lnTo>
                    <a:pt x="185" y="0"/>
                  </a:lnTo>
                  <a:lnTo>
                    <a:pt x="187" y="0"/>
                  </a:lnTo>
                  <a:lnTo>
                    <a:pt x="188" y="0"/>
                  </a:lnTo>
                  <a:lnTo>
                    <a:pt x="189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3" y="0"/>
                  </a:lnTo>
                  <a:lnTo>
                    <a:pt x="195" y="0"/>
                  </a:lnTo>
                  <a:lnTo>
                    <a:pt x="196" y="0"/>
                  </a:lnTo>
                  <a:lnTo>
                    <a:pt x="197" y="0"/>
                  </a:lnTo>
                  <a:lnTo>
                    <a:pt x="199" y="0"/>
                  </a:lnTo>
                  <a:lnTo>
                    <a:pt x="200" y="0"/>
                  </a:lnTo>
                  <a:lnTo>
                    <a:pt x="202" y="0"/>
                  </a:lnTo>
                  <a:lnTo>
                    <a:pt x="203" y="0"/>
                  </a:lnTo>
                  <a:lnTo>
                    <a:pt x="204" y="0"/>
                  </a:lnTo>
                  <a:lnTo>
                    <a:pt x="206" y="0"/>
                  </a:lnTo>
                  <a:lnTo>
                    <a:pt x="207" y="0"/>
                  </a:lnTo>
                  <a:lnTo>
                    <a:pt x="208" y="0"/>
                  </a:lnTo>
                  <a:lnTo>
                    <a:pt x="210" y="0"/>
                  </a:lnTo>
                  <a:lnTo>
                    <a:pt x="211" y="0"/>
                  </a:lnTo>
                  <a:lnTo>
                    <a:pt x="212" y="0"/>
                  </a:lnTo>
                  <a:lnTo>
                    <a:pt x="214" y="0"/>
                  </a:lnTo>
                  <a:lnTo>
                    <a:pt x="215" y="0"/>
                  </a:lnTo>
                  <a:lnTo>
                    <a:pt x="216" y="0"/>
                  </a:lnTo>
                  <a:lnTo>
                    <a:pt x="218" y="0"/>
                  </a:lnTo>
                  <a:lnTo>
                    <a:pt x="219" y="0"/>
                  </a:lnTo>
                  <a:lnTo>
                    <a:pt x="220" y="0"/>
                  </a:lnTo>
                  <a:lnTo>
                    <a:pt x="222" y="0"/>
                  </a:lnTo>
                  <a:lnTo>
                    <a:pt x="223" y="0"/>
                  </a:lnTo>
                  <a:lnTo>
                    <a:pt x="224" y="0"/>
                  </a:lnTo>
                  <a:lnTo>
                    <a:pt x="226" y="0"/>
                  </a:lnTo>
                  <a:lnTo>
                    <a:pt x="227" y="0"/>
                  </a:lnTo>
                  <a:lnTo>
                    <a:pt x="228" y="0"/>
                  </a:lnTo>
                  <a:lnTo>
                    <a:pt x="230" y="0"/>
                  </a:lnTo>
                  <a:lnTo>
                    <a:pt x="231" y="0"/>
                  </a:lnTo>
                  <a:lnTo>
                    <a:pt x="232" y="0"/>
                  </a:lnTo>
                  <a:lnTo>
                    <a:pt x="234" y="0"/>
                  </a:lnTo>
                  <a:lnTo>
                    <a:pt x="235" y="0"/>
                  </a:lnTo>
                  <a:lnTo>
                    <a:pt x="236" y="0"/>
                  </a:lnTo>
                  <a:lnTo>
                    <a:pt x="238" y="0"/>
                  </a:lnTo>
                  <a:lnTo>
                    <a:pt x="239" y="0"/>
                  </a:lnTo>
                  <a:lnTo>
                    <a:pt x="241" y="0"/>
                  </a:lnTo>
                  <a:lnTo>
                    <a:pt x="242" y="0"/>
                  </a:lnTo>
                  <a:lnTo>
                    <a:pt x="243" y="0"/>
                  </a:lnTo>
                  <a:lnTo>
                    <a:pt x="245" y="0"/>
                  </a:lnTo>
                  <a:lnTo>
                    <a:pt x="246" y="0"/>
                  </a:lnTo>
                  <a:lnTo>
                    <a:pt x="247" y="0"/>
                  </a:lnTo>
                  <a:lnTo>
                    <a:pt x="249" y="0"/>
                  </a:lnTo>
                  <a:lnTo>
                    <a:pt x="250" y="0"/>
                  </a:lnTo>
                  <a:lnTo>
                    <a:pt x="251" y="0"/>
                  </a:lnTo>
                  <a:lnTo>
                    <a:pt x="253" y="0"/>
                  </a:lnTo>
                  <a:lnTo>
                    <a:pt x="254" y="0"/>
                  </a:lnTo>
                  <a:lnTo>
                    <a:pt x="255" y="0"/>
                  </a:lnTo>
                  <a:lnTo>
                    <a:pt x="257" y="0"/>
                  </a:lnTo>
                  <a:lnTo>
                    <a:pt x="258" y="0"/>
                  </a:lnTo>
                  <a:lnTo>
                    <a:pt x="259" y="0"/>
                  </a:lnTo>
                  <a:lnTo>
                    <a:pt x="261" y="0"/>
                  </a:lnTo>
                  <a:lnTo>
                    <a:pt x="262" y="0"/>
                  </a:lnTo>
                  <a:lnTo>
                    <a:pt x="263" y="0"/>
                  </a:lnTo>
                  <a:lnTo>
                    <a:pt x="265" y="0"/>
                  </a:lnTo>
                  <a:lnTo>
                    <a:pt x="266" y="0"/>
                  </a:lnTo>
                  <a:lnTo>
                    <a:pt x="267" y="0"/>
                  </a:lnTo>
                  <a:lnTo>
                    <a:pt x="269" y="0"/>
                  </a:lnTo>
                  <a:lnTo>
                    <a:pt x="270" y="0"/>
                  </a:lnTo>
                  <a:lnTo>
                    <a:pt x="271" y="0"/>
                  </a:lnTo>
                  <a:lnTo>
                    <a:pt x="273" y="0"/>
                  </a:lnTo>
                  <a:lnTo>
                    <a:pt x="274" y="0"/>
                  </a:lnTo>
                  <a:lnTo>
                    <a:pt x="276" y="0"/>
                  </a:lnTo>
                  <a:lnTo>
                    <a:pt x="277" y="0"/>
                  </a:lnTo>
                  <a:lnTo>
                    <a:pt x="278" y="0"/>
                  </a:lnTo>
                  <a:lnTo>
                    <a:pt x="280" y="0"/>
                  </a:lnTo>
                  <a:lnTo>
                    <a:pt x="281" y="0"/>
                  </a:lnTo>
                  <a:lnTo>
                    <a:pt x="282" y="0"/>
                  </a:lnTo>
                  <a:lnTo>
                    <a:pt x="284" y="0"/>
                  </a:lnTo>
                  <a:lnTo>
                    <a:pt x="285" y="0"/>
                  </a:lnTo>
                  <a:lnTo>
                    <a:pt x="286" y="0"/>
                  </a:lnTo>
                  <a:lnTo>
                    <a:pt x="288" y="0"/>
                  </a:lnTo>
                  <a:lnTo>
                    <a:pt x="289" y="0"/>
                  </a:lnTo>
                  <a:lnTo>
                    <a:pt x="290" y="0"/>
                  </a:lnTo>
                  <a:lnTo>
                    <a:pt x="292" y="0"/>
                  </a:lnTo>
                  <a:lnTo>
                    <a:pt x="293" y="0"/>
                  </a:lnTo>
                  <a:lnTo>
                    <a:pt x="294" y="0"/>
                  </a:lnTo>
                  <a:lnTo>
                    <a:pt x="296" y="0"/>
                  </a:lnTo>
                  <a:lnTo>
                    <a:pt x="297" y="0"/>
                  </a:lnTo>
                  <a:lnTo>
                    <a:pt x="298" y="0"/>
                  </a:lnTo>
                  <a:lnTo>
                    <a:pt x="300" y="0"/>
                  </a:lnTo>
                  <a:lnTo>
                    <a:pt x="301" y="0"/>
                  </a:lnTo>
                  <a:lnTo>
                    <a:pt x="302" y="0"/>
                  </a:lnTo>
                  <a:lnTo>
                    <a:pt x="304" y="0"/>
                  </a:lnTo>
                  <a:lnTo>
                    <a:pt x="305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09" y="0"/>
                  </a:lnTo>
                  <a:lnTo>
                    <a:pt x="311" y="0"/>
                  </a:lnTo>
                  <a:lnTo>
                    <a:pt x="312" y="0"/>
                  </a:lnTo>
                  <a:lnTo>
                    <a:pt x="313" y="0"/>
                  </a:lnTo>
                  <a:lnTo>
                    <a:pt x="315" y="0"/>
                  </a:lnTo>
                  <a:lnTo>
                    <a:pt x="316" y="0"/>
                  </a:lnTo>
                  <a:lnTo>
                    <a:pt x="317" y="0"/>
                  </a:lnTo>
                  <a:lnTo>
                    <a:pt x="319" y="0"/>
                  </a:lnTo>
                  <a:lnTo>
                    <a:pt x="320" y="0"/>
                  </a:lnTo>
                  <a:lnTo>
                    <a:pt x="321" y="0"/>
                  </a:lnTo>
                  <a:lnTo>
                    <a:pt x="323" y="0"/>
                  </a:lnTo>
                  <a:lnTo>
                    <a:pt x="324" y="0"/>
                  </a:lnTo>
                  <a:lnTo>
                    <a:pt x="325" y="0"/>
                  </a:lnTo>
                  <a:lnTo>
                    <a:pt x="327" y="0"/>
                  </a:lnTo>
                  <a:lnTo>
                    <a:pt x="328" y="0"/>
                  </a:lnTo>
                  <a:lnTo>
                    <a:pt x="329" y="0"/>
                  </a:lnTo>
                  <a:lnTo>
                    <a:pt x="331" y="0"/>
                  </a:lnTo>
                  <a:lnTo>
                    <a:pt x="332" y="0"/>
                  </a:lnTo>
                  <a:lnTo>
                    <a:pt x="333" y="0"/>
                  </a:lnTo>
                  <a:lnTo>
                    <a:pt x="335" y="0"/>
                  </a:lnTo>
                  <a:lnTo>
                    <a:pt x="336" y="0"/>
                  </a:lnTo>
                  <a:lnTo>
                    <a:pt x="337" y="0"/>
                  </a:lnTo>
                  <a:lnTo>
                    <a:pt x="339" y="0"/>
                  </a:lnTo>
                  <a:lnTo>
                    <a:pt x="340" y="0"/>
                  </a:lnTo>
                  <a:lnTo>
                    <a:pt x="341" y="0"/>
                  </a:lnTo>
                  <a:lnTo>
                    <a:pt x="343" y="0"/>
                  </a:lnTo>
                  <a:lnTo>
                    <a:pt x="344" y="0"/>
                  </a:lnTo>
                  <a:lnTo>
                    <a:pt x="346" y="0"/>
                  </a:lnTo>
                  <a:lnTo>
                    <a:pt x="347" y="0"/>
                  </a:lnTo>
                  <a:lnTo>
                    <a:pt x="348" y="0"/>
                  </a:lnTo>
                  <a:lnTo>
                    <a:pt x="350" y="0"/>
                  </a:lnTo>
                  <a:lnTo>
                    <a:pt x="351" y="0"/>
                  </a:lnTo>
                  <a:lnTo>
                    <a:pt x="352" y="0"/>
                  </a:lnTo>
                  <a:lnTo>
                    <a:pt x="354" y="0"/>
                  </a:lnTo>
                  <a:lnTo>
                    <a:pt x="355" y="0"/>
                  </a:lnTo>
                  <a:lnTo>
                    <a:pt x="356" y="0"/>
                  </a:lnTo>
                  <a:lnTo>
                    <a:pt x="358" y="0"/>
                  </a:lnTo>
                  <a:lnTo>
                    <a:pt x="359" y="0"/>
                  </a:lnTo>
                  <a:lnTo>
                    <a:pt x="360" y="0"/>
                  </a:lnTo>
                  <a:lnTo>
                    <a:pt x="362" y="0"/>
                  </a:lnTo>
                  <a:lnTo>
                    <a:pt x="363" y="0"/>
                  </a:lnTo>
                  <a:lnTo>
                    <a:pt x="364" y="0"/>
                  </a:lnTo>
                  <a:lnTo>
                    <a:pt x="366" y="0"/>
                  </a:lnTo>
                  <a:lnTo>
                    <a:pt x="367" y="0"/>
                  </a:lnTo>
                  <a:lnTo>
                    <a:pt x="368" y="0"/>
                  </a:lnTo>
                  <a:lnTo>
                    <a:pt x="370" y="0"/>
                  </a:lnTo>
                  <a:lnTo>
                    <a:pt x="371" y="0"/>
                  </a:lnTo>
                  <a:lnTo>
                    <a:pt x="372" y="0"/>
                  </a:lnTo>
                  <a:lnTo>
                    <a:pt x="374" y="0"/>
                  </a:lnTo>
                  <a:lnTo>
                    <a:pt x="375" y="0"/>
                  </a:lnTo>
                  <a:lnTo>
                    <a:pt x="376" y="0"/>
                  </a:lnTo>
                  <a:lnTo>
                    <a:pt x="378" y="0"/>
                  </a:lnTo>
                  <a:lnTo>
                    <a:pt x="379" y="0"/>
                  </a:lnTo>
                  <a:lnTo>
                    <a:pt x="380" y="0"/>
                  </a:lnTo>
                  <a:lnTo>
                    <a:pt x="382" y="0"/>
                  </a:lnTo>
                  <a:lnTo>
                    <a:pt x="383" y="0"/>
                  </a:lnTo>
                  <a:lnTo>
                    <a:pt x="385" y="0"/>
                  </a:lnTo>
                  <a:lnTo>
                    <a:pt x="386" y="0"/>
                  </a:lnTo>
                  <a:lnTo>
                    <a:pt x="387" y="0"/>
                  </a:lnTo>
                  <a:lnTo>
                    <a:pt x="389" y="0"/>
                  </a:lnTo>
                  <a:lnTo>
                    <a:pt x="390" y="0"/>
                  </a:lnTo>
                  <a:lnTo>
                    <a:pt x="391" y="0"/>
                  </a:lnTo>
                  <a:lnTo>
                    <a:pt x="393" y="0"/>
                  </a:lnTo>
                  <a:lnTo>
                    <a:pt x="394" y="0"/>
                  </a:lnTo>
                  <a:lnTo>
                    <a:pt x="395" y="0"/>
                  </a:lnTo>
                  <a:lnTo>
                    <a:pt x="397" y="0"/>
                  </a:lnTo>
                  <a:lnTo>
                    <a:pt x="398" y="0"/>
                  </a:lnTo>
                  <a:lnTo>
                    <a:pt x="399" y="0"/>
                  </a:lnTo>
                  <a:lnTo>
                    <a:pt x="401" y="0"/>
                  </a:lnTo>
                  <a:lnTo>
                    <a:pt x="402" y="0"/>
                  </a:lnTo>
                  <a:lnTo>
                    <a:pt x="403" y="0"/>
                  </a:lnTo>
                  <a:lnTo>
                    <a:pt x="405" y="0"/>
                  </a:lnTo>
                  <a:lnTo>
                    <a:pt x="406" y="0"/>
                  </a:lnTo>
                  <a:lnTo>
                    <a:pt x="407" y="0"/>
                  </a:lnTo>
                  <a:lnTo>
                    <a:pt x="409" y="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3" y="0"/>
                  </a:lnTo>
                  <a:lnTo>
                    <a:pt x="414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20" y="0"/>
                  </a:lnTo>
                  <a:lnTo>
                    <a:pt x="421" y="0"/>
                  </a:lnTo>
                  <a:lnTo>
                    <a:pt x="422" y="0"/>
                  </a:lnTo>
                  <a:lnTo>
                    <a:pt x="424" y="0"/>
                  </a:lnTo>
                  <a:lnTo>
                    <a:pt x="425" y="0"/>
                  </a:lnTo>
                  <a:lnTo>
                    <a:pt x="426" y="0"/>
                  </a:lnTo>
                  <a:lnTo>
                    <a:pt x="428" y="0"/>
                  </a:lnTo>
                  <a:lnTo>
                    <a:pt x="429" y="0"/>
                  </a:lnTo>
                  <a:lnTo>
                    <a:pt x="430" y="0"/>
                  </a:lnTo>
                  <a:lnTo>
                    <a:pt x="432" y="0"/>
                  </a:lnTo>
                  <a:lnTo>
                    <a:pt x="433" y="0"/>
                  </a:lnTo>
                  <a:lnTo>
                    <a:pt x="434" y="0"/>
                  </a:lnTo>
                  <a:lnTo>
                    <a:pt x="436" y="0"/>
                  </a:lnTo>
                  <a:lnTo>
                    <a:pt x="437" y="0"/>
                  </a:lnTo>
                  <a:lnTo>
                    <a:pt x="438" y="0"/>
                  </a:lnTo>
                  <a:lnTo>
                    <a:pt x="440" y="0"/>
                  </a:lnTo>
                  <a:lnTo>
                    <a:pt x="441" y="0"/>
                  </a:lnTo>
                  <a:lnTo>
                    <a:pt x="442" y="0"/>
                  </a:lnTo>
                  <a:lnTo>
                    <a:pt x="444" y="0"/>
                  </a:lnTo>
                  <a:lnTo>
                    <a:pt x="445" y="0"/>
                  </a:lnTo>
                  <a:lnTo>
                    <a:pt x="446" y="0"/>
                  </a:lnTo>
                  <a:lnTo>
                    <a:pt x="448" y="0"/>
                  </a:lnTo>
                  <a:lnTo>
                    <a:pt x="449" y="0"/>
                  </a:lnTo>
                  <a:lnTo>
                    <a:pt x="450" y="0"/>
                  </a:lnTo>
                  <a:lnTo>
                    <a:pt x="452" y="0"/>
                  </a:lnTo>
                  <a:lnTo>
                    <a:pt x="453" y="0"/>
                  </a:lnTo>
                  <a:lnTo>
                    <a:pt x="455" y="0"/>
                  </a:lnTo>
                  <a:lnTo>
                    <a:pt x="456" y="0"/>
                  </a:lnTo>
                  <a:lnTo>
                    <a:pt x="457" y="0"/>
                  </a:lnTo>
                  <a:lnTo>
                    <a:pt x="459" y="0"/>
                  </a:lnTo>
                  <a:lnTo>
                    <a:pt x="460" y="0"/>
                  </a:lnTo>
                  <a:lnTo>
                    <a:pt x="461" y="0"/>
                  </a:lnTo>
                  <a:lnTo>
                    <a:pt x="463" y="0"/>
                  </a:lnTo>
                  <a:lnTo>
                    <a:pt x="464" y="0"/>
                  </a:lnTo>
                  <a:lnTo>
                    <a:pt x="465" y="0"/>
                  </a:lnTo>
                  <a:lnTo>
                    <a:pt x="467" y="0"/>
                  </a:lnTo>
                  <a:lnTo>
                    <a:pt x="468" y="0"/>
                  </a:lnTo>
                  <a:lnTo>
                    <a:pt x="469" y="0"/>
                  </a:lnTo>
                  <a:lnTo>
                    <a:pt x="471" y="0"/>
                  </a:lnTo>
                  <a:lnTo>
                    <a:pt x="472" y="0"/>
                  </a:lnTo>
                  <a:lnTo>
                    <a:pt x="473" y="0"/>
                  </a:lnTo>
                  <a:lnTo>
                    <a:pt x="475" y="0"/>
                  </a:lnTo>
                  <a:lnTo>
                    <a:pt x="476" y="0"/>
                  </a:lnTo>
                  <a:lnTo>
                    <a:pt x="477" y="0"/>
                  </a:lnTo>
                  <a:lnTo>
                    <a:pt x="479" y="0"/>
                  </a:lnTo>
                  <a:lnTo>
                    <a:pt x="480" y="0"/>
                  </a:lnTo>
                  <a:lnTo>
                    <a:pt x="481" y="0"/>
                  </a:lnTo>
                  <a:lnTo>
                    <a:pt x="483" y="0"/>
                  </a:lnTo>
                  <a:lnTo>
                    <a:pt x="484" y="0"/>
                  </a:lnTo>
                  <a:lnTo>
                    <a:pt x="485" y="0"/>
                  </a:lnTo>
                  <a:lnTo>
                    <a:pt x="487" y="0"/>
                  </a:lnTo>
                  <a:lnTo>
                    <a:pt x="488" y="0"/>
                  </a:lnTo>
                  <a:lnTo>
                    <a:pt x="490" y="0"/>
                  </a:lnTo>
                  <a:lnTo>
                    <a:pt x="491" y="0"/>
                  </a:lnTo>
                  <a:lnTo>
                    <a:pt x="492" y="0"/>
                  </a:lnTo>
                  <a:lnTo>
                    <a:pt x="494" y="0"/>
                  </a:lnTo>
                  <a:lnTo>
                    <a:pt x="495" y="0"/>
                  </a:lnTo>
                  <a:lnTo>
                    <a:pt x="496" y="0"/>
                  </a:lnTo>
                  <a:lnTo>
                    <a:pt x="498" y="0"/>
                  </a:lnTo>
                  <a:lnTo>
                    <a:pt x="499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3" y="0"/>
                  </a:lnTo>
                  <a:lnTo>
                    <a:pt x="504" y="0"/>
                  </a:lnTo>
                  <a:lnTo>
                    <a:pt x="506" y="0"/>
                  </a:lnTo>
                  <a:lnTo>
                    <a:pt x="507" y="0"/>
                  </a:lnTo>
                  <a:lnTo>
                    <a:pt x="508" y="0"/>
                  </a:lnTo>
                  <a:lnTo>
                    <a:pt x="510" y="0"/>
                  </a:lnTo>
                  <a:lnTo>
                    <a:pt x="511" y="0"/>
                  </a:lnTo>
                  <a:lnTo>
                    <a:pt x="512" y="0"/>
                  </a:lnTo>
                  <a:lnTo>
                    <a:pt x="514" y="0"/>
                  </a:lnTo>
                  <a:lnTo>
                    <a:pt x="515" y="0"/>
                  </a:lnTo>
                  <a:lnTo>
                    <a:pt x="516" y="0"/>
                  </a:lnTo>
                  <a:lnTo>
                    <a:pt x="518" y="0"/>
                  </a:lnTo>
                  <a:lnTo>
                    <a:pt x="519" y="0"/>
                  </a:lnTo>
                  <a:lnTo>
                    <a:pt x="520" y="0"/>
                  </a:lnTo>
                  <a:lnTo>
                    <a:pt x="522" y="0"/>
                  </a:lnTo>
                  <a:lnTo>
                    <a:pt x="523" y="0"/>
                  </a:lnTo>
                  <a:lnTo>
                    <a:pt x="524" y="0"/>
                  </a:lnTo>
                  <a:lnTo>
                    <a:pt x="526" y="0"/>
                  </a:lnTo>
                  <a:lnTo>
                    <a:pt x="527" y="0"/>
                  </a:lnTo>
                  <a:lnTo>
                    <a:pt x="529" y="0"/>
                  </a:lnTo>
                  <a:lnTo>
                    <a:pt x="530" y="0"/>
                  </a:lnTo>
                  <a:lnTo>
                    <a:pt x="531" y="0"/>
                  </a:lnTo>
                  <a:lnTo>
                    <a:pt x="533" y="0"/>
                  </a:lnTo>
                  <a:lnTo>
                    <a:pt x="534" y="0"/>
                  </a:lnTo>
                  <a:lnTo>
                    <a:pt x="535" y="0"/>
                  </a:lnTo>
                  <a:lnTo>
                    <a:pt x="537" y="0"/>
                  </a:lnTo>
                  <a:lnTo>
                    <a:pt x="538" y="0"/>
                  </a:lnTo>
                  <a:lnTo>
                    <a:pt x="539" y="0"/>
                  </a:lnTo>
                  <a:lnTo>
                    <a:pt x="541" y="0"/>
                  </a:lnTo>
                  <a:lnTo>
                    <a:pt x="542" y="0"/>
                  </a:lnTo>
                  <a:lnTo>
                    <a:pt x="543" y="0"/>
                  </a:lnTo>
                  <a:lnTo>
                    <a:pt x="545" y="0"/>
                  </a:lnTo>
                  <a:lnTo>
                    <a:pt x="546" y="0"/>
                  </a:lnTo>
                  <a:lnTo>
                    <a:pt x="547" y="0"/>
                  </a:lnTo>
                  <a:lnTo>
                    <a:pt x="549" y="0"/>
                  </a:lnTo>
                  <a:lnTo>
                    <a:pt x="550" y="0"/>
                  </a:lnTo>
                  <a:lnTo>
                    <a:pt x="551" y="0"/>
                  </a:lnTo>
                  <a:lnTo>
                    <a:pt x="553" y="0"/>
                  </a:lnTo>
                  <a:lnTo>
                    <a:pt x="554" y="0"/>
                  </a:lnTo>
                  <a:lnTo>
                    <a:pt x="555" y="0"/>
                  </a:lnTo>
                  <a:lnTo>
                    <a:pt x="557" y="0"/>
                  </a:lnTo>
                  <a:lnTo>
                    <a:pt x="558" y="0"/>
                  </a:lnTo>
                  <a:lnTo>
                    <a:pt x="559" y="0"/>
                  </a:lnTo>
                  <a:lnTo>
                    <a:pt x="561" y="0"/>
                  </a:lnTo>
                  <a:lnTo>
                    <a:pt x="562" y="0"/>
                  </a:lnTo>
                  <a:lnTo>
                    <a:pt x="564" y="0"/>
                  </a:lnTo>
                  <a:lnTo>
                    <a:pt x="565" y="0"/>
                  </a:lnTo>
                  <a:lnTo>
                    <a:pt x="566" y="0"/>
                  </a:lnTo>
                  <a:lnTo>
                    <a:pt x="568" y="0"/>
                  </a:lnTo>
                  <a:lnTo>
                    <a:pt x="569" y="0"/>
                  </a:lnTo>
                  <a:lnTo>
                    <a:pt x="570" y="0"/>
                  </a:lnTo>
                  <a:lnTo>
                    <a:pt x="572" y="0"/>
                  </a:lnTo>
                  <a:lnTo>
                    <a:pt x="573" y="0"/>
                  </a:lnTo>
                  <a:lnTo>
                    <a:pt x="574" y="0"/>
                  </a:lnTo>
                  <a:lnTo>
                    <a:pt x="576" y="0"/>
                  </a:lnTo>
                  <a:lnTo>
                    <a:pt x="577" y="0"/>
                  </a:lnTo>
                  <a:lnTo>
                    <a:pt x="578" y="0"/>
                  </a:lnTo>
                  <a:lnTo>
                    <a:pt x="580" y="0"/>
                  </a:lnTo>
                  <a:lnTo>
                    <a:pt x="581" y="0"/>
                  </a:lnTo>
                  <a:lnTo>
                    <a:pt x="582" y="0"/>
                  </a:lnTo>
                  <a:lnTo>
                    <a:pt x="584" y="0"/>
                  </a:lnTo>
                  <a:lnTo>
                    <a:pt x="585" y="0"/>
                  </a:lnTo>
                  <a:lnTo>
                    <a:pt x="586" y="0"/>
                  </a:lnTo>
                  <a:lnTo>
                    <a:pt x="588" y="0"/>
                  </a:lnTo>
                  <a:lnTo>
                    <a:pt x="589" y="0"/>
                  </a:lnTo>
                  <a:lnTo>
                    <a:pt x="590" y="0"/>
                  </a:lnTo>
                  <a:lnTo>
                    <a:pt x="592" y="0"/>
                  </a:lnTo>
                  <a:lnTo>
                    <a:pt x="593" y="0"/>
                  </a:lnTo>
                  <a:lnTo>
                    <a:pt x="594" y="0"/>
                  </a:lnTo>
                  <a:lnTo>
                    <a:pt x="596" y="0"/>
                  </a:lnTo>
                  <a:lnTo>
                    <a:pt x="597" y="0"/>
                  </a:lnTo>
                  <a:lnTo>
                    <a:pt x="599" y="0"/>
                  </a:lnTo>
                  <a:lnTo>
                    <a:pt x="600" y="0"/>
                  </a:lnTo>
                  <a:lnTo>
                    <a:pt x="601" y="0"/>
                  </a:lnTo>
                  <a:lnTo>
                    <a:pt x="603" y="0"/>
                  </a:lnTo>
                  <a:lnTo>
                    <a:pt x="604" y="0"/>
                  </a:lnTo>
                  <a:lnTo>
                    <a:pt x="605" y="0"/>
                  </a:lnTo>
                  <a:lnTo>
                    <a:pt x="607" y="0"/>
                  </a:lnTo>
                  <a:lnTo>
                    <a:pt x="608" y="0"/>
                  </a:lnTo>
                  <a:lnTo>
                    <a:pt x="609" y="0"/>
                  </a:lnTo>
                  <a:lnTo>
                    <a:pt x="611" y="0"/>
                  </a:lnTo>
                  <a:lnTo>
                    <a:pt x="612" y="0"/>
                  </a:lnTo>
                  <a:lnTo>
                    <a:pt x="613" y="0"/>
                  </a:lnTo>
                  <a:lnTo>
                    <a:pt x="615" y="0"/>
                  </a:lnTo>
                  <a:lnTo>
                    <a:pt x="616" y="0"/>
                  </a:lnTo>
                  <a:lnTo>
                    <a:pt x="617" y="0"/>
                  </a:lnTo>
                  <a:lnTo>
                    <a:pt x="619" y="0"/>
                  </a:lnTo>
                  <a:lnTo>
                    <a:pt x="620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4" y="0"/>
                  </a:lnTo>
                  <a:lnTo>
                    <a:pt x="625" y="0"/>
                  </a:lnTo>
                  <a:lnTo>
                    <a:pt x="627" y="0"/>
                  </a:lnTo>
                  <a:lnTo>
                    <a:pt x="628" y="0"/>
                  </a:lnTo>
                  <a:lnTo>
                    <a:pt x="629" y="0"/>
                  </a:lnTo>
                  <a:lnTo>
                    <a:pt x="631" y="0"/>
                  </a:lnTo>
                  <a:lnTo>
                    <a:pt x="632" y="0"/>
                  </a:lnTo>
                  <a:lnTo>
                    <a:pt x="634" y="0"/>
                  </a:lnTo>
                  <a:lnTo>
                    <a:pt x="635" y="0"/>
                  </a:lnTo>
                  <a:lnTo>
                    <a:pt x="636" y="0"/>
                  </a:lnTo>
                  <a:lnTo>
                    <a:pt x="638" y="0"/>
                  </a:lnTo>
                  <a:lnTo>
                    <a:pt x="639" y="0"/>
                  </a:lnTo>
                  <a:lnTo>
                    <a:pt x="640" y="0"/>
                  </a:lnTo>
                  <a:lnTo>
                    <a:pt x="642" y="0"/>
                  </a:lnTo>
                  <a:lnTo>
                    <a:pt x="643" y="0"/>
                  </a:lnTo>
                  <a:lnTo>
                    <a:pt x="644" y="0"/>
                  </a:lnTo>
                  <a:lnTo>
                    <a:pt x="646" y="0"/>
                  </a:lnTo>
                  <a:lnTo>
                    <a:pt x="647" y="0"/>
                  </a:lnTo>
                  <a:lnTo>
                    <a:pt x="648" y="0"/>
                  </a:lnTo>
                  <a:lnTo>
                    <a:pt x="650" y="0"/>
                  </a:lnTo>
                  <a:lnTo>
                    <a:pt x="651" y="0"/>
                  </a:lnTo>
                  <a:lnTo>
                    <a:pt x="652" y="0"/>
                  </a:lnTo>
                  <a:lnTo>
                    <a:pt x="654" y="0"/>
                  </a:lnTo>
                  <a:lnTo>
                    <a:pt x="655" y="0"/>
                  </a:lnTo>
                  <a:lnTo>
                    <a:pt x="656" y="0"/>
                  </a:lnTo>
                  <a:lnTo>
                    <a:pt x="658" y="0"/>
                  </a:lnTo>
                  <a:lnTo>
                    <a:pt x="659" y="0"/>
                  </a:lnTo>
                  <a:lnTo>
                    <a:pt x="660" y="0"/>
                  </a:lnTo>
                  <a:lnTo>
                    <a:pt x="662" y="0"/>
                  </a:lnTo>
                  <a:lnTo>
                    <a:pt x="663" y="0"/>
                  </a:lnTo>
                  <a:lnTo>
                    <a:pt x="664" y="0"/>
                  </a:lnTo>
                  <a:lnTo>
                    <a:pt x="666" y="0"/>
                  </a:lnTo>
                  <a:lnTo>
                    <a:pt x="667" y="0"/>
                  </a:lnTo>
                  <a:lnTo>
                    <a:pt x="668" y="0"/>
                  </a:lnTo>
                  <a:lnTo>
                    <a:pt x="670" y="0"/>
                  </a:lnTo>
                  <a:lnTo>
                    <a:pt x="671" y="0"/>
                  </a:lnTo>
                  <a:lnTo>
                    <a:pt x="673" y="0"/>
                  </a:lnTo>
                  <a:lnTo>
                    <a:pt x="674" y="0"/>
                  </a:lnTo>
                  <a:lnTo>
                    <a:pt x="675" y="0"/>
                  </a:lnTo>
                  <a:lnTo>
                    <a:pt x="677" y="0"/>
                  </a:lnTo>
                  <a:lnTo>
                    <a:pt x="678" y="0"/>
                  </a:lnTo>
                  <a:lnTo>
                    <a:pt x="679" y="0"/>
                  </a:lnTo>
                  <a:lnTo>
                    <a:pt x="681" y="0"/>
                  </a:lnTo>
                  <a:lnTo>
                    <a:pt x="682" y="0"/>
                  </a:lnTo>
                  <a:lnTo>
                    <a:pt x="683" y="0"/>
                  </a:lnTo>
                  <a:lnTo>
                    <a:pt x="685" y="0"/>
                  </a:lnTo>
                  <a:lnTo>
                    <a:pt x="686" y="0"/>
                  </a:lnTo>
                  <a:lnTo>
                    <a:pt x="687" y="0"/>
                  </a:lnTo>
                  <a:lnTo>
                    <a:pt x="689" y="0"/>
                  </a:lnTo>
                  <a:lnTo>
                    <a:pt x="690" y="0"/>
                  </a:lnTo>
                  <a:lnTo>
                    <a:pt x="691" y="0"/>
                  </a:lnTo>
                  <a:lnTo>
                    <a:pt x="693" y="0"/>
                  </a:lnTo>
                  <a:lnTo>
                    <a:pt x="694" y="0"/>
                  </a:lnTo>
                  <a:lnTo>
                    <a:pt x="695" y="0"/>
                  </a:lnTo>
                  <a:lnTo>
                    <a:pt x="697" y="0"/>
                  </a:lnTo>
                  <a:lnTo>
                    <a:pt x="698" y="0"/>
                  </a:lnTo>
                  <a:lnTo>
                    <a:pt x="699" y="0"/>
                  </a:lnTo>
                  <a:lnTo>
                    <a:pt x="701" y="0"/>
                  </a:lnTo>
                  <a:lnTo>
                    <a:pt x="702" y="0"/>
                  </a:lnTo>
                  <a:lnTo>
                    <a:pt x="703" y="0"/>
                  </a:lnTo>
                  <a:lnTo>
                    <a:pt x="705" y="0"/>
                  </a:lnTo>
                  <a:lnTo>
                    <a:pt x="706" y="0"/>
                  </a:lnTo>
                  <a:lnTo>
                    <a:pt x="708" y="0"/>
                  </a:lnTo>
                  <a:lnTo>
                    <a:pt x="709" y="0"/>
                  </a:lnTo>
                  <a:lnTo>
                    <a:pt x="710" y="0"/>
                  </a:lnTo>
                  <a:lnTo>
                    <a:pt x="712" y="0"/>
                  </a:lnTo>
                  <a:lnTo>
                    <a:pt x="713" y="0"/>
                  </a:lnTo>
                  <a:lnTo>
                    <a:pt x="714" y="0"/>
                  </a:lnTo>
                  <a:lnTo>
                    <a:pt x="716" y="0"/>
                  </a:lnTo>
                  <a:lnTo>
                    <a:pt x="717" y="0"/>
                  </a:lnTo>
                  <a:lnTo>
                    <a:pt x="718" y="0"/>
                  </a:lnTo>
                  <a:lnTo>
                    <a:pt x="720" y="0"/>
                  </a:lnTo>
                  <a:lnTo>
                    <a:pt x="721" y="0"/>
                  </a:lnTo>
                  <a:lnTo>
                    <a:pt x="722" y="0"/>
                  </a:lnTo>
                  <a:lnTo>
                    <a:pt x="724" y="0"/>
                  </a:lnTo>
                  <a:lnTo>
                    <a:pt x="725" y="0"/>
                  </a:lnTo>
                  <a:lnTo>
                    <a:pt x="726" y="0"/>
                  </a:lnTo>
                  <a:lnTo>
                    <a:pt x="728" y="0"/>
                  </a:lnTo>
                  <a:lnTo>
                    <a:pt x="729" y="0"/>
                  </a:lnTo>
                  <a:lnTo>
                    <a:pt x="730" y="0"/>
                  </a:lnTo>
                  <a:lnTo>
                    <a:pt x="732" y="0"/>
                  </a:lnTo>
                  <a:lnTo>
                    <a:pt x="733" y="0"/>
                  </a:lnTo>
                  <a:lnTo>
                    <a:pt x="734" y="0"/>
                  </a:lnTo>
                  <a:lnTo>
                    <a:pt x="736" y="0"/>
                  </a:lnTo>
                  <a:lnTo>
                    <a:pt x="737" y="0"/>
                  </a:lnTo>
                  <a:lnTo>
                    <a:pt x="738" y="0"/>
                  </a:lnTo>
                  <a:lnTo>
                    <a:pt x="740" y="0"/>
                  </a:lnTo>
                  <a:lnTo>
                    <a:pt x="741" y="0"/>
                  </a:lnTo>
                  <a:lnTo>
                    <a:pt x="743" y="0"/>
                  </a:lnTo>
                  <a:lnTo>
                    <a:pt x="744" y="0"/>
                  </a:lnTo>
                  <a:lnTo>
                    <a:pt x="745" y="0"/>
                  </a:lnTo>
                  <a:lnTo>
                    <a:pt x="747" y="0"/>
                  </a:lnTo>
                  <a:lnTo>
                    <a:pt x="748" y="0"/>
                  </a:lnTo>
                  <a:lnTo>
                    <a:pt x="749" y="0"/>
                  </a:lnTo>
                  <a:lnTo>
                    <a:pt x="751" y="0"/>
                  </a:lnTo>
                  <a:lnTo>
                    <a:pt x="752" y="0"/>
                  </a:lnTo>
                  <a:lnTo>
                    <a:pt x="753" y="0"/>
                  </a:lnTo>
                  <a:lnTo>
                    <a:pt x="755" y="0"/>
                  </a:lnTo>
                  <a:lnTo>
                    <a:pt x="756" y="0"/>
                  </a:lnTo>
                  <a:lnTo>
                    <a:pt x="757" y="0"/>
                  </a:lnTo>
                  <a:lnTo>
                    <a:pt x="759" y="0"/>
                  </a:lnTo>
                  <a:lnTo>
                    <a:pt x="760" y="0"/>
                  </a:lnTo>
                  <a:lnTo>
                    <a:pt x="761" y="0"/>
                  </a:lnTo>
                  <a:lnTo>
                    <a:pt x="763" y="0"/>
                  </a:lnTo>
                  <a:lnTo>
                    <a:pt x="764" y="0"/>
                  </a:lnTo>
                  <a:lnTo>
                    <a:pt x="765" y="0"/>
                  </a:lnTo>
                  <a:lnTo>
                    <a:pt x="767" y="0"/>
                  </a:lnTo>
                  <a:lnTo>
                    <a:pt x="768" y="0"/>
                  </a:lnTo>
                  <a:lnTo>
                    <a:pt x="769" y="0"/>
                  </a:lnTo>
                  <a:lnTo>
                    <a:pt x="771" y="0"/>
                  </a:lnTo>
                  <a:lnTo>
                    <a:pt x="772" y="0"/>
                  </a:lnTo>
                  <a:lnTo>
                    <a:pt x="773" y="0"/>
                  </a:lnTo>
                  <a:lnTo>
                    <a:pt x="775" y="0"/>
                  </a:lnTo>
                  <a:lnTo>
                    <a:pt x="776" y="0"/>
                  </a:lnTo>
                  <a:lnTo>
                    <a:pt x="777" y="0"/>
                  </a:lnTo>
                  <a:lnTo>
                    <a:pt x="779" y="0"/>
                  </a:lnTo>
                  <a:lnTo>
                    <a:pt x="780" y="0"/>
                  </a:lnTo>
                  <a:lnTo>
                    <a:pt x="782" y="0"/>
                  </a:lnTo>
                  <a:lnTo>
                    <a:pt x="783" y="0"/>
                  </a:lnTo>
                  <a:lnTo>
                    <a:pt x="784" y="0"/>
                  </a:lnTo>
                  <a:lnTo>
                    <a:pt x="786" y="0"/>
                  </a:lnTo>
                  <a:lnTo>
                    <a:pt x="787" y="0"/>
                  </a:lnTo>
                  <a:lnTo>
                    <a:pt x="788" y="0"/>
                  </a:lnTo>
                  <a:lnTo>
                    <a:pt x="790" y="0"/>
                  </a:lnTo>
                  <a:lnTo>
                    <a:pt x="791" y="0"/>
                  </a:lnTo>
                  <a:lnTo>
                    <a:pt x="792" y="0"/>
                  </a:lnTo>
                  <a:lnTo>
                    <a:pt x="794" y="0"/>
                  </a:lnTo>
                  <a:lnTo>
                    <a:pt x="795" y="0"/>
                  </a:lnTo>
                  <a:lnTo>
                    <a:pt x="796" y="0"/>
                  </a:lnTo>
                  <a:lnTo>
                    <a:pt x="798" y="0"/>
                  </a:lnTo>
                  <a:lnTo>
                    <a:pt x="799" y="0"/>
                  </a:lnTo>
                  <a:lnTo>
                    <a:pt x="800" y="0"/>
                  </a:lnTo>
                  <a:lnTo>
                    <a:pt x="802" y="0"/>
                  </a:lnTo>
                  <a:lnTo>
                    <a:pt x="803" y="0"/>
                  </a:lnTo>
                  <a:lnTo>
                    <a:pt x="804" y="0"/>
                  </a:lnTo>
                  <a:lnTo>
                    <a:pt x="806" y="0"/>
                  </a:lnTo>
                  <a:lnTo>
                    <a:pt x="807" y="0"/>
                  </a:lnTo>
                  <a:lnTo>
                    <a:pt x="808" y="0"/>
                  </a:lnTo>
                  <a:lnTo>
                    <a:pt x="810" y="0"/>
                  </a:lnTo>
                  <a:lnTo>
                    <a:pt x="811" y="0"/>
                  </a:lnTo>
                  <a:lnTo>
                    <a:pt x="812" y="0"/>
                  </a:lnTo>
                  <a:lnTo>
                    <a:pt x="814" y="0"/>
                  </a:lnTo>
                  <a:lnTo>
                    <a:pt x="815" y="0"/>
                  </a:lnTo>
                  <a:lnTo>
                    <a:pt x="817" y="0"/>
                  </a:lnTo>
                  <a:lnTo>
                    <a:pt x="818" y="0"/>
                  </a:lnTo>
                  <a:lnTo>
                    <a:pt x="819" y="0"/>
                  </a:lnTo>
                  <a:lnTo>
                    <a:pt x="821" y="0"/>
                  </a:lnTo>
                  <a:lnTo>
                    <a:pt x="822" y="0"/>
                  </a:lnTo>
                  <a:lnTo>
                    <a:pt x="823" y="0"/>
                  </a:lnTo>
                  <a:lnTo>
                    <a:pt x="825" y="0"/>
                  </a:lnTo>
                  <a:lnTo>
                    <a:pt x="826" y="0"/>
                  </a:lnTo>
                  <a:lnTo>
                    <a:pt x="827" y="0"/>
                  </a:lnTo>
                  <a:lnTo>
                    <a:pt x="829" y="0"/>
                  </a:lnTo>
                  <a:lnTo>
                    <a:pt x="830" y="0"/>
                  </a:lnTo>
                  <a:lnTo>
                    <a:pt x="831" y="0"/>
                  </a:lnTo>
                  <a:lnTo>
                    <a:pt x="833" y="0"/>
                  </a:lnTo>
                  <a:lnTo>
                    <a:pt x="834" y="0"/>
                  </a:lnTo>
                  <a:lnTo>
                    <a:pt x="835" y="0"/>
                  </a:lnTo>
                  <a:lnTo>
                    <a:pt x="837" y="0"/>
                  </a:lnTo>
                  <a:lnTo>
                    <a:pt x="838" y="0"/>
                  </a:lnTo>
                  <a:lnTo>
                    <a:pt x="839" y="0"/>
                  </a:lnTo>
                  <a:lnTo>
                    <a:pt x="841" y="0"/>
                  </a:lnTo>
                  <a:lnTo>
                    <a:pt x="842" y="0"/>
                  </a:lnTo>
                  <a:lnTo>
                    <a:pt x="843" y="0"/>
                  </a:lnTo>
                  <a:lnTo>
                    <a:pt x="845" y="0"/>
                  </a:lnTo>
                  <a:lnTo>
                    <a:pt x="846" y="0"/>
                  </a:lnTo>
                  <a:lnTo>
                    <a:pt x="847" y="0"/>
                  </a:lnTo>
                  <a:lnTo>
                    <a:pt x="849" y="0"/>
                  </a:lnTo>
                  <a:lnTo>
                    <a:pt x="850" y="0"/>
                  </a:lnTo>
                  <a:lnTo>
                    <a:pt x="852" y="0"/>
                  </a:lnTo>
                  <a:lnTo>
                    <a:pt x="853" y="0"/>
                  </a:lnTo>
                  <a:lnTo>
                    <a:pt x="854" y="0"/>
                  </a:lnTo>
                  <a:lnTo>
                    <a:pt x="856" y="0"/>
                  </a:lnTo>
                  <a:lnTo>
                    <a:pt x="857" y="0"/>
                  </a:lnTo>
                  <a:lnTo>
                    <a:pt x="858" y="0"/>
                  </a:lnTo>
                  <a:lnTo>
                    <a:pt x="860" y="0"/>
                  </a:lnTo>
                  <a:lnTo>
                    <a:pt x="861" y="0"/>
                  </a:lnTo>
                  <a:lnTo>
                    <a:pt x="862" y="0"/>
                  </a:lnTo>
                  <a:lnTo>
                    <a:pt x="864" y="0"/>
                  </a:lnTo>
                  <a:lnTo>
                    <a:pt x="865" y="0"/>
                  </a:lnTo>
                  <a:lnTo>
                    <a:pt x="866" y="0"/>
                  </a:lnTo>
                  <a:lnTo>
                    <a:pt x="868" y="0"/>
                  </a:lnTo>
                  <a:lnTo>
                    <a:pt x="869" y="0"/>
                  </a:lnTo>
                  <a:lnTo>
                    <a:pt x="870" y="0"/>
                  </a:lnTo>
                  <a:lnTo>
                    <a:pt x="872" y="0"/>
                  </a:lnTo>
                  <a:lnTo>
                    <a:pt x="873" y="0"/>
                  </a:lnTo>
                  <a:lnTo>
                    <a:pt x="874" y="0"/>
                  </a:lnTo>
                  <a:lnTo>
                    <a:pt x="876" y="0"/>
                  </a:lnTo>
                  <a:lnTo>
                    <a:pt x="877" y="0"/>
                  </a:lnTo>
                  <a:lnTo>
                    <a:pt x="878" y="0"/>
                  </a:lnTo>
                  <a:lnTo>
                    <a:pt x="880" y="0"/>
                  </a:lnTo>
                  <a:lnTo>
                    <a:pt x="881" y="0"/>
                  </a:lnTo>
                  <a:lnTo>
                    <a:pt x="882" y="0"/>
                  </a:lnTo>
                  <a:lnTo>
                    <a:pt x="884" y="0"/>
                  </a:lnTo>
                  <a:lnTo>
                    <a:pt x="885" y="0"/>
                  </a:lnTo>
                  <a:lnTo>
                    <a:pt x="887" y="0"/>
                  </a:lnTo>
                  <a:lnTo>
                    <a:pt x="888" y="0"/>
                  </a:lnTo>
                  <a:lnTo>
                    <a:pt x="889" y="0"/>
                  </a:lnTo>
                  <a:lnTo>
                    <a:pt x="891" y="0"/>
                  </a:lnTo>
                  <a:lnTo>
                    <a:pt x="892" y="0"/>
                  </a:lnTo>
                  <a:lnTo>
                    <a:pt x="893" y="0"/>
                  </a:lnTo>
                  <a:lnTo>
                    <a:pt x="895" y="0"/>
                  </a:lnTo>
                  <a:lnTo>
                    <a:pt x="896" y="0"/>
                  </a:lnTo>
                  <a:lnTo>
                    <a:pt x="897" y="0"/>
                  </a:lnTo>
                  <a:lnTo>
                    <a:pt x="899" y="0"/>
                  </a:lnTo>
                  <a:lnTo>
                    <a:pt x="900" y="0"/>
                  </a:lnTo>
                  <a:lnTo>
                    <a:pt x="901" y="0"/>
                  </a:lnTo>
                  <a:lnTo>
                    <a:pt x="903" y="0"/>
                  </a:lnTo>
                  <a:lnTo>
                    <a:pt x="904" y="0"/>
                  </a:lnTo>
                  <a:lnTo>
                    <a:pt x="905" y="0"/>
                  </a:lnTo>
                  <a:lnTo>
                    <a:pt x="907" y="0"/>
                  </a:lnTo>
                  <a:lnTo>
                    <a:pt x="908" y="0"/>
                  </a:lnTo>
                  <a:lnTo>
                    <a:pt x="909" y="0"/>
                  </a:lnTo>
                  <a:lnTo>
                    <a:pt x="911" y="0"/>
                  </a:lnTo>
                  <a:lnTo>
                    <a:pt x="912" y="0"/>
                  </a:lnTo>
                  <a:lnTo>
                    <a:pt x="913" y="0"/>
                  </a:lnTo>
                  <a:lnTo>
                    <a:pt x="915" y="0"/>
                  </a:lnTo>
                  <a:lnTo>
                    <a:pt x="916" y="0"/>
                  </a:lnTo>
                  <a:lnTo>
                    <a:pt x="917" y="0"/>
                  </a:lnTo>
                  <a:lnTo>
                    <a:pt x="919" y="0"/>
                  </a:lnTo>
                  <a:lnTo>
                    <a:pt x="920" y="0"/>
                  </a:lnTo>
                  <a:lnTo>
                    <a:pt x="921" y="0"/>
                  </a:lnTo>
                  <a:lnTo>
                    <a:pt x="923" y="0"/>
                  </a:lnTo>
                  <a:lnTo>
                    <a:pt x="924" y="0"/>
                  </a:lnTo>
                  <a:lnTo>
                    <a:pt x="926" y="0"/>
                  </a:lnTo>
                  <a:lnTo>
                    <a:pt x="927" y="0"/>
                  </a:lnTo>
                  <a:lnTo>
                    <a:pt x="928" y="0"/>
                  </a:lnTo>
                  <a:lnTo>
                    <a:pt x="930" y="0"/>
                  </a:lnTo>
                  <a:lnTo>
                    <a:pt x="931" y="0"/>
                  </a:lnTo>
                  <a:lnTo>
                    <a:pt x="932" y="0"/>
                  </a:lnTo>
                  <a:lnTo>
                    <a:pt x="934" y="0"/>
                  </a:lnTo>
                  <a:lnTo>
                    <a:pt x="935" y="0"/>
                  </a:lnTo>
                  <a:lnTo>
                    <a:pt x="936" y="0"/>
                  </a:lnTo>
                  <a:lnTo>
                    <a:pt x="938" y="0"/>
                  </a:lnTo>
                  <a:lnTo>
                    <a:pt x="939" y="0"/>
                  </a:lnTo>
                  <a:lnTo>
                    <a:pt x="940" y="0"/>
                  </a:lnTo>
                  <a:lnTo>
                    <a:pt x="942" y="0"/>
                  </a:lnTo>
                  <a:lnTo>
                    <a:pt x="943" y="0"/>
                  </a:lnTo>
                  <a:lnTo>
                    <a:pt x="944" y="0"/>
                  </a:lnTo>
                  <a:lnTo>
                    <a:pt x="946" y="0"/>
                  </a:lnTo>
                  <a:lnTo>
                    <a:pt x="947" y="0"/>
                  </a:lnTo>
                  <a:lnTo>
                    <a:pt x="948" y="0"/>
                  </a:lnTo>
                  <a:lnTo>
                    <a:pt x="950" y="0"/>
                  </a:lnTo>
                  <a:lnTo>
                    <a:pt x="951" y="0"/>
                  </a:lnTo>
                  <a:lnTo>
                    <a:pt x="952" y="0"/>
                  </a:lnTo>
                  <a:lnTo>
                    <a:pt x="954" y="0"/>
                  </a:lnTo>
                  <a:lnTo>
                    <a:pt x="955" y="0"/>
                  </a:lnTo>
                  <a:lnTo>
                    <a:pt x="956" y="0"/>
                  </a:lnTo>
                  <a:lnTo>
                    <a:pt x="958" y="0"/>
                  </a:lnTo>
                  <a:lnTo>
                    <a:pt x="959" y="0"/>
                  </a:lnTo>
                  <a:lnTo>
                    <a:pt x="961" y="0"/>
                  </a:lnTo>
                  <a:lnTo>
                    <a:pt x="962" y="0"/>
                  </a:lnTo>
                  <a:lnTo>
                    <a:pt x="963" y="0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7" y="0"/>
                  </a:lnTo>
                  <a:lnTo>
                    <a:pt x="969" y="0"/>
                  </a:lnTo>
                  <a:lnTo>
                    <a:pt x="970" y="0"/>
                  </a:lnTo>
                  <a:lnTo>
                    <a:pt x="971" y="0"/>
                  </a:lnTo>
                  <a:lnTo>
                    <a:pt x="973" y="0"/>
                  </a:lnTo>
                  <a:lnTo>
                    <a:pt x="974" y="0"/>
                  </a:lnTo>
                  <a:lnTo>
                    <a:pt x="975" y="0"/>
                  </a:lnTo>
                  <a:lnTo>
                    <a:pt x="977" y="0"/>
                  </a:lnTo>
                  <a:lnTo>
                    <a:pt x="978" y="0"/>
                  </a:lnTo>
                  <a:lnTo>
                    <a:pt x="979" y="0"/>
                  </a:lnTo>
                  <a:lnTo>
                    <a:pt x="981" y="0"/>
                  </a:lnTo>
                  <a:lnTo>
                    <a:pt x="982" y="0"/>
                  </a:lnTo>
                  <a:lnTo>
                    <a:pt x="983" y="0"/>
                  </a:lnTo>
                  <a:lnTo>
                    <a:pt x="985" y="0"/>
                  </a:lnTo>
                  <a:lnTo>
                    <a:pt x="986" y="0"/>
                  </a:lnTo>
                  <a:lnTo>
                    <a:pt x="987" y="0"/>
                  </a:lnTo>
                  <a:lnTo>
                    <a:pt x="989" y="0"/>
                  </a:lnTo>
                  <a:lnTo>
                    <a:pt x="990" y="0"/>
                  </a:lnTo>
                  <a:lnTo>
                    <a:pt x="991" y="0"/>
                  </a:lnTo>
                  <a:lnTo>
                    <a:pt x="993" y="0"/>
                  </a:lnTo>
                  <a:lnTo>
                    <a:pt x="994" y="0"/>
                  </a:lnTo>
                  <a:lnTo>
                    <a:pt x="996" y="0"/>
                  </a:lnTo>
                  <a:lnTo>
                    <a:pt x="997" y="0"/>
                  </a:lnTo>
                  <a:lnTo>
                    <a:pt x="998" y="0"/>
                  </a:lnTo>
                  <a:lnTo>
                    <a:pt x="1000" y="0"/>
                  </a:lnTo>
                  <a:lnTo>
                    <a:pt x="1001" y="0"/>
                  </a:lnTo>
                  <a:lnTo>
                    <a:pt x="1002" y="0"/>
                  </a:lnTo>
                  <a:lnTo>
                    <a:pt x="1004" y="0"/>
                  </a:lnTo>
                  <a:lnTo>
                    <a:pt x="1005" y="0"/>
                  </a:lnTo>
                  <a:lnTo>
                    <a:pt x="1006" y="0"/>
                  </a:lnTo>
                  <a:lnTo>
                    <a:pt x="1008" y="0"/>
                  </a:lnTo>
                  <a:lnTo>
                    <a:pt x="1009" y="0"/>
                  </a:lnTo>
                  <a:lnTo>
                    <a:pt x="1010" y="0"/>
                  </a:lnTo>
                  <a:lnTo>
                    <a:pt x="1012" y="0"/>
                  </a:lnTo>
                  <a:lnTo>
                    <a:pt x="1013" y="0"/>
                  </a:lnTo>
                  <a:lnTo>
                    <a:pt x="1014" y="0"/>
                  </a:lnTo>
                  <a:lnTo>
                    <a:pt x="1016" y="0"/>
                  </a:lnTo>
                  <a:lnTo>
                    <a:pt x="1017" y="0"/>
                  </a:lnTo>
                  <a:lnTo>
                    <a:pt x="1018" y="0"/>
                  </a:lnTo>
                  <a:lnTo>
                    <a:pt x="1020" y="0"/>
                  </a:lnTo>
                  <a:lnTo>
                    <a:pt x="1021" y="0"/>
                  </a:lnTo>
                  <a:lnTo>
                    <a:pt x="1022" y="0"/>
                  </a:lnTo>
                  <a:lnTo>
                    <a:pt x="1024" y="0"/>
                  </a:lnTo>
                  <a:lnTo>
                    <a:pt x="1025" y="0"/>
                  </a:lnTo>
                  <a:lnTo>
                    <a:pt x="1026" y="0"/>
                  </a:lnTo>
                  <a:lnTo>
                    <a:pt x="1028" y="0"/>
                  </a:lnTo>
                  <a:lnTo>
                    <a:pt x="1029" y="0"/>
                  </a:lnTo>
                  <a:lnTo>
                    <a:pt x="1031" y="0"/>
                  </a:lnTo>
                  <a:lnTo>
                    <a:pt x="1032" y="0"/>
                  </a:lnTo>
                  <a:lnTo>
                    <a:pt x="1033" y="0"/>
                  </a:lnTo>
                  <a:lnTo>
                    <a:pt x="1035" y="0"/>
                  </a:lnTo>
                  <a:lnTo>
                    <a:pt x="1036" y="0"/>
                  </a:lnTo>
                  <a:lnTo>
                    <a:pt x="1037" y="0"/>
                  </a:lnTo>
                  <a:lnTo>
                    <a:pt x="1039" y="0"/>
                  </a:lnTo>
                  <a:lnTo>
                    <a:pt x="1040" y="0"/>
                  </a:lnTo>
                  <a:lnTo>
                    <a:pt x="1041" y="0"/>
                  </a:lnTo>
                  <a:lnTo>
                    <a:pt x="1043" y="0"/>
                  </a:lnTo>
                  <a:lnTo>
                    <a:pt x="1044" y="0"/>
                  </a:lnTo>
                  <a:lnTo>
                    <a:pt x="1045" y="0"/>
                  </a:lnTo>
                  <a:lnTo>
                    <a:pt x="1047" y="0"/>
                  </a:lnTo>
                  <a:lnTo>
                    <a:pt x="1048" y="0"/>
                  </a:lnTo>
                  <a:lnTo>
                    <a:pt x="1049" y="0"/>
                  </a:lnTo>
                  <a:lnTo>
                    <a:pt x="1051" y="0"/>
                  </a:lnTo>
                  <a:lnTo>
                    <a:pt x="1052" y="0"/>
                  </a:lnTo>
                  <a:lnTo>
                    <a:pt x="1053" y="0"/>
                  </a:lnTo>
                  <a:lnTo>
                    <a:pt x="1055" y="0"/>
                  </a:lnTo>
                  <a:lnTo>
                    <a:pt x="1056" y="0"/>
                  </a:lnTo>
                  <a:lnTo>
                    <a:pt x="1057" y="0"/>
                  </a:lnTo>
                  <a:lnTo>
                    <a:pt x="1059" y="0"/>
                  </a:lnTo>
                  <a:lnTo>
                    <a:pt x="1060" y="0"/>
                  </a:lnTo>
                  <a:lnTo>
                    <a:pt x="1061" y="0"/>
                  </a:lnTo>
                  <a:lnTo>
                    <a:pt x="1063" y="0"/>
                  </a:lnTo>
                  <a:lnTo>
                    <a:pt x="1064" y="0"/>
                  </a:lnTo>
                  <a:lnTo>
                    <a:pt x="1065" y="0"/>
                  </a:lnTo>
                  <a:lnTo>
                    <a:pt x="1067" y="0"/>
                  </a:lnTo>
                  <a:lnTo>
                    <a:pt x="1068" y="0"/>
                  </a:lnTo>
                  <a:lnTo>
                    <a:pt x="1070" y="0"/>
                  </a:lnTo>
                  <a:lnTo>
                    <a:pt x="1071" y="0"/>
                  </a:lnTo>
                  <a:lnTo>
                    <a:pt x="1072" y="0"/>
                  </a:lnTo>
                  <a:lnTo>
                    <a:pt x="1074" y="0"/>
                  </a:lnTo>
                  <a:lnTo>
                    <a:pt x="1075" y="0"/>
                  </a:lnTo>
                  <a:lnTo>
                    <a:pt x="1076" y="0"/>
                  </a:lnTo>
                  <a:lnTo>
                    <a:pt x="1078" y="0"/>
                  </a:lnTo>
                  <a:lnTo>
                    <a:pt x="1079" y="0"/>
                  </a:lnTo>
                  <a:lnTo>
                    <a:pt x="1080" y="0"/>
                  </a:lnTo>
                  <a:lnTo>
                    <a:pt x="1082" y="0"/>
                  </a:lnTo>
                  <a:lnTo>
                    <a:pt x="1083" y="0"/>
                  </a:lnTo>
                  <a:lnTo>
                    <a:pt x="1084" y="0"/>
                  </a:lnTo>
                  <a:lnTo>
                    <a:pt x="1086" y="0"/>
                  </a:lnTo>
                  <a:lnTo>
                    <a:pt x="1087" y="0"/>
                  </a:lnTo>
                  <a:lnTo>
                    <a:pt x="1088" y="0"/>
                  </a:lnTo>
                  <a:lnTo>
                    <a:pt x="1090" y="0"/>
                  </a:lnTo>
                  <a:lnTo>
                    <a:pt x="1091" y="0"/>
                  </a:lnTo>
                  <a:lnTo>
                    <a:pt x="1092" y="0"/>
                  </a:lnTo>
                  <a:lnTo>
                    <a:pt x="1094" y="0"/>
                  </a:lnTo>
                  <a:lnTo>
                    <a:pt x="1095" y="0"/>
                  </a:lnTo>
                  <a:lnTo>
                    <a:pt x="1096" y="0"/>
                  </a:lnTo>
                  <a:lnTo>
                    <a:pt x="1098" y="0"/>
                  </a:lnTo>
                  <a:lnTo>
                    <a:pt x="1099" y="0"/>
                  </a:lnTo>
                  <a:lnTo>
                    <a:pt x="1100" y="0"/>
                  </a:lnTo>
                  <a:lnTo>
                    <a:pt x="1102" y="0"/>
                  </a:lnTo>
                  <a:lnTo>
                    <a:pt x="1103" y="0"/>
                  </a:lnTo>
                  <a:lnTo>
                    <a:pt x="1105" y="0"/>
                  </a:lnTo>
                  <a:lnTo>
                    <a:pt x="1106" y="0"/>
                  </a:lnTo>
                  <a:lnTo>
                    <a:pt x="1107" y="0"/>
                  </a:lnTo>
                  <a:lnTo>
                    <a:pt x="1109" y="0"/>
                  </a:lnTo>
                  <a:lnTo>
                    <a:pt x="1110" y="0"/>
                  </a:lnTo>
                  <a:lnTo>
                    <a:pt x="1111" y="0"/>
                  </a:lnTo>
                  <a:lnTo>
                    <a:pt x="1113" y="0"/>
                  </a:lnTo>
                  <a:lnTo>
                    <a:pt x="1114" y="0"/>
                  </a:lnTo>
                  <a:lnTo>
                    <a:pt x="1115" y="0"/>
                  </a:lnTo>
                  <a:lnTo>
                    <a:pt x="1117" y="0"/>
                  </a:lnTo>
                  <a:lnTo>
                    <a:pt x="1118" y="0"/>
                  </a:lnTo>
                  <a:lnTo>
                    <a:pt x="1119" y="0"/>
                  </a:lnTo>
                  <a:lnTo>
                    <a:pt x="1121" y="0"/>
                  </a:lnTo>
                  <a:lnTo>
                    <a:pt x="1122" y="0"/>
                  </a:lnTo>
                  <a:lnTo>
                    <a:pt x="1123" y="0"/>
                  </a:lnTo>
                  <a:lnTo>
                    <a:pt x="1125" y="0"/>
                  </a:lnTo>
                  <a:lnTo>
                    <a:pt x="1126" y="0"/>
                  </a:lnTo>
                  <a:lnTo>
                    <a:pt x="1127" y="0"/>
                  </a:lnTo>
                  <a:lnTo>
                    <a:pt x="1129" y="0"/>
                  </a:lnTo>
                  <a:lnTo>
                    <a:pt x="1130" y="0"/>
                  </a:lnTo>
                  <a:lnTo>
                    <a:pt x="1131" y="0"/>
                  </a:lnTo>
                  <a:lnTo>
                    <a:pt x="1133" y="0"/>
                  </a:lnTo>
                  <a:lnTo>
                    <a:pt x="1134" y="0"/>
                  </a:lnTo>
                  <a:lnTo>
                    <a:pt x="1135" y="0"/>
                  </a:lnTo>
                  <a:lnTo>
                    <a:pt x="1137" y="0"/>
                  </a:lnTo>
                  <a:lnTo>
                    <a:pt x="1138" y="0"/>
                  </a:lnTo>
                  <a:lnTo>
                    <a:pt x="1140" y="0"/>
                  </a:lnTo>
                  <a:lnTo>
                    <a:pt x="1141" y="0"/>
                  </a:lnTo>
                  <a:lnTo>
                    <a:pt x="1142" y="0"/>
                  </a:lnTo>
                  <a:lnTo>
                    <a:pt x="1144" y="0"/>
                  </a:lnTo>
                  <a:lnTo>
                    <a:pt x="1145" y="0"/>
                  </a:lnTo>
                  <a:lnTo>
                    <a:pt x="1146" y="0"/>
                  </a:lnTo>
                  <a:lnTo>
                    <a:pt x="1148" y="0"/>
                  </a:lnTo>
                  <a:lnTo>
                    <a:pt x="1149" y="0"/>
                  </a:lnTo>
                  <a:lnTo>
                    <a:pt x="1150" y="0"/>
                  </a:lnTo>
                  <a:lnTo>
                    <a:pt x="1152" y="0"/>
                  </a:lnTo>
                  <a:lnTo>
                    <a:pt x="1153" y="0"/>
                  </a:lnTo>
                  <a:lnTo>
                    <a:pt x="1154" y="0"/>
                  </a:lnTo>
                  <a:lnTo>
                    <a:pt x="1156" y="0"/>
                  </a:lnTo>
                  <a:lnTo>
                    <a:pt x="1157" y="0"/>
                  </a:lnTo>
                  <a:lnTo>
                    <a:pt x="1158" y="0"/>
                  </a:lnTo>
                  <a:lnTo>
                    <a:pt x="1160" y="0"/>
                  </a:lnTo>
                  <a:lnTo>
                    <a:pt x="1161" y="0"/>
                  </a:lnTo>
                  <a:lnTo>
                    <a:pt x="1162" y="0"/>
                  </a:lnTo>
                  <a:lnTo>
                    <a:pt x="1164" y="0"/>
                  </a:lnTo>
                  <a:lnTo>
                    <a:pt x="1165" y="0"/>
                  </a:lnTo>
                  <a:lnTo>
                    <a:pt x="1166" y="0"/>
                  </a:lnTo>
                  <a:lnTo>
                    <a:pt x="1168" y="0"/>
                  </a:lnTo>
                  <a:lnTo>
                    <a:pt x="1169" y="0"/>
                  </a:lnTo>
                  <a:lnTo>
                    <a:pt x="1170" y="0"/>
                  </a:lnTo>
                  <a:lnTo>
                    <a:pt x="1172" y="0"/>
                  </a:lnTo>
                  <a:lnTo>
                    <a:pt x="1173" y="0"/>
                  </a:lnTo>
                  <a:lnTo>
                    <a:pt x="1175" y="0"/>
                  </a:lnTo>
                  <a:lnTo>
                    <a:pt x="1176" y="0"/>
                  </a:lnTo>
                  <a:lnTo>
                    <a:pt x="1177" y="0"/>
                  </a:lnTo>
                  <a:lnTo>
                    <a:pt x="1179" y="0"/>
                  </a:lnTo>
                  <a:lnTo>
                    <a:pt x="1180" y="0"/>
                  </a:lnTo>
                  <a:lnTo>
                    <a:pt x="1181" y="0"/>
                  </a:lnTo>
                  <a:lnTo>
                    <a:pt x="1183" y="0"/>
                  </a:lnTo>
                  <a:lnTo>
                    <a:pt x="1184" y="0"/>
                  </a:lnTo>
                  <a:lnTo>
                    <a:pt x="1185" y="0"/>
                  </a:lnTo>
                  <a:lnTo>
                    <a:pt x="1187" y="0"/>
                  </a:lnTo>
                  <a:lnTo>
                    <a:pt x="1188" y="0"/>
                  </a:lnTo>
                  <a:lnTo>
                    <a:pt x="1189" y="0"/>
                  </a:lnTo>
                  <a:lnTo>
                    <a:pt x="1191" y="0"/>
                  </a:lnTo>
                  <a:lnTo>
                    <a:pt x="1192" y="0"/>
                  </a:lnTo>
                  <a:lnTo>
                    <a:pt x="1193" y="0"/>
                  </a:lnTo>
                  <a:lnTo>
                    <a:pt x="1195" y="0"/>
                  </a:lnTo>
                  <a:lnTo>
                    <a:pt x="1196" y="0"/>
                  </a:lnTo>
                  <a:lnTo>
                    <a:pt x="1197" y="0"/>
                  </a:lnTo>
                  <a:lnTo>
                    <a:pt x="1199" y="0"/>
                  </a:lnTo>
                  <a:lnTo>
                    <a:pt x="1200" y="0"/>
                  </a:lnTo>
                  <a:lnTo>
                    <a:pt x="1201" y="0"/>
                  </a:lnTo>
                  <a:lnTo>
                    <a:pt x="1203" y="0"/>
                  </a:lnTo>
                  <a:lnTo>
                    <a:pt x="1204" y="0"/>
                  </a:lnTo>
                  <a:lnTo>
                    <a:pt x="1205" y="0"/>
                  </a:lnTo>
                  <a:lnTo>
                    <a:pt x="1207" y="0"/>
                  </a:lnTo>
                  <a:lnTo>
                    <a:pt x="1208" y="0"/>
                  </a:lnTo>
                  <a:lnTo>
                    <a:pt x="1209" y="0"/>
                  </a:lnTo>
                  <a:lnTo>
                    <a:pt x="1211" y="0"/>
                  </a:lnTo>
                  <a:lnTo>
                    <a:pt x="1212" y="0"/>
                  </a:lnTo>
                  <a:lnTo>
                    <a:pt x="1214" y="0"/>
                  </a:lnTo>
                  <a:lnTo>
                    <a:pt x="1215" y="0"/>
                  </a:lnTo>
                  <a:lnTo>
                    <a:pt x="1216" y="0"/>
                  </a:lnTo>
                  <a:lnTo>
                    <a:pt x="1218" y="0"/>
                  </a:lnTo>
                  <a:lnTo>
                    <a:pt x="1219" y="0"/>
                  </a:lnTo>
                  <a:lnTo>
                    <a:pt x="1220" y="0"/>
                  </a:lnTo>
                  <a:lnTo>
                    <a:pt x="1222" y="0"/>
                  </a:lnTo>
                  <a:lnTo>
                    <a:pt x="1223" y="0"/>
                  </a:lnTo>
                  <a:lnTo>
                    <a:pt x="1224" y="0"/>
                  </a:lnTo>
                  <a:lnTo>
                    <a:pt x="1226" y="0"/>
                  </a:lnTo>
                  <a:lnTo>
                    <a:pt x="1227" y="0"/>
                  </a:lnTo>
                  <a:lnTo>
                    <a:pt x="1228" y="0"/>
                  </a:lnTo>
                  <a:lnTo>
                    <a:pt x="1230" y="0"/>
                  </a:lnTo>
                  <a:lnTo>
                    <a:pt x="1231" y="0"/>
                  </a:lnTo>
                  <a:lnTo>
                    <a:pt x="1232" y="0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6" y="0"/>
                  </a:lnTo>
                  <a:lnTo>
                    <a:pt x="1238" y="0"/>
                  </a:lnTo>
                  <a:lnTo>
                    <a:pt x="1239" y="0"/>
                  </a:lnTo>
                  <a:lnTo>
                    <a:pt x="1240" y="0"/>
                  </a:lnTo>
                  <a:lnTo>
                    <a:pt x="1242" y="0"/>
                  </a:lnTo>
                  <a:lnTo>
                    <a:pt x="1243" y="0"/>
                  </a:lnTo>
                  <a:lnTo>
                    <a:pt x="1244" y="0"/>
                  </a:lnTo>
                  <a:lnTo>
                    <a:pt x="1246" y="0"/>
                  </a:lnTo>
                  <a:lnTo>
                    <a:pt x="1247" y="0"/>
                  </a:lnTo>
                  <a:lnTo>
                    <a:pt x="1249" y="0"/>
                  </a:lnTo>
                  <a:lnTo>
                    <a:pt x="1250" y="0"/>
                  </a:lnTo>
                  <a:lnTo>
                    <a:pt x="1251" y="0"/>
                  </a:lnTo>
                  <a:lnTo>
                    <a:pt x="1253" y="0"/>
                  </a:lnTo>
                  <a:lnTo>
                    <a:pt x="1254" y="0"/>
                  </a:lnTo>
                  <a:lnTo>
                    <a:pt x="1255" y="0"/>
                  </a:lnTo>
                  <a:lnTo>
                    <a:pt x="1257" y="0"/>
                  </a:lnTo>
                  <a:lnTo>
                    <a:pt x="1258" y="0"/>
                  </a:lnTo>
                  <a:lnTo>
                    <a:pt x="1259" y="0"/>
                  </a:lnTo>
                  <a:lnTo>
                    <a:pt x="1261" y="0"/>
                  </a:lnTo>
                  <a:lnTo>
                    <a:pt x="1262" y="0"/>
                  </a:lnTo>
                  <a:lnTo>
                    <a:pt x="1263" y="0"/>
                  </a:lnTo>
                  <a:lnTo>
                    <a:pt x="1265" y="0"/>
                  </a:lnTo>
                  <a:lnTo>
                    <a:pt x="1266" y="0"/>
                  </a:lnTo>
                  <a:lnTo>
                    <a:pt x="1267" y="0"/>
                  </a:lnTo>
                  <a:lnTo>
                    <a:pt x="1269" y="0"/>
                  </a:lnTo>
                  <a:lnTo>
                    <a:pt x="1270" y="0"/>
                  </a:lnTo>
                  <a:lnTo>
                    <a:pt x="1271" y="0"/>
                  </a:lnTo>
                  <a:lnTo>
                    <a:pt x="1273" y="0"/>
                  </a:lnTo>
                  <a:lnTo>
                    <a:pt x="1274" y="0"/>
                  </a:lnTo>
                  <a:lnTo>
                    <a:pt x="1275" y="0"/>
                  </a:lnTo>
                  <a:lnTo>
                    <a:pt x="1277" y="0"/>
                  </a:lnTo>
                  <a:lnTo>
                    <a:pt x="1278" y="0"/>
                  </a:lnTo>
                  <a:lnTo>
                    <a:pt x="1279" y="0"/>
                  </a:lnTo>
                  <a:lnTo>
                    <a:pt x="1281" y="0"/>
                  </a:lnTo>
                  <a:lnTo>
                    <a:pt x="1282" y="0"/>
                  </a:lnTo>
                  <a:lnTo>
                    <a:pt x="1284" y="0"/>
                  </a:lnTo>
                  <a:lnTo>
                    <a:pt x="1285" y="0"/>
                  </a:lnTo>
                  <a:lnTo>
                    <a:pt x="1286" y="0"/>
                  </a:lnTo>
                  <a:lnTo>
                    <a:pt x="1288" y="0"/>
                  </a:lnTo>
                  <a:lnTo>
                    <a:pt x="1289" y="0"/>
                  </a:lnTo>
                  <a:lnTo>
                    <a:pt x="1290" y="0"/>
                  </a:lnTo>
                  <a:lnTo>
                    <a:pt x="1292" y="0"/>
                  </a:lnTo>
                  <a:lnTo>
                    <a:pt x="1293" y="0"/>
                  </a:lnTo>
                  <a:lnTo>
                    <a:pt x="1294" y="0"/>
                  </a:lnTo>
                  <a:lnTo>
                    <a:pt x="1296" y="0"/>
                  </a:lnTo>
                  <a:lnTo>
                    <a:pt x="1297" y="0"/>
                  </a:lnTo>
                  <a:lnTo>
                    <a:pt x="1298" y="0"/>
                  </a:lnTo>
                  <a:lnTo>
                    <a:pt x="1300" y="0"/>
                  </a:lnTo>
                  <a:lnTo>
                    <a:pt x="1301" y="0"/>
                  </a:lnTo>
                  <a:lnTo>
                    <a:pt x="1302" y="0"/>
                  </a:lnTo>
                  <a:lnTo>
                    <a:pt x="1304" y="0"/>
                  </a:lnTo>
                  <a:lnTo>
                    <a:pt x="1305" y="0"/>
                  </a:lnTo>
                  <a:lnTo>
                    <a:pt x="1306" y="0"/>
                  </a:lnTo>
                  <a:lnTo>
                    <a:pt x="1308" y="0"/>
                  </a:lnTo>
                  <a:lnTo>
                    <a:pt x="1309" y="0"/>
                  </a:lnTo>
                  <a:lnTo>
                    <a:pt x="1310" y="0"/>
                  </a:lnTo>
                  <a:lnTo>
                    <a:pt x="1312" y="0"/>
                  </a:lnTo>
                  <a:lnTo>
                    <a:pt x="1313" y="0"/>
                  </a:lnTo>
                  <a:lnTo>
                    <a:pt x="1314" y="0"/>
                  </a:lnTo>
                  <a:lnTo>
                    <a:pt x="1316" y="0"/>
                  </a:lnTo>
                  <a:lnTo>
                    <a:pt x="1317" y="0"/>
                  </a:lnTo>
                  <a:lnTo>
                    <a:pt x="1319" y="0"/>
                  </a:lnTo>
                  <a:lnTo>
                    <a:pt x="1320" y="0"/>
                  </a:lnTo>
                  <a:lnTo>
                    <a:pt x="1321" y="0"/>
                  </a:lnTo>
                  <a:lnTo>
                    <a:pt x="1323" y="0"/>
                  </a:lnTo>
                  <a:lnTo>
                    <a:pt x="1324" y="0"/>
                  </a:lnTo>
                  <a:lnTo>
                    <a:pt x="1325" y="0"/>
                  </a:lnTo>
                  <a:lnTo>
                    <a:pt x="1327" y="0"/>
                  </a:lnTo>
                  <a:lnTo>
                    <a:pt x="1328" y="0"/>
                  </a:lnTo>
                  <a:lnTo>
                    <a:pt x="1329" y="0"/>
                  </a:lnTo>
                  <a:lnTo>
                    <a:pt x="1331" y="0"/>
                  </a:lnTo>
                  <a:lnTo>
                    <a:pt x="1332" y="0"/>
                  </a:lnTo>
                  <a:lnTo>
                    <a:pt x="1333" y="0"/>
                  </a:lnTo>
                  <a:lnTo>
                    <a:pt x="1335" y="0"/>
                  </a:lnTo>
                  <a:lnTo>
                    <a:pt x="1336" y="0"/>
                  </a:lnTo>
                  <a:lnTo>
                    <a:pt x="1337" y="0"/>
                  </a:lnTo>
                  <a:lnTo>
                    <a:pt x="1339" y="0"/>
                  </a:lnTo>
                  <a:lnTo>
                    <a:pt x="1340" y="0"/>
                  </a:lnTo>
                  <a:lnTo>
                    <a:pt x="1341" y="0"/>
                  </a:lnTo>
                  <a:lnTo>
                    <a:pt x="1343" y="0"/>
                  </a:lnTo>
                  <a:lnTo>
                    <a:pt x="1344" y="0"/>
                  </a:lnTo>
                  <a:lnTo>
                    <a:pt x="1345" y="0"/>
                  </a:lnTo>
                  <a:lnTo>
                    <a:pt x="1347" y="0"/>
                  </a:lnTo>
                  <a:lnTo>
                    <a:pt x="1348" y="0"/>
                  </a:lnTo>
                  <a:lnTo>
                    <a:pt x="1349" y="0"/>
                  </a:lnTo>
                  <a:lnTo>
                    <a:pt x="1351" y="0"/>
                  </a:lnTo>
                  <a:lnTo>
                    <a:pt x="1352" y="0"/>
                  </a:lnTo>
                  <a:lnTo>
                    <a:pt x="1353" y="0"/>
                  </a:lnTo>
                  <a:lnTo>
                    <a:pt x="1355" y="0"/>
                  </a:lnTo>
                  <a:lnTo>
                    <a:pt x="1356" y="0"/>
                  </a:lnTo>
                  <a:lnTo>
                    <a:pt x="1358" y="0"/>
                  </a:lnTo>
                  <a:lnTo>
                    <a:pt x="1359" y="0"/>
                  </a:lnTo>
                  <a:lnTo>
                    <a:pt x="1360" y="0"/>
                  </a:lnTo>
                  <a:lnTo>
                    <a:pt x="1362" y="0"/>
                  </a:lnTo>
                  <a:lnTo>
                    <a:pt x="1363" y="0"/>
                  </a:lnTo>
                  <a:lnTo>
                    <a:pt x="1364" y="0"/>
                  </a:lnTo>
                  <a:lnTo>
                    <a:pt x="1366" y="0"/>
                  </a:lnTo>
                  <a:lnTo>
                    <a:pt x="1367" y="0"/>
                  </a:lnTo>
                  <a:lnTo>
                    <a:pt x="1368" y="0"/>
                  </a:lnTo>
                  <a:lnTo>
                    <a:pt x="1370" y="0"/>
                  </a:lnTo>
                  <a:lnTo>
                    <a:pt x="1371" y="0"/>
                  </a:lnTo>
                  <a:lnTo>
                    <a:pt x="1372" y="0"/>
                  </a:lnTo>
                  <a:lnTo>
                    <a:pt x="1374" y="0"/>
                  </a:lnTo>
                  <a:lnTo>
                    <a:pt x="1375" y="0"/>
                  </a:lnTo>
                  <a:lnTo>
                    <a:pt x="1376" y="0"/>
                  </a:lnTo>
                  <a:lnTo>
                    <a:pt x="1378" y="0"/>
                  </a:lnTo>
                  <a:lnTo>
                    <a:pt x="1379" y="0"/>
                  </a:lnTo>
                  <a:lnTo>
                    <a:pt x="1380" y="0"/>
                  </a:lnTo>
                  <a:lnTo>
                    <a:pt x="1382" y="0"/>
                  </a:lnTo>
                  <a:lnTo>
                    <a:pt x="1383" y="0"/>
                  </a:lnTo>
                  <a:lnTo>
                    <a:pt x="1384" y="0"/>
                  </a:lnTo>
                  <a:lnTo>
                    <a:pt x="1386" y="0"/>
                  </a:lnTo>
                  <a:lnTo>
                    <a:pt x="1387" y="0"/>
                  </a:lnTo>
                  <a:lnTo>
                    <a:pt x="1388" y="0"/>
                  </a:lnTo>
                  <a:lnTo>
                    <a:pt x="1390" y="0"/>
                  </a:lnTo>
                  <a:lnTo>
                    <a:pt x="1391" y="0"/>
                  </a:lnTo>
                  <a:lnTo>
                    <a:pt x="1393" y="0"/>
                  </a:lnTo>
                  <a:lnTo>
                    <a:pt x="1394" y="0"/>
                  </a:lnTo>
                  <a:lnTo>
                    <a:pt x="1395" y="0"/>
                  </a:lnTo>
                  <a:lnTo>
                    <a:pt x="1397" y="0"/>
                  </a:lnTo>
                  <a:lnTo>
                    <a:pt x="1398" y="0"/>
                  </a:lnTo>
                  <a:lnTo>
                    <a:pt x="1399" y="0"/>
                  </a:lnTo>
                  <a:lnTo>
                    <a:pt x="1401" y="0"/>
                  </a:lnTo>
                  <a:lnTo>
                    <a:pt x="1402" y="0"/>
                  </a:lnTo>
                  <a:lnTo>
                    <a:pt x="1403" y="0"/>
                  </a:lnTo>
                  <a:lnTo>
                    <a:pt x="1405" y="0"/>
                  </a:lnTo>
                  <a:lnTo>
                    <a:pt x="1406" y="0"/>
                  </a:lnTo>
                  <a:lnTo>
                    <a:pt x="1407" y="0"/>
                  </a:lnTo>
                  <a:lnTo>
                    <a:pt x="1409" y="0"/>
                  </a:lnTo>
                  <a:lnTo>
                    <a:pt x="1410" y="0"/>
                  </a:lnTo>
                  <a:lnTo>
                    <a:pt x="1411" y="0"/>
                  </a:lnTo>
                  <a:lnTo>
                    <a:pt x="1413" y="0"/>
                  </a:lnTo>
                  <a:lnTo>
                    <a:pt x="1414" y="0"/>
                  </a:lnTo>
                  <a:lnTo>
                    <a:pt x="1415" y="0"/>
                  </a:lnTo>
                  <a:lnTo>
                    <a:pt x="1417" y="0"/>
                  </a:lnTo>
                  <a:lnTo>
                    <a:pt x="1418" y="0"/>
                  </a:lnTo>
                  <a:lnTo>
                    <a:pt x="1419" y="0"/>
                  </a:lnTo>
                  <a:lnTo>
                    <a:pt x="1421" y="0"/>
                  </a:lnTo>
                  <a:lnTo>
                    <a:pt x="1422" y="0"/>
                  </a:lnTo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 flipH="1" rot="10800000">
              <a:off x="1187451" y="2967038"/>
              <a:ext cx="3756025" cy="136525"/>
            </a:xfrm>
            <a:custGeom>
              <a:rect b="b" l="l" r="r" t="t"/>
              <a:pathLst>
                <a:path extrusionOk="0" h="62" w="1422">
                  <a:moveTo>
                    <a:pt x="0" y="1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3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0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1" y="0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0"/>
                  </a:lnTo>
                  <a:lnTo>
                    <a:pt x="115" y="1"/>
                  </a:lnTo>
                  <a:lnTo>
                    <a:pt x="117" y="33"/>
                  </a:lnTo>
                  <a:lnTo>
                    <a:pt x="118" y="34"/>
                  </a:lnTo>
                  <a:lnTo>
                    <a:pt x="119" y="35"/>
                  </a:lnTo>
                  <a:lnTo>
                    <a:pt x="121" y="36"/>
                  </a:lnTo>
                  <a:lnTo>
                    <a:pt x="122" y="37"/>
                  </a:lnTo>
                  <a:lnTo>
                    <a:pt x="123" y="37"/>
                  </a:lnTo>
                  <a:lnTo>
                    <a:pt x="125" y="38"/>
                  </a:lnTo>
                  <a:lnTo>
                    <a:pt x="126" y="38"/>
                  </a:lnTo>
                  <a:lnTo>
                    <a:pt x="127" y="39"/>
                  </a:lnTo>
                  <a:lnTo>
                    <a:pt x="129" y="39"/>
                  </a:lnTo>
                  <a:lnTo>
                    <a:pt x="130" y="40"/>
                  </a:lnTo>
                  <a:lnTo>
                    <a:pt x="132" y="41"/>
                  </a:lnTo>
                  <a:lnTo>
                    <a:pt x="133" y="41"/>
                  </a:lnTo>
                  <a:lnTo>
                    <a:pt x="134" y="42"/>
                  </a:lnTo>
                  <a:lnTo>
                    <a:pt x="136" y="42"/>
                  </a:lnTo>
                  <a:lnTo>
                    <a:pt x="137" y="43"/>
                  </a:lnTo>
                  <a:lnTo>
                    <a:pt x="138" y="43"/>
                  </a:lnTo>
                  <a:lnTo>
                    <a:pt x="140" y="44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5"/>
                  </a:lnTo>
                  <a:lnTo>
                    <a:pt x="145" y="45"/>
                  </a:lnTo>
                  <a:lnTo>
                    <a:pt x="146" y="45"/>
                  </a:lnTo>
                  <a:lnTo>
                    <a:pt x="148" y="45"/>
                  </a:lnTo>
                  <a:lnTo>
                    <a:pt x="149" y="46"/>
                  </a:lnTo>
                  <a:lnTo>
                    <a:pt x="150" y="46"/>
                  </a:lnTo>
                  <a:lnTo>
                    <a:pt x="152" y="46"/>
                  </a:lnTo>
                  <a:lnTo>
                    <a:pt x="153" y="47"/>
                  </a:lnTo>
                  <a:lnTo>
                    <a:pt x="154" y="47"/>
                  </a:lnTo>
                  <a:lnTo>
                    <a:pt x="156" y="47"/>
                  </a:lnTo>
                  <a:lnTo>
                    <a:pt x="157" y="48"/>
                  </a:lnTo>
                  <a:lnTo>
                    <a:pt x="158" y="48"/>
                  </a:lnTo>
                  <a:lnTo>
                    <a:pt x="160" y="48"/>
                  </a:lnTo>
                  <a:lnTo>
                    <a:pt x="161" y="49"/>
                  </a:lnTo>
                  <a:lnTo>
                    <a:pt x="162" y="49"/>
                  </a:lnTo>
                  <a:lnTo>
                    <a:pt x="164" y="49"/>
                  </a:lnTo>
                  <a:lnTo>
                    <a:pt x="165" y="49"/>
                  </a:lnTo>
                  <a:lnTo>
                    <a:pt x="167" y="50"/>
                  </a:lnTo>
                  <a:lnTo>
                    <a:pt x="168" y="50"/>
                  </a:lnTo>
                  <a:lnTo>
                    <a:pt x="169" y="50"/>
                  </a:lnTo>
                  <a:lnTo>
                    <a:pt x="171" y="50"/>
                  </a:lnTo>
                  <a:lnTo>
                    <a:pt x="172" y="51"/>
                  </a:lnTo>
                  <a:lnTo>
                    <a:pt x="173" y="51"/>
                  </a:lnTo>
                  <a:lnTo>
                    <a:pt x="175" y="51"/>
                  </a:lnTo>
                  <a:lnTo>
                    <a:pt x="176" y="51"/>
                  </a:lnTo>
                  <a:lnTo>
                    <a:pt x="177" y="52"/>
                  </a:lnTo>
                  <a:lnTo>
                    <a:pt x="179" y="52"/>
                  </a:lnTo>
                  <a:lnTo>
                    <a:pt x="180" y="52"/>
                  </a:lnTo>
                  <a:lnTo>
                    <a:pt x="181" y="52"/>
                  </a:lnTo>
                  <a:lnTo>
                    <a:pt x="183" y="53"/>
                  </a:lnTo>
                  <a:lnTo>
                    <a:pt x="184" y="53"/>
                  </a:lnTo>
                  <a:lnTo>
                    <a:pt x="185" y="53"/>
                  </a:lnTo>
                  <a:lnTo>
                    <a:pt x="187" y="53"/>
                  </a:lnTo>
                  <a:lnTo>
                    <a:pt x="188" y="53"/>
                  </a:lnTo>
                  <a:lnTo>
                    <a:pt x="189" y="53"/>
                  </a:lnTo>
                  <a:lnTo>
                    <a:pt x="191" y="53"/>
                  </a:lnTo>
                  <a:lnTo>
                    <a:pt x="192" y="54"/>
                  </a:lnTo>
                  <a:lnTo>
                    <a:pt x="193" y="54"/>
                  </a:lnTo>
                  <a:lnTo>
                    <a:pt x="195" y="54"/>
                  </a:lnTo>
                  <a:lnTo>
                    <a:pt x="196" y="54"/>
                  </a:lnTo>
                  <a:lnTo>
                    <a:pt x="197" y="55"/>
                  </a:lnTo>
                  <a:lnTo>
                    <a:pt x="199" y="55"/>
                  </a:lnTo>
                  <a:lnTo>
                    <a:pt x="200" y="55"/>
                  </a:lnTo>
                  <a:lnTo>
                    <a:pt x="202" y="56"/>
                  </a:lnTo>
                  <a:lnTo>
                    <a:pt x="203" y="56"/>
                  </a:lnTo>
                  <a:lnTo>
                    <a:pt x="204" y="56"/>
                  </a:lnTo>
                  <a:lnTo>
                    <a:pt x="206" y="56"/>
                  </a:lnTo>
                  <a:lnTo>
                    <a:pt x="207" y="56"/>
                  </a:lnTo>
                  <a:lnTo>
                    <a:pt x="208" y="56"/>
                  </a:lnTo>
                  <a:lnTo>
                    <a:pt x="210" y="56"/>
                  </a:lnTo>
                  <a:lnTo>
                    <a:pt x="211" y="57"/>
                  </a:lnTo>
                  <a:lnTo>
                    <a:pt x="212" y="57"/>
                  </a:lnTo>
                  <a:lnTo>
                    <a:pt x="214" y="57"/>
                  </a:lnTo>
                  <a:lnTo>
                    <a:pt x="215" y="57"/>
                  </a:lnTo>
                  <a:lnTo>
                    <a:pt x="216" y="57"/>
                  </a:lnTo>
                  <a:lnTo>
                    <a:pt x="218" y="57"/>
                  </a:lnTo>
                  <a:lnTo>
                    <a:pt x="219" y="57"/>
                  </a:lnTo>
                  <a:lnTo>
                    <a:pt x="220" y="57"/>
                  </a:lnTo>
                  <a:lnTo>
                    <a:pt x="222" y="57"/>
                  </a:lnTo>
                  <a:lnTo>
                    <a:pt x="223" y="57"/>
                  </a:lnTo>
                  <a:lnTo>
                    <a:pt x="224" y="58"/>
                  </a:lnTo>
                  <a:lnTo>
                    <a:pt x="226" y="58"/>
                  </a:lnTo>
                  <a:lnTo>
                    <a:pt x="227" y="58"/>
                  </a:lnTo>
                  <a:lnTo>
                    <a:pt x="228" y="58"/>
                  </a:lnTo>
                  <a:lnTo>
                    <a:pt x="230" y="58"/>
                  </a:lnTo>
                  <a:lnTo>
                    <a:pt x="231" y="58"/>
                  </a:lnTo>
                  <a:lnTo>
                    <a:pt x="232" y="58"/>
                  </a:lnTo>
                  <a:lnTo>
                    <a:pt x="234" y="58"/>
                  </a:lnTo>
                  <a:lnTo>
                    <a:pt x="235" y="59"/>
                  </a:lnTo>
                  <a:lnTo>
                    <a:pt x="236" y="59"/>
                  </a:lnTo>
                  <a:lnTo>
                    <a:pt x="238" y="59"/>
                  </a:lnTo>
                  <a:lnTo>
                    <a:pt x="239" y="59"/>
                  </a:lnTo>
                  <a:lnTo>
                    <a:pt x="241" y="59"/>
                  </a:lnTo>
                  <a:lnTo>
                    <a:pt x="242" y="59"/>
                  </a:lnTo>
                  <a:lnTo>
                    <a:pt x="243" y="59"/>
                  </a:lnTo>
                  <a:lnTo>
                    <a:pt x="245" y="59"/>
                  </a:lnTo>
                  <a:lnTo>
                    <a:pt x="246" y="59"/>
                  </a:lnTo>
                  <a:lnTo>
                    <a:pt x="247" y="60"/>
                  </a:lnTo>
                  <a:lnTo>
                    <a:pt x="249" y="60"/>
                  </a:lnTo>
                  <a:lnTo>
                    <a:pt x="250" y="60"/>
                  </a:lnTo>
                  <a:lnTo>
                    <a:pt x="251" y="60"/>
                  </a:lnTo>
                  <a:lnTo>
                    <a:pt x="253" y="60"/>
                  </a:lnTo>
                  <a:lnTo>
                    <a:pt x="254" y="60"/>
                  </a:lnTo>
                  <a:lnTo>
                    <a:pt x="255" y="61"/>
                  </a:lnTo>
                  <a:lnTo>
                    <a:pt x="257" y="61"/>
                  </a:lnTo>
                  <a:lnTo>
                    <a:pt x="258" y="61"/>
                  </a:lnTo>
                  <a:lnTo>
                    <a:pt x="259" y="61"/>
                  </a:lnTo>
                  <a:lnTo>
                    <a:pt x="261" y="61"/>
                  </a:lnTo>
                  <a:lnTo>
                    <a:pt x="262" y="61"/>
                  </a:lnTo>
                  <a:lnTo>
                    <a:pt x="263" y="61"/>
                  </a:lnTo>
                  <a:lnTo>
                    <a:pt x="265" y="61"/>
                  </a:lnTo>
                  <a:lnTo>
                    <a:pt x="266" y="61"/>
                  </a:lnTo>
                  <a:lnTo>
                    <a:pt x="267" y="61"/>
                  </a:lnTo>
                  <a:lnTo>
                    <a:pt x="269" y="61"/>
                  </a:lnTo>
                  <a:lnTo>
                    <a:pt x="270" y="61"/>
                  </a:lnTo>
                  <a:lnTo>
                    <a:pt x="271" y="61"/>
                  </a:lnTo>
                  <a:lnTo>
                    <a:pt x="273" y="61"/>
                  </a:lnTo>
                  <a:lnTo>
                    <a:pt x="274" y="61"/>
                  </a:lnTo>
                  <a:lnTo>
                    <a:pt x="276" y="61"/>
                  </a:lnTo>
                  <a:lnTo>
                    <a:pt x="277" y="62"/>
                  </a:lnTo>
                  <a:lnTo>
                    <a:pt x="278" y="62"/>
                  </a:lnTo>
                  <a:lnTo>
                    <a:pt x="280" y="62"/>
                  </a:lnTo>
                  <a:lnTo>
                    <a:pt x="281" y="62"/>
                  </a:lnTo>
                  <a:lnTo>
                    <a:pt x="282" y="62"/>
                  </a:lnTo>
                  <a:lnTo>
                    <a:pt x="284" y="62"/>
                  </a:lnTo>
                  <a:lnTo>
                    <a:pt x="285" y="62"/>
                  </a:lnTo>
                  <a:lnTo>
                    <a:pt x="286" y="62"/>
                  </a:lnTo>
                  <a:lnTo>
                    <a:pt x="288" y="62"/>
                  </a:lnTo>
                  <a:lnTo>
                    <a:pt x="289" y="62"/>
                  </a:lnTo>
                  <a:lnTo>
                    <a:pt x="290" y="62"/>
                  </a:lnTo>
                  <a:lnTo>
                    <a:pt x="292" y="62"/>
                  </a:lnTo>
                  <a:lnTo>
                    <a:pt x="293" y="62"/>
                  </a:lnTo>
                  <a:lnTo>
                    <a:pt x="294" y="62"/>
                  </a:lnTo>
                  <a:lnTo>
                    <a:pt x="296" y="62"/>
                  </a:lnTo>
                  <a:lnTo>
                    <a:pt x="297" y="62"/>
                  </a:lnTo>
                  <a:lnTo>
                    <a:pt x="298" y="62"/>
                  </a:lnTo>
                  <a:lnTo>
                    <a:pt x="300" y="62"/>
                  </a:lnTo>
                  <a:lnTo>
                    <a:pt x="301" y="62"/>
                  </a:lnTo>
                  <a:lnTo>
                    <a:pt x="302" y="62"/>
                  </a:lnTo>
                  <a:lnTo>
                    <a:pt x="304" y="62"/>
                  </a:lnTo>
                  <a:lnTo>
                    <a:pt x="305" y="62"/>
                  </a:lnTo>
                  <a:lnTo>
                    <a:pt x="306" y="62"/>
                  </a:lnTo>
                  <a:lnTo>
                    <a:pt x="308" y="62"/>
                  </a:lnTo>
                  <a:lnTo>
                    <a:pt x="309" y="62"/>
                  </a:lnTo>
                  <a:lnTo>
                    <a:pt x="311" y="62"/>
                  </a:lnTo>
                  <a:lnTo>
                    <a:pt x="312" y="62"/>
                  </a:lnTo>
                  <a:lnTo>
                    <a:pt x="313" y="62"/>
                  </a:lnTo>
                  <a:lnTo>
                    <a:pt x="315" y="62"/>
                  </a:lnTo>
                  <a:lnTo>
                    <a:pt x="316" y="62"/>
                  </a:lnTo>
                  <a:lnTo>
                    <a:pt x="317" y="62"/>
                  </a:lnTo>
                  <a:lnTo>
                    <a:pt x="319" y="62"/>
                  </a:lnTo>
                  <a:lnTo>
                    <a:pt x="320" y="62"/>
                  </a:lnTo>
                  <a:lnTo>
                    <a:pt x="321" y="62"/>
                  </a:lnTo>
                  <a:lnTo>
                    <a:pt x="323" y="62"/>
                  </a:lnTo>
                  <a:lnTo>
                    <a:pt x="324" y="62"/>
                  </a:lnTo>
                  <a:lnTo>
                    <a:pt x="325" y="62"/>
                  </a:lnTo>
                  <a:lnTo>
                    <a:pt x="327" y="62"/>
                  </a:lnTo>
                  <a:lnTo>
                    <a:pt x="328" y="62"/>
                  </a:lnTo>
                  <a:lnTo>
                    <a:pt x="329" y="62"/>
                  </a:lnTo>
                  <a:lnTo>
                    <a:pt x="331" y="62"/>
                  </a:lnTo>
                  <a:lnTo>
                    <a:pt x="332" y="62"/>
                  </a:lnTo>
                  <a:lnTo>
                    <a:pt x="333" y="62"/>
                  </a:lnTo>
                  <a:lnTo>
                    <a:pt x="335" y="62"/>
                  </a:lnTo>
                  <a:lnTo>
                    <a:pt x="336" y="62"/>
                  </a:lnTo>
                  <a:lnTo>
                    <a:pt x="337" y="62"/>
                  </a:lnTo>
                  <a:lnTo>
                    <a:pt x="339" y="62"/>
                  </a:lnTo>
                  <a:lnTo>
                    <a:pt x="340" y="62"/>
                  </a:lnTo>
                  <a:lnTo>
                    <a:pt x="341" y="62"/>
                  </a:lnTo>
                  <a:lnTo>
                    <a:pt x="343" y="62"/>
                  </a:lnTo>
                  <a:lnTo>
                    <a:pt x="344" y="62"/>
                  </a:lnTo>
                  <a:lnTo>
                    <a:pt x="346" y="62"/>
                  </a:lnTo>
                  <a:lnTo>
                    <a:pt x="347" y="62"/>
                  </a:lnTo>
                  <a:lnTo>
                    <a:pt x="348" y="62"/>
                  </a:lnTo>
                  <a:lnTo>
                    <a:pt x="350" y="62"/>
                  </a:lnTo>
                  <a:lnTo>
                    <a:pt x="351" y="62"/>
                  </a:lnTo>
                  <a:lnTo>
                    <a:pt x="352" y="62"/>
                  </a:lnTo>
                  <a:lnTo>
                    <a:pt x="354" y="62"/>
                  </a:lnTo>
                  <a:lnTo>
                    <a:pt x="355" y="61"/>
                  </a:lnTo>
                  <a:lnTo>
                    <a:pt x="356" y="61"/>
                  </a:lnTo>
                  <a:lnTo>
                    <a:pt x="358" y="61"/>
                  </a:lnTo>
                  <a:lnTo>
                    <a:pt x="359" y="61"/>
                  </a:lnTo>
                  <a:lnTo>
                    <a:pt x="360" y="61"/>
                  </a:lnTo>
                  <a:lnTo>
                    <a:pt x="362" y="61"/>
                  </a:lnTo>
                  <a:lnTo>
                    <a:pt x="363" y="61"/>
                  </a:lnTo>
                  <a:lnTo>
                    <a:pt x="364" y="61"/>
                  </a:lnTo>
                  <a:lnTo>
                    <a:pt x="366" y="61"/>
                  </a:lnTo>
                  <a:lnTo>
                    <a:pt x="367" y="61"/>
                  </a:lnTo>
                  <a:lnTo>
                    <a:pt x="368" y="61"/>
                  </a:lnTo>
                  <a:lnTo>
                    <a:pt x="370" y="61"/>
                  </a:lnTo>
                  <a:lnTo>
                    <a:pt x="371" y="61"/>
                  </a:lnTo>
                  <a:lnTo>
                    <a:pt x="372" y="61"/>
                  </a:lnTo>
                  <a:lnTo>
                    <a:pt x="374" y="60"/>
                  </a:lnTo>
                  <a:lnTo>
                    <a:pt x="375" y="60"/>
                  </a:lnTo>
                  <a:lnTo>
                    <a:pt x="376" y="60"/>
                  </a:lnTo>
                  <a:lnTo>
                    <a:pt x="378" y="60"/>
                  </a:lnTo>
                  <a:lnTo>
                    <a:pt x="379" y="60"/>
                  </a:lnTo>
                  <a:lnTo>
                    <a:pt x="380" y="60"/>
                  </a:lnTo>
                  <a:lnTo>
                    <a:pt x="382" y="60"/>
                  </a:lnTo>
                  <a:lnTo>
                    <a:pt x="383" y="60"/>
                  </a:lnTo>
                  <a:lnTo>
                    <a:pt x="385" y="60"/>
                  </a:lnTo>
                  <a:lnTo>
                    <a:pt x="386" y="60"/>
                  </a:lnTo>
                  <a:lnTo>
                    <a:pt x="387" y="60"/>
                  </a:lnTo>
                  <a:lnTo>
                    <a:pt x="389" y="60"/>
                  </a:lnTo>
                  <a:lnTo>
                    <a:pt x="390" y="60"/>
                  </a:lnTo>
                  <a:lnTo>
                    <a:pt x="391" y="60"/>
                  </a:lnTo>
                  <a:lnTo>
                    <a:pt x="393" y="59"/>
                  </a:lnTo>
                  <a:lnTo>
                    <a:pt x="394" y="59"/>
                  </a:lnTo>
                  <a:lnTo>
                    <a:pt x="395" y="59"/>
                  </a:lnTo>
                  <a:lnTo>
                    <a:pt x="397" y="59"/>
                  </a:lnTo>
                  <a:lnTo>
                    <a:pt x="398" y="59"/>
                  </a:lnTo>
                  <a:lnTo>
                    <a:pt x="399" y="59"/>
                  </a:lnTo>
                  <a:lnTo>
                    <a:pt x="401" y="59"/>
                  </a:lnTo>
                  <a:lnTo>
                    <a:pt x="402" y="59"/>
                  </a:lnTo>
                  <a:lnTo>
                    <a:pt x="403" y="59"/>
                  </a:lnTo>
                  <a:lnTo>
                    <a:pt x="405" y="59"/>
                  </a:lnTo>
                  <a:lnTo>
                    <a:pt x="406" y="59"/>
                  </a:lnTo>
                  <a:lnTo>
                    <a:pt x="407" y="59"/>
                  </a:lnTo>
                  <a:lnTo>
                    <a:pt x="409" y="59"/>
                  </a:lnTo>
                  <a:lnTo>
                    <a:pt x="410" y="59"/>
                  </a:lnTo>
                  <a:lnTo>
                    <a:pt x="411" y="59"/>
                  </a:lnTo>
                  <a:lnTo>
                    <a:pt x="413" y="59"/>
                  </a:lnTo>
                  <a:lnTo>
                    <a:pt x="414" y="59"/>
                  </a:lnTo>
                  <a:lnTo>
                    <a:pt x="415" y="59"/>
                  </a:lnTo>
                  <a:lnTo>
                    <a:pt x="417" y="59"/>
                  </a:lnTo>
                  <a:lnTo>
                    <a:pt x="418" y="58"/>
                  </a:lnTo>
                  <a:lnTo>
                    <a:pt x="420" y="36"/>
                  </a:lnTo>
                  <a:lnTo>
                    <a:pt x="421" y="37"/>
                  </a:lnTo>
                  <a:lnTo>
                    <a:pt x="422" y="36"/>
                  </a:lnTo>
                  <a:lnTo>
                    <a:pt x="424" y="36"/>
                  </a:lnTo>
                  <a:lnTo>
                    <a:pt x="425" y="36"/>
                  </a:lnTo>
                  <a:lnTo>
                    <a:pt x="426" y="36"/>
                  </a:lnTo>
                  <a:lnTo>
                    <a:pt x="428" y="36"/>
                  </a:lnTo>
                  <a:lnTo>
                    <a:pt x="429" y="36"/>
                  </a:lnTo>
                  <a:lnTo>
                    <a:pt x="430" y="36"/>
                  </a:lnTo>
                  <a:lnTo>
                    <a:pt x="432" y="36"/>
                  </a:lnTo>
                  <a:lnTo>
                    <a:pt x="433" y="36"/>
                  </a:lnTo>
                  <a:lnTo>
                    <a:pt x="434" y="36"/>
                  </a:lnTo>
                  <a:lnTo>
                    <a:pt x="436" y="36"/>
                  </a:lnTo>
                  <a:lnTo>
                    <a:pt x="437" y="36"/>
                  </a:lnTo>
                  <a:lnTo>
                    <a:pt x="438" y="35"/>
                  </a:lnTo>
                  <a:lnTo>
                    <a:pt x="440" y="35"/>
                  </a:lnTo>
                  <a:lnTo>
                    <a:pt x="441" y="35"/>
                  </a:lnTo>
                  <a:lnTo>
                    <a:pt x="442" y="35"/>
                  </a:lnTo>
                  <a:lnTo>
                    <a:pt x="444" y="35"/>
                  </a:lnTo>
                  <a:lnTo>
                    <a:pt x="445" y="35"/>
                  </a:lnTo>
                  <a:lnTo>
                    <a:pt x="446" y="35"/>
                  </a:lnTo>
                  <a:lnTo>
                    <a:pt x="448" y="35"/>
                  </a:lnTo>
                  <a:lnTo>
                    <a:pt x="449" y="35"/>
                  </a:lnTo>
                  <a:lnTo>
                    <a:pt x="450" y="35"/>
                  </a:lnTo>
                  <a:lnTo>
                    <a:pt x="452" y="35"/>
                  </a:lnTo>
                  <a:lnTo>
                    <a:pt x="453" y="35"/>
                  </a:lnTo>
                  <a:lnTo>
                    <a:pt x="455" y="35"/>
                  </a:lnTo>
                  <a:lnTo>
                    <a:pt x="456" y="35"/>
                  </a:lnTo>
                  <a:lnTo>
                    <a:pt x="457" y="35"/>
                  </a:lnTo>
                  <a:lnTo>
                    <a:pt x="459" y="35"/>
                  </a:lnTo>
                  <a:lnTo>
                    <a:pt x="460" y="35"/>
                  </a:lnTo>
                  <a:lnTo>
                    <a:pt x="461" y="35"/>
                  </a:lnTo>
                  <a:lnTo>
                    <a:pt x="463" y="35"/>
                  </a:lnTo>
                  <a:lnTo>
                    <a:pt x="464" y="35"/>
                  </a:lnTo>
                  <a:lnTo>
                    <a:pt x="465" y="34"/>
                  </a:lnTo>
                  <a:lnTo>
                    <a:pt x="467" y="34"/>
                  </a:lnTo>
                  <a:lnTo>
                    <a:pt x="468" y="34"/>
                  </a:lnTo>
                  <a:lnTo>
                    <a:pt x="469" y="34"/>
                  </a:lnTo>
                  <a:lnTo>
                    <a:pt x="471" y="34"/>
                  </a:lnTo>
                  <a:lnTo>
                    <a:pt x="472" y="34"/>
                  </a:lnTo>
                  <a:lnTo>
                    <a:pt x="473" y="34"/>
                  </a:lnTo>
                  <a:lnTo>
                    <a:pt x="475" y="34"/>
                  </a:lnTo>
                  <a:lnTo>
                    <a:pt x="476" y="34"/>
                  </a:lnTo>
                  <a:lnTo>
                    <a:pt x="477" y="34"/>
                  </a:lnTo>
                  <a:lnTo>
                    <a:pt x="479" y="34"/>
                  </a:lnTo>
                  <a:lnTo>
                    <a:pt x="480" y="34"/>
                  </a:lnTo>
                  <a:lnTo>
                    <a:pt x="481" y="34"/>
                  </a:lnTo>
                  <a:lnTo>
                    <a:pt x="483" y="34"/>
                  </a:lnTo>
                  <a:lnTo>
                    <a:pt x="484" y="34"/>
                  </a:lnTo>
                  <a:lnTo>
                    <a:pt x="485" y="34"/>
                  </a:lnTo>
                  <a:lnTo>
                    <a:pt x="487" y="34"/>
                  </a:lnTo>
                  <a:lnTo>
                    <a:pt x="488" y="34"/>
                  </a:lnTo>
                  <a:lnTo>
                    <a:pt x="490" y="33"/>
                  </a:lnTo>
                  <a:lnTo>
                    <a:pt x="491" y="33"/>
                  </a:lnTo>
                  <a:lnTo>
                    <a:pt x="492" y="33"/>
                  </a:lnTo>
                  <a:lnTo>
                    <a:pt x="494" y="33"/>
                  </a:lnTo>
                  <a:lnTo>
                    <a:pt x="495" y="33"/>
                  </a:lnTo>
                  <a:lnTo>
                    <a:pt x="496" y="33"/>
                  </a:lnTo>
                  <a:lnTo>
                    <a:pt x="498" y="33"/>
                  </a:lnTo>
                  <a:lnTo>
                    <a:pt x="499" y="33"/>
                  </a:lnTo>
                  <a:lnTo>
                    <a:pt x="500" y="33"/>
                  </a:lnTo>
                  <a:lnTo>
                    <a:pt x="502" y="33"/>
                  </a:lnTo>
                  <a:lnTo>
                    <a:pt x="503" y="33"/>
                  </a:lnTo>
                  <a:lnTo>
                    <a:pt x="504" y="33"/>
                  </a:lnTo>
                  <a:lnTo>
                    <a:pt x="506" y="33"/>
                  </a:lnTo>
                  <a:lnTo>
                    <a:pt x="507" y="33"/>
                  </a:lnTo>
                  <a:lnTo>
                    <a:pt x="508" y="33"/>
                  </a:lnTo>
                  <a:lnTo>
                    <a:pt x="510" y="33"/>
                  </a:lnTo>
                  <a:lnTo>
                    <a:pt x="511" y="33"/>
                  </a:lnTo>
                  <a:lnTo>
                    <a:pt x="512" y="33"/>
                  </a:lnTo>
                  <a:lnTo>
                    <a:pt x="514" y="33"/>
                  </a:lnTo>
                  <a:lnTo>
                    <a:pt x="515" y="33"/>
                  </a:lnTo>
                  <a:lnTo>
                    <a:pt x="516" y="33"/>
                  </a:lnTo>
                  <a:lnTo>
                    <a:pt x="518" y="33"/>
                  </a:lnTo>
                  <a:lnTo>
                    <a:pt x="519" y="33"/>
                  </a:lnTo>
                  <a:lnTo>
                    <a:pt x="520" y="33"/>
                  </a:lnTo>
                  <a:lnTo>
                    <a:pt x="522" y="33"/>
                  </a:lnTo>
                  <a:lnTo>
                    <a:pt x="523" y="33"/>
                  </a:lnTo>
                  <a:lnTo>
                    <a:pt x="524" y="32"/>
                  </a:lnTo>
                  <a:lnTo>
                    <a:pt x="526" y="32"/>
                  </a:lnTo>
                  <a:lnTo>
                    <a:pt x="527" y="32"/>
                  </a:lnTo>
                  <a:lnTo>
                    <a:pt x="529" y="32"/>
                  </a:lnTo>
                  <a:lnTo>
                    <a:pt x="530" y="32"/>
                  </a:lnTo>
                  <a:lnTo>
                    <a:pt x="531" y="32"/>
                  </a:lnTo>
                  <a:lnTo>
                    <a:pt x="533" y="32"/>
                  </a:lnTo>
                  <a:lnTo>
                    <a:pt x="534" y="32"/>
                  </a:lnTo>
                  <a:lnTo>
                    <a:pt x="535" y="32"/>
                  </a:lnTo>
                  <a:lnTo>
                    <a:pt x="537" y="32"/>
                  </a:lnTo>
                  <a:lnTo>
                    <a:pt x="538" y="32"/>
                  </a:lnTo>
                  <a:lnTo>
                    <a:pt x="539" y="32"/>
                  </a:lnTo>
                  <a:lnTo>
                    <a:pt x="541" y="32"/>
                  </a:lnTo>
                  <a:lnTo>
                    <a:pt x="542" y="32"/>
                  </a:lnTo>
                  <a:lnTo>
                    <a:pt x="543" y="32"/>
                  </a:lnTo>
                  <a:lnTo>
                    <a:pt x="545" y="32"/>
                  </a:lnTo>
                  <a:lnTo>
                    <a:pt x="546" y="32"/>
                  </a:lnTo>
                  <a:lnTo>
                    <a:pt x="547" y="32"/>
                  </a:lnTo>
                  <a:lnTo>
                    <a:pt x="549" y="32"/>
                  </a:lnTo>
                  <a:lnTo>
                    <a:pt x="550" y="32"/>
                  </a:lnTo>
                  <a:lnTo>
                    <a:pt x="551" y="32"/>
                  </a:lnTo>
                  <a:lnTo>
                    <a:pt x="553" y="31"/>
                  </a:lnTo>
                  <a:lnTo>
                    <a:pt x="554" y="31"/>
                  </a:lnTo>
                  <a:lnTo>
                    <a:pt x="555" y="31"/>
                  </a:lnTo>
                  <a:lnTo>
                    <a:pt x="557" y="31"/>
                  </a:lnTo>
                  <a:lnTo>
                    <a:pt x="558" y="31"/>
                  </a:lnTo>
                  <a:lnTo>
                    <a:pt x="559" y="31"/>
                  </a:lnTo>
                  <a:lnTo>
                    <a:pt x="561" y="31"/>
                  </a:lnTo>
                  <a:lnTo>
                    <a:pt x="562" y="31"/>
                  </a:lnTo>
                  <a:lnTo>
                    <a:pt x="564" y="31"/>
                  </a:lnTo>
                  <a:lnTo>
                    <a:pt x="565" y="31"/>
                  </a:lnTo>
                  <a:lnTo>
                    <a:pt x="566" y="31"/>
                  </a:lnTo>
                  <a:lnTo>
                    <a:pt x="568" y="31"/>
                  </a:lnTo>
                  <a:lnTo>
                    <a:pt x="569" y="31"/>
                  </a:lnTo>
                  <a:lnTo>
                    <a:pt x="570" y="31"/>
                  </a:lnTo>
                  <a:lnTo>
                    <a:pt x="572" y="31"/>
                  </a:lnTo>
                  <a:lnTo>
                    <a:pt x="573" y="31"/>
                  </a:lnTo>
                  <a:lnTo>
                    <a:pt x="574" y="31"/>
                  </a:lnTo>
                  <a:lnTo>
                    <a:pt x="576" y="31"/>
                  </a:lnTo>
                  <a:lnTo>
                    <a:pt x="577" y="31"/>
                  </a:lnTo>
                  <a:lnTo>
                    <a:pt x="578" y="31"/>
                  </a:lnTo>
                  <a:lnTo>
                    <a:pt x="580" y="31"/>
                  </a:lnTo>
                  <a:lnTo>
                    <a:pt x="581" y="31"/>
                  </a:lnTo>
                  <a:lnTo>
                    <a:pt x="582" y="31"/>
                  </a:lnTo>
                  <a:lnTo>
                    <a:pt x="584" y="31"/>
                  </a:lnTo>
                  <a:lnTo>
                    <a:pt x="585" y="31"/>
                  </a:lnTo>
                  <a:lnTo>
                    <a:pt x="586" y="31"/>
                  </a:lnTo>
                  <a:lnTo>
                    <a:pt x="588" y="31"/>
                  </a:lnTo>
                  <a:lnTo>
                    <a:pt x="589" y="31"/>
                  </a:lnTo>
                  <a:lnTo>
                    <a:pt x="590" y="30"/>
                  </a:lnTo>
                  <a:lnTo>
                    <a:pt x="592" y="30"/>
                  </a:lnTo>
                  <a:lnTo>
                    <a:pt x="593" y="30"/>
                  </a:lnTo>
                  <a:lnTo>
                    <a:pt x="594" y="30"/>
                  </a:lnTo>
                  <a:lnTo>
                    <a:pt x="596" y="30"/>
                  </a:lnTo>
                  <a:lnTo>
                    <a:pt x="597" y="30"/>
                  </a:lnTo>
                  <a:lnTo>
                    <a:pt x="599" y="30"/>
                  </a:lnTo>
                  <a:lnTo>
                    <a:pt x="600" y="30"/>
                  </a:lnTo>
                  <a:lnTo>
                    <a:pt x="601" y="30"/>
                  </a:lnTo>
                  <a:lnTo>
                    <a:pt x="603" y="30"/>
                  </a:lnTo>
                  <a:lnTo>
                    <a:pt x="604" y="30"/>
                  </a:lnTo>
                  <a:lnTo>
                    <a:pt x="605" y="30"/>
                  </a:lnTo>
                  <a:lnTo>
                    <a:pt x="607" y="30"/>
                  </a:lnTo>
                  <a:lnTo>
                    <a:pt x="608" y="30"/>
                  </a:lnTo>
                  <a:lnTo>
                    <a:pt x="609" y="30"/>
                  </a:lnTo>
                  <a:lnTo>
                    <a:pt x="611" y="30"/>
                  </a:lnTo>
                  <a:lnTo>
                    <a:pt x="612" y="30"/>
                  </a:lnTo>
                  <a:lnTo>
                    <a:pt x="613" y="30"/>
                  </a:lnTo>
                  <a:lnTo>
                    <a:pt x="615" y="30"/>
                  </a:lnTo>
                  <a:lnTo>
                    <a:pt x="616" y="30"/>
                  </a:lnTo>
                  <a:lnTo>
                    <a:pt x="617" y="30"/>
                  </a:lnTo>
                  <a:lnTo>
                    <a:pt x="619" y="30"/>
                  </a:lnTo>
                  <a:lnTo>
                    <a:pt x="620" y="30"/>
                  </a:lnTo>
                  <a:lnTo>
                    <a:pt x="621" y="30"/>
                  </a:lnTo>
                  <a:lnTo>
                    <a:pt x="623" y="30"/>
                  </a:lnTo>
                  <a:lnTo>
                    <a:pt x="624" y="30"/>
                  </a:lnTo>
                  <a:lnTo>
                    <a:pt x="625" y="30"/>
                  </a:lnTo>
                  <a:lnTo>
                    <a:pt x="627" y="30"/>
                  </a:lnTo>
                  <a:lnTo>
                    <a:pt x="628" y="30"/>
                  </a:lnTo>
                  <a:lnTo>
                    <a:pt x="629" y="30"/>
                  </a:lnTo>
                  <a:lnTo>
                    <a:pt x="631" y="30"/>
                  </a:lnTo>
                  <a:lnTo>
                    <a:pt x="632" y="30"/>
                  </a:lnTo>
                  <a:lnTo>
                    <a:pt x="634" y="30"/>
                  </a:lnTo>
                  <a:lnTo>
                    <a:pt x="635" y="29"/>
                  </a:lnTo>
                  <a:lnTo>
                    <a:pt x="636" y="29"/>
                  </a:lnTo>
                  <a:lnTo>
                    <a:pt x="638" y="29"/>
                  </a:lnTo>
                  <a:lnTo>
                    <a:pt x="639" y="29"/>
                  </a:lnTo>
                  <a:lnTo>
                    <a:pt x="640" y="29"/>
                  </a:lnTo>
                  <a:lnTo>
                    <a:pt x="642" y="29"/>
                  </a:lnTo>
                  <a:lnTo>
                    <a:pt x="643" y="29"/>
                  </a:lnTo>
                  <a:lnTo>
                    <a:pt x="644" y="29"/>
                  </a:lnTo>
                  <a:lnTo>
                    <a:pt x="646" y="29"/>
                  </a:lnTo>
                  <a:lnTo>
                    <a:pt x="647" y="29"/>
                  </a:lnTo>
                  <a:lnTo>
                    <a:pt x="648" y="29"/>
                  </a:lnTo>
                  <a:lnTo>
                    <a:pt x="650" y="29"/>
                  </a:lnTo>
                  <a:lnTo>
                    <a:pt x="651" y="29"/>
                  </a:lnTo>
                  <a:lnTo>
                    <a:pt x="652" y="29"/>
                  </a:lnTo>
                  <a:lnTo>
                    <a:pt x="654" y="29"/>
                  </a:lnTo>
                  <a:lnTo>
                    <a:pt x="655" y="29"/>
                  </a:lnTo>
                  <a:lnTo>
                    <a:pt x="656" y="29"/>
                  </a:lnTo>
                  <a:lnTo>
                    <a:pt x="658" y="29"/>
                  </a:lnTo>
                  <a:lnTo>
                    <a:pt x="659" y="29"/>
                  </a:lnTo>
                  <a:lnTo>
                    <a:pt x="660" y="29"/>
                  </a:lnTo>
                  <a:lnTo>
                    <a:pt x="662" y="29"/>
                  </a:lnTo>
                  <a:lnTo>
                    <a:pt x="663" y="29"/>
                  </a:lnTo>
                  <a:lnTo>
                    <a:pt x="664" y="29"/>
                  </a:lnTo>
                  <a:lnTo>
                    <a:pt x="666" y="29"/>
                  </a:lnTo>
                  <a:lnTo>
                    <a:pt x="667" y="29"/>
                  </a:lnTo>
                  <a:lnTo>
                    <a:pt x="668" y="29"/>
                  </a:lnTo>
                  <a:lnTo>
                    <a:pt x="670" y="29"/>
                  </a:lnTo>
                  <a:lnTo>
                    <a:pt x="671" y="28"/>
                  </a:lnTo>
                  <a:lnTo>
                    <a:pt x="673" y="28"/>
                  </a:lnTo>
                  <a:lnTo>
                    <a:pt x="674" y="28"/>
                  </a:lnTo>
                  <a:lnTo>
                    <a:pt x="675" y="28"/>
                  </a:lnTo>
                  <a:lnTo>
                    <a:pt x="677" y="28"/>
                  </a:lnTo>
                  <a:lnTo>
                    <a:pt x="678" y="28"/>
                  </a:lnTo>
                  <a:lnTo>
                    <a:pt x="679" y="28"/>
                  </a:lnTo>
                  <a:lnTo>
                    <a:pt x="681" y="28"/>
                  </a:lnTo>
                  <a:lnTo>
                    <a:pt x="682" y="28"/>
                  </a:lnTo>
                  <a:lnTo>
                    <a:pt x="683" y="28"/>
                  </a:lnTo>
                  <a:lnTo>
                    <a:pt x="685" y="28"/>
                  </a:lnTo>
                  <a:lnTo>
                    <a:pt x="686" y="28"/>
                  </a:lnTo>
                  <a:lnTo>
                    <a:pt x="687" y="28"/>
                  </a:lnTo>
                  <a:lnTo>
                    <a:pt x="689" y="28"/>
                  </a:lnTo>
                  <a:lnTo>
                    <a:pt x="690" y="28"/>
                  </a:lnTo>
                  <a:lnTo>
                    <a:pt x="691" y="28"/>
                  </a:lnTo>
                  <a:lnTo>
                    <a:pt x="693" y="28"/>
                  </a:lnTo>
                  <a:lnTo>
                    <a:pt x="694" y="28"/>
                  </a:lnTo>
                  <a:lnTo>
                    <a:pt x="695" y="28"/>
                  </a:lnTo>
                  <a:lnTo>
                    <a:pt x="697" y="28"/>
                  </a:lnTo>
                  <a:lnTo>
                    <a:pt x="698" y="28"/>
                  </a:lnTo>
                  <a:lnTo>
                    <a:pt x="699" y="28"/>
                  </a:lnTo>
                  <a:lnTo>
                    <a:pt x="701" y="28"/>
                  </a:lnTo>
                  <a:lnTo>
                    <a:pt x="702" y="28"/>
                  </a:lnTo>
                  <a:lnTo>
                    <a:pt x="703" y="28"/>
                  </a:lnTo>
                  <a:lnTo>
                    <a:pt x="705" y="28"/>
                  </a:lnTo>
                  <a:lnTo>
                    <a:pt x="706" y="28"/>
                  </a:lnTo>
                  <a:lnTo>
                    <a:pt x="708" y="28"/>
                  </a:lnTo>
                  <a:lnTo>
                    <a:pt x="709" y="27"/>
                  </a:lnTo>
                  <a:lnTo>
                    <a:pt x="710" y="28"/>
                  </a:lnTo>
                  <a:lnTo>
                    <a:pt x="712" y="28"/>
                  </a:lnTo>
                  <a:lnTo>
                    <a:pt x="713" y="27"/>
                  </a:lnTo>
                  <a:lnTo>
                    <a:pt x="714" y="27"/>
                  </a:lnTo>
                  <a:lnTo>
                    <a:pt x="716" y="27"/>
                  </a:lnTo>
                  <a:lnTo>
                    <a:pt x="717" y="27"/>
                  </a:lnTo>
                  <a:lnTo>
                    <a:pt x="718" y="27"/>
                  </a:lnTo>
                  <a:lnTo>
                    <a:pt x="720" y="27"/>
                  </a:lnTo>
                  <a:lnTo>
                    <a:pt x="721" y="27"/>
                  </a:lnTo>
                  <a:lnTo>
                    <a:pt x="722" y="27"/>
                  </a:lnTo>
                  <a:lnTo>
                    <a:pt x="724" y="28"/>
                  </a:lnTo>
                  <a:lnTo>
                    <a:pt x="725" y="28"/>
                  </a:lnTo>
                  <a:lnTo>
                    <a:pt x="726" y="28"/>
                  </a:lnTo>
                  <a:lnTo>
                    <a:pt x="728" y="28"/>
                  </a:lnTo>
                  <a:lnTo>
                    <a:pt x="729" y="28"/>
                  </a:lnTo>
                  <a:lnTo>
                    <a:pt x="730" y="28"/>
                  </a:lnTo>
                  <a:lnTo>
                    <a:pt x="732" y="27"/>
                  </a:lnTo>
                  <a:lnTo>
                    <a:pt x="733" y="27"/>
                  </a:lnTo>
                  <a:lnTo>
                    <a:pt x="734" y="27"/>
                  </a:lnTo>
                  <a:lnTo>
                    <a:pt x="736" y="27"/>
                  </a:lnTo>
                  <a:lnTo>
                    <a:pt x="737" y="27"/>
                  </a:lnTo>
                  <a:lnTo>
                    <a:pt x="738" y="27"/>
                  </a:lnTo>
                  <a:lnTo>
                    <a:pt x="740" y="27"/>
                  </a:lnTo>
                  <a:lnTo>
                    <a:pt x="741" y="27"/>
                  </a:lnTo>
                  <a:lnTo>
                    <a:pt x="743" y="27"/>
                  </a:lnTo>
                  <a:lnTo>
                    <a:pt x="744" y="27"/>
                  </a:lnTo>
                  <a:lnTo>
                    <a:pt x="745" y="27"/>
                  </a:lnTo>
                  <a:lnTo>
                    <a:pt x="747" y="27"/>
                  </a:lnTo>
                  <a:lnTo>
                    <a:pt x="748" y="27"/>
                  </a:lnTo>
                  <a:lnTo>
                    <a:pt x="749" y="27"/>
                  </a:lnTo>
                  <a:lnTo>
                    <a:pt x="751" y="27"/>
                  </a:lnTo>
                  <a:lnTo>
                    <a:pt x="752" y="27"/>
                  </a:lnTo>
                  <a:lnTo>
                    <a:pt x="753" y="27"/>
                  </a:lnTo>
                  <a:lnTo>
                    <a:pt x="755" y="27"/>
                  </a:lnTo>
                  <a:lnTo>
                    <a:pt x="756" y="27"/>
                  </a:lnTo>
                  <a:lnTo>
                    <a:pt x="757" y="27"/>
                  </a:lnTo>
                  <a:lnTo>
                    <a:pt x="759" y="27"/>
                  </a:lnTo>
                  <a:lnTo>
                    <a:pt x="760" y="27"/>
                  </a:lnTo>
                  <a:lnTo>
                    <a:pt x="761" y="27"/>
                  </a:lnTo>
                  <a:lnTo>
                    <a:pt x="763" y="27"/>
                  </a:lnTo>
                  <a:lnTo>
                    <a:pt x="764" y="27"/>
                  </a:lnTo>
                  <a:lnTo>
                    <a:pt x="765" y="27"/>
                  </a:lnTo>
                  <a:lnTo>
                    <a:pt x="767" y="26"/>
                  </a:lnTo>
                  <a:lnTo>
                    <a:pt x="768" y="26"/>
                  </a:lnTo>
                  <a:lnTo>
                    <a:pt x="769" y="26"/>
                  </a:lnTo>
                  <a:lnTo>
                    <a:pt x="771" y="26"/>
                  </a:lnTo>
                  <a:lnTo>
                    <a:pt x="772" y="26"/>
                  </a:lnTo>
                  <a:lnTo>
                    <a:pt x="773" y="26"/>
                  </a:lnTo>
                  <a:lnTo>
                    <a:pt x="775" y="26"/>
                  </a:lnTo>
                  <a:lnTo>
                    <a:pt x="776" y="26"/>
                  </a:lnTo>
                  <a:lnTo>
                    <a:pt x="777" y="26"/>
                  </a:lnTo>
                  <a:lnTo>
                    <a:pt x="779" y="26"/>
                  </a:lnTo>
                  <a:lnTo>
                    <a:pt x="780" y="26"/>
                  </a:lnTo>
                  <a:lnTo>
                    <a:pt x="782" y="26"/>
                  </a:lnTo>
                  <a:lnTo>
                    <a:pt x="783" y="26"/>
                  </a:lnTo>
                  <a:lnTo>
                    <a:pt x="784" y="26"/>
                  </a:lnTo>
                  <a:lnTo>
                    <a:pt x="786" y="26"/>
                  </a:lnTo>
                  <a:lnTo>
                    <a:pt x="787" y="26"/>
                  </a:lnTo>
                  <a:lnTo>
                    <a:pt x="788" y="26"/>
                  </a:lnTo>
                  <a:lnTo>
                    <a:pt x="790" y="26"/>
                  </a:lnTo>
                  <a:lnTo>
                    <a:pt x="791" y="26"/>
                  </a:lnTo>
                  <a:lnTo>
                    <a:pt x="792" y="26"/>
                  </a:lnTo>
                  <a:lnTo>
                    <a:pt x="794" y="26"/>
                  </a:lnTo>
                  <a:lnTo>
                    <a:pt x="795" y="26"/>
                  </a:lnTo>
                  <a:lnTo>
                    <a:pt x="796" y="26"/>
                  </a:lnTo>
                  <a:lnTo>
                    <a:pt x="798" y="26"/>
                  </a:lnTo>
                  <a:lnTo>
                    <a:pt x="799" y="26"/>
                  </a:lnTo>
                  <a:lnTo>
                    <a:pt x="800" y="26"/>
                  </a:lnTo>
                  <a:lnTo>
                    <a:pt x="802" y="26"/>
                  </a:lnTo>
                  <a:lnTo>
                    <a:pt x="803" y="26"/>
                  </a:lnTo>
                  <a:lnTo>
                    <a:pt x="804" y="26"/>
                  </a:lnTo>
                  <a:lnTo>
                    <a:pt x="806" y="26"/>
                  </a:lnTo>
                  <a:lnTo>
                    <a:pt x="807" y="26"/>
                  </a:lnTo>
                  <a:lnTo>
                    <a:pt x="808" y="26"/>
                  </a:lnTo>
                  <a:lnTo>
                    <a:pt x="810" y="26"/>
                  </a:lnTo>
                  <a:lnTo>
                    <a:pt x="811" y="26"/>
                  </a:lnTo>
                  <a:lnTo>
                    <a:pt x="812" y="26"/>
                  </a:lnTo>
                  <a:lnTo>
                    <a:pt x="814" y="26"/>
                  </a:lnTo>
                  <a:lnTo>
                    <a:pt x="815" y="26"/>
                  </a:lnTo>
                  <a:lnTo>
                    <a:pt x="817" y="26"/>
                  </a:lnTo>
                  <a:lnTo>
                    <a:pt x="818" y="26"/>
                  </a:lnTo>
                  <a:lnTo>
                    <a:pt x="819" y="26"/>
                  </a:lnTo>
                  <a:lnTo>
                    <a:pt x="821" y="26"/>
                  </a:lnTo>
                  <a:lnTo>
                    <a:pt x="822" y="26"/>
                  </a:lnTo>
                  <a:lnTo>
                    <a:pt x="823" y="25"/>
                  </a:lnTo>
                  <a:lnTo>
                    <a:pt x="825" y="26"/>
                  </a:lnTo>
                  <a:lnTo>
                    <a:pt x="826" y="25"/>
                  </a:lnTo>
                  <a:lnTo>
                    <a:pt x="827" y="25"/>
                  </a:lnTo>
                  <a:lnTo>
                    <a:pt x="829" y="25"/>
                  </a:lnTo>
                  <a:lnTo>
                    <a:pt x="830" y="25"/>
                  </a:lnTo>
                  <a:lnTo>
                    <a:pt x="831" y="25"/>
                  </a:lnTo>
                  <a:lnTo>
                    <a:pt x="833" y="25"/>
                  </a:lnTo>
                  <a:lnTo>
                    <a:pt x="834" y="25"/>
                  </a:lnTo>
                  <a:lnTo>
                    <a:pt x="835" y="25"/>
                  </a:lnTo>
                  <a:lnTo>
                    <a:pt x="837" y="25"/>
                  </a:lnTo>
                  <a:lnTo>
                    <a:pt x="838" y="25"/>
                  </a:lnTo>
                  <a:lnTo>
                    <a:pt x="839" y="25"/>
                  </a:lnTo>
                  <a:lnTo>
                    <a:pt x="841" y="25"/>
                  </a:lnTo>
                  <a:lnTo>
                    <a:pt x="842" y="25"/>
                  </a:lnTo>
                  <a:lnTo>
                    <a:pt x="843" y="25"/>
                  </a:lnTo>
                  <a:lnTo>
                    <a:pt x="845" y="25"/>
                  </a:lnTo>
                  <a:lnTo>
                    <a:pt x="846" y="25"/>
                  </a:lnTo>
                  <a:lnTo>
                    <a:pt x="847" y="25"/>
                  </a:lnTo>
                  <a:lnTo>
                    <a:pt x="849" y="25"/>
                  </a:lnTo>
                  <a:lnTo>
                    <a:pt x="850" y="25"/>
                  </a:lnTo>
                  <a:lnTo>
                    <a:pt x="852" y="25"/>
                  </a:lnTo>
                  <a:lnTo>
                    <a:pt x="853" y="25"/>
                  </a:lnTo>
                  <a:lnTo>
                    <a:pt x="854" y="25"/>
                  </a:lnTo>
                  <a:lnTo>
                    <a:pt x="856" y="25"/>
                  </a:lnTo>
                  <a:lnTo>
                    <a:pt x="857" y="25"/>
                  </a:lnTo>
                  <a:lnTo>
                    <a:pt x="858" y="25"/>
                  </a:lnTo>
                  <a:lnTo>
                    <a:pt x="860" y="25"/>
                  </a:lnTo>
                  <a:lnTo>
                    <a:pt x="861" y="25"/>
                  </a:lnTo>
                  <a:lnTo>
                    <a:pt x="862" y="25"/>
                  </a:lnTo>
                  <a:lnTo>
                    <a:pt x="864" y="25"/>
                  </a:lnTo>
                  <a:lnTo>
                    <a:pt x="865" y="25"/>
                  </a:lnTo>
                  <a:lnTo>
                    <a:pt x="866" y="24"/>
                  </a:lnTo>
                  <a:lnTo>
                    <a:pt x="868" y="24"/>
                  </a:lnTo>
                  <a:lnTo>
                    <a:pt x="869" y="24"/>
                  </a:lnTo>
                  <a:lnTo>
                    <a:pt x="870" y="24"/>
                  </a:lnTo>
                  <a:lnTo>
                    <a:pt x="872" y="24"/>
                  </a:lnTo>
                  <a:lnTo>
                    <a:pt x="873" y="24"/>
                  </a:lnTo>
                  <a:lnTo>
                    <a:pt x="874" y="24"/>
                  </a:lnTo>
                  <a:lnTo>
                    <a:pt x="876" y="24"/>
                  </a:lnTo>
                  <a:lnTo>
                    <a:pt x="877" y="24"/>
                  </a:lnTo>
                  <a:lnTo>
                    <a:pt x="878" y="24"/>
                  </a:lnTo>
                  <a:lnTo>
                    <a:pt x="880" y="24"/>
                  </a:lnTo>
                  <a:lnTo>
                    <a:pt x="881" y="24"/>
                  </a:lnTo>
                  <a:lnTo>
                    <a:pt x="882" y="24"/>
                  </a:lnTo>
                  <a:lnTo>
                    <a:pt x="884" y="24"/>
                  </a:lnTo>
                  <a:lnTo>
                    <a:pt x="885" y="24"/>
                  </a:lnTo>
                  <a:lnTo>
                    <a:pt x="887" y="24"/>
                  </a:lnTo>
                  <a:lnTo>
                    <a:pt x="888" y="24"/>
                  </a:lnTo>
                  <a:lnTo>
                    <a:pt x="889" y="24"/>
                  </a:lnTo>
                  <a:lnTo>
                    <a:pt x="891" y="24"/>
                  </a:lnTo>
                  <a:lnTo>
                    <a:pt x="892" y="24"/>
                  </a:lnTo>
                  <a:lnTo>
                    <a:pt x="893" y="24"/>
                  </a:lnTo>
                  <a:lnTo>
                    <a:pt x="895" y="24"/>
                  </a:lnTo>
                  <a:lnTo>
                    <a:pt x="896" y="24"/>
                  </a:lnTo>
                  <a:lnTo>
                    <a:pt x="897" y="24"/>
                  </a:lnTo>
                  <a:lnTo>
                    <a:pt x="899" y="24"/>
                  </a:lnTo>
                  <a:lnTo>
                    <a:pt x="900" y="24"/>
                  </a:lnTo>
                  <a:lnTo>
                    <a:pt x="901" y="24"/>
                  </a:lnTo>
                  <a:lnTo>
                    <a:pt x="903" y="24"/>
                  </a:lnTo>
                  <a:lnTo>
                    <a:pt x="904" y="24"/>
                  </a:lnTo>
                  <a:lnTo>
                    <a:pt x="905" y="23"/>
                  </a:lnTo>
                  <a:lnTo>
                    <a:pt x="907" y="23"/>
                  </a:lnTo>
                  <a:lnTo>
                    <a:pt x="908" y="23"/>
                  </a:lnTo>
                  <a:lnTo>
                    <a:pt x="909" y="23"/>
                  </a:lnTo>
                  <a:lnTo>
                    <a:pt x="911" y="23"/>
                  </a:lnTo>
                  <a:lnTo>
                    <a:pt x="912" y="23"/>
                  </a:lnTo>
                  <a:lnTo>
                    <a:pt x="913" y="23"/>
                  </a:lnTo>
                  <a:lnTo>
                    <a:pt x="915" y="23"/>
                  </a:lnTo>
                  <a:lnTo>
                    <a:pt x="916" y="23"/>
                  </a:lnTo>
                  <a:lnTo>
                    <a:pt x="917" y="23"/>
                  </a:lnTo>
                  <a:lnTo>
                    <a:pt x="919" y="23"/>
                  </a:lnTo>
                  <a:lnTo>
                    <a:pt x="920" y="23"/>
                  </a:lnTo>
                  <a:lnTo>
                    <a:pt x="921" y="23"/>
                  </a:lnTo>
                  <a:lnTo>
                    <a:pt x="923" y="23"/>
                  </a:lnTo>
                  <a:lnTo>
                    <a:pt x="924" y="23"/>
                  </a:lnTo>
                  <a:lnTo>
                    <a:pt x="926" y="23"/>
                  </a:lnTo>
                  <a:lnTo>
                    <a:pt x="927" y="23"/>
                  </a:lnTo>
                  <a:lnTo>
                    <a:pt x="928" y="23"/>
                  </a:lnTo>
                  <a:lnTo>
                    <a:pt x="930" y="23"/>
                  </a:lnTo>
                  <a:lnTo>
                    <a:pt x="931" y="23"/>
                  </a:lnTo>
                  <a:lnTo>
                    <a:pt x="932" y="23"/>
                  </a:lnTo>
                  <a:lnTo>
                    <a:pt x="934" y="23"/>
                  </a:lnTo>
                  <a:lnTo>
                    <a:pt x="935" y="23"/>
                  </a:lnTo>
                  <a:lnTo>
                    <a:pt x="936" y="23"/>
                  </a:lnTo>
                  <a:lnTo>
                    <a:pt x="938" y="23"/>
                  </a:lnTo>
                  <a:lnTo>
                    <a:pt x="939" y="23"/>
                  </a:lnTo>
                  <a:lnTo>
                    <a:pt x="940" y="23"/>
                  </a:lnTo>
                  <a:lnTo>
                    <a:pt x="942" y="23"/>
                  </a:lnTo>
                  <a:lnTo>
                    <a:pt x="943" y="23"/>
                  </a:lnTo>
                  <a:lnTo>
                    <a:pt x="944" y="23"/>
                  </a:lnTo>
                  <a:lnTo>
                    <a:pt x="946" y="23"/>
                  </a:lnTo>
                  <a:lnTo>
                    <a:pt x="947" y="23"/>
                  </a:lnTo>
                  <a:lnTo>
                    <a:pt x="948" y="23"/>
                  </a:lnTo>
                  <a:lnTo>
                    <a:pt x="950" y="23"/>
                  </a:lnTo>
                  <a:lnTo>
                    <a:pt x="951" y="23"/>
                  </a:lnTo>
                  <a:lnTo>
                    <a:pt x="952" y="23"/>
                  </a:lnTo>
                  <a:lnTo>
                    <a:pt x="954" y="23"/>
                  </a:lnTo>
                  <a:lnTo>
                    <a:pt x="955" y="23"/>
                  </a:lnTo>
                  <a:lnTo>
                    <a:pt x="956" y="23"/>
                  </a:lnTo>
                  <a:lnTo>
                    <a:pt x="958" y="23"/>
                  </a:lnTo>
                  <a:lnTo>
                    <a:pt x="959" y="23"/>
                  </a:lnTo>
                  <a:lnTo>
                    <a:pt x="961" y="23"/>
                  </a:lnTo>
                  <a:lnTo>
                    <a:pt x="962" y="23"/>
                  </a:lnTo>
                  <a:lnTo>
                    <a:pt x="963" y="23"/>
                  </a:lnTo>
                  <a:lnTo>
                    <a:pt x="965" y="23"/>
                  </a:lnTo>
                  <a:lnTo>
                    <a:pt x="966" y="23"/>
                  </a:lnTo>
                  <a:lnTo>
                    <a:pt x="967" y="23"/>
                  </a:lnTo>
                  <a:lnTo>
                    <a:pt x="969" y="23"/>
                  </a:lnTo>
                  <a:lnTo>
                    <a:pt x="970" y="23"/>
                  </a:lnTo>
                  <a:lnTo>
                    <a:pt x="971" y="22"/>
                  </a:lnTo>
                  <a:lnTo>
                    <a:pt x="973" y="22"/>
                  </a:lnTo>
                  <a:lnTo>
                    <a:pt x="974" y="22"/>
                  </a:lnTo>
                  <a:lnTo>
                    <a:pt x="975" y="22"/>
                  </a:lnTo>
                  <a:lnTo>
                    <a:pt x="977" y="22"/>
                  </a:lnTo>
                  <a:lnTo>
                    <a:pt x="978" y="22"/>
                  </a:lnTo>
                  <a:lnTo>
                    <a:pt x="979" y="22"/>
                  </a:lnTo>
                  <a:lnTo>
                    <a:pt x="981" y="22"/>
                  </a:lnTo>
                  <a:lnTo>
                    <a:pt x="982" y="22"/>
                  </a:lnTo>
                  <a:lnTo>
                    <a:pt x="983" y="22"/>
                  </a:lnTo>
                  <a:lnTo>
                    <a:pt x="985" y="22"/>
                  </a:lnTo>
                  <a:lnTo>
                    <a:pt x="986" y="22"/>
                  </a:lnTo>
                  <a:lnTo>
                    <a:pt x="987" y="22"/>
                  </a:lnTo>
                  <a:lnTo>
                    <a:pt x="989" y="22"/>
                  </a:lnTo>
                  <a:lnTo>
                    <a:pt x="990" y="22"/>
                  </a:lnTo>
                  <a:lnTo>
                    <a:pt x="991" y="22"/>
                  </a:lnTo>
                  <a:lnTo>
                    <a:pt x="993" y="22"/>
                  </a:lnTo>
                  <a:lnTo>
                    <a:pt x="994" y="22"/>
                  </a:lnTo>
                  <a:lnTo>
                    <a:pt x="996" y="22"/>
                  </a:lnTo>
                  <a:lnTo>
                    <a:pt x="997" y="22"/>
                  </a:lnTo>
                  <a:lnTo>
                    <a:pt x="998" y="22"/>
                  </a:lnTo>
                  <a:lnTo>
                    <a:pt x="1000" y="22"/>
                  </a:lnTo>
                  <a:lnTo>
                    <a:pt x="1001" y="22"/>
                  </a:lnTo>
                  <a:lnTo>
                    <a:pt x="1002" y="22"/>
                  </a:lnTo>
                  <a:lnTo>
                    <a:pt x="1004" y="22"/>
                  </a:lnTo>
                  <a:lnTo>
                    <a:pt x="1005" y="22"/>
                  </a:lnTo>
                  <a:lnTo>
                    <a:pt x="1006" y="22"/>
                  </a:lnTo>
                  <a:lnTo>
                    <a:pt x="1008" y="22"/>
                  </a:lnTo>
                  <a:lnTo>
                    <a:pt x="1009" y="22"/>
                  </a:lnTo>
                  <a:lnTo>
                    <a:pt x="1010" y="22"/>
                  </a:lnTo>
                  <a:lnTo>
                    <a:pt x="1012" y="22"/>
                  </a:lnTo>
                  <a:lnTo>
                    <a:pt x="1013" y="22"/>
                  </a:lnTo>
                  <a:lnTo>
                    <a:pt x="1014" y="22"/>
                  </a:lnTo>
                  <a:lnTo>
                    <a:pt x="1016" y="22"/>
                  </a:lnTo>
                  <a:lnTo>
                    <a:pt x="1017" y="22"/>
                  </a:lnTo>
                  <a:lnTo>
                    <a:pt x="1018" y="22"/>
                  </a:lnTo>
                  <a:lnTo>
                    <a:pt x="1020" y="22"/>
                  </a:lnTo>
                  <a:lnTo>
                    <a:pt x="1021" y="22"/>
                  </a:lnTo>
                  <a:lnTo>
                    <a:pt x="1022" y="22"/>
                  </a:lnTo>
                  <a:lnTo>
                    <a:pt x="1024" y="22"/>
                  </a:lnTo>
                  <a:lnTo>
                    <a:pt x="1025" y="22"/>
                  </a:lnTo>
                  <a:lnTo>
                    <a:pt x="1026" y="22"/>
                  </a:lnTo>
                  <a:lnTo>
                    <a:pt x="1028" y="22"/>
                  </a:lnTo>
                  <a:lnTo>
                    <a:pt x="1029" y="22"/>
                  </a:lnTo>
                  <a:lnTo>
                    <a:pt x="1031" y="22"/>
                  </a:lnTo>
                  <a:lnTo>
                    <a:pt x="1032" y="22"/>
                  </a:lnTo>
                  <a:lnTo>
                    <a:pt x="1033" y="22"/>
                  </a:lnTo>
                  <a:lnTo>
                    <a:pt x="1035" y="22"/>
                  </a:lnTo>
                  <a:lnTo>
                    <a:pt x="1036" y="22"/>
                  </a:lnTo>
                  <a:lnTo>
                    <a:pt x="1037" y="22"/>
                  </a:lnTo>
                  <a:lnTo>
                    <a:pt x="1039" y="22"/>
                  </a:lnTo>
                  <a:lnTo>
                    <a:pt x="1040" y="22"/>
                  </a:lnTo>
                  <a:lnTo>
                    <a:pt x="1041" y="22"/>
                  </a:lnTo>
                  <a:lnTo>
                    <a:pt x="1043" y="22"/>
                  </a:lnTo>
                  <a:lnTo>
                    <a:pt x="1044" y="22"/>
                  </a:lnTo>
                  <a:lnTo>
                    <a:pt x="1045" y="22"/>
                  </a:lnTo>
                  <a:lnTo>
                    <a:pt x="1047" y="22"/>
                  </a:lnTo>
                  <a:lnTo>
                    <a:pt x="1048" y="21"/>
                  </a:lnTo>
                  <a:lnTo>
                    <a:pt x="1049" y="21"/>
                  </a:lnTo>
                  <a:lnTo>
                    <a:pt x="1051" y="21"/>
                  </a:lnTo>
                  <a:lnTo>
                    <a:pt x="1052" y="21"/>
                  </a:lnTo>
                  <a:lnTo>
                    <a:pt x="1053" y="21"/>
                  </a:lnTo>
                  <a:lnTo>
                    <a:pt x="1055" y="21"/>
                  </a:lnTo>
                  <a:lnTo>
                    <a:pt x="1056" y="21"/>
                  </a:lnTo>
                  <a:lnTo>
                    <a:pt x="1057" y="21"/>
                  </a:lnTo>
                  <a:lnTo>
                    <a:pt x="1059" y="21"/>
                  </a:lnTo>
                  <a:lnTo>
                    <a:pt x="1060" y="21"/>
                  </a:lnTo>
                  <a:lnTo>
                    <a:pt x="1061" y="21"/>
                  </a:lnTo>
                  <a:lnTo>
                    <a:pt x="1063" y="21"/>
                  </a:lnTo>
                  <a:lnTo>
                    <a:pt x="1064" y="21"/>
                  </a:lnTo>
                  <a:lnTo>
                    <a:pt x="1065" y="21"/>
                  </a:lnTo>
                  <a:lnTo>
                    <a:pt x="1067" y="21"/>
                  </a:lnTo>
                  <a:lnTo>
                    <a:pt x="1068" y="21"/>
                  </a:lnTo>
                  <a:lnTo>
                    <a:pt x="1070" y="21"/>
                  </a:lnTo>
                  <a:lnTo>
                    <a:pt x="1071" y="21"/>
                  </a:lnTo>
                  <a:lnTo>
                    <a:pt x="1072" y="21"/>
                  </a:lnTo>
                  <a:lnTo>
                    <a:pt x="1074" y="21"/>
                  </a:lnTo>
                  <a:lnTo>
                    <a:pt x="1075" y="21"/>
                  </a:lnTo>
                  <a:lnTo>
                    <a:pt x="1076" y="21"/>
                  </a:lnTo>
                  <a:lnTo>
                    <a:pt x="1078" y="21"/>
                  </a:lnTo>
                  <a:lnTo>
                    <a:pt x="1079" y="21"/>
                  </a:lnTo>
                  <a:lnTo>
                    <a:pt x="1080" y="20"/>
                  </a:lnTo>
                  <a:lnTo>
                    <a:pt x="1082" y="20"/>
                  </a:lnTo>
                  <a:lnTo>
                    <a:pt x="1083" y="21"/>
                  </a:lnTo>
                  <a:lnTo>
                    <a:pt x="1084" y="21"/>
                  </a:lnTo>
                  <a:lnTo>
                    <a:pt x="1086" y="21"/>
                  </a:lnTo>
                  <a:lnTo>
                    <a:pt x="1087" y="21"/>
                  </a:lnTo>
                  <a:lnTo>
                    <a:pt x="1088" y="21"/>
                  </a:lnTo>
                  <a:lnTo>
                    <a:pt x="1090" y="21"/>
                  </a:lnTo>
                  <a:lnTo>
                    <a:pt x="1091" y="21"/>
                  </a:lnTo>
                  <a:lnTo>
                    <a:pt x="1092" y="21"/>
                  </a:lnTo>
                  <a:lnTo>
                    <a:pt x="1094" y="21"/>
                  </a:lnTo>
                  <a:lnTo>
                    <a:pt x="1095" y="21"/>
                  </a:lnTo>
                  <a:lnTo>
                    <a:pt x="1096" y="21"/>
                  </a:lnTo>
                  <a:lnTo>
                    <a:pt x="1098" y="20"/>
                  </a:lnTo>
                  <a:lnTo>
                    <a:pt x="1099" y="20"/>
                  </a:lnTo>
                  <a:lnTo>
                    <a:pt x="1100" y="20"/>
                  </a:lnTo>
                  <a:lnTo>
                    <a:pt x="1102" y="20"/>
                  </a:lnTo>
                  <a:lnTo>
                    <a:pt x="1103" y="20"/>
                  </a:lnTo>
                  <a:lnTo>
                    <a:pt x="1105" y="20"/>
                  </a:lnTo>
                  <a:lnTo>
                    <a:pt x="1106" y="20"/>
                  </a:lnTo>
                  <a:lnTo>
                    <a:pt x="1107" y="20"/>
                  </a:lnTo>
                  <a:lnTo>
                    <a:pt x="1109" y="20"/>
                  </a:lnTo>
                  <a:lnTo>
                    <a:pt x="1110" y="20"/>
                  </a:lnTo>
                  <a:lnTo>
                    <a:pt x="1111" y="20"/>
                  </a:lnTo>
                  <a:lnTo>
                    <a:pt x="1113" y="20"/>
                  </a:lnTo>
                  <a:lnTo>
                    <a:pt x="1114" y="20"/>
                  </a:lnTo>
                  <a:lnTo>
                    <a:pt x="1115" y="20"/>
                  </a:lnTo>
                  <a:lnTo>
                    <a:pt x="1117" y="20"/>
                  </a:lnTo>
                  <a:lnTo>
                    <a:pt x="1118" y="20"/>
                  </a:lnTo>
                  <a:lnTo>
                    <a:pt x="1119" y="20"/>
                  </a:lnTo>
                  <a:lnTo>
                    <a:pt x="1121" y="20"/>
                  </a:lnTo>
                  <a:lnTo>
                    <a:pt x="1122" y="20"/>
                  </a:lnTo>
                  <a:lnTo>
                    <a:pt x="1123" y="20"/>
                  </a:lnTo>
                  <a:lnTo>
                    <a:pt x="1125" y="20"/>
                  </a:lnTo>
                  <a:lnTo>
                    <a:pt x="1126" y="20"/>
                  </a:lnTo>
                  <a:lnTo>
                    <a:pt x="1127" y="20"/>
                  </a:lnTo>
                  <a:lnTo>
                    <a:pt x="1129" y="20"/>
                  </a:lnTo>
                  <a:lnTo>
                    <a:pt x="1130" y="20"/>
                  </a:lnTo>
                  <a:lnTo>
                    <a:pt x="1131" y="20"/>
                  </a:lnTo>
                  <a:lnTo>
                    <a:pt x="1133" y="20"/>
                  </a:lnTo>
                  <a:lnTo>
                    <a:pt x="1134" y="20"/>
                  </a:lnTo>
                  <a:lnTo>
                    <a:pt x="1135" y="20"/>
                  </a:lnTo>
                  <a:lnTo>
                    <a:pt x="1137" y="20"/>
                  </a:lnTo>
                  <a:lnTo>
                    <a:pt x="1138" y="20"/>
                  </a:lnTo>
                  <a:lnTo>
                    <a:pt x="1140" y="20"/>
                  </a:lnTo>
                  <a:lnTo>
                    <a:pt x="1141" y="20"/>
                  </a:lnTo>
                  <a:lnTo>
                    <a:pt x="1142" y="20"/>
                  </a:lnTo>
                  <a:lnTo>
                    <a:pt x="1144" y="20"/>
                  </a:lnTo>
                  <a:lnTo>
                    <a:pt x="1145" y="20"/>
                  </a:lnTo>
                  <a:lnTo>
                    <a:pt x="1146" y="20"/>
                  </a:lnTo>
                  <a:lnTo>
                    <a:pt x="1148" y="20"/>
                  </a:lnTo>
                  <a:lnTo>
                    <a:pt x="1149" y="20"/>
                  </a:lnTo>
                  <a:lnTo>
                    <a:pt x="1150" y="20"/>
                  </a:lnTo>
                  <a:lnTo>
                    <a:pt x="1152" y="20"/>
                  </a:lnTo>
                  <a:lnTo>
                    <a:pt x="1153" y="20"/>
                  </a:lnTo>
                  <a:lnTo>
                    <a:pt x="1154" y="20"/>
                  </a:lnTo>
                  <a:lnTo>
                    <a:pt x="1156" y="20"/>
                  </a:lnTo>
                  <a:lnTo>
                    <a:pt x="1157" y="20"/>
                  </a:lnTo>
                  <a:lnTo>
                    <a:pt x="1158" y="20"/>
                  </a:lnTo>
                  <a:lnTo>
                    <a:pt x="1160" y="20"/>
                  </a:lnTo>
                  <a:lnTo>
                    <a:pt x="1161" y="20"/>
                  </a:lnTo>
                  <a:lnTo>
                    <a:pt x="1162" y="20"/>
                  </a:lnTo>
                  <a:lnTo>
                    <a:pt x="1164" y="20"/>
                  </a:lnTo>
                  <a:lnTo>
                    <a:pt x="1165" y="20"/>
                  </a:lnTo>
                  <a:lnTo>
                    <a:pt x="1166" y="20"/>
                  </a:lnTo>
                  <a:lnTo>
                    <a:pt x="1168" y="20"/>
                  </a:lnTo>
                  <a:lnTo>
                    <a:pt x="1169" y="20"/>
                  </a:lnTo>
                  <a:lnTo>
                    <a:pt x="1170" y="20"/>
                  </a:lnTo>
                  <a:lnTo>
                    <a:pt x="1172" y="20"/>
                  </a:lnTo>
                  <a:lnTo>
                    <a:pt x="1173" y="20"/>
                  </a:lnTo>
                  <a:lnTo>
                    <a:pt x="1175" y="20"/>
                  </a:lnTo>
                  <a:lnTo>
                    <a:pt x="1176" y="20"/>
                  </a:lnTo>
                  <a:lnTo>
                    <a:pt x="1177" y="20"/>
                  </a:lnTo>
                  <a:lnTo>
                    <a:pt x="1179" y="20"/>
                  </a:lnTo>
                  <a:lnTo>
                    <a:pt x="1180" y="20"/>
                  </a:lnTo>
                  <a:lnTo>
                    <a:pt x="1181" y="20"/>
                  </a:lnTo>
                  <a:lnTo>
                    <a:pt x="1183" y="20"/>
                  </a:lnTo>
                  <a:lnTo>
                    <a:pt x="1184" y="20"/>
                  </a:lnTo>
                  <a:lnTo>
                    <a:pt x="1185" y="20"/>
                  </a:lnTo>
                  <a:lnTo>
                    <a:pt x="1187" y="20"/>
                  </a:lnTo>
                  <a:lnTo>
                    <a:pt x="1188" y="20"/>
                  </a:lnTo>
                  <a:lnTo>
                    <a:pt x="1189" y="20"/>
                  </a:lnTo>
                  <a:lnTo>
                    <a:pt x="1191" y="20"/>
                  </a:lnTo>
                  <a:lnTo>
                    <a:pt x="1192" y="20"/>
                  </a:lnTo>
                  <a:lnTo>
                    <a:pt x="1193" y="20"/>
                  </a:lnTo>
                  <a:lnTo>
                    <a:pt x="1195" y="20"/>
                  </a:lnTo>
                  <a:lnTo>
                    <a:pt x="1196" y="20"/>
                  </a:lnTo>
                  <a:lnTo>
                    <a:pt x="1197" y="20"/>
                  </a:lnTo>
                  <a:lnTo>
                    <a:pt x="1199" y="20"/>
                  </a:lnTo>
                  <a:lnTo>
                    <a:pt x="1200" y="20"/>
                  </a:lnTo>
                  <a:lnTo>
                    <a:pt x="1201" y="20"/>
                  </a:lnTo>
                  <a:lnTo>
                    <a:pt x="1203" y="20"/>
                  </a:lnTo>
                  <a:lnTo>
                    <a:pt x="1204" y="20"/>
                  </a:lnTo>
                  <a:lnTo>
                    <a:pt x="1205" y="20"/>
                  </a:lnTo>
                  <a:lnTo>
                    <a:pt x="1207" y="20"/>
                  </a:lnTo>
                  <a:lnTo>
                    <a:pt x="1208" y="20"/>
                  </a:lnTo>
                  <a:lnTo>
                    <a:pt x="1209" y="20"/>
                  </a:lnTo>
                  <a:lnTo>
                    <a:pt x="1211" y="20"/>
                  </a:lnTo>
                  <a:lnTo>
                    <a:pt x="1212" y="20"/>
                  </a:lnTo>
                  <a:lnTo>
                    <a:pt x="1214" y="20"/>
                  </a:lnTo>
                  <a:lnTo>
                    <a:pt x="1215" y="20"/>
                  </a:lnTo>
                  <a:lnTo>
                    <a:pt x="1216" y="20"/>
                  </a:lnTo>
                  <a:lnTo>
                    <a:pt x="1218" y="20"/>
                  </a:lnTo>
                  <a:lnTo>
                    <a:pt x="1219" y="20"/>
                  </a:lnTo>
                  <a:lnTo>
                    <a:pt x="1220" y="20"/>
                  </a:lnTo>
                  <a:lnTo>
                    <a:pt x="1222" y="20"/>
                  </a:lnTo>
                  <a:lnTo>
                    <a:pt x="1223" y="20"/>
                  </a:lnTo>
                  <a:lnTo>
                    <a:pt x="1224" y="20"/>
                  </a:lnTo>
                  <a:lnTo>
                    <a:pt x="1226" y="20"/>
                  </a:lnTo>
                  <a:lnTo>
                    <a:pt x="1227" y="20"/>
                  </a:lnTo>
                  <a:lnTo>
                    <a:pt x="1228" y="20"/>
                  </a:lnTo>
                  <a:lnTo>
                    <a:pt x="1230" y="20"/>
                  </a:lnTo>
                  <a:lnTo>
                    <a:pt x="1231" y="20"/>
                  </a:lnTo>
                  <a:lnTo>
                    <a:pt x="1232" y="20"/>
                  </a:lnTo>
                  <a:lnTo>
                    <a:pt x="1234" y="20"/>
                  </a:lnTo>
                  <a:lnTo>
                    <a:pt x="1235" y="20"/>
                  </a:lnTo>
                  <a:lnTo>
                    <a:pt x="1236" y="20"/>
                  </a:lnTo>
                  <a:lnTo>
                    <a:pt x="1238" y="20"/>
                  </a:lnTo>
                  <a:lnTo>
                    <a:pt x="1239" y="20"/>
                  </a:lnTo>
                  <a:lnTo>
                    <a:pt x="1240" y="19"/>
                  </a:lnTo>
                  <a:lnTo>
                    <a:pt x="1242" y="20"/>
                  </a:lnTo>
                  <a:lnTo>
                    <a:pt x="1243" y="19"/>
                  </a:lnTo>
                  <a:lnTo>
                    <a:pt x="1244" y="20"/>
                  </a:lnTo>
                  <a:lnTo>
                    <a:pt x="1246" y="20"/>
                  </a:lnTo>
                  <a:lnTo>
                    <a:pt x="1247" y="19"/>
                  </a:lnTo>
                  <a:lnTo>
                    <a:pt x="1249" y="19"/>
                  </a:lnTo>
                  <a:lnTo>
                    <a:pt x="1250" y="19"/>
                  </a:lnTo>
                  <a:lnTo>
                    <a:pt x="1251" y="19"/>
                  </a:lnTo>
                  <a:lnTo>
                    <a:pt x="1253" y="19"/>
                  </a:lnTo>
                  <a:lnTo>
                    <a:pt x="1254" y="19"/>
                  </a:lnTo>
                  <a:lnTo>
                    <a:pt x="1255" y="19"/>
                  </a:lnTo>
                  <a:lnTo>
                    <a:pt x="1257" y="19"/>
                  </a:lnTo>
                  <a:lnTo>
                    <a:pt x="1258" y="19"/>
                  </a:lnTo>
                  <a:lnTo>
                    <a:pt x="1259" y="19"/>
                  </a:lnTo>
                  <a:lnTo>
                    <a:pt x="1261" y="19"/>
                  </a:lnTo>
                  <a:lnTo>
                    <a:pt x="1262" y="19"/>
                  </a:lnTo>
                  <a:lnTo>
                    <a:pt x="1263" y="19"/>
                  </a:lnTo>
                  <a:lnTo>
                    <a:pt x="1265" y="19"/>
                  </a:lnTo>
                  <a:lnTo>
                    <a:pt x="1266" y="19"/>
                  </a:lnTo>
                  <a:lnTo>
                    <a:pt x="1267" y="19"/>
                  </a:lnTo>
                  <a:lnTo>
                    <a:pt x="1269" y="19"/>
                  </a:lnTo>
                  <a:lnTo>
                    <a:pt x="1270" y="19"/>
                  </a:lnTo>
                  <a:lnTo>
                    <a:pt x="1271" y="19"/>
                  </a:lnTo>
                  <a:lnTo>
                    <a:pt x="1273" y="19"/>
                  </a:lnTo>
                  <a:lnTo>
                    <a:pt x="1274" y="19"/>
                  </a:lnTo>
                  <a:lnTo>
                    <a:pt x="1275" y="19"/>
                  </a:lnTo>
                  <a:lnTo>
                    <a:pt x="1277" y="19"/>
                  </a:lnTo>
                  <a:lnTo>
                    <a:pt x="1278" y="19"/>
                  </a:lnTo>
                  <a:lnTo>
                    <a:pt x="1279" y="19"/>
                  </a:lnTo>
                  <a:lnTo>
                    <a:pt x="1281" y="19"/>
                  </a:lnTo>
                  <a:lnTo>
                    <a:pt x="1282" y="19"/>
                  </a:lnTo>
                  <a:lnTo>
                    <a:pt x="1284" y="19"/>
                  </a:lnTo>
                  <a:lnTo>
                    <a:pt x="1285" y="19"/>
                  </a:lnTo>
                  <a:lnTo>
                    <a:pt x="1286" y="19"/>
                  </a:lnTo>
                  <a:lnTo>
                    <a:pt x="1288" y="19"/>
                  </a:lnTo>
                  <a:lnTo>
                    <a:pt x="1289" y="18"/>
                  </a:lnTo>
                  <a:lnTo>
                    <a:pt x="1290" y="18"/>
                  </a:lnTo>
                  <a:lnTo>
                    <a:pt x="1292" y="19"/>
                  </a:lnTo>
                  <a:lnTo>
                    <a:pt x="1293" y="18"/>
                  </a:lnTo>
                  <a:lnTo>
                    <a:pt x="1294" y="18"/>
                  </a:lnTo>
                  <a:lnTo>
                    <a:pt x="1296" y="18"/>
                  </a:lnTo>
                  <a:lnTo>
                    <a:pt x="1297" y="18"/>
                  </a:lnTo>
                  <a:lnTo>
                    <a:pt x="1298" y="18"/>
                  </a:lnTo>
                  <a:lnTo>
                    <a:pt x="1300" y="18"/>
                  </a:lnTo>
                  <a:lnTo>
                    <a:pt x="1301" y="18"/>
                  </a:lnTo>
                  <a:lnTo>
                    <a:pt x="1302" y="18"/>
                  </a:lnTo>
                  <a:lnTo>
                    <a:pt x="1304" y="18"/>
                  </a:lnTo>
                  <a:lnTo>
                    <a:pt x="1305" y="19"/>
                  </a:lnTo>
                  <a:lnTo>
                    <a:pt x="1306" y="19"/>
                  </a:lnTo>
                  <a:lnTo>
                    <a:pt x="1308" y="19"/>
                  </a:lnTo>
                  <a:lnTo>
                    <a:pt x="1309" y="19"/>
                  </a:lnTo>
                  <a:lnTo>
                    <a:pt x="1310" y="19"/>
                  </a:lnTo>
                  <a:lnTo>
                    <a:pt x="1312" y="19"/>
                  </a:lnTo>
                  <a:lnTo>
                    <a:pt x="1313" y="19"/>
                  </a:lnTo>
                  <a:lnTo>
                    <a:pt x="1314" y="19"/>
                  </a:lnTo>
                  <a:lnTo>
                    <a:pt x="1316" y="19"/>
                  </a:lnTo>
                  <a:lnTo>
                    <a:pt x="1317" y="18"/>
                  </a:lnTo>
                  <a:lnTo>
                    <a:pt x="1319" y="18"/>
                  </a:lnTo>
                  <a:lnTo>
                    <a:pt x="1320" y="18"/>
                  </a:lnTo>
                  <a:lnTo>
                    <a:pt x="1321" y="18"/>
                  </a:lnTo>
                  <a:lnTo>
                    <a:pt x="1323" y="18"/>
                  </a:lnTo>
                  <a:lnTo>
                    <a:pt x="1324" y="18"/>
                  </a:lnTo>
                  <a:lnTo>
                    <a:pt x="1325" y="18"/>
                  </a:lnTo>
                  <a:lnTo>
                    <a:pt x="1327" y="18"/>
                  </a:lnTo>
                  <a:lnTo>
                    <a:pt x="1328" y="19"/>
                  </a:lnTo>
                  <a:lnTo>
                    <a:pt x="1329" y="19"/>
                  </a:lnTo>
                  <a:lnTo>
                    <a:pt x="1331" y="19"/>
                  </a:lnTo>
                  <a:lnTo>
                    <a:pt x="1332" y="18"/>
                  </a:lnTo>
                  <a:lnTo>
                    <a:pt x="1333" y="18"/>
                  </a:lnTo>
                  <a:lnTo>
                    <a:pt x="1335" y="18"/>
                  </a:lnTo>
                  <a:lnTo>
                    <a:pt x="1336" y="18"/>
                  </a:lnTo>
                  <a:lnTo>
                    <a:pt x="1337" y="18"/>
                  </a:lnTo>
                  <a:lnTo>
                    <a:pt x="1339" y="18"/>
                  </a:lnTo>
                  <a:lnTo>
                    <a:pt x="1340" y="18"/>
                  </a:lnTo>
                  <a:lnTo>
                    <a:pt x="1341" y="18"/>
                  </a:lnTo>
                  <a:lnTo>
                    <a:pt x="1343" y="18"/>
                  </a:lnTo>
                  <a:lnTo>
                    <a:pt x="1344" y="18"/>
                  </a:lnTo>
                  <a:lnTo>
                    <a:pt x="1345" y="18"/>
                  </a:lnTo>
                  <a:lnTo>
                    <a:pt x="1347" y="18"/>
                  </a:lnTo>
                  <a:lnTo>
                    <a:pt x="1348" y="18"/>
                  </a:lnTo>
                  <a:lnTo>
                    <a:pt x="1349" y="18"/>
                  </a:lnTo>
                  <a:lnTo>
                    <a:pt x="1351" y="18"/>
                  </a:lnTo>
                  <a:lnTo>
                    <a:pt x="1352" y="18"/>
                  </a:lnTo>
                  <a:lnTo>
                    <a:pt x="1353" y="18"/>
                  </a:lnTo>
                  <a:lnTo>
                    <a:pt x="1355" y="18"/>
                  </a:lnTo>
                  <a:lnTo>
                    <a:pt x="1356" y="18"/>
                  </a:lnTo>
                  <a:lnTo>
                    <a:pt x="1358" y="18"/>
                  </a:lnTo>
                  <a:lnTo>
                    <a:pt x="1359" y="18"/>
                  </a:lnTo>
                  <a:lnTo>
                    <a:pt x="1360" y="18"/>
                  </a:lnTo>
                  <a:lnTo>
                    <a:pt x="1362" y="18"/>
                  </a:lnTo>
                  <a:lnTo>
                    <a:pt x="1363" y="18"/>
                  </a:lnTo>
                  <a:lnTo>
                    <a:pt x="1364" y="18"/>
                  </a:lnTo>
                  <a:lnTo>
                    <a:pt x="1366" y="18"/>
                  </a:lnTo>
                  <a:lnTo>
                    <a:pt x="1367" y="18"/>
                  </a:lnTo>
                  <a:lnTo>
                    <a:pt x="1368" y="18"/>
                  </a:lnTo>
                  <a:lnTo>
                    <a:pt x="1370" y="18"/>
                  </a:lnTo>
                  <a:lnTo>
                    <a:pt x="1371" y="18"/>
                  </a:lnTo>
                  <a:lnTo>
                    <a:pt x="1372" y="18"/>
                  </a:lnTo>
                  <a:lnTo>
                    <a:pt x="1374" y="18"/>
                  </a:lnTo>
                  <a:lnTo>
                    <a:pt x="1375" y="18"/>
                  </a:lnTo>
                  <a:lnTo>
                    <a:pt x="1376" y="18"/>
                  </a:lnTo>
                  <a:lnTo>
                    <a:pt x="1378" y="18"/>
                  </a:lnTo>
                  <a:lnTo>
                    <a:pt x="1379" y="18"/>
                  </a:lnTo>
                  <a:lnTo>
                    <a:pt x="1380" y="18"/>
                  </a:lnTo>
                  <a:lnTo>
                    <a:pt x="1382" y="18"/>
                  </a:lnTo>
                  <a:lnTo>
                    <a:pt x="1383" y="18"/>
                  </a:lnTo>
                  <a:lnTo>
                    <a:pt x="1384" y="18"/>
                  </a:lnTo>
                  <a:lnTo>
                    <a:pt x="1386" y="18"/>
                  </a:lnTo>
                  <a:lnTo>
                    <a:pt x="1387" y="18"/>
                  </a:lnTo>
                  <a:lnTo>
                    <a:pt x="1388" y="18"/>
                  </a:lnTo>
                  <a:lnTo>
                    <a:pt x="1390" y="18"/>
                  </a:lnTo>
                  <a:lnTo>
                    <a:pt x="1391" y="18"/>
                  </a:lnTo>
                  <a:lnTo>
                    <a:pt x="1393" y="17"/>
                  </a:lnTo>
                  <a:lnTo>
                    <a:pt x="1394" y="18"/>
                  </a:lnTo>
                  <a:lnTo>
                    <a:pt x="1395" y="18"/>
                  </a:lnTo>
                  <a:lnTo>
                    <a:pt x="1397" y="18"/>
                  </a:lnTo>
                  <a:lnTo>
                    <a:pt x="1398" y="18"/>
                  </a:lnTo>
                  <a:lnTo>
                    <a:pt x="1399" y="18"/>
                  </a:lnTo>
                  <a:lnTo>
                    <a:pt x="1401" y="18"/>
                  </a:lnTo>
                  <a:lnTo>
                    <a:pt x="1402" y="18"/>
                  </a:lnTo>
                  <a:lnTo>
                    <a:pt x="1403" y="18"/>
                  </a:lnTo>
                  <a:lnTo>
                    <a:pt x="1405" y="18"/>
                  </a:lnTo>
                  <a:lnTo>
                    <a:pt x="1406" y="18"/>
                  </a:lnTo>
                  <a:lnTo>
                    <a:pt x="1407" y="17"/>
                  </a:lnTo>
                  <a:lnTo>
                    <a:pt x="1409" y="17"/>
                  </a:lnTo>
                  <a:lnTo>
                    <a:pt x="1410" y="17"/>
                  </a:lnTo>
                  <a:lnTo>
                    <a:pt x="1411" y="17"/>
                  </a:lnTo>
                  <a:lnTo>
                    <a:pt x="1413" y="17"/>
                  </a:lnTo>
                  <a:lnTo>
                    <a:pt x="1414" y="17"/>
                  </a:lnTo>
                  <a:lnTo>
                    <a:pt x="1415" y="17"/>
                  </a:lnTo>
                  <a:lnTo>
                    <a:pt x="1417" y="17"/>
                  </a:lnTo>
                  <a:lnTo>
                    <a:pt x="1418" y="17"/>
                  </a:lnTo>
                  <a:lnTo>
                    <a:pt x="1419" y="17"/>
                  </a:lnTo>
                  <a:lnTo>
                    <a:pt x="1421" y="17"/>
                  </a:lnTo>
                  <a:lnTo>
                    <a:pt x="1422" y="17"/>
                  </a:lnTo>
                </a:path>
              </a:pathLst>
            </a:custGeom>
            <a:noFill/>
            <a:ln cap="flat" cmpd="sng" w="25400">
              <a:solidFill>
                <a:srgbClr val="228B2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 flipH="1" rot="10800000">
              <a:off x="1187451" y="2928938"/>
              <a:ext cx="3756025" cy="174625"/>
            </a:xfrm>
            <a:custGeom>
              <a:rect b="b" l="l" r="r" t="t"/>
              <a:pathLst>
                <a:path extrusionOk="0" h="79" w="1422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0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90" y="0"/>
                  </a:lnTo>
                  <a:lnTo>
                    <a:pt x="91" y="0"/>
                  </a:lnTo>
                  <a:lnTo>
                    <a:pt x="92" y="1"/>
                  </a:lnTo>
                  <a:lnTo>
                    <a:pt x="94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8" y="0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1"/>
                  </a:lnTo>
                  <a:lnTo>
                    <a:pt x="103" y="1"/>
                  </a:lnTo>
                  <a:lnTo>
                    <a:pt x="105" y="1"/>
                  </a:lnTo>
                  <a:lnTo>
                    <a:pt x="106" y="1"/>
                  </a:lnTo>
                  <a:lnTo>
                    <a:pt x="107" y="1"/>
                  </a:lnTo>
                  <a:lnTo>
                    <a:pt x="109" y="1"/>
                  </a:lnTo>
                  <a:lnTo>
                    <a:pt x="110" y="1"/>
                  </a:lnTo>
                  <a:lnTo>
                    <a:pt x="111" y="1"/>
                  </a:lnTo>
                  <a:lnTo>
                    <a:pt x="113" y="1"/>
                  </a:lnTo>
                  <a:lnTo>
                    <a:pt x="114" y="1"/>
                  </a:lnTo>
                  <a:lnTo>
                    <a:pt x="115" y="2"/>
                  </a:lnTo>
                  <a:lnTo>
                    <a:pt x="117" y="39"/>
                  </a:lnTo>
                  <a:lnTo>
                    <a:pt x="118" y="41"/>
                  </a:lnTo>
                  <a:lnTo>
                    <a:pt x="119" y="43"/>
                  </a:lnTo>
                  <a:lnTo>
                    <a:pt x="121" y="44"/>
                  </a:lnTo>
                  <a:lnTo>
                    <a:pt x="122" y="45"/>
                  </a:lnTo>
                  <a:lnTo>
                    <a:pt x="123" y="46"/>
                  </a:lnTo>
                  <a:lnTo>
                    <a:pt x="125" y="47"/>
                  </a:lnTo>
                  <a:lnTo>
                    <a:pt x="126" y="48"/>
                  </a:lnTo>
                  <a:lnTo>
                    <a:pt x="127" y="49"/>
                  </a:lnTo>
                  <a:lnTo>
                    <a:pt x="129" y="50"/>
                  </a:lnTo>
                  <a:lnTo>
                    <a:pt x="130" y="51"/>
                  </a:lnTo>
                  <a:lnTo>
                    <a:pt x="132" y="52"/>
                  </a:lnTo>
                  <a:lnTo>
                    <a:pt x="133" y="53"/>
                  </a:lnTo>
                  <a:lnTo>
                    <a:pt x="134" y="54"/>
                  </a:lnTo>
                  <a:lnTo>
                    <a:pt x="136" y="55"/>
                  </a:lnTo>
                  <a:lnTo>
                    <a:pt x="137" y="56"/>
                  </a:lnTo>
                  <a:lnTo>
                    <a:pt x="138" y="57"/>
                  </a:lnTo>
                  <a:lnTo>
                    <a:pt x="140" y="58"/>
                  </a:lnTo>
                  <a:lnTo>
                    <a:pt x="141" y="58"/>
                  </a:lnTo>
                  <a:lnTo>
                    <a:pt x="142" y="59"/>
                  </a:lnTo>
                  <a:lnTo>
                    <a:pt x="144" y="60"/>
                  </a:lnTo>
                  <a:lnTo>
                    <a:pt x="145" y="60"/>
                  </a:lnTo>
                  <a:lnTo>
                    <a:pt x="146" y="61"/>
                  </a:lnTo>
                  <a:lnTo>
                    <a:pt x="148" y="61"/>
                  </a:lnTo>
                  <a:lnTo>
                    <a:pt x="149" y="62"/>
                  </a:lnTo>
                  <a:lnTo>
                    <a:pt x="150" y="62"/>
                  </a:lnTo>
                  <a:lnTo>
                    <a:pt x="152" y="63"/>
                  </a:lnTo>
                  <a:lnTo>
                    <a:pt x="153" y="64"/>
                  </a:lnTo>
                  <a:lnTo>
                    <a:pt x="154" y="64"/>
                  </a:lnTo>
                  <a:lnTo>
                    <a:pt x="156" y="65"/>
                  </a:lnTo>
                  <a:lnTo>
                    <a:pt x="157" y="65"/>
                  </a:lnTo>
                  <a:lnTo>
                    <a:pt x="158" y="66"/>
                  </a:lnTo>
                  <a:lnTo>
                    <a:pt x="160" y="66"/>
                  </a:lnTo>
                  <a:lnTo>
                    <a:pt x="161" y="66"/>
                  </a:lnTo>
                  <a:lnTo>
                    <a:pt x="162" y="67"/>
                  </a:lnTo>
                  <a:lnTo>
                    <a:pt x="164" y="67"/>
                  </a:lnTo>
                  <a:lnTo>
                    <a:pt x="165" y="68"/>
                  </a:lnTo>
                  <a:lnTo>
                    <a:pt x="167" y="68"/>
                  </a:lnTo>
                  <a:lnTo>
                    <a:pt x="168" y="68"/>
                  </a:lnTo>
                  <a:lnTo>
                    <a:pt x="169" y="68"/>
                  </a:lnTo>
                  <a:lnTo>
                    <a:pt x="171" y="69"/>
                  </a:lnTo>
                  <a:lnTo>
                    <a:pt x="172" y="69"/>
                  </a:lnTo>
                  <a:lnTo>
                    <a:pt x="173" y="69"/>
                  </a:lnTo>
                  <a:lnTo>
                    <a:pt x="175" y="69"/>
                  </a:lnTo>
                  <a:lnTo>
                    <a:pt x="176" y="70"/>
                  </a:lnTo>
                  <a:lnTo>
                    <a:pt x="177" y="70"/>
                  </a:lnTo>
                  <a:lnTo>
                    <a:pt x="179" y="70"/>
                  </a:lnTo>
                  <a:lnTo>
                    <a:pt x="180" y="70"/>
                  </a:lnTo>
                  <a:lnTo>
                    <a:pt x="181" y="70"/>
                  </a:lnTo>
                  <a:lnTo>
                    <a:pt x="183" y="70"/>
                  </a:lnTo>
                  <a:lnTo>
                    <a:pt x="184" y="71"/>
                  </a:lnTo>
                  <a:lnTo>
                    <a:pt x="185" y="71"/>
                  </a:lnTo>
                  <a:lnTo>
                    <a:pt x="187" y="71"/>
                  </a:lnTo>
                  <a:lnTo>
                    <a:pt x="188" y="71"/>
                  </a:lnTo>
                  <a:lnTo>
                    <a:pt x="189" y="71"/>
                  </a:lnTo>
                  <a:lnTo>
                    <a:pt x="191" y="71"/>
                  </a:lnTo>
                  <a:lnTo>
                    <a:pt x="192" y="71"/>
                  </a:lnTo>
                  <a:lnTo>
                    <a:pt x="193" y="72"/>
                  </a:lnTo>
                  <a:lnTo>
                    <a:pt x="195" y="72"/>
                  </a:lnTo>
                  <a:lnTo>
                    <a:pt x="196" y="72"/>
                  </a:lnTo>
                  <a:lnTo>
                    <a:pt x="197" y="72"/>
                  </a:lnTo>
                  <a:lnTo>
                    <a:pt x="199" y="73"/>
                  </a:lnTo>
                  <a:lnTo>
                    <a:pt x="200" y="73"/>
                  </a:lnTo>
                  <a:lnTo>
                    <a:pt x="202" y="73"/>
                  </a:lnTo>
                  <a:lnTo>
                    <a:pt x="203" y="73"/>
                  </a:lnTo>
                  <a:lnTo>
                    <a:pt x="204" y="73"/>
                  </a:lnTo>
                  <a:lnTo>
                    <a:pt x="206" y="73"/>
                  </a:lnTo>
                  <a:lnTo>
                    <a:pt x="207" y="74"/>
                  </a:lnTo>
                  <a:lnTo>
                    <a:pt x="208" y="74"/>
                  </a:lnTo>
                  <a:lnTo>
                    <a:pt x="210" y="74"/>
                  </a:lnTo>
                  <a:lnTo>
                    <a:pt x="211" y="74"/>
                  </a:lnTo>
                  <a:lnTo>
                    <a:pt x="212" y="74"/>
                  </a:lnTo>
                  <a:lnTo>
                    <a:pt x="214" y="74"/>
                  </a:lnTo>
                  <a:lnTo>
                    <a:pt x="215" y="74"/>
                  </a:lnTo>
                  <a:lnTo>
                    <a:pt x="216" y="74"/>
                  </a:lnTo>
                  <a:lnTo>
                    <a:pt x="218" y="74"/>
                  </a:lnTo>
                  <a:lnTo>
                    <a:pt x="219" y="74"/>
                  </a:lnTo>
                  <a:lnTo>
                    <a:pt x="220" y="74"/>
                  </a:lnTo>
                  <a:lnTo>
                    <a:pt x="222" y="74"/>
                  </a:lnTo>
                  <a:lnTo>
                    <a:pt x="223" y="74"/>
                  </a:lnTo>
                  <a:lnTo>
                    <a:pt x="224" y="75"/>
                  </a:lnTo>
                  <a:lnTo>
                    <a:pt x="226" y="75"/>
                  </a:lnTo>
                  <a:lnTo>
                    <a:pt x="227" y="75"/>
                  </a:lnTo>
                  <a:lnTo>
                    <a:pt x="228" y="75"/>
                  </a:lnTo>
                  <a:lnTo>
                    <a:pt x="230" y="75"/>
                  </a:lnTo>
                  <a:lnTo>
                    <a:pt x="231" y="75"/>
                  </a:lnTo>
                  <a:lnTo>
                    <a:pt x="232" y="75"/>
                  </a:lnTo>
                  <a:lnTo>
                    <a:pt x="234" y="75"/>
                  </a:lnTo>
                  <a:lnTo>
                    <a:pt x="235" y="76"/>
                  </a:lnTo>
                  <a:lnTo>
                    <a:pt x="236" y="76"/>
                  </a:lnTo>
                  <a:lnTo>
                    <a:pt x="238" y="76"/>
                  </a:lnTo>
                  <a:lnTo>
                    <a:pt x="239" y="76"/>
                  </a:lnTo>
                  <a:lnTo>
                    <a:pt x="241" y="76"/>
                  </a:lnTo>
                  <a:lnTo>
                    <a:pt x="242" y="76"/>
                  </a:lnTo>
                  <a:lnTo>
                    <a:pt x="243" y="76"/>
                  </a:lnTo>
                  <a:lnTo>
                    <a:pt x="245" y="76"/>
                  </a:lnTo>
                  <a:lnTo>
                    <a:pt x="246" y="76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50" y="77"/>
                  </a:lnTo>
                  <a:lnTo>
                    <a:pt x="251" y="77"/>
                  </a:lnTo>
                  <a:lnTo>
                    <a:pt x="253" y="77"/>
                  </a:lnTo>
                  <a:lnTo>
                    <a:pt x="254" y="77"/>
                  </a:lnTo>
                  <a:lnTo>
                    <a:pt x="255" y="77"/>
                  </a:lnTo>
                  <a:lnTo>
                    <a:pt x="257" y="77"/>
                  </a:lnTo>
                  <a:lnTo>
                    <a:pt x="258" y="78"/>
                  </a:lnTo>
                  <a:lnTo>
                    <a:pt x="259" y="78"/>
                  </a:lnTo>
                  <a:lnTo>
                    <a:pt x="261" y="78"/>
                  </a:lnTo>
                  <a:lnTo>
                    <a:pt x="262" y="78"/>
                  </a:lnTo>
                  <a:lnTo>
                    <a:pt x="263" y="78"/>
                  </a:lnTo>
                  <a:lnTo>
                    <a:pt x="265" y="78"/>
                  </a:lnTo>
                  <a:lnTo>
                    <a:pt x="266" y="78"/>
                  </a:lnTo>
                  <a:lnTo>
                    <a:pt x="267" y="78"/>
                  </a:lnTo>
                  <a:lnTo>
                    <a:pt x="269" y="78"/>
                  </a:lnTo>
                  <a:lnTo>
                    <a:pt x="270" y="78"/>
                  </a:lnTo>
                  <a:lnTo>
                    <a:pt x="271" y="78"/>
                  </a:lnTo>
                  <a:lnTo>
                    <a:pt x="273" y="78"/>
                  </a:lnTo>
                  <a:lnTo>
                    <a:pt x="274" y="78"/>
                  </a:lnTo>
                  <a:lnTo>
                    <a:pt x="276" y="78"/>
                  </a:lnTo>
                  <a:lnTo>
                    <a:pt x="277" y="78"/>
                  </a:lnTo>
                  <a:lnTo>
                    <a:pt x="278" y="78"/>
                  </a:lnTo>
                  <a:lnTo>
                    <a:pt x="280" y="78"/>
                  </a:lnTo>
                  <a:lnTo>
                    <a:pt x="281" y="78"/>
                  </a:lnTo>
                  <a:lnTo>
                    <a:pt x="282" y="79"/>
                  </a:lnTo>
                  <a:lnTo>
                    <a:pt x="284" y="79"/>
                  </a:lnTo>
                  <a:lnTo>
                    <a:pt x="285" y="79"/>
                  </a:lnTo>
                  <a:lnTo>
                    <a:pt x="286" y="79"/>
                  </a:lnTo>
                  <a:lnTo>
                    <a:pt x="288" y="79"/>
                  </a:lnTo>
                  <a:lnTo>
                    <a:pt x="289" y="79"/>
                  </a:lnTo>
                  <a:lnTo>
                    <a:pt x="290" y="79"/>
                  </a:lnTo>
                  <a:lnTo>
                    <a:pt x="292" y="79"/>
                  </a:lnTo>
                  <a:lnTo>
                    <a:pt x="293" y="78"/>
                  </a:lnTo>
                  <a:lnTo>
                    <a:pt x="294" y="78"/>
                  </a:lnTo>
                  <a:lnTo>
                    <a:pt x="296" y="78"/>
                  </a:lnTo>
                  <a:lnTo>
                    <a:pt x="297" y="78"/>
                  </a:lnTo>
                  <a:lnTo>
                    <a:pt x="298" y="78"/>
                  </a:lnTo>
                  <a:lnTo>
                    <a:pt x="300" y="78"/>
                  </a:lnTo>
                  <a:lnTo>
                    <a:pt x="301" y="78"/>
                  </a:lnTo>
                  <a:lnTo>
                    <a:pt x="302" y="78"/>
                  </a:lnTo>
                  <a:lnTo>
                    <a:pt x="304" y="78"/>
                  </a:lnTo>
                  <a:lnTo>
                    <a:pt x="305" y="78"/>
                  </a:lnTo>
                  <a:lnTo>
                    <a:pt x="306" y="78"/>
                  </a:lnTo>
                  <a:lnTo>
                    <a:pt x="308" y="78"/>
                  </a:lnTo>
                  <a:lnTo>
                    <a:pt x="309" y="78"/>
                  </a:lnTo>
                  <a:lnTo>
                    <a:pt x="311" y="78"/>
                  </a:lnTo>
                  <a:lnTo>
                    <a:pt x="312" y="78"/>
                  </a:lnTo>
                  <a:lnTo>
                    <a:pt x="313" y="77"/>
                  </a:lnTo>
                  <a:lnTo>
                    <a:pt x="315" y="77"/>
                  </a:lnTo>
                  <a:lnTo>
                    <a:pt x="316" y="77"/>
                  </a:lnTo>
                  <a:lnTo>
                    <a:pt x="317" y="77"/>
                  </a:lnTo>
                  <a:lnTo>
                    <a:pt x="319" y="77"/>
                  </a:lnTo>
                  <a:lnTo>
                    <a:pt x="320" y="77"/>
                  </a:lnTo>
                  <a:lnTo>
                    <a:pt x="321" y="77"/>
                  </a:lnTo>
                  <a:lnTo>
                    <a:pt x="323" y="77"/>
                  </a:lnTo>
                  <a:lnTo>
                    <a:pt x="324" y="77"/>
                  </a:lnTo>
                  <a:lnTo>
                    <a:pt x="325" y="77"/>
                  </a:lnTo>
                  <a:lnTo>
                    <a:pt x="327" y="77"/>
                  </a:lnTo>
                  <a:lnTo>
                    <a:pt x="328" y="77"/>
                  </a:lnTo>
                  <a:lnTo>
                    <a:pt x="329" y="77"/>
                  </a:lnTo>
                  <a:lnTo>
                    <a:pt x="331" y="77"/>
                  </a:lnTo>
                  <a:lnTo>
                    <a:pt x="332" y="76"/>
                  </a:lnTo>
                  <a:lnTo>
                    <a:pt x="333" y="76"/>
                  </a:lnTo>
                  <a:lnTo>
                    <a:pt x="335" y="76"/>
                  </a:lnTo>
                  <a:lnTo>
                    <a:pt x="336" y="76"/>
                  </a:lnTo>
                  <a:lnTo>
                    <a:pt x="337" y="76"/>
                  </a:lnTo>
                  <a:lnTo>
                    <a:pt x="339" y="76"/>
                  </a:lnTo>
                  <a:lnTo>
                    <a:pt x="340" y="76"/>
                  </a:lnTo>
                  <a:lnTo>
                    <a:pt x="341" y="76"/>
                  </a:lnTo>
                  <a:lnTo>
                    <a:pt x="343" y="76"/>
                  </a:lnTo>
                  <a:lnTo>
                    <a:pt x="344" y="76"/>
                  </a:lnTo>
                  <a:lnTo>
                    <a:pt x="346" y="75"/>
                  </a:lnTo>
                  <a:lnTo>
                    <a:pt x="347" y="75"/>
                  </a:lnTo>
                  <a:lnTo>
                    <a:pt x="348" y="75"/>
                  </a:lnTo>
                  <a:lnTo>
                    <a:pt x="350" y="75"/>
                  </a:lnTo>
                  <a:lnTo>
                    <a:pt x="351" y="75"/>
                  </a:lnTo>
                  <a:lnTo>
                    <a:pt x="352" y="75"/>
                  </a:lnTo>
                  <a:lnTo>
                    <a:pt x="354" y="75"/>
                  </a:lnTo>
                  <a:lnTo>
                    <a:pt x="355" y="75"/>
                  </a:lnTo>
                  <a:lnTo>
                    <a:pt x="356" y="75"/>
                  </a:lnTo>
                  <a:lnTo>
                    <a:pt x="358" y="74"/>
                  </a:lnTo>
                  <a:lnTo>
                    <a:pt x="359" y="74"/>
                  </a:lnTo>
                  <a:lnTo>
                    <a:pt x="360" y="74"/>
                  </a:lnTo>
                  <a:lnTo>
                    <a:pt x="362" y="74"/>
                  </a:lnTo>
                  <a:lnTo>
                    <a:pt x="363" y="74"/>
                  </a:lnTo>
                  <a:lnTo>
                    <a:pt x="364" y="74"/>
                  </a:lnTo>
                  <a:lnTo>
                    <a:pt x="366" y="74"/>
                  </a:lnTo>
                  <a:lnTo>
                    <a:pt x="367" y="74"/>
                  </a:lnTo>
                  <a:lnTo>
                    <a:pt x="368" y="73"/>
                  </a:lnTo>
                  <a:lnTo>
                    <a:pt x="370" y="73"/>
                  </a:lnTo>
                  <a:lnTo>
                    <a:pt x="371" y="73"/>
                  </a:lnTo>
                  <a:lnTo>
                    <a:pt x="372" y="73"/>
                  </a:lnTo>
                  <a:lnTo>
                    <a:pt x="374" y="73"/>
                  </a:lnTo>
                  <a:lnTo>
                    <a:pt x="375" y="73"/>
                  </a:lnTo>
                  <a:lnTo>
                    <a:pt x="376" y="73"/>
                  </a:lnTo>
                  <a:lnTo>
                    <a:pt x="378" y="73"/>
                  </a:lnTo>
                  <a:lnTo>
                    <a:pt x="379" y="72"/>
                  </a:lnTo>
                  <a:lnTo>
                    <a:pt x="380" y="72"/>
                  </a:lnTo>
                  <a:lnTo>
                    <a:pt x="382" y="72"/>
                  </a:lnTo>
                  <a:lnTo>
                    <a:pt x="383" y="72"/>
                  </a:lnTo>
                  <a:lnTo>
                    <a:pt x="385" y="72"/>
                  </a:lnTo>
                  <a:lnTo>
                    <a:pt x="386" y="72"/>
                  </a:lnTo>
                  <a:lnTo>
                    <a:pt x="387" y="72"/>
                  </a:lnTo>
                  <a:lnTo>
                    <a:pt x="389" y="72"/>
                  </a:lnTo>
                  <a:lnTo>
                    <a:pt x="390" y="71"/>
                  </a:lnTo>
                  <a:lnTo>
                    <a:pt x="391" y="71"/>
                  </a:lnTo>
                  <a:lnTo>
                    <a:pt x="393" y="71"/>
                  </a:lnTo>
                  <a:lnTo>
                    <a:pt x="394" y="71"/>
                  </a:lnTo>
                  <a:lnTo>
                    <a:pt x="395" y="71"/>
                  </a:lnTo>
                  <a:lnTo>
                    <a:pt x="397" y="71"/>
                  </a:lnTo>
                  <a:lnTo>
                    <a:pt x="398" y="71"/>
                  </a:lnTo>
                  <a:lnTo>
                    <a:pt x="399" y="71"/>
                  </a:lnTo>
                  <a:lnTo>
                    <a:pt x="401" y="71"/>
                  </a:lnTo>
                  <a:lnTo>
                    <a:pt x="402" y="71"/>
                  </a:lnTo>
                  <a:lnTo>
                    <a:pt x="403" y="71"/>
                  </a:lnTo>
                  <a:lnTo>
                    <a:pt x="405" y="70"/>
                  </a:lnTo>
                  <a:lnTo>
                    <a:pt x="406" y="70"/>
                  </a:lnTo>
                  <a:lnTo>
                    <a:pt x="407" y="70"/>
                  </a:lnTo>
                  <a:lnTo>
                    <a:pt x="409" y="70"/>
                  </a:lnTo>
                  <a:lnTo>
                    <a:pt x="410" y="70"/>
                  </a:lnTo>
                  <a:lnTo>
                    <a:pt x="411" y="70"/>
                  </a:lnTo>
                  <a:lnTo>
                    <a:pt x="413" y="70"/>
                  </a:lnTo>
                  <a:lnTo>
                    <a:pt x="414" y="70"/>
                  </a:lnTo>
                  <a:lnTo>
                    <a:pt x="415" y="70"/>
                  </a:lnTo>
                  <a:lnTo>
                    <a:pt x="417" y="70"/>
                  </a:lnTo>
                  <a:lnTo>
                    <a:pt x="418" y="70"/>
                  </a:lnTo>
                  <a:lnTo>
                    <a:pt x="420" y="46"/>
                  </a:lnTo>
                  <a:lnTo>
                    <a:pt x="421" y="46"/>
                  </a:lnTo>
                  <a:lnTo>
                    <a:pt x="422" y="46"/>
                  </a:lnTo>
                  <a:lnTo>
                    <a:pt x="424" y="46"/>
                  </a:lnTo>
                  <a:lnTo>
                    <a:pt x="425" y="46"/>
                  </a:lnTo>
                  <a:lnTo>
                    <a:pt x="426" y="46"/>
                  </a:lnTo>
                  <a:lnTo>
                    <a:pt x="428" y="46"/>
                  </a:lnTo>
                  <a:lnTo>
                    <a:pt x="429" y="45"/>
                  </a:lnTo>
                  <a:lnTo>
                    <a:pt x="430" y="45"/>
                  </a:lnTo>
                  <a:lnTo>
                    <a:pt x="432" y="45"/>
                  </a:lnTo>
                  <a:lnTo>
                    <a:pt x="433" y="45"/>
                  </a:lnTo>
                  <a:lnTo>
                    <a:pt x="434" y="45"/>
                  </a:lnTo>
                  <a:lnTo>
                    <a:pt x="436" y="45"/>
                  </a:lnTo>
                  <a:lnTo>
                    <a:pt x="437" y="45"/>
                  </a:lnTo>
                  <a:lnTo>
                    <a:pt x="438" y="45"/>
                  </a:lnTo>
                  <a:lnTo>
                    <a:pt x="440" y="45"/>
                  </a:lnTo>
                  <a:lnTo>
                    <a:pt x="441" y="44"/>
                  </a:lnTo>
                  <a:lnTo>
                    <a:pt x="442" y="44"/>
                  </a:lnTo>
                  <a:lnTo>
                    <a:pt x="444" y="44"/>
                  </a:lnTo>
                  <a:lnTo>
                    <a:pt x="445" y="44"/>
                  </a:lnTo>
                  <a:lnTo>
                    <a:pt x="446" y="44"/>
                  </a:lnTo>
                  <a:lnTo>
                    <a:pt x="448" y="44"/>
                  </a:lnTo>
                  <a:lnTo>
                    <a:pt x="449" y="44"/>
                  </a:lnTo>
                  <a:lnTo>
                    <a:pt x="450" y="44"/>
                  </a:lnTo>
                  <a:lnTo>
                    <a:pt x="452" y="44"/>
                  </a:lnTo>
                  <a:lnTo>
                    <a:pt x="453" y="44"/>
                  </a:lnTo>
                  <a:lnTo>
                    <a:pt x="455" y="44"/>
                  </a:lnTo>
                  <a:lnTo>
                    <a:pt x="456" y="44"/>
                  </a:lnTo>
                  <a:lnTo>
                    <a:pt x="457" y="44"/>
                  </a:lnTo>
                  <a:lnTo>
                    <a:pt x="459" y="44"/>
                  </a:lnTo>
                  <a:lnTo>
                    <a:pt x="460" y="43"/>
                  </a:lnTo>
                  <a:lnTo>
                    <a:pt x="461" y="43"/>
                  </a:lnTo>
                  <a:lnTo>
                    <a:pt x="463" y="43"/>
                  </a:lnTo>
                  <a:lnTo>
                    <a:pt x="464" y="43"/>
                  </a:lnTo>
                  <a:lnTo>
                    <a:pt x="465" y="43"/>
                  </a:lnTo>
                  <a:lnTo>
                    <a:pt x="467" y="43"/>
                  </a:lnTo>
                  <a:lnTo>
                    <a:pt x="468" y="43"/>
                  </a:lnTo>
                  <a:lnTo>
                    <a:pt x="469" y="43"/>
                  </a:lnTo>
                  <a:lnTo>
                    <a:pt x="471" y="43"/>
                  </a:lnTo>
                  <a:lnTo>
                    <a:pt x="472" y="43"/>
                  </a:lnTo>
                  <a:lnTo>
                    <a:pt x="473" y="43"/>
                  </a:lnTo>
                  <a:lnTo>
                    <a:pt x="475" y="43"/>
                  </a:lnTo>
                  <a:lnTo>
                    <a:pt x="476" y="43"/>
                  </a:lnTo>
                  <a:lnTo>
                    <a:pt x="477" y="42"/>
                  </a:lnTo>
                  <a:lnTo>
                    <a:pt x="479" y="42"/>
                  </a:lnTo>
                  <a:lnTo>
                    <a:pt x="480" y="42"/>
                  </a:lnTo>
                  <a:lnTo>
                    <a:pt x="481" y="42"/>
                  </a:lnTo>
                  <a:lnTo>
                    <a:pt x="483" y="42"/>
                  </a:lnTo>
                  <a:lnTo>
                    <a:pt x="484" y="42"/>
                  </a:lnTo>
                  <a:lnTo>
                    <a:pt x="485" y="42"/>
                  </a:lnTo>
                  <a:lnTo>
                    <a:pt x="487" y="42"/>
                  </a:lnTo>
                  <a:lnTo>
                    <a:pt x="488" y="41"/>
                  </a:lnTo>
                  <a:lnTo>
                    <a:pt x="490" y="41"/>
                  </a:lnTo>
                  <a:lnTo>
                    <a:pt x="491" y="41"/>
                  </a:lnTo>
                  <a:lnTo>
                    <a:pt x="492" y="41"/>
                  </a:lnTo>
                  <a:lnTo>
                    <a:pt x="494" y="41"/>
                  </a:lnTo>
                  <a:lnTo>
                    <a:pt x="495" y="41"/>
                  </a:lnTo>
                  <a:lnTo>
                    <a:pt x="496" y="41"/>
                  </a:lnTo>
                  <a:lnTo>
                    <a:pt x="498" y="41"/>
                  </a:lnTo>
                  <a:lnTo>
                    <a:pt x="499" y="41"/>
                  </a:lnTo>
                  <a:lnTo>
                    <a:pt x="500" y="41"/>
                  </a:lnTo>
                  <a:lnTo>
                    <a:pt x="502" y="41"/>
                  </a:lnTo>
                  <a:lnTo>
                    <a:pt x="503" y="41"/>
                  </a:lnTo>
                  <a:lnTo>
                    <a:pt x="504" y="41"/>
                  </a:lnTo>
                  <a:lnTo>
                    <a:pt x="506" y="41"/>
                  </a:lnTo>
                  <a:lnTo>
                    <a:pt x="507" y="41"/>
                  </a:lnTo>
                  <a:lnTo>
                    <a:pt x="508" y="41"/>
                  </a:lnTo>
                  <a:lnTo>
                    <a:pt x="510" y="41"/>
                  </a:lnTo>
                  <a:lnTo>
                    <a:pt x="511" y="41"/>
                  </a:lnTo>
                  <a:lnTo>
                    <a:pt x="512" y="41"/>
                  </a:lnTo>
                  <a:lnTo>
                    <a:pt x="514" y="41"/>
                  </a:lnTo>
                  <a:lnTo>
                    <a:pt x="515" y="41"/>
                  </a:lnTo>
                  <a:lnTo>
                    <a:pt x="516" y="41"/>
                  </a:lnTo>
                  <a:lnTo>
                    <a:pt x="518" y="41"/>
                  </a:lnTo>
                  <a:lnTo>
                    <a:pt x="519" y="41"/>
                  </a:lnTo>
                  <a:lnTo>
                    <a:pt x="520" y="41"/>
                  </a:lnTo>
                  <a:lnTo>
                    <a:pt x="522" y="41"/>
                  </a:lnTo>
                  <a:lnTo>
                    <a:pt x="523" y="40"/>
                  </a:lnTo>
                  <a:lnTo>
                    <a:pt x="524" y="40"/>
                  </a:lnTo>
                  <a:lnTo>
                    <a:pt x="526" y="40"/>
                  </a:lnTo>
                  <a:lnTo>
                    <a:pt x="527" y="40"/>
                  </a:lnTo>
                  <a:lnTo>
                    <a:pt x="529" y="40"/>
                  </a:lnTo>
                  <a:lnTo>
                    <a:pt x="530" y="40"/>
                  </a:lnTo>
                  <a:lnTo>
                    <a:pt x="531" y="40"/>
                  </a:lnTo>
                  <a:lnTo>
                    <a:pt x="533" y="40"/>
                  </a:lnTo>
                  <a:lnTo>
                    <a:pt x="534" y="40"/>
                  </a:lnTo>
                  <a:lnTo>
                    <a:pt x="535" y="40"/>
                  </a:lnTo>
                  <a:lnTo>
                    <a:pt x="537" y="40"/>
                  </a:lnTo>
                  <a:lnTo>
                    <a:pt x="538" y="40"/>
                  </a:lnTo>
                  <a:lnTo>
                    <a:pt x="539" y="40"/>
                  </a:lnTo>
                  <a:lnTo>
                    <a:pt x="541" y="40"/>
                  </a:lnTo>
                  <a:lnTo>
                    <a:pt x="542" y="40"/>
                  </a:lnTo>
                  <a:lnTo>
                    <a:pt x="543" y="40"/>
                  </a:lnTo>
                  <a:lnTo>
                    <a:pt x="545" y="40"/>
                  </a:lnTo>
                  <a:lnTo>
                    <a:pt x="546" y="40"/>
                  </a:lnTo>
                  <a:lnTo>
                    <a:pt x="547" y="40"/>
                  </a:lnTo>
                  <a:lnTo>
                    <a:pt x="549" y="40"/>
                  </a:lnTo>
                  <a:lnTo>
                    <a:pt x="550" y="40"/>
                  </a:lnTo>
                  <a:lnTo>
                    <a:pt x="551" y="40"/>
                  </a:lnTo>
                  <a:lnTo>
                    <a:pt x="553" y="40"/>
                  </a:lnTo>
                  <a:lnTo>
                    <a:pt x="554" y="40"/>
                  </a:lnTo>
                  <a:lnTo>
                    <a:pt x="555" y="39"/>
                  </a:lnTo>
                  <a:lnTo>
                    <a:pt x="557" y="39"/>
                  </a:lnTo>
                  <a:lnTo>
                    <a:pt x="558" y="39"/>
                  </a:lnTo>
                  <a:lnTo>
                    <a:pt x="559" y="39"/>
                  </a:lnTo>
                  <a:lnTo>
                    <a:pt x="561" y="39"/>
                  </a:lnTo>
                  <a:lnTo>
                    <a:pt x="562" y="39"/>
                  </a:lnTo>
                  <a:lnTo>
                    <a:pt x="564" y="39"/>
                  </a:lnTo>
                  <a:lnTo>
                    <a:pt x="565" y="39"/>
                  </a:lnTo>
                  <a:lnTo>
                    <a:pt x="566" y="39"/>
                  </a:lnTo>
                  <a:lnTo>
                    <a:pt x="568" y="39"/>
                  </a:lnTo>
                  <a:lnTo>
                    <a:pt x="569" y="39"/>
                  </a:lnTo>
                  <a:lnTo>
                    <a:pt x="570" y="39"/>
                  </a:lnTo>
                  <a:lnTo>
                    <a:pt x="572" y="39"/>
                  </a:lnTo>
                  <a:lnTo>
                    <a:pt x="573" y="39"/>
                  </a:lnTo>
                  <a:lnTo>
                    <a:pt x="574" y="39"/>
                  </a:lnTo>
                  <a:lnTo>
                    <a:pt x="576" y="39"/>
                  </a:lnTo>
                  <a:lnTo>
                    <a:pt x="577" y="39"/>
                  </a:lnTo>
                  <a:lnTo>
                    <a:pt x="578" y="39"/>
                  </a:lnTo>
                  <a:lnTo>
                    <a:pt x="580" y="39"/>
                  </a:lnTo>
                  <a:lnTo>
                    <a:pt x="581" y="39"/>
                  </a:lnTo>
                  <a:lnTo>
                    <a:pt x="582" y="39"/>
                  </a:lnTo>
                  <a:lnTo>
                    <a:pt x="584" y="39"/>
                  </a:lnTo>
                  <a:lnTo>
                    <a:pt x="585" y="39"/>
                  </a:lnTo>
                  <a:lnTo>
                    <a:pt x="586" y="39"/>
                  </a:lnTo>
                  <a:lnTo>
                    <a:pt x="588" y="38"/>
                  </a:lnTo>
                  <a:lnTo>
                    <a:pt x="589" y="38"/>
                  </a:lnTo>
                  <a:lnTo>
                    <a:pt x="590" y="38"/>
                  </a:lnTo>
                  <a:lnTo>
                    <a:pt x="592" y="38"/>
                  </a:lnTo>
                  <a:lnTo>
                    <a:pt x="593" y="38"/>
                  </a:lnTo>
                  <a:lnTo>
                    <a:pt x="594" y="38"/>
                  </a:lnTo>
                  <a:lnTo>
                    <a:pt x="596" y="38"/>
                  </a:lnTo>
                  <a:lnTo>
                    <a:pt x="597" y="38"/>
                  </a:lnTo>
                  <a:lnTo>
                    <a:pt x="599" y="38"/>
                  </a:lnTo>
                  <a:lnTo>
                    <a:pt x="600" y="38"/>
                  </a:lnTo>
                  <a:lnTo>
                    <a:pt x="601" y="38"/>
                  </a:lnTo>
                  <a:lnTo>
                    <a:pt x="603" y="38"/>
                  </a:lnTo>
                  <a:lnTo>
                    <a:pt x="604" y="37"/>
                  </a:lnTo>
                  <a:lnTo>
                    <a:pt x="605" y="37"/>
                  </a:lnTo>
                  <a:lnTo>
                    <a:pt x="607" y="37"/>
                  </a:lnTo>
                  <a:lnTo>
                    <a:pt x="608" y="37"/>
                  </a:lnTo>
                  <a:lnTo>
                    <a:pt x="609" y="37"/>
                  </a:lnTo>
                  <a:lnTo>
                    <a:pt x="611" y="37"/>
                  </a:lnTo>
                  <a:lnTo>
                    <a:pt x="612" y="37"/>
                  </a:lnTo>
                  <a:lnTo>
                    <a:pt x="613" y="37"/>
                  </a:lnTo>
                  <a:lnTo>
                    <a:pt x="615" y="37"/>
                  </a:lnTo>
                  <a:lnTo>
                    <a:pt x="616" y="37"/>
                  </a:lnTo>
                  <a:lnTo>
                    <a:pt x="617" y="37"/>
                  </a:lnTo>
                  <a:lnTo>
                    <a:pt x="619" y="37"/>
                  </a:lnTo>
                  <a:lnTo>
                    <a:pt x="620" y="37"/>
                  </a:lnTo>
                  <a:lnTo>
                    <a:pt x="621" y="37"/>
                  </a:lnTo>
                  <a:lnTo>
                    <a:pt x="623" y="37"/>
                  </a:lnTo>
                  <a:lnTo>
                    <a:pt x="624" y="37"/>
                  </a:lnTo>
                  <a:lnTo>
                    <a:pt x="625" y="37"/>
                  </a:lnTo>
                  <a:lnTo>
                    <a:pt x="627" y="37"/>
                  </a:lnTo>
                  <a:lnTo>
                    <a:pt x="628" y="37"/>
                  </a:lnTo>
                  <a:lnTo>
                    <a:pt x="629" y="37"/>
                  </a:lnTo>
                  <a:lnTo>
                    <a:pt x="631" y="37"/>
                  </a:lnTo>
                  <a:lnTo>
                    <a:pt x="632" y="37"/>
                  </a:lnTo>
                  <a:lnTo>
                    <a:pt x="634" y="36"/>
                  </a:lnTo>
                  <a:lnTo>
                    <a:pt x="635" y="36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9" y="36"/>
                  </a:lnTo>
                  <a:lnTo>
                    <a:pt x="640" y="36"/>
                  </a:lnTo>
                  <a:lnTo>
                    <a:pt x="642" y="36"/>
                  </a:lnTo>
                  <a:lnTo>
                    <a:pt x="643" y="36"/>
                  </a:lnTo>
                  <a:lnTo>
                    <a:pt x="644" y="36"/>
                  </a:lnTo>
                  <a:lnTo>
                    <a:pt x="646" y="36"/>
                  </a:lnTo>
                  <a:lnTo>
                    <a:pt x="647" y="36"/>
                  </a:lnTo>
                  <a:lnTo>
                    <a:pt x="648" y="36"/>
                  </a:lnTo>
                  <a:lnTo>
                    <a:pt x="650" y="36"/>
                  </a:lnTo>
                  <a:lnTo>
                    <a:pt x="651" y="36"/>
                  </a:lnTo>
                  <a:lnTo>
                    <a:pt x="652" y="36"/>
                  </a:lnTo>
                  <a:lnTo>
                    <a:pt x="654" y="36"/>
                  </a:lnTo>
                  <a:lnTo>
                    <a:pt x="655" y="35"/>
                  </a:lnTo>
                  <a:lnTo>
                    <a:pt x="656" y="35"/>
                  </a:lnTo>
                  <a:lnTo>
                    <a:pt x="658" y="35"/>
                  </a:lnTo>
                  <a:lnTo>
                    <a:pt x="659" y="35"/>
                  </a:lnTo>
                  <a:lnTo>
                    <a:pt x="660" y="35"/>
                  </a:lnTo>
                  <a:lnTo>
                    <a:pt x="662" y="35"/>
                  </a:lnTo>
                  <a:lnTo>
                    <a:pt x="663" y="35"/>
                  </a:lnTo>
                  <a:lnTo>
                    <a:pt x="664" y="35"/>
                  </a:lnTo>
                  <a:lnTo>
                    <a:pt x="666" y="35"/>
                  </a:lnTo>
                  <a:lnTo>
                    <a:pt x="667" y="35"/>
                  </a:lnTo>
                  <a:lnTo>
                    <a:pt x="668" y="35"/>
                  </a:lnTo>
                  <a:lnTo>
                    <a:pt x="670" y="35"/>
                  </a:lnTo>
                  <a:lnTo>
                    <a:pt x="671" y="35"/>
                  </a:lnTo>
                  <a:lnTo>
                    <a:pt x="673" y="35"/>
                  </a:lnTo>
                  <a:lnTo>
                    <a:pt x="674" y="35"/>
                  </a:lnTo>
                  <a:lnTo>
                    <a:pt x="675" y="35"/>
                  </a:lnTo>
                  <a:lnTo>
                    <a:pt x="677" y="35"/>
                  </a:lnTo>
                  <a:lnTo>
                    <a:pt x="678" y="35"/>
                  </a:lnTo>
                  <a:lnTo>
                    <a:pt x="679" y="35"/>
                  </a:lnTo>
                  <a:lnTo>
                    <a:pt x="681" y="35"/>
                  </a:lnTo>
                  <a:lnTo>
                    <a:pt x="682" y="35"/>
                  </a:lnTo>
                  <a:lnTo>
                    <a:pt x="683" y="35"/>
                  </a:lnTo>
                  <a:lnTo>
                    <a:pt x="685" y="35"/>
                  </a:lnTo>
                  <a:lnTo>
                    <a:pt x="686" y="35"/>
                  </a:lnTo>
                  <a:lnTo>
                    <a:pt x="687" y="35"/>
                  </a:lnTo>
                  <a:lnTo>
                    <a:pt x="689" y="35"/>
                  </a:lnTo>
                  <a:lnTo>
                    <a:pt x="690" y="35"/>
                  </a:lnTo>
                  <a:lnTo>
                    <a:pt x="691" y="35"/>
                  </a:lnTo>
                  <a:lnTo>
                    <a:pt x="693" y="35"/>
                  </a:lnTo>
                  <a:lnTo>
                    <a:pt x="694" y="35"/>
                  </a:lnTo>
                  <a:lnTo>
                    <a:pt x="695" y="35"/>
                  </a:lnTo>
                  <a:lnTo>
                    <a:pt x="697" y="35"/>
                  </a:lnTo>
                  <a:lnTo>
                    <a:pt x="698" y="34"/>
                  </a:lnTo>
                  <a:lnTo>
                    <a:pt x="699" y="34"/>
                  </a:lnTo>
                  <a:lnTo>
                    <a:pt x="701" y="34"/>
                  </a:lnTo>
                  <a:lnTo>
                    <a:pt x="702" y="34"/>
                  </a:lnTo>
                  <a:lnTo>
                    <a:pt x="703" y="34"/>
                  </a:lnTo>
                  <a:lnTo>
                    <a:pt x="705" y="34"/>
                  </a:lnTo>
                  <a:lnTo>
                    <a:pt x="706" y="34"/>
                  </a:lnTo>
                  <a:lnTo>
                    <a:pt x="708" y="34"/>
                  </a:lnTo>
                  <a:lnTo>
                    <a:pt x="709" y="34"/>
                  </a:lnTo>
                  <a:lnTo>
                    <a:pt x="710" y="34"/>
                  </a:lnTo>
                  <a:lnTo>
                    <a:pt x="712" y="34"/>
                  </a:lnTo>
                  <a:lnTo>
                    <a:pt x="713" y="34"/>
                  </a:lnTo>
                  <a:lnTo>
                    <a:pt x="714" y="34"/>
                  </a:lnTo>
                  <a:lnTo>
                    <a:pt x="716" y="34"/>
                  </a:lnTo>
                  <a:lnTo>
                    <a:pt x="717" y="34"/>
                  </a:lnTo>
                  <a:lnTo>
                    <a:pt x="718" y="34"/>
                  </a:lnTo>
                  <a:lnTo>
                    <a:pt x="720" y="34"/>
                  </a:lnTo>
                  <a:lnTo>
                    <a:pt x="721" y="34"/>
                  </a:lnTo>
                  <a:lnTo>
                    <a:pt x="722" y="34"/>
                  </a:lnTo>
                  <a:lnTo>
                    <a:pt x="724" y="34"/>
                  </a:lnTo>
                  <a:lnTo>
                    <a:pt x="725" y="34"/>
                  </a:lnTo>
                  <a:lnTo>
                    <a:pt x="726" y="34"/>
                  </a:lnTo>
                  <a:lnTo>
                    <a:pt x="728" y="34"/>
                  </a:lnTo>
                  <a:lnTo>
                    <a:pt x="729" y="34"/>
                  </a:lnTo>
                  <a:lnTo>
                    <a:pt x="730" y="34"/>
                  </a:lnTo>
                  <a:lnTo>
                    <a:pt x="732" y="34"/>
                  </a:lnTo>
                  <a:lnTo>
                    <a:pt x="733" y="34"/>
                  </a:lnTo>
                  <a:lnTo>
                    <a:pt x="734" y="34"/>
                  </a:lnTo>
                  <a:lnTo>
                    <a:pt x="736" y="34"/>
                  </a:lnTo>
                  <a:lnTo>
                    <a:pt x="737" y="34"/>
                  </a:lnTo>
                  <a:lnTo>
                    <a:pt x="738" y="34"/>
                  </a:lnTo>
                  <a:lnTo>
                    <a:pt x="740" y="34"/>
                  </a:lnTo>
                  <a:lnTo>
                    <a:pt x="741" y="34"/>
                  </a:lnTo>
                  <a:lnTo>
                    <a:pt x="743" y="34"/>
                  </a:lnTo>
                  <a:lnTo>
                    <a:pt x="744" y="34"/>
                  </a:lnTo>
                  <a:lnTo>
                    <a:pt x="745" y="34"/>
                  </a:lnTo>
                  <a:lnTo>
                    <a:pt x="747" y="34"/>
                  </a:lnTo>
                  <a:lnTo>
                    <a:pt x="748" y="34"/>
                  </a:lnTo>
                  <a:lnTo>
                    <a:pt x="749" y="34"/>
                  </a:lnTo>
                  <a:lnTo>
                    <a:pt x="751" y="34"/>
                  </a:lnTo>
                  <a:lnTo>
                    <a:pt x="752" y="34"/>
                  </a:lnTo>
                  <a:lnTo>
                    <a:pt x="753" y="33"/>
                  </a:lnTo>
                  <a:lnTo>
                    <a:pt x="755" y="33"/>
                  </a:lnTo>
                  <a:lnTo>
                    <a:pt x="756" y="33"/>
                  </a:lnTo>
                  <a:lnTo>
                    <a:pt x="757" y="33"/>
                  </a:lnTo>
                  <a:lnTo>
                    <a:pt x="759" y="33"/>
                  </a:lnTo>
                  <a:lnTo>
                    <a:pt x="760" y="33"/>
                  </a:lnTo>
                  <a:lnTo>
                    <a:pt x="761" y="33"/>
                  </a:lnTo>
                  <a:lnTo>
                    <a:pt x="763" y="33"/>
                  </a:lnTo>
                  <a:lnTo>
                    <a:pt x="764" y="33"/>
                  </a:lnTo>
                  <a:lnTo>
                    <a:pt x="765" y="33"/>
                  </a:lnTo>
                  <a:lnTo>
                    <a:pt x="767" y="33"/>
                  </a:lnTo>
                  <a:lnTo>
                    <a:pt x="768" y="33"/>
                  </a:lnTo>
                  <a:lnTo>
                    <a:pt x="769" y="33"/>
                  </a:lnTo>
                  <a:lnTo>
                    <a:pt x="771" y="33"/>
                  </a:lnTo>
                  <a:lnTo>
                    <a:pt x="772" y="33"/>
                  </a:lnTo>
                  <a:lnTo>
                    <a:pt x="773" y="33"/>
                  </a:lnTo>
                  <a:lnTo>
                    <a:pt x="775" y="33"/>
                  </a:lnTo>
                  <a:lnTo>
                    <a:pt x="776" y="33"/>
                  </a:lnTo>
                  <a:lnTo>
                    <a:pt x="777" y="33"/>
                  </a:lnTo>
                  <a:lnTo>
                    <a:pt x="779" y="33"/>
                  </a:lnTo>
                  <a:lnTo>
                    <a:pt x="780" y="33"/>
                  </a:lnTo>
                  <a:lnTo>
                    <a:pt x="782" y="33"/>
                  </a:lnTo>
                  <a:lnTo>
                    <a:pt x="783" y="33"/>
                  </a:lnTo>
                  <a:lnTo>
                    <a:pt x="784" y="33"/>
                  </a:lnTo>
                  <a:lnTo>
                    <a:pt x="786" y="32"/>
                  </a:lnTo>
                  <a:lnTo>
                    <a:pt x="787" y="32"/>
                  </a:lnTo>
                  <a:lnTo>
                    <a:pt x="788" y="32"/>
                  </a:lnTo>
                  <a:lnTo>
                    <a:pt x="790" y="32"/>
                  </a:lnTo>
                  <a:lnTo>
                    <a:pt x="791" y="32"/>
                  </a:lnTo>
                  <a:lnTo>
                    <a:pt x="792" y="32"/>
                  </a:lnTo>
                  <a:lnTo>
                    <a:pt x="794" y="32"/>
                  </a:lnTo>
                  <a:lnTo>
                    <a:pt x="795" y="32"/>
                  </a:lnTo>
                  <a:lnTo>
                    <a:pt x="796" y="32"/>
                  </a:lnTo>
                  <a:lnTo>
                    <a:pt x="798" y="32"/>
                  </a:lnTo>
                  <a:lnTo>
                    <a:pt x="799" y="32"/>
                  </a:lnTo>
                  <a:lnTo>
                    <a:pt x="800" y="32"/>
                  </a:lnTo>
                  <a:lnTo>
                    <a:pt x="802" y="32"/>
                  </a:lnTo>
                  <a:lnTo>
                    <a:pt x="803" y="32"/>
                  </a:lnTo>
                  <a:lnTo>
                    <a:pt x="804" y="32"/>
                  </a:lnTo>
                  <a:lnTo>
                    <a:pt x="806" y="32"/>
                  </a:lnTo>
                  <a:lnTo>
                    <a:pt x="807" y="32"/>
                  </a:lnTo>
                  <a:lnTo>
                    <a:pt x="808" y="32"/>
                  </a:lnTo>
                  <a:lnTo>
                    <a:pt x="810" y="32"/>
                  </a:lnTo>
                  <a:lnTo>
                    <a:pt x="811" y="32"/>
                  </a:lnTo>
                  <a:lnTo>
                    <a:pt x="812" y="32"/>
                  </a:lnTo>
                  <a:lnTo>
                    <a:pt x="814" y="32"/>
                  </a:lnTo>
                  <a:lnTo>
                    <a:pt x="815" y="32"/>
                  </a:lnTo>
                  <a:lnTo>
                    <a:pt x="817" y="32"/>
                  </a:lnTo>
                  <a:lnTo>
                    <a:pt x="818" y="32"/>
                  </a:lnTo>
                  <a:lnTo>
                    <a:pt x="819" y="32"/>
                  </a:lnTo>
                  <a:lnTo>
                    <a:pt x="821" y="32"/>
                  </a:lnTo>
                  <a:lnTo>
                    <a:pt x="822" y="32"/>
                  </a:lnTo>
                  <a:lnTo>
                    <a:pt x="823" y="32"/>
                  </a:lnTo>
                  <a:lnTo>
                    <a:pt x="825" y="32"/>
                  </a:lnTo>
                  <a:lnTo>
                    <a:pt x="826" y="32"/>
                  </a:lnTo>
                  <a:lnTo>
                    <a:pt x="827" y="32"/>
                  </a:lnTo>
                  <a:lnTo>
                    <a:pt x="829" y="31"/>
                  </a:lnTo>
                  <a:lnTo>
                    <a:pt x="830" y="31"/>
                  </a:lnTo>
                  <a:lnTo>
                    <a:pt x="831" y="31"/>
                  </a:lnTo>
                  <a:lnTo>
                    <a:pt x="833" y="31"/>
                  </a:lnTo>
                  <a:lnTo>
                    <a:pt x="834" y="31"/>
                  </a:lnTo>
                  <a:lnTo>
                    <a:pt x="835" y="31"/>
                  </a:lnTo>
                  <a:lnTo>
                    <a:pt x="837" y="31"/>
                  </a:lnTo>
                  <a:lnTo>
                    <a:pt x="838" y="31"/>
                  </a:lnTo>
                  <a:lnTo>
                    <a:pt x="839" y="31"/>
                  </a:lnTo>
                  <a:lnTo>
                    <a:pt x="841" y="31"/>
                  </a:lnTo>
                  <a:lnTo>
                    <a:pt x="842" y="31"/>
                  </a:lnTo>
                  <a:lnTo>
                    <a:pt x="843" y="31"/>
                  </a:lnTo>
                  <a:lnTo>
                    <a:pt x="845" y="31"/>
                  </a:lnTo>
                  <a:lnTo>
                    <a:pt x="846" y="31"/>
                  </a:lnTo>
                  <a:lnTo>
                    <a:pt x="847" y="31"/>
                  </a:lnTo>
                  <a:lnTo>
                    <a:pt x="849" y="31"/>
                  </a:lnTo>
                  <a:lnTo>
                    <a:pt x="850" y="31"/>
                  </a:lnTo>
                  <a:lnTo>
                    <a:pt x="852" y="31"/>
                  </a:lnTo>
                  <a:lnTo>
                    <a:pt x="853" y="31"/>
                  </a:lnTo>
                  <a:lnTo>
                    <a:pt x="854" y="31"/>
                  </a:lnTo>
                  <a:lnTo>
                    <a:pt x="856" y="31"/>
                  </a:lnTo>
                  <a:lnTo>
                    <a:pt x="857" y="31"/>
                  </a:lnTo>
                  <a:lnTo>
                    <a:pt x="858" y="31"/>
                  </a:lnTo>
                  <a:lnTo>
                    <a:pt x="860" y="31"/>
                  </a:lnTo>
                  <a:lnTo>
                    <a:pt x="861" y="31"/>
                  </a:lnTo>
                  <a:lnTo>
                    <a:pt x="862" y="31"/>
                  </a:lnTo>
                  <a:lnTo>
                    <a:pt x="864" y="31"/>
                  </a:lnTo>
                  <a:lnTo>
                    <a:pt x="865" y="31"/>
                  </a:lnTo>
                  <a:lnTo>
                    <a:pt x="866" y="31"/>
                  </a:lnTo>
                  <a:lnTo>
                    <a:pt x="868" y="31"/>
                  </a:lnTo>
                  <a:lnTo>
                    <a:pt x="869" y="31"/>
                  </a:lnTo>
                  <a:lnTo>
                    <a:pt x="870" y="31"/>
                  </a:lnTo>
                  <a:lnTo>
                    <a:pt x="872" y="31"/>
                  </a:lnTo>
                  <a:lnTo>
                    <a:pt x="873" y="31"/>
                  </a:lnTo>
                  <a:lnTo>
                    <a:pt x="874" y="31"/>
                  </a:lnTo>
                  <a:lnTo>
                    <a:pt x="876" y="30"/>
                  </a:lnTo>
                  <a:lnTo>
                    <a:pt x="877" y="30"/>
                  </a:lnTo>
                  <a:lnTo>
                    <a:pt x="878" y="30"/>
                  </a:lnTo>
                  <a:lnTo>
                    <a:pt x="880" y="30"/>
                  </a:lnTo>
                  <a:lnTo>
                    <a:pt x="881" y="30"/>
                  </a:lnTo>
                  <a:lnTo>
                    <a:pt x="882" y="30"/>
                  </a:lnTo>
                  <a:lnTo>
                    <a:pt x="884" y="30"/>
                  </a:lnTo>
                  <a:lnTo>
                    <a:pt x="885" y="30"/>
                  </a:lnTo>
                  <a:lnTo>
                    <a:pt x="887" y="30"/>
                  </a:lnTo>
                  <a:lnTo>
                    <a:pt x="888" y="30"/>
                  </a:lnTo>
                  <a:lnTo>
                    <a:pt x="889" y="30"/>
                  </a:lnTo>
                  <a:lnTo>
                    <a:pt x="891" y="30"/>
                  </a:lnTo>
                  <a:lnTo>
                    <a:pt x="892" y="30"/>
                  </a:lnTo>
                  <a:lnTo>
                    <a:pt x="893" y="30"/>
                  </a:lnTo>
                  <a:lnTo>
                    <a:pt x="895" y="30"/>
                  </a:lnTo>
                  <a:lnTo>
                    <a:pt x="896" y="30"/>
                  </a:lnTo>
                  <a:lnTo>
                    <a:pt x="897" y="30"/>
                  </a:lnTo>
                  <a:lnTo>
                    <a:pt x="899" y="30"/>
                  </a:lnTo>
                  <a:lnTo>
                    <a:pt x="900" y="30"/>
                  </a:lnTo>
                  <a:lnTo>
                    <a:pt x="901" y="30"/>
                  </a:lnTo>
                  <a:lnTo>
                    <a:pt x="903" y="30"/>
                  </a:lnTo>
                  <a:lnTo>
                    <a:pt x="904" y="30"/>
                  </a:lnTo>
                  <a:lnTo>
                    <a:pt x="905" y="30"/>
                  </a:lnTo>
                  <a:lnTo>
                    <a:pt x="907" y="30"/>
                  </a:lnTo>
                  <a:lnTo>
                    <a:pt x="908" y="30"/>
                  </a:lnTo>
                  <a:lnTo>
                    <a:pt x="909" y="30"/>
                  </a:lnTo>
                  <a:lnTo>
                    <a:pt x="911" y="30"/>
                  </a:lnTo>
                  <a:lnTo>
                    <a:pt x="912" y="30"/>
                  </a:lnTo>
                  <a:lnTo>
                    <a:pt x="913" y="30"/>
                  </a:lnTo>
                  <a:lnTo>
                    <a:pt x="915" y="30"/>
                  </a:lnTo>
                  <a:lnTo>
                    <a:pt x="916" y="30"/>
                  </a:lnTo>
                  <a:lnTo>
                    <a:pt x="917" y="29"/>
                  </a:lnTo>
                  <a:lnTo>
                    <a:pt x="919" y="29"/>
                  </a:lnTo>
                  <a:lnTo>
                    <a:pt x="920" y="29"/>
                  </a:lnTo>
                  <a:lnTo>
                    <a:pt x="921" y="29"/>
                  </a:lnTo>
                  <a:lnTo>
                    <a:pt x="923" y="29"/>
                  </a:lnTo>
                  <a:lnTo>
                    <a:pt x="924" y="29"/>
                  </a:lnTo>
                  <a:lnTo>
                    <a:pt x="926" y="29"/>
                  </a:lnTo>
                  <a:lnTo>
                    <a:pt x="927" y="29"/>
                  </a:lnTo>
                  <a:lnTo>
                    <a:pt x="928" y="29"/>
                  </a:lnTo>
                  <a:lnTo>
                    <a:pt x="930" y="29"/>
                  </a:lnTo>
                  <a:lnTo>
                    <a:pt x="931" y="29"/>
                  </a:lnTo>
                  <a:lnTo>
                    <a:pt x="932" y="29"/>
                  </a:lnTo>
                  <a:lnTo>
                    <a:pt x="934" y="29"/>
                  </a:lnTo>
                  <a:lnTo>
                    <a:pt x="935" y="29"/>
                  </a:lnTo>
                  <a:lnTo>
                    <a:pt x="936" y="29"/>
                  </a:lnTo>
                  <a:lnTo>
                    <a:pt x="938" y="29"/>
                  </a:lnTo>
                  <a:lnTo>
                    <a:pt x="939" y="29"/>
                  </a:lnTo>
                  <a:lnTo>
                    <a:pt x="940" y="29"/>
                  </a:lnTo>
                  <a:lnTo>
                    <a:pt x="942" y="29"/>
                  </a:lnTo>
                  <a:lnTo>
                    <a:pt x="943" y="29"/>
                  </a:lnTo>
                  <a:lnTo>
                    <a:pt x="944" y="29"/>
                  </a:lnTo>
                  <a:lnTo>
                    <a:pt x="946" y="29"/>
                  </a:lnTo>
                  <a:lnTo>
                    <a:pt x="947" y="29"/>
                  </a:lnTo>
                  <a:lnTo>
                    <a:pt x="948" y="29"/>
                  </a:lnTo>
                  <a:lnTo>
                    <a:pt x="950" y="29"/>
                  </a:lnTo>
                  <a:lnTo>
                    <a:pt x="951" y="29"/>
                  </a:lnTo>
                  <a:lnTo>
                    <a:pt x="952" y="29"/>
                  </a:lnTo>
                  <a:lnTo>
                    <a:pt x="954" y="29"/>
                  </a:lnTo>
                  <a:lnTo>
                    <a:pt x="955" y="29"/>
                  </a:lnTo>
                  <a:lnTo>
                    <a:pt x="956" y="29"/>
                  </a:lnTo>
                  <a:lnTo>
                    <a:pt x="958" y="29"/>
                  </a:lnTo>
                  <a:lnTo>
                    <a:pt x="959" y="29"/>
                  </a:lnTo>
                  <a:lnTo>
                    <a:pt x="961" y="29"/>
                  </a:lnTo>
                  <a:lnTo>
                    <a:pt x="962" y="29"/>
                  </a:lnTo>
                  <a:lnTo>
                    <a:pt x="963" y="29"/>
                  </a:lnTo>
                  <a:lnTo>
                    <a:pt x="965" y="29"/>
                  </a:lnTo>
                  <a:lnTo>
                    <a:pt x="966" y="29"/>
                  </a:lnTo>
                  <a:lnTo>
                    <a:pt x="967" y="29"/>
                  </a:lnTo>
                  <a:lnTo>
                    <a:pt x="969" y="29"/>
                  </a:lnTo>
                  <a:lnTo>
                    <a:pt x="970" y="29"/>
                  </a:lnTo>
                  <a:lnTo>
                    <a:pt x="971" y="29"/>
                  </a:lnTo>
                  <a:lnTo>
                    <a:pt x="973" y="29"/>
                  </a:lnTo>
                  <a:lnTo>
                    <a:pt x="974" y="28"/>
                  </a:lnTo>
                  <a:lnTo>
                    <a:pt x="975" y="28"/>
                  </a:lnTo>
                  <a:lnTo>
                    <a:pt x="977" y="28"/>
                  </a:lnTo>
                  <a:lnTo>
                    <a:pt x="978" y="28"/>
                  </a:lnTo>
                  <a:lnTo>
                    <a:pt x="979" y="28"/>
                  </a:lnTo>
                  <a:lnTo>
                    <a:pt x="981" y="28"/>
                  </a:lnTo>
                  <a:lnTo>
                    <a:pt x="982" y="28"/>
                  </a:lnTo>
                  <a:lnTo>
                    <a:pt x="983" y="28"/>
                  </a:lnTo>
                  <a:lnTo>
                    <a:pt x="985" y="28"/>
                  </a:lnTo>
                  <a:lnTo>
                    <a:pt x="986" y="28"/>
                  </a:lnTo>
                  <a:lnTo>
                    <a:pt x="987" y="28"/>
                  </a:lnTo>
                  <a:lnTo>
                    <a:pt x="989" y="28"/>
                  </a:lnTo>
                  <a:lnTo>
                    <a:pt x="990" y="28"/>
                  </a:lnTo>
                  <a:lnTo>
                    <a:pt x="991" y="28"/>
                  </a:lnTo>
                  <a:lnTo>
                    <a:pt x="993" y="28"/>
                  </a:lnTo>
                  <a:lnTo>
                    <a:pt x="994" y="28"/>
                  </a:lnTo>
                  <a:lnTo>
                    <a:pt x="996" y="28"/>
                  </a:lnTo>
                  <a:lnTo>
                    <a:pt x="997" y="28"/>
                  </a:lnTo>
                  <a:lnTo>
                    <a:pt x="998" y="28"/>
                  </a:lnTo>
                  <a:lnTo>
                    <a:pt x="1000" y="28"/>
                  </a:lnTo>
                  <a:lnTo>
                    <a:pt x="1001" y="28"/>
                  </a:lnTo>
                  <a:lnTo>
                    <a:pt x="1002" y="28"/>
                  </a:lnTo>
                  <a:lnTo>
                    <a:pt x="1004" y="28"/>
                  </a:lnTo>
                  <a:lnTo>
                    <a:pt x="1005" y="28"/>
                  </a:lnTo>
                  <a:lnTo>
                    <a:pt x="1006" y="28"/>
                  </a:lnTo>
                  <a:lnTo>
                    <a:pt x="1008" y="28"/>
                  </a:lnTo>
                  <a:lnTo>
                    <a:pt x="1009" y="27"/>
                  </a:lnTo>
                  <a:lnTo>
                    <a:pt x="1010" y="27"/>
                  </a:lnTo>
                  <a:lnTo>
                    <a:pt x="1012" y="27"/>
                  </a:lnTo>
                  <a:lnTo>
                    <a:pt x="1013" y="27"/>
                  </a:lnTo>
                  <a:lnTo>
                    <a:pt x="1014" y="27"/>
                  </a:lnTo>
                  <a:lnTo>
                    <a:pt x="1016" y="27"/>
                  </a:lnTo>
                  <a:lnTo>
                    <a:pt x="1017" y="27"/>
                  </a:lnTo>
                  <a:lnTo>
                    <a:pt x="1018" y="27"/>
                  </a:lnTo>
                  <a:lnTo>
                    <a:pt x="1020" y="27"/>
                  </a:lnTo>
                  <a:lnTo>
                    <a:pt x="1021" y="27"/>
                  </a:lnTo>
                  <a:lnTo>
                    <a:pt x="1022" y="27"/>
                  </a:lnTo>
                  <a:lnTo>
                    <a:pt x="1024" y="27"/>
                  </a:lnTo>
                  <a:lnTo>
                    <a:pt x="1025" y="27"/>
                  </a:lnTo>
                  <a:lnTo>
                    <a:pt x="1026" y="27"/>
                  </a:lnTo>
                  <a:lnTo>
                    <a:pt x="1028" y="27"/>
                  </a:lnTo>
                  <a:lnTo>
                    <a:pt x="1029" y="27"/>
                  </a:lnTo>
                  <a:lnTo>
                    <a:pt x="1031" y="27"/>
                  </a:lnTo>
                  <a:lnTo>
                    <a:pt x="1032" y="27"/>
                  </a:lnTo>
                  <a:lnTo>
                    <a:pt x="1033" y="27"/>
                  </a:lnTo>
                  <a:lnTo>
                    <a:pt x="1035" y="27"/>
                  </a:lnTo>
                  <a:lnTo>
                    <a:pt x="1036" y="27"/>
                  </a:lnTo>
                  <a:lnTo>
                    <a:pt x="1037" y="27"/>
                  </a:lnTo>
                  <a:lnTo>
                    <a:pt x="1039" y="27"/>
                  </a:lnTo>
                  <a:lnTo>
                    <a:pt x="1040" y="27"/>
                  </a:lnTo>
                  <a:lnTo>
                    <a:pt x="1041" y="27"/>
                  </a:lnTo>
                  <a:lnTo>
                    <a:pt x="1043" y="27"/>
                  </a:lnTo>
                  <a:lnTo>
                    <a:pt x="1044" y="27"/>
                  </a:lnTo>
                  <a:lnTo>
                    <a:pt x="1045" y="27"/>
                  </a:lnTo>
                  <a:lnTo>
                    <a:pt x="1047" y="27"/>
                  </a:lnTo>
                  <a:lnTo>
                    <a:pt x="1048" y="27"/>
                  </a:lnTo>
                  <a:lnTo>
                    <a:pt x="1049" y="27"/>
                  </a:lnTo>
                  <a:lnTo>
                    <a:pt x="1051" y="27"/>
                  </a:lnTo>
                  <a:lnTo>
                    <a:pt x="1052" y="26"/>
                  </a:lnTo>
                  <a:lnTo>
                    <a:pt x="1053" y="27"/>
                  </a:lnTo>
                  <a:lnTo>
                    <a:pt x="1055" y="26"/>
                  </a:lnTo>
                  <a:lnTo>
                    <a:pt x="1056" y="26"/>
                  </a:lnTo>
                  <a:lnTo>
                    <a:pt x="1057" y="26"/>
                  </a:lnTo>
                  <a:lnTo>
                    <a:pt x="1059" y="26"/>
                  </a:lnTo>
                  <a:lnTo>
                    <a:pt x="1060" y="26"/>
                  </a:lnTo>
                  <a:lnTo>
                    <a:pt x="1061" y="26"/>
                  </a:lnTo>
                  <a:lnTo>
                    <a:pt x="1063" y="26"/>
                  </a:lnTo>
                  <a:lnTo>
                    <a:pt x="1064" y="26"/>
                  </a:lnTo>
                  <a:lnTo>
                    <a:pt x="1065" y="26"/>
                  </a:lnTo>
                  <a:lnTo>
                    <a:pt x="1067" y="26"/>
                  </a:lnTo>
                  <a:lnTo>
                    <a:pt x="1068" y="26"/>
                  </a:lnTo>
                  <a:lnTo>
                    <a:pt x="1070" y="26"/>
                  </a:lnTo>
                  <a:lnTo>
                    <a:pt x="1071" y="26"/>
                  </a:lnTo>
                  <a:lnTo>
                    <a:pt x="1072" y="26"/>
                  </a:lnTo>
                  <a:lnTo>
                    <a:pt x="1074" y="26"/>
                  </a:lnTo>
                  <a:lnTo>
                    <a:pt x="1075" y="26"/>
                  </a:lnTo>
                  <a:lnTo>
                    <a:pt x="1076" y="26"/>
                  </a:lnTo>
                  <a:lnTo>
                    <a:pt x="1078" y="26"/>
                  </a:lnTo>
                  <a:lnTo>
                    <a:pt x="1079" y="26"/>
                  </a:lnTo>
                  <a:lnTo>
                    <a:pt x="1080" y="26"/>
                  </a:lnTo>
                  <a:lnTo>
                    <a:pt x="1082" y="26"/>
                  </a:lnTo>
                  <a:lnTo>
                    <a:pt x="1083" y="26"/>
                  </a:lnTo>
                  <a:lnTo>
                    <a:pt x="1084" y="26"/>
                  </a:lnTo>
                  <a:lnTo>
                    <a:pt x="1086" y="26"/>
                  </a:lnTo>
                  <a:lnTo>
                    <a:pt x="1087" y="26"/>
                  </a:lnTo>
                  <a:lnTo>
                    <a:pt x="1088" y="26"/>
                  </a:lnTo>
                  <a:lnTo>
                    <a:pt x="1090" y="26"/>
                  </a:lnTo>
                  <a:lnTo>
                    <a:pt x="1091" y="26"/>
                  </a:lnTo>
                  <a:lnTo>
                    <a:pt x="1092" y="26"/>
                  </a:lnTo>
                  <a:lnTo>
                    <a:pt x="1094" y="26"/>
                  </a:lnTo>
                  <a:lnTo>
                    <a:pt x="1095" y="26"/>
                  </a:lnTo>
                  <a:lnTo>
                    <a:pt x="1096" y="26"/>
                  </a:lnTo>
                  <a:lnTo>
                    <a:pt x="1098" y="26"/>
                  </a:lnTo>
                  <a:lnTo>
                    <a:pt x="1099" y="26"/>
                  </a:lnTo>
                  <a:lnTo>
                    <a:pt x="1100" y="26"/>
                  </a:lnTo>
                  <a:lnTo>
                    <a:pt x="1102" y="26"/>
                  </a:lnTo>
                  <a:lnTo>
                    <a:pt x="1103" y="26"/>
                  </a:lnTo>
                  <a:lnTo>
                    <a:pt x="1105" y="26"/>
                  </a:lnTo>
                  <a:lnTo>
                    <a:pt x="1106" y="26"/>
                  </a:lnTo>
                  <a:lnTo>
                    <a:pt x="1107" y="26"/>
                  </a:lnTo>
                  <a:lnTo>
                    <a:pt x="1109" y="26"/>
                  </a:lnTo>
                  <a:lnTo>
                    <a:pt x="1110" y="26"/>
                  </a:lnTo>
                  <a:lnTo>
                    <a:pt x="1111" y="26"/>
                  </a:lnTo>
                  <a:lnTo>
                    <a:pt x="1113" y="26"/>
                  </a:lnTo>
                  <a:lnTo>
                    <a:pt x="1114" y="26"/>
                  </a:lnTo>
                  <a:lnTo>
                    <a:pt x="1115" y="26"/>
                  </a:lnTo>
                  <a:lnTo>
                    <a:pt x="1117" y="26"/>
                  </a:lnTo>
                  <a:lnTo>
                    <a:pt x="1118" y="26"/>
                  </a:lnTo>
                  <a:lnTo>
                    <a:pt x="1119" y="26"/>
                  </a:lnTo>
                  <a:lnTo>
                    <a:pt x="1121" y="26"/>
                  </a:lnTo>
                  <a:lnTo>
                    <a:pt x="1122" y="26"/>
                  </a:lnTo>
                  <a:lnTo>
                    <a:pt x="1123" y="26"/>
                  </a:lnTo>
                  <a:lnTo>
                    <a:pt x="1125" y="26"/>
                  </a:lnTo>
                  <a:lnTo>
                    <a:pt x="1126" y="26"/>
                  </a:lnTo>
                  <a:lnTo>
                    <a:pt x="1127" y="26"/>
                  </a:lnTo>
                  <a:lnTo>
                    <a:pt x="1129" y="26"/>
                  </a:lnTo>
                  <a:lnTo>
                    <a:pt x="1130" y="26"/>
                  </a:lnTo>
                  <a:lnTo>
                    <a:pt x="1131" y="26"/>
                  </a:lnTo>
                  <a:lnTo>
                    <a:pt x="1133" y="26"/>
                  </a:lnTo>
                  <a:lnTo>
                    <a:pt x="1134" y="26"/>
                  </a:lnTo>
                  <a:lnTo>
                    <a:pt x="1135" y="26"/>
                  </a:lnTo>
                  <a:lnTo>
                    <a:pt x="1137" y="26"/>
                  </a:lnTo>
                  <a:lnTo>
                    <a:pt x="1138" y="26"/>
                  </a:lnTo>
                  <a:lnTo>
                    <a:pt x="1140" y="26"/>
                  </a:lnTo>
                  <a:lnTo>
                    <a:pt x="1141" y="26"/>
                  </a:lnTo>
                  <a:lnTo>
                    <a:pt x="1142" y="25"/>
                  </a:lnTo>
                  <a:lnTo>
                    <a:pt x="1144" y="25"/>
                  </a:lnTo>
                  <a:lnTo>
                    <a:pt x="1145" y="25"/>
                  </a:lnTo>
                  <a:lnTo>
                    <a:pt x="1146" y="25"/>
                  </a:lnTo>
                  <a:lnTo>
                    <a:pt x="1148" y="25"/>
                  </a:lnTo>
                  <a:lnTo>
                    <a:pt x="1149" y="25"/>
                  </a:lnTo>
                  <a:lnTo>
                    <a:pt x="1150" y="25"/>
                  </a:lnTo>
                  <a:lnTo>
                    <a:pt x="1152" y="25"/>
                  </a:lnTo>
                  <a:lnTo>
                    <a:pt x="1153" y="25"/>
                  </a:lnTo>
                  <a:lnTo>
                    <a:pt x="1154" y="25"/>
                  </a:lnTo>
                  <a:lnTo>
                    <a:pt x="1156" y="25"/>
                  </a:lnTo>
                  <a:lnTo>
                    <a:pt x="1157" y="25"/>
                  </a:lnTo>
                  <a:lnTo>
                    <a:pt x="1158" y="25"/>
                  </a:lnTo>
                  <a:lnTo>
                    <a:pt x="1160" y="25"/>
                  </a:lnTo>
                  <a:lnTo>
                    <a:pt x="1161" y="25"/>
                  </a:lnTo>
                  <a:lnTo>
                    <a:pt x="1162" y="25"/>
                  </a:lnTo>
                  <a:lnTo>
                    <a:pt x="1164" y="25"/>
                  </a:lnTo>
                  <a:lnTo>
                    <a:pt x="1165" y="25"/>
                  </a:lnTo>
                  <a:lnTo>
                    <a:pt x="1166" y="25"/>
                  </a:lnTo>
                  <a:lnTo>
                    <a:pt x="1168" y="25"/>
                  </a:lnTo>
                  <a:lnTo>
                    <a:pt x="1169" y="25"/>
                  </a:lnTo>
                  <a:lnTo>
                    <a:pt x="1170" y="25"/>
                  </a:lnTo>
                  <a:lnTo>
                    <a:pt x="1172" y="25"/>
                  </a:lnTo>
                  <a:lnTo>
                    <a:pt x="1173" y="25"/>
                  </a:lnTo>
                  <a:lnTo>
                    <a:pt x="1175" y="25"/>
                  </a:lnTo>
                  <a:lnTo>
                    <a:pt x="1176" y="25"/>
                  </a:lnTo>
                  <a:lnTo>
                    <a:pt x="1177" y="25"/>
                  </a:lnTo>
                  <a:lnTo>
                    <a:pt x="1179" y="25"/>
                  </a:lnTo>
                  <a:lnTo>
                    <a:pt x="1180" y="25"/>
                  </a:lnTo>
                  <a:lnTo>
                    <a:pt x="1181" y="25"/>
                  </a:lnTo>
                  <a:lnTo>
                    <a:pt x="1183" y="25"/>
                  </a:lnTo>
                  <a:lnTo>
                    <a:pt x="1184" y="25"/>
                  </a:lnTo>
                  <a:lnTo>
                    <a:pt x="1185" y="25"/>
                  </a:lnTo>
                  <a:lnTo>
                    <a:pt x="1187" y="25"/>
                  </a:lnTo>
                  <a:lnTo>
                    <a:pt x="1188" y="25"/>
                  </a:lnTo>
                  <a:lnTo>
                    <a:pt x="1189" y="25"/>
                  </a:lnTo>
                  <a:lnTo>
                    <a:pt x="1191" y="25"/>
                  </a:lnTo>
                  <a:lnTo>
                    <a:pt x="1192" y="25"/>
                  </a:lnTo>
                  <a:lnTo>
                    <a:pt x="1193" y="25"/>
                  </a:lnTo>
                  <a:lnTo>
                    <a:pt x="1195" y="25"/>
                  </a:lnTo>
                  <a:lnTo>
                    <a:pt x="1196" y="25"/>
                  </a:lnTo>
                  <a:lnTo>
                    <a:pt x="1197" y="25"/>
                  </a:lnTo>
                  <a:lnTo>
                    <a:pt x="1199" y="25"/>
                  </a:lnTo>
                  <a:lnTo>
                    <a:pt x="1200" y="25"/>
                  </a:lnTo>
                  <a:lnTo>
                    <a:pt x="1201" y="25"/>
                  </a:lnTo>
                  <a:lnTo>
                    <a:pt x="1203" y="25"/>
                  </a:lnTo>
                  <a:lnTo>
                    <a:pt x="1204" y="25"/>
                  </a:lnTo>
                  <a:lnTo>
                    <a:pt x="1205" y="25"/>
                  </a:lnTo>
                  <a:lnTo>
                    <a:pt x="1207" y="25"/>
                  </a:lnTo>
                  <a:lnTo>
                    <a:pt x="1208" y="25"/>
                  </a:lnTo>
                  <a:lnTo>
                    <a:pt x="1209" y="25"/>
                  </a:lnTo>
                  <a:lnTo>
                    <a:pt x="1211" y="25"/>
                  </a:lnTo>
                  <a:lnTo>
                    <a:pt x="1212" y="25"/>
                  </a:lnTo>
                  <a:lnTo>
                    <a:pt x="1214" y="25"/>
                  </a:lnTo>
                  <a:lnTo>
                    <a:pt x="1215" y="25"/>
                  </a:lnTo>
                  <a:lnTo>
                    <a:pt x="1216" y="25"/>
                  </a:lnTo>
                  <a:lnTo>
                    <a:pt x="1218" y="25"/>
                  </a:lnTo>
                  <a:lnTo>
                    <a:pt x="1219" y="25"/>
                  </a:lnTo>
                  <a:lnTo>
                    <a:pt x="1220" y="25"/>
                  </a:lnTo>
                  <a:lnTo>
                    <a:pt x="1222" y="25"/>
                  </a:lnTo>
                  <a:lnTo>
                    <a:pt x="1223" y="25"/>
                  </a:lnTo>
                  <a:lnTo>
                    <a:pt x="1224" y="25"/>
                  </a:lnTo>
                  <a:lnTo>
                    <a:pt x="1226" y="25"/>
                  </a:lnTo>
                  <a:lnTo>
                    <a:pt x="1227" y="25"/>
                  </a:lnTo>
                  <a:lnTo>
                    <a:pt x="1228" y="25"/>
                  </a:lnTo>
                  <a:lnTo>
                    <a:pt x="1230" y="25"/>
                  </a:lnTo>
                  <a:lnTo>
                    <a:pt x="1231" y="25"/>
                  </a:lnTo>
                  <a:lnTo>
                    <a:pt x="1232" y="25"/>
                  </a:lnTo>
                  <a:lnTo>
                    <a:pt x="1234" y="25"/>
                  </a:lnTo>
                  <a:lnTo>
                    <a:pt x="1235" y="25"/>
                  </a:lnTo>
                  <a:lnTo>
                    <a:pt x="1236" y="25"/>
                  </a:lnTo>
                  <a:lnTo>
                    <a:pt x="1238" y="25"/>
                  </a:lnTo>
                  <a:lnTo>
                    <a:pt x="1239" y="25"/>
                  </a:lnTo>
                  <a:lnTo>
                    <a:pt x="1240" y="24"/>
                  </a:lnTo>
                  <a:lnTo>
                    <a:pt x="1242" y="24"/>
                  </a:lnTo>
                  <a:lnTo>
                    <a:pt x="1243" y="24"/>
                  </a:lnTo>
                  <a:lnTo>
                    <a:pt x="1244" y="24"/>
                  </a:lnTo>
                  <a:lnTo>
                    <a:pt x="1246" y="24"/>
                  </a:lnTo>
                  <a:lnTo>
                    <a:pt x="1247" y="24"/>
                  </a:lnTo>
                  <a:lnTo>
                    <a:pt x="1249" y="24"/>
                  </a:lnTo>
                  <a:lnTo>
                    <a:pt x="1250" y="24"/>
                  </a:lnTo>
                  <a:lnTo>
                    <a:pt x="1251" y="24"/>
                  </a:lnTo>
                  <a:lnTo>
                    <a:pt x="1253" y="24"/>
                  </a:lnTo>
                  <a:lnTo>
                    <a:pt x="1254" y="24"/>
                  </a:lnTo>
                  <a:lnTo>
                    <a:pt x="1255" y="24"/>
                  </a:lnTo>
                  <a:lnTo>
                    <a:pt x="1257" y="24"/>
                  </a:lnTo>
                  <a:lnTo>
                    <a:pt x="1258" y="24"/>
                  </a:lnTo>
                  <a:lnTo>
                    <a:pt x="1259" y="24"/>
                  </a:lnTo>
                  <a:lnTo>
                    <a:pt x="1261" y="24"/>
                  </a:lnTo>
                  <a:lnTo>
                    <a:pt x="1262" y="24"/>
                  </a:lnTo>
                  <a:lnTo>
                    <a:pt x="1263" y="24"/>
                  </a:lnTo>
                  <a:lnTo>
                    <a:pt x="1265" y="24"/>
                  </a:lnTo>
                  <a:lnTo>
                    <a:pt x="1266" y="24"/>
                  </a:lnTo>
                  <a:lnTo>
                    <a:pt x="1267" y="24"/>
                  </a:lnTo>
                  <a:lnTo>
                    <a:pt x="1269" y="24"/>
                  </a:lnTo>
                  <a:lnTo>
                    <a:pt x="1270" y="24"/>
                  </a:lnTo>
                  <a:lnTo>
                    <a:pt x="1271" y="24"/>
                  </a:lnTo>
                  <a:lnTo>
                    <a:pt x="1273" y="24"/>
                  </a:lnTo>
                  <a:lnTo>
                    <a:pt x="1274" y="24"/>
                  </a:lnTo>
                  <a:lnTo>
                    <a:pt x="1275" y="24"/>
                  </a:lnTo>
                  <a:lnTo>
                    <a:pt x="1277" y="24"/>
                  </a:lnTo>
                  <a:lnTo>
                    <a:pt x="1278" y="24"/>
                  </a:lnTo>
                  <a:lnTo>
                    <a:pt x="1279" y="24"/>
                  </a:lnTo>
                  <a:lnTo>
                    <a:pt x="1281" y="24"/>
                  </a:lnTo>
                  <a:lnTo>
                    <a:pt x="1282" y="24"/>
                  </a:lnTo>
                  <a:lnTo>
                    <a:pt x="1284" y="24"/>
                  </a:lnTo>
                  <a:lnTo>
                    <a:pt x="1285" y="24"/>
                  </a:lnTo>
                  <a:lnTo>
                    <a:pt x="1286" y="24"/>
                  </a:lnTo>
                  <a:lnTo>
                    <a:pt x="1288" y="24"/>
                  </a:lnTo>
                  <a:lnTo>
                    <a:pt x="1289" y="23"/>
                  </a:lnTo>
                  <a:lnTo>
                    <a:pt x="1290" y="23"/>
                  </a:lnTo>
                  <a:lnTo>
                    <a:pt x="1292" y="23"/>
                  </a:lnTo>
                  <a:lnTo>
                    <a:pt x="1293" y="23"/>
                  </a:lnTo>
                  <a:lnTo>
                    <a:pt x="1294" y="23"/>
                  </a:lnTo>
                  <a:lnTo>
                    <a:pt x="1296" y="23"/>
                  </a:lnTo>
                  <a:lnTo>
                    <a:pt x="1297" y="23"/>
                  </a:lnTo>
                  <a:lnTo>
                    <a:pt x="1298" y="23"/>
                  </a:lnTo>
                  <a:lnTo>
                    <a:pt x="1300" y="23"/>
                  </a:lnTo>
                  <a:lnTo>
                    <a:pt x="1301" y="23"/>
                  </a:lnTo>
                  <a:lnTo>
                    <a:pt x="1302" y="23"/>
                  </a:lnTo>
                  <a:lnTo>
                    <a:pt x="1304" y="23"/>
                  </a:lnTo>
                  <a:lnTo>
                    <a:pt x="1305" y="23"/>
                  </a:lnTo>
                  <a:lnTo>
                    <a:pt x="1306" y="23"/>
                  </a:lnTo>
                  <a:lnTo>
                    <a:pt x="1308" y="23"/>
                  </a:lnTo>
                  <a:lnTo>
                    <a:pt x="1309" y="23"/>
                  </a:lnTo>
                  <a:lnTo>
                    <a:pt x="1310" y="23"/>
                  </a:lnTo>
                  <a:lnTo>
                    <a:pt x="1312" y="23"/>
                  </a:lnTo>
                  <a:lnTo>
                    <a:pt x="1313" y="23"/>
                  </a:lnTo>
                  <a:lnTo>
                    <a:pt x="1314" y="23"/>
                  </a:lnTo>
                  <a:lnTo>
                    <a:pt x="1316" y="23"/>
                  </a:lnTo>
                  <a:lnTo>
                    <a:pt x="1317" y="23"/>
                  </a:lnTo>
                  <a:lnTo>
                    <a:pt x="1319" y="23"/>
                  </a:lnTo>
                  <a:lnTo>
                    <a:pt x="1320" y="23"/>
                  </a:lnTo>
                  <a:lnTo>
                    <a:pt x="1321" y="23"/>
                  </a:lnTo>
                  <a:lnTo>
                    <a:pt x="1323" y="23"/>
                  </a:lnTo>
                  <a:lnTo>
                    <a:pt x="1324" y="23"/>
                  </a:lnTo>
                  <a:lnTo>
                    <a:pt x="1325" y="23"/>
                  </a:lnTo>
                  <a:lnTo>
                    <a:pt x="1327" y="23"/>
                  </a:lnTo>
                  <a:lnTo>
                    <a:pt x="1328" y="23"/>
                  </a:lnTo>
                  <a:lnTo>
                    <a:pt x="1329" y="23"/>
                  </a:lnTo>
                  <a:lnTo>
                    <a:pt x="1331" y="23"/>
                  </a:lnTo>
                  <a:lnTo>
                    <a:pt x="1332" y="23"/>
                  </a:lnTo>
                  <a:lnTo>
                    <a:pt x="1333" y="23"/>
                  </a:lnTo>
                  <a:lnTo>
                    <a:pt x="1335" y="23"/>
                  </a:lnTo>
                  <a:lnTo>
                    <a:pt x="1336" y="23"/>
                  </a:lnTo>
                  <a:lnTo>
                    <a:pt x="1337" y="23"/>
                  </a:lnTo>
                  <a:lnTo>
                    <a:pt x="1339" y="23"/>
                  </a:lnTo>
                  <a:lnTo>
                    <a:pt x="1340" y="23"/>
                  </a:lnTo>
                  <a:lnTo>
                    <a:pt x="1341" y="23"/>
                  </a:lnTo>
                  <a:lnTo>
                    <a:pt x="1343" y="23"/>
                  </a:lnTo>
                  <a:lnTo>
                    <a:pt x="1344" y="23"/>
                  </a:lnTo>
                  <a:lnTo>
                    <a:pt x="1345" y="23"/>
                  </a:lnTo>
                  <a:lnTo>
                    <a:pt x="1347" y="23"/>
                  </a:lnTo>
                  <a:lnTo>
                    <a:pt x="1348" y="23"/>
                  </a:lnTo>
                  <a:lnTo>
                    <a:pt x="1349" y="23"/>
                  </a:lnTo>
                  <a:lnTo>
                    <a:pt x="1351" y="23"/>
                  </a:lnTo>
                  <a:lnTo>
                    <a:pt x="1352" y="23"/>
                  </a:lnTo>
                  <a:lnTo>
                    <a:pt x="1353" y="23"/>
                  </a:lnTo>
                  <a:lnTo>
                    <a:pt x="1355" y="23"/>
                  </a:lnTo>
                  <a:lnTo>
                    <a:pt x="1356" y="23"/>
                  </a:lnTo>
                  <a:lnTo>
                    <a:pt x="1358" y="23"/>
                  </a:lnTo>
                  <a:lnTo>
                    <a:pt x="1359" y="23"/>
                  </a:lnTo>
                  <a:lnTo>
                    <a:pt x="1360" y="23"/>
                  </a:lnTo>
                  <a:lnTo>
                    <a:pt x="1362" y="23"/>
                  </a:lnTo>
                  <a:lnTo>
                    <a:pt x="1363" y="22"/>
                  </a:lnTo>
                  <a:lnTo>
                    <a:pt x="1364" y="22"/>
                  </a:lnTo>
                  <a:lnTo>
                    <a:pt x="1366" y="22"/>
                  </a:lnTo>
                  <a:lnTo>
                    <a:pt x="1367" y="22"/>
                  </a:lnTo>
                  <a:lnTo>
                    <a:pt x="1368" y="22"/>
                  </a:lnTo>
                  <a:lnTo>
                    <a:pt x="1370" y="22"/>
                  </a:lnTo>
                  <a:lnTo>
                    <a:pt x="1371" y="22"/>
                  </a:lnTo>
                  <a:lnTo>
                    <a:pt x="1372" y="22"/>
                  </a:lnTo>
                  <a:lnTo>
                    <a:pt x="1374" y="22"/>
                  </a:lnTo>
                  <a:lnTo>
                    <a:pt x="1375" y="22"/>
                  </a:lnTo>
                  <a:lnTo>
                    <a:pt x="1376" y="22"/>
                  </a:lnTo>
                  <a:lnTo>
                    <a:pt x="1378" y="22"/>
                  </a:lnTo>
                  <a:lnTo>
                    <a:pt x="1379" y="22"/>
                  </a:lnTo>
                  <a:lnTo>
                    <a:pt x="1380" y="22"/>
                  </a:lnTo>
                  <a:lnTo>
                    <a:pt x="1382" y="22"/>
                  </a:lnTo>
                  <a:lnTo>
                    <a:pt x="1383" y="22"/>
                  </a:lnTo>
                  <a:lnTo>
                    <a:pt x="1384" y="22"/>
                  </a:lnTo>
                  <a:lnTo>
                    <a:pt x="1386" y="22"/>
                  </a:lnTo>
                  <a:lnTo>
                    <a:pt x="1387" y="22"/>
                  </a:lnTo>
                  <a:lnTo>
                    <a:pt x="1388" y="22"/>
                  </a:lnTo>
                  <a:lnTo>
                    <a:pt x="1390" y="22"/>
                  </a:lnTo>
                  <a:lnTo>
                    <a:pt x="1391" y="22"/>
                  </a:lnTo>
                  <a:lnTo>
                    <a:pt x="1393" y="22"/>
                  </a:lnTo>
                  <a:lnTo>
                    <a:pt x="1394" y="22"/>
                  </a:lnTo>
                  <a:lnTo>
                    <a:pt x="1395" y="22"/>
                  </a:lnTo>
                  <a:lnTo>
                    <a:pt x="1397" y="22"/>
                  </a:lnTo>
                  <a:lnTo>
                    <a:pt x="1398" y="22"/>
                  </a:lnTo>
                  <a:lnTo>
                    <a:pt x="1399" y="22"/>
                  </a:lnTo>
                  <a:lnTo>
                    <a:pt x="1401" y="22"/>
                  </a:lnTo>
                  <a:lnTo>
                    <a:pt x="1402" y="22"/>
                  </a:lnTo>
                  <a:lnTo>
                    <a:pt x="1403" y="22"/>
                  </a:lnTo>
                  <a:lnTo>
                    <a:pt x="1405" y="22"/>
                  </a:lnTo>
                  <a:lnTo>
                    <a:pt x="1406" y="22"/>
                  </a:lnTo>
                  <a:lnTo>
                    <a:pt x="1407" y="22"/>
                  </a:lnTo>
                  <a:lnTo>
                    <a:pt x="1409" y="22"/>
                  </a:lnTo>
                  <a:lnTo>
                    <a:pt x="1410" y="22"/>
                  </a:lnTo>
                  <a:lnTo>
                    <a:pt x="1411" y="22"/>
                  </a:lnTo>
                  <a:lnTo>
                    <a:pt x="1413" y="22"/>
                  </a:lnTo>
                  <a:lnTo>
                    <a:pt x="1414" y="21"/>
                  </a:lnTo>
                  <a:lnTo>
                    <a:pt x="1415" y="21"/>
                  </a:lnTo>
                  <a:lnTo>
                    <a:pt x="1417" y="21"/>
                  </a:lnTo>
                  <a:lnTo>
                    <a:pt x="1418" y="21"/>
                  </a:lnTo>
                  <a:lnTo>
                    <a:pt x="1419" y="21"/>
                  </a:lnTo>
                  <a:lnTo>
                    <a:pt x="1421" y="21"/>
                  </a:lnTo>
                  <a:lnTo>
                    <a:pt x="1422" y="21"/>
                  </a:lnTo>
                </a:path>
              </a:pathLst>
            </a:custGeom>
            <a:noFill/>
            <a:ln cap="flat" cmpd="sng" w="254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 flipH="1" rot="10800000">
              <a:off x="1187451" y="2832101"/>
              <a:ext cx="3756025" cy="271463"/>
            </a:xfrm>
            <a:custGeom>
              <a:rect b="b" l="l" r="r" t="t"/>
              <a:pathLst>
                <a:path extrusionOk="0" h="123" w="1422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3" y="0"/>
                  </a:lnTo>
                  <a:lnTo>
                    <a:pt x="44" y="0"/>
                  </a:lnTo>
                  <a:lnTo>
                    <a:pt x="45" y="1"/>
                  </a:lnTo>
                  <a:lnTo>
                    <a:pt x="47" y="0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3" y="1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0"/>
                  </a:lnTo>
                  <a:lnTo>
                    <a:pt x="115" y="1"/>
                  </a:lnTo>
                  <a:lnTo>
                    <a:pt x="117" y="49"/>
                  </a:lnTo>
                  <a:lnTo>
                    <a:pt x="118" y="54"/>
                  </a:lnTo>
                  <a:lnTo>
                    <a:pt x="119" y="57"/>
                  </a:lnTo>
                  <a:lnTo>
                    <a:pt x="121" y="60"/>
                  </a:lnTo>
                  <a:lnTo>
                    <a:pt x="122" y="63"/>
                  </a:lnTo>
                  <a:lnTo>
                    <a:pt x="123" y="65"/>
                  </a:lnTo>
                  <a:lnTo>
                    <a:pt x="125" y="68"/>
                  </a:lnTo>
                  <a:lnTo>
                    <a:pt x="126" y="70"/>
                  </a:lnTo>
                  <a:lnTo>
                    <a:pt x="127" y="72"/>
                  </a:lnTo>
                  <a:lnTo>
                    <a:pt x="129" y="74"/>
                  </a:lnTo>
                  <a:lnTo>
                    <a:pt x="130" y="76"/>
                  </a:lnTo>
                  <a:lnTo>
                    <a:pt x="132" y="78"/>
                  </a:lnTo>
                  <a:lnTo>
                    <a:pt x="133" y="80"/>
                  </a:lnTo>
                  <a:lnTo>
                    <a:pt x="134" y="82"/>
                  </a:lnTo>
                  <a:lnTo>
                    <a:pt x="136" y="84"/>
                  </a:lnTo>
                  <a:lnTo>
                    <a:pt x="137" y="85"/>
                  </a:lnTo>
                  <a:lnTo>
                    <a:pt x="138" y="87"/>
                  </a:lnTo>
                  <a:lnTo>
                    <a:pt x="140" y="88"/>
                  </a:lnTo>
                  <a:lnTo>
                    <a:pt x="141" y="90"/>
                  </a:lnTo>
                  <a:lnTo>
                    <a:pt x="142" y="91"/>
                  </a:lnTo>
                  <a:lnTo>
                    <a:pt x="144" y="92"/>
                  </a:lnTo>
                  <a:lnTo>
                    <a:pt x="145" y="93"/>
                  </a:lnTo>
                  <a:lnTo>
                    <a:pt x="146" y="94"/>
                  </a:lnTo>
                  <a:lnTo>
                    <a:pt x="148" y="95"/>
                  </a:lnTo>
                  <a:lnTo>
                    <a:pt x="149" y="96"/>
                  </a:lnTo>
                  <a:lnTo>
                    <a:pt x="150" y="97"/>
                  </a:lnTo>
                  <a:lnTo>
                    <a:pt x="152" y="97"/>
                  </a:lnTo>
                  <a:lnTo>
                    <a:pt x="153" y="98"/>
                  </a:lnTo>
                  <a:lnTo>
                    <a:pt x="154" y="99"/>
                  </a:lnTo>
                  <a:lnTo>
                    <a:pt x="156" y="100"/>
                  </a:lnTo>
                  <a:lnTo>
                    <a:pt x="157" y="100"/>
                  </a:lnTo>
                  <a:lnTo>
                    <a:pt x="158" y="101"/>
                  </a:lnTo>
                  <a:lnTo>
                    <a:pt x="160" y="102"/>
                  </a:lnTo>
                  <a:lnTo>
                    <a:pt x="161" y="102"/>
                  </a:lnTo>
                  <a:lnTo>
                    <a:pt x="162" y="103"/>
                  </a:lnTo>
                  <a:lnTo>
                    <a:pt x="164" y="104"/>
                  </a:lnTo>
                  <a:lnTo>
                    <a:pt x="165" y="104"/>
                  </a:lnTo>
                  <a:lnTo>
                    <a:pt x="167" y="105"/>
                  </a:lnTo>
                  <a:lnTo>
                    <a:pt x="168" y="105"/>
                  </a:lnTo>
                  <a:lnTo>
                    <a:pt x="169" y="105"/>
                  </a:lnTo>
                  <a:lnTo>
                    <a:pt x="171" y="106"/>
                  </a:lnTo>
                  <a:lnTo>
                    <a:pt x="172" y="106"/>
                  </a:lnTo>
                  <a:lnTo>
                    <a:pt x="173" y="107"/>
                  </a:lnTo>
                  <a:lnTo>
                    <a:pt x="175" y="107"/>
                  </a:lnTo>
                  <a:lnTo>
                    <a:pt x="176" y="108"/>
                  </a:lnTo>
                  <a:lnTo>
                    <a:pt x="177" y="108"/>
                  </a:lnTo>
                  <a:lnTo>
                    <a:pt x="179" y="108"/>
                  </a:lnTo>
                  <a:lnTo>
                    <a:pt x="180" y="109"/>
                  </a:lnTo>
                  <a:lnTo>
                    <a:pt x="181" y="109"/>
                  </a:lnTo>
                  <a:lnTo>
                    <a:pt x="183" y="109"/>
                  </a:lnTo>
                  <a:lnTo>
                    <a:pt x="184" y="110"/>
                  </a:lnTo>
                  <a:lnTo>
                    <a:pt x="185" y="110"/>
                  </a:lnTo>
                  <a:lnTo>
                    <a:pt x="187" y="110"/>
                  </a:lnTo>
                  <a:lnTo>
                    <a:pt x="188" y="111"/>
                  </a:lnTo>
                  <a:lnTo>
                    <a:pt x="189" y="111"/>
                  </a:lnTo>
                  <a:lnTo>
                    <a:pt x="191" y="111"/>
                  </a:lnTo>
                  <a:lnTo>
                    <a:pt x="192" y="112"/>
                  </a:lnTo>
                  <a:lnTo>
                    <a:pt x="193" y="112"/>
                  </a:lnTo>
                  <a:lnTo>
                    <a:pt x="195" y="112"/>
                  </a:lnTo>
                  <a:lnTo>
                    <a:pt x="196" y="113"/>
                  </a:lnTo>
                  <a:lnTo>
                    <a:pt x="197" y="113"/>
                  </a:lnTo>
                  <a:lnTo>
                    <a:pt x="199" y="113"/>
                  </a:lnTo>
                  <a:lnTo>
                    <a:pt x="200" y="113"/>
                  </a:lnTo>
                  <a:lnTo>
                    <a:pt x="202" y="114"/>
                  </a:lnTo>
                  <a:lnTo>
                    <a:pt x="203" y="114"/>
                  </a:lnTo>
                  <a:lnTo>
                    <a:pt x="204" y="114"/>
                  </a:lnTo>
                  <a:lnTo>
                    <a:pt x="206" y="114"/>
                  </a:lnTo>
                  <a:lnTo>
                    <a:pt x="207" y="115"/>
                  </a:lnTo>
                  <a:lnTo>
                    <a:pt x="208" y="115"/>
                  </a:lnTo>
                  <a:lnTo>
                    <a:pt x="210" y="115"/>
                  </a:lnTo>
                  <a:lnTo>
                    <a:pt x="211" y="115"/>
                  </a:lnTo>
                  <a:lnTo>
                    <a:pt x="212" y="115"/>
                  </a:lnTo>
                  <a:lnTo>
                    <a:pt x="214" y="116"/>
                  </a:lnTo>
                  <a:lnTo>
                    <a:pt x="215" y="116"/>
                  </a:lnTo>
                  <a:lnTo>
                    <a:pt x="216" y="116"/>
                  </a:lnTo>
                  <a:lnTo>
                    <a:pt x="218" y="116"/>
                  </a:lnTo>
                  <a:lnTo>
                    <a:pt x="219" y="116"/>
                  </a:lnTo>
                  <a:lnTo>
                    <a:pt x="220" y="116"/>
                  </a:lnTo>
                  <a:lnTo>
                    <a:pt x="222" y="117"/>
                  </a:lnTo>
                  <a:lnTo>
                    <a:pt x="223" y="117"/>
                  </a:lnTo>
                  <a:lnTo>
                    <a:pt x="224" y="117"/>
                  </a:lnTo>
                  <a:lnTo>
                    <a:pt x="226" y="117"/>
                  </a:lnTo>
                  <a:lnTo>
                    <a:pt x="227" y="117"/>
                  </a:lnTo>
                  <a:lnTo>
                    <a:pt x="228" y="118"/>
                  </a:lnTo>
                  <a:lnTo>
                    <a:pt x="230" y="118"/>
                  </a:lnTo>
                  <a:lnTo>
                    <a:pt x="231" y="118"/>
                  </a:lnTo>
                  <a:lnTo>
                    <a:pt x="232" y="118"/>
                  </a:lnTo>
                  <a:lnTo>
                    <a:pt x="234" y="118"/>
                  </a:lnTo>
                  <a:lnTo>
                    <a:pt x="235" y="119"/>
                  </a:lnTo>
                  <a:lnTo>
                    <a:pt x="236" y="119"/>
                  </a:lnTo>
                  <a:lnTo>
                    <a:pt x="238" y="119"/>
                  </a:lnTo>
                  <a:lnTo>
                    <a:pt x="239" y="119"/>
                  </a:lnTo>
                  <a:lnTo>
                    <a:pt x="241" y="119"/>
                  </a:lnTo>
                  <a:lnTo>
                    <a:pt x="242" y="119"/>
                  </a:lnTo>
                  <a:lnTo>
                    <a:pt x="243" y="119"/>
                  </a:lnTo>
                  <a:lnTo>
                    <a:pt x="245" y="120"/>
                  </a:lnTo>
                  <a:lnTo>
                    <a:pt x="246" y="120"/>
                  </a:lnTo>
                  <a:lnTo>
                    <a:pt x="247" y="120"/>
                  </a:lnTo>
                  <a:lnTo>
                    <a:pt x="249" y="120"/>
                  </a:lnTo>
                  <a:lnTo>
                    <a:pt x="250" y="120"/>
                  </a:lnTo>
                  <a:lnTo>
                    <a:pt x="251" y="120"/>
                  </a:lnTo>
                  <a:lnTo>
                    <a:pt x="253" y="120"/>
                  </a:lnTo>
                  <a:lnTo>
                    <a:pt x="254" y="121"/>
                  </a:lnTo>
                  <a:lnTo>
                    <a:pt x="255" y="121"/>
                  </a:lnTo>
                  <a:lnTo>
                    <a:pt x="257" y="121"/>
                  </a:lnTo>
                  <a:lnTo>
                    <a:pt x="258" y="121"/>
                  </a:lnTo>
                  <a:lnTo>
                    <a:pt x="259" y="121"/>
                  </a:lnTo>
                  <a:lnTo>
                    <a:pt x="261" y="121"/>
                  </a:lnTo>
                  <a:lnTo>
                    <a:pt x="262" y="121"/>
                  </a:lnTo>
                  <a:lnTo>
                    <a:pt x="263" y="121"/>
                  </a:lnTo>
                  <a:lnTo>
                    <a:pt x="265" y="121"/>
                  </a:lnTo>
                  <a:lnTo>
                    <a:pt x="266" y="121"/>
                  </a:lnTo>
                  <a:lnTo>
                    <a:pt x="267" y="122"/>
                  </a:lnTo>
                  <a:lnTo>
                    <a:pt x="269" y="122"/>
                  </a:lnTo>
                  <a:lnTo>
                    <a:pt x="270" y="122"/>
                  </a:lnTo>
                  <a:lnTo>
                    <a:pt x="271" y="122"/>
                  </a:lnTo>
                  <a:lnTo>
                    <a:pt x="273" y="122"/>
                  </a:lnTo>
                  <a:lnTo>
                    <a:pt x="274" y="122"/>
                  </a:lnTo>
                  <a:lnTo>
                    <a:pt x="276" y="122"/>
                  </a:lnTo>
                  <a:lnTo>
                    <a:pt x="277" y="122"/>
                  </a:lnTo>
                  <a:lnTo>
                    <a:pt x="278" y="122"/>
                  </a:lnTo>
                  <a:lnTo>
                    <a:pt x="280" y="122"/>
                  </a:lnTo>
                  <a:lnTo>
                    <a:pt x="281" y="122"/>
                  </a:lnTo>
                  <a:lnTo>
                    <a:pt x="282" y="122"/>
                  </a:lnTo>
                  <a:lnTo>
                    <a:pt x="284" y="122"/>
                  </a:lnTo>
                  <a:lnTo>
                    <a:pt x="285" y="122"/>
                  </a:lnTo>
                  <a:lnTo>
                    <a:pt x="286" y="122"/>
                  </a:lnTo>
                  <a:lnTo>
                    <a:pt x="288" y="123"/>
                  </a:lnTo>
                  <a:lnTo>
                    <a:pt x="289" y="122"/>
                  </a:lnTo>
                  <a:lnTo>
                    <a:pt x="290" y="122"/>
                  </a:lnTo>
                  <a:lnTo>
                    <a:pt x="292" y="122"/>
                  </a:lnTo>
                  <a:lnTo>
                    <a:pt x="293" y="122"/>
                  </a:lnTo>
                  <a:lnTo>
                    <a:pt x="294" y="122"/>
                  </a:lnTo>
                  <a:lnTo>
                    <a:pt x="296" y="122"/>
                  </a:lnTo>
                  <a:lnTo>
                    <a:pt x="297" y="122"/>
                  </a:lnTo>
                  <a:lnTo>
                    <a:pt x="298" y="122"/>
                  </a:lnTo>
                  <a:lnTo>
                    <a:pt x="300" y="122"/>
                  </a:lnTo>
                  <a:lnTo>
                    <a:pt x="301" y="122"/>
                  </a:lnTo>
                  <a:lnTo>
                    <a:pt x="302" y="122"/>
                  </a:lnTo>
                  <a:lnTo>
                    <a:pt x="304" y="121"/>
                  </a:lnTo>
                  <a:lnTo>
                    <a:pt x="305" y="121"/>
                  </a:lnTo>
                  <a:lnTo>
                    <a:pt x="306" y="121"/>
                  </a:lnTo>
                  <a:lnTo>
                    <a:pt x="308" y="121"/>
                  </a:lnTo>
                  <a:lnTo>
                    <a:pt x="309" y="121"/>
                  </a:lnTo>
                  <a:lnTo>
                    <a:pt x="311" y="121"/>
                  </a:lnTo>
                  <a:lnTo>
                    <a:pt x="312" y="121"/>
                  </a:lnTo>
                  <a:lnTo>
                    <a:pt x="313" y="121"/>
                  </a:lnTo>
                  <a:lnTo>
                    <a:pt x="315" y="120"/>
                  </a:lnTo>
                  <a:lnTo>
                    <a:pt x="316" y="120"/>
                  </a:lnTo>
                  <a:lnTo>
                    <a:pt x="317" y="120"/>
                  </a:lnTo>
                  <a:lnTo>
                    <a:pt x="319" y="120"/>
                  </a:lnTo>
                  <a:lnTo>
                    <a:pt x="320" y="120"/>
                  </a:lnTo>
                  <a:lnTo>
                    <a:pt x="321" y="120"/>
                  </a:lnTo>
                  <a:lnTo>
                    <a:pt x="323" y="120"/>
                  </a:lnTo>
                  <a:lnTo>
                    <a:pt x="324" y="120"/>
                  </a:lnTo>
                  <a:lnTo>
                    <a:pt x="325" y="119"/>
                  </a:lnTo>
                  <a:lnTo>
                    <a:pt x="327" y="119"/>
                  </a:lnTo>
                  <a:lnTo>
                    <a:pt x="328" y="119"/>
                  </a:lnTo>
                  <a:lnTo>
                    <a:pt x="329" y="119"/>
                  </a:lnTo>
                  <a:lnTo>
                    <a:pt x="331" y="119"/>
                  </a:lnTo>
                  <a:lnTo>
                    <a:pt x="332" y="118"/>
                  </a:lnTo>
                  <a:lnTo>
                    <a:pt x="333" y="118"/>
                  </a:lnTo>
                  <a:lnTo>
                    <a:pt x="335" y="118"/>
                  </a:lnTo>
                  <a:lnTo>
                    <a:pt x="336" y="118"/>
                  </a:lnTo>
                  <a:lnTo>
                    <a:pt x="337" y="118"/>
                  </a:lnTo>
                  <a:lnTo>
                    <a:pt x="339" y="118"/>
                  </a:lnTo>
                  <a:lnTo>
                    <a:pt x="340" y="117"/>
                  </a:lnTo>
                  <a:lnTo>
                    <a:pt x="341" y="117"/>
                  </a:lnTo>
                  <a:lnTo>
                    <a:pt x="343" y="117"/>
                  </a:lnTo>
                  <a:lnTo>
                    <a:pt x="344" y="117"/>
                  </a:lnTo>
                  <a:lnTo>
                    <a:pt x="346" y="117"/>
                  </a:lnTo>
                  <a:lnTo>
                    <a:pt x="347" y="116"/>
                  </a:lnTo>
                  <a:lnTo>
                    <a:pt x="348" y="116"/>
                  </a:lnTo>
                  <a:lnTo>
                    <a:pt x="350" y="116"/>
                  </a:lnTo>
                  <a:lnTo>
                    <a:pt x="351" y="116"/>
                  </a:lnTo>
                  <a:lnTo>
                    <a:pt x="352" y="115"/>
                  </a:lnTo>
                  <a:lnTo>
                    <a:pt x="354" y="115"/>
                  </a:lnTo>
                  <a:lnTo>
                    <a:pt x="355" y="115"/>
                  </a:lnTo>
                  <a:lnTo>
                    <a:pt x="356" y="115"/>
                  </a:lnTo>
                  <a:lnTo>
                    <a:pt x="358" y="115"/>
                  </a:lnTo>
                  <a:lnTo>
                    <a:pt x="359" y="114"/>
                  </a:lnTo>
                  <a:lnTo>
                    <a:pt x="360" y="114"/>
                  </a:lnTo>
                  <a:lnTo>
                    <a:pt x="362" y="114"/>
                  </a:lnTo>
                  <a:lnTo>
                    <a:pt x="363" y="114"/>
                  </a:lnTo>
                  <a:lnTo>
                    <a:pt x="364" y="114"/>
                  </a:lnTo>
                  <a:lnTo>
                    <a:pt x="366" y="113"/>
                  </a:lnTo>
                  <a:lnTo>
                    <a:pt x="367" y="113"/>
                  </a:lnTo>
                  <a:lnTo>
                    <a:pt x="368" y="113"/>
                  </a:lnTo>
                  <a:lnTo>
                    <a:pt x="370" y="113"/>
                  </a:lnTo>
                  <a:lnTo>
                    <a:pt x="371" y="113"/>
                  </a:lnTo>
                  <a:lnTo>
                    <a:pt x="372" y="112"/>
                  </a:lnTo>
                  <a:lnTo>
                    <a:pt x="374" y="112"/>
                  </a:lnTo>
                  <a:lnTo>
                    <a:pt x="375" y="112"/>
                  </a:lnTo>
                  <a:lnTo>
                    <a:pt x="376" y="112"/>
                  </a:lnTo>
                  <a:lnTo>
                    <a:pt x="378" y="112"/>
                  </a:lnTo>
                  <a:lnTo>
                    <a:pt x="379" y="111"/>
                  </a:lnTo>
                  <a:lnTo>
                    <a:pt x="380" y="111"/>
                  </a:lnTo>
                  <a:lnTo>
                    <a:pt x="382" y="111"/>
                  </a:lnTo>
                  <a:lnTo>
                    <a:pt x="383" y="111"/>
                  </a:lnTo>
                  <a:lnTo>
                    <a:pt x="385" y="111"/>
                  </a:lnTo>
                  <a:lnTo>
                    <a:pt x="386" y="110"/>
                  </a:lnTo>
                  <a:lnTo>
                    <a:pt x="387" y="110"/>
                  </a:lnTo>
                  <a:lnTo>
                    <a:pt x="389" y="110"/>
                  </a:lnTo>
                  <a:lnTo>
                    <a:pt x="390" y="110"/>
                  </a:lnTo>
                  <a:lnTo>
                    <a:pt x="391" y="110"/>
                  </a:lnTo>
                  <a:lnTo>
                    <a:pt x="393" y="109"/>
                  </a:lnTo>
                  <a:lnTo>
                    <a:pt x="394" y="109"/>
                  </a:lnTo>
                  <a:lnTo>
                    <a:pt x="395" y="109"/>
                  </a:lnTo>
                  <a:lnTo>
                    <a:pt x="397" y="109"/>
                  </a:lnTo>
                  <a:lnTo>
                    <a:pt x="398" y="109"/>
                  </a:lnTo>
                  <a:lnTo>
                    <a:pt x="399" y="109"/>
                  </a:lnTo>
                  <a:lnTo>
                    <a:pt x="401" y="109"/>
                  </a:lnTo>
                  <a:lnTo>
                    <a:pt x="402" y="108"/>
                  </a:lnTo>
                  <a:lnTo>
                    <a:pt x="403" y="108"/>
                  </a:lnTo>
                  <a:lnTo>
                    <a:pt x="405" y="108"/>
                  </a:lnTo>
                  <a:lnTo>
                    <a:pt x="406" y="108"/>
                  </a:lnTo>
                  <a:lnTo>
                    <a:pt x="407" y="108"/>
                  </a:lnTo>
                  <a:lnTo>
                    <a:pt x="409" y="108"/>
                  </a:lnTo>
                  <a:lnTo>
                    <a:pt x="410" y="107"/>
                  </a:lnTo>
                  <a:lnTo>
                    <a:pt x="411" y="107"/>
                  </a:lnTo>
                  <a:lnTo>
                    <a:pt x="413" y="107"/>
                  </a:lnTo>
                  <a:lnTo>
                    <a:pt x="414" y="107"/>
                  </a:lnTo>
                  <a:lnTo>
                    <a:pt x="415" y="107"/>
                  </a:lnTo>
                  <a:lnTo>
                    <a:pt x="417" y="107"/>
                  </a:lnTo>
                  <a:lnTo>
                    <a:pt x="418" y="107"/>
                  </a:lnTo>
                  <a:lnTo>
                    <a:pt x="420" y="67"/>
                  </a:lnTo>
                  <a:lnTo>
                    <a:pt x="421" y="68"/>
                  </a:lnTo>
                  <a:lnTo>
                    <a:pt x="422" y="67"/>
                  </a:lnTo>
                  <a:lnTo>
                    <a:pt x="424" y="67"/>
                  </a:lnTo>
                  <a:lnTo>
                    <a:pt x="425" y="67"/>
                  </a:lnTo>
                  <a:lnTo>
                    <a:pt x="426" y="67"/>
                  </a:lnTo>
                  <a:lnTo>
                    <a:pt x="428" y="66"/>
                  </a:lnTo>
                  <a:lnTo>
                    <a:pt x="429" y="66"/>
                  </a:lnTo>
                  <a:lnTo>
                    <a:pt x="430" y="66"/>
                  </a:lnTo>
                  <a:lnTo>
                    <a:pt x="432" y="66"/>
                  </a:lnTo>
                  <a:lnTo>
                    <a:pt x="433" y="66"/>
                  </a:lnTo>
                  <a:lnTo>
                    <a:pt x="434" y="66"/>
                  </a:lnTo>
                  <a:lnTo>
                    <a:pt x="436" y="66"/>
                  </a:lnTo>
                  <a:lnTo>
                    <a:pt x="437" y="65"/>
                  </a:lnTo>
                  <a:lnTo>
                    <a:pt x="438" y="65"/>
                  </a:lnTo>
                  <a:lnTo>
                    <a:pt x="440" y="65"/>
                  </a:lnTo>
                  <a:lnTo>
                    <a:pt x="441" y="65"/>
                  </a:lnTo>
                  <a:lnTo>
                    <a:pt x="442" y="65"/>
                  </a:lnTo>
                  <a:lnTo>
                    <a:pt x="444" y="65"/>
                  </a:lnTo>
                  <a:lnTo>
                    <a:pt x="445" y="65"/>
                  </a:lnTo>
                  <a:lnTo>
                    <a:pt x="446" y="65"/>
                  </a:lnTo>
                  <a:lnTo>
                    <a:pt x="448" y="64"/>
                  </a:lnTo>
                  <a:lnTo>
                    <a:pt x="449" y="64"/>
                  </a:lnTo>
                  <a:lnTo>
                    <a:pt x="450" y="64"/>
                  </a:lnTo>
                  <a:lnTo>
                    <a:pt x="452" y="64"/>
                  </a:lnTo>
                  <a:lnTo>
                    <a:pt x="453" y="64"/>
                  </a:lnTo>
                  <a:lnTo>
                    <a:pt x="455" y="64"/>
                  </a:lnTo>
                  <a:lnTo>
                    <a:pt x="456" y="64"/>
                  </a:lnTo>
                  <a:lnTo>
                    <a:pt x="457" y="64"/>
                  </a:lnTo>
                  <a:lnTo>
                    <a:pt x="459" y="64"/>
                  </a:lnTo>
                  <a:lnTo>
                    <a:pt x="460" y="63"/>
                  </a:lnTo>
                  <a:lnTo>
                    <a:pt x="461" y="63"/>
                  </a:lnTo>
                  <a:lnTo>
                    <a:pt x="463" y="63"/>
                  </a:lnTo>
                  <a:lnTo>
                    <a:pt x="464" y="63"/>
                  </a:lnTo>
                  <a:lnTo>
                    <a:pt x="465" y="63"/>
                  </a:lnTo>
                  <a:lnTo>
                    <a:pt x="467" y="63"/>
                  </a:lnTo>
                  <a:lnTo>
                    <a:pt x="468" y="62"/>
                  </a:lnTo>
                  <a:lnTo>
                    <a:pt x="469" y="62"/>
                  </a:lnTo>
                  <a:lnTo>
                    <a:pt x="471" y="62"/>
                  </a:lnTo>
                  <a:lnTo>
                    <a:pt x="472" y="62"/>
                  </a:lnTo>
                  <a:lnTo>
                    <a:pt x="473" y="62"/>
                  </a:lnTo>
                  <a:lnTo>
                    <a:pt x="475" y="62"/>
                  </a:lnTo>
                  <a:lnTo>
                    <a:pt x="476" y="62"/>
                  </a:lnTo>
                  <a:lnTo>
                    <a:pt x="477" y="62"/>
                  </a:lnTo>
                  <a:lnTo>
                    <a:pt x="479" y="62"/>
                  </a:lnTo>
                  <a:lnTo>
                    <a:pt x="480" y="62"/>
                  </a:lnTo>
                  <a:lnTo>
                    <a:pt x="481" y="62"/>
                  </a:lnTo>
                  <a:lnTo>
                    <a:pt x="483" y="61"/>
                  </a:lnTo>
                  <a:lnTo>
                    <a:pt x="484" y="61"/>
                  </a:lnTo>
                  <a:lnTo>
                    <a:pt x="485" y="61"/>
                  </a:lnTo>
                  <a:lnTo>
                    <a:pt x="487" y="61"/>
                  </a:lnTo>
                  <a:lnTo>
                    <a:pt x="488" y="61"/>
                  </a:lnTo>
                  <a:lnTo>
                    <a:pt x="490" y="61"/>
                  </a:lnTo>
                  <a:lnTo>
                    <a:pt x="491" y="61"/>
                  </a:lnTo>
                  <a:lnTo>
                    <a:pt x="492" y="61"/>
                  </a:lnTo>
                  <a:lnTo>
                    <a:pt x="494" y="61"/>
                  </a:lnTo>
                  <a:lnTo>
                    <a:pt x="495" y="61"/>
                  </a:lnTo>
                  <a:lnTo>
                    <a:pt x="496" y="61"/>
                  </a:lnTo>
                  <a:lnTo>
                    <a:pt x="498" y="60"/>
                  </a:lnTo>
                  <a:lnTo>
                    <a:pt x="499" y="60"/>
                  </a:lnTo>
                  <a:lnTo>
                    <a:pt x="500" y="60"/>
                  </a:lnTo>
                  <a:lnTo>
                    <a:pt x="502" y="60"/>
                  </a:lnTo>
                  <a:lnTo>
                    <a:pt x="503" y="60"/>
                  </a:lnTo>
                  <a:lnTo>
                    <a:pt x="504" y="60"/>
                  </a:lnTo>
                  <a:lnTo>
                    <a:pt x="506" y="60"/>
                  </a:lnTo>
                  <a:lnTo>
                    <a:pt x="507" y="60"/>
                  </a:lnTo>
                  <a:lnTo>
                    <a:pt x="508" y="60"/>
                  </a:lnTo>
                  <a:lnTo>
                    <a:pt x="510" y="59"/>
                  </a:lnTo>
                  <a:lnTo>
                    <a:pt x="511" y="59"/>
                  </a:lnTo>
                  <a:lnTo>
                    <a:pt x="512" y="59"/>
                  </a:lnTo>
                  <a:lnTo>
                    <a:pt x="514" y="59"/>
                  </a:lnTo>
                  <a:lnTo>
                    <a:pt x="515" y="59"/>
                  </a:lnTo>
                  <a:lnTo>
                    <a:pt x="516" y="59"/>
                  </a:lnTo>
                  <a:lnTo>
                    <a:pt x="518" y="59"/>
                  </a:lnTo>
                  <a:lnTo>
                    <a:pt x="519" y="59"/>
                  </a:lnTo>
                  <a:lnTo>
                    <a:pt x="520" y="59"/>
                  </a:lnTo>
                  <a:lnTo>
                    <a:pt x="522" y="59"/>
                  </a:lnTo>
                  <a:lnTo>
                    <a:pt x="523" y="59"/>
                  </a:lnTo>
                  <a:lnTo>
                    <a:pt x="524" y="59"/>
                  </a:lnTo>
                  <a:lnTo>
                    <a:pt x="526" y="59"/>
                  </a:lnTo>
                  <a:lnTo>
                    <a:pt x="527" y="59"/>
                  </a:lnTo>
                  <a:lnTo>
                    <a:pt x="529" y="59"/>
                  </a:lnTo>
                  <a:lnTo>
                    <a:pt x="530" y="58"/>
                  </a:lnTo>
                  <a:lnTo>
                    <a:pt x="531" y="58"/>
                  </a:lnTo>
                  <a:lnTo>
                    <a:pt x="533" y="58"/>
                  </a:lnTo>
                  <a:lnTo>
                    <a:pt x="534" y="58"/>
                  </a:lnTo>
                  <a:lnTo>
                    <a:pt x="535" y="58"/>
                  </a:lnTo>
                  <a:lnTo>
                    <a:pt x="537" y="58"/>
                  </a:lnTo>
                  <a:lnTo>
                    <a:pt x="538" y="58"/>
                  </a:lnTo>
                  <a:lnTo>
                    <a:pt x="539" y="58"/>
                  </a:lnTo>
                  <a:lnTo>
                    <a:pt x="541" y="58"/>
                  </a:lnTo>
                  <a:lnTo>
                    <a:pt x="542" y="58"/>
                  </a:lnTo>
                  <a:lnTo>
                    <a:pt x="543" y="58"/>
                  </a:lnTo>
                  <a:lnTo>
                    <a:pt x="545" y="58"/>
                  </a:lnTo>
                  <a:lnTo>
                    <a:pt x="546" y="58"/>
                  </a:lnTo>
                  <a:lnTo>
                    <a:pt x="547" y="58"/>
                  </a:lnTo>
                  <a:lnTo>
                    <a:pt x="549" y="58"/>
                  </a:lnTo>
                  <a:lnTo>
                    <a:pt x="550" y="58"/>
                  </a:lnTo>
                  <a:lnTo>
                    <a:pt x="551" y="57"/>
                  </a:lnTo>
                  <a:lnTo>
                    <a:pt x="553" y="57"/>
                  </a:lnTo>
                  <a:lnTo>
                    <a:pt x="554" y="57"/>
                  </a:lnTo>
                  <a:lnTo>
                    <a:pt x="555" y="57"/>
                  </a:lnTo>
                  <a:lnTo>
                    <a:pt x="557" y="57"/>
                  </a:lnTo>
                  <a:lnTo>
                    <a:pt x="558" y="57"/>
                  </a:lnTo>
                  <a:lnTo>
                    <a:pt x="559" y="57"/>
                  </a:lnTo>
                  <a:lnTo>
                    <a:pt x="561" y="57"/>
                  </a:lnTo>
                  <a:lnTo>
                    <a:pt x="562" y="57"/>
                  </a:lnTo>
                  <a:lnTo>
                    <a:pt x="564" y="57"/>
                  </a:lnTo>
                  <a:lnTo>
                    <a:pt x="565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9" y="57"/>
                  </a:lnTo>
                  <a:lnTo>
                    <a:pt x="570" y="57"/>
                  </a:lnTo>
                  <a:lnTo>
                    <a:pt x="572" y="56"/>
                  </a:lnTo>
                  <a:lnTo>
                    <a:pt x="573" y="56"/>
                  </a:lnTo>
                  <a:lnTo>
                    <a:pt x="574" y="56"/>
                  </a:lnTo>
                  <a:lnTo>
                    <a:pt x="576" y="56"/>
                  </a:lnTo>
                  <a:lnTo>
                    <a:pt x="577" y="56"/>
                  </a:lnTo>
                  <a:lnTo>
                    <a:pt x="578" y="56"/>
                  </a:lnTo>
                  <a:lnTo>
                    <a:pt x="580" y="56"/>
                  </a:lnTo>
                  <a:lnTo>
                    <a:pt x="581" y="56"/>
                  </a:lnTo>
                  <a:lnTo>
                    <a:pt x="582" y="56"/>
                  </a:lnTo>
                  <a:lnTo>
                    <a:pt x="584" y="56"/>
                  </a:lnTo>
                  <a:lnTo>
                    <a:pt x="585" y="56"/>
                  </a:lnTo>
                  <a:lnTo>
                    <a:pt x="586" y="56"/>
                  </a:lnTo>
                  <a:lnTo>
                    <a:pt x="588" y="56"/>
                  </a:lnTo>
                  <a:lnTo>
                    <a:pt x="589" y="56"/>
                  </a:lnTo>
                  <a:lnTo>
                    <a:pt x="590" y="56"/>
                  </a:lnTo>
                  <a:lnTo>
                    <a:pt x="592" y="56"/>
                  </a:lnTo>
                  <a:lnTo>
                    <a:pt x="593" y="56"/>
                  </a:lnTo>
                  <a:lnTo>
                    <a:pt x="594" y="56"/>
                  </a:lnTo>
                  <a:lnTo>
                    <a:pt x="596" y="56"/>
                  </a:lnTo>
                  <a:lnTo>
                    <a:pt x="597" y="55"/>
                  </a:lnTo>
                  <a:lnTo>
                    <a:pt x="599" y="55"/>
                  </a:lnTo>
                  <a:lnTo>
                    <a:pt x="600" y="55"/>
                  </a:lnTo>
                  <a:lnTo>
                    <a:pt x="601" y="55"/>
                  </a:lnTo>
                  <a:lnTo>
                    <a:pt x="603" y="55"/>
                  </a:lnTo>
                  <a:lnTo>
                    <a:pt x="604" y="55"/>
                  </a:lnTo>
                  <a:lnTo>
                    <a:pt x="605" y="55"/>
                  </a:lnTo>
                  <a:lnTo>
                    <a:pt x="607" y="55"/>
                  </a:lnTo>
                  <a:lnTo>
                    <a:pt x="608" y="55"/>
                  </a:lnTo>
                  <a:lnTo>
                    <a:pt x="609" y="55"/>
                  </a:lnTo>
                  <a:lnTo>
                    <a:pt x="611" y="55"/>
                  </a:lnTo>
                  <a:lnTo>
                    <a:pt x="612" y="55"/>
                  </a:lnTo>
                  <a:lnTo>
                    <a:pt x="613" y="55"/>
                  </a:lnTo>
                  <a:lnTo>
                    <a:pt x="615" y="55"/>
                  </a:lnTo>
                  <a:lnTo>
                    <a:pt x="616" y="55"/>
                  </a:lnTo>
                  <a:lnTo>
                    <a:pt x="617" y="54"/>
                  </a:lnTo>
                  <a:lnTo>
                    <a:pt x="619" y="54"/>
                  </a:lnTo>
                  <a:lnTo>
                    <a:pt x="620" y="54"/>
                  </a:lnTo>
                  <a:lnTo>
                    <a:pt x="621" y="54"/>
                  </a:lnTo>
                  <a:lnTo>
                    <a:pt x="623" y="54"/>
                  </a:lnTo>
                  <a:lnTo>
                    <a:pt x="624" y="54"/>
                  </a:lnTo>
                  <a:lnTo>
                    <a:pt x="625" y="54"/>
                  </a:lnTo>
                  <a:lnTo>
                    <a:pt x="627" y="54"/>
                  </a:lnTo>
                  <a:lnTo>
                    <a:pt x="628" y="54"/>
                  </a:lnTo>
                  <a:lnTo>
                    <a:pt x="629" y="54"/>
                  </a:lnTo>
                  <a:lnTo>
                    <a:pt x="631" y="54"/>
                  </a:lnTo>
                  <a:lnTo>
                    <a:pt x="632" y="54"/>
                  </a:lnTo>
                  <a:lnTo>
                    <a:pt x="634" y="54"/>
                  </a:lnTo>
                  <a:lnTo>
                    <a:pt x="635" y="54"/>
                  </a:lnTo>
                  <a:lnTo>
                    <a:pt x="636" y="54"/>
                  </a:lnTo>
                  <a:lnTo>
                    <a:pt x="638" y="54"/>
                  </a:lnTo>
                  <a:lnTo>
                    <a:pt x="639" y="53"/>
                  </a:lnTo>
                  <a:lnTo>
                    <a:pt x="640" y="53"/>
                  </a:lnTo>
                  <a:lnTo>
                    <a:pt x="642" y="53"/>
                  </a:lnTo>
                  <a:lnTo>
                    <a:pt x="643" y="53"/>
                  </a:lnTo>
                  <a:lnTo>
                    <a:pt x="644" y="53"/>
                  </a:lnTo>
                  <a:lnTo>
                    <a:pt x="646" y="53"/>
                  </a:lnTo>
                  <a:lnTo>
                    <a:pt x="647" y="53"/>
                  </a:lnTo>
                  <a:lnTo>
                    <a:pt x="648" y="53"/>
                  </a:lnTo>
                  <a:lnTo>
                    <a:pt x="650" y="53"/>
                  </a:lnTo>
                  <a:lnTo>
                    <a:pt x="651" y="53"/>
                  </a:lnTo>
                  <a:lnTo>
                    <a:pt x="652" y="53"/>
                  </a:lnTo>
                  <a:lnTo>
                    <a:pt x="654" y="53"/>
                  </a:lnTo>
                  <a:lnTo>
                    <a:pt x="655" y="53"/>
                  </a:lnTo>
                  <a:lnTo>
                    <a:pt x="656" y="53"/>
                  </a:lnTo>
                  <a:lnTo>
                    <a:pt x="658" y="53"/>
                  </a:lnTo>
                  <a:lnTo>
                    <a:pt x="659" y="53"/>
                  </a:lnTo>
                  <a:lnTo>
                    <a:pt x="660" y="53"/>
                  </a:lnTo>
                  <a:lnTo>
                    <a:pt x="662" y="53"/>
                  </a:lnTo>
                  <a:lnTo>
                    <a:pt x="663" y="53"/>
                  </a:lnTo>
                  <a:lnTo>
                    <a:pt x="664" y="53"/>
                  </a:lnTo>
                  <a:lnTo>
                    <a:pt x="666" y="53"/>
                  </a:lnTo>
                  <a:lnTo>
                    <a:pt x="667" y="53"/>
                  </a:lnTo>
                  <a:lnTo>
                    <a:pt x="668" y="53"/>
                  </a:lnTo>
                  <a:lnTo>
                    <a:pt x="670" y="53"/>
                  </a:lnTo>
                  <a:lnTo>
                    <a:pt x="671" y="52"/>
                  </a:lnTo>
                  <a:lnTo>
                    <a:pt x="673" y="52"/>
                  </a:lnTo>
                  <a:lnTo>
                    <a:pt x="674" y="52"/>
                  </a:lnTo>
                  <a:lnTo>
                    <a:pt x="675" y="52"/>
                  </a:lnTo>
                  <a:lnTo>
                    <a:pt x="677" y="52"/>
                  </a:lnTo>
                  <a:lnTo>
                    <a:pt x="678" y="52"/>
                  </a:lnTo>
                  <a:lnTo>
                    <a:pt x="679" y="52"/>
                  </a:lnTo>
                  <a:lnTo>
                    <a:pt x="681" y="52"/>
                  </a:lnTo>
                  <a:lnTo>
                    <a:pt x="682" y="52"/>
                  </a:lnTo>
                  <a:lnTo>
                    <a:pt x="683" y="52"/>
                  </a:lnTo>
                  <a:lnTo>
                    <a:pt x="685" y="52"/>
                  </a:lnTo>
                  <a:lnTo>
                    <a:pt x="686" y="52"/>
                  </a:lnTo>
                  <a:lnTo>
                    <a:pt x="687" y="52"/>
                  </a:lnTo>
                  <a:lnTo>
                    <a:pt x="689" y="52"/>
                  </a:lnTo>
                  <a:lnTo>
                    <a:pt x="690" y="52"/>
                  </a:lnTo>
                  <a:lnTo>
                    <a:pt x="691" y="52"/>
                  </a:lnTo>
                  <a:lnTo>
                    <a:pt x="693" y="52"/>
                  </a:lnTo>
                  <a:lnTo>
                    <a:pt x="694" y="52"/>
                  </a:lnTo>
                  <a:lnTo>
                    <a:pt x="695" y="52"/>
                  </a:lnTo>
                  <a:lnTo>
                    <a:pt x="697" y="52"/>
                  </a:lnTo>
                  <a:lnTo>
                    <a:pt x="698" y="51"/>
                  </a:lnTo>
                  <a:lnTo>
                    <a:pt x="699" y="51"/>
                  </a:lnTo>
                  <a:lnTo>
                    <a:pt x="701" y="51"/>
                  </a:lnTo>
                  <a:lnTo>
                    <a:pt x="702" y="51"/>
                  </a:lnTo>
                  <a:lnTo>
                    <a:pt x="703" y="51"/>
                  </a:lnTo>
                  <a:lnTo>
                    <a:pt x="705" y="51"/>
                  </a:lnTo>
                  <a:lnTo>
                    <a:pt x="706" y="51"/>
                  </a:lnTo>
                  <a:lnTo>
                    <a:pt x="708" y="51"/>
                  </a:lnTo>
                  <a:lnTo>
                    <a:pt x="709" y="51"/>
                  </a:lnTo>
                  <a:lnTo>
                    <a:pt x="710" y="51"/>
                  </a:lnTo>
                  <a:lnTo>
                    <a:pt x="712" y="51"/>
                  </a:lnTo>
                  <a:lnTo>
                    <a:pt x="713" y="51"/>
                  </a:lnTo>
                  <a:lnTo>
                    <a:pt x="714" y="51"/>
                  </a:lnTo>
                  <a:lnTo>
                    <a:pt x="716" y="51"/>
                  </a:lnTo>
                  <a:lnTo>
                    <a:pt x="717" y="51"/>
                  </a:lnTo>
                  <a:lnTo>
                    <a:pt x="718" y="51"/>
                  </a:lnTo>
                  <a:lnTo>
                    <a:pt x="720" y="51"/>
                  </a:lnTo>
                  <a:lnTo>
                    <a:pt x="721" y="51"/>
                  </a:lnTo>
                  <a:lnTo>
                    <a:pt x="722" y="50"/>
                  </a:lnTo>
                  <a:lnTo>
                    <a:pt x="724" y="51"/>
                  </a:lnTo>
                  <a:lnTo>
                    <a:pt x="725" y="50"/>
                  </a:lnTo>
                  <a:lnTo>
                    <a:pt x="726" y="50"/>
                  </a:lnTo>
                  <a:lnTo>
                    <a:pt x="728" y="50"/>
                  </a:lnTo>
                  <a:lnTo>
                    <a:pt x="729" y="50"/>
                  </a:lnTo>
                  <a:lnTo>
                    <a:pt x="730" y="50"/>
                  </a:lnTo>
                  <a:lnTo>
                    <a:pt x="732" y="50"/>
                  </a:lnTo>
                  <a:lnTo>
                    <a:pt x="733" y="50"/>
                  </a:lnTo>
                  <a:lnTo>
                    <a:pt x="734" y="50"/>
                  </a:lnTo>
                  <a:lnTo>
                    <a:pt x="736" y="50"/>
                  </a:lnTo>
                  <a:lnTo>
                    <a:pt x="737" y="50"/>
                  </a:lnTo>
                  <a:lnTo>
                    <a:pt x="738" y="50"/>
                  </a:lnTo>
                  <a:lnTo>
                    <a:pt x="740" y="50"/>
                  </a:lnTo>
                  <a:lnTo>
                    <a:pt x="741" y="50"/>
                  </a:lnTo>
                  <a:lnTo>
                    <a:pt x="743" y="50"/>
                  </a:lnTo>
                  <a:lnTo>
                    <a:pt x="744" y="50"/>
                  </a:lnTo>
                  <a:lnTo>
                    <a:pt x="745" y="50"/>
                  </a:lnTo>
                  <a:lnTo>
                    <a:pt x="747" y="50"/>
                  </a:lnTo>
                  <a:lnTo>
                    <a:pt x="748" y="50"/>
                  </a:lnTo>
                  <a:lnTo>
                    <a:pt x="749" y="50"/>
                  </a:lnTo>
                  <a:lnTo>
                    <a:pt x="751" y="50"/>
                  </a:lnTo>
                  <a:lnTo>
                    <a:pt x="752" y="50"/>
                  </a:lnTo>
                  <a:lnTo>
                    <a:pt x="753" y="50"/>
                  </a:lnTo>
                  <a:lnTo>
                    <a:pt x="755" y="50"/>
                  </a:lnTo>
                  <a:lnTo>
                    <a:pt x="756" y="50"/>
                  </a:lnTo>
                  <a:lnTo>
                    <a:pt x="757" y="50"/>
                  </a:lnTo>
                  <a:lnTo>
                    <a:pt x="759" y="50"/>
                  </a:lnTo>
                  <a:lnTo>
                    <a:pt x="760" y="50"/>
                  </a:lnTo>
                  <a:lnTo>
                    <a:pt x="761" y="50"/>
                  </a:lnTo>
                  <a:lnTo>
                    <a:pt x="763" y="49"/>
                  </a:lnTo>
                  <a:lnTo>
                    <a:pt x="764" y="49"/>
                  </a:lnTo>
                  <a:lnTo>
                    <a:pt x="765" y="49"/>
                  </a:lnTo>
                  <a:lnTo>
                    <a:pt x="767" y="49"/>
                  </a:lnTo>
                  <a:lnTo>
                    <a:pt x="768" y="49"/>
                  </a:lnTo>
                  <a:lnTo>
                    <a:pt x="769" y="49"/>
                  </a:lnTo>
                  <a:lnTo>
                    <a:pt x="771" y="49"/>
                  </a:lnTo>
                  <a:lnTo>
                    <a:pt x="772" y="49"/>
                  </a:lnTo>
                  <a:lnTo>
                    <a:pt x="773" y="49"/>
                  </a:lnTo>
                  <a:lnTo>
                    <a:pt x="775" y="49"/>
                  </a:lnTo>
                  <a:lnTo>
                    <a:pt x="776" y="49"/>
                  </a:lnTo>
                  <a:lnTo>
                    <a:pt x="777" y="49"/>
                  </a:lnTo>
                  <a:lnTo>
                    <a:pt x="779" y="49"/>
                  </a:lnTo>
                  <a:lnTo>
                    <a:pt x="780" y="49"/>
                  </a:lnTo>
                  <a:lnTo>
                    <a:pt x="782" y="49"/>
                  </a:lnTo>
                  <a:lnTo>
                    <a:pt x="783" y="49"/>
                  </a:lnTo>
                  <a:lnTo>
                    <a:pt x="784" y="49"/>
                  </a:lnTo>
                  <a:lnTo>
                    <a:pt x="786" y="48"/>
                  </a:lnTo>
                  <a:lnTo>
                    <a:pt x="787" y="49"/>
                  </a:lnTo>
                  <a:lnTo>
                    <a:pt x="788" y="49"/>
                  </a:lnTo>
                  <a:lnTo>
                    <a:pt x="790" y="49"/>
                  </a:lnTo>
                  <a:lnTo>
                    <a:pt x="791" y="49"/>
                  </a:lnTo>
                  <a:lnTo>
                    <a:pt x="792" y="49"/>
                  </a:lnTo>
                  <a:lnTo>
                    <a:pt x="794" y="49"/>
                  </a:lnTo>
                  <a:lnTo>
                    <a:pt x="795" y="49"/>
                  </a:lnTo>
                  <a:lnTo>
                    <a:pt x="796" y="49"/>
                  </a:lnTo>
                  <a:lnTo>
                    <a:pt x="798" y="49"/>
                  </a:lnTo>
                  <a:lnTo>
                    <a:pt x="799" y="49"/>
                  </a:lnTo>
                  <a:lnTo>
                    <a:pt x="800" y="49"/>
                  </a:lnTo>
                  <a:lnTo>
                    <a:pt x="802" y="49"/>
                  </a:lnTo>
                  <a:lnTo>
                    <a:pt x="803" y="48"/>
                  </a:lnTo>
                  <a:lnTo>
                    <a:pt x="804" y="48"/>
                  </a:lnTo>
                  <a:lnTo>
                    <a:pt x="806" y="48"/>
                  </a:lnTo>
                  <a:lnTo>
                    <a:pt x="807" y="48"/>
                  </a:lnTo>
                  <a:lnTo>
                    <a:pt x="808" y="48"/>
                  </a:lnTo>
                  <a:lnTo>
                    <a:pt x="810" y="48"/>
                  </a:lnTo>
                  <a:lnTo>
                    <a:pt x="811" y="48"/>
                  </a:lnTo>
                  <a:lnTo>
                    <a:pt x="812" y="48"/>
                  </a:lnTo>
                  <a:lnTo>
                    <a:pt x="814" y="48"/>
                  </a:lnTo>
                  <a:lnTo>
                    <a:pt x="815" y="48"/>
                  </a:lnTo>
                  <a:lnTo>
                    <a:pt x="817" y="48"/>
                  </a:lnTo>
                  <a:lnTo>
                    <a:pt x="818" y="48"/>
                  </a:lnTo>
                  <a:lnTo>
                    <a:pt x="819" y="48"/>
                  </a:lnTo>
                  <a:lnTo>
                    <a:pt x="821" y="48"/>
                  </a:lnTo>
                  <a:lnTo>
                    <a:pt x="822" y="48"/>
                  </a:lnTo>
                  <a:lnTo>
                    <a:pt x="823" y="48"/>
                  </a:lnTo>
                  <a:lnTo>
                    <a:pt x="825" y="48"/>
                  </a:lnTo>
                  <a:lnTo>
                    <a:pt x="826" y="48"/>
                  </a:lnTo>
                  <a:lnTo>
                    <a:pt x="827" y="48"/>
                  </a:lnTo>
                  <a:lnTo>
                    <a:pt x="829" y="48"/>
                  </a:lnTo>
                  <a:lnTo>
                    <a:pt x="830" y="48"/>
                  </a:lnTo>
                  <a:lnTo>
                    <a:pt x="831" y="48"/>
                  </a:lnTo>
                  <a:lnTo>
                    <a:pt x="833" y="48"/>
                  </a:lnTo>
                  <a:lnTo>
                    <a:pt x="834" y="48"/>
                  </a:lnTo>
                  <a:lnTo>
                    <a:pt x="835" y="47"/>
                  </a:lnTo>
                  <a:lnTo>
                    <a:pt x="837" y="47"/>
                  </a:lnTo>
                  <a:lnTo>
                    <a:pt x="838" y="47"/>
                  </a:lnTo>
                  <a:lnTo>
                    <a:pt x="839" y="47"/>
                  </a:lnTo>
                  <a:lnTo>
                    <a:pt x="841" y="47"/>
                  </a:lnTo>
                  <a:lnTo>
                    <a:pt x="842" y="47"/>
                  </a:lnTo>
                  <a:lnTo>
                    <a:pt x="843" y="47"/>
                  </a:lnTo>
                  <a:lnTo>
                    <a:pt x="845" y="47"/>
                  </a:lnTo>
                  <a:lnTo>
                    <a:pt x="846" y="47"/>
                  </a:lnTo>
                  <a:lnTo>
                    <a:pt x="847" y="47"/>
                  </a:lnTo>
                  <a:lnTo>
                    <a:pt x="849" y="47"/>
                  </a:lnTo>
                  <a:lnTo>
                    <a:pt x="850" y="47"/>
                  </a:lnTo>
                  <a:lnTo>
                    <a:pt x="852" y="47"/>
                  </a:lnTo>
                  <a:lnTo>
                    <a:pt x="853" y="47"/>
                  </a:lnTo>
                  <a:lnTo>
                    <a:pt x="854" y="47"/>
                  </a:lnTo>
                  <a:lnTo>
                    <a:pt x="856" y="47"/>
                  </a:lnTo>
                  <a:lnTo>
                    <a:pt x="857" y="47"/>
                  </a:lnTo>
                  <a:lnTo>
                    <a:pt x="858" y="47"/>
                  </a:lnTo>
                  <a:lnTo>
                    <a:pt x="860" y="47"/>
                  </a:lnTo>
                  <a:lnTo>
                    <a:pt x="861" y="47"/>
                  </a:lnTo>
                  <a:lnTo>
                    <a:pt x="862" y="47"/>
                  </a:lnTo>
                  <a:lnTo>
                    <a:pt x="864" y="47"/>
                  </a:lnTo>
                  <a:lnTo>
                    <a:pt x="865" y="47"/>
                  </a:lnTo>
                  <a:lnTo>
                    <a:pt x="866" y="47"/>
                  </a:lnTo>
                  <a:lnTo>
                    <a:pt x="868" y="47"/>
                  </a:lnTo>
                  <a:lnTo>
                    <a:pt x="869" y="47"/>
                  </a:lnTo>
                  <a:lnTo>
                    <a:pt x="870" y="47"/>
                  </a:lnTo>
                  <a:lnTo>
                    <a:pt x="872" y="47"/>
                  </a:lnTo>
                  <a:lnTo>
                    <a:pt x="873" y="47"/>
                  </a:lnTo>
                  <a:lnTo>
                    <a:pt x="874" y="47"/>
                  </a:lnTo>
                  <a:lnTo>
                    <a:pt x="876" y="47"/>
                  </a:lnTo>
                  <a:lnTo>
                    <a:pt x="877" y="47"/>
                  </a:lnTo>
                  <a:lnTo>
                    <a:pt x="878" y="46"/>
                  </a:lnTo>
                  <a:lnTo>
                    <a:pt x="880" y="46"/>
                  </a:lnTo>
                  <a:lnTo>
                    <a:pt x="881" y="46"/>
                  </a:lnTo>
                  <a:lnTo>
                    <a:pt x="882" y="46"/>
                  </a:lnTo>
                  <a:lnTo>
                    <a:pt x="884" y="46"/>
                  </a:lnTo>
                  <a:lnTo>
                    <a:pt x="885" y="46"/>
                  </a:lnTo>
                  <a:lnTo>
                    <a:pt x="887" y="46"/>
                  </a:lnTo>
                  <a:lnTo>
                    <a:pt x="888" y="46"/>
                  </a:lnTo>
                  <a:lnTo>
                    <a:pt x="889" y="46"/>
                  </a:lnTo>
                  <a:lnTo>
                    <a:pt x="891" y="46"/>
                  </a:lnTo>
                  <a:lnTo>
                    <a:pt x="892" y="46"/>
                  </a:lnTo>
                  <a:lnTo>
                    <a:pt x="893" y="46"/>
                  </a:lnTo>
                  <a:lnTo>
                    <a:pt x="895" y="46"/>
                  </a:lnTo>
                  <a:lnTo>
                    <a:pt x="896" y="46"/>
                  </a:lnTo>
                  <a:lnTo>
                    <a:pt x="897" y="46"/>
                  </a:lnTo>
                  <a:lnTo>
                    <a:pt x="899" y="46"/>
                  </a:lnTo>
                  <a:lnTo>
                    <a:pt x="900" y="46"/>
                  </a:lnTo>
                  <a:lnTo>
                    <a:pt x="901" y="46"/>
                  </a:lnTo>
                  <a:lnTo>
                    <a:pt x="903" y="46"/>
                  </a:lnTo>
                  <a:lnTo>
                    <a:pt x="904" y="46"/>
                  </a:lnTo>
                  <a:lnTo>
                    <a:pt x="905" y="46"/>
                  </a:lnTo>
                  <a:lnTo>
                    <a:pt x="907" y="46"/>
                  </a:lnTo>
                  <a:lnTo>
                    <a:pt x="908" y="46"/>
                  </a:lnTo>
                  <a:lnTo>
                    <a:pt x="909" y="45"/>
                  </a:lnTo>
                  <a:lnTo>
                    <a:pt x="911" y="45"/>
                  </a:lnTo>
                  <a:lnTo>
                    <a:pt x="912" y="45"/>
                  </a:lnTo>
                  <a:lnTo>
                    <a:pt x="913" y="45"/>
                  </a:lnTo>
                  <a:lnTo>
                    <a:pt x="915" y="45"/>
                  </a:lnTo>
                  <a:lnTo>
                    <a:pt x="916" y="45"/>
                  </a:lnTo>
                  <a:lnTo>
                    <a:pt x="917" y="45"/>
                  </a:lnTo>
                  <a:lnTo>
                    <a:pt x="919" y="45"/>
                  </a:lnTo>
                  <a:lnTo>
                    <a:pt x="920" y="45"/>
                  </a:lnTo>
                  <a:lnTo>
                    <a:pt x="921" y="45"/>
                  </a:lnTo>
                  <a:lnTo>
                    <a:pt x="923" y="45"/>
                  </a:lnTo>
                  <a:lnTo>
                    <a:pt x="924" y="45"/>
                  </a:lnTo>
                  <a:lnTo>
                    <a:pt x="926" y="45"/>
                  </a:lnTo>
                  <a:lnTo>
                    <a:pt x="927" y="45"/>
                  </a:lnTo>
                  <a:lnTo>
                    <a:pt x="928" y="45"/>
                  </a:lnTo>
                  <a:lnTo>
                    <a:pt x="930" y="45"/>
                  </a:lnTo>
                  <a:lnTo>
                    <a:pt x="931" y="45"/>
                  </a:lnTo>
                  <a:lnTo>
                    <a:pt x="932" y="45"/>
                  </a:lnTo>
                  <a:lnTo>
                    <a:pt x="934" y="45"/>
                  </a:lnTo>
                  <a:lnTo>
                    <a:pt x="935" y="45"/>
                  </a:lnTo>
                  <a:lnTo>
                    <a:pt x="936" y="45"/>
                  </a:lnTo>
                  <a:lnTo>
                    <a:pt x="938" y="45"/>
                  </a:lnTo>
                  <a:lnTo>
                    <a:pt x="939" y="45"/>
                  </a:lnTo>
                  <a:lnTo>
                    <a:pt x="940" y="45"/>
                  </a:lnTo>
                  <a:lnTo>
                    <a:pt x="942" y="45"/>
                  </a:lnTo>
                  <a:lnTo>
                    <a:pt x="943" y="45"/>
                  </a:lnTo>
                  <a:lnTo>
                    <a:pt x="944" y="45"/>
                  </a:lnTo>
                  <a:lnTo>
                    <a:pt x="946" y="45"/>
                  </a:lnTo>
                  <a:lnTo>
                    <a:pt x="947" y="45"/>
                  </a:lnTo>
                  <a:lnTo>
                    <a:pt x="948" y="45"/>
                  </a:lnTo>
                  <a:lnTo>
                    <a:pt x="950" y="45"/>
                  </a:lnTo>
                  <a:lnTo>
                    <a:pt x="951" y="45"/>
                  </a:lnTo>
                  <a:lnTo>
                    <a:pt x="952" y="44"/>
                  </a:lnTo>
                  <a:lnTo>
                    <a:pt x="954" y="44"/>
                  </a:lnTo>
                  <a:lnTo>
                    <a:pt x="955" y="44"/>
                  </a:lnTo>
                  <a:lnTo>
                    <a:pt x="956" y="44"/>
                  </a:lnTo>
                  <a:lnTo>
                    <a:pt x="958" y="44"/>
                  </a:lnTo>
                  <a:lnTo>
                    <a:pt x="959" y="44"/>
                  </a:lnTo>
                  <a:lnTo>
                    <a:pt x="961" y="44"/>
                  </a:lnTo>
                  <a:lnTo>
                    <a:pt x="962" y="44"/>
                  </a:lnTo>
                  <a:lnTo>
                    <a:pt x="963" y="44"/>
                  </a:lnTo>
                  <a:lnTo>
                    <a:pt x="965" y="44"/>
                  </a:lnTo>
                  <a:lnTo>
                    <a:pt x="966" y="44"/>
                  </a:lnTo>
                  <a:lnTo>
                    <a:pt x="967" y="44"/>
                  </a:lnTo>
                  <a:lnTo>
                    <a:pt x="969" y="44"/>
                  </a:lnTo>
                  <a:lnTo>
                    <a:pt x="970" y="44"/>
                  </a:lnTo>
                  <a:lnTo>
                    <a:pt x="971" y="44"/>
                  </a:lnTo>
                  <a:lnTo>
                    <a:pt x="973" y="44"/>
                  </a:lnTo>
                  <a:lnTo>
                    <a:pt x="974" y="44"/>
                  </a:lnTo>
                  <a:lnTo>
                    <a:pt x="975" y="44"/>
                  </a:lnTo>
                  <a:lnTo>
                    <a:pt x="977" y="44"/>
                  </a:lnTo>
                  <a:lnTo>
                    <a:pt x="978" y="44"/>
                  </a:lnTo>
                  <a:lnTo>
                    <a:pt x="979" y="44"/>
                  </a:lnTo>
                  <a:lnTo>
                    <a:pt x="981" y="43"/>
                  </a:lnTo>
                  <a:lnTo>
                    <a:pt x="982" y="43"/>
                  </a:lnTo>
                  <a:lnTo>
                    <a:pt x="983" y="43"/>
                  </a:lnTo>
                  <a:lnTo>
                    <a:pt x="985" y="43"/>
                  </a:lnTo>
                  <a:lnTo>
                    <a:pt x="986" y="43"/>
                  </a:lnTo>
                  <a:lnTo>
                    <a:pt x="987" y="43"/>
                  </a:lnTo>
                  <a:lnTo>
                    <a:pt x="989" y="43"/>
                  </a:lnTo>
                  <a:lnTo>
                    <a:pt x="990" y="43"/>
                  </a:lnTo>
                  <a:lnTo>
                    <a:pt x="991" y="43"/>
                  </a:lnTo>
                  <a:lnTo>
                    <a:pt x="993" y="43"/>
                  </a:lnTo>
                  <a:lnTo>
                    <a:pt x="994" y="43"/>
                  </a:lnTo>
                  <a:lnTo>
                    <a:pt x="996" y="43"/>
                  </a:lnTo>
                  <a:lnTo>
                    <a:pt x="997" y="43"/>
                  </a:lnTo>
                  <a:lnTo>
                    <a:pt x="998" y="43"/>
                  </a:lnTo>
                  <a:lnTo>
                    <a:pt x="1000" y="43"/>
                  </a:lnTo>
                  <a:lnTo>
                    <a:pt x="1001" y="43"/>
                  </a:lnTo>
                  <a:lnTo>
                    <a:pt x="1002" y="43"/>
                  </a:lnTo>
                  <a:lnTo>
                    <a:pt x="1004" y="43"/>
                  </a:lnTo>
                  <a:lnTo>
                    <a:pt x="1005" y="43"/>
                  </a:lnTo>
                  <a:lnTo>
                    <a:pt x="1006" y="43"/>
                  </a:lnTo>
                  <a:lnTo>
                    <a:pt x="1008" y="43"/>
                  </a:lnTo>
                  <a:lnTo>
                    <a:pt x="1009" y="43"/>
                  </a:lnTo>
                  <a:lnTo>
                    <a:pt x="1010" y="43"/>
                  </a:lnTo>
                  <a:lnTo>
                    <a:pt x="1012" y="43"/>
                  </a:lnTo>
                  <a:lnTo>
                    <a:pt x="1013" y="43"/>
                  </a:lnTo>
                  <a:lnTo>
                    <a:pt x="1014" y="43"/>
                  </a:lnTo>
                  <a:lnTo>
                    <a:pt x="1016" y="43"/>
                  </a:lnTo>
                  <a:lnTo>
                    <a:pt x="1017" y="43"/>
                  </a:lnTo>
                  <a:lnTo>
                    <a:pt x="1018" y="43"/>
                  </a:lnTo>
                  <a:lnTo>
                    <a:pt x="1020" y="43"/>
                  </a:lnTo>
                  <a:lnTo>
                    <a:pt x="1021" y="43"/>
                  </a:lnTo>
                  <a:lnTo>
                    <a:pt x="1022" y="43"/>
                  </a:lnTo>
                  <a:lnTo>
                    <a:pt x="1024" y="43"/>
                  </a:lnTo>
                  <a:lnTo>
                    <a:pt x="1025" y="43"/>
                  </a:lnTo>
                  <a:lnTo>
                    <a:pt x="1026" y="43"/>
                  </a:lnTo>
                  <a:lnTo>
                    <a:pt x="1028" y="43"/>
                  </a:lnTo>
                  <a:lnTo>
                    <a:pt x="1029" y="43"/>
                  </a:lnTo>
                  <a:lnTo>
                    <a:pt x="1031" y="42"/>
                  </a:lnTo>
                  <a:lnTo>
                    <a:pt x="1032" y="42"/>
                  </a:lnTo>
                  <a:lnTo>
                    <a:pt x="1033" y="42"/>
                  </a:lnTo>
                  <a:lnTo>
                    <a:pt x="1035" y="42"/>
                  </a:lnTo>
                  <a:lnTo>
                    <a:pt x="1036" y="42"/>
                  </a:lnTo>
                  <a:lnTo>
                    <a:pt x="1037" y="43"/>
                  </a:lnTo>
                  <a:lnTo>
                    <a:pt x="1039" y="43"/>
                  </a:lnTo>
                  <a:lnTo>
                    <a:pt x="1040" y="43"/>
                  </a:lnTo>
                  <a:lnTo>
                    <a:pt x="1041" y="43"/>
                  </a:lnTo>
                  <a:lnTo>
                    <a:pt x="1043" y="43"/>
                  </a:lnTo>
                  <a:lnTo>
                    <a:pt x="1044" y="43"/>
                  </a:lnTo>
                  <a:lnTo>
                    <a:pt x="1045" y="42"/>
                  </a:lnTo>
                  <a:lnTo>
                    <a:pt x="1047" y="42"/>
                  </a:lnTo>
                  <a:lnTo>
                    <a:pt x="1048" y="42"/>
                  </a:lnTo>
                  <a:lnTo>
                    <a:pt x="1049" y="42"/>
                  </a:lnTo>
                  <a:lnTo>
                    <a:pt x="1051" y="42"/>
                  </a:lnTo>
                  <a:lnTo>
                    <a:pt x="1052" y="42"/>
                  </a:lnTo>
                  <a:lnTo>
                    <a:pt x="1053" y="42"/>
                  </a:lnTo>
                  <a:lnTo>
                    <a:pt x="1055" y="42"/>
                  </a:lnTo>
                  <a:lnTo>
                    <a:pt x="1056" y="42"/>
                  </a:lnTo>
                  <a:lnTo>
                    <a:pt x="1057" y="42"/>
                  </a:lnTo>
                  <a:lnTo>
                    <a:pt x="1059" y="42"/>
                  </a:lnTo>
                  <a:lnTo>
                    <a:pt x="1060" y="42"/>
                  </a:lnTo>
                  <a:lnTo>
                    <a:pt x="1061" y="42"/>
                  </a:lnTo>
                  <a:lnTo>
                    <a:pt x="1063" y="42"/>
                  </a:lnTo>
                  <a:lnTo>
                    <a:pt x="1064" y="42"/>
                  </a:lnTo>
                  <a:lnTo>
                    <a:pt x="1065" y="42"/>
                  </a:lnTo>
                  <a:lnTo>
                    <a:pt x="1067" y="42"/>
                  </a:lnTo>
                  <a:lnTo>
                    <a:pt x="1068" y="42"/>
                  </a:lnTo>
                  <a:lnTo>
                    <a:pt x="1070" y="42"/>
                  </a:lnTo>
                  <a:lnTo>
                    <a:pt x="1071" y="42"/>
                  </a:lnTo>
                  <a:lnTo>
                    <a:pt x="1072" y="42"/>
                  </a:lnTo>
                  <a:lnTo>
                    <a:pt x="1074" y="42"/>
                  </a:lnTo>
                  <a:lnTo>
                    <a:pt x="1075" y="41"/>
                  </a:lnTo>
                  <a:lnTo>
                    <a:pt x="1076" y="41"/>
                  </a:lnTo>
                  <a:lnTo>
                    <a:pt x="1078" y="41"/>
                  </a:lnTo>
                  <a:lnTo>
                    <a:pt x="1079" y="41"/>
                  </a:lnTo>
                  <a:lnTo>
                    <a:pt x="1080" y="41"/>
                  </a:lnTo>
                  <a:lnTo>
                    <a:pt x="1082" y="41"/>
                  </a:lnTo>
                  <a:lnTo>
                    <a:pt x="1083" y="41"/>
                  </a:lnTo>
                  <a:lnTo>
                    <a:pt x="1084" y="41"/>
                  </a:lnTo>
                  <a:lnTo>
                    <a:pt x="1086" y="41"/>
                  </a:lnTo>
                  <a:lnTo>
                    <a:pt x="1087" y="41"/>
                  </a:lnTo>
                  <a:lnTo>
                    <a:pt x="1088" y="41"/>
                  </a:lnTo>
                  <a:lnTo>
                    <a:pt x="1090" y="41"/>
                  </a:lnTo>
                  <a:lnTo>
                    <a:pt x="1091" y="41"/>
                  </a:lnTo>
                  <a:lnTo>
                    <a:pt x="1092" y="41"/>
                  </a:lnTo>
                  <a:lnTo>
                    <a:pt x="1094" y="41"/>
                  </a:lnTo>
                  <a:lnTo>
                    <a:pt x="1095" y="41"/>
                  </a:lnTo>
                  <a:lnTo>
                    <a:pt x="1096" y="41"/>
                  </a:lnTo>
                  <a:lnTo>
                    <a:pt x="1098" y="41"/>
                  </a:lnTo>
                  <a:lnTo>
                    <a:pt x="1099" y="41"/>
                  </a:lnTo>
                  <a:lnTo>
                    <a:pt x="1100" y="41"/>
                  </a:lnTo>
                  <a:lnTo>
                    <a:pt x="1102" y="41"/>
                  </a:lnTo>
                  <a:lnTo>
                    <a:pt x="1103" y="41"/>
                  </a:lnTo>
                  <a:lnTo>
                    <a:pt x="1105" y="41"/>
                  </a:lnTo>
                  <a:lnTo>
                    <a:pt x="1106" y="41"/>
                  </a:lnTo>
                  <a:lnTo>
                    <a:pt x="1107" y="40"/>
                  </a:lnTo>
                  <a:lnTo>
                    <a:pt x="1109" y="40"/>
                  </a:lnTo>
                  <a:lnTo>
                    <a:pt x="1110" y="40"/>
                  </a:lnTo>
                  <a:lnTo>
                    <a:pt x="1111" y="40"/>
                  </a:lnTo>
                  <a:lnTo>
                    <a:pt x="1113" y="40"/>
                  </a:lnTo>
                  <a:lnTo>
                    <a:pt x="1114" y="40"/>
                  </a:lnTo>
                  <a:lnTo>
                    <a:pt x="1115" y="40"/>
                  </a:lnTo>
                  <a:lnTo>
                    <a:pt x="1117" y="40"/>
                  </a:lnTo>
                  <a:lnTo>
                    <a:pt x="1118" y="40"/>
                  </a:lnTo>
                  <a:lnTo>
                    <a:pt x="1119" y="40"/>
                  </a:lnTo>
                  <a:lnTo>
                    <a:pt x="1121" y="40"/>
                  </a:lnTo>
                  <a:lnTo>
                    <a:pt x="1122" y="40"/>
                  </a:lnTo>
                  <a:lnTo>
                    <a:pt x="1123" y="40"/>
                  </a:lnTo>
                  <a:lnTo>
                    <a:pt x="1125" y="40"/>
                  </a:lnTo>
                  <a:lnTo>
                    <a:pt x="1126" y="40"/>
                  </a:lnTo>
                  <a:lnTo>
                    <a:pt x="1127" y="40"/>
                  </a:lnTo>
                  <a:lnTo>
                    <a:pt x="1129" y="40"/>
                  </a:lnTo>
                  <a:lnTo>
                    <a:pt x="1130" y="40"/>
                  </a:lnTo>
                  <a:lnTo>
                    <a:pt x="1131" y="40"/>
                  </a:lnTo>
                  <a:lnTo>
                    <a:pt x="1133" y="40"/>
                  </a:lnTo>
                  <a:lnTo>
                    <a:pt x="1134" y="40"/>
                  </a:lnTo>
                  <a:lnTo>
                    <a:pt x="1135" y="41"/>
                  </a:lnTo>
                  <a:lnTo>
                    <a:pt x="1137" y="40"/>
                  </a:lnTo>
                  <a:lnTo>
                    <a:pt x="1138" y="40"/>
                  </a:lnTo>
                  <a:lnTo>
                    <a:pt x="1140" y="40"/>
                  </a:lnTo>
                  <a:lnTo>
                    <a:pt x="1141" y="40"/>
                  </a:lnTo>
                  <a:lnTo>
                    <a:pt x="1142" y="40"/>
                  </a:lnTo>
                  <a:lnTo>
                    <a:pt x="1144" y="40"/>
                  </a:lnTo>
                  <a:lnTo>
                    <a:pt x="1145" y="40"/>
                  </a:lnTo>
                  <a:lnTo>
                    <a:pt x="1146" y="40"/>
                  </a:lnTo>
                  <a:lnTo>
                    <a:pt x="1148" y="40"/>
                  </a:lnTo>
                  <a:lnTo>
                    <a:pt x="1149" y="40"/>
                  </a:lnTo>
                  <a:lnTo>
                    <a:pt x="1150" y="40"/>
                  </a:lnTo>
                  <a:lnTo>
                    <a:pt x="1152" y="40"/>
                  </a:lnTo>
                  <a:lnTo>
                    <a:pt x="1153" y="40"/>
                  </a:lnTo>
                  <a:lnTo>
                    <a:pt x="1154" y="40"/>
                  </a:lnTo>
                  <a:lnTo>
                    <a:pt x="1156" y="40"/>
                  </a:lnTo>
                  <a:lnTo>
                    <a:pt x="1157" y="40"/>
                  </a:lnTo>
                  <a:lnTo>
                    <a:pt x="1158" y="40"/>
                  </a:lnTo>
                  <a:lnTo>
                    <a:pt x="1160" y="40"/>
                  </a:lnTo>
                  <a:lnTo>
                    <a:pt x="1161" y="40"/>
                  </a:lnTo>
                  <a:lnTo>
                    <a:pt x="1162" y="40"/>
                  </a:lnTo>
                  <a:lnTo>
                    <a:pt x="1164" y="40"/>
                  </a:lnTo>
                  <a:lnTo>
                    <a:pt x="1165" y="40"/>
                  </a:lnTo>
                  <a:lnTo>
                    <a:pt x="1166" y="40"/>
                  </a:lnTo>
                  <a:lnTo>
                    <a:pt x="1168" y="40"/>
                  </a:lnTo>
                  <a:lnTo>
                    <a:pt x="1169" y="39"/>
                  </a:lnTo>
                  <a:lnTo>
                    <a:pt x="1170" y="39"/>
                  </a:lnTo>
                  <a:lnTo>
                    <a:pt x="1172" y="40"/>
                  </a:lnTo>
                  <a:lnTo>
                    <a:pt x="1173" y="40"/>
                  </a:lnTo>
                  <a:lnTo>
                    <a:pt x="1175" y="40"/>
                  </a:lnTo>
                  <a:lnTo>
                    <a:pt x="1176" y="40"/>
                  </a:lnTo>
                  <a:lnTo>
                    <a:pt x="1177" y="40"/>
                  </a:lnTo>
                  <a:lnTo>
                    <a:pt x="1179" y="40"/>
                  </a:lnTo>
                  <a:lnTo>
                    <a:pt x="1180" y="40"/>
                  </a:lnTo>
                  <a:lnTo>
                    <a:pt x="1181" y="40"/>
                  </a:lnTo>
                  <a:lnTo>
                    <a:pt x="1183" y="40"/>
                  </a:lnTo>
                  <a:lnTo>
                    <a:pt x="1184" y="40"/>
                  </a:lnTo>
                  <a:lnTo>
                    <a:pt x="1185" y="40"/>
                  </a:lnTo>
                  <a:lnTo>
                    <a:pt x="1187" y="40"/>
                  </a:lnTo>
                  <a:lnTo>
                    <a:pt x="1188" y="40"/>
                  </a:lnTo>
                  <a:lnTo>
                    <a:pt x="1189" y="40"/>
                  </a:lnTo>
                  <a:lnTo>
                    <a:pt x="1191" y="40"/>
                  </a:lnTo>
                  <a:lnTo>
                    <a:pt x="1192" y="40"/>
                  </a:lnTo>
                  <a:lnTo>
                    <a:pt x="1193" y="40"/>
                  </a:lnTo>
                  <a:lnTo>
                    <a:pt x="1195" y="40"/>
                  </a:lnTo>
                  <a:lnTo>
                    <a:pt x="1196" y="40"/>
                  </a:lnTo>
                  <a:lnTo>
                    <a:pt x="1197" y="40"/>
                  </a:lnTo>
                  <a:lnTo>
                    <a:pt x="1199" y="40"/>
                  </a:lnTo>
                  <a:lnTo>
                    <a:pt x="1200" y="40"/>
                  </a:lnTo>
                  <a:lnTo>
                    <a:pt x="1201" y="40"/>
                  </a:lnTo>
                  <a:lnTo>
                    <a:pt x="1203" y="40"/>
                  </a:lnTo>
                  <a:lnTo>
                    <a:pt x="1204" y="40"/>
                  </a:lnTo>
                  <a:lnTo>
                    <a:pt x="1205" y="40"/>
                  </a:lnTo>
                  <a:lnTo>
                    <a:pt x="1207" y="40"/>
                  </a:lnTo>
                  <a:lnTo>
                    <a:pt x="1208" y="40"/>
                  </a:lnTo>
                  <a:lnTo>
                    <a:pt x="1209" y="40"/>
                  </a:lnTo>
                  <a:lnTo>
                    <a:pt x="1211" y="40"/>
                  </a:lnTo>
                  <a:lnTo>
                    <a:pt x="1212" y="40"/>
                  </a:lnTo>
                  <a:lnTo>
                    <a:pt x="1214" y="40"/>
                  </a:lnTo>
                  <a:lnTo>
                    <a:pt x="1215" y="40"/>
                  </a:lnTo>
                  <a:lnTo>
                    <a:pt x="1216" y="39"/>
                  </a:lnTo>
                  <a:lnTo>
                    <a:pt x="1218" y="39"/>
                  </a:lnTo>
                  <a:lnTo>
                    <a:pt x="1219" y="39"/>
                  </a:lnTo>
                  <a:lnTo>
                    <a:pt x="1220" y="39"/>
                  </a:lnTo>
                  <a:lnTo>
                    <a:pt x="1222" y="39"/>
                  </a:lnTo>
                  <a:lnTo>
                    <a:pt x="1223" y="39"/>
                  </a:lnTo>
                  <a:lnTo>
                    <a:pt x="1224" y="39"/>
                  </a:lnTo>
                  <a:lnTo>
                    <a:pt x="1226" y="39"/>
                  </a:lnTo>
                  <a:lnTo>
                    <a:pt x="1227" y="39"/>
                  </a:lnTo>
                  <a:lnTo>
                    <a:pt x="1228" y="39"/>
                  </a:lnTo>
                  <a:lnTo>
                    <a:pt x="1230" y="39"/>
                  </a:lnTo>
                  <a:lnTo>
                    <a:pt x="1231" y="39"/>
                  </a:lnTo>
                  <a:lnTo>
                    <a:pt x="1232" y="39"/>
                  </a:lnTo>
                  <a:lnTo>
                    <a:pt x="1234" y="39"/>
                  </a:lnTo>
                  <a:lnTo>
                    <a:pt x="1235" y="39"/>
                  </a:lnTo>
                  <a:lnTo>
                    <a:pt x="1236" y="39"/>
                  </a:lnTo>
                  <a:lnTo>
                    <a:pt x="1238" y="39"/>
                  </a:lnTo>
                  <a:lnTo>
                    <a:pt x="1239" y="39"/>
                  </a:lnTo>
                  <a:lnTo>
                    <a:pt x="1240" y="39"/>
                  </a:lnTo>
                  <a:lnTo>
                    <a:pt x="1242" y="39"/>
                  </a:lnTo>
                  <a:lnTo>
                    <a:pt x="1243" y="39"/>
                  </a:lnTo>
                  <a:lnTo>
                    <a:pt x="1244" y="39"/>
                  </a:lnTo>
                  <a:lnTo>
                    <a:pt x="1246" y="39"/>
                  </a:lnTo>
                  <a:lnTo>
                    <a:pt x="1247" y="39"/>
                  </a:lnTo>
                  <a:lnTo>
                    <a:pt x="1249" y="39"/>
                  </a:lnTo>
                  <a:lnTo>
                    <a:pt x="1250" y="39"/>
                  </a:lnTo>
                  <a:lnTo>
                    <a:pt x="1251" y="39"/>
                  </a:lnTo>
                  <a:lnTo>
                    <a:pt x="1253" y="39"/>
                  </a:lnTo>
                  <a:lnTo>
                    <a:pt x="1254" y="39"/>
                  </a:lnTo>
                  <a:lnTo>
                    <a:pt x="1255" y="39"/>
                  </a:lnTo>
                  <a:lnTo>
                    <a:pt x="1257" y="39"/>
                  </a:lnTo>
                  <a:lnTo>
                    <a:pt x="1258" y="38"/>
                  </a:lnTo>
                  <a:lnTo>
                    <a:pt x="1259" y="38"/>
                  </a:lnTo>
                  <a:lnTo>
                    <a:pt x="1261" y="38"/>
                  </a:lnTo>
                  <a:lnTo>
                    <a:pt x="1262" y="38"/>
                  </a:lnTo>
                  <a:lnTo>
                    <a:pt x="1263" y="38"/>
                  </a:lnTo>
                  <a:lnTo>
                    <a:pt x="1265" y="38"/>
                  </a:lnTo>
                  <a:lnTo>
                    <a:pt x="1266" y="39"/>
                  </a:lnTo>
                  <a:lnTo>
                    <a:pt x="1267" y="39"/>
                  </a:lnTo>
                  <a:lnTo>
                    <a:pt x="1269" y="39"/>
                  </a:lnTo>
                  <a:lnTo>
                    <a:pt x="1270" y="39"/>
                  </a:lnTo>
                  <a:lnTo>
                    <a:pt x="1271" y="39"/>
                  </a:lnTo>
                  <a:lnTo>
                    <a:pt x="1273" y="39"/>
                  </a:lnTo>
                  <a:lnTo>
                    <a:pt x="1274" y="39"/>
                  </a:lnTo>
                  <a:lnTo>
                    <a:pt x="1275" y="39"/>
                  </a:lnTo>
                  <a:lnTo>
                    <a:pt x="1277" y="39"/>
                  </a:lnTo>
                  <a:lnTo>
                    <a:pt x="1278" y="38"/>
                  </a:lnTo>
                  <a:lnTo>
                    <a:pt x="1279" y="38"/>
                  </a:lnTo>
                  <a:lnTo>
                    <a:pt x="1281" y="38"/>
                  </a:lnTo>
                  <a:lnTo>
                    <a:pt x="1282" y="38"/>
                  </a:lnTo>
                  <a:lnTo>
                    <a:pt x="1284" y="38"/>
                  </a:lnTo>
                  <a:lnTo>
                    <a:pt x="1285" y="38"/>
                  </a:lnTo>
                  <a:lnTo>
                    <a:pt x="1286" y="38"/>
                  </a:lnTo>
                  <a:lnTo>
                    <a:pt x="1288" y="38"/>
                  </a:lnTo>
                  <a:lnTo>
                    <a:pt x="1289" y="38"/>
                  </a:lnTo>
                  <a:lnTo>
                    <a:pt x="1290" y="38"/>
                  </a:lnTo>
                  <a:lnTo>
                    <a:pt x="1292" y="38"/>
                  </a:lnTo>
                  <a:lnTo>
                    <a:pt x="1293" y="38"/>
                  </a:lnTo>
                  <a:lnTo>
                    <a:pt x="1294" y="38"/>
                  </a:lnTo>
                  <a:lnTo>
                    <a:pt x="1296" y="38"/>
                  </a:lnTo>
                  <a:lnTo>
                    <a:pt x="1297" y="38"/>
                  </a:lnTo>
                  <a:lnTo>
                    <a:pt x="1298" y="38"/>
                  </a:lnTo>
                  <a:lnTo>
                    <a:pt x="1300" y="38"/>
                  </a:lnTo>
                  <a:lnTo>
                    <a:pt x="1301" y="38"/>
                  </a:lnTo>
                  <a:lnTo>
                    <a:pt x="1302" y="38"/>
                  </a:lnTo>
                  <a:lnTo>
                    <a:pt x="1304" y="38"/>
                  </a:lnTo>
                  <a:lnTo>
                    <a:pt x="1305" y="38"/>
                  </a:lnTo>
                  <a:lnTo>
                    <a:pt x="1306" y="38"/>
                  </a:lnTo>
                  <a:lnTo>
                    <a:pt x="1308" y="38"/>
                  </a:lnTo>
                  <a:lnTo>
                    <a:pt x="1309" y="38"/>
                  </a:lnTo>
                  <a:lnTo>
                    <a:pt x="1310" y="38"/>
                  </a:lnTo>
                  <a:lnTo>
                    <a:pt x="1312" y="38"/>
                  </a:lnTo>
                  <a:lnTo>
                    <a:pt x="1313" y="38"/>
                  </a:lnTo>
                  <a:lnTo>
                    <a:pt x="1314" y="38"/>
                  </a:lnTo>
                  <a:lnTo>
                    <a:pt x="1316" y="38"/>
                  </a:lnTo>
                  <a:lnTo>
                    <a:pt x="1317" y="38"/>
                  </a:lnTo>
                  <a:lnTo>
                    <a:pt x="1319" y="38"/>
                  </a:lnTo>
                  <a:lnTo>
                    <a:pt x="1320" y="38"/>
                  </a:lnTo>
                  <a:lnTo>
                    <a:pt x="1321" y="38"/>
                  </a:lnTo>
                  <a:lnTo>
                    <a:pt x="1323" y="38"/>
                  </a:lnTo>
                  <a:lnTo>
                    <a:pt x="1324" y="38"/>
                  </a:lnTo>
                  <a:lnTo>
                    <a:pt x="1325" y="38"/>
                  </a:lnTo>
                  <a:lnTo>
                    <a:pt x="1327" y="38"/>
                  </a:lnTo>
                  <a:lnTo>
                    <a:pt x="1328" y="38"/>
                  </a:lnTo>
                  <a:lnTo>
                    <a:pt x="1329" y="38"/>
                  </a:lnTo>
                  <a:lnTo>
                    <a:pt x="1331" y="38"/>
                  </a:lnTo>
                  <a:lnTo>
                    <a:pt x="1332" y="38"/>
                  </a:lnTo>
                  <a:lnTo>
                    <a:pt x="1333" y="38"/>
                  </a:lnTo>
                  <a:lnTo>
                    <a:pt x="1335" y="38"/>
                  </a:lnTo>
                  <a:lnTo>
                    <a:pt x="1336" y="38"/>
                  </a:lnTo>
                  <a:lnTo>
                    <a:pt x="1337" y="38"/>
                  </a:lnTo>
                  <a:lnTo>
                    <a:pt x="1339" y="38"/>
                  </a:lnTo>
                  <a:lnTo>
                    <a:pt x="1340" y="38"/>
                  </a:lnTo>
                  <a:lnTo>
                    <a:pt x="1341" y="38"/>
                  </a:lnTo>
                  <a:lnTo>
                    <a:pt x="1343" y="38"/>
                  </a:lnTo>
                  <a:lnTo>
                    <a:pt x="1344" y="38"/>
                  </a:lnTo>
                  <a:lnTo>
                    <a:pt x="1345" y="38"/>
                  </a:lnTo>
                  <a:lnTo>
                    <a:pt x="1347" y="37"/>
                  </a:lnTo>
                  <a:lnTo>
                    <a:pt x="1348" y="37"/>
                  </a:lnTo>
                  <a:lnTo>
                    <a:pt x="1349" y="37"/>
                  </a:lnTo>
                  <a:lnTo>
                    <a:pt x="1351" y="37"/>
                  </a:lnTo>
                  <a:lnTo>
                    <a:pt x="1352" y="37"/>
                  </a:lnTo>
                  <a:lnTo>
                    <a:pt x="1353" y="37"/>
                  </a:lnTo>
                  <a:lnTo>
                    <a:pt x="1355" y="37"/>
                  </a:lnTo>
                  <a:lnTo>
                    <a:pt x="1356" y="37"/>
                  </a:lnTo>
                  <a:lnTo>
                    <a:pt x="1358" y="37"/>
                  </a:lnTo>
                  <a:lnTo>
                    <a:pt x="1359" y="37"/>
                  </a:lnTo>
                  <a:lnTo>
                    <a:pt x="1360" y="37"/>
                  </a:lnTo>
                  <a:lnTo>
                    <a:pt x="1362" y="37"/>
                  </a:lnTo>
                  <a:lnTo>
                    <a:pt x="1363" y="37"/>
                  </a:lnTo>
                  <a:lnTo>
                    <a:pt x="1364" y="37"/>
                  </a:lnTo>
                  <a:lnTo>
                    <a:pt x="1366" y="37"/>
                  </a:lnTo>
                  <a:lnTo>
                    <a:pt x="1367" y="37"/>
                  </a:lnTo>
                  <a:lnTo>
                    <a:pt x="1368" y="37"/>
                  </a:lnTo>
                  <a:lnTo>
                    <a:pt x="1370" y="37"/>
                  </a:lnTo>
                  <a:lnTo>
                    <a:pt x="1371" y="37"/>
                  </a:lnTo>
                  <a:lnTo>
                    <a:pt x="1372" y="37"/>
                  </a:lnTo>
                  <a:lnTo>
                    <a:pt x="1374" y="37"/>
                  </a:lnTo>
                  <a:lnTo>
                    <a:pt x="1375" y="37"/>
                  </a:lnTo>
                  <a:lnTo>
                    <a:pt x="1376" y="37"/>
                  </a:lnTo>
                  <a:lnTo>
                    <a:pt x="1378" y="37"/>
                  </a:lnTo>
                  <a:lnTo>
                    <a:pt x="1379" y="37"/>
                  </a:lnTo>
                  <a:lnTo>
                    <a:pt x="1380" y="37"/>
                  </a:lnTo>
                  <a:lnTo>
                    <a:pt x="1382" y="37"/>
                  </a:lnTo>
                  <a:lnTo>
                    <a:pt x="1383" y="37"/>
                  </a:lnTo>
                  <a:lnTo>
                    <a:pt x="1384" y="37"/>
                  </a:lnTo>
                  <a:lnTo>
                    <a:pt x="1386" y="37"/>
                  </a:lnTo>
                  <a:lnTo>
                    <a:pt x="1387" y="37"/>
                  </a:lnTo>
                  <a:lnTo>
                    <a:pt x="1388" y="37"/>
                  </a:lnTo>
                  <a:lnTo>
                    <a:pt x="1390" y="37"/>
                  </a:lnTo>
                  <a:lnTo>
                    <a:pt x="1391" y="37"/>
                  </a:lnTo>
                  <a:lnTo>
                    <a:pt x="1393" y="37"/>
                  </a:lnTo>
                  <a:lnTo>
                    <a:pt x="1394" y="37"/>
                  </a:lnTo>
                  <a:lnTo>
                    <a:pt x="1395" y="37"/>
                  </a:lnTo>
                  <a:lnTo>
                    <a:pt x="1397" y="37"/>
                  </a:lnTo>
                  <a:lnTo>
                    <a:pt x="1398" y="37"/>
                  </a:lnTo>
                  <a:lnTo>
                    <a:pt x="1399" y="37"/>
                  </a:lnTo>
                  <a:lnTo>
                    <a:pt x="1401" y="37"/>
                  </a:lnTo>
                  <a:lnTo>
                    <a:pt x="1402" y="37"/>
                  </a:lnTo>
                  <a:lnTo>
                    <a:pt x="1403" y="37"/>
                  </a:lnTo>
                  <a:lnTo>
                    <a:pt x="1405" y="37"/>
                  </a:lnTo>
                  <a:lnTo>
                    <a:pt x="1406" y="37"/>
                  </a:lnTo>
                  <a:lnTo>
                    <a:pt x="1407" y="37"/>
                  </a:lnTo>
                  <a:lnTo>
                    <a:pt x="1409" y="37"/>
                  </a:lnTo>
                  <a:lnTo>
                    <a:pt x="1410" y="37"/>
                  </a:lnTo>
                  <a:lnTo>
                    <a:pt x="1411" y="37"/>
                  </a:lnTo>
                  <a:lnTo>
                    <a:pt x="1413" y="37"/>
                  </a:lnTo>
                  <a:lnTo>
                    <a:pt x="1414" y="36"/>
                  </a:lnTo>
                  <a:lnTo>
                    <a:pt x="1415" y="36"/>
                  </a:lnTo>
                  <a:lnTo>
                    <a:pt x="1417" y="36"/>
                  </a:lnTo>
                  <a:lnTo>
                    <a:pt x="1418" y="36"/>
                  </a:lnTo>
                  <a:lnTo>
                    <a:pt x="1419" y="36"/>
                  </a:lnTo>
                  <a:lnTo>
                    <a:pt x="1421" y="36"/>
                  </a:lnTo>
                  <a:lnTo>
                    <a:pt x="1422" y="36"/>
                  </a:lnTo>
                </a:path>
              </a:pathLst>
            </a:custGeom>
            <a:noFill/>
            <a:ln cap="flat" cmpd="sng" w="2540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 flipH="1" rot="10800000">
              <a:off x="1187451" y="2678113"/>
              <a:ext cx="3756025" cy="425450"/>
            </a:xfrm>
            <a:custGeom>
              <a:rect b="b" l="l" r="r" t="t"/>
              <a:pathLst>
                <a:path extrusionOk="0" h="193" w="1422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0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1" y="0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1"/>
                  </a:lnTo>
                  <a:lnTo>
                    <a:pt x="115" y="1"/>
                  </a:lnTo>
                  <a:lnTo>
                    <a:pt x="117" y="42"/>
                  </a:lnTo>
                  <a:lnTo>
                    <a:pt x="118" y="50"/>
                  </a:lnTo>
                  <a:lnTo>
                    <a:pt x="119" y="56"/>
                  </a:lnTo>
                  <a:lnTo>
                    <a:pt x="121" y="62"/>
                  </a:lnTo>
                  <a:lnTo>
                    <a:pt x="122" y="67"/>
                  </a:lnTo>
                  <a:lnTo>
                    <a:pt x="123" y="71"/>
                  </a:lnTo>
                  <a:lnTo>
                    <a:pt x="125" y="76"/>
                  </a:lnTo>
                  <a:lnTo>
                    <a:pt x="126" y="79"/>
                  </a:lnTo>
                  <a:lnTo>
                    <a:pt x="127" y="83"/>
                  </a:lnTo>
                  <a:lnTo>
                    <a:pt x="129" y="86"/>
                  </a:lnTo>
                  <a:lnTo>
                    <a:pt x="130" y="89"/>
                  </a:lnTo>
                  <a:lnTo>
                    <a:pt x="132" y="92"/>
                  </a:lnTo>
                  <a:lnTo>
                    <a:pt x="133" y="94"/>
                  </a:lnTo>
                  <a:lnTo>
                    <a:pt x="134" y="97"/>
                  </a:lnTo>
                  <a:lnTo>
                    <a:pt x="136" y="100"/>
                  </a:lnTo>
                  <a:lnTo>
                    <a:pt x="137" y="102"/>
                  </a:lnTo>
                  <a:lnTo>
                    <a:pt x="138" y="104"/>
                  </a:lnTo>
                  <a:lnTo>
                    <a:pt x="140" y="106"/>
                  </a:lnTo>
                  <a:lnTo>
                    <a:pt x="141" y="108"/>
                  </a:lnTo>
                  <a:lnTo>
                    <a:pt x="142" y="110"/>
                  </a:lnTo>
                  <a:lnTo>
                    <a:pt x="144" y="112"/>
                  </a:lnTo>
                  <a:lnTo>
                    <a:pt x="145" y="113"/>
                  </a:lnTo>
                  <a:lnTo>
                    <a:pt x="146" y="115"/>
                  </a:lnTo>
                  <a:lnTo>
                    <a:pt x="148" y="117"/>
                  </a:lnTo>
                  <a:lnTo>
                    <a:pt x="149" y="119"/>
                  </a:lnTo>
                  <a:lnTo>
                    <a:pt x="150" y="120"/>
                  </a:lnTo>
                  <a:lnTo>
                    <a:pt x="152" y="122"/>
                  </a:lnTo>
                  <a:lnTo>
                    <a:pt x="153" y="123"/>
                  </a:lnTo>
                  <a:lnTo>
                    <a:pt x="154" y="125"/>
                  </a:lnTo>
                  <a:lnTo>
                    <a:pt x="156" y="126"/>
                  </a:lnTo>
                  <a:lnTo>
                    <a:pt x="157" y="128"/>
                  </a:lnTo>
                  <a:lnTo>
                    <a:pt x="158" y="129"/>
                  </a:lnTo>
                  <a:lnTo>
                    <a:pt x="160" y="131"/>
                  </a:lnTo>
                  <a:lnTo>
                    <a:pt x="161" y="132"/>
                  </a:lnTo>
                  <a:lnTo>
                    <a:pt x="162" y="133"/>
                  </a:lnTo>
                  <a:lnTo>
                    <a:pt x="164" y="134"/>
                  </a:lnTo>
                  <a:lnTo>
                    <a:pt x="165" y="136"/>
                  </a:lnTo>
                  <a:lnTo>
                    <a:pt x="167" y="137"/>
                  </a:lnTo>
                  <a:lnTo>
                    <a:pt x="168" y="138"/>
                  </a:lnTo>
                  <a:lnTo>
                    <a:pt x="169" y="139"/>
                  </a:lnTo>
                  <a:lnTo>
                    <a:pt x="171" y="140"/>
                  </a:lnTo>
                  <a:lnTo>
                    <a:pt x="172" y="141"/>
                  </a:lnTo>
                  <a:lnTo>
                    <a:pt x="173" y="142"/>
                  </a:lnTo>
                  <a:lnTo>
                    <a:pt x="175" y="143"/>
                  </a:lnTo>
                  <a:lnTo>
                    <a:pt x="176" y="144"/>
                  </a:lnTo>
                  <a:lnTo>
                    <a:pt x="177" y="145"/>
                  </a:lnTo>
                  <a:lnTo>
                    <a:pt x="179" y="146"/>
                  </a:lnTo>
                  <a:lnTo>
                    <a:pt x="180" y="146"/>
                  </a:lnTo>
                  <a:lnTo>
                    <a:pt x="181" y="147"/>
                  </a:lnTo>
                  <a:lnTo>
                    <a:pt x="183" y="148"/>
                  </a:lnTo>
                  <a:lnTo>
                    <a:pt x="184" y="149"/>
                  </a:lnTo>
                  <a:lnTo>
                    <a:pt x="185" y="150"/>
                  </a:lnTo>
                  <a:lnTo>
                    <a:pt x="187" y="151"/>
                  </a:lnTo>
                  <a:lnTo>
                    <a:pt x="188" y="151"/>
                  </a:lnTo>
                  <a:lnTo>
                    <a:pt x="189" y="152"/>
                  </a:lnTo>
                  <a:lnTo>
                    <a:pt x="191" y="153"/>
                  </a:lnTo>
                  <a:lnTo>
                    <a:pt x="192" y="154"/>
                  </a:lnTo>
                  <a:lnTo>
                    <a:pt x="193" y="155"/>
                  </a:lnTo>
                  <a:lnTo>
                    <a:pt x="195" y="156"/>
                  </a:lnTo>
                  <a:lnTo>
                    <a:pt x="196" y="156"/>
                  </a:lnTo>
                  <a:lnTo>
                    <a:pt x="197" y="157"/>
                  </a:lnTo>
                  <a:lnTo>
                    <a:pt x="199" y="158"/>
                  </a:lnTo>
                  <a:lnTo>
                    <a:pt x="200" y="159"/>
                  </a:lnTo>
                  <a:lnTo>
                    <a:pt x="202" y="159"/>
                  </a:lnTo>
                  <a:lnTo>
                    <a:pt x="203" y="160"/>
                  </a:lnTo>
                  <a:lnTo>
                    <a:pt x="204" y="161"/>
                  </a:lnTo>
                  <a:lnTo>
                    <a:pt x="206" y="162"/>
                  </a:lnTo>
                  <a:lnTo>
                    <a:pt x="207" y="162"/>
                  </a:lnTo>
                  <a:lnTo>
                    <a:pt x="208" y="163"/>
                  </a:lnTo>
                  <a:lnTo>
                    <a:pt x="210" y="163"/>
                  </a:lnTo>
                  <a:lnTo>
                    <a:pt x="211" y="164"/>
                  </a:lnTo>
                  <a:lnTo>
                    <a:pt x="212" y="164"/>
                  </a:lnTo>
                  <a:lnTo>
                    <a:pt x="214" y="165"/>
                  </a:lnTo>
                  <a:lnTo>
                    <a:pt x="215" y="166"/>
                  </a:lnTo>
                  <a:lnTo>
                    <a:pt x="216" y="166"/>
                  </a:lnTo>
                  <a:lnTo>
                    <a:pt x="218" y="167"/>
                  </a:lnTo>
                  <a:lnTo>
                    <a:pt x="219" y="167"/>
                  </a:lnTo>
                  <a:lnTo>
                    <a:pt x="220" y="168"/>
                  </a:lnTo>
                  <a:lnTo>
                    <a:pt x="222" y="168"/>
                  </a:lnTo>
                  <a:lnTo>
                    <a:pt x="223" y="169"/>
                  </a:lnTo>
                  <a:lnTo>
                    <a:pt x="224" y="169"/>
                  </a:lnTo>
                  <a:lnTo>
                    <a:pt x="226" y="170"/>
                  </a:lnTo>
                  <a:lnTo>
                    <a:pt x="227" y="170"/>
                  </a:lnTo>
                  <a:lnTo>
                    <a:pt x="228" y="171"/>
                  </a:lnTo>
                  <a:lnTo>
                    <a:pt x="230" y="172"/>
                  </a:lnTo>
                  <a:lnTo>
                    <a:pt x="231" y="172"/>
                  </a:lnTo>
                  <a:lnTo>
                    <a:pt x="232" y="173"/>
                  </a:lnTo>
                  <a:lnTo>
                    <a:pt x="234" y="173"/>
                  </a:lnTo>
                  <a:lnTo>
                    <a:pt x="235" y="174"/>
                  </a:lnTo>
                  <a:lnTo>
                    <a:pt x="236" y="174"/>
                  </a:lnTo>
                  <a:lnTo>
                    <a:pt x="238" y="175"/>
                  </a:lnTo>
                  <a:lnTo>
                    <a:pt x="239" y="175"/>
                  </a:lnTo>
                  <a:lnTo>
                    <a:pt x="241" y="176"/>
                  </a:lnTo>
                  <a:lnTo>
                    <a:pt x="242" y="176"/>
                  </a:lnTo>
                  <a:lnTo>
                    <a:pt x="243" y="177"/>
                  </a:lnTo>
                  <a:lnTo>
                    <a:pt x="245" y="177"/>
                  </a:lnTo>
                  <a:lnTo>
                    <a:pt x="246" y="178"/>
                  </a:lnTo>
                  <a:lnTo>
                    <a:pt x="247" y="178"/>
                  </a:lnTo>
                  <a:lnTo>
                    <a:pt x="249" y="179"/>
                  </a:lnTo>
                  <a:lnTo>
                    <a:pt x="250" y="179"/>
                  </a:lnTo>
                  <a:lnTo>
                    <a:pt x="251" y="180"/>
                  </a:lnTo>
                  <a:lnTo>
                    <a:pt x="253" y="180"/>
                  </a:lnTo>
                  <a:lnTo>
                    <a:pt x="254" y="181"/>
                  </a:lnTo>
                  <a:lnTo>
                    <a:pt x="255" y="181"/>
                  </a:lnTo>
                  <a:lnTo>
                    <a:pt x="257" y="182"/>
                  </a:lnTo>
                  <a:lnTo>
                    <a:pt x="258" y="182"/>
                  </a:lnTo>
                  <a:lnTo>
                    <a:pt x="259" y="183"/>
                  </a:lnTo>
                  <a:lnTo>
                    <a:pt x="261" y="183"/>
                  </a:lnTo>
                  <a:lnTo>
                    <a:pt x="262" y="184"/>
                  </a:lnTo>
                  <a:lnTo>
                    <a:pt x="263" y="184"/>
                  </a:lnTo>
                  <a:lnTo>
                    <a:pt x="265" y="185"/>
                  </a:lnTo>
                  <a:lnTo>
                    <a:pt x="266" y="185"/>
                  </a:lnTo>
                  <a:lnTo>
                    <a:pt x="267" y="185"/>
                  </a:lnTo>
                  <a:lnTo>
                    <a:pt x="269" y="186"/>
                  </a:lnTo>
                  <a:lnTo>
                    <a:pt x="270" y="186"/>
                  </a:lnTo>
                  <a:lnTo>
                    <a:pt x="271" y="187"/>
                  </a:lnTo>
                  <a:lnTo>
                    <a:pt x="273" y="187"/>
                  </a:lnTo>
                  <a:lnTo>
                    <a:pt x="274" y="187"/>
                  </a:lnTo>
                  <a:lnTo>
                    <a:pt x="276" y="188"/>
                  </a:lnTo>
                  <a:lnTo>
                    <a:pt x="277" y="188"/>
                  </a:lnTo>
                  <a:lnTo>
                    <a:pt x="278" y="188"/>
                  </a:lnTo>
                  <a:lnTo>
                    <a:pt x="280" y="189"/>
                  </a:lnTo>
                  <a:lnTo>
                    <a:pt x="281" y="189"/>
                  </a:lnTo>
                  <a:lnTo>
                    <a:pt x="282" y="189"/>
                  </a:lnTo>
                  <a:lnTo>
                    <a:pt x="284" y="190"/>
                  </a:lnTo>
                  <a:lnTo>
                    <a:pt x="285" y="190"/>
                  </a:lnTo>
                  <a:lnTo>
                    <a:pt x="286" y="190"/>
                  </a:lnTo>
                  <a:lnTo>
                    <a:pt x="288" y="191"/>
                  </a:lnTo>
                  <a:lnTo>
                    <a:pt x="289" y="191"/>
                  </a:lnTo>
                  <a:lnTo>
                    <a:pt x="290" y="191"/>
                  </a:lnTo>
                  <a:lnTo>
                    <a:pt x="292" y="191"/>
                  </a:lnTo>
                  <a:lnTo>
                    <a:pt x="293" y="191"/>
                  </a:lnTo>
                  <a:lnTo>
                    <a:pt x="294" y="192"/>
                  </a:lnTo>
                  <a:lnTo>
                    <a:pt x="296" y="192"/>
                  </a:lnTo>
                  <a:lnTo>
                    <a:pt x="297" y="192"/>
                  </a:lnTo>
                  <a:lnTo>
                    <a:pt x="298" y="192"/>
                  </a:lnTo>
                  <a:lnTo>
                    <a:pt x="300" y="192"/>
                  </a:lnTo>
                  <a:lnTo>
                    <a:pt x="301" y="192"/>
                  </a:lnTo>
                  <a:lnTo>
                    <a:pt x="302" y="192"/>
                  </a:lnTo>
                  <a:lnTo>
                    <a:pt x="304" y="192"/>
                  </a:lnTo>
                  <a:lnTo>
                    <a:pt x="305" y="192"/>
                  </a:lnTo>
                  <a:lnTo>
                    <a:pt x="306" y="193"/>
                  </a:lnTo>
                  <a:lnTo>
                    <a:pt x="308" y="193"/>
                  </a:lnTo>
                  <a:lnTo>
                    <a:pt x="309" y="193"/>
                  </a:lnTo>
                  <a:lnTo>
                    <a:pt x="311" y="193"/>
                  </a:lnTo>
                  <a:lnTo>
                    <a:pt x="312" y="193"/>
                  </a:lnTo>
                  <a:lnTo>
                    <a:pt x="313" y="192"/>
                  </a:lnTo>
                  <a:lnTo>
                    <a:pt x="315" y="192"/>
                  </a:lnTo>
                  <a:lnTo>
                    <a:pt x="316" y="192"/>
                  </a:lnTo>
                  <a:lnTo>
                    <a:pt x="317" y="192"/>
                  </a:lnTo>
                  <a:lnTo>
                    <a:pt x="319" y="192"/>
                  </a:lnTo>
                  <a:lnTo>
                    <a:pt x="320" y="192"/>
                  </a:lnTo>
                  <a:lnTo>
                    <a:pt x="321" y="192"/>
                  </a:lnTo>
                  <a:lnTo>
                    <a:pt x="323" y="192"/>
                  </a:lnTo>
                  <a:lnTo>
                    <a:pt x="324" y="193"/>
                  </a:lnTo>
                  <a:lnTo>
                    <a:pt x="325" y="192"/>
                  </a:lnTo>
                  <a:lnTo>
                    <a:pt x="327" y="192"/>
                  </a:lnTo>
                  <a:lnTo>
                    <a:pt x="328" y="192"/>
                  </a:lnTo>
                  <a:lnTo>
                    <a:pt x="329" y="192"/>
                  </a:lnTo>
                  <a:lnTo>
                    <a:pt x="331" y="192"/>
                  </a:lnTo>
                  <a:lnTo>
                    <a:pt x="332" y="192"/>
                  </a:lnTo>
                  <a:lnTo>
                    <a:pt x="333" y="192"/>
                  </a:lnTo>
                  <a:lnTo>
                    <a:pt x="335" y="192"/>
                  </a:lnTo>
                  <a:lnTo>
                    <a:pt x="336" y="192"/>
                  </a:lnTo>
                  <a:lnTo>
                    <a:pt x="337" y="192"/>
                  </a:lnTo>
                  <a:lnTo>
                    <a:pt x="339" y="192"/>
                  </a:lnTo>
                  <a:lnTo>
                    <a:pt x="340" y="192"/>
                  </a:lnTo>
                  <a:lnTo>
                    <a:pt x="341" y="192"/>
                  </a:lnTo>
                  <a:lnTo>
                    <a:pt x="343" y="192"/>
                  </a:lnTo>
                  <a:lnTo>
                    <a:pt x="344" y="192"/>
                  </a:lnTo>
                  <a:lnTo>
                    <a:pt x="346" y="192"/>
                  </a:lnTo>
                  <a:lnTo>
                    <a:pt x="347" y="192"/>
                  </a:lnTo>
                  <a:lnTo>
                    <a:pt x="348" y="192"/>
                  </a:lnTo>
                  <a:lnTo>
                    <a:pt x="350" y="191"/>
                  </a:lnTo>
                  <a:lnTo>
                    <a:pt x="351" y="191"/>
                  </a:lnTo>
                  <a:lnTo>
                    <a:pt x="352" y="191"/>
                  </a:lnTo>
                  <a:lnTo>
                    <a:pt x="354" y="191"/>
                  </a:lnTo>
                  <a:lnTo>
                    <a:pt x="355" y="191"/>
                  </a:lnTo>
                  <a:lnTo>
                    <a:pt x="356" y="191"/>
                  </a:lnTo>
                  <a:lnTo>
                    <a:pt x="358" y="191"/>
                  </a:lnTo>
                  <a:lnTo>
                    <a:pt x="359" y="190"/>
                  </a:lnTo>
                  <a:lnTo>
                    <a:pt x="360" y="190"/>
                  </a:lnTo>
                  <a:lnTo>
                    <a:pt x="362" y="190"/>
                  </a:lnTo>
                  <a:lnTo>
                    <a:pt x="363" y="190"/>
                  </a:lnTo>
                  <a:lnTo>
                    <a:pt x="364" y="190"/>
                  </a:lnTo>
                  <a:lnTo>
                    <a:pt x="366" y="190"/>
                  </a:lnTo>
                  <a:lnTo>
                    <a:pt x="367" y="190"/>
                  </a:lnTo>
                  <a:lnTo>
                    <a:pt x="368" y="190"/>
                  </a:lnTo>
                  <a:lnTo>
                    <a:pt x="370" y="189"/>
                  </a:lnTo>
                  <a:lnTo>
                    <a:pt x="371" y="189"/>
                  </a:lnTo>
                  <a:lnTo>
                    <a:pt x="372" y="189"/>
                  </a:lnTo>
                  <a:lnTo>
                    <a:pt x="374" y="189"/>
                  </a:lnTo>
                  <a:lnTo>
                    <a:pt x="375" y="189"/>
                  </a:lnTo>
                  <a:lnTo>
                    <a:pt x="376" y="189"/>
                  </a:lnTo>
                  <a:lnTo>
                    <a:pt x="378" y="188"/>
                  </a:lnTo>
                  <a:lnTo>
                    <a:pt x="379" y="188"/>
                  </a:lnTo>
                  <a:lnTo>
                    <a:pt x="380" y="188"/>
                  </a:lnTo>
                  <a:lnTo>
                    <a:pt x="382" y="188"/>
                  </a:lnTo>
                  <a:lnTo>
                    <a:pt x="383" y="188"/>
                  </a:lnTo>
                  <a:lnTo>
                    <a:pt x="385" y="188"/>
                  </a:lnTo>
                  <a:lnTo>
                    <a:pt x="386" y="187"/>
                  </a:lnTo>
                  <a:lnTo>
                    <a:pt x="387" y="187"/>
                  </a:lnTo>
                  <a:lnTo>
                    <a:pt x="389" y="187"/>
                  </a:lnTo>
                  <a:lnTo>
                    <a:pt x="390" y="187"/>
                  </a:lnTo>
                  <a:lnTo>
                    <a:pt x="391" y="187"/>
                  </a:lnTo>
                  <a:lnTo>
                    <a:pt x="393" y="187"/>
                  </a:lnTo>
                  <a:lnTo>
                    <a:pt x="394" y="187"/>
                  </a:lnTo>
                  <a:lnTo>
                    <a:pt x="395" y="187"/>
                  </a:lnTo>
                  <a:lnTo>
                    <a:pt x="397" y="187"/>
                  </a:lnTo>
                  <a:lnTo>
                    <a:pt x="398" y="186"/>
                  </a:lnTo>
                  <a:lnTo>
                    <a:pt x="399" y="186"/>
                  </a:lnTo>
                  <a:lnTo>
                    <a:pt x="401" y="186"/>
                  </a:lnTo>
                  <a:lnTo>
                    <a:pt x="402" y="186"/>
                  </a:lnTo>
                  <a:lnTo>
                    <a:pt x="403" y="186"/>
                  </a:lnTo>
                  <a:lnTo>
                    <a:pt x="405" y="186"/>
                  </a:lnTo>
                  <a:lnTo>
                    <a:pt x="406" y="186"/>
                  </a:lnTo>
                  <a:lnTo>
                    <a:pt x="407" y="185"/>
                  </a:lnTo>
                  <a:lnTo>
                    <a:pt x="409" y="185"/>
                  </a:lnTo>
                  <a:lnTo>
                    <a:pt x="410" y="185"/>
                  </a:lnTo>
                  <a:lnTo>
                    <a:pt x="411" y="185"/>
                  </a:lnTo>
                  <a:lnTo>
                    <a:pt x="413" y="185"/>
                  </a:lnTo>
                  <a:lnTo>
                    <a:pt x="414" y="185"/>
                  </a:lnTo>
                  <a:lnTo>
                    <a:pt x="415" y="185"/>
                  </a:lnTo>
                  <a:lnTo>
                    <a:pt x="417" y="185"/>
                  </a:lnTo>
                  <a:lnTo>
                    <a:pt x="418" y="184"/>
                  </a:lnTo>
                  <a:lnTo>
                    <a:pt x="420" y="154"/>
                  </a:lnTo>
                  <a:lnTo>
                    <a:pt x="421" y="154"/>
                  </a:lnTo>
                  <a:lnTo>
                    <a:pt x="422" y="154"/>
                  </a:lnTo>
                  <a:lnTo>
                    <a:pt x="424" y="153"/>
                  </a:lnTo>
                  <a:lnTo>
                    <a:pt x="425" y="153"/>
                  </a:lnTo>
                  <a:lnTo>
                    <a:pt x="426" y="153"/>
                  </a:lnTo>
                  <a:lnTo>
                    <a:pt x="428" y="152"/>
                  </a:lnTo>
                  <a:lnTo>
                    <a:pt x="429" y="152"/>
                  </a:lnTo>
                  <a:lnTo>
                    <a:pt x="430" y="152"/>
                  </a:lnTo>
                  <a:lnTo>
                    <a:pt x="432" y="152"/>
                  </a:lnTo>
                  <a:lnTo>
                    <a:pt x="433" y="152"/>
                  </a:lnTo>
                  <a:lnTo>
                    <a:pt x="434" y="151"/>
                  </a:lnTo>
                  <a:lnTo>
                    <a:pt x="436" y="151"/>
                  </a:lnTo>
                  <a:lnTo>
                    <a:pt x="437" y="151"/>
                  </a:lnTo>
                  <a:lnTo>
                    <a:pt x="438" y="151"/>
                  </a:lnTo>
                  <a:lnTo>
                    <a:pt x="440" y="150"/>
                  </a:lnTo>
                  <a:lnTo>
                    <a:pt x="441" y="150"/>
                  </a:lnTo>
                  <a:lnTo>
                    <a:pt x="442" y="150"/>
                  </a:lnTo>
                  <a:lnTo>
                    <a:pt x="444" y="150"/>
                  </a:lnTo>
                  <a:lnTo>
                    <a:pt x="445" y="150"/>
                  </a:lnTo>
                  <a:lnTo>
                    <a:pt x="446" y="150"/>
                  </a:lnTo>
                  <a:lnTo>
                    <a:pt x="448" y="149"/>
                  </a:lnTo>
                  <a:lnTo>
                    <a:pt x="449" y="149"/>
                  </a:lnTo>
                  <a:lnTo>
                    <a:pt x="450" y="149"/>
                  </a:lnTo>
                  <a:lnTo>
                    <a:pt x="452" y="149"/>
                  </a:lnTo>
                  <a:lnTo>
                    <a:pt x="453" y="149"/>
                  </a:lnTo>
                  <a:lnTo>
                    <a:pt x="455" y="149"/>
                  </a:lnTo>
                  <a:lnTo>
                    <a:pt x="456" y="148"/>
                  </a:lnTo>
                  <a:lnTo>
                    <a:pt x="457" y="148"/>
                  </a:lnTo>
                  <a:lnTo>
                    <a:pt x="459" y="148"/>
                  </a:lnTo>
                  <a:lnTo>
                    <a:pt x="460" y="148"/>
                  </a:lnTo>
                  <a:lnTo>
                    <a:pt x="461" y="148"/>
                  </a:lnTo>
                  <a:lnTo>
                    <a:pt x="463" y="148"/>
                  </a:lnTo>
                  <a:lnTo>
                    <a:pt x="464" y="148"/>
                  </a:lnTo>
                  <a:lnTo>
                    <a:pt x="465" y="147"/>
                  </a:lnTo>
                  <a:lnTo>
                    <a:pt x="467" y="147"/>
                  </a:lnTo>
                  <a:lnTo>
                    <a:pt x="468" y="147"/>
                  </a:lnTo>
                  <a:lnTo>
                    <a:pt x="469" y="147"/>
                  </a:lnTo>
                  <a:lnTo>
                    <a:pt x="471" y="147"/>
                  </a:lnTo>
                  <a:lnTo>
                    <a:pt x="472" y="147"/>
                  </a:lnTo>
                  <a:lnTo>
                    <a:pt x="473" y="147"/>
                  </a:lnTo>
                  <a:lnTo>
                    <a:pt x="475" y="146"/>
                  </a:lnTo>
                  <a:lnTo>
                    <a:pt x="476" y="146"/>
                  </a:lnTo>
                  <a:lnTo>
                    <a:pt x="477" y="146"/>
                  </a:lnTo>
                  <a:lnTo>
                    <a:pt x="479" y="146"/>
                  </a:lnTo>
                  <a:lnTo>
                    <a:pt x="480" y="146"/>
                  </a:lnTo>
                  <a:lnTo>
                    <a:pt x="481" y="146"/>
                  </a:lnTo>
                  <a:lnTo>
                    <a:pt x="483" y="146"/>
                  </a:lnTo>
                  <a:lnTo>
                    <a:pt x="484" y="145"/>
                  </a:lnTo>
                  <a:lnTo>
                    <a:pt x="485" y="145"/>
                  </a:lnTo>
                  <a:lnTo>
                    <a:pt x="487" y="145"/>
                  </a:lnTo>
                  <a:lnTo>
                    <a:pt x="488" y="145"/>
                  </a:lnTo>
                  <a:lnTo>
                    <a:pt x="490" y="145"/>
                  </a:lnTo>
                  <a:lnTo>
                    <a:pt x="491" y="145"/>
                  </a:lnTo>
                  <a:lnTo>
                    <a:pt x="492" y="145"/>
                  </a:lnTo>
                  <a:lnTo>
                    <a:pt x="494" y="145"/>
                  </a:lnTo>
                  <a:lnTo>
                    <a:pt x="495" y="144"/>
                  </a:lnTo>
                  <a:lnTo>
                    <a:pt x="496" y="144"/>
                  </a:lnTo>
                  <a:lnTo>
                    <a:pt x="498" y="144"/>
                  </a:lnTo>
                  <a:lnTo>
                    <a:pt x="499" y="144"/>
                  </a:lnTo>
                  <a:lnTo>
                    <a:pt x="500" y="144"/>
                  </a:lnTo>
                  <a:lnTo>
                    <a:pt x="502" y="144"/>
                  </a:lnTo>
                  <a:lnTo>
                    <a:pt x="503" y="144"/>
                  </a:lnTo>
                  <a:lnTo>
                    <a:pt x="504" y="144"/>
                  </a:lnTo>
                  <a:lnTo>
                    <a:pt x="506" y="143"/>
                  </a:lnTo>
                  <a:lnTo>
                    <a:pt x="507" y="143"/>
                  </a:lnTo>
                  <a:lnTo>
                    <a:pt x="508" y="143"/>
                  </a:lnTo>
                  <a:lnTo>
                    <a:pt x="510" y="143"/>
                  </a:lnTo>
                  <a:lnTo>
                    <a:pt x="511" y="143"/>
                  </a:lnTo>
                  <a:lnTo>
                    <a:pt x="512" y="143"/>
                  </a:lnTo>
                  <a:lnTo>
                    <a:pt x="514" y="143"/>
                  </a:lnTo>
                  <a:lnTo>
                    <a:pt x="515" y="143"/>
                  </a:lnTo>
                  <a:lnTo>
                    <a:pt x="516" y="143"/>
                  </a:lnTo>
                  <a:lnTo>
                    <a:pt x="518" y="143"/>
                  </a:lnTo>
                  <a:lnTo>
                    <a:pt x="519" y="143"/>
                  </a:lnTo>
                  <a:lnTo>
                    <a:pt x="520" y="142"/>
                  </a:lnTo>
                  <a:lnTo>
                    <a:pt x="522" y="142"/>
                  </a:lnTo>
                  <a:lnTo>
                    <a:pt x="523" y="142"/>
                  </a:lnTo>
                  <a:lnTo>
                    <a:pt x="524" y="142"/>
                  </a:lnTo>
                  <a:lnTo>
                    <a:pt x="526" y="142"/>
                  </a:lnTo>
                  <a:lnTo>
                    <a:pt x="527" y="142"/>
                  </a:lnTo>
                  <a:lnTo>
                    <a:pt x="529" y="142"/>
                  </a:lnTo>
                  <a:lnTo>
                    <a:pt x="530" y="142"/>
                  </a:lnTo>
                  <a:lnTo>
                    <a:pt x="531" y="141"/>
                  </a:lnTo>
                  <a:lnTo>
                    <a:pt x="533" y="141"/>
                  </a:lnTo>
                  <a:lnTo>
                    <a:pt x="534" y="141"/>
                  </a:lnTo>
                  <a:lnTo>
                    <a:pt x="535" y="141"/>
                  </a:lnTo>
                  <a:lnTo>
                    <a:pt x="537" y="141"/>
                  </a:lnTo>
                  <a:lnTo>
                    <a:pt x="538" y="141"/>
                  </a:lnTo>
                  <a:lnTo>
                    <a:pt x="539" y="141"/>
                  </a:lnTo>
                  <a:lnTo>
                    <a:pt x="541" y="141"/>
                  </a:lnTo>
                  <a:lnTo>
                    <a:pt x="542" y="140"/>
                  </a:lnTo>
                  <a:lnTo>
                    <a:pt x="543" y="140"/>
                  </a:lnTo>
                  <a:lnTo>
                    <a:pt x="545" y="140"/>
                  </a:lnTo>
                  <a:lnTo>
                    <a:pt x="546" y="140"/>
                  </a:lnTo>
                  <a:lnTo>
                    <a:pt x="547" y="140"/>
                  </a:lnTo>
                  <a:lnTo>
                    <a:pt x="549" y="140"/>
                  </a:lnTo>
                  <a:lnTo>
                    <a:pt x="550" y="140"/>
                  </a:lnTo>
                  <a:lnTo>
                    <a:pt x="551" y="140"/>
                  </a:lnTo>
                  <a:lnTo>
                    <a:pt x="553" y="140"/>
                  </a:lnTo>
                  <a:lnTo>
                    <a:pt x="554" y="140"/>
                  </a:lnTo>
                  <a:lnTo>
                    <a:pt x="555" y="140"/>
                  </a:lnTo>
                  <a:lnTo>
                    <a:pt x="557" y="139"/>
                  </a:lnTo>
                  <a:lnTo>
                    <a:pt x="558" y="139"/>
                  </a:lnTo>
                  <a:lnTo>
                    <a:pt x="559" y="139"/>
                  </a:lnTo>
                  <a:lnTo>
                    <a:pt x="561" y="139"/>
                  </a:lnTo>
                  <a:lnTo>
                    <a:pt x="562" y="139"/>
                  </a:lnTo>
                  <a:lnTo>
                    <a:pt x="564" y="139"/>
                  </a:lnTo>
                  <a:lnTo>
                    <a:pt x="565" y="139"/>
                  </a:lnTo>
                  <a:lnTo>
                    <a:pt x="566" y="139"/>
                  </a:lnTo>
                  <a:lnTo>
                    <a:pt x="568" y="139"/>
                  </a:lnTo>
                  <a:lnTo>
                    <a:pt x="569" y="139"/>
                  </a:lnTo>
                  <a:lnTo>
                    <a:pt x="570" y="139"/>
                  </a:lnTo>
                  <a:lnTo>
                    <a:pt x="572" y="138"/>
                  </a:lnTo>
                  <a:lnTo>
                    <a:pt x="573" y="138"/>
                  </a:lnTo>
                  <a:lnTo>
                    <a:pt x="574" y="138"/>
                  </a:lnTo>
                  <a:lnTo>
                    <a:pt x="576" y="138"/>
                  </a:lnTo>
                  <a:lnTo>
                    <a:pt x="577" y="138"/>
                  </a:lnTo>
                  <a:lnTo>
                    <a:pt x="578" y="138"/>
                  </a:lnTo>
                  <a:lnTo>
                    <a:pt x="580" y="138"/>
                  </a:lnTo>
                  <a:lnTo>
                    <a:pt x="581" y="138"/>
                  </a:lnTo>
                  <a:lnTo>
                    <a:pt x="582" y="138"/>
                  </a:lnTo>
                  <a:lnTo>
                    <a:pt x="584" y="138"/>
                  </a:lnTo>
                  <a:lnTo>
                    <a:pt x="585" y="137"/>
                  </a:lnTo>
                  <a:lnTo>
                    <a:pt x="586" y="137"/>
                  </a:lnTo>
                  <a:lnTo>
                    <a:pt x="588" y="137"/>
                  </a:lnTo>
                  <a:lnTo>
                    <a:pt x="589" y="137"/>
                  </a:lnTo>
                  <a:lnTo>
                    <a:pt x="590" y="137"/>
                  </a:lnTo>
                  <a:lnTo>
                    <a:pt x="592" y="137"/>
                  </a:lnTo>
                  <a:lnTo>
                    <a:pt x="593" y="137"/>
                  </a:lnTo>
                  <a:lnTo>
                    <a:pt x="594" y="137"/>
                  </a:lnTo>
                  <a:lnTo>
                    <a:pt x="596" y="137"/>
                  </a:lnTo>
                  <a:lnTo>
                    <a:pt x="597" y="137"/>
                  </a:lnTo>
                  <a:lnTo>
                    <a:pt x="599" y="137"/>
                  </a:lnTo>
                  <a:lnTo>
                    <a:pt x="600" y="137"/>
                  </a:lnTo>
                  <a:lnTo>
                    <a:pt x="601" y="137"/>
                  </a:lnTo>
                  <a:lnTo>
                    <a:pt x="603" y="137"/>
                  </a:lnTo>
                  <a:lnTo>
                    <a:pt x="604" y="136"/>
                  </a:lnTo>
                  <a:lnTo>
                    <a:pt x="605" y="136"/>
                  </a:lnTo>
                  <a:lnTo>
                    <a:pt x="607" y="136"/>
                  </a:lnTo>
                  <a:lnTo>
                    <a:pt x="608" y="137"/>
                  </a:lnTo>
                  <a:lnTo>
                    <a:pt x="609" y="136"/>
                  </a:lnTo>
                  <a:lnTo>
                    <a:pt x="611" y="136"/>
                  </a:lnTo>
                  <a:lnTo>
                    <a:pt x="612" y="136"/>
                  </a:lnTo>
                  <a:lnTo>
                    <a:pt x="613" y="136"/>
                  </a:lnTo>
                  <a:lnTo>
                    <a:pt x="615" y="136"/>
                  </a:lnTo>
                  <a:lnTo>
                    <a:pt x="616" y="136"/>
                  </a:lnTo>
                  <a:lnTo>
                    <a:pt x="617" y="136"/>
                  </a:lnTo>
                  <a:lnTo>
                    <a:pt x="619" y="136"/>
                  </a:lnTo>
                  <a:lnTo>
                    <a:pt x="620" y="136"/>
                  </a:lnTo>
                  <a:lnTo>
                    <a:pt x="621" y="136"/>
                  </a:lnTo>
                  <a:lnTo>
                    <a:pt x="623" y="136"/>
                  </a:lnTo>
                  <a:lnTo>
                    <a:pt x="624" y="136"/>
                  </a:lnTo>
                  <a:lnTo>
                    <a:pt x="625" y="136"/>
                  </a:lnTo>
                  <a:lnTo>
                    <a:pt x="627" y="135"/>
                  </a:lnTo>
                  <a:lnTo>
                    <a:pt x="628" y="135"/>
                  </a:lnTo>
                  <a:lnTo>
                    <a:pt x="629" y="135"/>
                  </a:lnTo>
                  <a:lnTo>
                    <a:pt x="631" y="135"/>
                  </a:lnTo>
                  <a:lnTo>
                    <a:pt x="632" y="135"/>
                  </a:lnTo>
                  <a:lnTo>
                    <a:pt x="634" y="135"/>
                  </a:lnTo>
                  <a:lnTo>
                    <a:pt x="635" y="135"/>
                  </a:lnTo>
                  <a:lnTo>
                    <a:pt x="636" y="135"/>
                  </a:lnTo>
                  <a:lnTo>
                    <a:pt x="638" y="135"/>
                  </a:lnTo>
                  <a:lnTo>
                    <a:pt x="639" y="135"/>
                  </a:lnTo>
                  <a:lnTo>
                    <a:pt x="640" y="135"/>
                  </a:lnTo>
                  <a:lnTo>
                    <a:pt x="642" y="135"/>
                  </a:lnTo>
                  <a:lnTo>
                    <a:pt x="643" y="135"/>
                  </a:lnTo>
                  <a:lnTo>
                    <a:pt x="644" y="134"/>
                  </a:lnTo>
                  <a:lnTo>
                    <a:pt x="646" y="134"/>
                  </a:lnTo>
                  <a:lnTo>
                    <a:pt x="647" y="134"/>
                  </a:lnTo>
                  <a:lnTo>
                    <a:pt x="648" y="134"/>
                  </a:lnTo>
                  <a:lnTo>
                    <a:pt x="650" y="134"/>
                  </a:lnTo>
                  <a:lnTo>
                    <a:pt x="651" y="134"/>
                  </a:lnTo>
                  <a:lnTo>
                    <a:pt x="652" y="134"/>
                  </a:lnTo>
                  <a:lnTo>
                    <a:pt x="654" y="134"/>
                  </a:lnTo>
                  <a:lnTo>
                    <a:pt x="655" y="134"/>
                  </a:lnTo>
                  <a:lnTo>
                    <a:pt x="656" y="134"/>
                  </a:lnTo>
                  <a:lnTo>
                    <a:pt x="658" y="134"/>
                  </a:lnTo>
                  <a:lnTo>
                    <a:pt x="659" y="134"/>
                  </a:lnTo>
                  <a:lnTo>
                    <a:pt x="660" y="134"/>
                  </a:lnTo>
                  <a:lnTo>
                    <a:pt x="662" y="134"/>
                  </a:lnTo>
                  <a:lnTo>
                    <a:pt x="663" y="134"/>
                  </a:lnTo>
                  <a:lnTo>
                    <a:pt x="664" y="134"/>
                  </a:lnTo>
                  <a:lnTo>
                    <a:pt x="666" y="133"/>
                  </a:lnTo>
                  <a:lnTo>
                    <a:pt x="667" y="133"/>
                  </a:lnTo>
                  <a:lnTo>
                    <a:pt x="668" y="133"/>
                  </a:lnTo>
                  <a:lnTo>
                    <a:pt x="670" y="133"/>
                  </a:lnTo>
                  <a:lnTo>
                    <a:pt x="671" y="133"/>
                  </a:lnTo>
                  <a:lnTo>
                    <a:pt x="673" y="133"/>
                  </a:lnTo>
                  <a:lnTo>
                    <a:pt x="674" y="133"/>
                  </a:lnTo>
                  <a:lnTo>
                    <a:pt x="675" y="132"/>
                  </a:lnTo>
                  <a:lnTo>
                    <a:pt x="677" y="132"/>
                  </a:lnTo>
                  <a:lnTo>
                    <a:pt x="678" y="132"/>
                  </a:lnTo>
                  <a:lnTo>
                    <a:pt x="679" y="132"/>
                  </a:lnTo>
                  <a:lnTo>
                    <a:pt x="681" y="132"/>
                  </a:lnTo>
                  <a:lnTo>
                    <a:pt x="682" y="132"/>
                  </a:lnTo>
                  <a:lnTo>
                    <a:pt x="683" y="132"/>
                  </a:lnTo>
                  <a:lnTo>
                    <a:pt x="685" y="132"/>
                  </a:lnTo>
                  <a:lnTo>
                    <a:pt x="686" y="132"/>
                  </a:lnTo>
                  <a:lnTo>
                    <a:pt x="687" y="132"/>
                  </a:lnTo>
                  <a:lnTo>
                    <a:pt x="689" y="132"/>
                  </a:lnTo>
                  <a:lnTo>
                    <a:pt x="690" y="132"/>
                  </a:lnTo>
                  <a:lnTo>
                    <a:pt x="691" y="132"/>
                  </a:lnTo>
                  <a:lnTo>
                    <a:pt x="693" y="132"/>
                  </a:lnTo>
                  <a:lnTo>
                    <a:pt x="694" y="132"/>
                  </a:lnTo>
                  <a:lnTo>
                    <a:pt x="695" y="132"/>
                  </a:lnTo>
                  <a:lnTo>
                    <a:pt x="697" y="132"/>
                  </a:lnTo>
                  <a:lnTo>
                    <a:pt x="698" y="132"/>
                  </a:lnTo>
                  <a:lnTo>
                    <a:pt x="699" y="132"/>
                  </a:lnTo>
                  <a:lnTo>
                    <a:pt x="701" y="132"/>
                  </a:lnTo>
                  <a:lnTo>
                    <a:pt x="702" y="132"/>
                  </a:lnTo>
                  <a:lnTo>
                    <a:pt x="703" y="132"/>
                  </a:lnTo>
                  <a:lnTo>
                    <a:pt x="705" y="132"/>
                  </a:lnTo>
                  <a:lnTo>
                    <a:pt x="706" y="132"/>
                  </a:lnTo>
                  <a:lnTo>
                    <a:pt x="708" y="131"/>
                  </a:lnTo>
                  <a:lnTo>
                    <a:pt x="709" y="131"/>
                  </a:lnTo>
                  <a:lnTo>
                    <a:pt x="710" y="131"/>
                  </a:lnTo>
                  <a:lnTo>
                    <a:pt x="712" y="131"/>
                  </a:lnTo>
                  <a:lnTo>
                    <a:pt x="713" y="131"/>
                  </a:lnTo>
                  <a:lnTo>
                    <a:pt x="714" y="131"/>
                  </a:lnTo>
                  <a:lnTo>
                    <a:pt x="716" y="131"/>
                  </a:lnTo>
                  <a:lnTo>
                    <a:pt x="717" y="131"/>
                  </a:lnTo>
                  <a:lnTo>
                    <a:pt x="718" y="131"/>
                  </a:lnTo>
                  <a:lnTo>
                    <a:pt x="720" y="131"/>
                  </a:lnTo>
                  <a:lnTo>
                    <a:pt x="721" y="131"/>
                  </a:lnTo>
                  <a:lnTo>
                    <a:pt x="722" y="131"/>
                  </a:lnTo>
                  <a:lnTo>
                    <a:pt x="724" y="131"/>
                  </a:lnTo>
                  <a:lnTo>
                    <a:pt x="725" y="131"/>
                  </a:lnTo>
                  <a:lnTo>
                    <a:pt x="726" y="131"/>
                  </a:lnTo>
                  <a:lnTo>
                    <a:pt x="728" y="131"/>
                  </a:lnTo>
                  <a:lnTo>
                    <a:pt x="729" y="131"/>
                  </a:lnTo>
                  <a:lnTo>
                    <a:pt x="730" y="131"/>
                  </a:lnTo>
                  <a:lnTo>
                    <a:pt x="732" y="131"/>
                  </a:lnTo>
                  <a:lnTo>
                    <a:pt x="733" y="131"/>
                  </a:lnTo>
                  <a:lnTo>
                    <a:pt x="734" y="131"/>
                  </a:lnTo>
                  <a:lnTo>
                    <a:pt x="736" y="131"/>
                  </a:lnTo>
                  <a:lnTo>
                    <a:pt x="737" y="131"/>
                  </a:lnTo>
                  <a:lnTo>
                    <a:pt x="738" y="131"/>
                  </a:lnTo>
                  <a:lnTo>
                    <a:pt x="740" y="131"/>
                  </a:lnTo>
                  <a:lnTo>
                    <a:pt x="741" y="131"/>
                  </a:lnTo>
                  <a:lnTo>
                    <a:pt x="743" y="131"/>
                  </a:lnTo>
                  <a:lnTo>
                    <a:pt x="744" y="131"/>
                  </a:lnTo>
                  <a:lnTo>
                    <a:pt x="745" y="131"/>
                  </a:lnTo>
                  <a:lnTo>
                    <a:pt x="747" y="131"/>
                  </a:lnTo>
                  <a:lnTo>
                    <a:pt x="748" y="130"/>
                  </a:lnTo>
                  <a:lnTo>
                    <a:pt x="749" y="130"/>
                  </a:lnTo>
                  <a:lnTo>
                    <a:pt x="751" y="130"/>
                  </a:lnTo>
                  <a:lnTo>
                    <a:pt x="752" y="130"/>
                  </a:lnTo>
                  <a:lnTo>
                    <a:pt x="753" y="130"/>
                  </a:lnTo>
                  <a:lnTo>
                    <a:pt x="755" y="130"/>
                  </a:lnTo>
                  <a:lnTo>
                    <a:pt x="756" y="130"/>
                  </a:lnTo>
                  <a:lnTo>
                    <a:pt x="757" y="130"/>
                  </a:lnTo>
                  <a:lnTo>
                    <a:pt x="759" y="130"/>
                  </a:lnTo>
                  <a:lnTo>
                    <a:pt x="760" y="130"/>
                  </a:lnTo>
                  <a:lnTo>
                    <a:pt x="761" y="130"/>
                  </a:lnTo>
                  <a:lnTo>
                    <a:pt x="763" y="130"/>
                  </a:lnTo>
                  <a:lnTo>
                    <a:pt x="764" y="130"/>
                  </a:lnTo>
                  <a:lnTo>
                    <a:pt x="765" y="130"/>
                  </a:lnTo>
                  <a:lnTo>
                    <a:pt x="767" y="129"/>
                  </a:lnTo>
                  <a:lnTo>
                    <a:pt x="768" y="129"/>
                  </a:lnTo>
                  <a:lnTo>
                    <a:pt x="769" y="129"/>
                  </a:lnTo>
                  <a:lnTo>
                    <a:pt x="771" y="129"/>
                  </a:lnTo>
                  <a:lnTo>
                    <a:pt x="772" y="129"/>
                  </a:lnTo>
                  <a:lnTo>
                    <a:pt x="773" y="129"/>
                  </a:lnTo>
                  <a:lnTo>
                    <a:pt x="775" y="129"/>
                  </a:lnTo>
                  <a:lnTo>
                    <a:pt x="776" y="129"/>
                  </a:lnTo>
                  <a:lnTo>
                    <a:pt x="777" y="129"/>
                  </a:lnTo>
                  <a:lnTo>
                    <a:pt x="779" y="129"/>
                  </a:lnTo>
                  <a:lnTo>
                    <a:pt x="780" y="129"/>
                  </a:lnTo>
                  <a:lnTo>
                    <a:pt x="782" y="129"/>
                  </a:lnTo>
                  <a:lnTo>
                    <a:pt x="783" y="129"/>
                  </a:lnTo>
                  <a:lnTo>
                    <a:pt x="784" y="129"/>
                  </a:lnTo>
                  <a:lnTo>
                    <a:pt x="786" y="129"/>
                  </a:lnTo>
                  <a:lnTo>
                    <a:pt x="787" y="129"/>
                  </a:lnTo>
                  <a:lnTo>
                    <a:pt x="788" y="129"/>
                  </a:lnTo>
                  <a:lnTo>
                    <a:pt x="790" y="129"/>
                  </a:lnTo>
                  <a:lnTo>
                    <a:pt x="791" y="129"/>
                  </a:lnTo>
                  <a:lnTo>
                    <a:pt x="792" y="128"/>
                  </a:lnTo>
                  <a:lnTo>
                    <a:pt x="794" y="128"/>
                  </a:lnTo>
                  <a:lnTo>
                    <a:pt x="795" y="128"/>
                  </a:lnTo>
                  <a:lnTo>
                    <a:pt x="796" y="128"/>
                  </a:lnTo>
                  <a:lnTo>
                    <a:pt x="798" y="128"/>
                  </a:lnTo>
                  <a:lnTo>
                    <a:pt x="799" y="128"/>
                  </a:lnTo>
                  <a:lnTo>
                    <a:pt x="800" y="128"/>
                  </a:lnTo>
                  <a:lnTo>
                    <a:pt x="802" y="128"/>
                  </a:lnTo>
                  <a:lnTo>
                    <a:pt x="803" y="128"/>
                  </a:lnTo>
                  <a:lnTo>
                    <a:pt x="804" y="128"/>
                  </a:lnTo>
                  <a:lnTo>
                    <a:pt x="806" y="128"/>
                  </a:lnTo>
                  <a:lnTo>
                    <a:pt x="807" y="128"/>
                  </a:lnTo>
                  <a:lnTo>
                    <a:pt x="808" y="128"/>
                  </a:lnTo>
                  <a:lnTo>
                    <a:pt x="810" y="128"/>
                  </a:lnTo>
                  <a:lnTo>
                    <a:pt x="811" y="128"/>
                  </a:lnTo>
                  <a:lnTo>
                    <a:pt x="812" y="128"/>
                  </a:lnTo>
                  <a:lnTo>
                    <a:pt x="814" y="128"/>
                  </a:lnTo>
                  <a:lnTo>
                    <a:pt x="815" y="128"/>
                  </a:lnTo>
                  <a:lnTo>
                    <a:pt x="817" y="128"/>
                  </a:lnTo>
                  <a:lnTo>
                    <a:pt x="818" y="128"/>
                  </a:lnTo>
                  <a:lnTo>
                    <a:pt x="819" y="128"/>
                  </a:lnTo>
                  <a:lnTo>
                    <a:pt x="821" y="128"/>
                  </a:lnTo>
                  <a:lnTo>
                    <a:pt x="822" y="128"/>
                  </a:lnTo>
                  <a:lnTo>
                    <a:pt x="823" y="128"/>
                  </a:lnTo>
                  <a:lnTo>
                    <a:pt x="825" y="128"/>
                  </a:lnTo>
                  <a:lnTo>
                    <a:pt x="826" y="127"/>
                  </a:lnTo>
                  <a:lnTo>
                    <a:pt x="827" y="127"/>
                  </a:lnTo>
                  <a:lnTo>
                    <a:pt x="829" y="127"/>
                  </a:lnTo>
                  <a:lnTo>
                    <a:pt x="830" y="127"/>
                  </a:lnTo>
                  <a:lnTo>
                    <a:pt x="831" y="127"/>
                  </a:lnTo>
                  <a:lnTo>
                    <a:pt x="833" y="127"/>
                  </a:lnTo>
                  <a:lnTo>
                    <a:pt x="834" y="127"/>
                  </a:lnTo>
                  <a:lnTo>
                    <a:pt x="835" y="127"/>
                  </a:lnTo>
                  <a:lnTo>
                    <a:pt x="837" y="127"/>
                  </a:lnTo>
                  <a:lnTo>
                    <a:pt x="838" y="127"/>
                  </a:lnTo>
                  <a:lnTo>
                    <a:pt x="839" y="127"/>
                  </a:lnTo>
                  <a:lnTo>
                    <a:pt x="841" y="127"/>
                  </a:lnTo>
                  <a:lnTo>
                    <a:pt x="842" y="126"/>
                  </a:lnTo>
                  <a:lnTo>
                    <a:pt x="843" y="126"/>
                  </a:lnTo>
                  <a:lnTo>
                    <a:pt x="845" y="126"/>
                  </a:lnTo>
                  <a:lnTo>
                    <a:pt x="846" y="126"/>
                  </a:lnTo>
                  <a:lnTo>
                    <a:pt x="847" y="126"/>
                  </a:lnTo>
                  <a:lnTo>
                    <a:pt x="849" y="126"/>
                  </a:lnTo>
                  <a:lnTo>
                    <a:pt x="850" y="126"/>
                  </a:lnTo>
                  <a:lnTo>
                    <a:pt x="852" y="126"/>
                  </a:lnTo>
                  <a:lnTo>
                    <a:pt x="853" y="126"/>
                  </a:lnTo>
                  <a:lnTo>
                    <a:pt x="854" y="126"/>
                  </a:lnTo>
                  <a:lnTo>
                    <a:pt x="856" y="126"/>
                  </a:lnTo>
                  <a:lnTo>
                    <a:pt x="857" y="126"/>
                  </a:lnTo>
                  <a:lnTo>
                    <a:pt x="858" y="126"/>
                  </a:lnTo>
                  <a:lnTo>
                    <a:pt x="860" y="126"/>
                  </a:lnTo>
                  <a:lnTo>
                    <a:pt x="861" y="126"/>
                  </a:lnTo>
                  <a:lnTo>
                    <a:pt x="862" y="126"/>
                  </a:lnTo>
                  <a:lnTo>
                    <a:pt x="864" y="126"/>
                  </a:lnTo>
                  <a:lnTo>
                    <a:pt x="865" y="126"/>
                  </a:lnTo>
                  <a:lnTo>
                    <a:pt x="866" y="126"/>
                  </a:lnTo>
                  <a:lnTo>
                    <a:pt x="868" y="126"/>
                  </a:lnTo>
                  <a:lnTo>
                    <a:pt x="869" y="126"/>
                  </a:lnTo>
                  <a:lnTo>
                    <a:pt x="870" y="126"/>
                  </a:lnTo>
                  <a:lnTo>
                    <a:pt x="872" y="126"/>
                  </a:lnTo>
                  <a:lnTo>
                    <a:pt x="873" y="126"/>
                  </a:lnTo>
                  <a:lnTo>
                    <a:pt x="874" y="126"/>
                  </a:lnTo>
                  <a:lnTo>
                    <a:pt x="876" y="126"/>
                  </a:lnTo>
                  <a:lnTo>
                    <a:pt x="877" y="126"/>
                  </a:lnTo>
                  <a:lnTo>
                    <a:pt x="878" y="125"/>
                  </a:lnTo>
                  <a:lnTo>
                    <a:pt x="880" y="125"/>
                  </a:lnTo>
                  <a:lnTo>
                    <a:pt x="881" y="125"/>
                  </a:lnTo>
                  <a:lnTo>
                    <a:pt x="882" y="125"/>
                  </a:lnTo>
                  <a:lnTo>
                    <a:pt x="884" y="125"/>
                  </a:lnTo>
                  <a:lnTo>
                    <a:pt x="885" y="125"/>
                  </a:lnTo>
                  <a:lnTo>
                    <a:pt x="887" y="125"/>
                  </a:lnTo>
                  <a:lnTo>
                    <a:pt x="888" y="125"/>
                  </a:lnTo>
                  <a:lnTo>
                    <a:pt x="889" y="125"/>
                  </a:lnTo>
                  <a:lnTo>
                    <a:pt x="891" y="125"/>
                  </a:lnTo>
                  <a:lnTo>
                    <a:pt x="892" y="125"/>
                  </a:lnTo>
                  <a:lnTo>
                    <a:pt x="893" y="125"/>
                  </a:lnTo>
                  <a:lnTo>
                    <a:pt x="895" y="125"/>
                  </a:lnTo>
                  <a:lnTo>
                    <a:pt x="896" y="125"/>
                  </a:lnTo>
                  <a:lnTo>
                    <a:pt x="897" y="125"/>
                  </a:lnTo>
                  <a:lnTo>
                    <a:pt x="899" y="125"/>
                  </a:lnTo>
                  <a:lnTo>
                    <a:pt x="900" y="125"/>
                  </a:lnTo>
                  <a:lnTo>
                    <a:pt x="901" y="125"/>
                  </a:lnTo>
                  <a:lnTo>
                    <a:pt x="903" y="125"/>
                  </a:lnTo>
                  <a:lnTo>
                    <a:pt x="904" y="125"/>
                  </a:lnTo>
                  <a:lnTo>
                    <a:pt x="905" y="125"/>
                  </a:lnTo>
                  <a:lnTo>
                    <a:pt x="907" y="125"/>
                  </a:lnTo>
                  <a:lnTo>
                    <a:pt x="908" y="125"/>
                  </a:lnTo>
                  <a:lnTo>
                    <a:pt x="909" y="124"/>
                  </a:lnTo>
                  <a:lnTo>
                    <a:pt x="911" y="124"/>
                  </a:lnTo>
                  <a:lnTo>
                    <a:pt x="912" y="124"/>
                  </a:lnTo>
                  <a:lnTo>
                    <a:pt x="913" y="124"/>
                  </a:lnTo>
                  <a:lnTo>
                    <a:pt x="915" y="124"/>
                  </a:lnTo>
                  <a:lnTo>
                    <a:pt x="916" y="124"/>
                  </a:lnTo>
                  <a:lnTo>
                    <a:pt x="917" y="124"/>
                  </a:lnTo>
                  <a:lnTo>
                    <a:pt x="919" y="124"/>
                  </a:lnTo>
                  <a:lnTo>
                    <a:pt x="920" y="124"/>
                  </a:lnTo>
                  <a:lnTo>
                    <a:pt x="921" y="124"/>
                  </a:lnTo>
                  <a:lnTo>
                    <a:pt x="923" y="124"/>
                  </a:lnTo>
                  <a:lnTo>
                    <a:pt x="924" y="124"/>
                  </a:lnTo>
                  <a:lnTo>
                    <a:pt x="926" y="124"/>
                  </a:lnTo>
                  <a:lnTo>
                    <a:pt x="927" y="124"/>
                  </a:lnTo>
                  <a:lnTo>
                    <a:pt x="928" y="124"/>
                  </a:lnTo>
                  <a:lnTo>
                    <a:pt x="930" y="124"/>
                  </a:lnTo>
                  <a:lnTo>
                    <a:pt x="931" y="124"/>
                  </a:lnTo>
                  <a:lnTo>
                    <a:pt x="932" y="124"/>
                  </a:lnTo>
                  <a:lnTo>
                    <a:pt x="934" y="124"/>
                  </a:lnTo>
                  <a:lnTo>
                    <a:pt x="935" y="124"/>
                  </a:lnTo>
                  <a:lnTo>
                    <a:pt x="936" y="124"/>
                  </a:lnTo>
                  <a:lnTo>
                    <a:pt x="938" y="124"/>
                  </a:lnTo>
                  <a:lnTo>
                    <a:pt x="939" y="124"/>
                  </a:lnTo>
                  <a:lnTo>
                    <a:pt x="940" y="124"/>
                  </a:lnTo>
                  <a:lnTo>
                    <a:pt x="942" y="123"/>
                  </a:lnTo>
                  <a:lnTo>
                    <a:pt x="943" y="123"/>
                  </a:lnTo>
                  <a:lnTo>
                    <a:pt x="944" y="123"/>
                  </a:lnTo>
                  <a:lnTo>
                    <a:pt x="946" y="123"/>
                  </a:lnTo>
                  <a:lnTo>
                    <a:pt x="947" y="123"/>
                  </a:lnTo>
                  <a:lnTo>
                    <a:pt x="948" y="123"/>
                  </a:lnTo>
                  <a:lnTo>
                    <a:pt x="950" y="123"/>
                  </a:lnTo>
                  <a:lnTo>
                    <a:pt x="951" y="123"/>
                  </a:lnTo>
                  <a:lnTo>
                    <a:pt x="952" y="123"/>
                  </a:lnTo>
                  <a:lnTo>
                    <a:pt x="954" y="123"/>
                  </a:lnTo>
                  <a:lnTo>
                    <a:pt x="955" y="123"/>
                  </a:lnTo>
                  <a:lnTo>
                    <a:pt x="956" y="123"/>
                  </a:lnTo>
                  <a:lnTo>
                    <a:pt x="958" y="123"/>
                  </a:lnTo>
                  <a:lnTo>
                    <a:pt x="959" y="123"/>
                  </a:lnTo>
                  <a:lnTo>
                    <a:pt x="961" y="123"/>
                  </a:lnTo>
                  <a:lnTo>
                    <a:pt x="962" y="123"/>
                  </a:lnTo>
                  <a:lnTo>
                    <a:pt x="963" y="123"/>
                  </a:lnTo>
                  <a:lnTo>
                    <a:pt x="965" y="123"/>
                  </a:lnTo>
                  <a:lnTo>
                    <a:pt x="966" y="123"/>
                  </a:lnTo>
                  <a:lnTo>
                    <a:pt x="967" y="123"/>
                  </a:lnTo>
                  <a:lnTo>
                    <a:pt x="969" y="123"/>
                  </a:lnTo>
                  <a:lnTo>
                    <a:pt x="970" y="123"/>
                  </a:lnTo>
                  <a:lnTo>
                    <a:pt x="971" y="123"/>
                  </a:lnTo>
                  <a:lnTo>
                    <a:pt x="973" y="123"/>
                  </a:lnTo>
                  <a:lnTo>
                    <a:pt x="974" y="123"/>
                  </a:lnTo>
                  <a:lnTo>
                    <a:pt x="975" y="123"/>
                  </a:lnTo>
                  <a:lnTo>
                    <a:pt x="977" y="122"/>
                  </a:lnTo>
                  <a:lnTo>
                    <a:pt x="978" y="122"/>
                  </a:lnTo>
                  <a:lnTo>
                    <a:pt x="979" y="122"/>
                  </a:lnTo>
                  <a:lnTo>
                    <a:pt x="981" y="122"/>
                  </a:lnTo>
                  <a:lnTo>
                    <a:pt x="982" y="122"/>
                  </a:lnTo>
                  <a:lnTo>
                    <a:pt x="983" y="122"/>
                  </a:lnTo>
                  <a:lnTo>
                    <a:pt x="985" y="122"/>
                  </a:lnTo>
                  <a:lnTo>
                    <a:pt x="986" y="122"/>
                  </a:lnTo>
                  <a:lnTo>
                    <a:pt x="987" y="122"/>
                  </a:lnTo>
                  <a:lnTo>
                    <a:pt x="989" y="122"/>
                  </a:lnTo>
                  <a:lnTo>
                    <a:pt x="990" y="122"/>
                  </a:lnTo>
                  <a:lnTo>
                    <a:pt x="991" y="122"/>
                  </a:lnTo>
                  <a:lnTo>
                    <a:pt x="993" y="122"/>
                  </a:lnTo>
                  <a:lnTo>
                    <a:pt x="994" y="122"/>
                  </a:lnTo>
                  <a:lnTo>
                    <a:pt x="996" y="122"/>
                  </a:lnTo>
                  <a:lnTo>
                    <a:pt x="997" y="122"/>
                  </a:lnTo>
                  <a:lnTo>
                    <a:pt x="998" y="122"/>
                  </a:lnTo>
                  <a:lnTo>
                    <a:pt x="1000" y="122"/>
                  </a:lnTo>
                  <a:lnTo>
                    <a:pt x="1001" y="122"/>
                  </a:lnTo>
                  <a:lnTo>
                    <a:pt x="1002" y="121"/>
                  </a:lnTo>
                  <a:lnTo>
                    <a:pt x="1004" y="121"/>
                  </a:lnTo>
                  <a:lnTo>
                    <a:pt x="1005" y="121"/>
                  </a:lnTo>
                  <a:lnTo>
                    <a:pt x="1006" y="121"/>
                  </a:lnTo>
                  <a:lnTo>
                    <a:pt x="1008" y="121"/>
                  </a:lnTo>
                  <a:lnTo>
                    <a:pt x="1009" y="121"/>
                  </a:lnTo>
                  <a:lnTo>
                    <a:pt x="1010" y="121"/>
                  </a:lnTo>
                  <a:lnTo>
                    <a:pt x="1012" y="121"/>
                  </a:lnTo>
                  <a:lnTo>
                    <a:pt x="1013" y="121"/>
                  </a:lnTo>
                  <a:lnTo>
                    <a:pt x="1014" y="121"/>
                  </a:lnTo>
                  <a:lnTo>
                    <a:pt x="1016" y="121"/>
                  </a:lnTo>
                  <a:lnTo>
                    <a:pt x="1017" y="121"/>
                  </a:lnTo>
                  <a:lnTo>
                    <a:pt x="1018" y="121"/>
                  </a:lnTo>
                  <a:lnTo>
                    <a:pt x="1020" y="121"/>
                  </a:lnTo>
                  <a:lnTo>
                    <a:pt x="1021" y="121"/>
                  </a:lnTo>
                  <a:lnTo>
                    <a:pt x="1022" y="121"/>
                  </a:lnTo>
                  <a:lnTo>
                    <a:pt x="1024" y="121"/>
                  </a:lnTo>
                  <a:lnTo>
                    <a:pt x="1025" y="121"/>
                  </a:lnTo>
                  <a:lnTo>
                    <a:pt x="1026" y="121"/>
                  </a:lnTo>
                  <a:lnTo>
                    <a:pt x="1028" y="121"/>
                  </a:lnTo>
                  <a:lnTo>
                    <a:pt x="1029" y="121"/>
                  </a:lnTo>
                  <a:lnTo>
                    <a:pt x="1031" y="121"/>
                  </a:lnTo>
                  <a:lnTo>
                    <a:pt x="1032" y="121"/>
                  </a:lnTo>
                  <a:lnTo>
                    <a:pt x="1033" y="121"/>
                  </a:lnTo>
                  <a:lnTo>
                    <a:pt x="1035" y="121"/>
                  </a:lnTo>
                  <a:lnTo>
                    <a:pt x="1036" y="121"/>
                  </a:lnTo>
                  <a:lnTo>
                    <a:pt x="1037" y="121"/>
                  </a:lnTo>
                  <a:lnTo>
                    <a:pt x="1039" y="121"/>
                  </a:lnTo>
                  <a:lnTo>
                    <a:pt x="1040" y="121"/>
                  </a:lnTo>
                  <a:lnTo>
                    <a:pt x="1041" y="121"/>
                  </a:lnTo>
                  <a:lnTo>
                    <a:pt x="1043" y="121"/>
                  </a:lnTo>
                  <a:lnTo>
                    <a:pt x="1044" y="121"/>
                  </a:lnTo>
                  <a:lnTo>
                    <a:pt x="1045" y="121"/>
                  </a:lnTo>
                  <a:lnTo>
                    <a:pt x="1047" y="120"/>
                  </a:lnTo>
                  <a:lnTo>
                    <a:pt x="1048" y="120"/>
                  </a:lnTo>
                  <a:lnTo>
                    <a:pt x="1049" y="120"/>
                  </a:lnTo>
                  <a:lnTo>
                    <a:pt x="1051" y="120"/>
                  </a:lnTo>
                  <a:lnTo>
                    <a:pt x="1052" y="120"/>
                  </a:lnTo>
                  <a:lnTo>
                    <a:pt x="1053" y="120"/>
                  </a:lnTo>
                  <a:lnTo>
                    <a:pt x="1055" y="120"/>
                  </a:lnTo>
                  <a:lnTo>
                    <a:pt x="1056" y="120"/>
                  </a:lnTo>
                  <a:lnTo>
                    <a:pt x="1057" y="120"/>
                  </a:lnTo>
                  <a:lnTo>
                    <a:pt x="1059" y="120"/>
                  </a:lnTo>
                  <a:lnTo>
                    <a:pt x="1060" y="120"/>
                  </a:lnTo>
                  <a:lnTo>
                    <a:pt x="1061" y="120"/>
                  </a:lnTo>
                  <a:lnTo>
                    <a:pt x="1063" y="120"/>
                  </a:lnTo>
                  <a:lnTo>
                    <a:pt x="1064" y="120"/>
                  </a:lnTo>
                  <a:lnTo>
                    <a:pt x="1065" y="120"/>
                  </a:lnTo>
                  <a:lnTo>
                    <a:pt x="1067" y="120"/>
                  </a:lnTo>
                  <a:lnTo>
                    <a:pt x="1068" y="120"/>
                  </a:lnTo>
                  <a:lnTo>
                    <a:pt x="1070" y="120"/>
                  </a:lnTo>
                  <a:lnTo>
                    <a:pt x="1071" y="120"/>
                  </a:lnTo>
                  <a:lnTo>
                    <a:pt x="1072" y="120"/>
                  </a:lnTo>
                  <a:lnTo>
                    <a:pt x="1074" y="120"/>
                  </a:lnTo>
                  <a:lnTo>
                    <a:pt x="1075" y="120"/>
                  </a:lnTo>
                  <a:lnTo>
                    <a:pt x="1076" y="120"/>
                  </a:lnTo>
                  <a:lnTo>
                    <a:pt x="1078" y="120"/>
                  </a:lnTo>
                  <a:lnTo>
                    <a:pt x="1079" y="120"/>
                  </a:lnTo>
                  <a:lnTo>
                    <a:pt x="1080" y="120"/>
                  </a:lnTo>
                  <a:lnTo>
                    <a:pt x="1082" y="120"/>
                  </a:lnTo>
                  <a:lnTo>
                    <a:pt x="1083" y="120"/>
                  </a:lnTo>
                  <a:lnTo>
                    <a:pt x="1084" y="120"/>
                  </a:lnTo>
                  <a:lnTo>
                    <a:pt x="1086" y="120"/>
                  </a:lnTo>
                  <a:lnTo>
                    <a:pt x="1087" y="120"/>
                  </a:lnTo>
                  <a:lnTo>
                    <a:pt x="1088" y="120"/>
                  </a:lnTo>
                  <a:lnTo>
                    <a:pt x="1090" y="120"/>
                  </a:lnTo>
                  <a:lnTo>
                    <a:pt x="1091" y="120"/>
                  </a:lnTo>
                  <a:lnTo>
                    <a:pt x="1092" y="120"/>
                  </a:lnTo>
                  <a:lnTo>
                    <a:pt x="1094" y="120"/>
                  </a:lnTo>
                  <a:lnTo>
                    <a:pt x="1095" y="120"/>
                  </a:lnTo>
                  <a:lnTo>
                    <a:pt x="1096" y="120"/>
                  </a:lnTo>
                  <a:lnTo>
                    <a:pt x="1098" y="120"/>
                  </a:lnTo>
                  <a:lnTo>
                    <a:pt x="1099" y="120"/>
                  </a:lnTo>
                  <a:lnTo>
                    <a:pt x="1100" y="120"/>
                  </a:lnTo>
                  <a:lnTo>
                    <a:pt x="1102" y="119"/>
                  </a:lnTo>
                  <a:lnTo>
                    <a:pt x="1103" y="119"/>
                  </a:lnTo>
                  <a:lnTo>
                    <a:pt x="1105" y="119"/>
                  </a:lnTo>
                  <a:lnTo>
                    <a:pt x="1106" y="119"/>
                  </a:lnTo>
                  <a:lnTo>
                    <a:pt x="1107" y="119"/>
                  </a:lnTo>
                  <a:lnTo>
                    <a:pt x="1109" y="120"/>
                  </a:lnTo>
                  <a:lnTo>
                    <a:pt x="1110" y="119"/>
                  </a:lnTo>
                  <a:lnTo>
                    <a:pt x="1111" y="120"/>
                  </a:lnTo>
                  <a:lnTo>
                    <a:pt x="1113" y="120"/>
                  </a:lnTo>
                  <a:lnTo>
                    <a:pt x="1114" y="120"/>
                  </a:lnTo>
                  <a:lnTo>
                    <a:pt x="1115" y="120"/>
                  </a:lnTo>
                  <a:lnTo>
                    <a:pt x="1117" y="120"/>
                  </a:lnTo>
                  <a:lnTo>
                    <a:pt x="1118" y="120"/>
                  </a:lnTo>
                  <a:lnTo>
                    <a:pt x="1119" y="120"/>
                  </a:lnTo>
                  <a:lnTo>
                    <a:pt x="1121" y="120"/>
                  </a:lnTo>
                  <a:lnTo>
                    <a:pt x="1122" y="120"/>
                  </a:lnTo>
                  <a:lnTo>
                    <a:pt x="1123" y="120"/>
                  </a:lnTo>
                  <a:lnTo>
                    <a:pt x="1125" y="119"/>
                  </a:lnTo>
                  <a:lnTo>
                    <a:pt x="1126" y="119"/>
                  </a:lnTo>
                  <a:lnTo>
                    <a:pt x="1127" y="119"/>
                  </a:lnTo>
                  <a:lnTo>
                    <a:pt x="1129" y="119"/>
                  </a:lnTo>
                  <a:lnTo>
                    <a:pt x="1130" y="119"/>
                  </a:lnTo>
                  <a:lnTo>
                    <a:pt x="1131" y="119"/>
                  </a:lnTo>
                  <a:lnTo>
                    <a:pt x="1133" y="119"/>
                  </a:lnTo>
                  <a:lnTo>
                    <a:pt x="1134" y="119"/>
                  </a:lnTo>
                  <a:lnTo>
                    <a:pt x="1135" y="120"/>
                  </a:lnTo>
                  <a:lnTo>
                    <a:pt x="1137" y="120"/>
                  </a:lnTo>
                  <a:lnTo>
                    <a:pt x="1138" y="119"/>
                  </a:lnTo>
                  <a:lnTo>
                    <a:pt x="1140" y="119"/>
                  </a:lnTo>
                  <a:lnTo>
                    <a:pt x="1141" y="119"/>
                  </a:lnTo>
                  <a:lnTo>
                    <a:pt x="1142" y="119"/>
                  </a:lnTo>
                  <a:lnTo>
                    <a:pt x="1144" y="119"/>
                  </a:lnTo>
                  <a:lnTo>
                    <a:pt x="1145" y="119"/>
                  </a:lnTo>
                  <a:lnTo>
                    <a:pt x="1146" y="119"/>
                  </a:lnTo>
                  <a:lnTo>
                    <a:pt x="1148" y="119"/>
                  </a:lnTo>
                  <a:lnTo>
                    <a:pt x="1149" y="119"/>
                  </a:lnTo>
                  <a:lnTo>
                    <a:pt x="1150" y="119"/>
                  </a:lnTo>
                  <a:lnTo>
                    <a:pt x="1152" y="119"/>
                  </a:lnTo>
                  <a:lnTo>
                    <a:pt x="1153" y="119"/>
                  </a:lnTo>
                  <a:lnTo>
                    <a:pt x="1154" y="119"/>
                  </a:lnTo>
                  <a:lnTo>
                    <a:pt x="1156" y="119"/>
                  </a:lnTo>
                  <a:lnTo>
                    <a:pt x="1157" y="119"/>
                  </a:lnTo>
                  <a:lnTo>
                    <a:pt x="1158" y="119"/>
                  </a:lnTo>
                  <a:lnTo>
                    <a:pt x="1160" y="119"/>
                  </a:lnTo>
                  <a:lnTo>
                    <a:pt x="1161" y="119"/>
                  </a:lnTo>
                  <a:lnTo>
                    <a:pt x="1162" y="119"/>
                  </a:lnTo>
                  <a:lnTo>
                    <a:pt x="1164" y="119"/>
                  </a:lnTo>
                  <a:lnTo>
                    <a:pt x="1165" y="119"/>
                  </a:lnTo>
                  <a:lnTo>
                    <a:pt x="1166" y="119"/>
                  </a:lnTo>
                  <a:lnTo>
                    <a:pt x="1168" y="119"/>
                  </a:lnTo>
                  <a:lnTo>
                    <a:pt x="1169" y="118"/>
                  </a:lnTo>
                  <a:lnTo>
                    <a:pt x="1170" y="118"/>
                  </a:lnTo>
                  <a:lnTo>
                    <a:pt x="1172" y="119"/>
                  </a:lnTo>
                  <a:lnTo>
                    <a:pt x="1173" y="119"/>
                  </a:lnTo>
                  <a:lnTo>
                    <a:pt x="1175" y="119"/>
                  </a:lnTo>
                  <a:lnTo>
                    <a:pt x="1176" y="119"/>
                  </a:lnTo>
                  <a:lnTo>
                    <a:pt x="1177" y="119"/>
                  </a:lnTo>
                  <a:lnTo>
                    <a:pt x="1179" y="119"/>
                  </a:lnTo>
                  <a:lnTo>
                    <a:pt x="1180" y="118"/>
                  </a:lnTo>
                  <a:lnTo>
                    <a:pt x="1181" y="118"/>
                  </a:lnTo>
                  <a:lnTo>
                    <a:pt x="1183" y="118"/>
                  </a:lnTo>
                  <a:lnTo>
                    <a:pt x="1184" y="118"/>
                  </a:lnTo>
                  <a:lnTo>
                    <a:pt x="1185" y="118"/>
                  </a:lnTo>
                  <a:lnTo>
                    <a:pt x="1187" y="118"/>
                  </a:lnTo>
                  <a:lnTo>
                    <a:pt x="1188" y="118"/>
                  </a:lnTo>
                  <a:lnTo>
                    <a:pt x="1189" y="118"/>
                  </a:lnTo>
                  <a:lnTo>
                    <a:pt x="1191" y="118"/>
                  </a:lnTo>
                  <a:lnTo>
                    <a:pt x="1192" y="118"/>
                  </a:lnTo>
                  <a:lnTo>
                    <a:pt x="1193" y="118"/>
                  </a:lnTo>
                  <a:lnTo>
                    <a:pt x="1195" y="118"/>
                  </a:lnTo>
                  <a:lnTo>
                    <a:pt x="1196" y="118"/>
                  </a:lnTo>
                  <a:lnTo>
                    <a:pt x="1197" y="118"/>
                  </a:lnTo>
                  <a:lnTo>
                    <a:pt x="1199" y="118"/>
                  </a:lnTo>
                  <a:lnTo>
                    <a:pt x="1200" y="118"/>
                  </a:lnTo>
                  <a:lnTo>
                    <a:pt x="1201" y="118"/>
                  </a:lnTo>
                  <a:lnTo>
                    <a:pt x="1203" y="118"/>
                  </a:lnTo>
                  <a:lnTo>
                    <a:pt x="1204" y="118"/>
                  </a:lnTo>
                  <a:lnTo>
                    <a:pt x="1205" y="118"/>
                  </a:lnTo>
                  <a:lnTo>
                    <a:pt x="1207" y="118"/>
                  </a:lnTo>
                  <a:lnTo>
                    <a:pt x="1208" y="118"/>
                  </a:lnTo>
                  <a:lnTo>
                    <a:pt x="1209" y="118"/>
                  </a:lnTo>
                  <a:lnTo>
                    <a:pt x="1211" y="118"/>
                  </a:lnTo>
                  <a:lnTo>
                    <a:pt x="1212" y="118"/>
                  </a:lnTo>
                  <a:lnTo>
                    <a:pt x="1214" y="118"/>
                  </a:lnTo>
                  <a:lnTo>
                    <a:pt x="1215" y="118"/>
                  </a:lnTo>
                  <a:lnTo>
                    <a:pt x="1216" y="118"/>
                  </a:lnTo>
                  <a:lnTo>
                    <a:pt x="1218" y="118"/>
                  </a:lnTo>
                  <a:lnTo>
                    <a:pt x="1219" y="118"/>
                  </a:lnTo>
                  <a:lnTo>
                    <a:pt x="1220" y="118"/>
                  </a:lnTo>
                  <a:lnTo>
                    <a:pt x="1222" y="118"/>
                  </a:lnTo>
                  <a:lnTo>
                    <a:pt x="1223" y="118"/>
                  </a:lnTo>
                  <a:lnTo>
                    <a:pt x="1224" y="118"/>
                  </a:lnTo>
                  <a:lnTo>
                    <a:pt x="1226" y="118"/>
                  </a:lnTo>
                  <a:lnTo>
                    <a:pt x="1227" y="118"/>
                  </a:lnTo>
                  <a:lnTo>
                    <a:pt x="1228" y="118"/>
                  </a:lnTo>
                  <a:lnTo>
                    <a:pt x="1230" y="118"/>
                  </a:lnTo>
                  <a:lnTo>
                    <a:pt x="1231" y="118"/>
                  </a:lnTo>
                  <a:lnTo>
                    <a:pt x="1232" y="118"/>
                  </a:lnTo>
                  <a:lnTo>
                    <a:pt x="1234" y="118"/>
                  </a:lnTo>
                  <a:lnTo>
                    <a:pt x="1235" y="118"/>
                  </a:lnTo>
                  <a:lnTo>
                    <a:pt x="1236" y="118"/>
                  </a:lnTo>
                  <a:lnTo>
                    <a:pt x="1238" y="118"/>
                  </a:lnTo>
                  <a:lnTo>
                    <a:pt x="1239" y="118"/>
                  </a:lnTo>
                  <a:lnTo>
                    <a:pt x="1240" y="118"/>
                  </a:lnTo>
                  <a:lnTo>
                    <a:pt x="1242" y="118"/>
                  </a:lnTo>
                  <a:lnTo>
                    <a:pt x="1243" y="118"/>
                  </a:lnTo>
                  <a:lnTo>
                    <a:pt x="1244" y="118"/>
                  </a:lnTo>
                  <a:lnTo>
                    <a:pt x="1246" y="118"/>
                  </a:lnTo>
                  <a:lnTo>
                    <a:pt x="1247" y="118"/>
                  </a:lnTo>
                  <a:lnTo>
                    <a:pt x="1249" y="118"/>
                  </a:lnTo>
                  <a:lnTo>
                    <a:pt x="1250" y="118"/>
                  </a:lnTo>
                  <a:lnTo>
                    <a:pt x="1251" y="118"/>
                  </a:lnTo>
                  <a:lnTo>
                    <a:pt x="1253" y="118"/>
                  </a:lnTo>
                  <a:lnTo>
                    <a:pt x="1254" y="118"/>
                  </a:lnTo>
                  <a:lnTo>
                    <a:pt x="1255" y="118"/>
                  </a:lnTo>
                  <a:lnTo>
                    <a:pt x="1257" y="118"/>
                  </a:lnTo>
                  <a:lnTo>
                    <a:pt x="1258" y="117"/>
                  </a:lnTo>
                  <a:lnTo>
                    <a:pt x="1259" y="117"/>
                  </a:lnTo>
                  <a:lnTo>
                    <a:pt x="1261" y="117"/>
                  </a:lnTo>
                  <a:lnTo>
                    <a:pt x="1262" y="117"/>
                  </a:lnTo>
                  <a:lnTo>
                    <a:pt x="1263" y="117"/>
                  </a:lnTo>
                  <a:lnTo>
                    <a:pt x="1265" y="117"/>
                  </a:lnTo>
                  <a:lnTo>
                    <a:pt x="1266" y="117"/>
                  </a:lnTo>
                  <a:lnTo>
                    <a:pt x="1267" y="117"/>
                  </a:lnTo>
                  <a:lnTo>
                    <a:pt x="1269" y="117"/>
                  </a:lnTo>
                  <a:lnTo>
                    <a:pt x="1270" y="117"/>
                  </a:lnTo>
                  <a:lnTo>
                    <a:pt x="1271" y="117"/>
                  </a:lnTo>
                  <a:lnTo>
                    <a:pt x="1273" y="117"/>
                  </a:lnTo>
                  <a:lnTo>
                    <a:pt x="1274" y="117"/>
                  </a:lnTo>
                  <a:lnTo>
                    <a:pt x="1275" y="117"/>
                  </a:lnTo>
                  <a:lnTo>
                    <a:pt x="1277" y="117"/>
                  </a:lnTo>
                  <a:lnTo>
                    <a:pt x="1278" y="117"/>
                  </a:lnTo>
                  <a:lnTo>
                    <a:pt x="1279" y="117"/>
                  </a:lnTo>
                  <a:lnTo>
                    <a:pt x="1281" y="117"/>
                  </a:lnTo>
                  <a:lnTo>
                    <a:pt x="1282" y="117"/>
                  </a:lnTo>
                  <a:lnTo>
                    <a:pt x="1284" y="117"/>
                  </a:lnTo>
                  <a:lnTo>
                    <a:pt x="1285" y="117"/>
                  </a:lnTo>
                  <a:lnTo>
                    <a:pt x="1286" y="117"/>
                  </a:lnTo>
                  <a:lnTo>
                    <a:pt x="1288" y="117"/>
                  </a:lnTo>
                  <a:lnTo>
                    <a:pt x="1289" y="117"/>
                  </a:lnTo>
                  <a:lnTo>
                    <a:pt x="1290" y="117"/>
                  </a:lnTo>
                  <a:lnTo>
                    <a:pt x="1292" y="117"/>
                  </a:lnTo>
                  <a:lnTo>
                    <a:pt x="1293" y="117"/>
                  </a:lnTo>
                  <a:lnTo>
                    <a:pt x="1294" y="117"/>
                  </a:lnTo>
                  <a:lnTo>
                    <a:pt x="1296" y="117"/>
                  </a:lnTo>
                  <a:lnTo>
                    <a:pt x="1297" y="117"/>
                  </a:lnTo>
                  <a:lnTo>
                    <a:pt x="1298" y="117"/>
                  </a:lnTo>
                  <a:lnTo>
                    <a:pt x="1300" y="117"/>
                  </a:lnTo>
                  <a:lnTo>
                    <a:pt x="1301" y="117"/>
                  </a:lnTo>
                  <a:lnTo>
                    <a:pt x="1302" y="117"/>
                  </a:lnTo>
                  <a:lnTo>
                    <a:pt x="1304" y="117"/>
                  </a:lnTo>
                  <a:lnTo>
                    <a:pt x="1305" y="117"/>
                  </a:lnTo>
                  <a:lnTo>
                    <a:pt x="1306" y="117"/>
                  </a:lnTo>
                  <a:lnTo>
                    <a:pt x="1308" y="117"/>
                  </a:lnTo>
                  <a:lnTo>
                    <a:pt x="1309" y="117"/>
                  </a:lnTo>
                  <a:lnTo>
                    <a:pt x="1310" y="117"/>
                  </a:lnTo>
                  <a:lnTo>
                    <a:pt x="1312" y="117"/>
                  </a:lnTo>
                  <a:lnTo>
                    <a:pt x="1313" y="117"/>
                  </a:lnTo>
                  <a:lnTo>
                    <a:pt x="1314" y="117"/>
                  </a:lnTo>
                  <a:lnTo>
                    <a:pt x="1316" y="117"/>
                  </a:lnTo>
                  <a:lnTo>
                    <a:pt x="1317" y="116"/>
                  </a:lnTo>
                  <a:lnTo>
                    <a:pt x="1319" y="116"/>
                  </a:lnTo>
                  <a:lnTo>
                    <a:pt x="1320" y="116"/>
                  </a:lnTo>
                  <a:lnTo>
                    <a:pt x="1321" y="116"/>
                  </a:lnTo>
                  <a:lnTo>
                    <a:pt x="1323" y="116"/>
                  </a:lnTo>
                  <a:lnTo>
                    <a:pt x="1324" y="116"/>
                  </a:lnTo>
                  <a:lnTo>
                    <a:pt x="1325" y="116"/>
                  </a:lnTo>
                  <a:lnTo>
                    <a:pt x="1327" y="116"/>
                  </a:lnTo>
                  <a:lnTo>
                    <a:pt x="1328" y="116"/>
                  </a:lnTo>
                  <a:lnTo>
                    <a:pt x="1329" y="116"/>
                  </a:lnTo>
                  <a:lnTo>
                    <a:pt x="1331" y="116"/>
                  </a:lnTo>
                  <a:lnTo>
                    <a:pt x="1332" y="116"/>
                  </a:lnTo>
                  <a:lnTo>
                    <a:pt x="1333" y="116"/>
                  </a:lnTo>
                  <a:lnTo>
                    <a:pt x="1335" y="116"/>
                  </a:lnTo>
                  <a:lnTo>
                    <a:pt x="1336" y="116"/>
                  </a:lnTo>
                  <a:lnTo>
                    <a:pt x="1337" y="116"/>
                  </a:lnTo>
                  <a:lnTo>
                    <a:pt x="1339" y="116"/>
                  </a:lnTo>
                  <a:lnTo>
                    <a:pt x="1340" y="116"/>
                  </a:lnTo>
                  <a:lnTo>
                    <a:pt x="1341" y="116"/>
                  </a:lnTo>
                  <a:lnTo>
                    <a:pt x="1343" y="116"/>
                  </a:lnTo>
                  <a:lnTo>
                    <a:pt x="1344" y="116"/>
                  </a:lnTo>
                  <a:lnTo>
                    <a:pt x="1345" y="116"/>
                  </a:lnTo>
                  <a:lnTo>
                    <a:pt x="1347" y="116"/>
                  </a:lnTo>
                  <a:lnTo>
                    <a:pt x="1348" y="116"/>
                  </a:lnTo>
                  <a:lnTo>
                    <a:pt x="1349" y="116"/>
                  </a:lnTo>
                  <a:lnTo>
                    <a:pt x="1351" y="116"/>
                  </a:lnTo>
                  <a:lnTo>
                    <a:pt x="1352" y="116"/>
                  </a:lnTo>
                  <a:lnTo>
                    <a:pt x="1353" y="116"/>
                  </a:lnTo>
                  <a:lnTo>
                    <a:pt x="1355" y="116"/>
                  </a:lnTo>
                  <a:lnTo>
                    <a:pt x="1356" y="116"/>
                  </a:lnTo>
                  <a:lnTo>
                    <a:pt x="1358" y="116"/>
                  </a:lnTo>
                  <a:lnTo>
                    <a:pt x="1359" y="116"/>
                  </a:lnTo>
                  <a:lnTo>
                    <a:pt x="1360" y="116"/>
                  </a:lnTo>
                  <a:lnTo>
                    <a:pt x="1362" y="116"/>
                  </a:lnTo>
                  <a:lnTo>
                    <a:pt x="1363" y="116"/>
                  </a:lnTo>
                  <a:lnTo>
                    <a:pt x="1364" y="116"/>
                  </a:lnTo>
                  <a:lnTo>
                    <a:pt x="1366" y="116"/>
                  </a:lnTo>
                  <a:lnTo>
                    <a:pt x="1367" y="116"/>
                  </a:lnTo>
                  <a:lnTo>
                    <a:pt x="1368" y="115"/>
                  </a:lnTo>
                  <a:lnTo>
                    <a:pt x="1370" y="115"/>
                  </a:lnTo>
                  <a:lnTo>
                    <a:pt x="1371" y="115"/>
                  </a:lnTo>
                  <a:lnTo>
                    <a:pt x="1372" y="115"/>
                  </a:lnTo>
                  <a:lnTo>
                    <a:pt x="1374" y="115"/>
                  </a:lnTo>
                  <a:lnTo>
                    <a:pt x="1375" y="116"/>
                  </a:lnTo>
                  <a:lnTo>
                    <a:pt x="1376" y="116"/>
                  </a:lnTo>
                  <a:lnTo>
                    <a:pt x="1378" y="115"/>
                  </a:lnTo>
                  <a:lnTo>
                    <a:pt x="1379" y="115"/>
                  </a:lnTo>
                  <a:lnTo>
                    <a:pt x="1380" y="115"/>
                  </a:lnTo>
                  <a:lnTo>
                    <a:pt x="1382" y="115"/>
                  </a:lnTo>
                  <a:lnTo>
                    <a:pt x="1383" y="115"/>
                  </a:lnTo>
                  <a:lnTo>
                    <a:pt x="1384" y="115"/>
                  </a:lnTo>
                  <a:lnTo>
                    <a:pt x="1386" y="115"/>
                  </a:lnTo>
                  <a:lnTo>
                    <a:pt x="1387" y="115"/>
                  </a:lnTo>
                  <a:lnTo>
                    <a:pt x="1388" y="115"/>
                  </a:lnTo>
                  <a:lnTo>
                    <a:pt x="1390" y="115"/>
                  </a:lnTo>
                  <a:lnTo>
                    <a:pt x="1391" y="115"/>
                  </a:lnTo>
                  <a:lnTo>
                    <a:pt x="1393" y="115"/>
                  </a:lnTo>
                  <a:lnTo>
                    <a:pt x="1394" y="115"/>
                  </a:lnTo>
                  <a:lnTo>
                    <a:pt x="1395" y="115"/>
                  </a:lnTo>
                  <a:lnTo>
                    <a:pt x="1397" y="115"/>
                  </a:lnTo>
                  <a:lnTo>
                    <a:pt x="1398" y="115"/>
                  </a:lnTo>
                  <a:lnTo>
                    <a:pt x="1399" y="115"/>
                  </a:lnTo>
                  <a:lnTo>
                    <a:pt x="1401" y="115"/>
                  </a:lnTo>
                  <a:lnTo>
                    <a:pt x="1402" y="115"/>
                  </a:lnTo>
                  <a:lnTo>
                    <a:pt x="1403" y="115"/>
                  </a:lnTo>
                  <a:lnTo>
                    <a:pt x="1405" y="115"/>
                  </a:lnTo>
                  <a:lnTo>
                    <a:pt x="1406" y="115"/>
                  </a:lnTo>
                  <a:lnTo>
                    <a:pt x="1407" y="115"/>
                  </a:lnTo>
                  <a:lnTo>
                    <a:pt x="1409" y="115"/>
                  </a:lnTo>
                  <a:lnTo>
                    <a:pt x="1410" y="115"/>
                  </a:lnTo>
                  <a:lnTo>
                    <a:pt x="1411" y="115"/>
                  </a:lnTo>
                  <a:lnTo>
                    <a:pt x="1413" y="115"/>
                  </a:lnTo>
                  <a:lnTo>
                    <a:pt x="1414" y="115"/>
                  </a:lnTo>
                  <a:lnTo>
                    <a:pt x="1415" y="115"/>
                  </a:lnTo>
                  <a:lnTo>
                    <a:pt x="1417" y="115"/>
                  </a:lnTo>
                  <a:lnTo>
                    <a:pt x="1418" y="115"/>
                  </a:lnTo>
                  <a:lnTo>
                    <a:pt x="1419" y="115"/>
                  </a:lnTo>
                  <a:lnTo>
                    <a:pt x="1421" y="114"/>
                  </a:lnTo>
                  <a:lnTo>
                    <a:pt x="1422" y="114"/>
                  </a:lnTo>
                </a:path>
              </a:pathLst>
            </a:custGeom>
            <a:noFill/>
            <a:ln cap="flat" cmpd="sng" w="25400">
              <a:solidFill>
                <a:srgbClr val="00CED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 flipH="1" rot="10800000">
              <a:off x="1187451" y="2395538"/>
              <a:ext cx="3756025" cy="708025"/>
            </a:xfrm>
            <a:custGeom>
              <a:rect b="b" l="l" r="r" t="t"/>
              <a:pathLst>
                <a:path extrusionOk="0" h="321" w="1422">
                  <a:moveTo>
                    <a:pt x="0" y="1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0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0"/>
                  </a:lnTo>
                  <a:lnTo>
                    <a:pt x="115" y="2"/>
                  </a:lnTo>
                  <a:lnTo>
                    <a:pt x="117" y="38"/>
                  </a:lnTo>
                  <a:lnTo>
                    <a:pt x="118" y="54"/>
                  </a:lnTo>
                  <a:lnTo>
                    <a:pt x="119" y="66"/>
                  </a:lnTo>
                  <a:lnTo>
                    <a:pt x="121" y="76"/>
                  </a:lnTo>
                  <a:lnTo>
                    <a:pt x="122" y="85"/>
                  </a:lnTo>
                  <a:lnTo>
                    <a:pt x="123" y="93"/>
                  </a:lnTo>
                  <a:lnTo>
                    <a:pt x="125" y="99"/>
                  </a:lnTo>
                  <a:lnTo>
                    <a:pt x="126" y="105"/>
                  </a:lnTo>
                  <a:lnTo>
                    <a:pt x="127" y="111"/>
                  </a:lnTo>
                  <a:lnTo>
                    <a:pt x="129" y="116"/>
                  </a:lnTo>
                  <a:lnTo>
                    <a:pt x="130" y="121"/>
                  </a:lnTo>
                  <a:lnTo>
                    <a:pt x="132" y="125"/>
                  </a:lnTo>
                  <a:lnTo>
                    <a:pt x="133" y="130"/>
                  </a:lnTo>
                  <a:lnTo>
                    <a:pt x="134" y="134"/>
                  </a:lnTo>
                  <a:lnTo>
                    <a:pt x="136" y="138"/>
                  </a:lnTo>
                  <a:lnTo>
                    <a:pt x="137" y="142"/>
                  </a:lnTo>
                  <a:lnTo>
                    <a:pt x="138" y="146"/>
                  </a:lnTo>
                  <a:lnTo>
                    <a:pt x="140" y="150"/>
                  </a:lnTo>
                  <a:lnTo>
                    <a:pt x="141" y="153"/>
                  </a:lnTo>
                  <a:lnTo>
                    <a:pt x="142" y="157"/>
                  </a:lnTo>
                  <a:lnTo>
                    <a:pt x="144" y="160"/>
                  </a:lnTo>
                  <a:lnTo>
                    <a:pt x="145" y="163"/>
                  </a:lnTo>
                  <a:lnTo>
                    <a:pt x="146" y="166"/>
                  </a:lnTo>
                  <a:lnTo>
                    <a:pt x="148" y="169"/>
                  </a:lnTo>
                  <a:lnTo>
                    <a:pt x="149" y="172"/>
                  </a:lnTo>
                  <a:lnTo>
                    <a:pt x="150" y="174"/>
                  </a:lnTo>
                  <a:lnTo>
                    <a:pt x="152" y="176"/>
                  </a:lnTo>
                  <a:lnTo>
                    <a:pt x="153" y="179"/>
                  </a:lnTo>
                  <a:lnTo>
                    <a:pt x="154" y="181"/>
                  </a:lnTo>
                  <a:lnTo>
                    <a:pt x="156" y="184"/>
                  </a:lnTo>
                  <a:lnTo>
                    <a:pt x="157" y="186"/>
                  </a:lnTo>
                  <a:lnTo>
                    <a:pt x="158" y="188"/>
                  </a:lnTo>
                  <a:lnTo>
                    <a:pt x="160" y="190"/>
                  </a:lnTo>
                  <a:lnTo>
                    <a:pt x="161" y="192"/>
                  </a:lnTo>
                  <a:lnTo>
                    <a:pt x="162" y="195"/>
                  </a:lnTo>
                  <a:lnTo>
                    <a:pt x="164" y="197"/>
                  </a:lnTo>
                  <a:lnTo>
                    <a:pt x="165" y="199"/>
                  </a:lnTo>
                  <a:lnTo>
                    <a:pt x="167" y="200"/>
                  </a:lnTo>
                  <a:lnTo>
                    <a:pt x="168" y="202"/>
                  </a:lnTo>
                  <a:lnTo>
                    <a:pt x="169" y="204"/>
                  </a:lnTo>
                  <a:lnTo>
                    <a:pt x="171" y="205"/>
                  </a:lnTo>
                  <a:lnTo>
                    <a:pt x="172" y="207"/>
                  </a:lnTo>
                  <a:lnTo>
                    <a:pt x="173" y="209"/>
                  </a:lnTo>
                  <a:lnTo>
                    <a:pt x="175" y="210"/>
                  </a:lnTo>
                  <a:lnTo>
                    <a:pt x="176" y="212"/>
                  </a:lnTo>
                  <a:lnTo>
                    <a:pt x="177" y="213"/>
                  </a:lnTo>
                  <a:lnTo>
                    <a:pt x="179" y="215"/>
                  </a:lnTo>
                  <a:lnTo>
                    <a:pt x="180" y="217"/>
                  </a:lnTo>
                  <a:lnTo>
                    <a:pt x="181" y="218"/>
                  </a:lnTo>
                  <a:lnTo>
                    <a:pt x="183" y="219"/>
                  </a:lnTo>
                  <a:lnTo>
                    <a:pt x="184" y="221"/>
                  </a:lnTo>
                  <a:lnTo>
                    <a:pt x="185" y="222"/>
                  </a:lnTo>
                  <a:lnTo>
                    <a:pt x="187" y="223"/>
                  </a:lnTo>
                  <a:lnTo>
                    <a:pt x="188" y="225"/>
                  </a:lnTo>
                  <a:lnTo>
                    <a:pt x="189" y="226"/>
                  </a:lnTo>
                  <a:lnTo>
                    <a:pt x="191" y="227"/>
                  </a:lnTo>
                  <a:lnTo>
                    <a:pt x="192" y="229"/>
                  </a:lnTo>
                  <a:lnTo>
                    <a:pt x="193" y="230"/>
                  </a:lnTo>
                  <a:lnTo>
                    <a:pt x="195" y="232"/>
                  </a:lnTo>
                  <a:lnTo>
                    <a:pt x="196" y="233"/>
                  </a:lnTo>
                  <a:lnTo>
                    <a:pt x="197" y="234"/>
                  </a:lnTo>
                  <a:lnTo>
                    <a:pt x="199" y="236"/>
                  </a:lnTo>
                  <a:lnTo>
                    <a:pt x="200" y="237"/>
                  </a:lnTo>
                  <a:lnTo>
                    <a:pt x="202" y="238"/>
                  </a:lnTo>
                  <a:lnTo>
                    <a:pt x="203" y="240"/>
                  </a:lnTo>
                  <a:lnTo>
                    <a:pt x="204" y="241"/>
                  </a:lnTo>
                  <a:lnTo>
                    <a:pt x="206" y="242"/>
                  </a:lnTo>
                  <a:lnTo>
                    <a:pt x="207" y="243"/>
                  </a:lnTo>
                  <a:lnTo>
                    <a:pt x="208" y="245"/>
                  </a:lnTo>
                  <a:lnTo>
                    <a:pt x="210" y="246"/>
                  </a:lnTo>
                  <a:lnTo>
                    <a:pt x="211" y="247"/>
                  </a:lnTo>
                  <a:lnTo>
                    <a:pt x="212" y="248"/>
                  </a:lnTo>
                  <a:lnTo>
                    <a:pt x="214" y="249"/>
                  </a:lnTo>
                  <a:lnTo>
                    <a:pt x="215" y="250"/>
                  </a:lnTo>
                  <a:lnTo>
                    <a:pt x="216" y="252"/>
                  </a:lnTo>
                  <a:lnTo>
                    <a:pt x="218" y="253"/>
                  </a:lnTo>
                  <a:lnTo>
                    <a:pt x="219" y="254"/>
                  </a:lnTo>
                  <a:lnTo>
                    <a:pt x="220" y="255"/>
                  </a:lnTo>
                  <a:lnTo>
                    <a:pt x="222" y="256"/>
                  </a:lnTo>
                  <a:lnTo>
                    <a:pt x="223" y="257"/>
                  </a:lnTo>
                  <a:lnTo>
                    <a:pt x="224" y="258"/>
                  </a:lnTo>
                  <a:lnTo>
                    <a:pt x="226" y="259"/>
                  </a:lnTo>
                  <a:lnTo>
                    <a:pt x="227" y="260"/>
                  </a:lnTo>
                  <a:lnTo>
                    <a:pt x="228" y="261"/>
                  </a:lnTo>
                  <a:lnTo>
                    <a:pt x="230" y="263"/>
                  </a:lnTo>
                  <a:lnTo>
                    <a:pt x="231" y="264"/>
                  </a:lnTo>
                  <a:lnTo>
                    <a:pt x="232" y="265"/>
                  </a:lnTo>
                  <a:lnTo>
                    <a:pt x="234" y="266"/>
                  </a:lnTo>
                  <a:lnTo>
                    <a:pt x="235" y="267"/>
                  </a:lnTo>
                  <a:lnTo>
                    <a:pt x="236" y="268"/>
                  </a:lnTo>
                  <a:lnTo>
                    <a:pt x="238" y="269"/>
                  </a:lnTo>
                  <a:lnTo>
                    <a:pt x="239" y="270"/>
                  </a:lnTo>
                  <a:lnTo>
                    <a:pt x="241" y="271"/>
                  </a:lnTo>
                  <a:lnTo>
                    <a:pt x="242" y="272"/>
                  </a:lnTo>
                  <a:lnTo>
                    <a:pt x="243" y="274"/>
                  </a:lnTo>
                  <a:lnTo>
                    <a:pt x="245" y="275"/>
                  </a:lnTo>
                  <a:lnTo>
                    <a:pt x="246" y="276"/>
                  </a:lnTo>
                  <a:lnTo>
                    <a:pt x="247" y="277"/>
                  </a:lnTo>
                  <a:lnTo>
                    <a:pt x="249" y="278"/>
                  </a:lnTo>
                  <a:lnTo>
                    <a:pt x="250" y="279"/>
                  </a:lnTo>
                  <a:lnTo>
                    <a:pt x="251" y="280"/>
                  </a:lnTo>
                  <a:lnTo>
                    <a:pt x="253" y="281"/>
                  </a:lnTo>
                  <a:lnTo>
                    <a:pt x="254" y="282"/>
                  </a:lnTo>
                  <a:lnTo>
                    <a:pt x="255" y="283"/>
                  </a:lnTo>
                  <a:lnTo>
                    <a:pt x="257" y="284"/>
                  </a:lnTo>
                  <a:lnTo>
                    <a:pt x="258" y="286"/>
                  </a:lnTo>
                  <a:lnTo>
                    <a:pt x="259" y="287"/>
                  </a:lnTo>
                  <a:lnTo>
                    <a:pt x="261" y="288"/>
                  </a:lnTo>
                  <a:lnTo>
                    <a:pt x="262" y="289"/>
                  </a:lnTo>
                  <a:lnTo>
                    <a:pt x="263" y="290"/>
                  </a:lnTo>
                  <a:lnTo>
                    <a:pt x="265" y="291"/>
                  </a:lnTo>
                  <a:lnTo>
                    <a:pt x="266" y="292"/>
                  </a:lnTo>
                  <a:lnTo>
                    <a:pt x="267" y="293"/>
                  </a:lnTo>
                  <a:lnTo>
                    <a:pt x="269" y="294"/>
                  </a:lnTo>
                  <a:lnTo>
                    <a:pt x="270" y="295"/>
                  </a:lnTo>
                  <a:lnTo>
                    <a:pt x="271" y="296"/>
                  </a:lnTo>
                  <a:lnTo>
                    <a:pt x="273" y="296"/>
                  </a:lnTo>
                  <a:lnTo>
                    <a:pt x="274" y="297"/>
                  </a:lnTo>
                  <a:lnTo>
                    <a:pt x="276" y="298"/>
                  </a:lnTo>
                  <a:lnTo>
                    <a:pt x="277" y="299"/>
                  </a:lnTo>
                  <a:lnTo>
                    <a:pt x="278" y="300"/>
                  </a:lnTo>
                  <a:lnTo>
                    <a:pt x="280" y="301"/>
                  </a:lnTo>
                  <a:lnTo>
                    <a:pt x="281" y="302"/>
                  </a:lnTo>
                  <a:lnTo>
                    <a:pt x="282" y="303"/>
                  </a:lnTo>
                  <a:lnTo>
                    <a:pt x="284" y="303"/>
                  </a:lnTo>
                  <a:lnTo>
                    <a:pt x="285" y="304"/>
                  </a:lnTo>
                  <a:lnTo>
                    <a:pt x="286" y="305"/>
                  </a:lnTo>
                  <a:lnTo>
                    <a:pt x="288" y="306"/>
                  </a:lnTo>
                  <a:lnTo>
                    <a:pt x="289" y="306"/>
                  </a:lnTo>
                  <a:lnTo>
                    <a:pt x="290" y="307"/>
                  </a:lnTo>
                  <a:lnTo>
                    <a:pt x="292" y="308"/>
                  </a:lnTo>
                  <a:lnTo>
                    <a:pt x="293" y="308"/>
                  </a:lnTo>
                  <a:lnTo>
                    <a:pt x="294" y="309"/>
                  </a:lnTo>
                  <a:lnTo>
                    <a:pt x="296" y="309"/>
                  </a:lnTo>
                  <a:lnTo>
                    <a:pt x="297" y="310"/>
                  </a:lnTo>
                  <a:lnTo>
                    <a:pt x="298" y="310"/>
                  </a:lnTo>
                  <a:lnTo>
                    <a:pt x="300" y="311"/>
                  </a:lnTo>
                  <a:lnTo>
                    <a:pt x="301" y="311"/>
                  </a:lnTo>
                  <a:lnTo>
                    <a:pt x="302" y="312"/>
                  </a:lnTo>
                  <a:lnTo>
                    <a:pt x="304" y="312"/>
                  </a:lnTo>
                  <a:lnTo>
                    <a:pt x="305" y="313"/>
                  </a:lnTo>
                  <a:lnTo>
                    <a:pt x="306" y="313"/>
                  </a:lnTo>
                  <a:lnTo>
                    <a:pt x="308" y="314"/>
                  </a:lnTo>
                  <a:lnTo>
                    <a:pt x="309" y="314"/>
                  </a:lnTo>
                  <a:lnTo>
                    <a:pt x="311" y="314"/>
                  </a:lnTo>
                  <a:lnTo>
                    <a:pt x="312" y="314"/>
                  </a:lnTo>
                  <a:lnTo>
                    <a:pt x="313" y="315"/>
                  </a:lnTo>
                  <a:lnTo>
                    <a:pt x="315" y="315"/>
                  </a:lnTo>
                  <a:lnTo>
                    <a:pt x="316" y="315"/>
                  </a:lnTo>
                  <a:lnTo>
                    <a:pt x="317" y="316"/>
                  </a:lnTo>
                  <a:lnTo>
                    <a:pt x="319" y="316"/>
                  </a:lnTo>
                  <a:lnTo>
                    <a:pt x="320" y="316"/>
                  </a:lnTo>
                  <a:lnTo>
                    <a:pt x="321" y="317"/>
                  </a:lnTo>
                  <a:lnTo>
                    <a:pt x="323" y="317"/>
                  </a:lnTo>
                  <a:lnTo>
                    <a:pt x="324" y="317"/>
                  </a:lnTo>
                  <a:lnTo>
                    <a:pt x="325" y="317"/>
                  </a:lnTo>
                  <a:lnTo>
                    <a:pt x="327" y="317"/>
                  </a:lnTo>
                  <a:lnTo>
                    <a:pt x="328" y="318"/>
                  </a:lnTo>
                  <a:lnTo>
                    <a:pt x="329" y="318"/>
                  </a:lnTo>
                  <a:lnTo>
                    <a:pt x="331" y="318"/>
                  </a:lnTo>
                  <a:lnTo>
                    <a:pt x="332" y="318"/>
                  </a:lnTo>
                  <a:lnTo>
                    <a:pt x="333" y="318"/>
                  </a:lnTo>
                  <a:lnTo>
                    <a:pt x="335" y="319"/>
                  </a:lnTo>
                  <a:lnTo>
                    <a:pt x="336" y="319"/>
                  </a:lnTo>
                  <a:lnTo>
                    <a:pt x="337" y="319"/>
                  </a:lnTo>
                  <a:lnTo>
                    <a:pt x="339" y="319"/>
                  </a:lnTo>
                  <a:lnTo>
                    <a:pt x="340" y="319"/>
                  </a:lnTo>
                  <a:lnTo>
                    <a:pt x="341" y="319"/>
                  </a:lnTo>
                  <a:lnTo>
                    <a:pt x="343" y="320"/>
                  </a:lnTo>
                  <a:lnTo>
                    <a:pt x="344" y="320"/>
                  </a:lnTo>
                  <a:lnTo>
                    <a:pt x="346" y="320"/>
                  </a:lnTo>
                  <a:lnTo>
                    <a:pt x="347" y="320"/>
                  </a:lnTo>
                  <a:lnTo>
                    <a:pt x="348" y="320"/>
                  </a:lnTo>
                  <a:lnTo>
                    <a:pt x="350" y="320"/>
                  </a:lnTo>
                  <a:lnTo>
                    <a:pt x="351" y="320"/>
                  </a:lnTo>
                  <a:lnTo>
                    <a:pt x="352" y="320"/>
                  </a:lnTo>
                  <a:lnTo>
                    <a:pt x="354" y="320"/>
                  </a:lnTo>
                  <a:lnTo>
                    <a:pt x="355" y="320"/>
                  </a:lnTo>
                  <a:lnTo>
                    <a:pt x="356" y="320"/>
                  </a:lnTo>
                  <a:lnTo>
                    <a:pt x="358" y="320"/>
                  </a:lnTo>
                  <a:lnTo>
                    <a:pt x="359" y="320"/>
                  </a:lnTo>
                  <a:lnTo>
                    <a:pt x="360" y="321"/>
                  </a:lnTo>
                  <a:lnTo>
                    <a:pt x="362" y="321"/>
                  </a:lnTo>
                  <a:lnTo>
                    <a:pt x="363" y="320"/>
                  </a:lnTo>
                  <a:lnTo>
                    <a:pt x="364" y="321"/>
                  </a:lnTo>
                  <a:lnTo>
                    <a:pt x="366" y="321"/>
                  </a:lnTo>
                  <a:lnTo>
                    <a:pt x="367" y="321"/>
                  </a:lnTo>
                  <a:lnTo>
                    <a:pt x="368" y="321"/>
                  </a:lnTo>
                  <a:lnTo>
                    <a:pt x="370" y="321"/>
                  </a:lnTo>
                  <a:lnTo>
                    <a:pt x="371" y="321"/>
                  </a:lnTo>
                  <a:lnTo>
                    <a:pt x="372" y="321"/>
                  </a:lnTo>
                  <a:lnTo>
                    <a:pt x="374" y="321"/>
                  </a:lnTo>
                  <a:lnTo>
                    <a:pt x="375" y="321"/>
                  </a:lnTo>
                  <a:lnTo>
                    <a:pt x="376" y="321"/>
                  </a:lnTo>
                  <a:lnTo>
                    <a:pt x="378" y="321"/>
                  </a:lnTo>
                  <a:lnTo>
                    <a:pt x="379" y="321"/>
                  </a:lnTo>
                  <a:lnTo>
                    <a:pt x="380" y="321"/>
                  </a:lnTo>
                  <a:lnTo>
                    <a:pt x="382" y="321"/>
                  </a:lnTo>
                  <a:lnTo>
                    <a:pt x="383" y="321"/>
                  </a:lnTo>
                  <a:lnTo>
                    <a:pt x="385" y="321"/>
                  </a:lnTo>
                  <a:lnTo>
                    <a:pt x="386" y="321"/>
                  </a:lnTo>
                  <a:lnTo>
                    <a:pt x="387" y="321"/>
                  </a:lnTo>
                  <a:lnTo>
                    <a:pt x="389" y="321"/>
                  </a:lnTo>
                  <a:lnTo>
                    <a:pt x="390" y="321"/>
                  </a:lnTo>
                  <a:lnTo>
                    <a:pt x="391" y="321"/>
                  </a:lnTo>
                  <a:lnTo>
                    <a:pt x="393" y="321"/>
                  </a:lnTo>
                  <a:lnTo>
                    <a:pt x="394" y="321"/>
                  </a:lnTo>
                  <a:lnTo>
                    <a:pt x="395" y="321"/>
                  </a:lnTo>
                  <a:lnTo>
                    <a:pt x="397" y="321"/>
                  </a:lnTo>
                  <a:lnTo>
                    <a:pt x="398" y="321"/>
                  </a:lnTo>
                  <a:lnTo>
                    <a:pt x="399" y="321"/>
                  </a:lnTo>
                  <a:lnTo>
                    <a:pt x="401" y="321"/>
                  </a:lnTo>
                  <a:lnTo>
                    <a:pt x="402" y="321"/>
                  </a:lnTo>
                  <a:lnTo>
                    <a:pt x="403" y="321"/>
                  </a:lnTo>
                  <a:lnTo>
                    <a:pt x="405" y="321"/>
                  </a:lnTo>
                  <a:lnTo>
                    <a:pt x="406" y="321"/>
                  </a:lnTo>
                  <a:lnTo>
                    <a:pt x="407" y="321"/>
                  </a:lnTo>
                  <a:lnTo>
                    <a:pt x="409" y="321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3" y="320"/>
                  </a:lnTo>
                  <a:lnTo>
                    <a:pt x="414" y="320"/>
                  </a:lnTo>
                  <a:lnTo>
                    <a:pt x="415" y="320"/>
                  </a:lnTo>
                  <a:lnTo>
                    <a:pt x="417" y="320"/>
                  </a:lnTo>
                  <a:lnTo>
                    <a:pt x="418" y="321"/>
                  </a:lnTo>
                  <a:lnTo>
                    <a:pt x="420" y="297"/>
                  </a:lnTo>
                  <a:lnTo>
                    <a:pt x="421" y="297"/>
                  </a:lnTo>
                  <a:lnTo>
                    <a:pt x="422" y="296"/>
                  </a:lnTo>
                  <a:lnTo>
                    <a:pt x="424" y="296"/>
                  </a:lnTo>
                  <a:lnTo>
                    <a:pt x="425" y="295"/>
                  </a:lnTo>
                  <a:lnTo>
                    <a:pt x="426" y="295"/>
                  </a:lnTo>
                  <a:lnTo>
                    <a:pt x="428" y="294"/>
                  </a:lnTo>
                  <a:lnTo>
                    <a:pt x="429" y="294"/>
                  </a:lnTo>
                  <a:lnTo>
                    <a:pt x="430" y="294"/>
                  </a:lnTo>
                  <a:lnTo>
                    <a:pt x="432" y="293"/>
                  </a:lnTo>
                  <a:lnTo>
                    <a:pt x="433" y="293"/>
                  </a:lnTo>
                  <a:lnTo>
                    <a:pt x="434" y="293"/>
                  </a:lnTo>
                  <a:lnTo>
                    <a:pt x="436" y="292"/>
                  </a:lnTo>
                  <a:lnTo>
                    <a:pt x="437" y="292"/>
                  </a:lnTo>
                  <a:lnTo>
                    <a:pt x="438" y="292"/>
                  </a:lnTo>
                  <a:lnTo>
                    <a:pt x="440" y="291"/>
                  </a:lnTo>
                  <a:lnTo>
                    <a:pt x="441" y="291"/>
                  </a:lnTo>
                  <a:lnTo>
                    <a:pt x="442" y="291"/>
                  </a:lnTo>
                  <a:lnTo>
                    <a:pt x="444" y="291"/>
                  </a:lnTo>
                  <a:lnTo>
                    <a:pt x="445" y="290"/>
                  </a:lnTo>
                  <a:lnTo>
                    <a:pt x="446" y="290"/>
                  </a:lnTo>
                  <a:lnTo>
                    <a:pt x="448" y="290"/>
                  </a:lnTo>
                  <a:lnTo>
                    <a:pt x="449" y="290"/>
                  </a:lnTo>
                  <a:lnTo>
                    <a:pt x="450" y="289"/>
                  </a:lnTo>
                  <a:lnTo>
                    <a:pt x="452" y="289"/>
                  </a:lnTo>
                  <a:lnTo>
                    <a:pt x="453" y="289"/>
                  </a:lnTo>
                  <a:lnTo>
                    <a:pt x="455" y="289"/>
                  </a:lnTo>
                  <a:lnTo>
                    <a:pt x="456" y="288"/>
                  </a:lnTo>
                  <a:lnTo>
                    <a:pt x="457" y="288"/>
                  </a:lnTo>
                  <a:lnTo>
                    <a:pt x="459" y="288"/>
                  </a:lnTo>
                  <a:lnTo>
                    <a:pt x="460" y="288"/>
                  </a:lnTo>
                  <a:lnTo>
                    <a:pt x="461" y="287"/>
                  </a:lnTo>
                  <a:lnTo>
                    <a:pt x="463" y="287"/>
                  </a:lnTo>
                  <a:lnTo>
                    <a:pt x="464" y="287"/>
                  </a:lnTo>
                  <a:lnTo>
                    <a:pt x="465" y="287"/>
                  </a:lnTo>
                  <a:lnTo>
                    <a:pt x="467" y="287"/>
                  </a:lnTo>
                  <a:lnTo>
                    <a:pt x="468" y="286"/>
                  </a:lnTo>
                  <a:lnTo>
                    <a:pt x="469" y="286"/>
                  </a:lnTo>
                  <a:lnTo>
                    <a:pt x="471" y="286"/>
                  </a:lnTo>
                  <a:lnTo>
                    <a:pt x="472" y="286"/>
                  </a:lnTo>
                  <a:lnTo>
                    <a:pt x="473" y="285"/>
                  </a:lnTo>
                  <a:lnTo>
                    <a:pt x="475" y="285"/>
                  </a:lnTo>
                  <a:lnTo>
                    <a:pt x="476" y="285"/>
                  </a:lnTo>
                  <a:lnTo>
                    <a:pt x="477" y="285"/>
                  </a:lnTo>
                  <a:lnTo>
                    <a:pt x="479" y="285"/>
                  </a:lnTo>
                  <a:lnTo>
                    <a:pt x="480" y="284"/>
                  </a:lnTo>
                  <a:lnTo>
                    <a:pt x="481" y="284"/>
                  </a:lnTo>
                  <a:lnTo>
                    <a:pt x="483" y="284"/>
                  </a:lnTo>
                  <a:lnTo>
                    <a:pt x="484" y="284"/>
                  </a:lnTo>
                  <a:lnTo>
                    <a:pt x="485" y="284"/>
                  </a:lnTo>
                  <a:lnTo>
                    <a:pt x="487" y="284"/>
                  </a:lnTo>
                  <a:lnTo>
                    <a:pt x="488" y="283"/>
                  </a:lnTo>
                  <a:lnTo>
                    <a:pt x="490" y="283"/>
                  </a:lnTo>
                  <a:lnTo>
                    <a:pt x="491" y="283"/>
                  </a:lnTo>
                  <a:lnTo>
                    <a:pt x="492" y="283"/>
                  </a:lnTo>
                  <a:lnTo>
                    <a:pt x="494" y="283"/>
                  </a:lnTo>
                  <a:lnTo>
                    <a:pt x="495" y="283"/>
                  </a:lnTo>
                  <a:lnTo>
                    <a:pt x="496" y="282"/>
                  </a:lnTo>
                  <a:lnTo>
                    <a:pt x="498" y="282"/>
                  </a:lnTo>
                  <a:lnTo>
                    <a:pt x="499" y="282"/>
                  </a:lnTo>
                  <a:lnTo>
                    <a:pt x="500" y="282"/>
                  </a:lnTo>
                  <a:lnTo>
                    <a:pt x="502" y="282"/>
                  </a:lnTo>
                  <a:lnTo>
                    <a:pt x="503" y="282"/>
                  </a:lnTo>
                  <a:lnTo>
                    <a:pt x="504" y="282"/>
                  </a:lnTo>
                  <a:lnTo>
                    <a:pt x="506" y="282"/>
                  </a:lnTo>
                  <a:lnTo>
                    <a:pt x="507" y="281"/>
                  </a:lnTo>
                  <a:lnTo>
                    <a:pt x="508" y="281"/>
                  </a:lnTo>
                  <a:lnTo>
                    <a:pt x="510" y="281"/>
                  </a:lnTo>
                  <a:lnTo>
                    <a:pt x="511" y="281"/>
                  </a:lnTo>
                  <a:lnTo>
                    <a:pt x="512" y="281"/>
                  </a:lnTo>
                  <a:lnTo>
                    <a:pt x="514" y="281"/>
                  </a:lnTo>
                  <a:lnTo>
                    <a:pt x="515" y="281"/>
                  </a:lnTo>
                  <a:lnTo>
                    <a:pt x="516" y="281"/>
                  </a:lnTo>
                  <a:lnTo>
                    <a:pt x="518" y="280"/>
                  </a:lnTo>
                  <a:lnTo>
                    <a:pt x="519" y="280"/>
                  </a:lnTo>
                  <a:lnTo>
                    <a:pt x="520" y="280"/>
                  </a:lnTo>
                  <a:lnTo>
                    <a:pt x="522" y="280"/>
                  </a:lnTo>
                  <a:lnTo>
                    <a:pt x="523" y="280"/>
                  </a:lnTo>
                  <a:lnTo>
                    <a:pt x="524" y="280"/>
                  </a:lnTo>
                  <a:lnTo>
                    <a:pt x="526" y="280"/>
                  </a:lnTo>
                  <a:lnTo>
                    <a:pt x="527" y="279"/>
                  </a:lnTo>
                  <a:lnTo>
                    <a:pt x="529" y="279"/>
                  </a:lnTo>
                  <a:lnTo>
                    <a:pt x="530" y="279"/>
                  </a:lnTo>
                  <a:lnTo>
                    <a:pt x="531" y="279"/>
                  </a:lnTo>
                  <a:lnTo>
                    <a:pt x="533" y="279"/>
                  </a:lnTo>
                  <a:lnTo>
                    <a:pt x="534" y="279"/>
                  </a:lnTo>
                  <a:lnTo>
                    <a:pt x="535" y="279"/>
                  </a:lnTo>
                  <a:lnTo>
                    <a:pt x="537" y="279"/>
                  </a:lnTo>
                  <a:lnTo>
                    <a:pt x="538" y="278"/>
                  </a:lnTo>
                  <a:lnTo>
                    <a:pt x="539" y="278"/>
                  </a:lnTo>
                  <a:lnTo>
                    <a:pt x="541" y="278"/>
                  </a:lnTo>
                  <a:lnTo>
                    <a:pt x="542" y="278"/>
                  </a:lnTo>
                  <a:lnTo>
                    <a:pt x="543" y="278"/>
                  </a:lnTo>
                  <a:lnTo>
                    <a:pt x="545" y="278"/>
                  </a:lnTo>
                  <a:lnTo>
                    <a:pt x="546" y="278"/>
                  </a:lnTo>
                  <a:lnTo>
                    <a:pt x="547" y="277"/>
                  </a:lnTo>
                  <a:lnTo>
                    <a:pt x="549" y="277"/>
                  </a:lnTo>
                  <a:lnTo>
                    <a:pt x="550" y="277"/>
                  </a:lnTo>
                  <a:lnTo>
                    <a:pt x="551" y="277"/>
                  </a:lnTo>
                  <a:lnTo>
                    <a:pt x="553" y="277"/>
                  </a:lnTo>
                  <a:lnTo>
                    <a:pt x="554" y="277"/>
                  </a:lnTo>
                  <a:lnTo>
                    <a:pt x="555" y="277"/>
                  </a:lnTo>
                  <a:lnTo>
                    <a:pt x="557" y="277"/>
                  </a:lnTo>
                  <a:lnTo>
                    <a:pt x="558" y="276"/>
                  </a:lnTo>
                  <a:lnTo>
                    <a:pt x="559" y="276"/>
                  </a:lnTo>
                  <a:lnTo>
                    <a:pt x="561" y="276"/>
                  </a:lnTo>
                  <a:lnTo>
                    <a:pt x="562" y="276"/>
                  </a:lnTo>
                  <a:lnTo>
                    <a:pt x="564" y="276"/>
                  </a:lnTo>
                  <a:lnTo>
                    <a:pt x="565" y="276"/>
                  </a:lnTo>
                  <a:lnTo>
                    <a:pt x="566" y="276"/>
                  </a:lnTo>
                  <a:lnTo>
                    <a:pt x="568" y="276"/>
                  </a:lnTo>
                  <a:lnTo>
                    <a:pt x="569" y="276"/>
                  </a:lnTo>
                  <a:lnTo>
                    <a:pt x="570" y="276"/>
                  </a:lnTo>
                  <a:lnTo>
                    <a:pt x="572" y="275"/>
                  </a:lnTo>
                  <a:lnTo>
                    <a:pt x="573" y="276"/>
                  </a:lnTo>
                  <a:lnTo>
                    <a:pt x="574" y="275"/>
                  </a:lnTo>
                  <a:lnTo>
                    <a:pt x="576" y="275"/>
                  </a:lnTo>
                  <a:lnTo>
                    <a:pt x="577" y="275"/>
                  </a:lnTo>
                  <a:lnTo>
                    <a:pt x="578" y="275"/>
                  </a:lnTo>
                  <a:lnTo>
                    <a:pt x="580" y="275"/>
                  </a:lnTo>
                  <a:lnTo>
                    <a:pt x="581" y="275"/>
                  </a:lnTo>
                  <a:lnTo>
                    <a:pt x="582" y="275"/>
                  </a:lnTo>
                  <a:lnTo>
                    <a:pt x="584" y="275"/>
                  </a:lnTo>
                  <a:lnTo>
                    <a:pt x="585" y="275"/>
                  </a:lnTo>
                  <a:lnTo>
                    <a:pt x="586" y="275"/>
                  </a:lnTo>
                  <a:lnTo>
                    <a:pt x="588" y="275"/>
                  </a:lnTo>
                  <a:lnTo>
                    <a:pt x="589" y="274"/>
                  </a:lnTo>
                  <a:lnTo>
                    <a:pt x="590" y="274"/>
                  </a:lnTo>
                  <a:lnTo>
                    <a:pt x="592" y="274"/>
                  </a:lnTo>
                  <a:lnTo>
                    <a:pt x="593" y="274"/>
                  </a:lnTo>
                  <a:lnTo>
                    <a:pt x="594" y="274"/>
                  </a:lnTo>
                  <a:lnTo>
                    <a:pt x="596" y="274"/>
                  </a:lnTo>
                  <a:lnTo>
                    <a:pt x="597" y="274"/>
                  </a:lnTo>
                  <a:lnTo>
                    <a:pt x="599" y="274"/>
                  </a:lnTo>
                  <a:lnTo>
                    <a:pt x="600" y="273"/>
                  </a:lnTo>
                  <a:lnTo>
                    <a:pt x="601" y="273"/>
                  </a:lnTo>
                  <a:lnTo>
                    <a:pt x="603" y="273"/>
                  </a:lnTo>
                  <a:lnTo>
                    <a:pt x="604" y="273"/>
                  </a:lnTo>
                  <a:lnTo>
                    <a:pt x="605" y="273"/>
                  </a:lnTo>
                  <a:lnTo>
                    <a:pt x="607" y="273"/>
                  </a:lnTo>
                  <a:lnTo>
                    <a:pt x="608" y="273"/>
                  </a:lnTo>
                  <a:lnTo>
                    <a:pt x="609" y="273"/>
                  </a:lnTo>
                  <a:lnTo>
                    <a:pt x="611" y="273"/>
                  </a:lnTo>
                  <a:lnTo>
                    <a:pt x="612" y="273"/>
                  </a:lnTo>
                  <a:lnTo>
                    <a:pt x="613" y="273"/>
                  </a:lnTo>
                  <a:lnTo>
                    <a:pt x="615" y="273"/>
                  </a:lnTo>
                  <a:lnTo>
                    <a:pt x="616" y="272"/>
                  </a:lnTo>
                  <a:lnTo>
                    <a:pt x="617" y="272"/>
                  </a:lnTo>
                  <a:lnTo>
                    <a:pt x="619" y="272"/>
                  </a:lnTo>
                  <a:lnTo>
                    <a:pt x="620" y="272"/>
                  </a:lnTo>
                  <a:lnTo>
                    <a:pt x="621" y="272"/>
                  </a:lnTo>
                  <a:lnTo>
                    <a:pt x="623" y="272"/>
                  </a:lnTo>
                  <a:lnTo>
                    <a:pt x="624" y="272"/>
                  </a:lnTo>
                  <a:lnTo>
                    <a:pt x="625" y="272"/>
                  </a:lnTo>
                  <a:lnTo>
                    <a:pt x="627" y="272"/>
                  </a:lnTo>
                  <a:lnTo>
                    <a:pt x="628" y="272"/>
                  </a:lnTo>
                  <a:lnTo>
                    <a:pt x="629" y="271"/>
                  </a:lnTo>
                  <a:lnTo>
                    <a:pt x="631" y="271"/>
                  </a:lnTo>
                  <a:lnTo>
                    <a:pt x="632" y="271"/>
                  </a:lnTo>
                  <a:lnTo>
                    <a:pt x="634" y="271"/>
                  </a:lnTo>
                  <a:lnTo>
                    <a:pt x="635" y="271"/>
                  </a:lnTo>
                  <a:lnTo>
                    <a:pt x="636" y="271"/>
                  </a:lnTo>
                  <a:lnTo>
                    <a:pt x="638" y="271"/>
                  </a:lnTo>
                  <a:lnTo>
                    <a:pt x="639" y="271"/>
                  </a:lnTo>
                  <a:lnTo>
                    <a:pt x="640" y="271"/>
                  </a:lnTo>
                  <a:lnTo>
                    <a:pt x="642" y="271"/>
                  </a:lnTo>
                  <a:lnTo>
                    <a:pt x="643" y="271"/>
                  </a:lnTo>
                  <a:lnTo>
                    <a:pt x="644" y="271"/>
                  </a:lnTo>
                  <a:lnTo>
                    <a:pt x="646" y="270"/>
                  </a:lnTo>
                  <a:lnTo>
                    <a:pt x="647" y="270"/>
                  </a:lnTo>
                  <a:lnTo>
                    <a:pt x="648" y="270"/>
                  </a:lnTo>
                  <a:lnTo>
                    <a:pt x="650" y="270"/>
                  </a:lnTo>
                  <a:lnTo>
                    <a:pt x="651" y="270"/>
                  </a:lnTo>
                  <a:lnTo>
                    <a:pt x="652" y="270"/>
                  </a:lnTo>
                  <a:lnTo>
                    <a:pt x="654" y="270"/>
                  </a:lnTo>
                  <a:lnTo>
                    <a:pt x="655" y="270"/>
                  </a:lnTo>
                  <a:lnTo>
                    <a:pt x="656" y="270"/>
                  </a:lnTo>
                  <a:lnTo>
                    <a:pt x="658" y="270"/>
                  </a:lnTo>
                  <a:lnTo>
                    <a:pt x="659" y="270"/>
                  </a:lnTo>
                  <a:lnTo>
                    <a:pt x="660" y="270"/>
                  </a:lnTo>
                  <a:lnTo>
                    <a:pt x="662" y="270"/>
                  </a:lnTo>
                  <a:lnTo>
                    <a:pt x="663" y="270"/>
                  </a:lnTo>
                  <a:lnTo>
                    <a:pt x="664" y="270"/>
                  </a:lnTo>
                  <a:lnTo>
                    <a:pt x="666" y="270"/>
                  </a:lnTo>
                  <a:lnTo>
                    <a:pt x="667" y="269"/>
                  </a:lnTo>
                  <a:lnTo>
                    <a:pt x="668" y="269"/>
                  </a:lnTo>
                  <a:lnTo>
                    <a:pt x="670" y="269"/>
                  </a:lnTo>
                  <a:lnTo>
                    <a:pt x="671" y="269"/>
                  </a:lnTo>
                  <a:lnTo>
                    <a:pt x="673" y="269"/>
                  </a:lnTo>
                  <a:lnTo>
                    <a:pt x="674" y="269"/>
                  </a:lnTo>
                  <a:lnTo>
                    <a:pt x="675" y="269"/>
                  </a:lnTo>
                  <a:lnTo>
                    <a:pt x="677" y="269"/>
                  </a:lnTo>
                  <a:lnTo>
                    <a:pt x="678" y="269"/>
                  </a:lnTo>
                  <a:lnTo>
                    <a:pt x="679" y="269"/>
                  </a:lnTo>
                  <a:lnTo>
                    <a:pt x="681" y="269"/>
                  </a:lnTo>
                  <a:lnTo>
                    <a:pt x="682" y="269"/>
                  </a:lnTo>
                  <a:lnTo>
                    <a:pt x="683" y="268"/>
                  </a:lnTo>
                  <a:lnTo>
                    <a:pt x="685" y="268"/>
                  </a:lnTo>
                  <a:lnTo>
                    <a:pt x="686" y="268"/>
                  </a:lnTo>
                  <a:lnTo>
                    <a:pt x="687" y="268"/>
                  </a:lnTo>
                  <a:lnTo>
                    <a:pt x="689" y="268"/>
                  </a:lnTo>
                  <a:lnTo>
                    <a:pt x="690" y="268"/>
                  </a:lnTo>
                  <a:lnTo>
                    <a:pt x="691" y="268"/>
                  </a:lnTo>
                  <a:lnTo>
                    <a:pt x="693" y="268"/>
                  </a:lnTo>
                  <a:lnTo>
                    <a:pt x="694" y="268"/>
                  </a:lnTo>
                  <a:lnTo>
                    <a:pt x="695" y="268"/>
                  </a:lnTo>
                  <a:lnTo>
                    <a:pt x="697" y="268"/>
                  </a:lnTo>
                  <a:lnTo>
                    <a:pt x="698" y="268"/>
                  </a:lnTo>
                  <a:lnTo>
                    <a:pt x="699" y="268"/>
                  </a:lnTo>
                  <a:lnTo>
                    <a:pt x="701" y="268"/>
                  </a:lnTo>
                  <a:lnTo>
                    <a:pt x="702" y="267"/>
                  </a:lnTo>
                  <a:lnTo>
                    <a:pt x="703" y="267"/>
                  </a:lnTo>
                  <a:lnTo>
                    <a:pt x="705" y="267"/>
                  </a:lnTo>
                  <a:lnTo>
                    <a:pt x="706" y="267"/>
                  </a:lnTo>
                  <a:lnTo>
                    <a:pt x="708" y="267"/>
                  </a:lnTo>
                  <a:lnTo>
                    <a:pt x="709" y="267"/>
                  </a:lnTo>
                  <a:lnTo>
                    <a:pt x="710" y="267"/>
                  </a:lnTo>
                  <a:lnTo>
                    <a:pt x="712" y="267"/>
                  </a:lnTo>
                  <a:lnTo>
                    <a:pt x="713" y="267"/>
                  </a:lnTo>
                  <a:lnTo>
                    <a:pt x="714" y="267"/>
                  </a:lnTo>
                  <a:lnTo>
                    <a:pt x="716" y="267"/>
                  </a:lnTo>
                  <a:lnTo>
                    <a:pt x="717" y="267"/>
                  </a:lnTo>
                  <a:lnTo>
                    <a:pt x="718" y="267"/>
                  </a:lnTo>
                  <a:lnTo>
                    <a:pt x="720" y="267"/>
                  </a:lnTo>
                  <a:lnTo>
                    <a:pt x="721" y="266"/>
                  </a:lnTo>
                  <a:lnTo>
                    <a:pt x="722" y="266"/>
                  </a:lnTo>
                  <a:lnTo>
                    <a:pt x="724" y="266"/>
                  </a:lnTo>
                  <a:lnTo>
                    <a:pt x="725" y="266"/>
                  </a:lnTo>
                  <a:lnTo>
                    <a:pt x="726" y="266"/>
                  </a:lnTo>
                  <a:lnTo>
                    <a:pt x="728" y="266"/>
                  </a:lnTo>
                  <a:lnTo>
                    <a:pt x="729" y="266"/>
                  </a:lnTo>
                  <a:lnTo>
                    <a:pt x="730" y="266"/>
                  </a:lnTo>
                  <a:lnTo>
                    <a:pt x="732" y="266"/>
                  </a:lnTo>
                  <a:lnTo>
                    <a:pt x="733" y="266"/>
                  </a:lnTo>
                  <a:lnTo>
                    <a:pt x="734" y="266"/>
                  </a:lnTo>
                  <a:lnTo>
                    <a:pt x="736" y="266"/>
                  </a:lnTo>
                  <a:lnTo>
                    <a:pt x="737" y="266"/>
                  </a:lnTo>
                  <a:lnTo>
                    <a:pt x="738" y="266"/>
                  </a:lnTo>
                  <a:lnTo>
                    <a:pt x="740" y="266"/>
                  </a:lnTo>
                  <a:lnTo>
                    <a:pt x="741" y="266"/>
                  </a:lnTo>
                  <a:lnTo>
                    <a:pt x="743" y="266"/>
                  </a:lnTo>
                  <a:lnTo>
                    <a:pt x="744" y="266"/>
                  </a:lnTo>
                  <a:lnTo>
                    <a:pt x="745" y="266"/>
                  </a:lnTo>
                  <a:lnTo>
                    <a:pt x="747" y="266"/>
                  </a:lnTo>
                  <a:lnTo>
                    <a:pt x="748" y="266"/>
                  </a:lnTo>
                  <a:lnTo>
                    <a:pt x="749" y="266"/>
                  </a:lnTo>
                  <a:lnTo>
                    <a:pt x="751" y="266"/>
                  </a:lnTo>
                  <a:lnTo>
                    <a:pt x="752" y="266"/>
                  </a:lnTo>
                  <a:lnTo>
                    <a:pt x="753" y="266"/>
                  </a:lnTo>
                  <a:lnTo>
                    <a:pt x="755" y="266"/>
                  </a:lnTo>
                  <a:lnTo>
                    <a:pt x="756" y="266"/>
                  </a:lnTo>
                  <a:lnTo>
                    <a:pt x="757" y="266"/>
                  </a:lnTo>
                  <a:lnTo>
                    <a:pt x="759" y="265"/>
                  </a:lnTo>
                  <a:lnTo>
                    <a:pt x="760" y="265"/>
                  </a:lnTo>
                  <a:lnTo>
                    <a:pt x="761" y="265"/>
                  </a:lnTo>
                  <a:lnTo>
                    <a:pt x="763" y="265"/>
                  </a:lnTo>
                  <a:lnTo>
                    <a:pt x="764" y="265"/>
                  </a:lnTo>
                  <a:lnTo>
                    <a:pt x="765" y="265"/>
                  </a:lnTo>
                  <a:lnTo>
                    <a:pt x="767" y="265"/>
                  </a:lnTo>
                  <a:lnTo>
                    <a:pt x="768" y="265"/>
                  </a:lnTo>
                  <a:lnTo>
                    <a:pt x="769" y="265"/>
                  </a:lnTo>
                  <a:lnTo>
                    <a:pt x="771" y="265"/>
                  </a:lnTo>
                  <a:lnTo>
                    <a:pt x="772" y="265"/>
                  </a:lnTo>
                  <a:lnTo>
                    <a:pt x="773" y="265"/>
                  </a:lnTo>
                  <a:lnTo>
                    <a:pt x="775" y="265"/>
                  </a:lnTo>
                  <a:lnTo>
                    <a:pt x="776" y="265"/>
                  </a:lnTo>
                  <a:lnTo>
                    <a:pt x="777" y="265"/>
                  </a:lnTo>
                  <a:lnTo>
                    <a:pt x="779" y="264"/>
                  </a:lnTo>
                  <a:lnTo>
                    <a:pt x="780" y="264"/>
                  </a:lnTo>
                  <a:lnTo>
                    <a:pt x="782" y="264"/>
                  </a:lnTo>
                  <a:lnTo>
                    <a:pt x="783" y="264"/>
                  </a:lnTo>
                  <a:lnTo>
                    <a:pt x="784" y="264"/>
                  </a:lnTo>
                  <a:lnTo>
                    <a:pt x="786" y="264"/>
                  </a:lnTo>
                  <a:lnTo>
                    <a:pt x="787" y="264"/>
                  </a:lnTo>
                  <a:lnTo>
                    <a:pt x="788" y="264"/>
                  </a:lnTo>
                  <a:lnTo>
                    <a:pt x="790" y="264"/>
                  </a:lnTo>
                  <a:lnTo>
                    <a:pt x="791" y="264"/>
                  </a:lnTo>
                  <a:lnTo>
                    <a:pt x="792" y="264"/>
                  </a:lnTo>
                  <a:lnTo>
                    <a:pt x="794" y="264"/>
                  </a:lnTo>
                  <a:lnTo>
                    <a:pt x="795" y="264"/>
                  </a:lnTo>
                  <a:lnTo>
                    <a:pt x="796" y="264"/>
                  </a:lnTo>
                  <a:lnTo>
                    <a:pt x="798" y="264"/>
                  </a:lnTo>
                  <a:lnTo>
                    <a:pt x="799" y="264"/>
                  </a:lnTo>
                  <a:lnTo>
                    <a:pt x="800" y="264"/>
                  </a:lnTo>
                  <a:lnTo>
                    <a:pt x="802" y="264"/>
                  </a:lnTo>
                  <a:lnTo>
                    <a:pt x="803" y="263"/>
                  </a:lnTo>
                  <a:lnTo>
                    <a:pt x="804" y="263"/>
                  </a:lnTo>
                  <a:lnTo>
                    <a:pt x="806" y="263"/>
                  </a:lnTo>
                  <a:lnTo>
                    <a:pt x="807" y="263"/>
                  </a:lnTo>
                  <a:lnTo>
                    <a:pt x="808" y="263"/>
                  </a:lnTo>
                  <a:lnTo>
                    <a:pt x="810" y="263"/>
                  </a:lnTo>
                  <a:lnTo>
                    <a:pt x="811" y="263"/>
                  </a:lnTo>
                  <a:lnTo>
                    <a:pt x="812" y="263"/>
                  </a:lnTo>
                  <a:lnTo>
                    <a:pt x="814" y="263"/>
                  </a:lnTo>
                  <a:lnTo>
                    <a:pt x="815" y="263"/>
                  </a:lnTo>
                  <a:lnTo>
                    <a:pt x="817" y="263"/>
                  </a:lnTo>
                  <a:lnTo>
                    <a:pt x="818" y="263"/>
                  </a:lnTo>
                  <a:lnTo>
                    <a:pt x="819" y="263"/>
                  </a:lnTo>
                  <a:lnTo>
                    <a:pt x="821" y="263"/>
                  </a:lnTo>
                  <a:lnTo>
                    <a:pt x="822" y="263"/>
                  </a:lnTo>
                  <a:lnTo>
                    <a:pt x="823" y="262"/>
                  </a:lnTo>
                  <a:lnTo>
                    <a:pt x="825" y="262"/>
                  </a:lnTo>
                  <a:lnTo>
                    <a:pt x="826" y="262"/>
                  </a:lnTo>
                  <a:lnTo>
                    <a:pt x="827" y="262"/>
                  </a:lnTo>
                  <a:lnTo>
                    <a:pt x="829" y="262"/>
                  </a:lnTo>
                  <a:lnTo>
                    <a:pt x="830" y="262"/>
                  </a:lnTo>
                  <a:lnTo>
                    <a:pt x="831" y="262"/>
                  </a:lnTo>
                  <a:lnTo>
                    <a:pt x="833" y="262"/>
                  </a:lnTo>
                  <a:lnTo>
                    <a:pt x="834" y="262"/>
                  </a:lnTo>
                  <a:lnTo>
                    <a:pt x="835" y="262"/>
                  </a:lnTo>
                  <a:lnTo>
                    <a:pt x="837" y="262"/>
                  </a:lnTo>
                  <a:lnTo>
                    <a:pt x="838" y="262"/>
                  </a:lnTo>
                  <a:lnTo>
                    <a:pt x="839" y="262"/>
                  </a:lnTo>
                  <a:lnTo>
                    <a:pt x="841" y="262"/>
                  </a:lnTo>
                  <a:lnTo>
                    <a:pt x="842" y="262"/>
                  </a:lnTo>
                  <a:lnTo>
                    <a:pt x="843" y="262"/>
                  </a:lnTo>
                  <a:lnTo>
                    <a:pt x="845" y="262"/>
                  </a:lnTo>
                  <a:lnTo>
                    <a:pt x="846" y="261"/>
                  </a:lnTo>
                  <a:lnTo>
                    <a:pt x="847" y="261"/>
                  </a:lnTo>
                  <a:lnTo>
                    <a:pt x="849" y="261"/>
                  </a:lnTo>
                  <a:lnTo>
                    <a:pt x="850" y="261"/>
                  </a:lnTo>
                  <a:lnTo>
                    <a:pt x="852" y="261"/>
                  </a:lnTo>
                  <a:lnTo>
                    <a:pt x="853" y="261"/>
                  </a:lnTo>
                  <a:lnTo>
                    <a:pt x="854" y="261"/>
                  </a:lnTo>
                  <a:lnTo>
                    <a:pt x="856" y="261"/>
                  </a:lnTo>
                  <a:lnTo>
                    <a:pt x="857" y="261"/>
                  </a:lnTo>
                  <a:lnTo>
                    <a:pt x="858" y="261"/>
                  </a:lnTo>
                  <a:lnTo>
                    <a:pt x="860" y="261"/>
                  </a:lnTo>
                  <a:lnTo>
                    <a:pt x="861" y="261"/>
                  </a:lnTo>
                  <a:lnTo>
                    <a:pt x="862" y="261"/>
                  </a:lnTo>
                  <a:lnTo>
                    <a:pt x="864" y="261"/>
                  </a:lnTo>
                  <a:lnTo>
                    <a:pt x="865" y="261"/>
                  </a:lnTo>
                  <a:lnTo>
                    <a:pt x="866" y="261"/>
                  </a:lnTo>
                  <a:lnTo>
                    <a:pt x="868" y="261"/>
                  </a:lnTo>
                  <a:lnTo>
                    <a:pt x="869" y="260"/>
                  </a:lnTo>
                  <a:lnTo>
                    <a:pt x="870" y="260"/>
                  </a:lnTo>
                  <a:lnTo>
                    <a:pt x="872" y="260"/>
                  </a:lnTo>
                  <a:lnTo>
                    <a:pt x="873" y="260"/>
                  </a:lnTo>
                  <a:lnTo>
                    <a:pt x="874" y="260"/>
                  </a:lnTo>
                  <a:lnTo>
                    <a:pt x="876" y="260"/>
                  </a:lnTo>
                  <a:lnTo>
                    <a:pt x="877" y="260"/>
                  </a:lnTo>
                  <a:lnTo>
                    <a:pt x="878" y="260"/>
                  </a:lnTo>
                  <a:lnTo>
                    <a:pt x="880" y="260"/>
                  </a:lnTo>
                  <a:lnTo>
                    <a:pt x="881" y="260"/>
                  </a:lnTo>
                  <a:lnTo>
                    <a:pt x="882" y="260"/>
                  </a:lnTo>
                  <a:lnTo>
                    <a:pt x="884" y="260"/>
                  </a:lnTo>
                  <a:lnTo>
                    <a:pt x="885" y="260"/>
                  </a:lnTo>
                  <a:lnTo>
                    <a:pt x="887" y="260"/>
                  </a:lnTo>
                  <a:lnTo>
                    <a:pt x="888" y="260"/>
                  </a:lnTo>
                  <a:lnTo>
                    <a:pt x="889" y="260"/>
                  </a:lnTo>
                  <a:lnTo>
                    <a:pt x="891" y="260"/>
                  </a:lnTo>
                  <a:lnTo>
                    <a:pt x="892" y="260"/>
                  </a:lnTo>
                  <a:lnTo>
                    <a:pt x="893" y="260"/>
                  </a:lnTo>
                  <a:lnTo>
                    <a:pt x="895" y="260"/>
                  </a:lnTo>
                  <a:lnTo>
                    <a:pt x="896" y="260"/>
                  </a:lnTo>
                  <a:lnTo>
                    <a:pt x="897" y="259"/>
                  </a:lnTo>
                  <a:lnTo>
                    <a:pt x="899" y="259"/>
                  </a:lnTo>
                  <a:lnTo>
                    <a:pt x="900" y="259"/>
                  </a:lnTo>
                  <a:lnTo>
                    <a:pt x="901" y="259"/>
                  </a:lnTo>
                  <a:lnTo>
                    <a:pt x="903" y="259"/>
                  </a:lnTo>
                  <a:lnTo>
                    <a:pt x="904" y="259"/>
                  </a:lnTo>
                  <a:lnTo>
                    <a:pt x="905" y="259"/>
                  </a:lnTo>
                  <a:lnTo>
                    <a:pt x="907" y="259"/>
                  </a:lnTo>
                  <a:lnTo>
                    <a:pt x="908" y="259"/>
                  </a:lnTo>
                  <a:lnTo>
                    <a:pt x="909" y="259"/>
                  </a:lnTo>
                  <a:lnTo>
                    <a:pt x="911" y="259"/>
                  </a:lnTo>
                  <a:lnTo>
                    <a:pt x="912" y="259"/>
                  </a:lnTo>
                  <a:lnTo>
                    <a:pt x="913" y="259"/>
                  </a:lnTo>
                  <a:lnTo>
                    <a:pt x="915" y="259"/>
                  </a:lnTo>
                  <a:lnTo>
                    <a:pt x="916" y="259"/>
                  </a:lnTo>
                  <a:lnTo>
                    <a:pt x="917" y="259"/>
                  </a:lnTo>
                  <a:lnTo>
                    <a:pt x="919" y="259"/>
                  </a:lnTo>
                  <a:lnTo>
                    <a:pt x="920" y="259"/>
                  </a:lnTo>
                  <a:lnTo>
                    <a:pt x="921" y="259"/>
                  </a:lnTo>
                  <a:lnTo>
                    <a:pt x="923" y="259"/>
                  </a:lnTo>
                  <a:lnTo>
                    <a:pt x="924" y="259"/>
                  </a:lnTo>
                  <a:lnTo>
                    <a:pt x="926" y="259"/>
                  </a:lnTo>
                  <a:lnTo>
                    <a:pt x="927" y="259"/>
                  </a:lnTo>
                  <a:lnTo>
                    <a:pt x="928" y="259"/>
                  </a:lnTo>
                  <a:lnTo>
                    <a:pt x="930" y="259"/>
                  </a:lnTo>
                  <a:lnTo>
                    <a:pt x="931" y="259"/>
                  </a:lnTo>
                  <a:lnTo>
                    <a:pt x="932" y="259"/>
                  </a:lnTo>
                  <a:lnTo>
                    <a:pt x="934" y="259"/>
                  </a:lnTo>
                  <a:lnTo>
                    <a:pt x="935" y="259"/>
                  </a:lnTo>
                  <a:lnTo>
                    <a:pt x="936" y="258"/>
                  </a:lnTo>
                  <a:lnTo>
                    <a:pt x="938" y="258"/>
                  </a:lnTo>
                  <a:lnTo>
                    <a:pt x="939" y="258"/>
                  </a:lnTo>
                  <a:lnTo>
                    <a:pt x="940" y="258"/>
                  </a:lnTo>
                  <a:lnTo>
                    <a:pt x="942" y="258"/>
                  </a:lnTo>
                  <a:lnTo>
                    <a:pt x="943" y="258"/>
                  </a:lnTo>
                  <a:lnTo>
                    <a:pt x="944" y="258"/>
                  </a:lnTo>
                  <a:lnTo>
                    <a:pt x="946" y="258"/>
                  </a:lnTo>
                  <a:lnTo>
                    <a:pt x="947" y="258"/>
                  </a:lnTo>
                  <a:lnTo>
                    <a:pt x="948" y="258"/>
                  </a:lnTo>
                  <a:lnTo>
                    <a:pt x="950" y="258"/>
                  </a:lnTo>
                  <a:lnTo>
                    <a:pt x="951" y="258"/>
                  </a:lnTo>
                  <a:lnTo>
                    <a:pt x="952" y="258"/>
                  </a:lnTo>
                  <a:lnTo>
                    <a:pt x="954" y="258"/>
                  </a:lnTo>
                  <a:lnTo>
                    <a:pt x="955" y="258"/>
                  </a:lnTo>
                  <a:lnTo>
                    <a:pt x="956" y="258"/>
                  </a:lnTo>
                  <a:lnTo>
                    <a:pt x="958" y="258"/>
                  </a:lnTo>
                  <a:lnTo>
                    <a:pt x="959" y="258"/>
                  </a:lnTo>
                  <a:lnTo>
                    <a:pt x="961" y="258"/>
                  </a:lnTo>
                  <a:lnTo>
                    <a:pt x="962" y="258"/>
                  </a:lnTo>
                  <a:lnTo>
                    <a:pt x="963" y="258"/>
                  </a:lnTo>
                  <a:lnTo>
                    <a:pt x="965" y="257"/>
                  </a:lnTo>
                  <a:lnTo>
                    <a:pt x="966" y="257"/>
                  </a:lnTo>
                  <a:lnTo>
                    <a:pt x="967" y="257"/>
                  </a:lnTo>
                  <a:lnTo>
                    <a:pt x="969" y="257"/>
                  </a:lnTo>
                  <a:lnTo>
                    <a:pt x="970" y="257"/>
                  </a:lnTo>
                  <a:lnTo>
                    <a:pt x="971" y="257"/>
                  </a:lnTo>
                  <a:lnTo>
                    <a:pt x="973" y="257"/>
                  </a:lnTo>
                  <a:lnTo>
                    <a:pt x="974" y="257"/>
                  </a:lnTo>
                  <a:lnTo>
                    <a:pt x="975" y="257"/>
                  </a:lnTo>
                  <a:lnTo>
                    <a:pt x="977" y="257"/>
                  </a:lnTo>
                  <a:lnTo>
                    <a:pt x="978" y="257"/>
                  </a:lnTo>
                  <a:lnTo>
                    <a:pt x="979" y="257"/>
                  </a:lnTo>
                  <a:lnTo>
                    <a:pt x="981" y="257"/>
                  </a:lnTo>
                  <a:lnTo>
                    <a:pt x="982" y="257"/>
                  </a:lnTo>
                  <a:lnTo>
                    <a:pt x="983" y="256"/>
                  </a:lnTo>
                  <a:lnTo>
                    <a:pt x="985" y="257"/>
                  </a:lnTo>
                  <a:lnTo>
                    <a:pt x="986" y="257"/>
                  </a:lnTo>
                  <a:lnTo>
                    <a:pt x="987" y="257"/>
                  </a:lnTo>
                  <a:lnTo>
                    <a:pt x="989" y="256"/>
                  </a:lnTo>
                  <a:lnTo>
                    <a:pt x="990" y="256"/>
                  </a:lnTo>
                  <a:lnTo>
                    <a:pt x="991" y="256"/>
                  </a:lnTo>
                  <a:lnTo>
                    <a:pt x="993" y="256"/>
                  </a:lnTo>
                  <a:lnTo>
                    <a:pt x="994" y="256"/>
                  </a:lnTo>
                  <a:lnTo>
                    <a:pt x="996" y="256"/>
                  </a:lnTo>
                  <a:lnTo>
                    <a:pt x="997" y="256"/>
                  </a:lnTo>
                  <a:lnTo>
                    <a:pt x="998" y="256"/>
                  </a:lnTo>
                  <a:lnTo>
                    <a:pt x="1000" y="256"/>
                  </a:lnTo>
                  <a:lnTo>
                    <a:pt x="1001" y="256"/>
                  </a:lnTo>
                  <a:lnTo>
                    <a:pt x="1002" y="256"/>
                  </a:lnTo>
                  <a:lnTo>
                    <a:pt x="1004" y="256"/>
                  </a:lnTo>
                  <a:lnTo>
                    <a:pt x="1005" y="256"/>
                  </a:lnTo>
                  <a:lnTo>
                    <a:pt x="1006" y="256"/>
                  </a:lnTo>
                  <a:lnTo>
                    <a:pt x="1008" y="256"/>
                  </a:lnTo>
                  <a:lnTo>
                    <a:pt x="1009" y="256"/>
                  </a:lnTo>
                  <a:lnTo>
                    <a:pt x="1010" y="256"/>
                  </a:lnTo>
                  <a:lnTo>
                    <a:pt x="1012" y="256"/>
                  </a:lnTo>
                  <a:lnTo>
                    <a:pt x="1013" y="256"/>
                  </a:lnTo>
                  <a:lnTo>
                    <a:pt x="1014" y="256"/>
                  </a:lnTo>
                  <a:lnTo>
                    <a:pt x="1016" y="255"/>
                  </a:lnTo>
                  <a:lnTo>
                    <a:pt x="1017" y="255"/>
                  </a:lnTo>
                  <a:lnTo>
                    <a:pt x="1018" y="255"/>
                  </a:lnTo>
                  <a:lnTo>
                    <a:pt x="1020" y="255"/>
                  </a:lnTo>
                  <a:lnTo>
                    <a:pt x="1021" y="255"/>
                  </a:lnTo>
                  <a:lnTo>
                    <a:pt x="1022" y="255"/>
                  </a:lnTo>
                  <a:lnTo>
                    <a:pt x="1024" y="255"/>
                  </a:lnTo>
                  <a:lnTo>
                    <a:pt x="1025" y="255"/>
                  </a:lnTo>
                  <a:lnTo>
                    <a:pt x="1026" y="255"/>
                  </a:lnTo>
                  <a:lnTo>
                    <a:pt x="1028" y="255"/>
                  </a:lnTo>
                  <a:lnTo>
                    <a:pt x="1029" y="255"/>
                  </a:lnTo>
                  <a:lnTo>
                    <a:pt x="1031" y="255"/>
                  </a:lnTo>
                  <a:lnTo>
                    <a:pt x="1032" y="255"/>
                  </a:lnTo>
                  <a:lnTo>
                    <a:pt x="1033" y="255"/>
                  </a:lnTo>
                  <a:lnTo>
                    <a:pt x="1035" y="255"/>
                  </a:lnTo>
                  <a:lnTo>
                    <a:pt x="1036" y="255"/>
                  </a:lnTo>
                  <a:lnTo>
                    <a:pt x="1037" y="255"/>
                  </a:lnTo>
                  <a:lnTo>
                    <a:pt x="1039" y="255"/>
                  </a:lnTo>
                  <a:lnTo>
                    <a:pt x="1040" y="255"/>
                  </a:lnTo>
                  <a:lnTo>
                    <a:pt x="1041" y="255"/>
                  </a:lnTo>
                  <a:lnTo>
                    <a:pt x="1043" y="255"/>
                  </a:lnTo>
                  <a:lnTo>
                    <a:pt x="1044" y="255"/>
                  </a:lnTo>
                  <a:lnTo>
                    <a:pt x="1045" y="255"/>
                  </a:lnTo>
                  <a:lnTo>
                    <a:pt x="1047" y="255"/>
                  </a:lnTo>
                  <a:lnTo>
                    <a:pt x="1048" y="255"/>
                  </a:lnTo>
                  <a:lnTo>
                    <a:pt x="1049" y="255"/>
                  </a:lnTo>
                  <a:lnTo>
                    <a:pt x="1051" y="255"/>
                  </a:lnTo>
                  <a:lnTo>
                    <a:pt x="1052" y="255"/>
                  </a:lnTo>
                  <a:lnTo>
                    <a:pt x="1053" y="255"/>
                  </a:lnTo>
                  <a:lnTo>
                    <a:pt x="1055" y="255"/>
                  </a:lnTo>
                  <a:lnTo>
                    <a:pt x="1056" y="255"/>
                  </a:lnTo>
                  <a:lnTo>
                    <a:pt x="1057" y="255"/>
                  </a:lnTo>
                  <a:lnTo>
                    <a:pt x="1059" y="255"/>
                  </a:lnTo>
                  <a:lnTo>
                    <a:pt x="1060" y="255"/>
                  </a:lnTo>
                  <a:lnTo>
                    <a:pt x="1061" y="255"/>
                  </a:lnTo>
                  <a:lnTo>
                    <a:pt x="1063" y="255"/>
                  </a:lnTo>
                  <a:lnTo>
                    <a:pt x="1064" y="255"/>
                  </a:lnTo>
                  <a:lnTo>
                    <a:pt x="1065" y="255"/>
                  </a:lnTo>
                  <a:lnTo>
                    <a:pt x="1067" y="255"/>
                  </a:lnTo>
                  <a:lnTo>
                    <a:pt x="1068" y="255"/>
                  </a:lnTo>
                  <a:lnTo>
                    <a:pt x="1070" y="255"/>
                  </a:lnTo>
                  <a:lnTo>
                    <a:pt x="1071" y="255"/>
                  </a:lnTo>
                  <a:lnTo>
                    <a:pt x="1072" y="255"/>
                  </a:lnTo>
                  <a:lnTo>
                    <a:pt x="1074" y="255"/>
                  </a:lnTo>
                  <a:lnTo>
                    <a:pt x="1075" y="255"/>
                  </a:lnTo>
                  <a:lnTo>
                    <a:pt x="1076" y="254"/>
                  </a:lnTo>
                  <a:lnTo>
                    <a:pt x="1078" y="254"/>
                  </a:lnTo>
                  <a:lnTo>
                    <a:pt x="1079" y="254"/>
                  </a:lnTo>
                  <a:lnTo>
                    <a:pt x="1080" y="254"/>
                  </a:lnTo>
                  <a:lnTo>
                    <a:pt x="1082" y="254"/>
                  </a:lnTo>
                  <a:lnTo>
                    <a:pt x="1083" y="254"/>
                  </a:lnTo>
                  <a:lnTo>
                    <a:pt x="1084" y="254"/>
                  </a:lnTo>
                  <a:lnTo>
                    <a:pt x="1086" y="254"/>
                  </a:lnTo>
                  <a:lnTo>
                    <a:pt x="1087" y="254"/>
                  </a:lnTo>
                  <a:lnTo>
                    <a:pt x="1088" y="254"/>
                  </a:lnTo>
                  <a:lnTo>
                    <a:pt x="1090" y="254"/>
                  </a:lnTo>
                  <a:lnTo>
                    <a:pt x="1091" y="254"/>
                  </a:lnTo>
                  <a:lnTo>
                    <a:pt x="1092" y="254"/>
                  </a:lnTo>
                  <a:lnTo>
                    <a:pt x="1094" y="254"/>
                  </a:lnTo>
                  <a:lnTo>
                    <a:pt x="1095" y="254"/>
                  </a:lnTo>
                  <a:lnTo>
                    <a:pt x="1096" y="254"/>
                  </a:lnTo>
                  <a:lnTo>
                    <a:pt x="1098" y="254"/>
                  </a:lnTo>
                  <a:lnTo>
                    <a:pt x="1099" y="254"/>
                  </a:lnTo>
                  <a:lnTo>
                    <a:pt x="1100" y="254"/>
                  </a:lnTo>
                  <a:lnTo>
                    <a:pt x="1102" y="254"/>
                  </a:lnTo>
                  <a:lnTo>
                    <a:pt x="1103" y="254"/>
                  </a:lnTo>
                  <a:lnTo>
                    <a:pt x="1105" y="254"/>
                  </a:lnTo>
                  <a:lnTo>
                    <a:pt x="1106" y="254"/>
                  </a:lnTo>
                  <a:lnTo>
                    <a:pt x="1107" y="254"/>
                  </a:lnTo>
                  <a:lnTo>
                    <a:pt x="1109" y="254"/>
                  </a:lnTo>
                  <a:lnTo>
                    <a:pt x="1110" y="254"/>
                  </a:lnTo>
                  <a:lnTo>
                    <a:pt x="1111" y="254"/>
                  </a:lnTo>
                  <a:lnTo>
                    <a:pt x="1113" y="254"/>
                  </a:lnTo>
                  <a:lnTo>
                    <a:pt x="1114" y="254"/>
                  </a:lnTo>
                  <a:lnTo>
                    <a:pt x="1115" y="254"/>
                  </a:lnTo>
                  <a:lnTo>
                    <a:pt x="1117" y="254"/>
                  </a:lnTo>
                  <a:lnTo>
                    <a:pt x="1118" y="254"/>
                  </a:lnTo>
                  <a:lnTo>
                    <a:pt x="1119" y="254"/>
                  </a:lnTo>
                  <a:lnTo>
                    <a:pt x="1121" y="254"/>
                  </a:lnTo>
                  <a:lnTo>
                    <a:pt x="1122" y="254"/>
                  </a:lnTo>
                  <a:lnTo>
                    <a:pt x="1123" y="254"/>
                  </a:lnTo>
                  <a:lnTo>
                    <a:pt x="1125" y="254"/>
                  </a:lnTo>
                  <a:lnTo>
                    <a:pt x="1126" y="254"/>
                  </a:lnTo>
                  <a:lnTo>
                    <a:pt x="1127" y="254"/>
                  </a:lnTo>
                  <a:lnTo>
                    <a:pt x="1129" y="254"/>
                  </a:lnTo>
                  <a:lnTo>
                    <a:pt x="1130" y="254"/>
                  </a:lnTo>
                  <a:lnTo>
                    <a:pt x="1131" y="254"/>
                  </a:lnTo>
                  <a:lnTo>
                    <a:pt x="1133" y="254"/>
                  </a:lnTo>
                  <a:lnTo>
                    <a:pt x="1134" y="254"/>
                  </a:lnTo>
                  <a:lnTo>
                    <a:pt x="1135" y="254"/>
                  </a:lnTo>
                  <a:lnTo>
                    <a:pt x="1137" y="254"/>
                  </a:lnTo>
                  <a:lnTo>
                    <a:pt x="1138" y="254"/>
                  </a:lnTo>
                  <a:lnTo>
                    <a:pt x="1140" y="254"/>
                  </a:lnTo>
                  <a:lnTo>
                    <a:pt x="1141" y="254"/>
                  </a:lnTo>
                  <a:lnTo>
                    <a:pt x="1142" y="254"/>
                  </a:lnTo>
                  <a:lnTo>
                    <a:pt x="1144" y="254"/>
                  </a:lnTo>
                  <a:lnTo>
                    <a:pt x="1145" y="253"/>
                  </a:lnTo>
                  <a:lnTo>
                    <a:pt x="1146" y="253"/>
                  </a:lnTo>
                  <a:lnTo>
                    <a:pt x="1148" y="253"/>
                  </a:lnTo>
                  <a:lnTo>
                    <a:pt x="1149" y="253"/>
                  </a:lnTo>
                  <a:lnTo>
                    <a:pt x="1150" y="253"/>
                  </a:lnTo>
                  <a:lnTo>
                    <a:pt x="1152" y="253"/>
                  </a:lnTo>
                  <a:lnTo>
                    <a:pt x="1153" y="253"/>
                  </a:lnTo>
                  <a:lnTo>
                    <a:pt x="1154" y="253"/>
                  </a:lnTo>
                  <a:lnTo>
                    <a:pt x="1156" y="253"/>
                  </a:lnTo>
                  <a:lnTo>
                    <a:pt x="1157" y="253"/>
                  </a:lnTo>
                  <a:lnTo>
                    <a:pt x="1158" y="253"/>
                  </a:lnTo>
                  <a:lnTo>
                    <a:pt x="1160" y="253"/>
                  </a:lnTo>
                  <a:lnTo>
                    <a:pt x="1161" y="253"/>
                  </a:lnTo>
                  <a:lnTo>
                    <a:pt x="1162" y="253"/>
                  </a:lnTo>
                  <a:lnTo>
                    <a:pt x="1164" y="253"/>
                  </a:lnTo>
                  <a:lnTo>
                    <a:pt x="1165" y="253"/>
                  </a:lnTo>
                  <a:lnTo>
                    <a:pt x="1166" y="253"/>
                  </a:lnTo>
                  <a:lnTo>
                    <a:pt x="1168" y="253"/>
                  </a:lnTo>
                  <a:lnTo>
                    <a:pt x="1169" y="253"/>
                  </a:lnTo>
                  <a:lnTo>
                    <a:pt x="1170" y="253"/>
                  </a:lnTo>
                  <a:lnTo>
                    <a:pt x="1172" y="253"/>
                  </a:lnTo>
                  <a:lnTo>
                    <a:pt x="1173" y="253"/>
                  </a:lnTo>
                  <a:lnTo>
                    <a:pt x="1175" y="253"/>
                  </a:lnTo>
                  <a:lnTo>
                    <a:pt x="1176" y="253"/>
                  </a:lnTo>
                  <a:lnTo>
                    <a:pt x="1177" y="253"/>
                  </a:lnTo>
                  <a:lnTo>
                    <a:pt x="1179" y="253"/>
                  </a:lnTo>
                  <a:lnTo>
                    <a:pt x="1180" y="253"/>
                  </a:lnTo>
                  <a:lnTo>
                    <a:pt x="1181" y="253"/>
                  </a:lnTo>
                  <a:lnTo>
                    <a:pt x="1183" y="253"/>
                  </a:lnTo>
                  <a:lnTo>
                    <a:pt x="1184" y="253"/>
                  </a:lnTo>
                  <a:lnTo>
                    <a:pt x="1185" y="253"/>
                  </a:lnTo>
                  <a:lnTo>
                    <a:pt x="1187" y="253"/>
                  </a:lnTo>
                  <a:lnTo>
                    <a:pt x="1188" y="253"/>
                  </a:lnTo>
                  <a:lnTo>
                    <a:pt x="1189" y="253"/>
                  </a:lnTo>
                  <a:lnTo>
                    <a:pt x="1191" y="253"/>
                  </a:lnTo>
                  <a:lnTo>
                    <a:pt x="1192" y="253"/>
                  </a:lnTo>
                  <a:lnTo>
                    <a:pt x="1193" y="253"/>
                  </a:lnTo>
                  <a:lnTo>
                    <a:pt x="1195" y="253"/>
                  </a:lnTo>
                  <a:lnTo>
                    <a:pt x="1196" y="253"/>
                  </a:lnTo>
                  <a:lnTo>
                    <a:pt x="1197" y="253"/>
                  </a:lnTo>
                  <a:lnTo>
                    <a:pt x="1199" y="253"/>
                  </a:lnTo>
                  <a:lnTo>
                    <a:pt x="1200" y="253"/>
                  </a:lnTo>
                  <a:lnTo>
                    <a:pt x="1201" y="253"/>
                  </a:lnTo>
                  <a:lnTo>
                    <a:pt x="1203" y="253"/>
                  </a:lnTo>
                  <a:lnTo>
                    <a:pt x="1204" y="253"/>
                  </a:lnTo>
                  <a:lnTo>
                    <a:pt x="1205" y="253"/>
                  </a:lnTo>
                  <a:lnTo>
                    <a:pt x="1207" y="253"/>
                  </a:lnTo>
                  <a:lnTo>
                    <a:pt x="1208" y="253"/>
                  </a:lnTo>
                  <a:lnTo>
                    <a:pt x="1209" y="253"/>
                  </a:lnTo>
                  <a:lnTo>
                    <a:pt x="1211" y="253"/>
                  </a:lnTo>
                  <a:lnTo>
                    <a:pt x="1212" y="253"/>
                  </a:lnTo>
                  <a:lnTo>
                    <a:pt x="1214" y="252"/>
                  </a:lnTo>
                  <a:lnTo>
                    <a:pt x="1215" y="252"/>
                  </a:lnTo>
                  <a:lnTo>
                    <a:pt x="1216" y="252"/>
                  </a:lnTo>
                  <a:lnTo>
                    <a:pt x="1218" y="252"/>
                  </a:lnTo>
                  <a:lnTo>
                    <a:pt x="1219" y="252"/>
                  </a:lnTo>
                  <a:lnTo>
                    <a:pt x="1220" y="252"/>
                  </a:lnTo>
                  <a:lnTo>
                    <a:pt x="1222" y="252"/>
                  </a:lnTo>
                  <a:lnTo>
                    <a:pt x="1223" y="252"/>
                  </a:lnTo>
                  <a:lnTo>
                    <a:pt x="1224" y="252"/>
                  </a:lnTo>
                  <a:lnTo>
                    <a:pt x="1226" y="252"/>
                  </a:lnTo>
                  <a:lnTo>
                    <a:pt x="1227" y="252"/>
                  </a:lnTo>
                  <a:lnTo>
                    <a:pt x="1228" y="252"/>
                  </a:lnTo>
                  <a:lnTo>
                    <a:pt x="1230" y="252"/>
                  </a:lnTo>
                  <a:lnTo>
                    <a:pt x="1231" y="252"/>
                  </a:lnTo>
                  <a:lnTo>
                    <a:pt x="1232" y="252"/>
                  </a:lnTo>
                  <a:lnTo>
                    <a:pt x="1234" y="252"/>
                  </a:lnTo>
                  <a:lnTo>
                    <a:pt x="1235" y="252"/>
                  </a:lnTo>
                  <a:lnTo>
                    <a:pt x="1236" y="252"/>
                  </a:lnTo>
                  <a:lnTo>
                    <a:pt x="1238" y="252"/>
                  </a:lnTo>
                  <a:lnTo>
                    <a:pt x="1239" y="252"/>
                  </a:lnTo>
                  <a:lnTo>
                    <a:pt x="1240" y="252"/>
                  </a:lnTo>
                  <a:lnTo>
                    <a:pt x="1242" y="252"/>
                  </a:lnTo>
                  <a:lnTo>
                    <a:pt x="1243" y="252"/>
                  </a:lnTo>
                  <a:lnTo>
                    <a:pt x="1244" y="252"/>
                  </a:lnTo>
                  <a:lnTo>
                    <a:pt x="1246" y="252"/>
                  </a:lnTo>
                  <a:lnTo>
                    <a:pt x="1247" y="252"/>
                  </a:lnTo>
                  <a:lnTo>
                    <a:pt x="1249" y="252"/>
                  </a:lnTo>
                  <a:lnTo>
                    <a:pt x="1250" y="252"/>
                  </a:lnTo>
                  <a:lnTo>
                    <a:pt x="1251" y="251"/>
                  </a:lnTo>
                  <a:lnTo>
                    <a:pt x="1253" y="251"/>
                  </a:lnTo>
                  <a:lnTo>
                    <a:pt x="1254" y="251"/>
                  </a:lnTo>
                  <a:lnTo>
                    <a:pt x="1255" y="251"/>
                  </a:lnTo>
                  <a:lnTo>
                    <a:pt x="1257" y="251"/>
                  </a:lnTo>
                  <a:lnTo>
                    <a:pt x="1258" y="251"/>
                  </a:lnTo>
                  <a:lnTo>
                    <a:pt x="1259" y="251"/>
                  </a:lnTo>
                  <a:lnTo>
                    <a:pt x="1261" y="251"/>
                  </a:lnTo>
                  <a:lnTo>
                    <a:pt x="1262" y="251"/>
                  </a:lnTo>
                  <a:lnTo>
                    <a:pt x="1263" y="251"/>
                  </a:lnTo>
                  <a:lnTo>
                    <a:pt x="1265" y="251"/>
                  </a:lnTo>
                  <a:lnTo>
                    <a:pt x="1266" y="251"/>
                  </a:lnTo>
                  <a:lnTo>
                    <a:pt x="1267" y="251"/>
                  </a:lnTo>
                  <a:lnTo>
                    <a:pt x="1269" y="251"/>
                  </a:lnTo>
                  <a:lnTo>
                    <a:pt x="1270" y="251"/>
                  </a:lnTo>
                  <a:lnTo>
                    <a:pt x="1271" y="251"/>
                  </a:lnTo>
                  <a:lnTo>
                    <a:pt x="1273" y="251"/>
                  </a:lnTo>
                  <a:lnTo>
                    <a:pt x="1274" y="251"/>
                  </a:lnTo>
                  <a:lnTo>
                    <a:pt x="1275" y="251"/>
                  </a:lnTo>
                  <a:lnTo>
                    <a:pt x="1277" y="251"/>
                  </a:lnTo>
                  <a:lnTo>
                    <a:pt x="1278" y="251"/>
                  </a:lnTo>
                  <a:lnTo>
                    <a:pt x="1279" y="251"/>
                  </a:lnTo>
                  <a:lnTo>
                    <a:pt x="1281" y="251"/>
                  </a:lnTo>
                  <a:lnTo>
                    <a:pt x="1282" y="251"/>
                  </a:lnTo>
                  <a:lnTo>
                    <a:pt x="1284" y="251"/>
                  </a:lnTo>
                  <a:lnTo>
                    <a:pt x="1285" y="251"/>
                  </a:lnTo>
                  <a:lnTo>
                    <a:pt x="1286" y="251"/>
                  </a:lnTo>
                  <a:lnTo>
                    <a:pt x="1288" y="251"/>
                  </a:lnTo>
                  <a:lnTo>
                    <a:pt x="1289" y="250"/>
                  </a:lnTo>
                  <a:lnTo>
                    <a:pt x="1290" y="250"/>
                  </a:lnTo>
                  <a:lnTo>
                    <a:pt x="1292" y="250"/>
                  </a:lnTo>
                  <a:lnTo>
                    <a:pt x="1293" y="250"/>
                  </a:lnTo>
                  <a:lnTo>
                    <a:pt x="1294" y="250"/>
                  </a:lnTo>
                  <a:lnTo>
                    <a:pt x="1296" y="250"/>
                  </a:lnTo>
                  <a:lnTo>
                    <a:pt x="1297" y="250"/>
                  </a:lnTo>
                  <a:lnTo>
                    <a:pt x="1298" y="250"/>
                  </a:lnTo>
                  <a:lnTo>
                    <a:pt x="1300" y="250"/>
                  </a:lnTo>
                  <a:lnTo>
                    <a:pt x="1301" y="250"/>
                  </a:lnTo>
                  <a:lnTo>
                    <a:pt x="1302" y="250"/>
                  </a:lnTo>
                  <a:lnTo>
                    <a:pt x="1304" y="250"/>
                  </a:lnTo>
                  <a:lnTo>
                    <a:pt x="1305" y="250"/>
                  </a:lnTo>
                  <a:lnTo>
                    <a:pt x="1306" y="250"/>
                  </a:lnTo>
                  <a:lnTo>
                    <a:pt x="1308" y="251"/>
                  </a:lnTo>
                  <a:lnTo>
                    <a:pt x="1309" y="251"/>
                  </a:lnTo>
                  <a:lnTo>
                    <a:pt x="1310" y="251"/>
                  </a:lnTo>
                  <a:lnTo>
                    <a:pt x="1312" y="251"/>
                  </a:lnTo>
                  <a:lnTo>
                    <a:pt x="1313" y="251"/>
                  </a:lnTo>
                  <a:lnTo>
                    <a:pt x="1314" y="251"/>
                  </a:lnTo>
                  <a:lnTo>
                    <a:pt x="1316" y="250"/>
                  </a:lnTo>
                  <a:lnTo>
                    <a:pt x="1317" y="250"/>
                  </a:lnTo>
                  <a:lnTo>
                    <a:pt x="1319" y="250"/>
                  </a:lnTo>
                  <a:lnTo>
                    <a:pt x="1320" y="250"/>
                  </a:lnTo>
                  <a:lnTo>
                    <a:pt x="1321" y="250"/>
                  </a:lnTo>
                  <a:lnTo>
                    <a:pt x="1323" y="250"/>
                  </a:lnTo>
                  <a:lnTo>
                    <a:pt x="1324" y="250"/>
                  </a:lnTo>
                  <a:lnTo>
                    <a:pt x="1325" y="250"/>
                  </a:lnTo>
                  <a:lnTo>
                    <a:pt x="1327" y="251"/>
                  </a:lnTo>
                  <a:lnTo>
                    <a:pt x="1328" y="251"/>
                  </a:lnTo>
                  <a:lnTo>
                    <a:pt x="1329" y="250"/>
                  </a:lnTo>
                  <a:lnTo>
                    <a:pt x="1331" y="250"/>
                  </a:lnTo>
                  <a:lnTo>
                    <a:pt x="1332" y="250"/>
                  </a:lnTo>
                  <a:lnTo>
                    <a:pt x="1333" y="250"/>
                  </a:lnTo>
                  <a:lnTo>
                    <a:pt x="1335" y="250"/>
                  </a:lnTo>
                  <a:lnTo>
                    <a:pt x="1336" y="250"/>
                  </a:lnTo>
                  <a:lnTo>
                    <a:pt x="1337" y="250"/>
                  </a:lnTo>
                  <a:lnTo>
                    <a:pt x="1339" y="250"/>
                  </a:lnTo>
                  <a:lnTo>
                    <a:pt x="1340" y="250"/>
                  </a:lnTo>
                  <a:lnTo>
                    <a:pt x="1341" y="250"/>
                  </a:lnTo>
                  <a:lnTo>
                    <a:pt x="1343" y="250"/>
                  </a:lnTo>
                  <a:lnTo>
                    <a:pt x="1344" y="250"/>
                  </a:lnTo>
                  <a:lnTo>
                    <a:pt x="1345" y="250"/>
                  </a:lnTo>
                  <a:lnTo>
                    <a:pt x="1347" y="250"/>
                  </a:lnTo>
                  <a:lnTo>
                    <a:pt x="1348" y="250"/>
                  </a:lnTo>
                  <a:lnTo>
                    <a:pt x="1349" y="250"/>
                  </a:lnTo>
                  <a:lnTo>
                    <a:pt x="1351" y="250"/>
                  </a:lnTo>
                  <a:lnTo>
                    <a:pt x="1352" y="250"/>
                  </a:lnTo>
                  <a:lnTo>
                    <a:pt x="1353" y="250"/>
                  </a:lnTo>
                  <a:lnTo>
                    <a:pt x="1355" y="250"/>
                  </a:lnTo>
                  <a:lnTo>
                    <a:pt x="1356" y="250"/>
                  </a:lnTo>
                  <a:lnTo>
                    <a:pt x="1358" y="250"/>
                  </a:lnTo>
                  <a:lnTo>
                    <a:pt x="1359" y="250"/>
                  </a:lnTo>
                  <a:lnTo>
                    <a:pt x="1360" y="250"/>
                  </a:lnTo>
                  <a:lnTo>
                    <a:pt x="1362" y="250"/>
                  </a:lnTo>
                  <a:lnTo>
                    <a:pt x="1363" y="250"/>
                  </a:lnTo>
                  <a:lnTo>
                    <a:pt x="1364" y="250"/>
                  </a:lnTo>
                  <a:lnTo>
                    <a:pt x="1366" y="250"/>
                  </a:lnTo>
                  <a:lnTo>
                    <a:pt x="1367" y="250"/>
                  </a:lnTo>
                  <a:lnTo>
                    <a:pt x="1368" y="249"/>
                  </a:lnTo>
                  <a:lnTo>
                    <a:pt x="1370" y="249"/>
                  </a:lnTo>
                  <a:lnTo>
                    <a:pt x="1371" y="249"/>
                  </a:lnTo>
                  <a:lnTo>
                    <a:pt x="1372" y="249"/>
                  </a:lnTo>
                  <a:lnTo>
                    <a:pt x="1374" y="249"/>
                  </a:lnTo>
                  <a:lnTo>
                    <a:pt x="1375" y="249"/>
                  </a:lnTo>
                  <a:lnTo>
                    <a:pt x="1376" y="249"/>
                  </a:lnTo>
                  <a:lnTo>
                    <a:pt x="1378" y="249"/>
                  </a:lnTo>
                  <a:lnTo>
                    <a:pt x="1379" y="249"/>
                  </a:lnTo>
                  <a:lnTo>
                    <a:pt x="1380" y="249"/>
                  </a:lnTo>
                  <a:lnTo>
                    <a:pt x="1382" y="249"/>
                  </a:lnTo>
                  <a:lnTo>
                    <a:pt x="1383" y="249"/>
                  </a:lnTo>
                  <a:lnTo>
                    <a:pt x="1384" y="249"/>
                  </a:lnTo>
                  <a:lnTo>
                    <a:pt x="1386" y="249"/>
                  </a:lnTo>
                  <a:lnTo>
                    <a:pt x="1387" y="249"/>
                  </a:lnTo>
                  <a:lnTo>
                    <a:pt x="1388" y="249"/>
                  </a:lnTo>
                  <a:lnTo>
                    <a:pt x="1390" y="249"/>
                  </a:lnTo>
                  <a:lnTo>
                    <a:pt x="1391" y="249"/>
                  </a:lnTo>
                  <a:lnTo>
                    <a:pt x="1393" y="249"/>
                  </a:lnTo>
                  <a:lnTo>
                    <a:pt x="1394" y="249"/>
                  </a:lnTo>
                  <a:lnTo>
                    <a:pt x="1395" y="249"/>
                  </a:lnTo>
                  <a:lnTo>
                    <a:pt x="1397" y="249"/>
                  </a:lnTo>
                  <a:lnTo>
                    <a:pt x="1398" y="249"/>
                  </a:lnTo>
                  <a:lnTo>
                    <a:pt x="1399" y="249"/>
                  </a:lnTo>
                  <a:lnTo>
                    <a:pt x="1401" y="249"/>
                  </a:lnTo>
                  <a:lnTo>
                    <a:pt x="1402" y="249"/>
                  </a:lnTo>
                  <a:lnTo>
                    <a:pt x="1403" y="249"/>
                  </a:lnTo>
                  <a:lnTo>
                    <a:pt x="1405" y="249"/>
                  </a:lnTo>
                  <a:lnTo>
                    <a:pt x="1406" y="249"/>
                  </a:lnTo>
                  <a:lnTo>
                    <a:pt x="1407" y="249"/>
                  </a:lnTo>
                  <a:lnTo>
                    <a:pt x="1409" y="249"/>
                  </a:lnTo>
                  <a:lnTo>
                    <a:pt x="1410" y="249"/>
                  </a:lnTo>
                  <a:lnTo>
                    <a:pt x="1411" y="249"/>
                  </a:lnTo>
                  <a:lnTo>
                    <a:pt x="1413" y="249"/>
                  </a:lnTo>
                  <a:lnTo>
                    <a:pt x="1414" y="249"/>
                  </a:lnTo>
                  <a:lnTo>
                    <a:pt x="1415" y="249"/>
                  </a:lnTo>
                  <a:lnTo>
                    <a:pt x="1417" y="249"/>
                  </a:lnTo>
                  <a:lnTo>
                    <a:pt x="1418" y="249"/>
                  </a:lnTo>
                  <a:lnTo>
                    <a:pt x="1419" y="249"/>
                  </a:lnTo>
                  <a:lnTo>
                    <a:pt x="1421" y="249"/>
                  </a:lnTo>
                  <a:lnTo>
                    <a:pt x="1422" y="249"/>
                  </a:lnTo>
                </a:path>
              </a:pathLst>
            </a:custGeom>
            <a:noFill/>
            <a:ln cap="flat" cmpd="sng" w="25400">
              <a:solidFill>
                <a:srgbClr val="DAA52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 flipH="1" rot="10800000">
              <a:off x="1187451" y="1973263"/>
              <a:ext cx="3756025" cy="1130300"/>
            </a:xfrm>
            <a:custGeom>
              <a:rect b="b" l="l" r="r" t="t"/>
              <a:pathLst>
                <a:path extrusionOk="0" h="513" w="1422">
                  <a:moveTo>
                    <a:pt x="0" y="1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1"/>
                  </a:lnTo>
                  <a:lnTo>
                    <a:pt x="113" y="1"/>
                  </a:lnTo>
                  <a:lnTo>
                    <a:pt x="114" y="1"/>
                  </a:lnTo>
                  <a:lnTo>
                    <a:pt x="115" y="2"/>
                  </a:lnTo>
                  <a:lnTo>
                    <a:pt x="117" y="23"/>
                  </a:lnTo>
                  <a:lnTo>
                    <a:pt x="118" y="50"/>
                  </a:lnTo>
                  <a:lnTo>
                    <a:pt x="119" y="71"/>
                  </a:lnTo>
                  <a:lnTo>
                    <a:pt x="121" y="87"/>
                  </a:lnTo>
                  <a:lnTo>
                    <a:pt x="122" y="101"/>
                  </a:lnTo>
                  <a:lnTo>
                    <a:pt x="123" y="113"/>
                  </a:lnTo>
                  <a:lnTo>
                    <a:pt x="125" y="124"/>
                  </a:lnTo>
                  <a:lnTo>
                    <a:pt x="126" y="133"/>
                  </a:lnTo>
                  <a:lnTo>
                    <a:pt x="127" y="142"/>
                  </a:lnTo>
                  <a:lnTo>
                    <a:pt x="129" y="150"/>
                  </a:lnTo>
                  <a:lnTo>
                    <a:pt x="130" y="157"/>
                  </a:lnTo>
                  <a:lnTo>
                    <a:pt x="132" y="164"/>
                  </a:lnTo>
                  <a:lnTo>
                    <a:pt x="133" y="170"/>
                  </a:lnTo>
                  <a:lnTo>
                    <a:pt x="134" y="176"/>
                  </a:lnTo>
                  <a:lnTo>
                    <a:pt x="136" y="181"/>
                  </a:lnTo>
                  <a:lnTo>
                    <a:pt x="137" y="187"/>
                  </a:lnTo>
                  <a:lnTo>
                    <a:pt x="138" y="191"/>
                  </a:lnTo>
                  <a:lnTo>
                    <a:pt x="140" y="196"/>
                  </a:lnTo>
                  <a:lnTo>
                    <a:pt x="141" y="200"/>
                  </a:lnTo>
                  <a:lnTo>
                    <a:pt x="142" y="204"/>
                  </a:lnTo>
                  <a:lnTo>
                    <a:pt x="144" y="208"/>
                  </a:lnTo>
                  <a:lnTo>
                    <a:pt x="145" y="212"/>
                  </a:lnTo>
                  <a:lnTo>
                    <a:pt x="146" y="215"/>
                  </a:lnTo>
                  <a:lnTo>
                    <a:pt x="148" y="219"/>
                  </a:lnTo>
                  <a:lnTo>
                    <a:pt x="149" y="222"/>
                  </a:lnTo>
                  <a:lnTo>
                    <a:pt x="150" y="225"/>
                  </a:lnTo>
                  <a:lnTo>
                    <a:pt x="152" y="229"/>
                  </a:lnTo>
                  <a:lnTo>
                    <a:pt x="153" y="232"/>
                  </a:lnTo>
                  <a:lnTo>
                    <a:pt x="154" y="235"/>
                  </a:lnTo>
                  <a:lnTo>
                    <a:pt x="156" y="238"/>
                  </a:lnTo>
                  <a:lnTo>
                    <a:pt x="157" y="241"/>
                  </a:lnTo>
                  <a:lnTo>
                    <a:pt x="158" y="244"/>
                  </a:lnTo>
                  <a:lnTo>
                    <a:pt x="160" y="247"/>
                  </a:lnTo>
                  <a:lnTo>
                    <a:pt x="161" y="250"/>
                  </a:lnTo>
                  <a:lnTo>
                    <a:pt x="162" y="253"/>
                  </a:lnTo>
                  <a:lnTo>
                    <a:pt x="164" y="256"/>
                  </a:lnTo>
                  <a:lnTo>
                    <a:pt x="165" y="259"/>
                  </a:lnTo>
                  <a:lnTo>
                    <a:pt x="167" y="261"/>
                  </a:lnTo>
                  <a:lnTo>
                    <a:pt x="168" y="264"/>
                  </a:lnTo>
                  <a:lnTo>
                    <a:pt x="169" y="266"/>
                  </a:lnTo>
                  <a:lnTo>
                    <a:pt x="171" y="269"/>
                  </a:lnTo>
                  <a:lnTo>
                    <a:pt x="172" y="271"/>
                  </a:lnTo>
                  <a:lnTo>
                    <a:pt x="173" y="274"/>
                  </a:lnTo>
                  <a:lnTo>
                    <a:pt x="175" y="277"/>
                  </a:lnTo>
                  <a:lnTo>
                    <a:pt x="176" y="279"/>
                  </a:lnTo>
                  <a:lnTo>
                    <a:pt x="177" y="282"/>
                  </a:lnTo>
                  <a:lnTo>
                    <a:pt x="179" y="285"/>
                  </a:lnTo>
                  <a:lnTo>
                    <a:pt x="180" y="287"/>
                  </a:lnTo>
                  <a:lnTo>
                    <a:pt x="181" y="289"/>
                  </a:lnTo>
                  <a:lnTo>
                    <a:pt x="183" y="292"/>
                  </a:lnTo>
                  <a:lnTo>
                    <a:pt x="184" y="294"/>
                  </a:lnTo>
                  <a:lnTo>
                    <a:pt x="185" y="296"/>
                  </a:lnTo>
                  <a:lnTo>
                    <a:pt x="187" y="299"/>
                  </a:lnTo>
                  <a:lnTo>
                    <a:pt x="188" y="301"/>
                  </a:lnTo>
                  <a:lnTo>
                    <a:pt x="189" y="304"/>
                  </a:lnTo>
                  <a:lnTo>
                    <a:pt x="191" y="306"/>
                  </a:lnTo>
                  <a:lnTo>
                    <a:pt x="192" y="308"/>
                  </a:lnTo>
                  <a:lnTo>
                    <a:pt x="193" y="311"/>
                  </a:lnTo>
                  <a:lnTo>
                    <a:pt x="195" y="313"/>
                  </a:lnTo>
                  <a:lnTo>
                    <a:pt x="196" y="316"/>
                  </a:lnTo>
                  <a:lnTo>
                    <a:pt x="197" y="318"/>
                  </a:lnTo>
                  <a:lnTo>
                    <a:pt x="199" y="320"/>
                  </a:lnTo>
                  <a:lnTo>
                    <a:pt x="200" y="323"/>
                  </a:lnTo>
                  <a:lnTo>
                    <a:pt x="202" y="325"/>
                  </a:lnTo>
                  <a:lnTo>
                    <a:pt x="203" y="328"/>
                  </a:lnTo>
                  <a:lnTo>
                    <a:pt x="204" y="329"/>
                  </a:lnTo>
                  <a:lnTo>
                    <a:pt x="206" y="332"/>
                  </a:lnTo>
                  <a:lnTo>
                    <a:pt x="207" y="334"/>
                  </a:lnTo>
                  <a:lnTo>
                    <a:pt x="208" y="336"/>
                  </a:lnTo>
                  <a:lnTo>
                    <a:pt x="210" y="339"/>
                  </a:lnTo>
                  <a:lnTo>
                    <a:pt x="211" y="341"/>
                  </a:lnTo>
                  <a:lnTo>
                    <a:pt x="212" y="343"/>
                  </a:lnTo>
                  <a:lnTo>
                    <a:pt x="214" y="346"/>
                  </a:lnTo>
                  <a:lnTo>
                    <a:pt x="215" y="348"/>
                  </a:lnTo>
                  <a:lnTo>
                    <a:pt x="216" y="350"/>
                  </a:lnTo>
                  <a:lnTo>
                    <a:pt x="218" y="352"/>
                  </a:lnTo>
                  <a:lnTo>
                    <a:pt x="219" y="354"/>
                  </a:lnTo>
                  <a:lnTo>
                    <a:pt x="220" y="356"/>
                  </a:lnTo>
                  <a:lnTo>
                    <a:pt x="222" y="358"/>
                  </a:lnTo>
                  <a:lnTo>
                    <a:pt x="223" y="360"/>
                  </a:lnTo>
                  <a:lnTo>
                    <a:pt x="224" y="363"/>
                  </a:lnTo>
                  <a:lnTo>
                    <a:pt x="226" y="365"/>
                  </a:lnTo>
                  <a:lnTo>
                    <a:pt x="227" y="367"/>
                  </a:lnTo>
                  <a:lnTo>
                    <a:pt x="228" y="369"/>
                  </a:lnTo>
                  <a:lnTo>
                    <a:pt x="230" y="371"/>
                  </a:lnTo>
                  <a:lnTo>
                    <a:pt x="231" y="373"/>
                  </a:lnTo>
                  <a:lnTo>
                    <a:pt x="232" y="376"/>
                  </a:lnTo>
                  <a:lnTo>
                    <a:pt x="234" y="378"/>
                  </a:lnTo>
                  <a:lnTo>
                    <a:pt x="235" y="380"/>
                  </a:lnTo>
                  <a:lnTo>
                    <a:pt x="236" y="382"/>
                  </a:lnTo>
                  <a:lnTo>
                    <a:pt x="238" y="384"/>
                  </a:lnTo>
                  <a:lnTo>
                    <a:pt x="239" y="387"/>
                  </a:lnTo>
                  <a:lnTo>
                    <a:pt x="241" y="388"/>
                  </a:lnTo>
                  <a:lnTo>
                    <a:pt x="242" y="390"/>
                  </a:lnTo>
                  <a:lnTo>
                    <a:pt x="243" y="393"/>
                  </a:lnTo>
                  <a:lnTo>
                    <a:pt x="245" y="394"/>
                  </a:lnTo>
                  <a:lnTo>
                    <a:pt x="246" y="397"/>
                  </a:lnTo>
                  <a:lnTo>
                    <a:pt x="247" y="399"/>
                  </a:lnTo>
                  <a:lnTo>
                    <a:pt x="249" y="401"/>
                  </a:lnTo>
                  <a:lnTo>
                    <a:pt x="250" y="403"/>
                  </a:lnTo>
                  <a:lnTo>
                    <a:pt x="251" y="405"/>
                  </a:lnTo>
                  <a:lnTo>
                    <a:pt x="253" y="407"/>
                  </a:lnTo>
                  <a:lnTo>
                    <a:pt x="254" y="409"/>
                  </a:lnTo>
                  <a:lnTo>
                    <a:pt x="255" y="411"/>
                  </a:lnTo>
                  <a:lnTo>
                    <a:pt x="257" y="413"/>
                  </a:lnTo>
                  <a:lnTo>
                    <a:pt x="258" y="415"/>
                  </a:lnTo>
                  <a:lnTo>
                    <a:pt x="259" y="417"/>
                  </a:lnTo>
                  <a:lnTo>
                    <a:pt x="261" y="419"/>
                  </a:lnTo>
                  <a:lnTo>
                    <a:pt x="262" y="421"/>
                  </a:lnTo>
                  <a:lnTo>
                    <a:pt x="263" y="423"/>
                  </a:lnTo>
                  <a:lnTo>
                    <a:pt x="265" y="425"/>
                  </a:lnTo>
                  <a:lnTo>
                    <a:pt x="266" y="427"/>
                  </a:lnTo>
                  <a:lnTo>
                    <a:pt x="267" y="429"/>
                  </a:lnTo>
                  <a:lnTo>
                    <a:pt x="269" y="431"/>
                  </a:lnTo>
                  <a:lnTo>
                    <a:pt x="270" y="433"/>
                  </a:lnTo>
                  <a:lnTo>
                    <a:pt x="271" y="435"/>
                  </a:lnTo>
                  <a:lnTo>
                    <a:pt x="273" y="437"/>
                  </a:lnTo>
                  <a:lnTo>
                    <a:pt x="274" y="439"/>
                  </a:lnTo>
                  <a:lnTo>
                    <a:pt x="276" y="440"/>
                  </a:lnTo>
                  <a:lnTo>
                    <a:pt x="277" y="442"/>
                  </a:lnTo>
                  <a:lnTo>
                    <a:pt x="278" y="444"/>
                  </a:lnTo>
                  <a:lnTo>
                    <a:pt x="280" y="445"/>
                  </a:lnTo>
                  <a:lnTo>
                    <a:pt x="281" y="447"/>
                  </a:lnTo>
                  <a:lnTo>
                    <a:pt x="282" y="449"/>
                  </a:lnTo>
                  <a:lnTo>
                    <a:pt x="284" y="450"/>
                  </a:lnTo>
                  <a:lnTo>
                    <a:pt x="285" y="452"/>
                  </a:lnTo>
                  <a:lnTo>
                    <a:pt x="286" y="453"/>
                  </a:lnTo>
                  <a:lnTo>
                    <a:pt x="288" y="455"/>
                  </a:lnTo>
                  <a:lnTo>
                    <a:pt x="289" y="456"/>
                  </a:lnTo>
                  <a:lnTo>
                    <a:pt x="290" y="458"/>
                  </a:lnTo>
                  <a:lnTo>
                    <a:pt x="292" y="459"/>
                  </a:lnTo>
                  <a:lnTo>
                    <a:pt x="293" y="460"/>
                  </a:lnTo>
                  <a:lnTo>
                    <a:pt x="294" y="461"/>
                  </a:lnTo>
                  <a:lnTo>
                    <a:pt x="296" y="463"/>
                  </a:lnTo>
                  <a:lnTo>
                    <a:pt x="297" y="464"/>
                  </a:lnTo>
                  <a:lnTo>
                    <a:pt x="298" y="465"/>
                  </a:lnTo>
                  <a:lnTo>
                    <a:pt x="300" y="466"/>
                  </a:lnTo>
                  <a:lnTo>
                    <a:pt x="301" y="467"/>
                  </a:lnTo>
                  <a:lnTo>
                    <a:pt x="302" y="469"/>
                  </a:lnTo>
                  <a:lnTo>
                    <a:pt x="304" y="470"/>
                  </a:lnTo>
                  <a:lnTo>
                    <a:pt x="305" y="471"/>
                  </a:lnTo>
                  <a:lnTo>
                    <a:pt x="306" y="472"/>
                  </a:lnTo>
                  <a:lnTo>
                    <a:pt x="308" y="473"/>
                  </a:lnTo>
                  <a:lnTo>
                    <a:pt x="309" y="474"/>
                  </a:lnTo>
                  <a:lnTo>
                    <a:pt x="311" y="475"/>
                  </a:lnTo>
                  <a:lnTo>
                    <a:pt x="312" y="476"/>
                  </a:lnTo>
                  <a:lnTo>
                    <a:pt x="313" y="477"/>
                  </a:lnTo>
                  <a:lnTo>
                    <a:pt x="315" y="478"/>
                  </a:lnTo>
                  <a:lnTo>
                    <a:pt x="316" y="479"/>
                  </a:lnTo>
                  <a:lnTo>
                    <a:pt x="317" y="480"/>
                  </a:lnTo>
                  <a:lnTo>
                    <a:pt x="319" y="481"/>
                  </a:lnTo>
                  <a:lnTo>
                    <a:pt x="320" y="482"/>
                  </a:lnTo>
                  <a:lnTo>
                    <a:pt x="321" y="483"/>
                  </a:lnTo>
                  <a:lnTo>
                    <a:pt x="323" y="484"/>
                  </a:lnTo>
                  <a:lnTo>
                    <a:pt x="324" y="484"/>
                  </a:lnTo>
                  <a:lnTo>
                    <a:pt x="325" y="485"/>
                  </a:lnTo>
                  <a:lnTo>
                    <a:pt x="327" y="486"/>
                  </a:lnTo>
                  <a:lnTo>
                    <a:pt x="328" y="487"/>
                  </a:lnTo>
                  <a:lnTo>
                    <a:pt x="329" y="487"/>
                  </a:lnTo>
                  <a:lnTo>
                    <a:pt x="331" y="488"/>
                  </a:lnTo>
                  <a:lnTo>
                    <a:pt x="332" y="489"/>
                  </a:lnTo>
                  <a:lnTo>
                    <a:pt x="333" y="489"/>
                  </a:lnTo>
                  <a:lnTo>
                    <a:pt x="335" y="490"/>
                  </a:lnTo>
                  <a:lnTo>
                    <a:pt x="336" y="491"/>
                  </a:lnTo>
                  <a:lnTo>
                    <a:pt x="337" y="492"/>
                  </a:lnTo>
                  <a:lnTo>
                    <a:pt x="339" y="492"/>
                  </a:lnTo>
                  <a:lnTo>
                    <a:pt x="340" y="493"/>
                  </a:lnTo>
                  <a:lnTo>
                    <a:pt x="341" y="494"/>
                  </a:lnTo>
                  <a:lnTo>
                    <a:pt x="343" y="494"/>
                  </a:lnTo>
                  <a:lnTo>
                    <a:pt x="344" y="495"/>
                  </a:lnTo>
                  <a:lnTo>
                    <a:pt x="346" y="495"/>
                  </a:lnTo>
                  <a:lnTo>
                    <a:pt x="347" y="496"/>
                  </a:lnTo>
                  <a:lnTo>
                    <a:pt x="348" y="496"/>
                  </a:lnTo>
                  <a:lnTo>
                    <a:pt x="350" y="497"/>
                  </a:lnTo>
                  <a:lnTo>
                    <a:pt x="351" y="497"/>
                  </a:lnTo>
                  <a:lnTo>
                    <a:pt x="352" y="498"/>
                  </a:lnTo>
                  <a:lnTo>
                    <a:pt x="354" y="498"/>
                  </a:lnTo>
                  <a:lnTo>
                    <a:pt x="355" y="499"/>
                  </a:lnTo>
                  <a:lnTo>
                    <a:pt x="356" y="499"/>
                  </a:lnTo>
                  <a:lnTo>
                    <a:pt x="358" y="500"/>
                  </a:lnTo>
                  <a:lnTo>
                    <a:pt x="359" y="500"/>
                  </a:lnTo>
                  <a:lnTo>
                    <a:pt x="360" y="501"/>
                  </a:lnTo>
                  <a:lnTo>
                    <a:pt x="362" y="501"/>
                  </a:lnTo>
                  <a:lnTo>
                    <a:pt x="363" y="501"/>
                  </a:lnTo>
                  <a:lnTo>
                    <a:pt x="364" y="502"/>
                  </a:lnTo>
                  <a:lnTo>
                    <a:pt x="366" y="502"/>
                  </a:lnTo>
                  <a:lnTo>
                    <a:pt x="367" y="503"/>
                  </a:lnTo>
                  <a:lnTo>
                    <a:pt x="368" y="503"/>
                  </a:lnTo>
                  <a:lnTo>
                    <a:pt x="370" y="503"/>
                  </a:lnTo>
                  <a:lnTo>
                    <a:pt x="371" y="504"/>
                  </a:lnTo>
                  <a:lnTo>
                    <a:pt x="372" y="504"/>
                  </a:lnTo>
                  <a:lnTo>
                    <a:pt x="374" y="505"/>
                  </a:lnTo>
                  <a:lnTo>
                    <a:pt x="375" y="505"/>
                  </a:lnTo>
                  <a:lnTo>
                    <a:pt x="376" y="505"/>
                  </a:lnTo>
                  <a:lnTo>
                    <a:pt x="378" y="505"/>
                  </a:lnTo>
                  <a:lnTo>
                    <a:pt x="379" y="506"/>
                  </a:lnTo>
                  <a:lnTo>
                    <a:pt x="380" y="506"/>
                  </a:lnTo>
                  <a:lnTo>
                    <a:pt x="382" y="506"/>
                  </a:lnTo>
                  <a:lnTo>
                    <a:pt x="383" y="507"/>
                  </a:lnTo>
                  <a:lnTo>
                    <a:pt x="385" y="507"/>
                  </a:lnTo>
                  <a:lnTo>
                    <a:pt x="386" y="507"/>
                  </a:lnTo>
                  <a:lnTo>
                    <a:pt x="387" y="507"/>
                  </a:lnTo>
                  <a:lnTo>
                    <a:pt x="389" y="508"/>
                  </a:lnTo>
                  <a:lnTo>
                    <a:pt x="390" y="508"/>
                  </a:lnTo>
                  <a:lnTo>
                    <a:pt x="391" y="508"/>
                  </a:lnTo>
                  <a:lnTo>
                    <a:pt x="393" y="508"/>
                  </a:lnTo>
                  <a:lnTo>
                    <a:pt x="394" y="509"/>
                  </a:lnTo>
                  <a:lnTo>
                    <a:pt x="395" y="509"/>
                  </a:lnTo>
                  <a:lnTo>
                    <a:pt x="397" y="509"/>
                  </a:lnTo>
                  <a:lnTo>
                    <a:pt x="398" y="510"/>
                  </a:lnTo>
                  <a:lnTo>
                    <a:pt x="399" y="510"/>
                  </a:lnTo>
                  <a:lnTo>
                    <a:pt x="401" y="510"/>
                  </a:lnTo>
                  <a:lnTo>
                    <a:pt x="402" y="510"/>
                  </a:lnTo>
                  <a:lnTo>
                    <a:pt x="403" y="511"/>
                  </a:lnTo>
                  <a:lnTo>
                    <a:pt x="405" y="511"/>
                  </a:lnTo>
                  <a:lnTo>
                    <a:pt x="406" y="511"/>
                  </a:lnTo>
                  <a:lnTo>
                    <a:pt x="407" y="511"/>
                  </a:lnTo>
                  <a:lnTo>
                    <a:pt x="409" y="512"/>
                  </a:lnTo>
                  <a:lnTo>
                    <a:pt x="410" y="512"/>
                  </a:lnTo>
                  <a:lnTo>
                    <a:pt x="411" y="512"/>
                  </a:lnTo>
                  <a:lnTo>
                    <a:pt x="413" y="512"/>
                  </a:lnTo>
                  <a:lnTo>
                    <a:pt x="414" y="512"/>
                  </a:lnTo>
                  <a:lnTo>
                    <a:pt x="415" y="513"/>
                  </a:lnTo>
                  <a:lnTo>
                    <a:pt x="417" y="513"/>
                  </a:lnTo>
                  <a:lnTo>
                    <a:pt x="418" y="513"/>
                  </a:lnTo>
                  <a:lnTo>
                    <a:pt x="420" y="503"/>
                  </a:lnTo>
                  <a:lnTo>
                    <a:pt x="421" y="502"/>
                  </a:lnTo>
                  <a:lnTo>
                    <a:pt x="422" y="501"/>
                  </a:lnTo>
                  <a:lnTo>
                    <a:pt x="424" y="500"/>
                  </a:lnTo>
                  <a:lnTo>
                    <a:pt x="425" y="499"/>
                  </a:lnTo>
                  <a:lnTo>
                    <a:pt x="426" y="499"/>
                  </a:lnTo>
                  <a:lnTo>
                    <a:pt x="428" y="498"/>
                  </a:lnTo>
                  <a:lnTo>
                    <a:pt x="429" y="498"/>
                  </a:lnTo>
                  <a:lnTo>
                    <a:pt x="430" y="497"/>
                  </a:lnTo>
                  <a:lnTo>
                    <a:pt x="432" y="497"/>
                  </a:lnTo>
                  <a:lnTo>
                    <a:pt x="433" y="496"/>
                  </a:lnTo>
                  <a:lnTo>
                    <a:pt x="434" y="496"/>
                  </a:lnTo>
                  <a:lnTo>
                    <a:pt x="436" y="495"/>
                  </a:lnTo>
                  <a:lnTo>
                    <a:pt x="437" y="495"/>
                  </a:lnTo>
                  <a:lnTo>
                    <a:pt x="438" y="494"/>
                  </a:lnTo>
                  <a:lnTo>
                    <a:pt x="440" y="493"/>
                  </a:lnTo>
                  <a:lnTo>
                    <a:pt x="441" y="493"/>
                  </a:lnTo>
                  <a:lnTo>
                    <a:pt x="442" y="492"/>
                  </a:lnTo>
                  <a:lnTo>
                    <a:pt x="444" y="492"/>
                  </a:lnTo>
                  <a:lnTo>
                    <a:pt x="445" y="492"/>
                  </a:lnTo>
                  <a:lnTo>
                    <a:pt x="446" y="491"/>
                  </a:lnTo>
                  <a:lnTo>
                    <a:pt x="448" y="491"/>
                  </a:lnTo>
                  <a:lnTo>
                    <a:pt x="449" y="491"/>
                  </a:lnTo>
                  <a:lnTo>
                    <a:pt x="450" y="490"/>
                  </a:lnTo>
                  <a:lnTo>
                    <a:pt x="452" y="490"/>
                  </a:lnTo>
                  <a:lnTo>
                    <a:pt x="453" y="490"/>
                  </a:lnTo>
                  <a:lnTo>
                    <a:pt x="455" y="489"/>
                  </a:lnTo>
                  <a:lnTo>
                    <a:pt x="456" y="489"/>
                  </a:lnTo>
                  <a:lnTo>
                    <a:pt x="457" y="489"/>
                  </a:lnTo>
                  <a:lnTo>
                    <a:pt x="459" y="488"/>
                  </a:lnTo>
                  <a:lnTo>
                    <a:pt x="460" y="488"/>
                  </a:lnTo>
                  <a:lnTo>
                    <a:pt x="461" y="488"/>
                  </a:lnTo>
                  <a:lnTo>
                    <a:pt x="463" y="487"/>
                  </a:lnTo>
                  <a:lnTo>
                    <a:pt x="464" y="487"/>
                  </a:lnTo>
                  <a:lnTo>
                    <a:pt x="465" y="487"/>
                  </a:lnTo>
                  <a:lnTo>
                    <a:pt x="467" y="486"/>
                  </a:lnTo>
                  <a:lnTo>
                    <a:pt x="468" y="486"/>
                  </a:lnTo>
                  <a:lnTo>
                    <a:pt x="469" y="486"/>
                  </a:lnTo>
                  <a:lnTo>
                    <a:pt x="471" y="486"/>
                  </a:lnTo>
                  <a:lnTo>
                    <a:pt x="472" y="485"/>
                  </a:lnTo>
                  <a:lnTo>
                    <a:pt x="473" y="485"/>
                  </a:lnTo>
                  <a:lnTo>
                    <a:pt x="475" y="485"/>
                  </a:lnTo>
                  <a:lnTo>
                    <a:pt x="476" y="485"/>
                  </a:lnTo>
                  <a:lnTo>
                    <a:pt x="477" y="485"/>
                  </a:lnTo>
                  <a:lnTo>
                    <a:pt x="479" y="484"/>
                  </a:lnTo>
                  <a:lnTo>
                    <a:pt x="480" y="484"/>
                  </a:lnTo>
                  <a:lnTo>
                    <a:pt x="481" y="484"/>
                  </a:lnTo>
                  <a:lnTo>
                    <a:pt x="483" y="484"/>
                  </a:lnTo>
                  <a:lnTo>
                    <a:pt x="484" y="484"/>
                  </a:lnTo>
                  <a:lnTo>
                    <a:pt x="485" y="483"/>
                  </a:lnTo>
                  <a:lnTo>
                    <a:pt x="487" y="483"/>
                  </a:lnTo>
                  <a:lnTo>
                    <a:pt x="488" y="483"/>
                  </a:lnTo>
                  <a:lnTo>
                    <a:pt x="490" y="483"/>
                  </a:lnTo>
                  <a:lnTo>
                    <a:pt x="491" y="482"/>
                  </a:lnTo>
                  <a:lnTo>
                    <a:pt x="492" y="482"/>
                  </a:lnTo>
                  <a:lnTo>
                    <a:pt x="494" y="482"/>
                  </a:lnTo>
                  <a:lnTo>
                    <a:pt x="495" y="482"/>
                  </a:lnTo>
                  <a:lnTo>
                    <a:pt x="496" y="482"/>
                  </a:lnTo>
                  <a:lnTo>
                    <a:pt x="498" y="482"/>
                  </a:lnTo>
                  <a:lnTo>
                    <a:pt x="499" y="481"/>
                  </a:lnTo>
                  <a:lnTo>
                    <a:pt x="500" y="481"/>
                  </a:lnTo>
                  <a:lnTo>
                    <a:pt x="502" y="481"/>
                  </a:lnTo>
                  <a:lnTo>
                    <a:pt x="503" y="480"/>
                  </a:lnTo>
                  <a:lnTo>
                    <a:pt x="504" y="480"/>
                  </a:lnTo>
                  <a:lnTo>
                    <a:pt x="506" y="480"/>
                  </a:lnTo>
                  <a:lnTo>
                    <a:pt x="507" y="480"/>
                  </a:lnTo>
                  <a:lnTo>
                    <a:pt x="508" y="480"/>
                  </a:lnTo>
                  <a:lnTo>
                    <a:pt x="510" y="480"/>
                  </a:lnTo>
                  <a:lnTo>
                    <a:pt x="511" y="480"/>
                  </a:lnTo>
                  <a:lnTo>
                    <a:pt x="512" y="480"/>
                  </a:lnTo>
                  <a:lnTo>
                    <a:pt x="514" y="479"/>
                  </a:lnTo>
                  <a:lnTo>
                    <a:pt x="515" y="479"/>
                  </a:lnTo>
                  <a:lnTo>
                    <a:pt x="516" y="479"/>
                  </a:lnTo>
                  <a:lnTo>
                    <a:pt x="518" y="479"/>
                  </a:lnTo>
                  <a:lnTo>
                    <a:pt x="519" y="479"/>
                  </a:lnTo>
                  <a:lnTo>
                    <a:pt x="520" y="479"/>
                  </a:lnTo>
                  <a:lnTo>
                    <a:pt x="522" y="479"/>
                  </a:lnTo>
                  <a:lnTo>
                    <a:pt x="523" y="478"/>
                  </a:lnTo>
                  <a:lnTo>
                    <a:pt x="524" y="478"/>
                  </a:lnTo>
                  <a:lnTo>
                    <a:pt x="526" y="478"/>
                  </a:lnTo>
                  <a:lnTo>
                    <a:pt x="527" y="478"/>
                  </a:lnTo>
                  <a:lnTo>
                    <a:pt x="529" y="478"/>
                  </a:lnTo>
                  <a:lnTo>
                    <a:pt x="530" y="477"/>
                  </a:lnTo>
                  <a:lnTo>
                    <a:pt x="531" y="477"/>
                  </a:lnTo>
                  <a:lnTo>
                    <a:pt x="533" y="477"/>
                  </a:lnTo>
                  <a:lnTo>
                    <a:pt x="534" y="477"/>
                  </a:lnTo>
                  <a:lnTo>
                    <a:pt x="535" y="477"/>
                  </a:lnTo>
                  <a:lnTo>
                    <a:pt x="537" y="477"/>
                  </a:lnTo>
                  <a:lnTo>
                    <a:pt x="538" y="476"/>
                  </a:lnTo>
                  <a:lnTo>
                    <a:pt x="539" y="476"/>
                  </a:lnTo>
                  <a:lnTo>
                    <a:pt x="541" y="476"/>
                  </a:lnTo>
                  <a:lnTo>
                    <a:pt x="542" y="476"/>
                  </a:lnTo>
                  <a:lnTo>
                    <a:pt x="543" y="476"/>
                  </a:lnTo>
                  <a:lnTo>
                    <a:pt x="545" y="476"/>
                  </a:lnTo>
                  <a:lnTo>
                    <a:pt x="546" y="476"/>
                  </a:lnTo>
                  <a:lnTo>
                    <a:pt x="547" y="476"/>
                  </a:lnTo>
                  <a:lnTo>
                    <a:pt x="549" y="475"/>
                  </a:lnTo>
                  <a:lnTo>
                    <a:pt x="550" y="475"/>
                  </a:lnTo>
                  <a:lnTo>
                    <a:pt x="551" y="475"/>
                  </a:lnTo>
                  <a:lnTo>
                    <a:pt x="553" y="475"/>
                  </a:lnTo>
                  <a:lnTo>
                    <a:pt x="554" y="475"/>
                  </a:lnTo>
                  <a:lnTo>
                    <a:pt x="555" y="475"/>
                  </a:lnTo>
                  <a:lnTo>
                    <a:pt x="557" y="475"/>
                  </a:lnTo>
                  <a:lnTo>
                    <a:pt x="558" y="475"/>
                  </a:lnTo>
                  <a:lnTo>
                    <a:pt x="559" y="474"/>
                  </a:lnTo>
                  <a:lnTo>
                    <a:pt x="561" y="474"/>
                  </a:lnTo>
                  <a:lnTo>
                    <a:pt x="562" y="474"/>
                  </a:lnTo>
                  <a:lnTo>
                    <a:pt x="564" y="474"/>
                  </a:lnTo>
                  <a:lnTo>
                    <a:pt x="565" y="474"/>
                  </a:lnTo>
                  <a:lnTo>
                    <a:pt x="566" y="474"/>
                  </a:lnTo>
                  <a:lnTo>
                    <a:pt x="568" y="474"/>
                  </a:lnTo>
                  <a:lnTo>
                    <a:pt x="569" y="474"/>
                  </a:lnTo>
                  <a:lnTo>
                    <a:pt x="570" y="474"/>
                  </a:lnTo>
                  <a:lnTo>
                    <a:pt x="572" y="474"/>
                  </a:lnTo>
                  <a:lnTo>
                    <a:pt x="573" y="473"/>
                  </a:lnTo>
                  <a:lnTo>
                    <a:pt x="574" y="473"/>
                  </a:lnTo>
                  <a:lnTo>
                    <a:pt x="576" y="473"/>
                  </a:lnTo>
                  <a:lnTo>
                    <a:pt x="577" y="473"/>
                  </a:lnTo>
                  <a:lnTo>
                    <a:pt x="578" y="473"/>
                  </a:lnTo>
                  <a:lnTo>
                    <a:pt x="580" y="473"/>
                  </a:lnTo>
                  <a:lnTo>
                    <a:pt x="581" y="473"/>
                  </a:lnTo>
                  <a:lnTo>
                    <a:pt x="582" y="473"/>
                  </a:lnTo>
                  <a:lnTo>
                    <a:pt x="584" y="472"/>
                  </a:lnTo>
                  <a:lnTo>
                    <a:pt x="585" y="472"/>
                  </a:lnTo>
                  <a:lnTo>
                    <a:pt x="586" y="472"/>
                  </a:lnTo>
                  <a:lnTo>
                    <a:pt x="588" y="472"/>
                  </a:lnTo>
                  <a:lnTo>
                    <a:pt x="589" y="472"/>
                  </a:lnTo>
                  <a:lnTo>
                    <a:pt x="590" y="472"/>
                  </a:lnTo>
                  <a:lnTo>
                    <a:pt x="592" y="472"/>
                  </a:lnTo>
                  <a:lnTo>
                    <a:pt x="593" y="471"/>
                  </a:lnTo>
                  <a:lnTo>
                    <a:pt x="594" y="471"/>
                  </a:lnTo>
                  <a:lnTo>
                    <a:pt x="596" y="471"/>
                  </a:lnTo>
                  <a:lnTo>
                    <a:pt x="597" y="471"/>
                  </a:lnTo>
                  <a:lnTo>
                    <a:pt x="599" y="471"/>
                  </a:lnTo>
                  <a:lnTo>
                    <a:pt x="600" y="471"/>
                  </a:lnTo>
                  <a:lnTo>
                    <a:pt x="601" y="471"/>
                  </a:lnTo>
                  <a:lnTo>
                    <a:pt x="603" y="471"/>
                  </a:lnTo>
                  <a:lnTo>
                    <a:pt x="604" y="471"/>
                  </a:lnTo>
                  <a:lnTo>
                    <a:pt x="605" y="470"/>
                  </a:lnTo>
                  <a:lnTo>
                    <a:pt x="607" y="470"/>
                  </a:lnTo>
                  <a:lnTo>
                    <a:pt x="608" y="470"/>
                  </a:lnTo>
                  <a:lnTo>
                    <a:pt x="609" y="470"/>
                  </a:lnTo>
                  <a:lnTo>
                    <a:pt x="611" y="470"/>
                  </a:lnTo>
                  <a:lnTo>
                    <a:pt x="612" y="470"/>
                  </a:lnTo>
                  <a:lnTo>
                    <a:pt x="613" y="470"/>
                  </a:lnTo>
                  <a:lnTo>
                    <a:pt x="615" y="470"/>
                  </a:lnTo>
                  <a:lnTo>
                    <a:pt x="616" y="470"/>
                  </a:lnTo>
                  <a:lnTo>
                    <a:pt x="617" y="470"/>
                  </a:lnTo>
                  <a:lnTo>
                    <a:pt x="619" y="470"/>
                  </a:lnTo>
                  <a:lnTo>
                    <a:pt x="620" y="469"/>
                  </a:lnTo>
                  <a:lnTo>
                    <a:pt x="621" y="469"/>
                  </a:lnTo>
                  <a:lnTo>
                    <a:pt x="623" y="469"/>
                  </a:lnTo>
                  <a:lnTo>
                    <a:pt x="624" y="469"/>
                  </a:lnTo>
                  <a:lnTo>
                    <a:pt x="625" y="469"/>
                  </a:lnTo>
                  <a:lnTo>
                    <a:pt x="627" y="469"/>
                  </a:lnTo>
                  <a:lnTo>
                    <a:pt x="628" y="468"/>
                  </a:lnTo>
                  <a:lnTo>
                    <a:pt x="629" y="468"/>
                  </a:lnTo>
                  <a:lnTo>
                    <a:pt x="631" y="468"/>
                  </a:lnTo>
                  <a:lnTo>
                    <a:pt x="632" y="468"/>
                  </a:lnTo>
                  <a:lnTo>
                    <a:pt x="634" y="468"/>
                  </a:lnTo>
                  <a:lnTo>
                    <a:pt x="635" y="468"/>
                  </a:lnTo>
                  <a:lnTo>
                    <a:pt x="636" y="468"/>
                  </a:lnTo>
                  <a:lnTo>
                    <a:pt x="638" y="468"/>
                  </a:lnTo>
                  <a:lnTo>
                    <a:pt x="639" y="468"/>
                  </a:lnTo>
                  <a:lnTo>
                    <a:pt x="640" y="468"/>
                  </a:lnTo>
                  <a:lnTo>
                    <a:pt x="642" y="468"/>
                  </a:lnTo>
                  <a:lnTo>
                    <a:pt x="643" y="468"/>
                  </a:lnTo>
                  <a:lnTo>
                    <a:pt x="644" y="468"/>
                  </a:lnTo>
                  <a:lnTo>
                    <a:pt x="646" y="468"/>
                  </a:lnTo>
                  <a:lnTo>
                    <a:pt x="647" y="468"/>
                  </a:lnTo>
                  <a:lnTo>
                    <a:pt x="648" y="468"/>
                  </a:lnTo>
                  <a:lnTo>
                    <a:pt x="650" y="467"/>
                  </a:lnTo>
                  <a:lnTo>
                    <a:pt x="651" y="467"/>
                  </a:lnTo>
                  <a:lnTo>
                    <a:pt x="652" y="467"/>
                  </a:lnTo>
                  <a:lnTo>
                    <a:pt x="654" y="467"/>
                  </a:lnTo>
                  <a:lnTo>
                    <a:pt x="655" y="467"/>
                  </a:lnTo>
                  <a:lnTo>
                    <a:pt x="656" y="467"/>
                  </a:lnTo>
                  <a:lnTo>
                    <a:pt x="658" y="467"/>
                  </a:lnTo>
                  <a:lnTo>
                    <a:pt x="659" y="467"/>
                  </a:lnTo>
                  <a:lnTo>
                    <a:pt x="660" y="467"/>
                  </a:lnTo>
                  <a:lnTo>
                    <a:pt x="662" y="466"/>
                  </a:lnTo>
                  <a:lnTo>
                    <a:pt x="663" y="466"/>
                  </a:lnTo>
                  <a:lnTo>
                    <a:pt x="664" y="466"/>
                  </a:lnTo>
                  <a:lnTo>
                    <a:pt x="666" y="466"/>
                  </a:lnTo>
                  <a:lnTo>
                    <a:pt x="667" y="466"/>
                  </a:lnTo>
                  <a:lnTo>
                    <a:pt x="668" y="466"/>
                  </a:lnTo>
                  <a:lnTo>
                    <a:pt x="670" y="466"/>
                  </a:lnTo>
                  <a:lnTo>
                    <a:pt x="671" y="466"/>
                  </a:lnTo>
                  <a:lnTo>
                    <a:pt x="673" y="466"/>
                  </a:lnTo>
                  <a:lnTo>
                    <a:pt x="674" y="466"/>
                  </a:lnTo>
                  <a:lnTo>
                    <a:pt x="675" y="466"/>
                  </a:lnTo>
                  <a:lnTo>
                    <a:pt x="677" y="466"/>
                  </a:lnTo>
                  <a:lnTo>
                    <a:pt x="678" y="466"/>
                  </a:lnTo>
                  <a:lnTo>
                    <a:pt x="679" y="466"/>
                  </a:lnTo>
                  <a:lnTo>
                    <a:pt x="681" y="466"/>
                  </a:lnTo>
                  <a:lnTo>
                    <a:pt x="682" y="466"/>
                  </a:lnTo>
                  <a:lnTo>
                    <a:pt x="683" y="465"/>
                  </a:lnTo>
                  <a:lnTo>
                    <a:pt x="685" y="465"/>
                  </a:lnTo>
                  <a:lnTo>
                    <a:pt x="686" y="465"/>
                  </a:lnTo>
                  <a:lnTo>
                    <a:pt x="687" y="465"/>
                  </a:lnTo>
                  <a:lnTo>
                    <a:pt x="689" y="465"/>
                  </a:lnTo>
                  <a:lnTo>
                    <a:pt x="690" y="465"/>
                  </a:lnTo>
                  <a:lnTo>
                    <a:pt x="691" y="465"/>
                  </a:lnTo>
                  <a:lnTo>
                    <a:pt x="693" y="465"/>
                  </a:lnTo>
                  <a:lnTo>
                    <a:pt x="694" y="465"/>
                  </a:lnTo>
                  <a:lnTo>
                    <a:pt x="695" y="465"/>
                  </a:lnTo>
                  <a:lnTo>
                    <a:pt x="697" y="465"/>
                  </a:lnTo>
                  <a:lnTo>
                    <a:pt x="698" y="465"/>
                  </a:lnTo>
                  <a:lnTo>
                    <a:pt x="699" y="464"/>
                  </a:lnTo>
                  <a:lnTo>
                    <a:pt x="701" y="464"/>
                  </a:lnTo>
                  <a:lnTo>
                    <a:pt x="702" y="464"/>
                  </a:lnTo>
                  <a:lnTo>
                    <a:pt x="703" y="464"/>
                  </a:lnTo>
                  <a:lnTo>
                    <a:pt x="705" y="464"/>
                  </a:lnTo>
                  <a:lnTo>
                    <a:pt x="706" y="464"/>
                  </a:lnTo>
                  <a:lnTo>
                    <a:pt x="708" y="464"/>
                  </a:lnTo>
                  <a:lnTo>
                    <a:pt x="709" y="464"/>
                  </a:lnTo>
                  <a:lnTo>
                    <a:pt x="710" y="464"/>
                  </a:lnTo>
                  <a:lnTo>
                    <a:pt x="712" y="464"/>
                  </a:lnTo>
                  <a:lnTo>
                    <a:pt x="713" y="464"/>
                  </a:lnTo>
                  <a:lnTo>
                    <a:pt x="714" y="464"/>
                  </a:lnTo>
                  <a:lnTo>
                    <a:pt x="716" y="464"/>
                  </a:lnTo>
                  <a:lnTo>
                    <a:pt x="717" y="464"/>
                  </a:lnTo>
                  <a:lnTo>
                    <a:pt x="718" y="464"/>
                  </a:lnTo>
                  <a:lnTo>
                    <a:pt x="720" y="464"/>
                  </a:lnTo>
                  <a:lnTo>
                    <a:pt x="721" y="464"/>
                  </a:lnTo>
                  <a:lnTo>
                    <a:pt x="722" y="464"/>
                  </a:lnTo>
                  <a:lnTo>
                    <a:pt x="724" y="464"/>
                  </a:lnTo>
                  <a:lnTo>
                    <a:pt x="725" y="464"/>
                  </a:lnTo>
                  <a:lnTo>
                    <a:pt x="726" y="464"/>
                  </a:lnTo>
                  <a:lnTo>
                    <a:pt x="728" y="464"/>
                  </a:lnTo>
                  <a:lnTo>
                    <a:pt x="729" y="464"/>
                  </a:lnTo>
                  <a:lnTo>
                    <a:pt x="730" y="464"/>
                  </a:lnTo>
                  <a:lnTo>
                    <a:pt x="732" y="464"/>
                  </a:lnTo>
                  <a:lnTo>
                    <a:pt x="733" y="464"/>
                  </a:lnTo>
                  <a:lnTo>
                    <a:pt x="734" y="464"/>
                  </a:lnTo>
                  <a:lnTo>
                    <a:pt x="736" y="464"/>
                  </a:lnTo>
                  <a:lnTo>
                    <a:pt x="737" y="464"/>
                  </a:lnTo>
                  <a:lnTo>
                    <a:pt x="738" y="464"/>
                  </a:lnTo>
                  <a:lnTo>
                    <a:pt x="740" y="464"/>
                  </a:lnTo>
                  <a:lnTo>
                    <a:pt x="741" y="464"/>
                  </a:lnTo>
                  <a:lnTo>
                    <a:pt x="743" y="463"/>
                  </a:lnTo>
                  <a:lnTo>
                    <a:pt x="744" y="463"/>
                  </a:lnTo>
                  <a:lnTo>
                    <a:pt x="745" y="463"/>
                  </a:lnTo>
                  <a:lnTo>
                    <a:pt x="747" y="463"/>
                  </a:lnTo>
                  <a:lnTo>
                    <a:pt x="748" y="463"/>
                  </a:lnTo>
                  <a:lnTo>
                    <a:pt x="749" y="463"/>
                  </a:lnTo>
                  <a:lnTo>
                    <a:pt x="751" y="463"/>
                  </a:lnTo>
                  <a:lnTo>
                    <a:pt x="752" y="463"/>
                  </a:lnTo>
                  <a:lnTo>
                    <a:pt x="753" y="463"/>
                  </a:lnTo>
                  <a:lnTo>
                    <a:pt x="755" y="463"/>
                  </a:lnTo>
                  <a:lnTo>
                    <a:pt x="756" y="462"/>
                  </a:lnTo>
                  <a:lnTo>
                    <a:pt x="757" y="462"/>
                  </a:lnTo>
                  <a:lnTo>
                    <a:pt x="759" y="462"/>
                  </a:lnTo>
                  <a:lnTo>
                    <a:pt x="760" y="462"/>
                  </a:lnTo>
                  <a:lnTo>
                    <a:pt x="761" y="462"/>
                  </a:lnTo>
                  <a:lnTo>
                    <a:pt x="763" y="462"/>
                  </a:lnTo>
                  <a:lnTo>
                    <a:pt x="764" y="462"/>
                  </a:lnTo>
                  <a:lnTo>
                    <a:pt x="765" y="462"/>
                  </a:lnTo>
                  <a:lnTo>
                    <a:pt x="767" y="462"/>
                  </a:lnTo>
                  <a:lnTo>
                    <a:pt x="768" y="462"/>
                  </a:lnTo>
                  <a:lnTo>
                    <a:pt x="769" y="462"/>
                  </a:lnTo>
                  <a:lnTo>
                    <a:pt x="771" y="462"/>
                  </a:lnTo>
                  <a:lnTo>
                    <a:pt x="772" y="462"/>
                  </a:lnTo>
                  <a:lnTo>
                    <a:pt x="773" y="461"/>
                  </a:lnTo>
                  <a:lnTo>
                    <a:pt x="775" y="461"/>
                  </a:lnTo>
                  <a:lnTo>
                    <a:pt x="776" y="461"/>
                  </a:lnTo>
                  <a:lnTo>
                    <a:pt x="777" y="461"/>
                  </a:lnTo>
                  <a:lnTo>
                    <a:pt x="779" y="461"/>
                  </a:lnTo>
                  <a:lnTo>
                    <a:pt x="780" y="461"/>
                  </a:lnTo>
                  <a:lnTo>
                    <a:pt x="782" y="461"/>
                  </a:lnTo>
                  <a:lnTo>
                    <a:pt x="783" y="461"/>
                  </a:lnTo>
                  <a:lnTo>
                    <a:pt x="784" y="461"/>
                  </a:lnTo>
                  <a:lnTo>
                    <a:pt x="786" y="461"/>
                  </a:lnTo>
                  <a:lnTo>
                    <a:pt x="787" y="461"/>
                  </a:lnTo>
                  <a:lnTo>
                    <a:pt x="788" y="461"/>
                  </a:lnTo>
                  <a:lnTo>
                    <a:pt x="790" y="461"/>
                  </a:lnTo>
                  <a:lnTo>
                    <a:pt x="791" y="461"/>
                  </a:lnTo>
                  <a:lnTo>
                    <a:pt x="792" y="461"/>
                  </a:lnTo>
                  <a:lnTo>
                    <a:pt x="794" y="461"/>
                  </a:lnTo>
                  <a:lnTo>
                    <a:pt x="795" y="461"/>
                  </a:lnTo>
                  <a:lnTo>
                    <a:pt x="796" y="461"/>
                  </a:lnTo>
                  <a:lnTo>
                    <a:pt x="798" y="461"/>
                  </a:lnTo>
                  <a:lnTo>
                    <a:pt x="799" y="461"/>
                  </a:lnTo>
                  <a:lnTo>
                    <a:pt x="800" y="460"/>
                  </a:lnTo>
                  <a:lnTo>
                    <a:pt x="802" y="460"/>
                  </a:lnTo>
                  <a:lnTo>
                    <a:pt x="803" y="460"/>
                  </a:lnTo>
                  <a:lnTo>
                    <a:pt x="804" y="460"/>
                  </a:lnTo>
                  <a:lnTo>
                    <a:pt x="806" y="460"/>
                  </a:lnTo>
                  <a:lnTo>
                    <a:pt x="807" y="460"/>
                  </a:lnTo>
                  <a:lnTo>
                    <a:pt x="808" y="460"/>
                  </a:lnTo>
                  <a:lnTo>
                    <a:pt x="810" y="460"/>
                  </a:lnTo>
                  <a:lnTo>
                    <a:pt x="811" y="460"/>
                  </a:lnTo>
                  <a:lnTo>
                    <a:pt x="812" y="460"/>
                  </a:lnTo>
                  <a:lnTo>
                    <a:pt x="814" y="460"/>
                  </a:lnTo>
                  <a:lnTo>
                    <a:pt x="815" y="460"/>
                  </a:lnTo>
                  <a:lnTo>
                    <a:pt x="817" y="460"/>
                  </a:lnTo>
                  <a:lnTo>
                    <a:pt x="818" y="460"/>
                  </a:lnTo>
                  <a:lnTo>
                    <a:pt x="819" y="460"/>
                  </a:lnTo>
                  <a:lnTo>
                    <a:pt x="821" y="460"/>
                  </a:lnTo>
                  <a:lnTo>
                    <a:pt x="822" y="460"/>
                  </a:lnTo>
                  <a:lnTo>
                    <a:pt x="823" y="460"/>
                  </a:lnTo>
                  <a:lnTo>
                    <a:pt x="825" y="460"/>
                  </a:lnTo>
                  <a:lnTo>
                    <a:pt x="826" y="459"/>
                  </a:lnTo>
                  <a:lnTo>
                    <a:pt x="827" y="459"/>
                  </a:lnTo>
                  <a:lnTo>
                    <a:pt x="829" y="459"/>
                  </a:lnTo>
                  <a:lnTo>
                    <a:pt x="830" y="459"/>
                  </a:lnTo>
                  <a:lnTo>
                    <a:pt x="831" y="459"/>
                  </a:lnTo>
                  <a:lnTo>
                    <a:pt x="833" y="459"/>
                  </a:lnTo>
                  <a:lnTo>
                    <a:pt x="834" y="459"/>
                  </a:lnTo>
                  <a:lnTo>
                    <a:pt x="835" y="459"/>
                  </a:lnTo>
                  <a:lnTo>
                    <a:pt x="837" y="459"/>
                  </a:lnTo>
                  <a:lnTo>
                    <a:pt x="838" y="459"/>
                  </a:lnTo>
                  <a:lnTo>
                    <a:pt x="839" y="459"/>
                  </a:lnTo>
                  <a:lnTo>
                    <a:pt x="841" y="459"/>
                  </a:lnTo>
                  <a:lnTo>
                    <a:pt x="842" y="459"/>
                  </a:lnTo>
                  <a:lnTo>
                    <a:pt x="843" y="459"/>
                  </a:lnTo>
                  <a:lnTo>
                    <a:pt x="845" y="459"/>
                  </a:lnTo>
                  <a:lnTo>
                    <a:pt x="846" y="459"/>
                  </a:lnTo>
                  <a:lnTo>
                    <a:pt x="847" y="459"/>
                  </a:lnTo>
                  <a:lnTo>
                    <a:pt x="849" y="459"/>
                  </a:lnTo>
                  <a:lnTo>
                    <a:pt x="850" y="459"/>
                  </a:lnTo>
                  <a:lnTo>
                    <a:pt x="852" y="459"/>
                  </a:lnTo>
                  <a:lnTo>
                    <a:pt x="853" y="459"/>
                  </a:lnTo>
                  <a:lnTo>
                    <a:pt x="854" y="459"/>
                  </a:lnTo>
                  <a:lnTo>
                    <a:pt x="856" y="458"/>
                  </a:lnTo>
                  <a:lnTo>
                    <a:pt x="857" y="458"/>
                  </a:lnTo>
                  <a:lnTo>
                    <a:pt x="858" y="458"/>
                  </a:lnTo>
                  <a:lnTo>
                    <a:pt x="860" y="458"/>
                  </a:lnTo>
                  <a:lnTo>
                    <a:pt x="861" y="458"/>
                  </a:lnTo>
                  <a:lnTo>
                    <a:pt x="862" y="458"/>
                  </a:lnTo>
                  <a:lnTo>
                    <a:pt x="864" y="458"/>
                  </a:lnTo>
                  <a:lnTo>
                    <a:pt x="865" y="458"/>
                  </a:lnTo>
                  <a:lnTo>
                    <a:pt x="866" y="458"/>
                  </a:lnTo>
                  <a:lnTo>
                    <a:pt x="868" y="458"/>
                  </a:lnTo>
                  <a:lnTo>
                    <a:pt x="869" y="458"/>
                  </a:lnTo>
                  <a:lnTo>
                    <a:pt x="870" y="458"/>
                  </a:lnTo>
                  <a:lnTo>
                    <a:pt x="872" y="458"/>
                  </a:lnTo>
                  <a:lnTo>
                    <a:pt x="873" y="458"/>
                  </a:lnTo>
                  <a:lnTo>
                    <a:pt x="874" y="458"/>
                  </a:lnTo>
                  <a:lnTo>
                    <a:pt x="876" y="458"/>
                  </a:lnTo>
                  <a:lnTo>
                    <a:pt x="877" y="458"/>
                  </a:lnTo>
                  <a:lnTo>
                    <a:pt x="878" y="457"/>
                  </a:lnTo>
                  <a:lnTo>
                    <a:pt x="880" y="457"/>
                  </a:lnTo>
                  <a:lnTo>
                    <a:pt x="881" y="457"/>
                  </a:lnTo>
                  <a:lnTo>
                    <a:pt x="882" y="457"/>
                  </a:lnTo>
                  <a:lnTo>
                    <a:pt x="884" y="457"/>
                  </a:lnTo>
                  <a:lnTo>
                    <a:pt x="885" y="457"/>
                  </a:lnTo>
                  <a:lnTo>
                    <a:pt x="887" y="457"/>
                  </a:lnTo>
                  <a:lnTo>
                    <a:pt x="888" y="457"/>
                  </a:lnTo>
                  <a:lnTo>
                    <a:pt x="889" y="457"/>
                  </a:lnTo>
                  <a:lnTo>
                    <a:pt x="891" y="457"/>
                  </a:lnTo>
                  <a:lnTo>
                    <a:pt x="892" y="457"/>
                  </a:lnTo>
                  <a:lnTo>
                    <a:pt x="893" y="457"/>
                  </a:lnTo>
                  <a:lnTo>
                    <a:pt x="895" y="457"/>
                  </a:lnTo>
                  <a:lnTo>
                    <a:pt x="896" y="457"/>
                  </a:lnTo>
                  <a:lnTo>
                    <a:pt x="897" y="457"/>
                  </a:lnTo>
                  <a:lnTo>
                    <a:pt x="899" y="457"/>
                  </a:lnTo>
                  <a:lnTo>
                    <a:pt x="900" y="457"/>
                  </a:lnTo>
                  <a:lnTo>
                    <a:pt x="901" y="457"/>
                  </a:lnTo>
                  <a:lnTo>
                    <a:pt x="903" y="457"/>
                  </a:lnTo>
                  <a:lnTo>
                    <a:pt x="904" y="457"/>
                  </a:lnTo>
                  <a:lnTo>
                    <a:pt x="905" y="457"/>
                  </a:lnTo>
                  <a:lnTo>
                    <a:pt x="907" y="457"/>
                  </a:lnTo>
                  <a:lnTo>
                    <a:pt x="908" y="457"/>
                  </a:lnTo>
                  <a:lnTo>
                    <a:pt x="909" y="456"/>
                  </a:lnTo>
                  <a:lnTo>
                    <a:pt x="911" y="456"/>
                  </a:lnTo>
                  <a:lnTo>
                    <a:pt x="912" y="456"/>
                  </a:lnTo>
                  <a:lnTo>
                    <a:pt x="913" y="456"/>
                  </a:lnTo>
                  <a:lnTo>
                    <a:pt x="915" y="456"/>
                  </a:lnTo>
                  <a:lnTo>
                    <a:pt x="916" y="456"/>
                  </a:lnTo>
                  <a:lnTo>
                    <a:pt x="917" y="456"/>
                  </a:lnTo>
                  <a:lnTo>
                    <a:pt x="919" y="456"/>
                  </a:lnTo>
                  <a:lnTo>
                    <a:pt x="920" y="456"/>
                  </a:lnTo>
                  <a:lnTo>
                    <a:pt x="921" y="456"/>
                  </a:lnTo>
                  <a:lnTo>
                    <a:pt x="923" y="456"/>
                  </a:lnTo>
                  <a:lnTo>
                    <a:pt x="924" y="456"/>
                  </a:lnTo>
                  <a:lnTo>
                    <a:pt x="926" y="456"/>
                  </a:lnTo>
                  <a:lnTo>
                    <a:pt x="927" y="456"/>
                  </a:lnTo>
                  <a:lnTo>
                    <a:pt x="928" y="456"/>
                  </a:lnTo>
                  <a:lnTo>
                    <a:pt x="930" y="456"/>
                  </a:lnTo>
                  <a:lnTo>
                    <a:pt x="931" y="456"/>
                  </a:lnTo>
                  <a:lnTo>
                    <a:pt x="932" y="456"/>
                  </a:lnTo>
                  <a:lnTo>
                    <a:pt x="934" y="456"/>
                  </a:lnTo>
                  <a:lnTo>
                    <a:pt x="935" y="456"/>
                  </a:lnTo>
                  <a:lnTo>
                    <a:pt x="936" y="456"/>
                  </a:lnTo>
                  <a:lnTo>
                    <a:pt x="938" y="456"/>
                  </a:lnTo>
                  <a:lnTo>
                    <a:pt x="939" y="456"/>
                  </a:lnTo>
                  <a:lnTo>
                    <a:pt x="940" y="456"/>
                  </a:lnTo>
                  <a:lnTo>
                    <a:pt x="942" y="456"/>
                  </a:lnTo>
                  <a:lnTo>
                    <a:pt x="943" y="456"/>
                  </a:lnTo>
                  <a:lnTo>
                    <a:pt x="944" y="456"/>
                  </a:lnTo>
                  <a:lnTo>
                    <a:pt x="946" y="456"/>
                  </a:lnTo>
                  <a:lnTo>
                    <a:pt x="947" y="456"/>
                  </a:lnTo>
                  <a:lnTo>
                    <a:pt x="948" y="456"/>
                  </a:lnTo>
                  <a:lnTo>
                    <a:pt x="950" y="455"/>
                  </a:lnTo>
                  <a:lnTo>
                    <a:pt x="951" y="455"/>
                  </a:lnTo>
                  <a:lnTo>
                    <a:pt x="952" y="455"/>
                  </a:lnTo>
                  <a:lnTo>
                    <a:pt x="954" y="455"/>
                  </a:lnTo>
                  <a:lnTo>
                    <a:pt x="955" y="455"/>
                  </a:lnTo>
                  <a:lnTo>
                    <a:pt x="956" y="455"/>
                  </a:lnTo>
                  <a:lnTo>
                    <a:pt x="958" y="455"/>
                  </a:lnTo>
                  <a:lnTo>
                    <a:pt x="959" y="455"/>
                  </a:lnTo>
                  <a:lnTo>
                    <a:pt x="961" y="455"/>
                  </a:lnTo>
                  <a:lnTo>
                    <a:pt x="962" y="455"/>
                  </a:lnTo>
                  <a:lnTo>
                    <a:pt x="963" y="455"/>
                  </a:lnTo>
                  <a:lnTo>
                    <a:pt x="965" y="455"/>
                  </a:lnTo>
                  <a:lnTo>
                    <a:pt x="966" y="455"/>
                  </a:lnTo>
                  <a:lnTo>
                    <a:pt x="967" y="455"/>
                  </a:lnTo>
                  <a:lnTo>
                    <a:pt x="969" y="455"/>
                  </a:lnTo>
                  <a:lnTo>
                    <a:pt x="970" y="455"/>
                  </a:lnTo>
                  <a:lnTo>
                    <a:pt x="971" y="455"/>
                  </a:lnTo>
                  <a:lnTo>
                    <a:pt x="973" y="455"/>
                  </a:lnTo>
                  <a:lnTo>
                    <a:pt x="974" y="455"/>
                  </a:lnTo>
                  <a:lnTo>
                    <a:pt x="975" y="455"/>
                  </a:lnTo>
                  <a:lnTo>
                    <a:pt x="977" y="455"/>
                  </a:lnTo>
                  <a:lnTo>
                    <a:pt x="978" y="455"/>
                  </a:lnTo>
                  <a:lnTo>
                    <a:pt x="979" y="455"/>
                  </a:lnTo>
                  <a:lnTo>
                    <a:pt x="981" y="454"/>
                  </a:lnTo>
                  <a:lnTo>
                    <a:pt x="982" y="454"/>
                  </a:lnTo>
                  <a:lnTo>
                    <a:pt x="983" y="454"/>
                  </a:lnTo>
                  <a:lnTo>
                    <a:pt x="985" y="454"/>
                  </a:lnTo>
                  <a:lnTo>
                    <a:pt x="986" y="454"/>
                  </a:lnTo>
                  <a:lnTo>
                    <a:pt x="987" y="454"/>
                  </a:lnTo>
                  <a:lnTo>
                    <a:pt x="989" y="454"/>
                  </a:lnTo>
                  <a:lnTo>
                    <a:pt x="990" y="454"/>
                  </a:lnTo>
                  <a:lnTo>
                    <a:pt x="991" y="454"/>
                  </a:lnTo>
                  <a:lnTo>
                    <a:pt x="993" y="454"/>
                  </a:lnTo>
                  <a:lnTo>
                    <a:pt x="994" y="454"/>
                  </a:lnTo>
                  <a:lnTo>
                    <a:pt x="996" y="454"/>
                  </a:lnTo>
                  <a:lnTo>
                    <a:pt x="997" y="454"/>
                  </a:lnTo>
                  <a:lnTo>
                    <a:pt x="998" y="454"/>
                  </a:lnTo>
                  <a:lnTo>
                    <a:pt x="1000" y="454"/>
                  </a:lnTo>
                  <a:lnTo>
                    <a:pt x="1001" y="454"/>
                  </a:lnTo>
                  <a:lnTo>
                    <a:pt x="1002" y="454"/>
                  </a:lnTo>
                  <a:lnTo>
                    <a:pt x="1004" y="454"/>
                  </a:lnTo>
                  <a:lnTo>
                    <a:pt x="1005" y="454"/>
                  </a:lnTo>
                  <a:lnTo>
                    <a:pt x="1006" y="454"/>
                  </a:lnTo>
                  <a:lnTo>
                    <a:pt x="1008" y="454"/>
                  </a:lnTo>
                  <a:lnTo>
                    <a:pt x="1009" y="454"/>
                  </a:lnTo>
                  <a:lnTo>
                    <a:pt x="1010" y="454"/>
                  </a:lnTo>
                  <a:lnTo>
                    <a:pt x="1012" y="454"/>
                  </a:lnTo>
                  <a:lnTo>
                    <a:pt x="1013" y="454"/>
                  </a:lnTo>
                  <a:lnTo>
                    <a:pt x="1014" y="454"/>
                  </a:lnTo>
                  <a:lnTo>
                    <a:pt x="1016" y="454"/>
                  </a:lnTo>
                  <a:lnTo>
                    <a:pt x="1017" y="454"/>
                  </a:lnTo>
                  <a:lnTo>
                    <a:pt x="1018" y="454"/>
                  </a:lnTo>
                  <a:lnTo>
                    <a:pt x="1020" y="454"/>
                  </a:lnTo>
                  <a:lnTo>
                    <a:pt x="1021" y="454"/>
                  </a:lnTo>
                  <a:lnTo>
                    <a:pt x="1022" y="453"/>
                  </a:lnTo>
                  <a:lnTo>
                    <a:pt x="1024" y="453"/>
                  </a:lnTo>
                  <a:lnTo>
                    <a:pt x="1025" y="453"/>
                  </a:lnTo>
                  <a:lnTo>
                    <a:pt x="1026" y="453"/>
                  </a:lnTo>
                  <a:lnTo>
                    <a:pt x="1028" y="453"/>
                  </a:lnTo>
                  <a:lnTo>
                    <a:pt x="1029" y="453"/>
                  </a:lnTo>
                  <a:lnTo>
                    <a:pt x="1031" y="453"/>
                  </a:lnTo>
                  <a:lnTo>
                    <a:pt x="1032" y="453"/>
                  </a:lnTo>
                  <a:lnTo>
                    <a:pt x="1033" y="453"/>
                  </a:lnTo>
                  <a:lnTo>
                    <a:pt x="1035" y="453"/>
                  </a:lnTo>
                  <a:lnTo>
                    <a:pt x="1036" y="453"/>
                  </a:lnTo>
                  <a:lnTo>
                    <a:pt x="1037" y="453"/>
                  </a:lnTo>
                  <a:lnTo>
                    <a:pt x="1039" y="453"/>
                  </a:lnTo>
                  <a:lnTo>
                    <a:pt x="1040" y="453"/>
                  </a:lnTo>
                  <a:lnTo>
                    <a:pt x="1041" y="453"/>
                  </a:lnTo>
                  <a:lnTo>
                    <a:pt x="1043" y="453"/>
                  </a:lnTo>
                  <a:lnTo>
                    <a:pt x="1044" y="453"/>
                  </a:lnTo>
                  <a:lnTo>
                    <a:pt x="1045" y="453"/>
                  </a:lnTo>
                  <a:lnTo>
                    <a:pt x="1047" y="453"/>
                  </a:lnTo>
                  <a:lnTo>
                    <a:pt x="1048" y="453"/>
                  </a:lnTo>
                  <a:lnTo>
                    <a:pt x="1049" y="453"/>
                  </a:lnTo>
                  <a:lnTo>
                    <a:pt x="1051" y="453"/>
                  </a:lnTo>
                  <a:lnTo>
                    <a:pt x="1052" y="453"/>
                  </a:lnTo>
                  <a:lnTo>
                    <a:pt x="1053" y="453"/>
                  </a:lnTo>
                  <a:lnTo>
                    <a:pt x="1055" y="453"/>
                  </a:lnTo>
                  <a:lnTo>
                    <a:pt x="1056" y="453"/>
                  </a:lnTo>
                  <a:lnTo>
                    <a:pt x="1057" y="453"/>
                  </a:lnTo>
                  <a:lnTo>
                    <a:pt x="1059" y="453"/>
                  </a:lnTo>
                  <a:lnTo>
                    <a:pt x="1060" y="453"/>
                  </a:lnTo>
                  <a:lnTo>
                    <a:pt x="1061" y="452"/>
                  </a:lnTo>
                  <a:lnTo>
                    <a:pt x="1063" y="452"/>
                  </a:lnTo>
                  <a:lnTo>
                    <a:pt x="1064" y="452"/>
                  </a:lnTo>
                  <a:lnTo>
                    <a:pt x="1065" y="452"/>
                  </a:lnTo>
                  <a:lnTo>
                    <a:pt x="1067" y="452"/>
                  </a:lnTo>
                  <a:lnTo>
                    <a:pt x="1068" y="452"/>
                  </a:lnTo>
                  <a:lnTo>
                    <a:pt x="1070" y="452"/>
                  </a:lnTo>
                  <a:lnTo>
                    <a:pt x="1071" y="452"/>
                  </a:lnTo>
                  <a:lnTo>
                    <a:pt x="1072" y="452"/>
                  </a:lnTo>
                  <a:lnTo>
                    <a:pt x="1074" y="452"/>
                  </a:lnTo>
                  <a:lnTo>
                    <a:pt x="1075" y="452"/>
                  </a:lnTo>
                  <a:lnTo>
                    <a:pt x="1076" y="452"/>
                  </a:lnTo>
                  <a:lnTo>
                    <a:pt x="1078" y="452"/>
                  </a:lnTo>
                  <a:lnTo>
                    <a:pt x="1079" y="452"/>
                  </a:lnTo>
                  <a:lnTo>
                    <a:pt x="1080" y="452"/>
                  </a:lnTo>
                  <a:lnTo>
                    <a:pt x="1082" y="452"/>
                  </a:lnTo>
                  <a:lnTo>
                    <a:pt x="1083" y="452"/>
                  </a:lnTo>
                  <a:lnTo>
                    <a:pt x="1084" y="452"/>
                  </a:lnTo>
                  <a:lnTo>
                    <a:pt x="1086" y="452"/>
                  </a:lnTo>
                  <a:lnTo>
                    <a:pt x="1087" y="452"/>
                  </a:lnTo>
                  <a:lnTo>
                    <a:pt x="1088" y="452"/>
                  </a:lnTo>
                  <a:lnTo>
                    <a:pt x="1090" y="452"/>
                  </a:lnTo>
                  <a:lnTo>
                    <a:pt x="1091" y="452"/>
                  </a:lnTo>
                  <a:lnTo>
                    <a:pt x="1092" y="452"/>
                  </a:lnTo>
                  <a:lnTo>
                    <a:pt x="1094" y="452"/>
                  </a:lnTo>
                  <a:lnTo>
                    <a:pt x="1095" y="452"/>
                  </a:lnTo>
                  <a:lnTo>
                    <a:pt x="1096" y="452"/>
                  </a:lnTo>
                  <a:lnTo>
                    <a:pt x="1098" y="452"/>
                  </a:lnTo>
                  <a:lnTo>
                    <a:pt x="1099" y="452"/>
                  </a:lnTo>
                  <a:lnTo>
                    <a:pt x="1100" y="452"/>
                  </a:lnTo>
                  <a:lnTo>
                    <a:pt x="1102" y="452"/>
                  </a:lnTo>
                  <a:lnTo>
                    <a:pt x="1103" y="452"/>
                  </a:lnTo>
                  <a:lnTo>
                    <a:pt x="1105" y="452"/>
                  </a:lnTo>
                  <a:lnTo>
                    <a:pt x="1106" y="452"/>
                  </a:lnTo>
                  <a:lnTo>
                    <a:pt x="1107" y="452"/>
                  </a:lnTo>
                  <a:lnTo>
                    <a:pt x="1109" y="452"/>
                  </a:lnTo>
                  <a:lnTo>
                    <a:pt x="1110" y="452"/>
                  </a:lnTo>
                  <a:lnTo>
                    <a:pt x="1111" y="452"/>
                  </a:lnTo>
                  <a:lnTo>
                    <a:pt x="1113" y="452"/>
                  </a:lnTo>
                  <a:lnTo>
                    <a:pt x="1114" y="452"/>
                  </a:lnTo>
                  <a:lnTo>
                    <a:pt x="1115" y="452"/>
                  </a:lnTo>
                  <a:lnTo>
                    <a:pt x="1117" y="452"/>
                  </a:lnTo>
                  <a:lnTo>
                    <a:pt x="1118" y="452"/>
                  </a:lnTo>
                  <a:lnTo>
                    <a:pt x="1119" y="452"/>
                  </a:lnTo>
                  <a:lnTo>
                    <a:pt x="1121" y="452"/>
                  </a:lnTo>
                  <a:lnTo>
                    <a:pt x="1122" y="452"/>
                  </a:lnTo>
                  <a:lnTo>
                    <a:pt x="1123" y="452"/>
                  </a:lnTo>
                  <a:lnTo>
                    <a:pt x="1125" y="452"/>
                  </a:lnTo>
                  <a:lnTo>
                    <a:pt x="1126" y="451"/>
                  </a:lnTo>
                  <a:lnTo>
                    <a:pt x="1127" y="451"/>
                  </a:lnTo>
                  <a:lnTo>
                    <a:pt x="1129" y="451"/>
                  </a:lnTo>
                  <a:lnTo>
                    <a:pt x="1130" y="451"/>
                  </a:lnTo>
                  <a:lnTo>
                    <a:pt x="1131" y="451"/>
                  </a:lnTo>
                  <a:lnTo>
                    <a:pt x="1133" y="451"/>
                  </a:lnTo>
                  <a:lnTo>
                    <a:pt x="1134" y="452"/>
                  </a:lnTo>
                  <a:lnTo>
                    <a:pt x="1135" y="452"/>
                  </a:lnTo>
                  <a:lnTo>
                    <a:pt x="1137" y="452"/>
                  </a:lnTo>
                  <a:lnTo>
                    <a:pt x="1138" y="452"/>
                  </a:lnTo>
                  <a:lnTo>
                    <a:pt x="1140" y="452"/>
                  </a:lnTo>
                  <a:lnTo>
                    <a:pt x="1141" y="452"/>
                  </a:lnTo>
                  <a:lnTo>
                    <a:pt x="1142" y="451"/>
                  </a:lnTo>
                  <a:lnTo>
                    <a:pt x="1144" y="451"/>
                  </a:lnTo>
                  <a:lnTo>
                    <a:pt x="1145" y="451"/>
                  </a:lnTo>
                  <a:lnTo>
                    <a:pt x="1146" y="451"/>
                  </a:lnTo>
                  <a:lnTo>
                    <a:pt x="1148" y="451"/>
                  </a:lnTo>
                  <a:lnTo>
                    <a:pt x="1149" y="451"/>
                  </a:lnTo>
                  <a:lnTo>
                    <a:pt x="1150" y="451"/>
                  </a:lnTo>
                  <a:lnTo>
                    <a:pt x="1152" y="451"/>
                  </a:lnTo>
                  <a:lnTo>
                    <a:pt x="1153" y="451"/>
                  </a:lnTo>
                  <a:lnTo>
                    <a:pt x="1154" y="451"/>
                  </a:lnTo>
                  <a:lnTo>
                    <a:pt x="1156" y="451"/>
                  </a:lnTo>
                  <a:lnTo>
                    <a:pt x="1157" y="451"/>
                  </a:lnTo>
                  <a:lnTo>
                    <a:pt x="1158" y="451"/>
                  </a:lnTo>
                  <a:lnTo>
                    <a:pt x="1160" y="451"/>
                  </a:lnTo>
                  <a:lnTo>
                    <a:pt x="1161" y="451"/>
                  </a:lnTo>
                  <a:lnTo>
                    <a:pt x="1162" y="451"/>
                  </a:lnTo>
                  <a:lnTo>
                    <a:pt x="1164" y="451"/>
                  </a:lnTo>
                  <a:lnTo>
                    <a:pt x="1165" y="451"/>
                  </a:lnTo>
                  <a:lnTo>
                    <a:pt x="1166" y="451"/>
                  </a:lnTo>
                  <a:lnTo>
                    <a:pt x="1168" y="451"/>
                  </a:lnTo>
                  <a:lnTo>
                    <a:pt x="1169" y="451"/>
                  </a:lnTo>
                  <a:lnTo>
                    <a:pt x="1170" y="451"/>
                  </a:lnTo>
                  <a:lnTo>
                    <a:pt x="1172" y="451"/>
                  </a:lnTo>
                  <a:lnTo>
                    <a:pt x="1173" y="451"/>
                  </a:lnTo>
                  <a:lnTo>
                    <a:pt x="1175" y="451"/>
                  </a:lnTo>
                  <a:lnTo>
                    <a:pt x="1176" y="451"/>
                  </a:lnTo>
                  <a:lnTo>
                    <a:pt x="1177" y="451"/>
                  </a:lnTo>
                  <a:lnTo>
                    <a:pt x="1179" y="451"/>
                  </a:lnTo>
                  <a:lnTo>
                    <a:pt x="1180" y="451"/>
                  </a:lnTo>
                  <a:lnTo>
                    <a:pt x="1181" y="451"/>
                  </a:lnTo>
                  <a:lnTo>
                    <a:pt x="1183" y="451"/>
                  </a:lnTo>
                  <a:lnTo>
                    <a:pt x="1184" y="451"/>
                  </a:lnTo>
                  <a:lnTo>
                    <a:pt x="1185" y="451"/>
                  </a:lnTo>
                  <a:lnTo>
                    <a:pt x="1187" y="451"/>
                  </a:lnTo>
                  <a:lnTo>
                    <a:pt x="1188" y="451"/>
                  </a:lnTo>
                  <a:lnTo>
                    <a:pt x="1189" y="451"/>
                  </a:lnTo>
                  <a:lnTo>
                    <a:pt x="1191" y="451"/>
                  </a:lnTo>
                  <a:lnTo>
                    <a:pt x="1192" y="451"/>
                  </a:lnTo>
                  <a:lnTo>
                    <a:pt x="1193" y="451"/>
                  </a:lnTo>
                  <a:lnTo>
                    <a:pt x="1195" y="451"/>
                  </a:lnTo>
                  <a:lnTo>
                    <a:pt x="1196" y="451"/>
                  </a:lnTo>
                  <a:lnTo>
                    <a:pt x="1197" y="451"/>
                  </a:lnTo>
                  <a:lnTo>
                    <a:pt x="1199" y="451"/>
                  </a:lnTo>
                  <a:lnTo>
                    <a:pt x="1200" y="451"/>
                  </a:lnTo>
                  <a:lnTo>
                    <a:pt x="1201" y="451"/>
                  </a:lnTo>
                  <a:lnTo>
                    <a:pt x="1203" y="451"/>
                  </a:lnTo>
                  <a:lnTo>
                    <a:pt x="1204" y="451"/>
                  </a:lnTo>
                  <a:lnTo>
                    <a:pt x="1205" y="451"/>
                  </a:lnTo>
                  <a:lnTo>
                    <a:pt x="1207" y="451"/>
                  </a:lnTo>
                  <a:lnTo>
                    <a:pt x="1208" y="451"/>
                  </a:lnTo>
                  <a:lnTo>
                    <a:pt x="1209" y="451"/>
                  </a:lnTo>
                  <a:lnTo>
                    <a:pt x="1211" y="451"/>
                  </a:lnTo>
                  <a:lnTo>
                    <a:pt x="1212" y="451"/>
                  </a:lnTo>
                  <a:lnTo>
                    <a:pt x="1214" y="451"/>
                  </a:lnTo>
                  <a:lnTo>
                    <a:pt x="1215" y="451"/>
                  </a:lnTo>
                  <a:lnTo>
                    <a:pt x="1216" y="451"/>
                  </a:lnTo>
                  <a:lnTo>
                    <a:pt x="1218" y="451"/>
                  </a:lnTo>
                  <a:lnTo>
                    <a:pt x="1219" y="451"/>
                  </a:lnTo>
                  <a:lnTo>
                    <a:pt x="1220" y="451"/>
                  </a:lnTo>
                  <a:lnTo>
                    <a:pt x="1222" y="451"/>
                  </a:lnTo>
                  <a:lnTo>
                    <a:pt x="1223" y="451"/>
                  </a:lnTo>
                  <a:lnTo>
                    <a:pt x="1224" y="451"/>
                  </a:lnTo>
                  <a:lnTo>
                    <a:pt x="1226" y="451"/>
                  </a:lnTo>
                  <a:lnTo>
                    <a:pt x="1227" y="451"/>
                  </a:lnTo>
                  <a:lnTo>
                    <a:pt x="1228" y="451"/>
                  </a:lnTo>
                  <a:lnTo>
                    <a:pt x="1230" y="451"/>
                  </a:lnTo>
                  <a:lnTo>
                    <a:pt x="1231" y="451"/>
                  </a:lnTo>
                  <a:lnTo>
                    <a:pt x="1232" y="451"/>
                  </a:lnTo>
                  <a:lnTo>
                    <a:pt x="1234" y="451"/>
                  </a:lnTo>
                  <a:lnTo>
                    <a:pt x="1235" y="451"/>
                  </a:lnTo>
                  <a:lnTo>
                    <a:pt x="1236" y="451"/>
                  </a:lnTo>
                  <a:lnTo>
                    <a:pt x="1238" y="451"/>
                  </a:lnTo>
                  <a:lnTo>
                    <a:pt x="1239" y="450"/>
                  </a:lnTo>
                  <a:lnTo>
                    <a:pt x="1240" y="450"/>
                  </a:lnTo>
                  <a:lnTo>
                    <a:pt x="1242" y="450"/>
                  </a:lnTo>
                  <a:lnTo>
                    <a:pt x="1243" y="450"/>
                  </a:lnTo>
                  <a:lnTo>
                    <a:pt x="1244" y="450"/>
                  </a:lnTo>
                  <a:lnTo>
                    <a:pt x="1246" y="450"/>
                  </a:lnTo>
                  <a:lnTo>
                    <a:pt x="1247" y="450"/>
                  </a:lnTo>
                  <a:lnTo>
                    <a:pt x="1249" y="450"/>
                  </a:lnTo>
                  <a:lnTo>
                    <a:pt x="1250" y="450"/>
                  </a:lnTo>
                  <a:lnTo>
                    <a:pt x="1251" y="450"/>
                  </a:lnTo>
                  <a:lnTo>
                    <a:pt x="1253" y="450"/>
                  </a:lnTo>
                  <a:lnTo>
                    <a:pt x="1254" y="450"/>
                  </a:lnTo>
                  <a:lnTo>
                    <a:pt x="1255" y="450"/>
                  </a:lnTo>
                  <a:lnTo>
                    <a:pt x="1257" y="450"/>
                  </a:lnTo>
                  <a:lnTo>
                    <a:pt x="1258" y="450"/>
                  </a:lnTo>
                  <a:lnTo>
                    <a:pt x="1259" y="450"/>
                  </a:lnTo>
                  <a:lnTo>
                    <a:pt x="1261" y="450"/>
                  </a:lnTo>
                  <a:lnTo>
                    <a:pt x="1262" y="450"/>
                  </a:lnTo>
                  <a:lnTo>
                    <a:pt x="1263" y="450"/>
                  </a:lnTo>
                  <a:lnTo>
                    <a:pt x="1265" y="450"/>
                  </a:lnTo>
                  <a:lnTo>
                    <a:pt x="1266" y="450"/>
                  </a:lnTo>
                  <a:lnTo>
                    <a:pt x="1267" y="450"/>
                  </a:lnTo>
                  <a:lnTo>
                    <a:pt x="1269" y="450"/>
                  </a:lnTo>
                  <a:lnTo>
                    <a:pt x="1270" y="450"/>
                  </a:lnTo>
                  <a:lnTo>
                    <a:pt x="1271" y="450"/>
                  </a:lnTo>
                  <a:lnTo>
                    <a:pt x="1273" y="450"/>
                  </a:lnTo>
                  <a:lnTo>
                    <a:pt x="1274" y="450"/>
                  </a:lnTo>
                  <a:lnTo>
                    <a:pt x="1275" y="450"/>
                  </a:lnTo>
                  <a:lnTo>
                    <a:pt x="1277" y="450"/>
                  </a:lnTo>
                  <a:lnTo>
                    <a:pt x="1278" y="450"/>
                  </a:lnTo>
                  <a:lnTo>
                    <a:pt x="1279" y="450"/>
                  </a:lnTo>
                  <a:lnTo>
                    <a:pt x="1281" y="450"/>
                  </a:lnTo>
                  <a:lnTo>
                    <a:pt x="1282" y="450"/>
                  </a:lnTo>
                  <a:lnTo>
                    <a:pt x="1284" y="450"/>
                  </a:lnTo>
                  <a:lnTo>
                    <a:pt x="1285" y="450"/>
                  </a:lnTo>
                  <a:lnTo>
                    <a:pt x="1286" y="450"/>
                  </a:lnTo>
                  <a:lnTo>
                    <a:pt x="1288" y="450"/>
                  </a:lnTo>
                  <a:lnTo>
                    <a:pt x="1289" y="450"/>
                  </a:lnTo>
                  <a:lnTo>
                    <a:pt x="1290" y="450"/>
                  </a:lnTo>
                  <a:lnTo>
                    <a:pt x="1292" y="450"/>
                  </a:lnTo>
                  <a:lnTo>
                    <a:pt x="1293" y="450"/>
                  </a:lnTo>
                  <a:lnTo>
                    <a:pt x="1294" y="450"/>
                  </a:lnTo>
                  <a:lnTo>
                    <a:pt x="1296" y="449"/>
                  </a:lnTo>
                  <a:lnTo>
                    <a:pt x="1297" y="449"/>
                  </a:lnTo>
                  <a:lnTo>
                    <a:pt x="1298" y="449"/>
                  </a:lnTo>
                  <a:lnTo>
                    <a:pt x="1300" y="449"/>
                  </a:lnTo>
                  <a:lnTo>
                    <a:pt x="1301" y="449"/>
                  </a:lnTo>
                  <a:lnTo>
                    <a:pt x="1302" y="450"/>
                  </a:lnTo>
                  <a:lnTo>
                    <a:pt x="1304" y="450"/>
                  </a:lnTo>
                  <a:lnTo>
                    <a:pt x="1305" y="450"/>
                  </a:lnTo>
                  <a:lnTo>
                    <a:pt x="1306" y="450"/>
                  </a:lnTo>
                  <a:lnTo>
                    <a:pt x="1308" y="450"/>
                  </a:lnTo>
                  <a:lnTo>
                    <a:pt x="1309" y="450"/>
                  </a:lnTo>
                  <a:lnTo>
                    <a:pt x="1310" y="450"/>
                  </a:lnTo>
                  <a:lnTo>
                    <a:pt x="1312" y="450"/>
                  </a:lnTo>
                  <a:lnTo>
                    <a:pt x="1313" y="450"/>
                  </a:lnTo>
                  <a:lnTo>
                    <a:pt x="1314" y="450"/>
                  </a:lnTo>
                  <a:lnTo>
                    <a:pt x="1316" y="450"/>
                  </a:lnTo>
                  <a:lnTo>
                    <a:pt x="1317" y="450"/>
                  </a:lnTo>
                  <a:lnTo>
                    <a:pt x="1319" y="450"/>
                  </a:lnTo>
                  <a:lnTo>
                    <a:pt x="1320" y="450"/>
                  </a:lnTo>
                  <a:lnTo>
                    <a:pt x="1321" y="450"/>
                  </a:lnTo>
                  <a:lnTo>
                    <a:pt x="1323" y="450"/>
                  </a:lnTo>
                  <a:lnTo>
                    <a:pt x="1324" y="450"/>
                  </a:lnTo>
                  <a:lnTo>
                    <a:pt x="1325" y="450"/>
                  </a:lnTo>
                  <a:lnTo>
                    <a:pt x="1327" y="450"/>
                  </a:lnTo>
                  <a:lnTo>
                    <a:pt x="1328" y="450"/>
                  </a:lnTo>
                  <a:lnTo>
                    <a:pt x="1329" y="449"/>
                  </a:lnTo>
                  <a:lnTo>
                    <a:pt x="1331" y="449"/>
                  </a:lnTo>
                  <a:lnTo>
                    <a:pt x="1332" y="449"/>
                  </a:lnTo>
                  <a:lnTo>
                    <a:pt x="1333" y="449"/>
                  </a:lnTo>
                  <a:lnTo>
                    <a:pt x="1335" y="449"/>
                  </a:lnTo>
                  <a:lnTo>
                    <a:pt x="1336" y="449"/>
                  </a:lnTo>
                  <a:lnTo>
                    <a:pt x="1337" y="449"/>
                  </a:lnTo>
                  <a:lnTo>
                    <a:pt x="1339" y="449"/>
                  </a:lnTo>
                  <a:lnTo>
                    <a:pt x="1340" y="449"/>
                  </a:lnTo>
                  <a:lnTo>
                    <a:pt x="1341" y="449"/>
                  </a:lnTo>
                  <a:lnTo>
                    <a:pt x="1343" y="449"/>
                  </a:lnTo>
                  <a:lnTo>
                    <a:pt x="1344" y="449"/>
                  </a:lnTo>
                  <a:lnTo>
                    <a:pt x="1345" y="449"/>
                  </a:lnTo>
                  <a:lnTo>
                    <a:pt x="1347" y="449"/>
                  </a:lnTo>
                  <a:lnTo>
                    <a:pt x="1348" y="449"/>
                  </a:lnTo>
                  <a:lnTo>
                    <a:pt x="1349" y="449"/>
                  </a:lnTo>
                  <a:lnTo>
                    <a:pt x="1351" y="449"/>
                  </a:lnTo>
                  <a:lnTo>
                    <a:pt x="1352" y="449"/>
                  </a:lnTo>
                  <a:lnTo>
                    <a:pt x="1353" y="449"/>
                  </a:lnTo>
                  <a:lnTo>
                    <a:pt x="1355" y="449"/>
                  </a:lnTo>
                  <a:lnTo>
                    <a:pt x="1356" y="449"/>
                  </a:lnTo>
                  <a:lnTo>
                    <a:pt x="1358" y="449"/>
                  </a:lnTo>
                  <a:lnTo>
                    <a:pt x="1359" y="449"/>
                  </a:lnTo>
                  <a:lnTo>
                    <a:pt x="1360" y="449"/>
                  </a:lnTo>
                  <a:lnTo>
                    <a:pt x="1362" y="449"/>
                  </a:lnTo>
                  <a:lnTo>
                    <a:pt x="1363" y="449"/>
                  </a:lnTo>
                  <a:lnTo>
                    <a:pt x="1364" y="449"/>
                  </a:lnTo>
                  <a:lnTo>
                    <a:pt x="1366" y="449"/>
                  </a:lnTo>
                  <a:lnTo>
                    <a:pt x="1367" y="449"/>
                  </a:lnTo>
                  <a:lnTo>
                    <a:pt x="1368" y="449"/>
                  </a:lnTo>
                  <a:lnTo>
                    <a:pt x="1370" y="449"/>
                  </a:lnTo>
                  <a:lnTo>
                    <a:pt x="1371" y="449"/>
                  </a:lnTo>
                  <a:lnTo>
                    <a:pt x="1372" y="449"/>
                  </a:lnTo>
                  <a:lnTo>
                    <a:pt x="1374" y="449"/>
                  </a:lnTo>
                  <a:lnTo>
                    <a:pt x="1375" y="449"/>
                  </a:lnTo>
                  <a:lnTo>
                    <a:pt x="1376" y="449"/>
                  </a:lnTo>
                  <a:lnTo>
                    <a:pt x="1378" y="449"/>
                  </a:lnTo>
                  <a:lnTo>
                    <a:pt x="1379" y="449"/>
                  </a:lnTo>
                  <a:lnTo>
                    <a:pt x="1380" y="449"/>
                  </a:lnTo>
                  <a:lnTo>
                    <a:pt x="1382" y="449"/>
                  </a:lnTo>
                  <a:lnTo>
                    <a:pt x="1383" y="449"/>
                  </a:lnTo>
                  <a:lnTo>
                    <a:pt x="1384" y="449"/>
                  </a:lnTo>
                  <a:lnTo>
                    <a:pt x="1386" y="449"/>
                  </a:lnTo>
                  <a:lnTo>
                    <a:pt x="1387" y="449"/>
                  </a:lnTo>
                  <a:lnTo>
                    <a:pt x="1388" y="449"/>
                  </a:lnTo>
                  <a:lnTo>
                    <a:pt x="1390" y="449"/>
                  </a:lnTo>
                  <a:lnTo>
                    <a:pt x="1391" y="449"/>
                  </a:lnTo>
                  <a:lnTo>
                    <a:pt x="1393" y="448"/>
                  </a:lnTo>
                  <a:lnTo>
                    <a:pt x="1394" y="448"/>
                  </a:lnTo>
                  <a:lnTo>
                    <a:pt x="1395" y="448"/>
                  </a:lnTo>
                  <a:lnTo>
                    <a:pt x="1397" y="448"/>
                  </a:lnTo>
                  <a:lnTo>
                    <a:pt x="1398" y="448"/>
                  </a:lnTo>
                  <a:lnTo>
                    <a:pt x="1399" y="448"/>
                  </a:lnTo>
                  <a:lnTo>
                    <a:pt x="1401" y="448"/>
                  </a:lnTo>
                  <a:lnTo>
                    <a:pt x="1402" y="449"/>
                  </a:lnTo>
                  <a:lnTo>
                    <a:pt x="1403" y="449"/>
                  </a:lnTo>
                  <a:lnTo>
                    <a:pt x="1405" y="449"/>
                  </a:lnTo>
                  <a:lnTo>
                    <a:pt x="1406" y="449"/>
                  </a:lnTo>
                  <a:lnTo>
                    <a:pt x="1407" y="449"/>
                  </a:lnTo>
                  <a:lnTo>
                    <a:pt x="1409" y="448"/>
                  </a:lnTo>
                  <a:lnTo>
                    <a:pt x="1410" y="449"/>
                  </a:lnTo>
                  <a:lnTo>
                    <a:pt x="1411" y="449"/>
                  </a:lnTo>
                  <a:lnTo>
                    <a:pt x="1413" y="448"/>
                  </a:lnTo>
                  <a:lnTo>
                    <a:pt x="1414" y="448"/>
                  </a:lnTo>
                  <a:lnTo>
                    <a:pt x="1415" y="448"/>
                  </a:lnTo>
                  <a:lnTo>
                    <a:pt x="1417" y="448"/>
                  </a:lnTo>
                  <a:lnTo>
                    <a:pt x="1418" y="448"/>
                  </a:lnTo>
                  <a:lnTo>
                    <a:pt x="1419" y="448"/>
                  </a:lnTo>
                  <a:lnTo>
                    <a:pt x="1421" y="448"/>
                  </a:lnTo>
                  <a:lnTo>
                    <a:pt x="1422" y="448"/>
                  </a:lnTo>
                </a:path>
              </a:pathLst>
            </a:custGeom>
            <a:noFill/>
            <a:ln cap="flat" cmpd="sng" w="25400">
              <a:solidFill>
                <a:srgbClr val="A9A9A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 flipH="1" rot="10800000">
              <a:off x="1187451" y="1400176"/>
              <a:ext cx="3756025" cy="1703388"/>
            </a:xfrm>
            <a:custGeom>
              <a:rect b="b" l="l" r="r" t="t"/>
              <a:pathLst>
                <a:path extrusionOk="0" h="773" w="1422">
                  <a:moveTo>
                    <a:pt x="0" y="1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0"/>
                  </a:lnTo>
                  <a:lnTo>
                    <a:pt x="115" y="1"/>
                  </a:lnTo>
                  <a:lnTo>
                    <a:pt x="117" y="53"/>
                  </a:lnTo>
                  <a:lnTo>
                    <a:pt x="118" y="101"/>
                  </a:lnTo>
                  <a:lnTo>
                    <a:pt x="119" y="132"/>
                  </a:lnTo>
                  <a:lnTo>
                    <a:pt x="121" y="156"/>
                  </a:lnTo>
                  <a:lnTo>
                    <a:pt x="122" y="176"/>
                  </a:lnTo>
                  <a:lnTo>
                    <a:pt x="123" y="191"/>
                  </a:lnTo>
                  <a:lnTo>
                    <a:pt x="125" y="204"/>
                  </a:lnTo>
                  <a:lnTo>
                    <a:pt x="126" y="214"/>
                  </a:lnTo>
                  <a:lnTo>
                    <a:pt x="127" y="223"/>
                  </a:lnTo>
                  <a:lnTo>
                    <a:pt x="129" y="231"/>
                  </a:lnTo>
                  <a:lnTo>
                    <a:pt x="130" y="238"/>
                  </a:lnTo>
                  <a:lnTo>
                    <a:pt x="132" y="245"/>
                  </a:lnTo>
                  <a:lnTo>
                    <a:pt x="133" y="251"/>
                  </a:lnTo>
                  <a:lnTo>
                    <a:pt x="134" y="258"/>
                  </a:lnTo>
                  <a:lnTo>
                    <a:pt x="136" y="264"/>
                  </a:lnTo>
                  <a:lnTo>
                    <a:pt x="137" y="270"/>
                  </a:lnTo>
                  <a:lnTo>
                    <a:pt x="138" y="275"/>
                  </a:lnTo>
                  <a:lnTo>
                    <a:pt x="140" y="281"/>
                  </a:lnTo>
                  <a:lnTo>
                    <a:pt x="141" y="286"/>
                  </a:lnTo>
                  <a:lnTo>
                    <a:pt x="142" y="291"/>
                  </a:lnTo>
                  <a:lnTo>
                    <a:pt x="144" y="297"/>
                  </a:lnTo>
                  <a:lnTo>
                    <a:pt x="145" y="302"/>
                  </a:lnTo>
                  <a:lnTo>
                    <a:pt x="146" y="307"/>
                  </a:lnTo>
                  <a:lnTo>
                    <a:pt x="148" y="312"/>
                  </a:lnTo>
                  <a:lnTo>
                    <a:pt x="149" y="317"/>
                  </a:lnTo>
                  <a:lnTo>
                    <a:pt x="150" y="322"/>
                  </a:lnTo>
                  <a:lnTo>
                    <a:pt x="152" y="327"/>
                  </a:lnTo>
                  <a:lnTo>
                    <a:pt x="153" y="331"/>
                  </a:lnTo>
                  <a:lnTo>
                    <a:pt x="154" y="336"/>
                  </a:lnTo>
                  <a:lnTo>
                    <a:pt x="156" y="341"/>
                  </a:lnTo>
                  <a:lnTo>
                    <a:pt x="157" y="345"/>
                  </a:lnTo>
                  <a:lnTo>
                    <a:pt x="158" y="350"/>
                  </a:lnTo>
                  <a:lnTo>
                    <a:pt x="160" y="354"/>
                  </a:lnTo>
                  <a:lnTo>
                    <a:pt x="161" y="359"/>
                  </a:lnTo>
                  <a:lnTo>
                    <a:pt x="162" y="363"/>
                  </a:lnTo>
                  <a:lnTo>
                    <a:pt x="164" y="367"/>
                  </a:lnTo>
                  <a:lnTo>
                    <a:pt x="165" y="372"/>
                  </a:lnTo>
                  <a:lnTo>
                    <a:pt x="167" y="376"/>
                  </a:lnTo>
                  <a:lnTo>
                    <a:pt x="168" y="380"/>
                  </a:lnTo>
                  <a:lnTo>
                    <a:pt x="169" y="385"/>
                  </a:lnTo>
                  <a:lnTo>
                    <a:pt x="171" y="389"/>
                  </a:lnTo>
                  <a:lnTo>
                    <a:pt x="172" y="393"/>
                  </a:lnTo>
                  <a:lnTo>
                    <a:pt x="173" y="397"/>
                  </a:lnTo>
                  <a:lnTo>
                    <a:pt x="175" y="401"/>
                  </a:lnTo>
                  <a:lnTo>
                    <a:pt x="176" y="405"/>
                  </a:lnTo>
                  <a:lnTo>
                    <a:pt x="177" y="409"/>
                  </a:lnTo>
                  <a:lnTo>
                    <a:pt x="179" y="413"/>
                  </a:lnTo>
                  <a:lnTo>
                    <a:pt x="180" y="417"/>
                  </a:lnTo>
                  <a:lnTo>
                    <a:pt x="181" y="421"/>
                  </a:lnTo>
                  <a:lnTo>
                    <a:pt x="183" y="425"/>
                  </a:lnTo>
                  <a:lnTo>
                    <a:pt x="184" y="429"/>
                  </a:lnTo>
                  <a:lnTo>
                    <a:pt x="185" y="433"/>
                  </a:lnTo>
                  <a:lnTo>
                    <a:pt x="187" y="437"/>
                  </a:lnTo>
                  <a:lnTo>
                    <a:pt x="188" y="441"/>
                  </a:lnTo>
                  <a:lnTo>
                    <a:pt x="189" y="445"/>
                  </a:lnTo>
                  <a:lnTo>
                    <a:pt x="191" y="448"/>
                  </a:lnTo>
                  <a:lnTo>
                    <a:pt x="192" y="452"/>
                  </a:lnTo>
                  <a:lnTo>
                    <a:pt x="193" y="456"/>
                  </a:lnTo>
                  <a:lnTo>
                    <a:pt x="195" y="460"/>
                  </a:lnTo>
                  <a:lnTo>
                    <a:pt x="196" y="464"/>
                  </a:lnTo>
                  <a:lnTo>
                    <a:pt x="197" y="468"/>
                  </a:lnTo>
                  <a:lnTo>
                    <a:pt x="199" y="471"/>
                  </a:lnTo>
                  <a:lnTo>
                    <a:pt x="200" y="475"/>
                  </a:lnTo>
                  <a:lnTo>
                    <a:pt x="202" y="478"/>
                  </a:lnTo>
                  <a:lnTo>
                    <a:pt x="203" y="482"/>
                  </a:lnTo>
                  <a:lnTo>
                    <a:pt x="204" y="485"/>
                  </a:lnTo>
                  <a:lnTo>
                    <a:pt x="206" y="489"/>
                  </a:lnTo>
                  <a:lnTo>
                    <a:pt x="207" y="492"/>
                  </a:lnTo>
                  <a:lnTo>
                    <a:pt x="208" y="496"/>
                  </a:lnTo>
                  <a:lnTo>
                    <a:pt x="210" y="499"/>
                  </a:lnTo>
                  <a:lnTo>
                    <a:pt x="211" y="503"/>
                  </a:lnTo>
                  <a:lnTo>
                    <a:pt x="212" y="506"/>
                  </a:lnTo>
                  <a:lnTo>
                    <a:pt x="214" y="509"/>
                  </a:lnTo>
                  <a:lnTo>
                    <a:pt x="215" y="513"/>
                  </a:lnTo>
                  <a:lnTo>
                    <a:pt x="216" y="516"/>
                  </a:lnTo>
                  <a:lnTo>
                    <a:pt x="218" y="520"/>
                  </a:lnTo>
                  <a:lnTo>
                    <a:pt x="219" y="523"/>
                  </a:lnTo>
                  <a:lnTo>
                    <a:pt x="220" y="527"/>
                  </a:lnTo>
                  <a:lnTo>
                    <a:pt x="222" y="530"/>
                  </a:lnTo>
                  <a:lnTo>
                    <a:pt x="223" y="533"/>
                  </a:lnTo>
                  <a:lnTo>
                    <a:pt x="224" y="536"/>
                  </a:lnTo>
                  <a:lnTo>
                    <a:pt x="226" y="539"/>
                  </a:lnTo>
                  <a:lnTo>
                    <a:pt x="227" y="543"/>
                  </a:lnTo>
                  <a:lnTo>
                    <a:pt x="228" y="546"/>
                  </a:lnTo>
                  <a:lnTo>
                    <a:pt x="230" y="549"/>
                  </a:lnTo>
                  <a:lnTo>
                    <a:pt x="231" y="552"/>
                  </a:lnTo>
                  <a:lnTo>
                    <a:pt x="232" y="556"/>
                  </a:lnTo>
                  <a:lnTo>
                    <a:pt x="234" y="559"/>
                  </a:lnTo>
                  <a:lnTo>
                    <a:pt x="235" y="562"/>
                  </a:lnTo>
                  <a:lnTo>
                    <a:pt x="236" y="565"/>
                  </a:lnTo>
                  <a:lnTo>
                    <a:pt x="238" y="568"/>
                  </a:lnTo>
                  <a:lnTo>
                    <a:pt x="239" y="571"/>
                  </a:lnTo>
                  <a:lnTo>
                    <a:pt x="241" y="574"/>
                  </a:lnTo>
                  <a:lnTo>
                    <a:pt x="242" y="577"/>
                  </a:lnTo>
                  <a:lnTo>
                    <a:pt x="243" y="581"/>
                  </a:lnTo>
                  <a:lnTo>
                    <a:pt x="245" y="584"/>
                  </a:lnTo>
                  <a:lnTo>
                    <a:pt x="246" y="587"/>
                  </a:lnTo>
                  <a:lnTo>
                    <a:pt x="247" y="590"/>
                  </a:lnTo>
                  <a:lnTo>
                    <a:pt x="249" y="593"/>
                  </a:lnTo>
                  <a:lnTo>
                    <a:pt x="250" y="596"/>
                  </a:lnTo>
                  <a:lnTo>
                    <a:pt x="251" y="599"/>
                  </a:lnTo>
                  <a:lnTo>
                    <a:pt x="253" y="602"/>
                  </a:lnTo>
                  <a:lnTo>
                    <a:pt x="254" y="605"/>
                  </a:lnTo>
                  <a:lnTo>
                    <a:pt x="255" y="608"/>
                  </a:lnTo>
                  <a:lnTo>
                    <a:pt x="257" y="611"/>
                  </a:lnTo>
                  <a:lnTo>
                    <a:pt x="258" y="614"/>
                  </a:lnTo>
                  <a:lnTo>
                    <a:pt x="259" y="617"/>
                  </a:lnTo>
                  <a:lnTo>
                    <a:pt x="261" y="619"/>
                  </a:lnTo>
                  <a:lnTo>
                    <a:pt x="262" y="622"/>
                  </a:lnTo>
                  <a:lnTo>
                    <a:pt x="263" y="625"/>
                  </a:lnTo>
                  <a:lnTo>
                    <a:pt x="265" y="628"/>
                  </a:lnTo>
                  <a:lnTo>
                    <a:pt x="266" y="631"/>
                  </a:lnTo>
                  <a:lnTo>
                    <a:pt x="267" y="634"/>
                  </a:lnTo>
                  <a:lnTo>
                    <a:pt x="269" y="636"/>
                  </a:lnTo>
                  <a:lnTo>
                    <a:pt x="270" y="639"/>
                  </a:lnTo>
                  <a:lnTo>
                    <a:pt x="271" y="642"/>
                  </a:lnTo>
                  <a:lnTo>
                    <a:pt x="273" y="644"/>
                  </a:lnTo>
                  <a:lnTo>
                    <a:pt x="274" y="647"/>
                  </a:lnTo>
                  <a:lnTo>
                    <a:pt x="276" y="649"/>
                  </a:lnTo>
                  <a:lnTo>
                    <a:pt x="277" y="652"/>
                  </a:lnTo>
                  <a:lnTo>
                    <a:pt x="278" y="654"/>
                  </a:lnTo>
                  <a:lnTo>
                    <a:pt x="280" y="657"/>
                  </a:lnTo>
                  <a:lnTo>
                    <a:pt x="281" y="659"/>
                  </a:lnTo>
                  <a:lnTo>
                    <a:pt x="282" y="661"/>
                  </a:lnTo>
                  <a:lnTo>
                    <a:pt x="284" y="663"/>
                  </a:lnTo>
                  <a:lnTo>
                    <a:pt x="285" y="666"/>
                  </a:lnTo>
                  <a:lnTo>
                    <a:pt x="286" y="667"/>
                  </a:lnTo>
                  <a:lnTo>
                    <a:pt x="288" y="670"/>
                  </a:lnTo>
                  <a:lnTo>
                    <a:pt x="289" y="672"/>
                  </a:lnTo>
                  <a:lnTo>
                    <a:pt x="290" y="674"/>
                  </a:lnTo>
                  <a:lnTo>
                    <a:pt x="292" y="676"/>
                  </a:lnTo>
                  <a:lnTo>
                    <a:pt x="293" y="678"/>
                  </a:lnTo>
                  <a:lnTo>
                    <a:pt x="294" y="680"/>
                  </a:lnTo>
                  <a:lnTo>
                    <a:pt x="296" y="682"/>
                  </a:lnTo>
                  <a:lnTo>
                    <a:pt x="297" y="683"/>
                  </a:lnTo>
                  <a:lnTo>
                    <a:pt x="298" y="685"/>
                  </a:lnTo>
                  <a:lnTo>
                    <a:pt x="300" y="687"/>
                  </a:lnTo>
                  <a:lnTo>
                    <a:pt x="301" y="689"/>
                  </a:lnTo>
                  <a:lnTo>
                    <a:pt x="302" y="691"/>
                  </a:lnTo>
                  <a:lnTo>
                    <a:pt x="304" y="693"/>
                  </a:lnTo>
                  <a:lnTo>
                    <a:pt x="305" y="694"/>
                  </a:lnTo>
                  <a:lnTo>
                    <a:pt x="306" y="696"/>
                  </a:lnTo>
                  <a:lnTo>
                    <a:pt x="308" y="698"/>
                  </a:lnTo>
                  <a:lnTo>
                    <a:pt x="309" y="700"/>
                  </a:lnTo>
                  <a:lnTo>
                    <a:pt x="311" y="701"/>
                  </a:lnTo>
                  <a:lnTo>
                    <a:pt x="312" y="703"/>
                  </a:lnTo>
                  <a:lnTo>
                    <a:pt x="313" y="704"/>
                  </a:lnTo>
                  <a:lnTo>
                    <a:pt x="315" y="705"/>
                  </a:lnTo>
                  <a:lnTo>
                    <a:pt x="316" y="707"/>
                  </a:lnTo>
                  <a:lnTo>
                    <a:pt x="317" y="709"/>
                  </a:lnTo>
                  <a:lnTo>
                    <a:pt x="319" y="710"/>
                  </a:lnTo>
                  <a:lnTo>
                    <a:pt x="320" y="711"/>
                  </a:lnTo>
                  <a:lnTo>
                    <a:pt x="321" y="712"/>
                  </a:lnTo>
                  <a:lnTo>
                    <a:pt x="323" y="714"/>
                  </a:lnTo>
                  <a:lnTo>
                    <a:pt x="324" y="715"/>
                  </a:lnTo>
                  <a:lnTo>
                    <a:pt x="325" y="716"/>
                  </a:lnTo>
                  <a:lnTo>
                    <a:pt x="327" y="717"/>
                  </a:lnTo>
                  <a:lnTo>
                    <a:pt x="328" y="719"/>
                  </a:lnTo>
                  <a:lnTo>
                    <a:pt x="329" y="720"/>
                  </a:lnTo>
                  <a:lnTo>
                    <a:pt x="331" y="721"/>
                  </a:lnTo>
                  <a:lnTo>
                    <a:pt x="332" y="722"/>
                  </a:lnTo>
                  <a:lnTo>
                    <a:pt x="333" y="724"/>
                  </a:lnTo>
                  <a:lnTo>
                    <a:pt x="335" y="725"/>
                  </a:lnTo>
                  <a:lnTo>
                    <a:pt x="336" y="726"/>
                  </a:lnTo>
                  <a:lnTo>
                    <a:pt x="337" y="727"/>
                  </a:lnTo>
                  <a:lnTo>
                    <a:pt x="339" y="728"/>
                  </a:lnTo>
                  <a:lnTo>
                    <a:pt x="340" y="729"/>
                  </a:lnTo>
                  <a:lnTo>
                    <a:pt x="341" y="730"/>
                  </a:lnTo>
                  <a:lnTo>
                    <a:pt x="343" y="732"/>
                  </a:lnTo>
                  <a:lnTo>
                    <a:pt x="344" y="733"/>
                  </a:lnTo>
                  <a:lnTo>
                    <a:pt x="346" y="734"/>
                  </a:lnTo>
                  <a:lnTo>
                    <a:pt x="347" y="735"/>
                  </a:lnTo>
                  <a:lnTo>
                    <a:pt x="348" y="736"/>
                  </a:lnTo>
                  <a:lnTo>
                    <a:pt x="350" y="737"/>
                  </a:lnTo>
                  <a:lnTo>
                    <a:pt x="351" y="738"/>
                  </a:lnTo>
                  <a:lnTo>
                    <a:pt x="352" y="739"/>
                  </a:lnTo>
                  <a:lnTo>
                    <a:pt x="354" y="740"/>
                  </a:lnTo>
                  <a:lnTo>
                    <a:pt x="355" y="741"/>
                  </a:lnTo>
                  <a:lnTo>
                    <a:pt x="356" y="742"/>
                  </a:lnTo>
                  <a:lnTo>
                    <a:pt x="358" y="742"/>
                  </a:lnTo>
                  <a:lnTo>
                    <a:pt x="359" y="743"/>
                  </a:lnTo>
                  <a:lnTo>
                    <a:pt x="360" y="744"/>
                  </a:lnTo>
                  <a:lnTo>
                    <a:pt x="362" y="745"/>
                  </a:lnTo>
                  <a:lnTo>
                    <a:pt x="363" y="746"/>
                  </a:lnTo>
                  <a:lnTo>
                    <a:pt x="364" y="747"/>
                  </a:lnTo>
                  <a:lnTo>
                    <a:pt x="366" y="748"/>
                  </a:lnTo>
                  <a:lnTo>
                    <a:pt x="367" y="748"/>
                  </a:lnTo>
                  <a:lnTo>
                    <a:pt x="368" y="749"/>
                  </a:lnTo>
                  <a:lnTo>
                    <a:pt x="370" y="750"/>
                  </a:lnTo>
                  <a:lnTo>
                    <a:pt x="371" y="751"/>
                  </a:lnTo>
                  <a:lnTo>
                    <a:pt x="372" y="751"/>
                  </a:lnTo>
                  <a:lnTo>
                    <a:pt x="374" y="752"/>
                  </a:lnTo>
                  <a:lnTo>
                    <a:pt x="375" y="753"/>
                  </a:lnTo>
                  <a:lnTo>
                    <a:pt x="376" y="754"/>
                  </a:lnTo>
                  <a:lnTo>
                    <a:pt x="378" y="755"/>
                  </a:lnTo>
                  <a:lnTo>
                    <a:pt x="379" y="755"/>
                  </a:lnTo>
                  <a:lnTo>
                    <a:pt x="380" y="756"/>
                  </a:lnTo>
                  <a:lnTo>
                    <a:pt x="382" y="757"/>
                  </a:lnTo>
                  <a:lnTo>
                    <a:pt x="383" y="757"/>
                  </a:lnTo>
                  <a:lnTo>
                    <a:pt x="385" y="758"/>
                  </a:lnTo>
                  <a:lnTo>
                    <a:pt x="386" y="759"/>
                  </a:lnTo>
                  <a:lnTo>
                    <a:pt x="387" y="760"/>
                  </a:lnTo>
                  <a:lnTo>
                    <a:pt x="389" y="761"/>
                  </a:lnTo>
                  <a:lnTo>
                    <a:pt x="390" y="761"/>
                  </a:lnTo>
                  <a:lnTo>
                    <a:pt x="391" y="762"/>
                  </a:lnTo>
                  <a:lnTo>
                    <a:pt x="393" y="762"/>
                  </a:lnTo>
                  <a:lnTo>
                    <a:pt x="394" y="763"/>
                  </a:lnTo>
                  <a:lnTo>
                    <a:pt x="395" y="764"/>
                  </a:lnTo>
                  <a:lnTo>
                    <a:pt x="397" y="764"/>
                  </a:lnTo>
                  <a:lnTo>
                    <a:pt x="398" y="765"/>
                  </a:lnTo>
                  <a:lnTo>
                    <a:pt x="399" y="765"/>
                  </a:lnTo>
                  <a:lnTo>
                    <a:pt x="401" y="766"/>
                  </a:lnTo>
                  <a:lnTo>
                    <a:pt x="402" y="766"/>
                  </a:lnTo>
                  <a:lnTo>
                    <a:pt x="403" y="767"/>
                  </a:lnTo>
                  <a:lnTo>
                    <a:pt x="405" y="767"/>
                  </a:lnTo>
                  <a:lnTo>
                    <a:pt x="406" y="768"/>
                  </a:lnTo>
                  <a:lnTo>
                    <a:pt x="407" y="768"/>
                  </a:lnTo>
                  <a:lnTo>
                    <a:pt x="409" y="769"/>
                  </a:lnTo>
                  <a:lnTo>
                    <a:pt x="410" y="769"/>
                  </a:lnTo>
                  <a:lnTo>
                    <a:pt x="411" y="770"/>
                  </a:lnTo>
                  <a:lnTo>
                    <a:pt x="413" y="771"/>
                  </a:lnTo>
                  <a:lnTo>
                    <a:pt x="414" y="771"/>
                  </a:lnTo>
                  <a:lnTo>
                    <a:pt x="415" y="772"/>
                  </a:lnTo>
                  <a:lnTo>
                    <a:pt x="417" y="773"/>
                  </a:lnTo>
                  <a:lnTo>
                    <a:pt x="418" y="772"/>
                  </a:lnTo>
                  <a:lnTo>
                    <a:pt x="420" y="751"/>
                  </a:lnTo>
                  <a:lnTo>
                    <a:pt x="421" y="749"/>
                  </a:lnTo>
                  <a:lnTo>
                    <a:pt x="422" y="746"/>
                  </a:lnTo>
                  <a:lnTo>
                    <a:pt x="424" y="744"/>
                  </a:lnTo>
                  <a:lnTo>
                    <a:pt x="425" y="742"/>
                  </a:lnTo>
                  <a:lnTo>
                    <a:pt x="426" y="740"/>
                  </a:lnTo>
                  <a:lnTo>
                    <a:pt x="428" y="739"/>
                  </a:lnTo>
                  <a:lnTo>
                    <a:pt x="429" y="738"/>
                  </a:lnTo>
                  <a:lnTo>
                    <a:pt x="430" y="737"/>
                  </a:lnTo>
                  <a:lnTo>
                    <a:pt x="432" y="736"/>
                  </a:lnTo>
                  <a:lnTo>
                    <a:pt x="433" y="735"/>
                  </a:lnTo>
                  <a:lnTo>
                    <a:pt x="434" y="734"/>
                  </a:lnTo>
                  <a:lnTo>
                    <a:pt x="436" y="733"/>
                  </a:lnTo>
                  <a:lnTo>
                    <a:pt x="437" y="732"/>
                  </a:lnTo>
                  <a:lnTo>
                    <a:pt x="438" y="731"/>
                  </a:lnTo>
                  <a:lnTo>
                    <a:pt x="440" y="730"/>
                  </a:lnTo>
                  <a:lnTo>
                    <a:pt x="441" y="730"/>
                  </a:lnTo>
                  <a:lnTo>
                    <a:pt x="442" y="729"/>
                  </a:lnTo>
                  <a:lnTo>
                    <a:pt x="444" y="728"/>
                  </a:lnTo>
                  <a:lnTo>
                    <a:pt x="445" y="728"/>
                  </a:lnTo>
                  <a:lnTo>
                    <a:pt x="446" y="727"/>
                  </a:lnTo>
                  <a:lnTo>
                    <a:pt x="448" y="726"/>
                  </a:lnTo>
                  <a:lnTo>
                    <a:pt x="449" y="726"/>
                  </a:lnTo>
                  <a:lnTo>
                    <a:pt x="450" y="725"/>
                  </a:lnTo>
                  <a:lnTo>
                    <a:pt x="452" y="725"/>
                  </a:lnTo>
                  <a:lnTo>
                    <a:pt x="453" y="724"/>
                  </a:lnTo>
                  <a:lnTo>
                    <a:pt x="455" y="724"/>
                  </a:lnTo>
                  <a:lnTo>
                    <a:pt x="456" y="723"/>
                  </a:lnTo>
                  <a:lnTo>
                    <a:pt x="457" y="723"/>
                  </a:lnTo>
                  <a:lnTo>
                    <a:pt x="459" y="723"/>
                  </a:lnTo>
                  <a:lnTo>
                    <a:pt x="460" y="722"/>
                  </a:lnTo>
                  <a:lnTo>
                    <a:pt x="461" y="722"/>
                  </a:lnTo>
                  <a:lnTo>
                    <a:pt x="463" y="721"/>
                  </a:lnTo>
                  <a:lnTo>
                    <a:pt x="464" y="721"/>
                  </a:lnTo>
                  <a:lnTo>
                    <a:pt x="465" y="720"/>
                  </a:lnTo>
                  <a:lnTo>
                    <a:pt x="467" y="720"/>
                  </a:lnTo>
                  <a:lnTo>
                    <a:pt x="468" y="720"/>
                  </a:lnTo>
                  <a:lnTo>
                    <a:pt x="469" y="719"/>
                  </a:lnTo>
                  <a:lnTo>
                    <a:pt x="471" y="719"/>
                  </a:lnTo>
                  <a:lnTo>
                    <a:pt x="472" y="718"/>
                  </a:lnTo>
                  <a:lnTo>
                    <a:pt x="473" y="718"/>
                  </a:lnTo>
                  <a:lnTo>
                    <a:pt x="475" y="718"/>
                  </a:lnTo>
                  <a:lnTo>
                    <a:pt x="476" y="717"/>
                  </a:lnTo>
                  <a:lnTo>
                    <a:pt x="477" y="717"/>
                  </a:lnTo>
                  <a:lnTo>
                    <a:pt x="479" y="717"/>
                  </a:lnTo>
                  <a:lnTo>
                    <a:pt x="480" y="716"/>
                  </a:lnTo>
                  <a:lnTo>
                    <a:pt x="481" y="716"/>
                  </a:lnTo>
                  <a:lnTo>
                    <a:pt x="483" y="716"/>
                  </a:lnTo>
                  <a:lnTo>
                    <a:pt x="484" y="715"/>
                  </a:lnTo>
                  <a:lnTo>
                    <a:pt x="485" y="715"/>
                  </a:lnTo>
                  <a:lnTo>
                    <a:pt x="487" y="715"/>
                  </a:lnTo>
                  <a:lnTo>
                    <a:pt x="488" y="714"/>
                  </a:lnTo>
                  <a:lnTo>
                    <a:pt x="490" y="714"/>
                  </a:lnTo>
                  <a:lnTo>
                    <a:pt x="491" y="714"/>
                  </a:lnTo>
                  <a:lnTo>
                    <a:pt x="492" y="713"/>
                  </a:lnTo>
                  <a:lnTo>
                    <a:pt x="494" y="713"/>
                  </a:lnTo>
                  <a:lnTo>
                    <a:pt x="495" y="713"/>
                  </a:lnTo>
                  <a:lnTo>
                    <a:pt x="496" y="713"/>
                  </a:lnTo>
                  <a:lnTo>
                    <a:pt x="498" y="713"/>
                  </a:lnTo>
                  <a:lnTo>
                    <a:pt x="499" y="712"/>
                  </a:lnTo>
                  <a:lnTo>
                    <a:pt x="500" y="712"/>
                  </a:lnTo>
                  <a:lnTo>
                    <a:pt x="502" y="712"/>
                  </a:lnTo>
                  <a:lnTo>
                    <a:pt x="503" y="711"/>
                  </a:lnTo>
                  <a:lnTo>
                    <a:pt x="504" y="711"/>
                  </a:lnTo>
                  <a:lnTo>
                    <a:pt x="506" y="711"/>
                  </a:lnTo>
                  <a:lnTo>
                    <a:pt x="507" y="711"/>
                  </a:lnTo>
                  <a:lnTo>
                    <a:pt x="508" y="710"/>
                  </a:lnTo>
                  <a:lnTo>
                    <a:pt x="510" y="710"/>
                  </a:lnTo>
                  <a:lnTo>
                    <a:pt x="511" y="710"/>
                  </a:lnTo>
                  <a:lnTo>
                    <a:pt x="512" y="710"/>
                  </a:lnTo>
                  <a:lnTo>
                    <a:pt x="514" y="710"/>
                  </a:lnTo>
                  <a:lnTo>
                    <a:pt x="515" y="709"/>
                  </a:lnTo>
                  <a:lnTo>
                    <a:pt x="516" y="709"/>
                  </a:lnTo>
                  <a:lnTo>
                    <a:pt x="518" y="709"/>
                  </a:lnTo>
                  <a:lnTo>
                    <a:pt x="519" y="709"/>
                  </a:lnTo>
                  <a:lnTo>
                    <a:pt x="520" y="709"/>
                  </a:lnTo>
                  <a:lnTo>
                    <a:pt x="522" y="709"/>
                  </a:lnTo>
                  <a:lnTo>
                    <a:pt x="523" y="708"/>
                  </a:lnTo>
                  <a:lnTo>
                    <a:pt x="524" y="708"/>
                  </a:lnTo>
                  <a:lnTo>
                    <a:pt x="526" y="708"/>
                  </a:lnTo>
                  <a:lnTo>
                    <a:pt x="527" y="708"/>
                  </a:lnTo>
                  <a:lnTo>
                    <a:pt x="529" y="708"/>
                  </a:lnTo>
                  <a:lnTo>
                    <a:pt x="530" y="707"/>
                  </a:lnTo>
                  <a:lnTo>
                    <a:pt x="531" y="707"/>
                  </a:lnTo>
                  <a:lnTo>
                    <a:pt x="533" y="707"/>
                  </a:lnTo>
                  <a:lnTo>
                    <a:pt x="534" y="707"/>
                  </a:lnTo>
                  <a:lnTo>
                    <a:pt x="535" y="707"/>
                  </a:lnTo>
                  <a:lnTo>
                    <a:pt x="537" y="707"/>
                  </a:lnTo>
                  <a:lnTo>
                    <a:pt x="538" y="706"/>
                  </a:lnTo>
                  <a:lnTo>
                    <a:pt x="539" y="706"/>
                  </a:lnTo>
                  <a:lnTo>
                    <a:pt x="541" y="706"/>
                  </a:lnTo>
                  <a:lnTo>
                    <a:pt x="542" y="706"/>
                  </a:lnTo>
                  <a:lnTo>
                    <a:pt x="543" y="706"/>
                  </a:lnTo>
                  <a:lnTo>
                    <a:pt x="545" y="705"/>
                  </a:lnTo>
                  <a:lnTo>
                    <a:pt x="546" y="705"/>
                  </a:lnTo>
                  <a:lnTo>
                    <a:pt x="547" y="705"/>
                  </a:lnTo>
                  <a:lnTo>
                    <a:pt x="549" y="705"/>
                  </a:lnTo>
                  <a:lnTo>
                    <a:pt x="550" y="705"/>
                  </a:lnTo>
                  <a:lnTo>
                    <a:pt x="551" y="705"/>
                  </a:lnTo>
                  <a:lnTo>
                    <a:pt x="553" y="705"/>
                  </a:lnTo>
                  <a:lnTo>
                    <a:pt x="554" y="705"/>
                  </a:lnTo>
                  <a:lnTo>
                    <a:pt x="555" y="704"/>
                  </a:lnTo>
                  <a:lnTo>
                    <a:pt x="557" y="704"/>
                  </a:lnTo>
                  <a:lnTo>
                    <a:pt x="558" y="704"/>
                  </a:lnTo>
                  <a:lnTo>
                    <a:pt x="559" y="704"/>
                  </a:lnTo>
                  <a:lnTo>
                    <a:pt x="561" y="704"/>
                  </a:lnTo>
                  <a:lnTo>
                    <a:pt x="562" y="704"/>
                  </a:lnTo>
                  <a:lnTo>
                    <a:pt x="564" y="704"/>
                  </a:lnTo>
                  <a:lnTo>
                    <a:pt x="565" y="703"/>
                  </a:lnTo>
                  <a:lnTo>
                    <a:pt x="566" y="703"/>
                  </a:lnTo>
                  <a:lnTo>
                    <a:pt x="568" y="703"/>
                  </a:lnTo>
                  <a:lnTo>
                    <a:pt x="569" y="703"/>
                  </a:lnTo>
                  <a:lnTo>
                    <a:pt x="570" y="703"/>
                  </a:lnTo>
                  <a:lnTo>
                    <a:pt x="572" y="703"/>
                  </a:lnTo>
                  <a:lnTo>
                    <a:pt x="573" y="702"/>
                  </a:lnTo>
                  <a:lnTo>
                    <a:pt x="574" y="702"/>
                  </a:lnTo>
                  <a:lnTo>
                    <a:pt x="576" y="702"/>
                  </a:lnTo>
                  <a:lnTo>
                    <a:pt x="577" y="702"/>
                  </a:lnTo>
                  <a:lnTo>
                    <a:pt x="578" y="702"/>
                  </a:lnTo>
                  <a:lnTo>
                    <a:pt x="580" y="702"/>
                  </a:lnTo>
                  <a:lnTo>
                    <a:pt x="581" y="702"/>
                  </a:lnTo>
                  <a:lnTo>
                    <a:pt x="582" y="702"/>
                  </a:lnTo>
                  <a:lnTo>
                    <a:pt x="584" y="702"/>
                  </a:lnTo>
                  <a:lnTo>
                    <a:pt x="585" y="701"/>
                  </a:lnTo>
                  <a:lnTo>
                    <a:pt x="586" y="701"/>
                  </a:lnTo>
                  <a:lnTo>
                    <a:pt x="588" y="701"/>
                  </a:lnTo>
                  <a:lnTo>
                    <a:pt x="589" y="701"/>
                  </a:lnTo>
                  <a:lnTo>
                    <a:pt x="590" y="701"/>
                  </a:lnTo>
                  <a:lnTo>
                    <a:pt x="592" y="701"/>
                  </a:lnTo>
                  <a:lnTo>
                    <a:pt x="593" y="701"/>
                  </a:lnTo>
                  <a:lnTo>
                    <a:pt x="594" y="701"/>
                  </a:lnTo>
                  <a:lnTo>
                    <a:pt x="596" y="700"/>
                  </a:lnTo>
                  <a:lnTo>
                    <a:pt x="597" y="700"/>
                  </a:lnTo>
                  <a:lnTo>
                    <a:pt x="599" y="700"/>
                  </a:lnTo>
                  <a:lnTo>
                    <a:pt x="600" y="700"/>
                  </a:lnTo>
                  <a:lnTo>
                    <a:pt x="601" y="700"/>
                  </a:lnTo>
                  <a:lnTo>
                    <a:pt x="603" y="700"/>
                  </a:lnTo>
                  <a:lnTo>
                    <a:pt x="604" y="700"/>
                  </a:lnTo>
                  <a:lnTo>
                    <a:pt x="605" y="699"/>
                  </a:lnTo>
                  <a:lnTo>
                    <a:pt x="607" y="699"/>
                  </a:lnTo>
                  <a:lnTo>
                    <a:pt x="608" y="699"/>
                  </a:lnTo>
                  <a:lnTo>
                    <a:pt x="609" y="699"/>
                  </a:lnTo>
                  <a:lnTo>
                    <a:pt x="611" y="699"/>
                  </a:lnTo>
                  <a:lnTo>
                    <a:pt x="612" y="699"/>
                  </a:lnTo>
                  <a:lnTo>
                    <a:pt x="613" y="699"/>
                  </a:lnTo>
                  <a:lnTo>
                    <a:pt x="615" y="699"/>
                  </a:lnTo>
                  <a:lnTo>
                    <a:pt x="616" y="699"/>
                  </a:lnTo>
                  <a:lnTo>
                    <a:pt x="617" y="699"/>
                  </a:lnTo>
                  <a:lnTo>
                    <a:pt x="619" y="699"/>
                  </a:lnTo>
                  <a:lnTo>
                    <a:pt x="620" y="699"/>
                  </a:lnTo>
                  <a:lnTo>
                    <a:pt x="621" y="698"/>
                  </a:lnTo>
                  <a:lnTo>
                    <a:pt x="623" y="698"/>
                  </a:lnTo>
                  <a:lnTo>
                    <a:pt x="624" y="698"/>
                  </a:lnTo>
                  <a:lnTo>
                    <a:pt x="625" y="698"/>
                  </a:lnTo>
                  <a:lnTo>
                    <a:pt x="627" y="698"/>
                  </a:lnTo>
                  <a:lnTo>
                    <a:pt x="628" y="698"/>
                  </a:lnTo>
                  <a:lnTo>
                    <a:pt x="629" y="698"/>
                  </a:lnTo>
                  <a:lnTo>
                    <a:pt x="631" y="698"/>
                  </a:lnTo>
                  <a:lnTo>
                    <a:pt x="632" y="698"/>
                  </a:lnTo>
                  <a:lnTo>
                    <a:pt x="634" y="697"/>
                  </a:lnTo>
                  <a:lnTo>
                    <a:pt x="635" y="697"/>
                  </a:lnTo>
                  <a:lnTo>
                    <a:pt x="636" y="697"/>
                  </a:lnTo>
                  <a:lnTo>
                    <a:pt x="638" y="697"/>
                  </a:lnTo>
                  <a:lnTo>
                    <a:pt x="639" y="697"/>
                  </a:lnTo>
                  <a:lnTo>
                    <a:pt x="640" y="697"/>
                  </a:lnTo>
                  <a:lnTo>
                    <a:pt x="642" y="697"/>
                  </a:lnTo>
                  <a:lnTo>
                    <a:pt x="643" y="697"/>
                  </a:lnTo>
                  <a:lnTo>
                    <a:pt x="644" y="696"/>
                  </a:lnTo>
                  <a:lnTo>
                    <a:pt x="646" y="696"/>
                  </a:lnTo>
                  <a:lnTo>
                    <a:pt x="647" y="696"/>
                  </a:lnTo>
                  <a:lnTo>
                    <a:pt x="648" y="696"/>
                  </a:lnTo>
                  <a:lnTo>
                    <a:pt x="650" y="696"/>
                  </a:lnTo>
                  <a:lnTo>
                    <a:pt x="651" y="696"/>
                  </a:lnTo>
                  <a:lnTo>
                    <a:pt x="652" y="696"/>
                  </a:lnTo>
                  <a:lnTo>
                    <a:pt x="654" y="696"/>
                  </a:lnTo>
                  <a:lnTo>
                    <a:pt x="655" y="696"/>
                  </a:lnTo>
                  <a:lnTo>
                    <a:pt x="656" y="696"/>
                  </a:lnTo>
                  <a:lnTo>
                    <a:pt x="658" y="696"/>
                  </a:lnTo>
                  <a:lnTo>
                    <a:pt x="659" y="696"/>
                  </a:lnTo>
                  <a:lnTo>
                    <a:pt x="660" y="696"/>
                  </a:lnTo>
                  <a:lnTo>
                    <a:pt x="662" y="695"/>
                  </a:lnTo>
                  <a:lnTo>
                    <a:pt x="663" y="695"/>
                  </a:lnTo>
                  <a:lnTo>
                    <a:pt x="664" y="695"/>
                  </a:lnTo>
                  <a:lnTo>
                    <a:pt x="666" y="695"/>
                  </a:lnTo>
                  <a:lnTo>
                    <a:pt x="667" y="695"/>
                  </a:lnTo>
                  <a:lnTo>
                    <a:pt x="668" y="695"/>
                  </a:lnTo>
                  <a:lnTo>
                    <a:pt x="670" y="695"/>
                  </a:lnTo>
                  <a:lnTo>
                    <a:pt x="671" y="694"/>
                  </a:lnTo>
                  <a:lnTo>
                    <a:pt x="673" y="694"/>
                  </a:lnTo>
                  <a:lnTo>
                    <a:pt x="674" y="694"/>
                  </a:lnTo>
                  <a:lnTo>
                    <a:pt x="675" y="694"/>
                  </a:lnTo>
                  <a:lnTo>
                    <a:pt x="677" y="694"/>
                  </a:lnTo>
                  <a:lnTo>
                    <a:pt x="678" y="694"/>
                  </a:lnTo>
                  <a:lnTo>
                    <a:pt x="679" y="694"/>
                  </a:lnTo>
                  <a:lnTo>
                    <a:pt x="681" y="694"/>
                  </a:lnTo>
                  <a:lnTo>
                    <a:pt x="682" y="694"/>
                  </a:lnTo>
                  <a:lnTo>
                    <a:pt x="683" y="694"/>
                  </a:lnTo>
                  <a:lnTo>
                    <a:pt x="685" y="694"/>
                  </a:lnTo>
                  <a:lnTo>
                    <a:pt x="686" y="694"/>
                  </a:lnTo>
                  <a:lnTo>
                    <a:pt x="687" y="693"/>
                  </a:lnTo>
                  <a:lnTo>
                    <a:pt x="689" y="694"/>
                  </a:lnTo>
                  <a:lnTo>
                    <a:pt x="690" y="693"/>
                  </a:lnTo>
                  <a:lnTo>
                    <a:pt x="691" y="693"/>
                  </a:lnTo>
                  <a:lnTo>
                    <a:pt x="693" y="693"/>
                  </a:lnTo>
                  <a:lnTo>
                    <a:pt x="694" y="693"/>
                  </a:lnTo>
                  <a:lnTo>
                    <a:pt x="695" y="693"/>
                  </a:lnTo>
                  <a:lnTo>
                    <a:pt x="697" y="693"/>
                  </a:lnTo>
                  <a:lnTo>
                    <a:pt x="698" y="693"/>
                  </a:lnTo>
                  <a:lnTo>
                    <a:pt x="699" y="693"/>
                  </a:lnTo>
                  <a:lnTo>
                    <a:pt x="701" y="693"/>
                  </a:lnTo>
                  <a:lnTo>
                    <a:pt x="702" y="693"/>
                  </a:lnTo>
                  <a:lnTo>
                    <a:pt x="703" y="693"/>
                  </a:lnTo>
                  <a:lnTo>
                    <a:pt x="705" y="693"/>
                  </a:lnTo>
                  <a:lnTo>
                    <a:pt x="706" y="693"/>
                  </a:lnTo>
                  <a:lnTo>
                    <a:pt x="708" y="693"/>
                  </a:lnTo>
                  <a:lnTo>
                    <a:pt x="709" y="693"/>
                  </a:lnTo>
                  <a:lnTo>
                    <a:pt x="710" y="693"/>
                  </a:lnTo>
                  <a:lnTo>
                    <a:pt x="712" y="693"/>
                  </a:lnTo>
                  <a:lnTo>
                    <a:pt x="713" y="693"/>
                  </a:lnTo>
                  <a:lnTo>
                    <a:pt x="714" y="692"/>
                  </a:lnTo>
                  <a:lnTo>
                    <a:pt x="716" y="692"/>
                  </a:lnTo>
                  <a:lnTo>
                    <a:pt x="717" y="692"/>
                  </a:lnTo>
                  <a:lnTo>
                    <a:pt x="718" y="692"/>
                  </a:lnTo>
                  <a:lnTo>
                    <a:pt x="720" y="692"/>
                  </a:lnTo>
                  <a:lnTo>
                    <a:pt x="721" y="692"/>
                  </a:lnTo>
                  <a:lnTo>
                    <a:pt x="722" y="692"/>
                  </a:lnTo>
                  <a:lnTo>
                    <a:pt x="724" y="692"/>
                  </a:lnTo>
                  <a:lnTo>
                    <a:pt x="725" y="692"/>
                  </a:lnTo>
                  <a:lnTo>
                    <a:pt x="726" y="692"/>
                  </a:lnTo>
                  <a:lnTo>
                    <a:pt x="728" y="692"/>
                  </a:lnTo>
                  <a:lnTo>
                    <a:pt x="729" y="692"/>
                  </a:lnTo>
                  <a:lnTo>
                    <a:pt x="730" y="692"/>
                  </a:lnTo>
                  <a:lnTo>
                    <a:pt x="732" y="692"/>
                  </a:lnTo>
                  <a:lnTo>
                    <a:pt x="733" y="692"/>
                  </a:lnTo>
                  <a:lnTo>
                    <a:pt x="734" y="692"/>
                  </a:lnTo>
                  <a:lnTo>
                    <a:pt x="736" y="691"/>
                  </a:lnTo>
                  <a:lnTo>
                    <a:pt x="737" y="691"/>
                  </a:lnTo>
                  <a:lnTo>
                    <a:pt x="738" y="691"/>
                  </a:lnTo>
                  <a:lnTo>
                    <a:pt x="740" y="691"/>
                  </a:lnTo>
                  <a:lnTo>
                    <a:pt x="741" y="691"/>
                  </a:lnTo>
                  <a:lnTo>
                    <a:pt x="743" y="691"/>
                  </a:lnTo>
                  <a:lnTo>
                    <a:pt x="744" y="691"/>
                  </a:lnTo>
                  <a:lnTo>
                    <a:pt x="745" y="691"/>
                  </a:lnTo>
                  <a:lnTo>
                    <a:pt x="747" y="691"/>
                  </a:lnTo>
                  <a:lnTo>
                    <a:pt x="748" y="691"/>
                  </a:lnTo>
                  <a:lnTo>
                    <a:pt x="749" y="691"/>
                  </a:lnTo>
                  <a:lnTo>
                    <a:pt x="751" y="691"/>
                  </a:lnTo>
                  <a:lnTo>
                    <a:pt x="752" y="691"/>
                  </a:lnTo>
                  <a:lnTo>
                    <a:pt x="753" y="691"/>
                  </a:lnTo>
                  <a:lnTo>
                    <a:pt x="755" y="691"/>
                  </a:lnTo>
                  <a:lnTo>
                    <a:pt x="756" y="691"/>
                  </a:lnTo>
                  <a:lnTo>
                    <a:pt x="757" y="691"/>
                  </a:lnTo>
                  <a:lnTo>
                    <a:pt x="759" y="691"/>
                  </a:lnTo>
                  <a:lnTo>
                    <a:pt x="760" y="691"/>
                  </a:lnTo>
                  <a:lnTo>
                    <a:pt x="761" y="690"/>
                  </a:lnTo>
                  <a:lnTo>
                    <a:pt x="763" y="690"/>
                  </a:lnTo>
                  <a:lnTo>
                    <a:pt x="764" y="690"/>
                  </a:lnTo>
                  <a:lnTo>
                    <a:pt x="765" y="690"/>
                  </a:lnTo>
                  <a:lnTo>
                    <a:pt x="767" y="690"/>
                  </a:lnTo>
                  <a:lnTo>
                    <a:pt x="768" y="690"/>
                  </a:lnTo>
                  <a:lnTo>
                    <a:pt x="769" y="690"/>
                  </a:lnTo>
                  <a:lnTo>
                    <a:pt x="771" y="690"/>
                  </a:lnTo>
                  <a:lnTo>
                    <a:pt x="772" y="690"/>
                  </a:lnTo>
                  <a:lnTo>
                    <a:pt x="773" y="690"/>
                  </a:lnTo>
                  <a:lnTo>
                    <a:pt x="775" y="690"/>
                  </a:lnTo>
                  <a:lnTo>
                    <a:pt x="776" y="690"/>
                  </a:lnTo>
                  <a:lnTo>
                    <a:pt x="777" y="690"/>
                  </a:lnTo>
                  <a:lnTo>
                    <a:pt x="779" y="690"/>
                  </a:lnTo>
                  <a:lnTo>
                    <a:pt x="780" y="690"/>
                  </a:lnTo>
                  <a:lnTo>
                    <a:pt x="782" y="690"/>
                  </a:lnTo>
                  <a:lnTo>
                    <a:pt x="783" y="690"/>
                  </a:lnTo>
                  <a:lnTo>
                    <a:pt x="784" y="690"/>
                  </a:lnTo>
                  <a:lnTo>
                    <a:pt x="786" y="689"/>
                  </a:lnTo>
                  <a:lnTo>
                    <a:pt x="787" y="689"/>
                  </a:lnTo>
                  <a:lnTo>
                    <a:pt x="788" y="689"/>
                  </a:lnTo>
                  <a:lnTo>
                    <a:pt x="790" y="689"/>
                  </a:lnTo>
                  <a:lnTo>
                    <a:pt x="791" y="689"/>
                  </a:lnTo>
                  <a:lnTo>
                    <a:pt x="792" y="689"/>
                  </a:lnTo>
                  <a:lnTo>
                    <a:pt x="794" y="689"/>
                  </a:lnTo>
                  <a:lnTo>
                    <a:pt x="795" y="689"/>
                  </a:lnTo>
                  <a:lnTo>
                    <a:pt x="796" y="689"/>
                  </a:lnTo>
                  <a:lnTo>
                    <a:pt x="798" y="689"/>
                  </a:lnTo>
                  <a:lnTo>
                    <a:pt x="799" y="689"/>
                  </a:lnTo>
                  <a:lnTo>
                    <a:pt x="800" y="689"/>
                  </a:lnTo>
                  <a:lnTo>
                    <a:pt x="802" y="689"/>
                  </a:lnTo>
                  <a:lnTo>
                    <a:pt x="803" y="689"/>
                  </a:lnTo>
                  <a:lnTo>
                    <a:pt x="804" y="689"/>
                  </a:lnTo>
                  <a:lnTo>
                    <a:pt x="806" y="689"/>
                  </a:lnTo>
                  <a:lnTo>
                    <a:pt x="807" y="689"/>
                  </a:lnTo>
                  <a:lnTo>
                    <a:pt x="808" y="689"/>
                  </a:lnTo>
                  <a:lnTo>
                    <a:pt x="810" y="688"/>
                  </a:lnTo>
                  <a:lnTo>
                    <a:pt x="811" y="689"/>
                  </a:lnTo>
                  <a:lnTo>
                    <a:pt x="812" y="689"/>
                  </a:lnTo>
                  <a:lnTo>
                    <a:pt x="814" y="688"/>
                  </a:lnTo>
                  <a:lnTo>
                    <a:pt x="815" y="688"/>
                  </a:lnTo>
                  <a:lnTo>
                    <a:pt x="817" y="688"/>
                  </a:lnTo>
                  <a:lnTo>
                    <a:pt x="818" y="688"/>
                  </a:lnTo>
                  <a:lnTo>
                    <a:pt x="819" y="688"/>
                  </a:lnTo>
                  <a:lnTo>
                    <a:pt x="821" y="688"/>
                  </a:lnTo>
                  <a:lnTo>
                    <a:pt x="822" y="688"/>
                  </a:lnTo>
                  <a:lnTo>
                    <a:pt x="823" y="688"/>
                  </a:lnTo>
                  <a:lnTo>
                    <a:pt x="825" y="688"/>
                  </a:lnTo>
                  <a:lnTo>
                    <a:pt x="826" y="688"/>
                  </a:lnTo>
                  <a:lnTo>
                    <a:pt x="827" y="688"/>
                  </a:lnTo>
                  <a:lnTo>
                    <a:pt x="829" y="688"/>
                  </a:lnTo>
                  <a:lnTo>
                    <a:pt x="830" y="688"/>
                  </a:lnTo>
                  <a:lnTo>
                    <a:pt x="831" y="688"/>
                  </a:lnTo>
                  <a:lnTo>
                    <a:pt x="833" y="688"/>
                  </a:lnTo>
                  <a:lnTo>
                    <a:pt x="834" y="688"/>
                  </a:lnTo>
                  <a:lnTo>
                    <a:pt x="835" y="688"/>
                  </a:lnTo>
                  <a:lnTo>
                    <a:pt x="837" y="688"/>
                  </a:lnTo>
                  <a:lnTo>
                    <a:pt x="838" y="688"/>
                  </a:lnTo>
                  <a:lnTo>
                    <a:pt x="839" y="688"/>
                  </a:lnTo>
                  <a:lnTo>
                    <a:pt x="841" y="688"/>
                  </a:lnTo>
                  <a:lnTo>
                    <a:pt x="842" y="688"/>
                  </a:lnTo>
                  <a:lnTo>
                    <a:pt x="843" y="687"/>
                  </a:lnTo>
                  <a:lnTo>
                    <a:pt x="845" y="687"/>
                  </a:lnTo>
                  <a:lnTo>
                    <a:pt x="846" y="687"/>
                  </a:lnTo>
                  <a:lnTo>
                    <a:pt x="847" y="687"/>
                  </a:lnTo>
                  <a:lnTo>
                    <a:pt x="849" y="687"/>
                  </a:lnTo>
                  <a:lnTo>
                    <a:pt x="850" y="687"/>
                  </a:lnTo>
                  <a:lnTo>
                    <a:pt x="852" y="687"/>
                  </a:lnTo>
                  <a:lnTo>
                    <a:pt x="853" y="687"/>
                  </a:lnTo>
                  <a:lnTo>
                    <a:pt x="854" y="687"/>
                  </a:lnTo>
                  <a:lnTo>
                    <a:pt x="856" y="687"/>
                  </a:lnTo>
                  <a:lnTo>
                    <a:pt x="857" y="687"/>
                  </a:lnTo>
                  <a:lnTo>
                    <a:pt x="858" y="687"/>
                  </a:lnTo>
                  <a:lnTo>
                    <a:pt x="860" y="687"/>
                  </a:lnTo>
                  <a:lnTo>
                    <a:pt x="861" y="687"/>
                  </a:lnTo>
                  <a:lnTo>
                    <a:pt x="862" y="687"/>
                  </a:lnTo>
                  <a:lnTo>
                    <a:pt x="864" y="687"/>
                  </a:lnTo>
                  <a:lnTo>
                    <a:pt x="865" y="687"/>
                  </a:lnTo>
                  <a:lnTo>
                    <a:pt x="866" y="687"/>
                  </a:lnTo>
                  <a:lnTo>
                    <a:pt x="868" y="687"/>
                  </a:lnTo>
                  <a:lnTo>
                    <a:pt x="869" y="687"/>
                  </a:lnTo>
                  <a:lnTo>
                    <a:pt x="870" y="687"/>
                  </a:lnTo>
                  <a:lnTo>
                    <a:pt x="872" y="687"/>
                  </a:lnTo>
                  <a:lnTo>
                    <a:pt x="873" y="687"/>
                  </a:lnTo>
                  <a:lnTo>
                    <a:pt x="874" y="687"/>
                  </a:lnTo>
                  <a:lnTo>
                    <a:pt x="876" y="687"/>
                  </a:lnTo>
                  <a:lnTo>
                    <a:pt x="877" y="687"/>
                  </a:lnTo>
                  <a:lnTo>
                    <a:pt x="878" y="686"/>
                  </a:lnTo>
                  <a:lnTo>
                    <a:pt x="880" y="686"/>
                  </a:lnTo>
                  <a:lnTo>
                    <a:pt x="881" y="686"/>
                  </a:lnTo>
                  <a:lnTo>
                    <a:pt x="882" y="686"/>
                  </a:lnTo>
                  <a:lnTo>
                    <a:pt x="884" y="686"/>
                  </a:lnTo>
                  <a:lnTo>
                    <a:pt x="885" y="686"/>
                  </a:lnTo>
                  <a:lnTo>
                    <a:pt x="887" y="686"/>
                  </a:lnTo>
                  <a:lnTo>
                    <a:pt x="888" y="686"/>
                  </a:lnTo>
                  <a:lnTo>
                    <a:pt x="889" y="686"/>
                  </a:lnTo>
                  <a:lnTo>
                    <a:pt x="891" y="686"/>
                  </a:lnTo>
                  <a:lnTo>
                    <a:pt x="892" y="686"/>
                  </a:lnTo>
                  <a:lnTo>
                    <a:pt x="893" y="686"/>
                  </a:lnTo>
                  <a:lnTo>
                    <a:pt x="895" y="686"/>
                  </a:lnTo>
                  <a:lnTo>
                    <a:pt x="896" y="686"/>
                  </a:lnTo>
                  <a:lnTo>
                    <a:pt x="897" y="686"/>
                  </a:lnTo>
                  <a:lnTo>
                    <a:pt x="899" y="686"/>
                  </a:lnTo>
                  <a:lnTo>
                    <a:pt x="900" y="686"/>
                  </a:lnTo>
                  <a:lnTo>
                    <a:pt x="901" y="686"/>
                  </a:lnTo>
                  <a:lnTo>
                    <a:pt x="903" y="686"/>
                  </a:lnTo>
                  <a:lnTo>
                    <a:pt x="904" y="685"/>
                  </a:lnTo>
                  <a:lnTo>
                    <a:pt x="905" y="685"/>
                  </a:lnTo>
                  <a:lnTo>
                    <a:pt x="907" y="685"/>
                  </a:lnTo>
                  <a:lnTo>
                    <a:pt x="908" y="685"/>
                  </a:lnTo>
                  <a:lnTo>
                    <a:pt x="909" y="685"/>
                  </a:lnTo>
                  <a:lnTo>
                    <a:pt x="911" y="685"/>
                  </a:lnTo>
                  <a:lnTo>
                    <a:pt x="912" y="685"/>
                  </a:lnTo>
                  <a:lnTo>
                    <a:pt x="913" y="685"/>
                  </a:lnTo>
                  <a:lnTo>
                    <a:pt x="915" y="685"/>
                  </a:lnTo>
                  <a:lnTo>
                    <a:pt x="916" y="685"/>
                  </a:lnTo>
                  <a:lnTo>
                    <a:pt x="917" y="685"/>
                  </a:lnTo>
                  <a:lnTo>
                    <a:pt x="919" y="685"/>
                  </a:lnTo>
                  <a:lnTo>
                    <a:pt x="920" y="685"/>
                  </a:lnTo>
                  <a:lnTo>
                    <a:pt x="921" y="685"/>
                  </a:lnTo>
                  <a:lnTo>
                    <a:pt x="923" y="685"/>
                  </a:lnTo>
                  <a:lnTo>
                    <a:pt x="924" y="685"/>
                  </a:lnTo>
                  <a:lnTo>
                    <a:pt x="926" y="685"/>
                  </a:lnTo>
                  <a:lnTo>
                    <a:pt x="927" y="685"/>
                  </a:lnTo>
                  <a:lnTo>
                    <a:pt x="928" y="685"/>
                  </a:lnTo>
                  <a:lnTo>
                    <a:pt x="930" y="685"/>
                  </a:lnTo>
                  <a:lnTo>
                    <a:pt x="931" y="685"/>
                  </a:lnTo>
                  <a:lnTo>
                    <a:pt x="932" y="685"/>
                  </a:lnTo>
                  <a:lnTo>
                    <a:pt x="934" y="685"/>
                  </a:lnTo>
                  <a:lnTo>
                    <a:pt x="935" y="685"/>
                  </a:lnTo>
                  <a:lnTo>
                    <a:pt x="936" y="685"/>
                  </a:lnTo>
                  <a:lnTo>
                    <a:pt x="938" y="685"/>
                  </a:lnTo>
                  <a:lnTo>
                    <a:pt x="939" y="685"/>
                  </a:lnTo>
                  <a:lnTo>
                    <a:pt x="940" y="685"/>
                  </a:lnTo>
                  <a:lnTo>
                    <a:pt x="942" y="685"/>
                  </a:lnTo>
                  <a:lnTo>
                    <a:pt x="943" y="685"/>
                  </a:lnTo>
                  <a:lnTo>
                    <a:pt x="944" y="685"/>
                  </a:lnTo>
                  <a:lnTo>
                    <a:pt x="946" y="685"/>
                  </a:lnTo>
                  <a:lnTo>
                    <a:pt x="947" y="685"/>
                  </a:lnTo>
                  <a:lnTo>
                    <a:pt x="948" y="685"/>
                  </a:lnTo>
                  <a:lnTo>
                    <a:pt x="950" y="685"/>
                  </a:lnTo>
                  <a:lnTo>
                    <a:pt x="951" y="685"/>
                  </a:lnTo>
                  <a:lnTo>
                    <a:pt x="952" y="685"/>
                  </a:lnTo>
                  <a:lnTo>
                    <a:pt x="954" y="685"/>
                  </a:lnTo>
                  <a:lnTo>
                    <a:pt x="955" y="685"/>
                  </a:lnTo>
                  <a:lnTo>
                    <a:pt x="956" y="685"/>
                  </a:lnTo>
                  <a:lnTo>
                    <a:pt x="958" y="685"/>
                  </a:lnTo>
                  <a:lnTo>
                    <a:pt x="959" y="684"/>
                  </a:lnTo>
                  <a:lnTo>
                    <a:pt x="961" y="684"/>
                  </a:lnTo>
                  <a:lnTo>
                    <a:pt x="962" y="684"/>
                  </a:lnTo>
                  <a:lnTo>
                    <a:pt x="963" y="684"/>
                  </a:lnTo>
                  <a:lnTo>
                    <a:pt x="965" y="684"/>
                  </a:lnTo>
                  <a:lnTo>
                    <a:pt x="966" y="684"/>
                  </a:lnTo>
                  <a:lnTo>
                    <a:pt x="967" y="684"/>
                  </a:lnTo>
                  <a:lnTo>
                    <a:pt x="969" y="684"/>
                  </a:lnTo>
                  <a:lnTo>
                    <a:pt x="970" y="684"/>
                  </a:lnTo>
                  <a:lnTo>
                    <a:pt x="971" y="684"/>
                  </a:lnTo>
                  <a:lnTo>
                    <a:pt x="973" y="684"/>
                  </a:lnTo>
                  <a:lnTo>
                    <a:pt x="974" y="684"/>
                  </a:lnTo>
                  <a:lnTo>
                    <a:pt x="975" y="684"/>
                  </a:lnTo>
                  <a:lnTo>
                    <a:pt x="977" y="684"/>
                  </a:lnTo>
                  <a:lnTo>
                    <a:pt x="978" y="684"/>
                  </a:lnTo>
                  <a:lnTo>
                    <a:pt x="979" y="684"/>
                  </a:lnTo>
                  <a:lnTo>
                    <a:pt x="981" y="684"/>
                  </a:lnTo>
                  <a:lnTo>
                    <a:pt x="982" y="684"/>
                  </a:lnTo>
                  <a:lnTo>
                    <a:pt x="983" y="683"/>
                  </a:lnTo>
                  <a:lnTo>
                    <a:pt x="985" y="683"/>
                  </a:lnTo>
                  <a:lnTo>
                    <a:pt x="986" y="683"/>
                  </a:lnTo>
                  <a:lnTo>
                    <a:pt x="987" y="684"/>
                  </a:lnTo>
                  <a:lnTo>
                    <a:pt x="989" y="684"/>
                  </a:lnTo>
                  <a:lnTo>
                    <a:pt x="990" y="684"/>
                  </a:lnTo>
                  <a:lnTo>
                    <a:pt x="991" y="684"/>
                  </a:lnTo>
                  <a:lnTo>
                    <a:pt x="993" y="684"/>
                  </a:lnTo>
                  <a:lnTo>
                    <a:pt x="994" y="683"/>
                  </a:lnTo>
                  <a:lnTo>
                    <a:pt x="996" y="683"/>
                  </a:lnTo>
                  <a:lnTo>
                    <a:pt x="997" y="683"/>
                  </a:lnTo>
                  <a:lnTo>
                    <a:pt x="998" y="683"/>
                  </a:lnTo>
                  <a:lnTo>
                    <a:pt x="1000" y="683"/>
                  </a:lnTo>
                  <a:lnTo>
                    <a:pt x="1001" y="683"/>
                  </a:lnTo>
                  <a:lnTo>
                    <a:pt x="1002" y="683"/>
                  </a:lnTo>
                  <a:lnTo>
                    <a:pt x="1004" y="683"/>
                  </a:lnTo>
                  <a:lnTo>
                    <a:pt x="1005" y="683"/>
                  </a:lnTo>
                  <a:lnTo>
                    <a:pt x="1006" y="683"/>
                  </a:lnTo>
                  <a:lnTo>
                    <a:pt x="1008" y="683"/>
                  </a:lnTo>
                  <a:lnTo>
                    <a:pt x="1009" y="683"/>
                  </a:lnTo>
                  <a:lnTo>
                    <a:pt x="1010" y="683"/>
                  </a:lnTo>
                  <a:lnTo>
                    <a:pt x="1012" y="683"/>
                  </a:lnTo>
                  <a:lnTo>
                    <a:pt x="1013" y="683"/>
                  </a:lnTo>
                  <a:lnTo>
                    <a:pt x="1014" y="683"/>
                  </a:lnTo>
                  <a:lnTo>
                    <a:pt x="1016" y="683"/>
                  </a:lnTo>
                  <a:lnTo>
                    <a:pt x="1017" y="683"/>
                  </a:lnTo>
                  <a:lnTo>
                    <a:pt x="1018" y="683"/>
                  </a:lnTo>
                  <a:lnTo>
                    <a:pt x="1020" y="683"/>
                  </a:lnTo>
                  <a:lnTo>
                    <a:pt x="1021" y="683"/>
                  </a:lnTo>
                  <a:lnTo>
                    <a:pt x="1022" y="683"/>
                  </a:lnTo>
                  <a:lnTo>
                    <a:pt x="1024" y="683"/>
                  </a:lnTo>
                  <a:lnTo>
                    <a:pt x="1025" y="683"/>
                  </a:lnTo>
                  <a:lnTo>
                    <a:pt x="1026" y="683"/>
                  </a:lnTo>
                  <a:lnTo>
                    <a:pt x="1028" y="683"/>
                  </a:lnTo>
                  <a:lnTo>
                    <a:pt x="1029" y="683"/>
                  </a:lnTo>
                  <a:lnTo>
                    <a:pt x="1031" y="683"/>
                  </a:lnTo>
                  <a:lnTo>
                    <a:pt x="1032" y="683"/>
                  </a:lnTo>
                  <a:lnTo>
                    <a:pt x="1033" y="683"/>
                  </a:lnTo>
                  <a:lnTo>
                    <a:pt x="1035" y="683"/>
                  </a:lnTo>
                  <a:lnTo>
                    <a:pt x="1036" y="683"/>
                  </a:lnTo>
                  <a:lnTo>
                    <a:pt x="1037" y="683"/>
                  </a:lnTo>
                  <a:lnTo>
                    <a:pt x="1039" y="683"/>
                  </a:lnTo>
                  <a:lnTo>
                    <a:pt x="1040" y="683"/>
                  </a:lnTo>
                  <a:lnTo>
                    <a:pt x="1041" y="683"/>
                  </a:lnTo>
                  <a:lnTo>
                    <a:pt x="1043" y="683"/>
                  </a:lnTo>
                  <a:lnTo>
                    <a:pt x="1044" y="683"/>
                  </a:lnTo>
                  <a:lnTo>
                    <a:pt x="1045" y="683"/>
                  </a:lnTo>
                  <a:lnTo>
                    <a:pt x="1047" y="683"/>
                  </a:lnTo>
                  <a:lnTo>
                    <a:pt x="1048" y="682"/>
                  </a:lnTo>
                  <a:lnTo>
                    <a:pt x="1049" y="683"/>
                  </a:lnTo>
                  <a:lnTo>
                    <a:pt x="1051" y="683"/>
                  </a:lnTo>
                  <a:lnTo>
                    <a:pt x="1052" y="682"/>
                  </a:lnTo>
                  <a:lnTo>
                    <a:pt x="1053" y="682"/>
                  </a:lnTo>
                  <a:lnTo>
                    <a:pt x="1055" y="682"/>
                  </a:lnTo>
                  <a:lnTo>
                    <a:pt x="1056" y="682"/>
                  </a:lnTo>
                  <a:lnTo>
                    <a:pt x="1057" y="682"/>
                  </a:lnTo>
                  <a:lnTo>
                    <a:pt x="1059" y="682"/>
                  </a:lnTo>
                  <a:lnTo>
                    <a:pt x="1060" y="682"/>
                  </a:lnTo>
                  <a:lnTo>
                    <a:pt x="1061" y="682"/>
                  </a:lnTo>
                  <a:lnTo>
                    <a:pt x="1063" y="682"/>
                  </a:lnTo>
                  <a:lnTo>
                    <a:pt x="1064" y="682"/>
                  </a:lnTo>
                  <a:lnTo>
                    <a:pt x="1065" y="682"/>
                  </a:lnTo>
                  <a:lnTo>
                    <a:pt x="1067" y="682"/>
                  </a:lnTo>
                  <a:lnTo>
                    <a:pt x="1068" y="682"/>
                  </a:lnTo>
                  <a:lnTo>
                    <a:pt x="1070" y="682"/>
                  </a:lnTo>
                  <a:lnTo>
                    <a:pt x="1071" y="682"/>
                  </a:lnTo>
                  <a:lnTo>
                    <a:pt x="1072" y="682"/>
                  </a:lnTo>
                  <a:lnTo>
                    <a:pt x="1074" y="682"/>
                  </a:lnTo>
                  <a:lnTo>
                    <a:pt x="1075" y="682"/>
                  </a:lnTo>
                  <a:lnTo>
                    <a:pt x="1076" y="682"/>
                  </a:lnTo>
                  <a:lnTo>
                    <a:pt x="1078" y="682"/>
                  </a:lnTo>
                  <a:lnTo>
                    <a:pt x="1079" y="682"/>
                  </a:lnTo>
                  <a:lnTo>
                    <a:pt x="1080" y="682"/>
                  </a:lnTo>
                  <a:lnTo>
                    <a:pt x="1082" y="682"/>
                  </a:lnTo>
                  <a:lnTo>
                    <a:pt x="1083" y="682"/>
                  </a:lnTo>
                  <a:lnTo>
                    <a:pt x="1084" y="682"/>
                  </a:lnTo>
                  <a:lnTo>
                    <a:pt x="1086" y="682"/>
                  </a:lnTo>
                  <a:lnTo>
                    <a:pt x="1087" y="682"/>
                  </a:lnTo>
                  <a:lnTo>
                    <a:pt x="1088" y="682"/>
                  </a:lnTo>
                  <a:lnTo>
                    <a:pt x="1090" y="682"/>
                  </a:lnTo>
                  <a:lnTo>
                    <a:pt x="1091" y="682"/>
                  </a:lnTo>
                  <a:lnTo>
                    <a:pt x="1092" y="682"/>
                  </a:lnTo>
                  <a:lnTo>
                    <a:pt x="1094" y="682"/>
                  </a:lnTo>
                  <a:lnTo>
                    <a:pt x="1095" y="682"/>
                  </a:lnTo>
                  <a:lnTo>
                    <a:pt x="1096" y="682"/>
                  </a:lnTo>
                  <a:lnTo>
                    <a:pt x="1098" y="682"/>
                  </a:lnTo>
                  <a:lnTo>
                    <a:pt x="1099" y="682"/>
                  </a:lnTo>
                  <a:lnTo>
                    <a:pt x="1100" y="682"/>
                  </a:lnTo>
                  <a:lnTo>
                    <a:pt x="1102" y="682"/>
                  </a:lnTo>
                  <a:lnTo>
                    <a:pt x="1103" y="681"/>
                  </a:lnTo>
                  <a:lnTo>
                    <a:pt x="1105" y="682"/>
                  </a:lnTo>
                  <a:lnTo>
                    <a:pt x="1106" y="682"/>
                  </a:lnTo>
                  <a:lnTo>
                    <a:pt x="1107" y="682"/>
                  </a:lnTo>
                  <a:lnTo>
                    <a:pt x="1109" y="682"/>
                  </a:lnTo>
                  <a:lnTo>
                    <a:pt x="1110" y="682"/>
                  </a:lnTo>
                  <a:lnTo>
                    <a:pt x="1111" y="682"/>
                  </a:lnTo>
                  <a:lnTo>
                    <a:pt x="1113" y="682"/>
                  </a:lnTo>
                  <a:lnTo>
                    <a:pt x="1114" y="682"/>
                  </a:lnTo>
                  <a:lnTo>
                    <a:pt x="1115" y="682"/>
                  </a:lnTo>
                  <a:lnTo>
                    <a:pt x="1117" y="682"/>
                  </a:lnTo>
                  <a:lnTo>
                    <a:pt x="1118" y="682"/>
                  </a:lnTo>
                  <a:lnTo>
                    <a:pt x="1119" y="681"/>
                  </a:lnTo>
                  <a:lnTo>
                    <a:pt x="1121" y="681"/>
                  </a:lnTo>
                  <a:lnTo>
                    <a:pt x="1122" y="681"/>
                  </a:lnTo>
                  <a:lnTo>
                    <a:pt x="1123" y="681"/>
                  </a:lnTo>
                  <a:lnTo>
                    <a:pt x="1125" y="681"/>
                  </a:lnTo>
                  <a:lnTo>
                    <a:pt x="1126" y="681"/>
                  </a:lnTo>
                  <a:lnTo>
                    <a:pt x="1127" y="681"/>
                  </a:lnTo>
                  <a:lnTo>
                    <a:pt x="1129" y="681"/>
                  </a:lnTo>
                  <a:lnTo>
                    <a:pt x="1130" y="681"/>
                  </a:lnTo>
                  <a:lnTo>
                    <a:pt x="1131" y="681"/>
                  </a:lnTo>
                  <a:lnTo>
                    <a:pt x="1133" y="681"/>
                  </a:lnTo>
                  <a:lnTo>
                    <a:pt x="1134" y="681"/>
                  </a:lnTo>
                  <a:lnTo>
                    <a:pt x="1135" y="681"/>
                  </a:lnTo>
                  <a:lnTo>
                    <a:pt x="1137" y="682"/>
                  </a:lnTo>
                  <a:lnTo>
                    <a:pt x="1138" y="682"/>
                  </a:lnTo>
                  <a:lnTo>
                    <a:pt x="1140" y="681"/>
                  </a:lnTo>
                  <a:lnTo>
                    <a:pt x="1141" y="682"/>
                  </a:lnTo>
                  <a:lnTo>
                    <a:pt x="1142" y="681"/>
                  </a:lnTo>
                  <a:lnTo>
                    <a:pt x="1144" y="681"/>
                  </a:lnTo>
                  <a:lnTo>
                    <a:pt x="1145" y="681"/>
                  </a:lnTo>
                  <a:lnTo>
                    <a:pt x="1146" y="681"/>
                  </a:lnTo>
                  <a:lnTo>
                    <a:pt x="1148" y="681"/>
                  </a:lnTo>
                  <a:lnTo>
                    <a:pt x="1149" y="681"/>
                  </a:lnTo>
                  <a:lnTo>
                    <a:pt x="1150" y="682"/>
                  </a:lnTo>
                  <a:lnTo>
                    <a:pt x="1152" y="682"/>
                  </a:lnTo>
                  <a:lnTo>
                    <a:pt x="1153" y="682"/>
                  </a:lnTo>
                  <a:lnTo>
                    <a:pt x="1154" y="682"/>
                  </a:lnTo>
                  <a:lnTo>
                    <a:pt x="1156" y="682"/>
                  </a:lnTo>
                  <a:lnTo>
                    <a:pt x="1157" y="682"/>
                  </a:lnTo>
                  <a:lnTo>
                    <a:pt x="1158" y="682"/>
                  </a:lnTo>
                  <a:lnTo>
                    <a:pt x="1160" y="682"/>
                  </a:lnTo>
                  <a:lnTo>
                    <a:pt x="1161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5" y="681"/>
                  </a:lnTo>
                  <a:lnTo>
                    <a:pt x="1166" y="681"/>
                  </a:lnTo>
                  <a:lnTo>
                    <a:pt x="1168" y="681"/>
                  </a:lnTo>
                  <a:lnTo>
                    <a:pt x="1169" y="681"/>
                  </a:lnTo>
                  <a:lnTo>
                    <a:pt x="1170" y="681"/>
                  </a:lnTo>
                  <a:lnTo>
                    <a:pt x="1172" y="681"/>
                  </a:lnTo>
                  <a:lnTo>
                    <a:pt x="1173" y="681"/>
                  </a:lnTo>
                  <a:lnTo>
                    <a:pt x="1175" y="682"/>
                  </a:lnTo>
                  <a:lnTo>
                    <a:pt x="1176" y="681"/>
                  </a:lnTo>
                  <a:lnTo>
                    <a:pt x="1177" y="681"/>
                  </a:lnTo>
                  <a:lnTo>
                    <a:pt x="1179" y="682"/>
                  </a:lnTo>
                  <a:lnTo>
                    <a:pt x="1180" y="682"/>
                  </a:lnTo>
                  <a:lnTo>
                    <a:pt x="1181" y="681"/>
                  </a:lnTo>
                  <a:lnTo>
                    <a:pt x="1183" y="681"/>
                  </a:lnTo>
                  <a:lnTo>
                    <a:pt x="1184" y="681"/>
                  </a:lnTo>
                  <a:lnTo>
                    <a:pt x="1185" y="681"/>
                  </a:lnTo>
                  <a:lnTo>
                    <a:pt x="1187" y="681"/>
                  </a:lnTo>
                  <a:lnTo>
                    <a:pt x="1188" y="681"/>
                  </a:lnTo>
                  <a:lnTo>
                    <a:pt x="1189" y="681"/>
                  </a:lnTo>
                  <a:lnTo>
                    <a:pt x="1191" y="681"/>
                  </a:lnTo>
                  <a:lnTo>
                    <a:pt x="1192" y="681"/>
                  </a:lnTo>
                  <a:lnTo>
                    <a:pt x="1193" y="681"/>
                  </a:lnTo>
                  <a:lnTo>
                    <a:pt x="1195" y="681"/>
                  </a:lnTo>
                  <a:lnTo>
                    <a:pt x="1196" y="681"/>
                  </a:lnTo>
                  <a:lnTo>
                    <a:pt x="1197" y="681"/>
                  </a:lnTo>
                  <a:lnTo>
                    <a:pt x="1199" y="681"/>
                  </a:lnTo>
                  <a:lnTo>
                    <a:pt x="1200" y="681"/>
                  </a:lnTo>
                  <a:lnTo>
                    <a:pt x="1201" y="681"/>
                  </a:lnTo>
                  <a:lnTo>
                    <a:pt x="1203" y="681"/>
                  </a:lnTo>
                  <a:lnTo>
                    <a:pt x="1204" y="681"/>
                  </a:lnTo>
                  <a:lnTo>
                    <a:pt x="1205" y="681"/>
                  </a:lnTo>
                  <a:lnTo>
                    <a:pt x="1207" y="681"/>
                  </a:lnTo>
                  <a:lnTo>
                    <a:pt x="1208" y="681"/>
                  </a:lnTo>
                  <a:lnTo>
                    <a:pt x="1209" y="681"/>
                  </a:lnTo>
                  <a:lnTo>
                    <a:pt x="1211" y="681"/>
                  </a:lnTo>
                  <a:lnTo>
                    <a:pt x="1212" y="681"/>
                  </a:lnTo>
                  <a:lnTo>
                    <a:pt x="1214" y="681"/>
                  </a:lnTo>
                  <a:lnTo>
                    <a:pt x="1215" y="681"/>
                  </a:lnTo>
                  <a:lnTo>
                    <a:pt x="1216" y="681"/>
                  </a:lnTo>
                  <a:lnTo>
                    <a:pt x="1218" y="681"/>
                  </a:lnTo>
                  <a:lnTo>
                    <a:pt x="1219" y="681"/>
                  </a:lnTo>
                  <a:lnTo>
                    <a:pt x="1220" y="681"/>
                  </a:lnTo>
                  <a:lnTo>
                    <a:pt x="1222" y="681"/>
                  </a:lnTo>
                  <a:lnTo>
                    <a:pt x="1223" y="681"/>
                  </a:lnTo>
                  <a:lnTo>
                    <a:pt x="1224" y="681"/>
                  </a:lnTo>
                  <a:lnTo>
                    <a:pt x="1226" y="681"/>
                  </a:lnTo>
                  <a:lnTo>
                    <a:pt x="1227" y="681"/>
                  </a:lnTo>
                  <a:lnTo>
                    <a:pt x="1228" y="681"/>
                  </a:lnTo>
                  <a:lnTo>
                    <a:pt x="1230" y="681"/>
                  </a:lnTo>
                  <a:lnTo>
                    <a:pt x="1231" y="681"/>
                  </a:lnTo>
                  <a:lnTo>
                    <a:pt x="1232" y="682"/>
                  </a:lnTo>
                  <a:lnTo>
                    <a:pt x="1234" y="682"/>
                  </a:lnTo>
                  <a:lnTo>
                    <a:pt x="1235" y="682"/>
                  </a:lnTo>
                  <a:lnTo>
                    <a:pt x="1236" y="682"/>
                  </a:lnTo>
                  <a:lnTo>
                    <a:pt x="1238" y="682"/>
                  </a:lnTo>
                  <a:lnTo>
                    <a:pt x="1239" y="682"/>
                  </a:lnTo>
                  <a:lnTo>
                    <a:pt x="1240" y="681"/>
                  </a:lnTo>
                  <a:lnTo>
                    <a:pt x="1242" y="682"/>
                  </a:lnTo>
                  <a:lnTo>
                    <a:pt x="1243" y="682"/>
                  </a:lnTo>
                  <a:lnTo>
                    <a:pt x="1244" y="682"/>
                  </a:lnTo>
                  <a:lnTo>
                    <a:pt x="1246" y="682"/>
                  </a:lnTo>
                  <a:lnTo>
                    <a:pt x="1247" y="682"/>
                  </a:lnTo>
                  <a:lnTo>
                    <a:pt x="1249" y="681"/>
                  </a:lnTo>
                  <a:lnTo>
                    <a:pt x="1250" y="681"/>
                  </a:lnTo>
                  <a:lnTo>
                    <a:pt x="1251" y="681"/>
                  </a:lnTo>
                  <a:lnTo>
                    <a:pt x="1253" y="681"/>
                  </a:lnTo>
                  <a:lnTo>
                    <a:pt x="1254" y="681"/>
                  </a:lnTo>
                  <a:lnTo>
                    <a:pt x="1255" y="681"/>
                  </a:lnTo>
                  <a:lnTo>
                    <a:pt x="1257" y="681"/>
                  </a:lnTo>
                  <a:lnTo>
                    <a:pt x="1258" y="681"/>
                  </a:lnTo>
                  <a:lnTo>
                    <a:pt x="1259" y="681"/>
                  </a:lnTo>
                  <a:lnTo>
                    <a:pt x="1261" y="681"/>
                  </a:lnTo>
                  <a:lnTo>
                    <a:pt x="1262" y="681"/>
                  </a:lnTo>
                  <a:lnTo>
                    <a:pt x="1263" y="681"/>
                  </a:lnTo>
                  <a:lnTo>
                    <a:pt x="1265" y="681"/>
                  </a:lnTo>
                  <a:lnTo>
                    <a:pt x="1266" y="681"/>
                  </a:lnTo>
                  <a:lnTo>
                    <a:pt x="1267" y="681"/>
                  </a:lnTo>
                  <a:lnTo>
                    <a:pt x="1269" y="681"/>
                  </a:lnTo>
                  <a:lnTo>
                    <a:pt x="1270" y="681"/>
                  </a:lnTo>
                  <a:lnTo>
                    <a:pt x="1271" y="681"/>
                  </a:lnTo>
                  <a:lnTo>
                    <a:pt x="1273" y="681"/>
                  </a:lnTo>
                  <a:lnTo>
                    <a:pt x="1274" y="681"/>
                  </a:lnTo>
                  <a:lnTo>
                    <a:pt x="1275" y="681"/>
                  </a:lnTo>
                  <a:lnTo>
                    <a:pt x="1277" y="681"/>
                  </a:lnTo>
                  <a:lnTo>
                    <a:pt x="1278" y="681"/>
                  </a:lnTo>
                  <a:lnTo>
                    <a:pt x="1279" y="681"/>
                  </a:lnTo>
                  <a:lnTo>
                    <a:pt x="1281" y="681"/>
                  </a:lnTo>
                  <a:lnTo>
                    <a:pt x="1282" y="681"/>
                  </a:lnTo>
                  <a:lnTo>
                    <a:pt x="1284" y="681"/>
                  </a:lnTo>
                  <a:lnTo>
                    <a:pt x="1285" y="681"/>
                  </a:lnTo>
                  <a:lnTo>
                    <a:pt x="1286" y="681"/>
                  </a:lnTo>
                  <a:lnTo>
                    <a:pt x="1288" y="681"/>
                  </a:lnTo>
                  <a:lnTo>
                    <a:pt x="1289" y="681"/>
                  </a:lnTo>
                  <a:lnTo>
                    <a:pt x="1290" y="681"/>
                  </a:lnTo>
                  <a:lnTo>
                    <a:pt x="1292" y="681"/>
                  </a:lnTo>
                  <a:lnTo>
                    <a:pt x="1293" y="681"/>
                  </a:lnTo>
                  <a:lnTo>
                    <a:pt x="1294" y="681"/>
                  </a:lnTo>
                  <a:lnTo>
                    <a:pt x="1296" y="681"/>
                  </a:lnTo>
                  <a:lnTo>
                    <a:pt x="1297" y="681"/>
                  </a:lnTo>
                  <a:lnTo>
                    <a:pt x="1298" y="681"/>
                  </a:lnTo>
                  <a:lnTo>
                    <a:pt x="1300" y="681"/>
                  </a:lnTo>
                  <a:lnTo>
                    <a:pt x="1301" y="681"/>
                  </a:lnTo>
                  <a:lnTo>
                    <a:pt x="1302" y="681"/>
                  </a:lnTo>
                  <a:lnTo>
                    <a:pt x="1304" y="681"/>
                  </a:lnTo>
                  <a:lnTo>
                    <a:pt x="1305" y="681"/>
                  </a:lnTo>
                  <a:lnTo>
                    <a:pt x="1306" y="681"/>
                  </a:lnTo>
                  <a:lnTo>
                    <a:pt x="1308" y="681"/>
                  </a:lnTo>
                  <a:lnTo>
                    <a:pt x="1309" y="681"/>
                  </a:lnTo>
                  <a:lnTo>
                    <a:pt x="1310" y="681"/>
                  </a:lnTo>
                  <a:lnTo>
                    <a:pt x="1312" y="681"/>
                  </a:lnTo>
                  <a:lnTo>
                    <a:pt x="1313" y="681"/>
                  </a:lnTo>
                  <a:lnTo>
                    <a:pt x="1314" y="681"/>
                  </a:lnTo>
                  <a:lnTo>
                    <a:pt x="1316" y="681"/>
                  </a:lnTo>
                  <a:lnTo>
                    <a:pt x="1317" y="681"/>
                  </a:lnTo>
                  <a:lnTo>
                    <a:pt x="1319" y="681"/>
                  </a:lnTo>
                  <a:lnTo>
                    <a:pt x="1320" y="681"/>
                  </a:lnTo>
                  <a:lnTo>
                    <a:pt x="1321" y="681"/>
                  </a:lnTo>
                  <a:lnTo>
                    <a:pt x="1323" y="681"/>
                  </a:lnTo>
                  <a:lnTo>
                    <a:pt x="1324" y="681"/>
                  </a:lnTo>
                  <a:lnTo>
                    <a:pt x="1325" y="681"/>
                  </a:lnTo>
                  <a:lnTo>
                    <a:pt x="1327" y="681"/>
                  </a:lnTo>
                  <a:lnTo>
                    <a:pt x="1328" y="681"/>
                  </a:lnTo>
                  <a:lnTo>
                    <a:pt x="1329" y="681"/>
                  </a:lnTo>
                  <a:lnTo>
                    <a:pt x="1331" y="681"/>
                  </a:lnTo>
                  <a:lnTo>
                    <a:pt x="1332" y="681"/>
                  </a:lnTo>
                  <a:lnTo>
                    <a:pt x="1333" y="681"/>
                  </a:lnTo>
                  <a:lnTo>
                    <a:pt x="1335" y="681"/>
                  </a:lnTo>
                  <a:lnTo>
                    <a:pt x="1336" y="681"/>
                  </a:lnTo>
                  <a:lnTo>
                    <a:pt x="1337" y="681"/>
                  </a:lnTo>
                  <a:lnTo>
                    <a:pt x="1339" y="681"/>
                  </a:lnTo>
                  <a:lnTo>
                    <a:pt x="1340" y="681"/>
                  </a:lnTo>
                  <a:lnTo>
                    <a:pt x="1341" y="681"/>
                  </a:lnTo>
                  <a:lnTo>
                    <a:pt x="1343" y="681"/>
                  </a:lnTo>
                  <a:lnTo>
                    <a:pt x="1344" y="681"/>
                  </a:lnTo>
                  <a:lnTo>
                    <a:pt x="1345" y="681"/>
                  </a:lnTo>
                  <a:lnTo>
                    <a:pt x="1347" y="680"/>
                  </a:lnTo>
                  <a:lnTo>
                    <a:pt x="1348" y="680"/>
                  </a:lnTo>
                  <a:lnTo>
                    <a:pt x="1349" y="680"/>
                  </a:lnTo>
                  <a:lnTo>
                    <a:pt x="1351" y="680"/>
                  </a:lnTo>
                  <a:lnTo>
                    <a:pt x="1352" y="681"/>
                  </a:lnTo>
                  <a:lnTo>
                    <a:pt x="1353" y="681"/>
                  </a:lnTo>
                  <a:lnTo>
                    <a:pt x="1355" y="681"/>
                  </a:lnTo>
                  <a:lnTo>
                    <a:pt x="1356" y="681"/>
                  </a:lnTo>
                  <a:lnTo>
                    <a:pt x="1358" y="681"/>
                  </a:lnTo>
                  <a:lnTo>
                    <a:pt x="1359" y="681"/>
                  </a:lnTo>
                  <a:lnTo>
                    <a:pt x="1360" y="681"/>
                  </a:lnTo>
                  <a:lnTo>
                    <a:pt x="1362" y="680"/>
                  </a:lnTo>
                  <a:lnTo>
                    <a:pt x="1363" y="680"/>
                  </a:lnTo>
                  <a:lnTo>
                    <a:pt x="1364" y="680"/>
                  </a:lnTo>
                  <a:lnTo>
                    <a:pt x="1366" y="680"/>
                  </a:lnTo>
                  <a:lnTo>
                    <a:pt x="1367" y="680"/>
                  </a:lnTo>
                  <a:lnTo>
                    <a:pt x="1368" y="680"/>
                  </a:lnTo>
                  <a:lnTo>
                    <a:pt x="1370" y="680"/>
                  </a:lnTo>
                  <a:lnTo>
                    <a:pt x="1371" y="680"/>
                  </a:lnTo>
                  <a:lnTo>
                    <a:pt x="1372" y="680"/>
                  </a:lnTo>
                  <a:lnTo>
                    <a:pt x="1374" y="680"/>
                  </a:lnTo>
                  <a:lnTo>
                    <a:pt x="1375" y="680"/>
                  </a:lnTo>
                  <a:lnTo>
                    <a:pt x="1376" y="680"/>
                  </a:lnTo>
                  <a:lnTo>
                    <a:pt x="1378" y="680"/>
                  </a:lnTo>
                  <a:lnTo>
                    <a:pt x="1379" y="680"/>
                  </a:lnTo>
                  <a:lnTo>
                    <a:pt x="1380" y="680"/>
                  </a:lnTo>
                  <a:lnTo>
                    <a:pt x="1382" y="680"/>
                  </a:lnTo>
                  <a:lnTo>
                    <a:pt x="1383" y="680"/>
                  </a:lnTo>
                  <a:lnTo>
                    <a:pt x="1384" y="680"/>
                  </a:lnTo>
                  <a:lnTo>
                    <a:pt x="1386" y="680"/>
                  </a:lnTo>
                  <a:lnTo>
                    <a:pt x="1387" y="680"/>
                  </a:lnTo>
                  <a:lnTo>
                    <a:pt x="1388" y="680"/>
                  </a:lnTo>
                  <a:lnTo>
                    <a:pt x="1390" y="680"/>
                  </a:lnTo>
                  <a:lnTo>
                    <a:pt x="1391" y="680"/>
                  </a:lnTo>
                  <a:lnTo>
                    <a:pt x="1393" y="680"/>
                  </a:lnTo>
                  <a:lnTo>
                    <a:pt x="1394" y="680"/>
                  </a:lnTo>
                  <a:lnTo>
                    <a:pt x="1395" y="680"/>
                  </a:lnTo>
                  <a:lnTo>
                    <a:pt x="1397" y="680"/>
                  </a:lnTo>
                  <a:lnTo>
                    <a:pt x="1398" y="680"/>
                  </a:lnTo>
                  <a:lnTo>
                    <a:pt x="1399" y="680"/>
                  </a:lnTo>
                  <a:lnTo>
                    <a:pt x="1401" y="680"/>
                  </a:lnTo>
                  <a:lnTo>
                    <a:pt x="1402" y="680"/>
                  </a:lnTo>
                  <a:lnTo>
                    <a:pt x="1403" y="680"/>
                  </a:lnTo>
                  <a:lnTo>
                    <a:pt x="1405" y="680"/>
                  </a:lnTo>
                  <a:lnTo>
                    <a:pt x="1406" y="680"/>
                  </a:lnTo>
                  <a:lnTo>
                    <a:pt x="1407" y="680"/>
                  </a:lnTo>
                  <a:lnTo>
                    <a:pt x="1409" y="680"/>
                  </a:lnTo>
                  <a:lnTo>
                    <a:pt x="1410" y="680"/>
                  </a:lnTo>
                  <a:lnTo>
                    <a:pt x="1411" y="680"/>
                  </a:lnTo>
                  <a:lnTo>
                    <a:pt x="1413" y="680"/>
                  </a:lnTo>
                  <a:lnTo>
                    <a:pt x="1414" y="680"/>
                  </a:lnTo>
                  <a:lnTo>
                    <a:pt x="1415" y="680"/>
                  </a:lnTo>
                  <a:lnTo>
                    <a:pt x="1417" y="680"/>
                  </a:lnTo>
                  <a:lnTo>
                    <a:pt x="1418" y="680"/>
                  </a:lnTo>
                  <a:lnTo>
                    <a:pt x="1419" y="680"/>
                  </a:lnTo>
                  <a:lnTo>
                    <a:pt x="1421" y="680"/>
                  </a:lnTo>
                  <a:lnTo>
                    <a:pt x="1422" y="680"/>
                  </a:lnTo>
                </a:path>
              </a:pathLst>
            </a:custGeom>
            <a:noFill/>
            <a:ln cap="flat" cmpd="sng" w="25400">
              <a:solidFill>
                <a:srgbClr val="8B008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 flipH="1" rot="10800000">
              <a:off x="1187451" y="1243013"/>
              <a:ext cx="3756025" cy="1860550"/>
            </a:xfrm>
            <a:custGeom>
              <a:rect b="b" l="l" r="r" t="t"/>
              <a:pathLst>
                <a:path extrusionOk="0" h="844" w="1422">
                  <a:moveTo>
                    <a:pt x="0" y="1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3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1" y="1"/>
                  </a:lnTo>
                  <a:lnTo>
                    <a:pt x="72" y="0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1"/>
                  </a:lnTo>
                  <a:lnTo>
                    <a:pt x="103" y="1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1"/>
                  </a:lnTo>
                  <a:lnTo>
                    <a:pt x="114" y="1"/>
                  </a:lnTo>
                  <a:lnTo>
                    <a:pt x="115" y="1"/>
                  </a:lnTo>
                  <a:lnTo>
                    <a:pt x="117" y="63"/>
                  </a:lnTo>
                  <a:lnTo>
                    <a:pt x="118" y="132"/>
                  </a:lnTo>
                  <a:lnTo>
                    <a:pt x="119" y="172"/>
                  </a:lnTo>
                  <a:lnTo>
                    <a:pt x="121" y="196"/>
                  </a:lnTo>
                  <a:lnTo>
                    <a:pt x="122" y="213"/>
                  </a:lnTo>
                  <a:lnTo>
                    <a:pt x="123" y="227"/>
                  </a:lnTo>
                  <a:lnTo>
                    <a:pt x="125" y="239"/>
                  </a:lnTo>
                  <a:lnTo>
                    <a:pt x="126" y="251"/>
                  </a:lnTo>
                  <a:lnTo>
                    <a:pt x="127" y="261"/>
                  </a:lnTo>
                  <a:lnTo>
                    <a:pt x="129" y="271"/>
                  </a:lnTo>
                  <a:lnTo>
                    <a:pt x="130" y="280"/>
                  </a:lnTo>
                  <a:lnTo>
                    <a:pt x="132" y="289"/>
                  </a:lnTo>
                  <a:lnTo>
                    <a:pt x="133" y="298"/>
                  </a:lnTo>
                  <a:lnTo>
                    <a:pt x="134" y="307"/>
                  </a:lnTo>
                  <a:lnTo>
                    <a:pt x="136" y="315"/>
                  </a:lnTo>
                  <a:lnTo>
                    <a:pt x="137" y="323"/>
                  </a:lnTo>
                  <a:lnTo>
                    <a:pt x="138" y="331"/>
                  </a:lnTo>
                  <a:lnTo>
                    <a:pt x="140" y="339"/>
                  </a:lnTo>
                  <a:lnTo>
                    <a:pt x="141" y="347"/>
                  </a:lnTo>
                  <a:lnTo>
                    <a:pt x="142" y="354"/>
                  </a:lnTo>
                  <a:lnTo>
                    <a:pt x="144" y="361"/>
                  </a:lnTo>
                  <a:lnTo>
                    <a:pt x="145" y="368"/>
                  </a:lnTo>
                  <a:lnTo>
                    <a:pt x="146" y="375"/>
                  </a:lnTo>
                  <a:lnTo>
                    <a:pt x="148" y="382"/>
                  </a:lnTo>
                  <a:lnTo>
                    <a:pt x="149" y="389"/>
                  </a:lnTo>
                  <a:lnTo>
                    <a:pt x="150" y="395"/>
                  </a:lnTo>
                  <a:lnTo>
                    <a:pt x="152" y="402"/>
                  </a:lnTo>
                  <a:lnTo>
                    <a:pt x="153" y="408"/>
                  </a:lnTo>
                  <a:lnTo>
                    <a:pt x="154" y="415"/>
                  </a:lnTo>
                  <a:lnTo>
                    <a:pt x="156" y="421"/>
                  </a:lnTo>
                  <a:lnTo>
                    <a:pt x="157" y="428"/>
                  </a:lnTo>
                  <a:lnTo>
                    <a:pt x="158" y="433"/>
                  </a:lnTo>
                  <a:lnTo>
                    <a:pt x="160" y="439"/>
                  </a:lnTo>
                  <a:lnTo>
                    <a:pt x="161" y="445"/>
                  </a:lnTo>
                  <a:lnTo>
                    <a:pt x="162" y="451"/>
                  </a:lnTo>
                  <a:lnTo>
                    <a:pt x="164" y="456"/>
                  </a:lnTo>
                  <a:lnTo>
                    <a:pt x="165" y="462"/>
                  </a:lnTo>
                  <a:lnTo>
                    <a:pt x="167" y="467"/>
                  </a:lnTo>
                  <a:lnTo>
                    <a:pt x="168" y="472"/>
                  </a:lnTo>
                  <a:lnTo>
                    <a:pt x="169" y="478"/>
                  </a:lnTo>
                  <a:lnTo>
                    <a:pt x="171" y="483"/>
                  </a:lnTo>
                  <a:lnTo>
                    <a:pt x="172" y="488"/>
                  </a:lnTo>
                  <a:lnTo>
                    <a:pt x="173" y="493"/>
                  </a:lnTo>
                  <a:lnTo>
                    <a:pt x="175" y="498"/>
                  </a:lnTo>
                  <a:lnTo>
                    <a:pt x="176" y="503"/>
                  </a:lnTo>
                  <a:lnTo>
                    <a:pt x="177" y="508"/>
                  </a:lnTo>
                  <a:lnTo>
                    <a:pt x="179" y="512"/>
                  </a:lnTo>
                  <a:lnTo>
                    <a:pt x="180" y="517"/>
                  </a:lnTo>
                  <a:lnTo>
                    <a:pt x="181" y="521"/>
                  </a:lnTo>
                  <a:lnTo>
                    <a:pt x="183" y="526"/>
                  </a:lnTo>
                  <a:lnTo>
                    <a:pt x="184" y="530"/>
                  </a:lnTo>
                  <a:lnTo>
                    <a:pt x="185" y="534"/>
                  </a:lnTo>
                  <a:lnTo>
                    <a:pt x="187" y="539"/>
                  </a:lnTo>
                  <a:lnTo>
                    <a:pt x="188" y="543"/>
                  </a:lnTo>
                  <a:lnTo>
                    <a:pt x="189" y="547"/>
                  </a:lnTo>
                  <a:lnTo>
                    <a:pt x="191" y="552"/>
                  </a:lnTo>
                  <a:lnTo>
                    <a:pt x="192" y="556"/>
                  </a:lnTo>
                  <a:lnTo>
                    <a:pt x="193" y="560"/>
                  </a:lnTo>
                  <a:lnTo>
                    <a:pt x="195" y="564"/>
                  </a:lnTo>
                  <a:lnTo>
                    <a:pt x="196" y="568"/>
                  </a:lnTo>
                  <a:lnTo>
                    <a:pt x="197" y="572"/>
                  </a:lnTo>
                  <a:lnTo>
                    <a:pt x="199" y="576"/>
                  </a:lnTo>
                  <a:lnTo>
                    <a:pt x="200" y="580"/>
                  </a:lnTo>
                  <a:lnTo>
                    <a:pt x="202" y="584"/>
                  </a:lnTo>
                  <a:lnTo>
                    <a:pt x="203" y="587"/>
                  </a:lnTo>
                  <a:lnTo>
                    <a:pt x="204" y="591"/>
                  </a:lnTo>
                  <a:lnTo>
                    <a:pt x="206" y="595"/>
                  </a:lnTo>
                  <a:lnTo>
                    <a:pt x="207" y="598"/>
                  </a:lnTo>
                  <a:lnTo>
                    <a:pt x="208" y="602"/>
                  </a:lnTo>
                  <a:lnTo>
                    <a:pt x="210" y="605"/>
                  </a:lnTo>
                  <a:lnTo>
                    <a:pt x="211" y="609"/>
                  </a:lnTo>
                  <a:lnTo>
                    <a:pt x="212" y="612"/>
                  </a:lnTo>
                  <a:lnTo>
                    <a:pt x="214" y="616"/>
                  </a:lnTo>
                  <a:lnTo>
                    <a:pt x="215" y="619"/>
                  </a:lnTo>
                  <a:lnTo>
                    <a:pt x="216" y="623"/>
                  </a:lnTo>
                  <a:lnTo>
                    <a:pt x="218" y="626"/>
                  </a:lnTo>
                  <a:lnTo>
                    <a:pt x="219" y="629"/>
                  </a:lnTo>
                  <a:lnTo>
                    <a:pt x="220" y="633"/>
                  </a:lnTo>
                  <a:lnTo>
                    <a:pt x="222" y="636"/>
                  </a:lnTo>
                  <a:lnTo>
                    <a:pt x="223" y="638"/>
                  </a:lnTo>
                  <a:lnTo>
                    <a:pt x="224" y="642"/>
                  </a:lnTo>
                  <a:lnTo>
                    <a:pt x="226" y="645"/>
                  </a:lnTo>
                  <a:lnTo>
                    <a:pt x="227" y="648"/>
                  </a:lnTo>
                  <a:lnTo>
                    <a:pt x="228" y="651"/>
                  </a:lnTo>
                  <a:lnTo>
                    <a:pt x="230" y="654"/>
                  </a:lnTo>
                  <a:lnTo>
                    <a:pt x="231" y="657"/>
                  </a:lnTo>
                  <a:lnTo>
                    <a:pt x="232" y="660"/>
                  </a:lnTo>
                  <a:lnTo>
                    <a:pt x="234" y="663"/>
                  </a:lnTo>
                  <a:lnTo>
                    <a:pt x="235" y="666"/>
                  </a:lnTo>
                  <a:lnTo>
                    <a:pt x="236" y="669"/>
                  </a:lnTo>
                  <a:lnTo>
                    <a:pt x="238" y="672"/>
                  </a:lnTo>
                  <a:lnTo>
                    <a:pt x="239" y="675"/>
                  </a:lnTo>
                  <a:lnTo>
                    <a:pt x="241" y="678"/>
                  </a:lnTo>
                  <a:lnTo>
                    <a:pt x="242" y="680"/>
                  </a:lnTo>
                  <a:lnTo>
                    <a:pt x="243" y="683"/>
                  </a:lnTo>
                  <a:lnTo>
                    <a:pt x="245" y="686"/>
                  </a:lnTo>
                  <a:lnTo>
                    <a:pt x="246" y="689"/>
                  </a:lnTo>
                  <a:lnTo>
                    <a:pt x="247" y="691"/>
                  </a:lnTo>
                  <a:lnTo>
                    <a:pt x="249" y="694"/>
                  </a:lnTo>
                  <a:lnTo>
                    <a:pt x="250" y="697"/>
                  </a:lnTo>
                  <a:lnTo>
                    <a:pt x="251" y="700"/>
                  </a:lnTo>
                  <a:lnTo>
                    <a:pt x="253" y="702"/>
                  </a:lnTo>
                  <a:lnTo>
                    <a:pt x="254" y="705"/>
                  </a:lnTo>
                  <a:lnTo>
                    <a:pt x="255" y="707"/>
                  </a:lnTo>
                  <a:lnTo>
                    <a:pt x="257" y="710"/>
                  </a:lnTo>
                  <a:lnTo>
                    <a:pt x="258" y="712"/>
                  </a:lnTo>
                  <a:lnTo>
                    <a:pt x="259" y="715"/>
                  </a:lnTo>
                  <a:lnTo>
                    <a:pt x="261" y="718"/>
                  </a:lnTo>
                  <a:lnTo>
                    <a:pt x="262" y="720"/>
                  </a:lnTo>
                  <a:lnTo>
                    <a:pt x="263" y="723"/>
                  </a:lnTo>
                  <a:lnTo>
                    <a:pt x="265" y="725"/>
                  </a:lnTo>
                  <a:lnTo>
                    <a:pt x="266" y="727"/>
                  </a:lnTo>
                  <a:lnTo>
                    <a:pt x="267" y="730"/>
                  </a:lnTo>
                  <a:lnTo>
                    <a:pt x="269" y="732"/>
                  </a:lnTo>
                  <a:lnTo>
                    <a:pt x="270" y="734"/>
                  </a:lnTo>
                  <a:lnTo>
                    <a:pt x="271" y="736"/>
                  </a:lnTo>
                  <a:lnTo>
                    <a:pt x="273" y="739"/>
                  </a:lnTo>
                  <a:lnTo>
                    <a:pt x="274" y="740"/>
                  </a:lnTo>
                  <a:lnTo>
                    <a:pt x="276" y="743"/>
                  </a:lnTo>
                  <a:lnTo>
                    <a:pt x="277" y="745"/>
                  </a:lnTo>
                  <a:lnTo>
                    <a:pt x="278" y="747"/>
                  </a:lnTo>
                  <a:lnTo>
                    <a:pt x="280" y="749"/>
                  </a:lnTo>
                  <a:lnTo>
                    <a:pt x="281" y="750"/>
                  </a:lnTo>
                  <a:lnTo>
                    <a:pt x="282" y="752"/>
                  </a:lnTo>
                  <a:lnTo>
                    <a:pt x="284" y="755"/>
                  </a:lnTo>
                  <a:lnTo>
                    <a:pt x="285" y="756"/>
                  </a:lnTo>
                  <a:lnTo>
                    <a:pt x="286" y="758"/>
                  </a:lnTo>
                  <a:lnTo>
                    <a:pt x="288" y="760"/>
                  </a:lnTo>
                  <a:lnTo>
                    <a:pt x="289" y="762"/>
                  </a:lnTo>
                  <a:lnTo>
                    <a:pt x="290" y="764"/>
                  </a:lnTo>
                  <a:lnTo>
                    <a:pt x="292" y="765"/>
                  </a:lnTo>
                  <a:lnTo>
                    <a:pt x="293" y="767"/>
                  </a:lnTo>
                  <a:lnTo>
                    <a:pt x="294" y="768"/>
                  </a:lnTo>
                  <a:lnTo>
                    <a:pt x="296" y="770"/>
                  </a:lnTo>
                  <a:lnTo>
                    <a:pt x="297" y="772"/>
                  </a:lnTo>
                  <a:lnTo>
                    <a:pt x="298" y="773"/>
                  </a:lnTo>
                  <a:lnTo>
                    <a:pt x="300" y="775"/>
                  </a:lnTo>
                  <a:lnTo>
                    <a:pt x="301" y="776"/>
                  </a:lnTo>
                  <a:lnTo>
                    <a:pt x="302" y="778"/>
                  </a:lnTo>
                  <a:lnTo>
                    <a:pt x="304" y="779"/>
                  </a:lnTo>
                  <a:lnTo>
                    <a:pt x="305" y="781"/>
                  </a:lnTo>
                  <a:lnTo>
                    <a:pt x="306" y="782"/>
                  </a:lnTo>
                  <a:lnTo>
                    <a:pt x="308" y="784"/>
                  </a:lnTo>
                  <a:lnTo>
                    <a:pt x="309" y="785"/>
                  </a:lnTo>
                  <a:lnTo>
                    <a:pt x="311" y="786"/>
                  </a:lnTo>
                  <a:lnTo>
                    <a:pt x="312" y="788"/>
                  </a:lnTo>
                  <a:lnTo>
                    <a:pt x="313" y="789"/>
                  </a:lnTo>
                  <a:lnTo>
                    <a:pt x="315" y="790"/>
                  </a:lnTo>
                  <a:lnTo>
                    <a:pt x="316" y="791"/>
                  </a:lnTo>
                  <a:lnTo>
                    <a:pt x="317" y="792"/>
                  </a:lnTo>
                  <a:lnTo>
                    <a:pt x="319" y="793"/>
                  </a:lnTo>
                  <a:lnTo>
                    <a:pt x="320" y="794"/>
                  </a:lnTo>
                  <a:lnTo>
                    <a:pt x="321" y="796"/>
                  </a:lnTo>
                  <a:lnTo>
                    <a:pt x="323" y="797"/>
                  </a:lnTo>
                  <a:lnTo>
                    <a:pt x="324" y="798"/>
                  </a:lnTo>
                  <a:lnTo>
                    <a:pt x="325" y="799"/>
                  </a:lnTo>
                  <a:lnTo>
                    <a:pt x="327" y="800"/>
                  </a:lnTo>
                  <a:lnTo>
                    <a:pt x="328" y="801"/>
                  </a:lnTo>
                  <a:lnTo>
                    <a:pt x="329" y="802"/>
                  </a:lnTo>
                  <a:lnTo>
                    <a:pt x="331" y="803"/>
                  </a:lnTo>
                  <a:lnTo>
                    <a:pt x="332" y="804"/>
                  </a:lnTo>
                  <a:lnTo>
                    <a:pt x="333" y="805"/>
                  </a:lnTo>
                  <a:lnTo>
                    <a:pt x="335" y="806"/>
                  </a:lnTo>
                  <a:lnTo>
                    <a:pt x="336" y="807"/>
                  </a:lnTo>
                  <a:lnTo>
                    <a:pt x="337" y="808"/>
                  </a:lnTo>
                  <a:lnTo>
                    <a:pt x="339" y="809"/>
                  </a:lnTo>
                  <a:lnTo>
                    <a:pt x="340" y="810"/>
                  </a:lnTo>
                  <a:lnTo>
                    <a:pt x="341" y="810"/>
                  </a:lnTo>
                  <a:lnTo>
                    <a:pt x="343" y="811"/>
                  </a:lnTo>
                  <a:lnTo>
                    <a:pt x="344" y="812"/>
                  </a:lnTo>
                  <a:lnTo>
                    <a:pt x="346" y="813"/>
                  </a:lnTo>
                  <a:lnTo>
                    <a:pt x="347" y="814"/>
                  </a:lnTo>
                  <a:lnTo>
                    <a:pt x="348" y="815"/>
                  </a:lnTo>
                  <a:lnTo>
                    <a:pt x="350" y="816"/>
                  </a:lnTo>
                  <a:lnTo>
                    <a:pt x="351" y="817"/>
                  </a:lnTo>
                  <a:lnTo>
                    <a:pt x="352" y="817"/>
                  </a:lnTo>
                  <a:lnTo>
                    <a:pt x="354" y="818"/>
                  </a:lnTo>
                  <a:lnTo>
                    <a:pt x="355" y="819"/>
                  </a:lnTo>
                  <a:lnTo>
                    <a:pt x="356" y="820"/>
                  </a:lnTo>
                  <a:lnTo>
                    <a:pt x="358" y="820"/>
                  </a:lnTo>
                  <a:lnTo>
                    <a:pt x="359" y="821"/>
                  </a:lnTo>
                  <a:lnTo>
                    <a:pt x="360" y="822"/>
                  </a:lnTo>
                  <a:lnTo>
                    <a:pt x="362" y="823"/>
                  </a:lnTo>
                  <a:lnTo>
                    <a:pt x="363" y="823"/>
                  </a:lnTo>
                  <a:lnTo>
                    <a:pt x="364" y="824"/>
                  </a:lnTo>
                  <a:lnTo>
                    <a:pt x="366" y="825"/>
                  </a:lnTo>
                  <a:lnTo>
                    <a:pt x="367" y="825"/>
                  </a:lnTo>
                  <a:lnTo>
                    <a:pt x="368" y="826"/>
                  </a:lnTo>
                  <a:lnTo>
                    <a:pt x="370" y="827"/>
                  </a:lnTo>
                  <a:lnTo>
                    <a:pt x="371" y="827"/>
                  </a:lnTo>
                  <a:lnTo>
                    <a:pt x="372" y="828"/>
                  </a:lnTo>
                  <a:lnTo>
                    <a:pt x="374" y="828"/>
                  </a:lnTo>
                  <a:lnTo>
                    <a:pt x="375" y="829"/>
                  </a:lnTo>
                  <a:lnTo>
                    <a:pt x="376" y="829"/>
                  </a:lnTo>
                  <a:lnTo>
                    <a:pt x="378" y="830"/>
                  </a:lnTo>
                  <a:lnTo>
                    <a:pt x="379" y="831"/>
                  </a:lnTo>
                  <a:lnTo>
                    <a:pt x="380" y="831"/>
                  </a:lnTo>
                  <a:lnTo>
                    <a:pt x="382" y="832"/>
                  </a:lnTo>
                  <a:lnTo>
                    <a:pt x="383" y="832"/>
                  </a:lnTo>
                  <a:lnTo>
                    <a:pt x="385" y="833"/>
                  </a:lnTo>
                  <a:lnTo>
                    <a:pt x="386" y="833"/>
                  </a:lnTo>
                  <a:lnTo>
                    <a:pt x="387" y="834"/>
                  </a:lnTo>
                  <a:lnTo>
                    <a:pt x="389" y="834"/>
                  </a:lnTo>
                  <a:lnTo>
                    <a:pt x="390" y="835"/>
                  </a:lnTo>
                  <a:lnTo>
                    <a:pt x="391" y="835"/>
                  </a:lnTo>
                  <a:lnTo>
                    <a:pt x="393" y="836"/>
                  </a:lnTo>
                  <a:lnTo>
                    <a:pt x="394" y="836"/>
                  </a:lnTo>
                  <a:lnTo>
                    <a:pt x="395" y="837"/>
                  </a:lnTo>
                  <a:lnTo>
                    <a:pt x="397" y="837"/>
                  </a:lnTo>
                  <a:lnTo>
                    <a:pt x="398" y="838"/>
                  </a:lnTo>
                  <a:lnTo>
                    <a:pt x="399" y="838"/>
                  </a:lnTo>
                  <a:lnTo>
                    <a:pt x="401" y="838"/>
                  </a:lnTo>
                  <a:lnTo>
                    <a:pt x="402" y="839"/>
                  </a:lnTo>
                  <a:lnTo>
                    <a:pt x="403" y="839"/>
                  </a:lnTo>
                  <a:lnTo>
                    <a:pt x="405" y="840"/>
                  </a:lnTo>
                  <a:lnTo>
                    <a:pt x="406" y="840"/>
                  </a:lnTo>
                  <a:lnTo>
                    <a:pt x="407" y="840"/>
                  </a:lnTo>
                  <a:lnTo>
                    <a:pt x="409" y="841"/>
                  </a:lnTo>
                  <a:lnTo>
                    <a:pt x="410" y="841"/>
                  </a:lnTo>
                  <a:lnTo>
                    <a:pt x="411" y="842"/>
                  </a:lnTo>
                  <a:lnTo>
                    <a:pt x="413" y="842"/>
                  </a:lnTo>
                  <a:lnTo>
                    <a:pt x="414" y="843"/>
                  </a:lnTo>
                  <a:lnTo>
                    <a:pt x="415" y="843"/>
                  </a:lnTo>
                  <a:lnTo>
                    <a:pt x="417" y="844"/>
                  </a:lnTo>
                  <a:lnTo>
                    <a:pt x="418" y="843"/>
                  </a:lnTo>
                  <a:lnTo>
                    <a:pt x="420" y="819"/>
                  </a:lnTo>
                  <a:lnTo>
                    <a:pt x="421" y="811"/>
                  </a:lnTo>
                  <a:lnTo>
                    <a:pt x="422" y="806"/>
                  </a:lnTo>
                  <a:lnTo>
                    <a:pt x="424" y="803"/>
                  </a:lnTo>
                  <a:lnTo>
                    <a:pt x="425" y="799"/>
                  </a:lnTo>
                  <a:lnTo>
                    <a:pt x="426" y="797"/>
                  </a:lnTo>
                  <a:lnTo>
                    <a:pt x="428" y="795"/>
                  </a:lnTo>
                  <a:lnTo>
                    <a:pt x="429" y="793"/>
                  </a:lnTo>
                  <a:lnTo>
                    <a:pt x="430" y="791"/>
                  </a:lnTo>
                  <a:lnTo>
                    <a:pt x="432" y="790"/>
                  </a:lnTo>
                  <a:lnTo>
                    <a:pt x="433" y="788"/>
                  </a:lnTo>
                  <a:lnTo>
                    <a:pt x="434" y="787"/>
                  </a:lnTo>
                  <a:lnTo>
                    <a:pt x="436" y="786"/>
                  </a:lnTo>
                  <a:lnTo>
                    <a:pt x="437" y="785"/>
                  </a:lnTo>
                  <a:lnTo>
                    <a:pt x="438" y="784"/>
                  </a:lnTo>
                  <a:lnTo>
                    <a:pt x="440" y="782"/>
                  </a:lnTo>
                  <a:lnTo>
                    <a:pt x="441" y="781"/>
                  </a:lnTo>
                  <a:lnTo>
                    <a:pt x="442" y="780"/>
                  </a:lnTo>
                  <a:lnTo>
                    <a:pt x="444" y="779"/>
                  </a:lnTo>
                  <a:lnTo>
                    <a:pt x="445" y="778"/>
                  </a:lnTo>
                  <a:lnTo>
                    <a:pt x="446" y="778"/>
                  </a:lnTo>
                  <a:lnTo>
                    <a:pt x="448" y="777"/>
                  </a:lnTo>
                  <a:lnTo>
                    <a:pt x="449" y="776"/>
                  </a:lnTo>
                  <a:lnTo>
                    <a:pt x="450" y="775"/>
                  </a:lnTo>
                  <a:lnTo>
                    <a:pt x="452" y="775"/>
                  </a:lnTo>
                  <a:lnTo>
                    <a:pt x="453" y="774"/>
                  </a:lnTo>
                  <a:lnTo>
                    <a:pt x="455" y="773"/>
                  </a:lnTo>
                  <a:lnTo>
                    <a:pt x="456" y="773"/>
                  </a:lnTo>
                  <a:lnTo>
                    <a:pt x="457" y="772"/>
                  </a:lnTo>
                  <a:lnTo>
                    <a:pt x="459" y="772"/>
                  </a:lnTo>
                  <a:lnTo>
                    <a:pt x="460" y="771"/>
                  </a:lnTo>
                  <a:lnTo>
                    <a:pt x="461" y="771"/>
                  </a:lnTo>
                  <a:lnTo>
                    <a:pt x="463" y="770"/>
                  </a:lnTo>
                  <a:lnTo>
                    <a:pt x="464" y="770"/>
                  </a:lnTo>
                  <a:lnTo>
                    <a:pt x="465" y="769"/>
                  </a:lnTo>
                  <a:lnTo>
                    <a:pt x="467" y="768"/>
                  </a:lnTo>
                  <a:lnTo>
                    <a:pt x="468" y="768"/>
                  </a:lnTo>
                  <a:lnTo>
                    <a:pt x="469" y="767"/>
                  </a:lnTo>
                  <a:lnTo>
                    <a:pt x="471" y="767"/>
                  </a:lnTo>
                  <a:lnTo>
                    <a:pt x="472" y="767"/>
                  </a:lnTo>
                  <a:lnTo>
                    <a:pt x="473" y="766"/>
                  </a:lnTo>
                  <a:lnTo>
                    <a:pt x="475" y="766"/>
                  </a:lnTo>
                  <a:lnTo>
                    <a:pt x="476" y="765"/>
                  </a:lnTo>
                  <a:lnTo>
                    <a:pt x="477" y="765"/>
                  </a:lnTo>
                  <a:lnTo>
                    <a:pt x="479" y="764"/>
                  </a:lnTo>
                  <a:lnTo>
                    <a:pt x="480" y="764"/>
                  </a:lnTo>
                  <a:lnTo>
                    <a:pt x="481" y="763"/>
                  </a:lnTo>
                  <a:lnTo>
                    <a:pt x="483" y="763"/>
                  </a:lnTo>
                  <a:lnTo>
                    <a:pt x="484" y="762"/>
                  </a:lnTo>
                  <a:lnTo>
                    <a:pt x="485" y="762"/>
                  </a:lnTo>
                  <a:lnTo>
                    <a:pt x="487" y="762"/>
                  </a:lnTo>
                  <a:lnTo>
                    <a:pt x="488" y="761"/>
                  </a:lnTo>
                  <a:lnTo>
                    <a:pt x="490" y="761"/>
                  </a:lnTo>
                  <a:lnTo>
                    <a:pt x="491" y="761"/>
                  </a:lnTo>
                  <a:lnTo>
                    <a:pt x="492" y="760"/>
                  </a:lnTo>
                  <a:lnTo>
                    <a:pt x="494" y="760"/>
                  </a:lnTo>
                  <a:lnTo>
                    <a:pt x="495" y="760"/>
                  </a:lnTo>
                  <a:lnTo>
                    <a:pt x="496" y="759"/>
                  </a:lnTo>
                  <a:lnTo>
                    <a:pt x="498" y="759"/>
                  </a:lnTo>
                  <a:lnTo>
                    <a:pt x="499" y="759"/>
                  </a:lnTo>
                  <a:lnTo>
                    <a:pt x="500" y="758"/>
                  </a:lnTo>
                  <a:lnTo>
                    <a:pt x="502" y="758"/>
                  </a:lnTo>
                  <a:lnTo>
                    <a:pt x="503" y="758"/>
                  </a:lnTo>
                  <a:lnTo>
                    <a:pt x="504" y="757"/>
                  </a:lnTo>
                  <a:lnTo>
                    <a:pt x="506" y="757"/>
                  </a:lnTo>
                  <a:lnTo>
                    <a:pt x="507" y="757"/>
                  </a:lnTo>
                  <a:lnTo>
                    <a:pt x="508" y="756"/>
                  </a:lnTo>
                  <a:lnTo>
                    <a:pt x="510" y="756"/>
                  </a:lnTo>
                  <a:lnTo>
                    <a:pt x="511" y="756"/>
                  </a:lnTo>
                  <a:lnTo>
                    <a:pt x="512" y="756"/>
                  </a:lnTo>
                  <a:lnTo>
                    <a:pt x="514" y="755"/>
                  </a:lnTo>
                  <a:lnTo>
                    <a:pt x="515" y="755"/>
                  </a:lnTo>
                  <a:lnTo>
                    <a:pt x="516" y="755"/>
                  </a:lnTo>
                  <a:lnTo>
                    <a:pt x="518" y="755"/>
                  </a:lnTo>
                  <a:lnTo>
                    <a:pt x="519" y="755"/>
                  </a:lnTo>
                  <a:lnTo>
                    <a:pt x="520" y="754"/>
                  </a:lnTo>
                  <a:lnTo>
                    <a:pt x="522" y="754"/>
                  </a:lnTo>
                  <a:lnTo>
                    <a:pt x="523" y="754"/>
                  </a:lnTo>
                  <a:lnTo>
                    <a:pt x="524" y="753"/>
                  </a:lnTo>
                  <a:lnTo>
                    <a:pt x="526" y="753"/>
                  </a:lnTo>
                  <a:lnTo>
                    <a:pt x="527" y="753"/>
                  </a:lnTo>
                  <a:lnTo>
                    <a:pt x="529" y="753"/>
                  </a:lnTo>
                  <a:lnTo>
                    <a:pt x="530" y="752"/>
                  </a:lnTo>
                  <a:lnTo>
                    <a:pt x="531" y="752"/>
                  </a:lnTo>
                  <a:lnTo>
                    <a:pt x="533" y="752"/>
                  </a:lnTo>
                  <a:lnTo>
                    <a:pt x="534" y="752"/>
                  </a:lnTo>
                  <a:lnTo>
                    <a:pt x="535" y="752"/>
                  </a:lnTo>
                  <a:lnTo>
                    <a:pt x="537" y="751"/>
                  </a:lnTo>
                  <a:lnTo>
                    <a:pt x="538" y="751"/>
                  </a:lnTo>
                  <a:lnTo>
                    <a:pt x="539" y="751"/>
                  </a:lnTo>
                  <a:lnTo>
                    <a:pt x="541" y="751"/>
                  </a:lnTo>
                  <a:lnTo>
                    <a:pt x="542" y="750"/>
                  </a:lnTo>
                  <a:lnTo>
                    <a:pt x="543" y="750"/>
                  </a:lnTo>
                  <a:lnTo>
                    <a:pt x="545" y="750"/>
                  </a:lnTo>
                  <a:lnTo>
                    <a:pt x="546" y="750"/>
                  </a:lnTo>
                  <a:lnTo>
                    <a:pt x="547" y="750"/>
                  </a:lnTo>
                  <a:lnTo>
                    <a:pt x="549" y="750"/>
                  </a:lnTo>
                  <a:lnTo>
                    <a:pt x="550" y="749"/>
                  </a:lnTo>
                  <a:lnTo>
                    <a:pt x="551" y="749"/>
                  </a:lnTo>
                  <a:lnTo>
                    <a:pt x="553" y="749"/>
                  </a:lnTo>
                  <a:lnTo>
                    <a:pt x="554" y="749"/>
                  </a:lnTo>
                  <a:lnTo>
                    <a:pt x="555" y="749"/>
                  </a:lnTo>
                  <a:lnTo>
                    <a:pt x="557" y="749"/>
                  </a:lnTo>
                  <a:lnTo>
                    <a:pt x="558" y="748"/>
                  </a:lnTo>
                  <a:lnTo>
                    <a:pt x="559" y="748"/>
                  </a:lnTo>
                  <a:lnTo>
                    <a:pt x="561" y="748"/>
                  </a:lnTo>
                  <a:lnTo>
                    <a:pt x="562" y="748"/>
                  </a:lnTo>
                  <a:lnTo>
                    <a:pt x="564" y="748"/>
                  </a:lnTo>
                  <a:lnTo>
                    <a:pt x="565" y="747"/>
                  </a:lnTo>
                  <a:lnTo>
                    <a:pt x="566" y="747"/>
                  </a:lnTo>
                  <a:lnTo>
                    <a:pt x="568" y="747"/>
                  </a:lnTo>
                  <a:lnTo>
                    <a:pt x="569" y="747"/>
                  </a:lnTo>
                  <a:lnTo>
                    <a:pt x="570" y="747"/>
                  </a:lnTo>
                  <a:lnTo>
                    <a:pt x="572" y="747"/>
                  </a:lnTo>
                  <a:lnTo>
                    <a:pt x="573" y="746"/>
                  </a:lnTo>
                  <a:lnTo>
                    <a:pt x="574" y="746"/>
                  </a:lnTo>
                  <a:lnTo>
                    <a:pt x="576" y="746"/>
                  </a:lnTo>
                  <a:lnTo>
                    <a:pt x="577" y="746"/>
                  </a:lnTo>
                  <a:lnTo>
                    <a:pt x="578" y="746"/>
                  </a:lnTo>
                  <a:lnTo>
                    <a:pt x="580" y="746"/>
                  </a:lnTo>
                  <a:lnTo>
                    <a:pt x="581" y="745"/>
                  </a:lnTo>
                  <a:lnTo>
                    <a:pt x="582" y="745"/>
                  </a:lnTo>
                  <a:lnTo>
                    <a:pt x="584" y="745"/>
                  </a:lnTo>
                  <a:lnTo>
                    <a:pt x="585" y="745"/>
                  </a:lnTo>
                  <a:lnTo>
                    <a:pt x="586" y="745"/>
                  </a:lnTo>
                  <a:lnTo>
                    <a:pt x="588" y="745"/>
                  </a:lnTo>
                  <a:lnTo>
                    <a:pt x="589" y="744"/>
                  </a:lnTo>
                  <a:lnTo>
                    <a:pt x="590" y="744"/>
                  </a:lnTo>
                  <a:lnTo>
                    <a:pt x="592" y="744"/>
                  </a:lnTo>
                  <a:lnTo>
                    <a:pt x="593" y="744"/>
                  </a:lnTo>
                  <a:lnTo>
                    <a:pt x="594" y="744"/>
                  </a:lnTo>
                  <a:lnTo>
                    <a:pt x="596" y="744"/>
                  </a:lnTo>
                  <a:lnTo>
                    <a:pt x="597" y="744"/>
                  </a:lnTo>
                  <a:lnTo>
                    <a:pt x="599" y="744"/>
                  </a:lnTo>
                  <a:lnTo>
                    <a:pt x="600" y="744"/>
                  </a:lnTo>
                  <a:lnTo>
                    <a:pt x="601" y="743"/>
                  </a:lnTo>
                  <a:lnTo>
                    <a:pt x="603" y="743"/>
                  </a:lnTo>
                  <a:lnTo>
                    <a:pt x="604" y="743"/>
                  </a:lnTo>
                  <a:lnTo>
                    <a:pt x="605" y="743"/>
                  </a:lnTo>
                  <a:lnTo>
                    <a:pt x="607" y="743"/>
                  </a:lnTo>
                  <a:lnTo>
                    <a:pt x="608" y="743"/>
                  </a:lnTo>
                  <a:lnTo>
                    <a:pt x="609" y="743"/>
                  </a:lnTo>
                  <a:lnTo>
                    <a:pt x="611" y="743"/>
                  </a:lnTo>
                  <a:lnTo>
                    <a:pt x="612" y="742"/>
                  </a:lnTo>
                  <a:lnTo>
                    <a:pt x="613" y="742"/>
                  </a:lnTo>
                  <a:lnTo>
                    <a:pt x="615" y="742"/>
                  </a:lnTo>
                  <a:lnTo>
                    <a:pt x="616" y="742"/>
                  </a:lnTo>
                  <a:lnTo>
                    <a:pt x="617" y="742"/>
                  </a:lnTo>
                  <a:lnTo>
                    <a:pt x="619" y="742"/>
                  </a:lnTo>
                  <a:lnTo>
                    <a:pt x="620" y="742"/>
                  </a:lnTo>
                  <a:lnTo>
                    <a:pt x="621" y="741"/>
                  </a:lnTo>
                  <a:lnTo>
                    <a:pt x="623" y="741"/>
                  </a:lnTo>
                  <a:lnTo>
                    <a:pt x="624" y="741"/>
                  </a:lnTo>
                  <a:lnTo>
                    <a:pt x="625" y="741"/>
                  </a:lnTo>
                  <a:lnTo>
                    <a:pt x="627" y="741"/>
                  </a:lnTo>
                  <a:lnTo>
                    <a:pt x="628" y="741"/>
                  </a:lnTo>
                  <a:lnTo>
                    <a:pt x="629" y="741"/>
                  </a:lnTo>
                  <a:lnTo>
                    <a:pt x="631" y="741"/>
                  </a:lnTo>
                  <a:lnTo>
                    <a:pt x="632" y="740"/>
                  </a:lnTo>
                  <a:lnTo>
                    <a:pt x="634" y="740"/>
                  </a:lnTo>
                  <a:lnTo>
                    <a:pt x="635" y="740"/>
                  </a:lnTo>
                  <a:lnTo>
                    <a:pt x="636" y="740"/>
                  </a:lnTo>
                  <a:lnTo>
                    <a:pt x="638" y="740"/>
                  </a:lnTo>
                  <a:lnTo>
                    <a:pt x="639" y="740"/>
                  </a:lnTo>
                  <a:lnTo>
                    <a:pt x="640" y="739"/>
                  </a:lnTo>
                  <a:lnTo>
                    <a:pt x="642" y="739"/>
                  </a:lnTo>
                  <a:lnTo>
                    <a:pt x="643" y="739"/>
                  </a:lnTo>
                  <a:lnTo>
                    <a:pt x="644" y="739"/>
                  </a:lnTo>
                  <a:lnTo>
                    <a:pt x="646" y="739"/>
                  </a:lnTo>
                  <a:lnTo>
                    <a:pt x="647" y="739"/>
                  </a:lnTo>
                  <a:lnTo>
                    <a:pt x="648" y="739"/>
                  </a:lnTo>
                  <a:lnTo>
                    <a:pt x="650" y="739"/>
                  </a:lnTo>
                  <a:lnTo>
                    <a:pt x="651" y="739"/>
                  </a:lnTo>
                  <a:lnTo>
                    <a:pt x="652" y="739"/>
                  </a:lnTo>
                  <a:lnTo>
                    <a:pt x="654" y="739"/>
                  </a:lnTo>
                  <a:lnTo>
                    <a:pt x="655" y="738"/>
                  </a:lnTo>
                  <a:lnTo>
                    <a:pt x="656" y="738"/>
                  </a:lnTo>
                  <a:lnTo>
                    <a:pt x="658" y="738"/>
                  </a:lnTo>
                  <a:lnTo>
                    <a:pt x="659" y="738"/>
                  </a:lnTo>
                  <a:lnTo>
                    <a:pt x="660" y="738"/>
                  </a:lnTo>
                  <a:lnTo>
                    <a:pt x="662" y="738"/>
                  </a:lnTo>
                  <a:lnTo>
                    <a:pt x="663" y="738"/>
                  </a:lnTo>
                  <a:lnTo>
                    <a:pt x="664" y="738"/>
                  </a:lnTo>
                  <a:lnTo>
                    <a:pt x="666" y="738"/>
                  </a:lnTo>
                  <a:lnTo>
                    <a:pt x="667" y="738"/>
                  </a:lnTo>
                  <a:lnTo>
                    <a:pt x="668" y="738"/>
                  </a:lnTo>
                  <a:lnTo>
                    <a:pt x="670" y="738"/>
                  </a:lnTo>
                  <a:lnTo>
                    <a:pt x="671" y="738"/>
                  </a:lnTo>
                  <a:lnTo>
                    <a:pt x="673" y="738"/>
                  </a:lnTo>
                  <a:lnTo>
                    <a:pt x="674" y="737"/>
                  </a:lnTo>
                  <a:lnTo>
                    <a:pt x="675" y="737"/>
                  </a:lnTo>
                  <a:lnTo>
                    <a:pt x="677" y="737"/>
                  </a:lnTo>
                  <a:lnTo>
                    <a:pt x="678" y="737"/>
                  </a:lnTo>
                  <a:lnTo>
                    <a:pt x="679" y="737"/>
                  </a:lnTo>
                  <a:lnTo>
                    <a:pt x="681" y="737"/>
                  </a:lnTo>
                  <a:lnTo>
                    <a:pt x="682" y="737"/>
                  </a:lnTo>
                  <a:lnTo>
                    <a:pt x="683" y="737"/>
                  </a:lnTo>
                  <a:lnTo>
                    <a:pt x="685" y="737"/>
                  </a:lnTo>
                  <a:lnTo>
                    <a:pt x="686" y="737"/>
                  </a:lnTo>
                  <a:lnTo>
                    <a:pt x="687" y="737"/>
                  </a:lnTo>
                  <a:lnTo>
                    <a:pt x="689" y="737"/>
                  </a:lnTo>
                  <a:lnTo>
                    <a:pt x="690" y="737"/>
                  </a:lnTo>
                  <a:lnTo>
                    <a:pt x="691" y="736"/>
                  </a:lnTo>
                  <a:lnTo>
                    <a:pt x="693" y="736"/>
                  </a:lnTo>
                  <a:lnTo>
                    <a:pt x="694" y="736"/>
                  </a:lnTo>
                  <a:lnTo>
                    <a:pt x="695" y="736"/>
                  </a:lnTo>
                  <a:lnTo>
                    <a:pt x="697" y="736"/>
                  </a:lnTo>
                  <a:lnTo>
                    <a:pt x="698" y="736"/>
                  </a:lnTo>
                  <a:lnTo>
                    <a:pt x="699" y="736"/>
                  </a:lnTo>
                  <a:lnTo>
                    <a:pt x="701" y="736"/>
                  </a:lnTo>
                  <a:lnTo>
                    <a:pt x="702" y="736"/>
                  </a:lnTo>
                  <a:lnTo>
                    <a:pt x="703" y="736"/>
                  </a:lnTo>
                  <a:lnTo>
                    <a:pt x="705" y="735"/>
                  </a:lnTo>
                  <a:lnTo>
                    <a:pt x="706" y="735"/>
                  </a:lnTo>
                  <a:lnTo>
                    <a:pt x="708" y="735"/>
                  </a:lnTo>
                  <a:lnTo>
                    <a:pt x="709" y="735"/>
                  </a:lnTo>
                  <a:lnTo>
                    <a:pt x="710" y="735"/>
                  </a:lnTo>
                  <a:lnTo>
                    <a:pt x="712" y="735"/>
                  </a:lnTo>
                  <a:lnTo>
                    <a:pt x="713" y="735"/>
                  </a:lnTo>
                  <a:lnTo>
                    <a:pt x="714" y="735"/>
                  </a:lnTo>
                  <a:lnTo>
                    <a:pt x="716" y="735"/>
                  </a:lnTo>
                  <a:lnTo>
                    <a:pt x="717" y="735"/>
                  </a:lnTo>
                  <a:lnTo>
                    <a:pt x="718" y="735"/>
                  </a:lnTo>
                  <a:lnTo>
                    <a:pt x="720" y="735"/>
                  </a:lnTo>
                  <a:lnTo>
                    <a:pt x="721" y="735"/>
                  </a:lnTo>
                  <a:lnTo>
                    <a:pt x="722" y="735"/>
                  </a:lnTo>
                  <a:lnTo>
                    <a:pt x="724" y="735"/>
                  </a:lnTo>
                  <a:lnTo>
                    <a:pt x="725" y="735"/>
                  </a:lnTo>
                  <a:lnTo>
                    <a:pt x="726" y="735"/>
                  </a:lnTo>
                  <a:lnTo>
                    <a:pt x="728" y="734"/>
                  </a:lnTo>
                  <a:lnTo>
                    <a:pt x="729" y="734"/>
                  </a:lnTo>
                  <a:lnTo>
                    <a:pt x="730" y="734"/>
                  </a:lnTo>
                  <a:lnTo>
                    <a:pt x="732" y="734"/>
                  </a:lnTo>
                  <a:lnTo>
                    <a:pt x="733" y="734"/>
                  </a:lnTo>
                  <a:lnTo>
                    <a:pt x="734" y="734"/>
                  </a:lnTo>
                  <a:lnTo>
                    <a:pt x="736" y="734"/>
                  </a:lnTo>
                  <a:lnTo>
                    <a:pt x="737" y="734"/>
                  </a:lnTo>
                  <a:lnTo>
                    <a:pt x="738" y="734"/>
                  </a:lnTo>
                  <a:lnTo>
                    <a:pt x="740" y="734"/>
                  </a:lnTo>
                  <a:lnTo>
                    <a:pt x="741" y="734"/>
                  </a:lnTo>
                  <a:lnTo>
                    <a:pt x="743" y="734"/>
                  </a:lnTo>
                  <a:lnTo>
                    <a:pt x="744" y="734"/>
                  </a:lnTo>
                  <a:lnTo>
                    <a:pt x="745" y="734"/>
                  </a:lnTo>
                  <a:lnTo>
                    <a:pt x="747" y="734"/>
                  </a:lnTo>
                  <a:lnTo>
                    <a:pt x="748" y="734"/>
                  </a:lnTo>
                  <a:lnTo>
                    <a:pt x="749" y="734"/>
                  </a:lnTo>
                  <a:lnTo>
                    <a:pt x="751" y="733"/>
                  </a:lnTo>
                  <a:lnTo>
                    <a:pt x="752" y="733"/>
                  </a:lnTo>
                  <a:lnTo>
                    <a:pt x="753" y="733"/>
                  </a:lnTo>
                  <a:lnTo>
                    <a:pt x="755" y="733"/>
                  </a:lnTo>
                  <a:lnTo>
                    <a:pt x="756" y="733"/>
                  </a:lnTo>
                  <a:lnTo>
                    <a:pt x="757" y="733"/>
                  </a:lnTo>
                  <a:lnTo>
                    <a:pt x="759" y="733"/>
                  </a:lnTo>
                  <a:lnTo>
                    <a:pt x="760" y="733"/>
                  </a:lnTo>
                  <a:lnTo>
                    <a:pt x="761" y="733"/>
                  </a:lnTo>
                  <a:lnTo>
                    <a:pt x="763" y="733"/>
                  </a:lnTo>
                  <a:lnTo>
                    <a:pt x="764" y="733"/>
                  </a:lnTo>
                  <a:lnTo>
                    <a:pt x="765" y="733"/>
                  </a:lnTo>
                  <a:lnTo>
                    <a:pt x="767" y="733"/>
                  </a:lnTo>
                  <a:lnTo>
                    <a:pt x="768" y="732"/>
                  </a:lnTo>
                  <a:lnTo>
                    <a:pt x="769" y="732"/>
                  </a:lnTo>
                  <a:lnTo>
                    <a:pt x="771" y="732"/>
                  </a:lnTo>
                  <a:lnTo>
                    <a:pt x="772" y="732"/>
                  </a:lnTo>
                  <a:lnTo>
                    <a:pt x="773" y="732"/>
                  </a:lnTo>
                  <a:lnTo>
                    <a:pt x="775" y="732"/>
                  </a:lnTo>
                  <a:lnTo>
                    <a:pt x="776" y="732"/>
                  </a:lnTo>
                  <a:lnTo>
                    <a:pt x="777" y="732"/>
                  </a:lnTo>
                  <a:lnTo>
                    <a:pt x="779" y="732"/>
                  </a:lnTo>
                  <a:lnTo>
                    <a:pt x="780" y="732"/>
                  </a:lnTo>
                  <a:lnTo>
                    <a:pt x="782" y="732"/>
                  </a:lnTo>
                  <a:lnTo>
                    <a:pt x="783" y="732"/>
                  </a:lnTo>
                  <a:lnTo>
                    <a:pt x="784" y="732"/>
                  </a:lnTo>
                  <a:lnTo>
                    <a:pt x="786" y="732"/>
                  </a:lnTo>
                  <a:lnTo>
                    <a:pt x="787" y="732"/>
                  </a:lnTo>
                  <a:lnTo>
                    <a:pt x="788" y="732"/>
                  </a:lnTo>
                  <a:lnTo>
                    <a:pt x="790" y="732"/>
                  </a:lnTo>
                  <a:lnTo>
                    <a:pt x="791" y="732"/>
                  </a:lnTo>
                  <a:lnTo>
                    <a:pt x="792" y="732"/>
                  </a:lnTo>
                  <a:lnTo>
                    <a:pt x="794" y="732"/>
                  </a:lnTo>
                  <a:lnTo>
                    <a:pt x="795" y="732"/>
                  </a:lnTo>
                  <a:lnTo>
                    <a:pt x="796" y="731"/>
                  </a:lnTo>
                  <a:lnTo>
                    <a:pt x="798" y="731"/>
                  </a:lnTo>
                  <a:lnTo>
                    <a:pt x="799" y="731"/>
                  </a:lnTo>
                  <a:lnTo>
                    <a:pt x="800" y="731"/>
                  </a:lnTo>
                  <a:lnTo>
                    <a:pt x="802" y="731"/>
                  </a:lnTo>
                  <a:lnTo>
                    <a:pt x="803" y="731"/>
                  </a:lnTo>
                  <a:lnTo>
                    <a:pt x="804" y="731"/>
                  </a:lnTo>
                  <a:lnTo>
                    <a:pt x="806" y="731"/>
                  </a:lnTo>
                  <a:lnTo>
                    <a:pt x="807" y="731"/>
                  </a:lnTo>
                  <a:lnTo>
                    <a:pt x="808" y="731"/>
                  </a:lnTo>
                  <a:lnTo>
                    <a:pt x="810" y="731"/>
                  </a:lnTo>
                  <a:lnTo>
                    <a:pt x="811" y="731"/>
                  </a:lnTo>
                  <a:lnTo>
                    <a:pt x="812" y="731"/>
                  </a:lnTo>
                  <a:lnTo>
                    <a:pt x="814" y="731"/>
                  </a:lnTo>
                  <a:lnTo>
                    <a:pt x="815" y="731"/>
                  </a:lnTo>
                  <a:lnTo>
                    <a:pt x="817" y="731"/>
                  </a:lnTo>
                  <a:lnTo>
                    <a:pt x="818" y="731"/>
                  </a:lnTo>
                  <a:lnTo>
                    <a:pt x="819" y="731"/>
                  </a:lnTo>
                  <a:lnTo>
                    <a:pt x="821" y="731"/>
                  </a:lnTo>
                  <a:lnTo>
                    <a:pt x="822" y="731"/>
                  </a:lnTo>
                  <a:lnTo>
                    <a:pt x="823" y="730"/>
                  </a:lnTo>
                  <a:lnTo>
                    <a:pt x="825" y="730"/>
                  </a:lnTo>
                  <a:lnTo>
                    <a:pt x="826" y="730"/>
                  </a:lnTo>
                  <a:lnTo>
                    <a:pt x="827" y="730"/>
                  </a:lnTo>
                  <a:lnTo>
                    <a:pt x="829" y="730"/>
                  </a:lnTo>
                  <a:lnTo>
                    <a:pt x="830" y="730"/>
                  </a:lnTo>
                  <a:lnTo>
                    <a:pt x="831" y="730"/>
                  </a:lnTo>
                  <a:lnTo>
                    <a:pt x="833" y="730"/>
                  </a:lnTo>
                  <a:lnTo>
                    <a:pt x="834" y="730"/>
                  </a:lnTo>
                  <a:lnTo>
                    <a:pt x="835" y="730"/>
                  </a:lnTo>
                  <a:lnTo>
                    <a:pt x="837" y="730"/>
                  </a:lnTo>
                  <a:lnTo>
                    <a:pt x="838" y="730"/>
                  </a:lnTo>
                  <a:lnTo>
                    <a:pt x="839" y="730"/>
                  </a:lnTo>
                  <a:lnTo>
                    <a:pt x="841" y="730"/>
                  </a:lnTo>
                  <a:lnTo>
                    <a:pt x="842" y="730"/>
                  </a:lnTo>
                  <a:lnTo>
                    <a:pt x="843" y="730"/>
                  </a:lnTo>
                  <a:lnTo>
                    <a:pt x="845" y="730"/>
                  </a:lnTo>
                  <a:lnTo>
                    <a:pt x="846" y="730"/>
                  </a:lnTo>
                  <a:lnTo>
                    <a:pt x="847" y="730"/>
                  </a:lnTo>
                  <a:lnTo>
                    <a:pt x="849" y="730"/>
                  </a:lnTo>
                  <a:lnTo>
                    <a:pt x="850" y="730"/>
                  </a:lnTo>
                  <a:lnTo>
                    <a:pt x="852" y="730"/>
                  </a:lnTo>
                  <a:lnTo>
                    <a:pt x="853" y="730"/>
                  </a:lnTo>
                  <a:lnTo>
                    <a:pt x="854" y="730"/>
                  </a:lnTo>
                  <a:lnTo>
                    <a:pt x="856" y="730"/>
                  </a:lnTo>
                  <a:lnTo>
                    <a:pt x="857" y="730"/>
                  </a:lnTo>
                  <a:lnTo>
                    <a:pt x="858" y="729"/>
                  </a:lnTo>
                  <a:lnTo>
                    <a:pt x="860" y="730"/>
                  </a:lnTo>
                  <a:lnTo>
                    <a:pt x="861" y="730"/>
                  </a:lnTo>
                  <a:lnTo>
                    <a:pt x="862" y="729"/>
                  </a:lnTo>
                  <a:lnTo>
                    <a:pt x="864" y="729"/>
                  </a:lnTo>
                  <a:lnTo>
                    <a:pt x="865" y="729"/>
                  </a:lnTo>
                  <a:lnTo>
                    <a:pt x="866" y="729"/>
                  </a:lnTo>
                  <a:lnTo>
                    <a:pt x="868" y="729"/>
                  </a:lnTo>
                  <a:lnTo>
                    <a:pt x="869" y="729"/>
                  </a:lnTo>
                  <a:lnTo>
                    <a:pt x="870" y="729"/>
                  </a:lnTo>
                  <a:lnTo>
                    <a:pt x="872" y="729"/>
                  </a:lnTo>
                  <a:lnTo>
                    <a:pt x="873" y="729"/>
                  </a:lnTo>
                  <a:lnTo>
                    <a:pt x="874" y="729"/>
                  </a:lnTo>
                  <a:lnTo>
                    <a:pt x="876" y="729"/>
                  </a:lnTo>
                  <a:lnTo>
                    <a:pt x="877" y="729"/>
                  </a:lnTo>
                  <a:lnTo>
                    <a:pt x="878" y="729"/>
                  </a:lnTo>
                  <a:lnTo>
                    <a:pt x="880" y="729"/>
                  </a:lnTo>
                  <a:lnTo>
                    <a:pt x="881" y="729"/>
                  </a:lnTo>
                  <a:lnTo>
                    <a:pt x="882" y="729"/>
                  </a:lnTo>
                  <a:lnTo>
                    <a:pt x="884" y="729"/>
                  </a:lnTo>
                  <a:lnTo>
                    <a:pt x="885" y="729"/>
                  </a:lnTo>
                  <a:lnTo>
                    <a:pt x="887" y="729"/>
                  </a:lnTo>
                  <a:lnTo>
                    <a:pt x="888" y="729"/>
                  </a:lnTo>
                  <a:lnTo>
                    <a:pt x="889" y="729"/>
                  </a:lnTo>
                  <a:lnTo>
                    <a:pt x="891" y="729"/>
                  </a:lnTo>
                  <a:lnTo>
                    <a:pt x="892" y="728"/>
                  </a:lnTo>
                  <a:lnTo>
                    <a:pt x="893" y="728"/>
                  </a:lnTo>
                  <a:lnTo>
                    <a:pt x="895" y="728"/>
                  </a:lnTo>
                  <a:lnTo>
                    <a:pt x="896" y="728"/>
                  </a:lnTo>
                  <a:lnTo>
                    <a:pt x="897" y="728"/>
                  </a:lnTo>
                  <a:lnTo>
                    <a:pt x="899" y="728"/>
                  </a:lnTo>
                  <a:lnTo>
                    <a:pt x="900" y="728"/>
                  </a:lnTo>
                  <a:lnTo>
                    <a:pt x="901" y="729"/>
                  </a:lnTo>
                  <a:lnTo>
                    <a:pt x="903" y="729"/>
                  </a:lnTo>
                  <a:lnTo>
                    <a:pt x="904" y="728"/>
                  </a:lnTo>
                  <a:lnTo>
                    <a:pt x="905" y="728"/>
                  </a:lnTo>
                  <a:lnTo>
                    <a:pt x="907" y="728"/>
                  </a:lnTo>
                  <a:lnTo>
                    <a:pt x="908" y="728"/>
                  </a:lnTo>
                  <a:lnTo>
                    <a:pt x="909" y="728"/>
                  </a:lnTo>
                  <a:lnTo>
                    <a:pt x="911" y="728"/>
                  </a:lnTo>
                  <a:lnTo>
                    <a:pt x="912" y="728"/>
                  </a:lnTo>
                  <a:lnTo>
                    <a:pt x="913" y="728"/>
                  </a:lnTo>
                  <a:lnTo>
                    <a:pt x="915" y="728"/>
                  </a:lnTo>
                  <a:lnTo>
                    <a:pt x="916" y="728"/>
                  </a:lnTo>
                  <a:lnTo>
                    <a:pt x="917" y="728"/>
                  </a:lnTo>
                  <a:lnTo>
                    <a:pt x="919" y="728"/>
                  </a:lnTo>
                  <a:lnTo>
                    <a:pt x="920" y="728"/>
                  </a:lnTo>
                  <a:lnTo>
                    <a:pt x="921" y="728"/>
                  </a:lnTo>
                  <a:lnTo>
                    <a:pt x="923" y="728"/>
                  </a:lnTo>
                  <a:lnTo>
                    <a:pt x="924" y="728"/>
                  </a:lnTo>
                  <a:lnTo>
                    <a:pt x="926" y="728"/>
                  </a:lnTo>
                  <a:lnTo>
                    <a:pt x="927" y="728"/>
                  </a:lnTo>
                  <a:lnTo>
                    <a:pt x="928" y="728"/>
                  </a:lnTo>
                  <a:lnTo>
                    <a:pt x="930" y="728"/>
                  </a:lnTo>
                  <a:lnTo>
                    <a:pt x="931" y="728"/>
                  </a:lnTo>
                  <a:lnTo>
                    <a:pt x="932" y="728"/>
                  </a:lnTo>
                  <a:lnTo>
                    <a:pt x="934" y="728"/>
                  </a:lnTo>
                  <a:lnTo>
                    <a:pt x="935" y="728"/>
                  </a:lnTo>
                  <a:lnTo>
                    <a:pt x="936" y="727"/>
                  </a:lnTo>
                  <a:lnTo>
                    <a:pt x="938" y="727"/>
                  </a:lnTo>
                  <a:lnTo>
                    <a:pt x="939" y="727"/>
                  </a:lnTo>
                  <a:lnTo>
                    <a:pt x="940" y="727"/>
                  </a:lnTo>
                  <a:lnTo>
                    <a:pt x="942" y="727"/>
                  </a:lnTo>
                  <a:lnTo>
                    <a:pt x="943" y="727"/>
                  </a:lnTo>
                  <a:lnTo>
                    <a:pt x="944" y="727"/>
                  </a:lnTo>
                  <a:lnTo>
                    <a:pt x="946" y="727"/>
                  </a:lnTo>
                  <a:lnTo>
                    <a:pt x="947" y="727"/>
                  </a:lnTo>
                  <a:lnTo>
                    <a:pt x="948" y="727"/>
                  </a:lnTo>
                  <a:lnTo>
                    <a:pt x="950" y="727"/>
                  </a:lnTo>
                  <a:lnTo>
                    <a:pt x="951" y="727"/>
                  </a:lnTo>
                  <a:lnTo>
                    <a:pt x="952" y="727"/>
                  </a:lnTo>
                  <a:lnTo>
                    <a:pt x="954" y="727"/>
                  </a:lnTo>
                  <a:lnTo>
                    <a:pt x="955" y="727"/>
                  </a:lnTo>
                  <a:lnTo>
                    <a:pt x="956" y="727"/>
                  </a:lnTo>
                  <a:lnTo>
                    <a:pt x="958" y="727"/>
                  </a:lnTo>
                  <a:lnTo>
                    <a:pt x="959" y="727"/>
                  </a:lnTo>
                  <a:lnTo>
                    <a:pt x="961" y="727"/>
                  </a:lnTo>
                  <a:lnTo>
                    <a:pt x="962" y="727"/>
                  </a:lnTo>
                  <a:lnTo>
                    <a:pt x="963" y="727"/>
                  </a:lnTo>
                  <a:lnTo>
                    <a:pt x="965" y="727"/>
                  </a:lnTo>
                  <a:lnTo>
                    <a:pt x="966" y="727"/>
                  </a:lnTo>
                  <a:lnTo>
                    <a:pt x="967" y="727"/>
                  </a:lnTo>
                  <a:lnTo>
                    <a:pt x="969" y="727"/>
                  </a:lnTo>
                  <a:lnTo>
                    <a:pt x="970" y="727"/>
                  </a:lnTo>
                  <a:lnTo>
                    <a:pt x="971" y="727"/>
                  </a:lnTo>
                  <a:lnTo>
                    <a:pt x="973" y="727"/>
                  </a:lnTo>
                  <a:lnTo>
                    <a:pt x="974" y="727"/>
                  </a:lnTo>
                  <a:lnTo>
                    <a:pt x="975" y="727"/>
                  </a:lnTo>
                  <a:lnTo>
                    <a:pt x="977" y="727"/>
                  </a:lnTo>
                  <a:lnTo>
                    <a:pt x="978" y="727"/>
                  </a:lnTo>
                  <a:lnTo>
                    <a:pt x="979" y="726"/>
                  </a:lnTo>
                  <a:lnTo>
                    <a:pt x="981" y="726"/>
                  </a:lnTo>
                  <a:lnTo>
                    <a:pt x="982" y="726"/>
                  </a:lnTo>
                  <a:lnTo>
                    <a:pt x="983" y="726"/>
                  </a:lnTo>
                  <a:lnTo>
                    <a:pt x="985" y="726"/>
                  </a:lnTo>
                  <a:lnTo>
                    <a:pt x="986" y="726"/>
                  </a:lnTo>
                  <a:lnTo>
                    <a:pt x="987" y="726"/>
                  </a:lnTo>
                  <a:lnTo>
                    <a:pt x="989" y="726"/>
                  </a:lnTo>
                  <a:lnTo>
                    <a:pt x="990" y="726"/>
                  </a:lnTo>
                  <a:lnTo>
                    <a:pt x="991" y="726"/>
                  </a:lnTo>
                  <a:lnTo>
                    <a:pt x="993" y="726"/>
                  </a:lnTo>
                  <a:lnTo>
                    <a:pt x="994" y="726"/>
                  </a:lnTo>
                  <a:lnTo>
                    <a:pt x="996" y="726"/>
                  </a:lnTo>
                  <a:lnTo>
                    <a:pt x="997" y="726"/>
                  </a:lnTo>
                  <a:lnTo>
                    <a:pt x="998" y="726"/>
                  </a:lnTo>
                  <a:lnTo>
                    <a:pt x="1000" y="726"/>
                  </a:lnTo>
                  <a:lnTo>
                    <a:pt x="1001" y="726"/>
                  </a:lnTo>
                  <a:lnTo>
                    <a:pt x="1002" y="726"/>
                  </a:lnTo>
                  <a:lnTo>
                    <a:pt x="1004" y="726"/>
                  </a:lnTo>
                  <a:lnTo>
                    <a:pt x="1005" y="726"/>
                  </a:lnTo>
                  <a:lnTo>
                    <a:pt x="1006" y="726"/>
                  </a:lnTo>
                  <a:lnTo>
                    <a:pt x="1008" y="726"/>
                  </a:lnTo>
                  <a:lnTo>
                    <a:pt x="1009" y="726"/>
                  </a:lnTo>
                  <a:lnTo>
                    <a:pt x="1010" y="726"/>
                  </a:lnTo>
                  <a:lnTo>
                    <a:pt x="1012" y="726"/>
                  </a:lnTo>
                  <a:lnTo>
                    <a:pt x="1013" y="726"/>
                  </a:lnTo>
                  <a:lnTo>
                    <a:pt x="1014" y="726"/>
                  </a:lnTo>
                  <a:lnTo>
                    <a:pt x="1016" y="726"/>
                  </a:lnTo>
                  <a:lnTo>
                    <a:pt x="1017" y="726"/>
                  </a:lnTo>
                  <a:lnTo>
                    <a:pt x="1018" y="726"/>
                  </a:lnTo>
                  <a:lnTo>
                    <a:pt x="1020" y="726"/>
                  </a:lnTo>
                  <a:lnTo>
                    <a:pt x="1021" y="726"/>
                  </a:lnTo>
                  <a:lnTo>
                    <a:pt x="1022" y="726"/>
                  </a:lnTo>
                  <a:lnTo>
                    <a:pt x="1024" y="726"/>
                  </a:lnTo>
                  <a:lnTo>
                    <a:pt x="1025" y="726"/>
                  </a:lnTo>
                  <a:lnTo>
                    <a:pt x="1026" y="726"/>
                  </a:lnTo>
                  <a:lnTo>
                    <a:pt x="1028" y="726"/>
                  </a:lnTo>
                  <a:lnTo>
                    <a:pt x="1029" y="726"/>
                  </a:lnTo>
                  <a:lnTo>
                    <a:pt x="1031" y="725"/>
                  </a:lnTo>
                  <a:lnTo>
                    <a:pt x="1032" y="725"/>
                  </a:lnTo>
                  <a:lnTo>
                    <a:pt x="1033" y="726"/>
                  </a:lnTo>
                  <a:lnTo>
                    <a:pt x="1035" y="726"/>
                  </a:lnTo>
                  <a:lnTo>
                    <a:pt x="1036" y="726"/>
                  </a:lnTo>
                  <a:lnTo>
                    <a:pt x="1037" y="726"/>
                  </a:lnTo>
                  <a:lnTo>
                    <a:pt x="1039" y="726"/>
                  </a:lnTo>
                  <a:lnTo>
                    <a:pt x="1040" y="726"/>
                  </a:lnTo>
                  <a:lnTo>
                    <a:pt x="1041" y="726"/>
                  </a:lnTo>
                  <a:lnTo>
                    <a:pt x="1043" y="726"/>
                  </a:lnTo>
                  <a:lnTo>
                    <a:pt x="1044" y="726"/>
                  </a:lnTo>
                  <a:lnTo>
                    <a:pt x="1045" y="726"/>
                  </a:lnTo>
                  <a:lnTo>
                    <a:pt x="1047" y="726"/>
                  </a:lnTo>
                  <a:lnTo>
                    <a:pt x="1048" y="726"/>
                  </a:lnTo>
                  <a:lnTo>
                    <a:pt x="1049" y="725"/>
                  </a:lnTo>
                  <a:lnTo>
                    <a:pt x="1051" y="726"/>
                  </a:lnTo>
                  <a:lnTo>
                    <a:pt x="1052" y="725"/>
                  </a:lnTo>
                  <a:lnTo>
                    <a:pt x="1053" y="725"/>
                  </a:lnTo>
                  <a:lnTo>
                    <a:pt x="1055" y="725"/>
                  </a:lnTo>
                  <a:lnTo>
                    <a:pt x="1056" y="725"/>
                  </a:lnTo>
                  <a:lnTo>
                    <a:pt x="1057" y="725"/>
                  </a:lnTo>
                  <a:lnTo>
                    <a:pt x="1059" y="725"/>
                  </a:lnTo>
                  <a:lnTo>
                    <a:pt x="1060" y="725"/>
                  </a:lnTo>
                  <a:lnTo>
                    <a:pt x="1061" y="725"/>
                  </a:lnTo>
                  <a:lnTo>
                    <a:pt x="1063" y="725"/>
                  </a:lnTo>
                  <a:lnTo>
                    <a:pt x="1064" y="725"/>
                  </a:lnTo>
                  <a:lnTo>
                    <a:pt x="1065" y="725"/>
                  </a:lnTo>
                  <a:lnTo>
                    <a:pt x="1067" y="725"/>
                  </a:lnTo>
                  <a:lnTo>
                    <a:pt x="1068" y="725"/>
                  </a:lnTo>
                  <a:lnTo>
                    <a:pt x="1070" y="725"/>
                  </a:lnTo>
                  <a:lnTo>
                    <a:pt x="1071" y="725"/>
                  </a:lnTo>
                  <a:lnTo>
                    <a:pt x="1072" y="725"/>
                  </a:lnTo>
                  <a:lnTo>
                    <a:pt x="1074" y="725"/>
                  </a:lnTo>
                  <a:lnTo>
                    <a:pt x="1075" y="725"/>
                  </a:lnTo>
                  <a:lnTo>
                    <a:pt x="1076" y="725"/>
                  </a:lnTo>
                  <a:lnTo>
                    <a:pt x="1078" y="725"/>
                  </a:lnTo>
                  <a:lnTo>
                    <a:pt x="1079" y="725"/>
                  </a:lnTo>
                  <a:lnTo>
                    <a:pt x="1080" y="725"/>
                  </a:lnTo>
                  <a:lnTo>
                    <a:pt x="1082" y="725"/>
                  </a:lnTo>
                  <a:lnTo>
                    <a:pt x="1083" y="725"/>
                  </a:lnTo>
                  <a:lnTo>
                    <a:pt x="1084" y="725"/>
                  </a:lnTo>
                  <a:lnTo>
                    <a:pt x="1086" y="725"/>
                  </a:lnTo>
                  <a:lnTo>
                    <a:pt x="1087" y="725"/>
                  </a:lnTo>
                  <a:lnTo>
                    <a:pt x="1088" y="725"/>
                  </a:lnTo>
                  <a:lnTo>
                    <a:pt x="1090" y="725"/>
                  </a:lnTo>
                  <a:lnTo>
                    <a:pt x="1091" y="725"/>
                  </a:lnTo>
                  <a:lnTo>
                    <a:pt x="1092" y="725"/>
                  </a:lnTo>
                  <a:lnTo>
                    <a:pt x="1094" y="725"/>
                  </a:lnTo>
                  <a:lnTo>
                    <a:pt x="1095" y="725"/>
                  </a:lnTo>
                  <a:lnTo>
                    <a:pt x="1096" y="725"/>
                  </a:lnTo>
                  <a:lnTo>
                    <a:pt x="1098" y="725"/>
                  </a:lnTo>
                  <a:lnTo>
                    <a:pt x="1099" y="725"/>
                  </a:lnTo>
                  <a:lnTo>
                    <a:pt x="1100" y="725"/>
                  </a:lnTo>
                  <a:lnTo>
                    <a:pt x="1102" y="725"/>
                  </a:lnTo>
                  <a:lnTo>
                    <a:pt x="1103" y="725"/>
                  </a:lnTo>
                  <a:lnTo>
                    <a:pt x="1105" y="725"/>
                  </a:lnTo>
                  <a:lnTo>
                    <a:pt x="1106" y="725"/>
                  </a:lnTo>
                  <a:lnTo>
                    <a:pt x="1107" y="725"/>
                  </a:lnTo>
                  <a:lnTo>
                    <a:pt x="1109" y="725"/>
                  </a:lnTo>
                  <a:lnTo>
                    <a:pt x="1110" y="725"/>
                  </a:lnTo>
                  <a:lnTo>
                    <a:pt x="1111" y="725"/>
                  </a:lnTo>
                  <a:lnTo>
                    <a:pt x="1113" y="725"/>
                  </a:lnTo>
                  <a:lnTo>
                    <a:pt x="1114" y="725"/>
                  </a:lnTo>
                  <a:lnTo>
                    <a:pt x="1115" y="725"/>
                  </a:lnTo>
                  <a:lnTo>
                    <a:pt x="1117" y="725"/>
                  </a:lnTo>
                  <a:lnTo>
                    <a:pt x="1118" y="725"/>
                  </a:lnTo>
                  <a:lnTo>
                    <a:pt x="1119" y="725"/>
                  </a:lnTo>
                  <a:lnTo>
                    <a:pt x="1121" y="725"/>
                  </a:lnTo>
                  <a:lnTo>
                    <a:pt x="1122" y="725"/>
                  </a:lnTo>
                  <a:lnTo>
                    <a:pt x="1123" y="725"/>
                  </a:lnTo>
                  <a:lnTo>
                    <a:pt x="1125" y="725"/>
                  </a:lnTo>
                  <a:lnTo>
                    <a:pt x="1126" y="725"/>
                  </a:lnTo>
                  <a:lnTo>
                    <a:pt x="1127" y="725"/>
                  </a:lnTo>
                  <a:lnTo>
                    <a:pt x="1129" y="725"/>
                  </a:lnTo>
                  <a:lnTo>
                    <a:pt x="1130" y="725"/>
                  </a:lnTo>
                  <a:lnTo>
                    <a:pt x="1131" y="725"/>
                  </a:lnTo>
                  <a:lnTo>
                    <a:pt x="1133" y="725"/>
                  </a:lnTo>
                  <a:lnTo>
                    <a:pt x="1134" y="725"/>
                  </a:lnTo>
                  <a:lnTo>
                    <a:pt x="1135" y="725"/>
                  </a:lnTo>
                  <a:lnTo>
                    <a:pt x="1137" y="725"/>
                  </a:lnTo>
                  <a:lnTo>
                    <a:pt x="1138" y="725"/>
                  </a:lnTo>
                  <a:lnTo>
                    <a:pt x="1140" y="725"/>
                  </a:lnTo>
                  <a:lnTo>
                    <a:pt x="1141" y="725"/>
                  </a:lnTo>
                  <a:lnTo>
                    <a:pt x="1142" y="725"/>
                  </a:lnTo>
                  <a:lnTo>
                    <a:pt x="1144" y="725"/>
                  </a:lnTo>
                  <a:lnTo>
                    <a:pt x="1145" y="725"/>
                  </a:lnTo>
                  <a:lnTo>
                    <a:pt x="1146" y="725"/>
                  </a:lnTo>
                  <a:lnTo>
                    <a:pt x="1148" y="725"/>
                  </a:lnTo>
                  <a:lnTo>
                    <a:pt x="1149" y="725"/>
                  </a:lnTo>
                  <a:lnTo>
                    <a:pt x="1150" y="725"/>
                  </a:lnTo>
                  <a:lnTo>
                    <a:pt x="1152" y="725"/>
                  </a:lnTo>
                  <a:lnTo>
                    <a:pt x="1153" y="725"/>
                  </a:lnTo>
                  <a:lnTo>
                    <a:pt x="1154" y="725"/>
                  </a:lnTo>
                  <a:lnTo>
                    <a:pt x="1156" y="725"/>
                  </a:lnTo>
                  <a:lnTo>
                    <a:pt x="1157" y="725"/>
                  </a:lnTo>
                  <a:lnTo>
                    <a:pt x="1158" y="725"/>
                  </a:lnTo>
                  <a:lnTo>
                    <a:pt x="1160" y="725"/>
                  </a:lnTo>
                  <a:lnTo>
                    <a:pt x="1161" y="725"/>
                  </a:lnTo>
                  <a:lnTo>
                    <a:pt x="1162" y="725"/>
                  </a:lnTo>
                  <a:lnTo>
                    <a:pt x="1164" y="725"/>
                  </a:lnTo>
                  <a:lnTo>
                    <a:pt x="1165" y="725"/>
                  </a:lnTo>
                  <a:lnTo>
                    <a:pt x="1166" y="725"/>
                  </a:lnTo>
                  <a:lnTo>
                    <a:pt x="1168" y="725"/>
                  </a:lnTo>
                  <a:lnTo>
                    <a:pt x="1169" y="725"/>
                  </a:lnTo>
                  <a:lnTo>
                    <a:pt x="1170" y="725"/>
                  </a:lnTo>
                  <a:lnTo>
                    <a:pt x="1172" y="725"/>
                  </a:lnTo>
                  <a:lnTo>
                    <a:pt x="1173" y="725"/>
                  </a:lnTo>
                  <a:lnTo>
                    <a:pt x="1175" y="725"/>
                  </a:lnTo>
                  <a:lnTo>
                    <a:pt x="1176" y="725"/>
                  </a:lnTo>
                  <a:lnTo>
                    <a:pt x="1177" y="725"/>
                  </a:lnTo>
                  <a:lnTo>
                    <a:pt x="1179" y="725"/>
                  </a:lnTo>
                  <a:lnTo>
                    <a:pt x="1180" y="725"/>
                  </a:lnTo>
                  <a:lnTo>
                    <a:pt x="1181" y="725"/>
                  </a:lnTo>
                  <a:lnTo>
                    <a:pt x="1183" y="725"/>
                  </a:lnTo>
                  <a:lnTo>
                    <a:pt x="1184" y="725"/>
                  </a:lnTo>
                  <a:lnTo>
                    <a:pt x="1185" y="725"/>
                  </a:lnTo>
                  <a:lnTo>
                    <a:pt x="1187" y="725"/>
                  </a:lnTo>
                  <a:lnTo>
                    <a:pt x="1188" y="725"/>
                  </a:lnTo>
                  <a:lnTo>
                    <a:pt x="1189" y="725"/>
                  </a:lnTo>
                  <a:lnTo>
                    <a:pt x="1191" y="725"/>
                  </a:lnTo>
                  <a:lnTo>
                    <a:pt x="1192" y="725"/>
                  </a:lnTo>
                  <a:lnTo>
                    <a:pt x="1193" y="725"/>
                  </a:lnTo>
                  <a:lnTo>
                    <a:pt x="1195" y="725"/>
                  </a:lnTo>
                  <a:lnTo>
                    <a:pt x="1196" y="725"/>
                  </a:lnTo>
                  <a:lnTo>
                    <a:pt x="1197" y="725"/>
                  </a:lnTo>
                  <a:lnTo>
                    <a:pt x="1199" y="725"/>
                  </a:lnTo>
                  <a:lnTo>
                    <a:pt x="1200" y="725"/>
                  </a:lnTo>
                  <a:lnTo>
                    <a:pt x="1201" y="725"/>
                  </a:lnTo>
                  <a:lnTo>
                    <a:pt x="1203" y="725"/>
                  </a:lnTo>
                  <a:lnTo>
                    <a:pt x="1204" y="725"/>
                  </a:lnTo>
                  <a:lnTo>
                    <a:pt x="1205" y="725"/>
                  </a:lnTo>
                  <a:lnTo>
                    <a:pt x="1207" y="726"/>
                  </a:lnTo>
                  <a:lnTo>
                    <a:pt x="1208" y="726"/>
                  </a:lnTo>
                  <a:lnTo>
                    <a:pt x="1209" y="726"/>
                  </a:lnTo>
                  <a:lnTo>
                    <a:pt x="1211" y="726"/>
                  </a:lnTo>
                  <a:lnTo>
                    <a:pt x="1212" y="726"/>
                  </a:lnTo>
                  <a:lnTo>
                    <a:pt x="1214" y="726"/>
                  </a:lnTo>
                  <a:lnTo>
                    <a:pt x="1215" y="726"/>
                  </a:lnTo>
                  <a:lnTo>
                    <a:pt x="1216" y="726"/>
                  </a:lnTo>
                  <a:lnTo>
                    <a:pt x="1218" y="725"/>
                  </a:lnTo>
                  <a:lnTo>
                    <a:pt x="1219" y="725"/>
                  </a:lnTo>
                  <a:lnTo>
                    <a:pt x="1220" y="725"/>
                  </a:lnTo>
                  <a:lnTo>
                    <a:pt x="1222" y="725"/>
                  </a:lnTo>
                  <a:lnTo>
                    <a:pt x="1223" y="725"/>
                  </a:lnTo>
                  <a:lnTo>
                    <a:pt x="1224" y="725"/>
                  </a:lnTo>
                  <a:lnTo>
                    <a:pt x="1226" y="725"/>
                  </a:lnTo>
                  <a:lnTo>
                    <a:pt x="1227" y="725"/>
                  </a:lnTo>
                  <a:lnTo>
                    <a:pt x="1228" y="725"/>
                  </a:lnTo>
                  <a:lnTo>
                    <a:pt x="1230" y="726"/>
                  </a:lnTo>
                  <a:lnTo>
                    <a:pt x="1231" y="726"/>
                  </a:lnTo>
                  <a:lnTo>
                    <a:pt x="1232" y="726"/>
                  </a:lnTo>
                  <a:lnTo>
                    <a:pt x="1234" y="726"/>
                  </a:lnTo>
                  <a:lnTo>
                    <a:pt x="1235" y="726"/>
                  </a:lnTo>
                  <a:lnTo>
                    <a:pt x="1236" y="726"/>
                  </a:lnTo>
                  <a:lnTo>
                    <a:pt x="1238" y="726"/>
                  </a:lnTo>
                  <a:lnTo>
                    <a:pt x="1239" y="725"/>
                  </a:lnTo>
                  <a:lnTo>
                    <a:pt x="1240" y="725"/>
                  </a:lnTo>
                  <a:lnTo>
                    <a:pt x="1242" y="725"/>
                  </a:lnTo>
                  <a:lnTo>
                    <a:pt x="1243" y="725"/>
                  </a:lnTo>
                  <a:lnTo>
                    <a:pt x="1244" y="725"/>
                  </a:lnTo>
                  <a:lnTo>
                    <a:pt x="1246" y="725"/>
                  </a:lnTo>
                  <a:lnTo>
                    <a:pt x="1247" y="725"/>
                  </a:lnTo>
                  <a:lnTo>
                    <a:pt x="1249" y="725"/>
                  </a:lnTo>
                  <a:lnTo>
                    <a:pt x="1250" y="725"/>
                  </a:lnTo>
                  <a:lnTo>
                    <a:pt x="1251" y="725"/>
                  </a:lnTo>
                  <a:lnTo>
                    <a:pt x="1253" y="725"/>
                  </a:lnTo>
                  <a:lnTo>
                    <a:pt x="1254" y="725"/>
                  </a:lnTo>
                  <a:lnTo>
                    <a:pt x="1255" y="725"/>
                  </a:lnTo>
                  <a:lnTo>
                    <a:pt x="1257" y="725"/>
                  </a:lnTo>
                  <a:lnTo>
                    <a:pt x="1258" y="725"/>
                  </a:lnTo>
                  <a:lnTo>
                    <a:pt x="1259" y="725"/>
                  </a:lnTo>
                  <a:lnTo>
                    <a:pt x="1261" y="725"/>
                  </a:lnTo>
                  <a:lnTo>
                    <a:pt x="1262" y="725"/>
                  </a:lnTo>
                  <a:lnTo>
                    <a:pt x="1263" y="725"/>
                  </a:lnTo>
                  <a:lnTo>
                    <a:pt x="1265" y="725"/>
                  </a:lnTo>
                  <a:lnTo>
                    <a:pt x="1266" y="725"/>
                  </a:lnTo>
                  <a:lnTo>
                    <a:pt x="1267" y="725"/>
                  </a:lnTo>
                  <a:lnTo>
                    <a:pt x="1269" y="725"/>
                  </a:lnTo>
                  <a:lnTo>
                    <a:pt x="1270" y="725"/>
                  </a:lnTo>
                  <a:lnTo>
                    <a:pt x="1271" y="725"/>
                  </a:lnTo>
                  <a:lnTo>
                    <a:pt x="1273" y="725"/>
                  </a:lnTo>
                  <a:lnTo>
                    <a:pt x="1274" y="725"/>
                  </a:lnTo>
                  <a:lnTo>
                    <a:pt x="1275" y="725"/>
                  </a:lnTo>
                  <a:lnTo>
                    <a:pt x="1277" y="725"/>
                  </a:lnTo>
                  <a:lnTo>
                    <a:pt x="1278" y="725"/>
                  </a:lnTo>
                  <a:lnTo>
                    <a:pt x="1279" y="725"/>
                  </a:lnTo>
                  <a:lnTo>
                    <a:pt x="1281" y="725"/>
                  </a:lnTo>
                  <a:lnTo>
                    <a:pt x="1282" y="725"/>
                  </a:lnTo>
                  <a:lnTo>
                    <a:pt x="1284" y="725"/>
                  </a:lnTo>
                  <a:lnTo>
                    <a:pt x="1285" y="725"/>
                  </a:lnTo>
                  <a:lnTo>
                    <a:pt x="1286" y="725"/>
                  </a:lnTo>
                  <a:lnTo>
                    <a:pt x="1288" y="725"/>
                  </a:lnTo>
                  <a:lnTo>
                    <a:pt x="1289" y="725"/>
                  </a:lnTo>
                  <a:lnTo>
                    <a:pt x="1290" y="725"/>
                  </a:lnTo>
                  <a:lnTo>
                    <a:pt x="1292" y="725"/>
                  </a:lnTo>
                  <a:lnTo>
                    <a:pt x="1293" y="725"/>
                  </a:lnTo>
                  <a:lnTo>
                    <a:pt x="1294" y="725"/>
                  </a:lnTo>
                  <a:lnTo>
                    <a:pt x="1296" y="725"/>
                  </a:lnTo>
                  <a:lnTo>
                    <a:pt x="1297" y="725"/>
                  </a:lnTo>
                  <a:lnTo>
                    <a:pt x="1298" y="725"/>
                  </a:lnTo>
                  <a:lnTo>
                    <a:pt x="1300" y="725"/>
                  </a:lnTo>
                  <a:lnTo>
                    <a:pt x="1301" y="725"/>
                  </a:lnTo>
                  <a:lnTo>
                    <a:pt x="1302" y="725"/>
                  </a:lnTo>
                  <a:lnTo>
                    <a:pt x="1304" y="725"/>
                  </a:lnTo>
                  <a:lnTo>
                    <a:pt x="1305" y="725"/>
                  </a:lnTo>
                  <a:lnTo>
                    <a:pt x="1306" y="725"/>
                  </a:lnTo>
                  <a:lnTo>
                    <a:pt x="1308" y="725"/>
                  </a:lnTo>
                  <a:lnTo>
                    <a:pt x="1309" y="725"/>
                  </a:lnTo>
                  <a:lnTo>
                    <a:pt x="1310" y="726"/>
                  </a:lnTo>
                  <a:lnTo>
                    <a:pt x="1312" y="726"/>
                  </a:lnTo>
                  <a:lnTo>
                    <a:pt x="1313" y="726"/>
                  </a:lnTo>
                  <a:lnTo>
                    <a:pt x="1314" y="725"/>
                  </a:lnTo>
                  <a:lnTo>
                    <a:pt x="1316" y="725"/>
                  </a:lnTo>
                  <a:lnTo>
                    <a:pt x="1317" y="725"/>
                  </a:lnTo>
                  <a:lnTo>
                    <a:pt x="1319" y="725"/>
                  </a:lnTo>
                  <a:lnTo>
                    <a:pt x="1320" y="725"/>
                  </a:lnTo>
                  <a:lnTo>
                    <a:pt x="1321" y="725"/>
                  </a:lnTo>
                  <a:lnTo>
                    <a:pt x="1323" y="725"/>
                  </a:lnTo>
                  <a:lnTo>
                    <a:pt x="1324" y="725"/>
                  </a:lnTo>
                  <a:lnTo>
                    <a:pt x="1325" y="725"/>
                  </a:lnTo>
                  <a:lnTo>
                    <a:pt x="1327" y="725"/>
                  </a:lnTo>
                  <a:lnTo>
                    <a:pt x="1328" y="725"/>
                  </a:lnTo>
                  <a:lnTo>
                    <a:pt x="1329" y="725"/>
                  </a:lnTo>
                  <a:lnTo>
                    <a:pt x="1331" y="725"/>
                  </a:lnTo>
                  <a:lnTo>
                    <a:pt x="1332" y="725"/>
                  </a:lnTo>
                  <a:lnTo>
                    <a:pt x="1333" y="725"/>
                  </a:lnTo>
                  <a:lnTo>
                    <a:pt x="1335" y="725"/>
                  </a:lnTo>
                  <a:lnTo>
                    <a:pt x="1336" y="725"/>
                  </a:lnTo>
                  <a:lnTo>
                    <a:pt x="1337" y="725"/>
                  </a:lnTo>
                  <a:lnTo>
                    <a:pt x="1339" y="725"/>
                  </a:lnTo>
                  <a:lnTo>
                    <a:pt x="1340" y="725"/>
                  </a:lnTo>
                  <a:lnTo>
                    <a:pt x="1341" y="725"/>
                  </a:lnTo>
                  <a:lnTo>
                    <a:pt x="1343" y="725"/>
                  </a:lnTo>
                  <a:lnTo>
                    <a:pt x="1344" y="725"/>
                  </a:lnTo>
                  <a:lnTo>
                    <a:pt x="1345" y="725"/>
                  </a:lnTo>
                  <a:lnTo>
                    <a:pt x="1347" y="725"/>
                  </a:lnTo>
                  <a:lnTo>
                    <a:pt x="1348" y="725"/>
                  </a:lnTo>
                  <a:lnTo>
                    <a:pt x="1349" y="725"/>
                  </a:lnTo>
                  <a:lnTo>
                    <a:pt x="1351" y="725"/>
                  </a:lnTo>
                  <a:lnTo>
                    <a:pt x="1352" y="726"/>
                  </a:lnTo>
                  <a:lnTo>
                    <a:pt x="1353" y="726"/>
                  </a:lnTo>
                  <a:lnTo>
                    <a:pt x="1355" y="726"/>
                  </a:lnTo>
                  <a:lnTo>
                    <a:pt x="1356" y="726"/>
                  </a:lnTo>
                  <a:lnTo>
                    <a:pt x="1358" y="726"/>
                  </a:lnTo>
                  <a:lnTo>
                    <a:pt x="1359" y="726"/>
                  </a:lnTo>
                  <a:lnTo>
                    <a:pt x="1360" y="726"/>
                  </a:lnTo>
                  <a:lnTo>
                    <a:pt x="1362" y="726"/>
                  </a:lnTo>
                  <a:lnTo>
                    <a:pt x="1363" y="726"/>
                  </a:lnTo>
                  <a:lnTo>
                    <a:pt x="1364" y="726"/>
                  </a:lnTo>
                  <a:lnTo>
                    <a:pt x="1366" y="726"/>
                  </a:lnTo>
                  <a:lnTo>
                    <a:pt x="1367" y="725"/>
                  </a:lnTo>
                  <a:lnTo>
                    <a:pt x="1368" y="725"/>
                  </a:lnTo>
                  <a:lnTo>
                    <a:pt x="1370" y="725"/>
                  </a:lnTo>
                  <a:lnTo>
                    <a:pt x="1371" y="725"/>
                  </a:lnTo>
                  <a:lnTo>
                    <a:pt x="1372" y="726"/>
                  </a:lnTo>
                  <a:lnTo>
                    <a:pt x="1374" y="726"/>
                  </a:lnTo>
                  <a:lnTo>
                    <a:pt x="1375" y="726"/>
                  </a:lnTo>
                  <a:lnTo>
                    <a:pt x="1376" y="726"/>
                  </a:lnTo>
                  <a:lnTo>
                    <a:pt x="1378" y="726"/>
                  </a:lnTo>
                  <a:lnTo>
                    <a:pt x="1379" y="726"/>
                  </a:lnTo>
                  <a:lnTo>
                    <a:pt x="1380" y="726"/>
                  </a:lnTo>
                  <a:lnTo>
                    <a:pt x="1382" y="726"/>
                  </a:lnTo>
                  <a:lnTo>
                    <a:pt x="1383" y="726"/>
                  </a:lnTo>
                  <a:lnTo>
                    <a:pt x="1384" y="725"/>
                  </a:lnTo>
                  <a:lnTo>
                    <a:pt x="1386" y="725"/>
                  </a:lnTo>
                  <a:lnTo>
                    <a:pt x="1387" y="726"/>
                  </a:lnTo>
                  <a:lnTo>
                    <a:pt x="1388" y="725"/>
                  </a:lnTo>
                  <a:lnTo>
                    <a:pt x="1390" y="726"/>
                  </a:lnTo>
                  <a:lnTo>
                    <a:pt x="1391" y="726"/>
                  </a:lnTo>
                  <a:lnTo>
                    <a:pt x="1393" y="726"/>
                  </a:lnTo>
                  <a:lnTo>
                    <a:pt x="1394" y="726"/>
                  </a:lnTo>
                  <a:lnTo>
                    <a:pt x="1395" y="726"/>
                  </a:lnTo>
                  <a:lnTo>
                    <a:pt x="1397" y="726"/>
                  </a:lnTo>
                  <a:lnTo>
                    <a:pt x="1398" y="726"/>
                  </a:lnTo>
                  <a:lnTo>
                    <a:pt x="1399" y="726"/>
                  </a:lnTo>
                  <a:lnTo>
                    <a:pt x="1401" y="726"/>
                  </a:lnTo>
                  <a:lnTo>
                    <a:pt x="1402" y="726"/>
                  </a:lnTo>
                  <a:lnTo>
                    <a:pt x="1403" y="726"/>
                  </a:lnTo>
                  <a:lnTo>
                    <a:pt x="1405" y="726"/>
                  </a:lnTo>
                  <a:lnTo>
                    <a:pt x="1406" y="726"/>
                  </a:lnTo>
                  <a:lnTo>
                    <a:pt x="1407" y="726"/>
                  </a:lnTo>
                  <a:lnTo>
                    <a:pt x="1409" y="726"/>
                  </a:lnTo>
                  <a:lnTo>
                    <a:pt x="1410" y="726"/>
                  </a:lnTo>
                  <a:lnTo>
                    <a:pt x="1411" y="726"/>
                  </a:lnTo>
                  <a:lnTo>
                    <a:pt x="1413" y="726"/>
                  </a:lnTo>
                  <a:lnTo>
                    <a:pt x="1414" y="725"/>
                  </a:lnTo>
                  <a:lnTo>
                    <a:pt x="1415" y="725"/>
                  </a:lnTo>
                  <a:lnTo>
                    <a:pt x="1417" y="725"/>
                  </a:lnTo>
                  <a:lnTo>
                    <a:pt x="1418" y="725"/>
                  </a:lnTo>
                  <a:lnTo>
                    <a:pt x="1419" y="725"/>
                  </a:lnTo>
                  <a:lnTo>
                    <a:pt x="1421" y="725"/>
                  </a:lnTo>
                  <a:lnTo>
                    <a:pt x="1422" y="725"/>
                  </a:lnTo>
                </a:path>
              </a:pathLst>
            </a:custGeom>
            <a:noFill/>
            <a:ln cap="flat" cmpd="sng" w="25400">
              <a:solidFill>
                <a:srgbClr val="32CD3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 flipH="1" rot="10800000">
              <a:off x="1187451" y="1725613"/>
              <a:ext cx="3756025" cy="1377950"/>
            </a:xfrm>
            <a:custGeom>
              <a:rect b="b" l="l" r="r" t="t"/>
              <a:pathLst>
                <a:path extrusionOk="0" h="625" w="1422">
                  <a:moveTo>
                    <a:pt x="0" y="2"/>
                  </a:moveTo>
                  <a:lnTo>
                    <a:pt x="1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2"/>
                  </a:lnTo>
                  <a:lnTo>
                    <a:pt x="27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90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4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8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1"/>
                  </a:lnTo>
                  <a:lnTo>
                    <a:pt x="114" y="1"/>
                  </a:lnTo>
                  <a:lnTo>
                    <a:pt x="115" y="2"/>
                  </a:lnTo>
                  <a:lnTo>
                    <a:pt x="117" y="96"/>
                  </a:lnTo>
                  <a:lnTo>
                    <a:pt x="118" y="130"/>
                  </a:lnTo>
                  <a:lnTo>
                    <a:pt x="119" y="153"/>
                  </a:lnTo>
                  <a:lnTo>
                    <a:pt x="121" y="172"/>
                  </a:lnTo>
                  <a:lnTo>
                    <a:pt x="122" y="188"/>
                  </a:lnTo>
                  <a:lnTo>
                    <a:pt x="123" y="202"/>
                  </a:lnTo>
                  <a:lnTo>
                    <a:pt x="125" y="214"/>
                  </a:lnTo>
                  <a:lnTo>
                    <a:pt x="126" y="226"/>
                  </a:lnTo>
                  <a:lnTo>
                    <a:pt x="127" y="236"/>
                  </a:lnTo>
                  <a:lnTo>
                    <a:pt x="129" y="246"/>
                  </a:lnTo>
                  <a:lnTo>
                    <a:pt x="130" y="255"/>
                  </a:lnTo>
                  <a:lnTo>
                    <a:pt x="132" y="264"/>
                  </a:lnTo>
                  <a:lnTo>
                    <a:pt x="133" y="272"/>
                  </a:lnTo>
                  <a:lnTo>
                    <a:pt x="134" y="279"/>
                  </a:lnTo>
                  <a:lnTo>
                    <a:pt x="136" y="286"/>
                  </a:lnTo>
                  <a:lnTo>
                    <a:pt x="137" y="293"/>
                  </a:lnTo>
                  <a:lnTo>
                    <a:pt x="138" y="299"/>
                  </a:lnTo>
                  <a:lnTo>
                    <a:pt x="140" y="305"/>
                  </a:lnTo>
                  <a:lnTo>
                    <a:pt x="141" y="310"/>
                  </a:lnTo>
                  <a:lnTo>
                    <a:pt x="142" y="316"/>
                  </a:lnTo>
                  <a:lnTo>
                    <a:pt x="144" y="321"/>
                  </a:lnTo>
                  <a:lnTo>
                    <a:pt x="145" y="325"/>
                  </a:lnTo>
                  <a:lnTo>
                    <a:pt x="146" y="330"/>
                  </a:lnTo>
                  <a:lnTo>
                    <a:pt x="148" y="334"/>
                  </a:lnTo>
                  <a:lnTo>
                    <a:pt x="149" y="338"/>
                  </a:lnTo>
                  <a:lnTo>
                    <a:pt x="150" y="342"/>
                  </a:lnTo>
                  <a:lnTo>
                    <a:pt x="152" y="346"/>
                  </a:lnTo>
                  <a:lnTo>
                    <a:pt x="153" y="350"/>
                  </a:lnTo>
                  <a:lnTo>
                    <a:pt x="154" y="354"/>
                  </a:lnTo>
                  <a:lnTo>
                    <a:pt x="156" y="358"/>
                  </a:lnTo>
                  <a:lnTo>
                    <a:pt x="157" y="361"/>
                  </a:lnTo>
                  <a:lnTo>
                    <a:pt x="158" y="364"/>
                  </a:lnTo>
                  <a:lnTo>
                    <a:pt x="160" y="367"/>
                  </a:lnTo>
                  <a:lnTo>
                    <a:pt x="161" y="371"/>
                  </a:lnTo>
                  <a:lnTo>
                    <a:pt x="162" y="374"/>
                  </a:lnTo>
                  <a:lnTo>
                    <a:pt x="164" y="378"/>
                  </a:lnTo>
                  <a:lnTo>
                    <a:pt x="165" y="381"/>
                  </a:lnTo>
                  <a:lnTo>
                    <a:pt x="167" y="384"/>
                  </a:lnTo>
                  <a:lnTo>
                    <a:pt x="168" y="387"/>
                  </a:lnTo>
                  <a:lnTo>
                    <a:pt x="169" y="390"/>
                  </a:lnTo>
                  <a:lnTo>
                    <a:pt x="171" y="393"/>
                  </a:lnTo>
                  <a:lnTo>
                    <a:pt x="172" y="395"/>
                  </a:lnTo>
                  <a:lnTo>
                    <a:pt x="173" y="398"/>
                  </a:lnTo>
                  <a:lnTo>
                    <a:pt x="175" y="401"/>
                  </a:lnTo>
                  <a:lnTo>
                    <a:pt x="176" y="404"/>
                  </a:lnTo>
                  <a:lnTo>
                    <a:pt x="177" y="407"/>
                  </a:lnTo>
                  <a:lnTo>
                    <a:pt x="179" y="410"/>
                  </a:lnTo>
                  <a:lnTo>
                    <a:pt x="180" y="412"/>
                  </a:lnTo>
                  <a:lnTo>
                    <a:pt x="181" y="415"/>
                  </a:lnTo>
                  <a:lnTo>
                    <a:pt x="183" y="418"/>
                  </a:lnTo>
                  <a:lnTo>
                    <a:pt x="184" y="420"/>
                  </a:lnTo>
                  <a:lnTo>
                    <a:pt x="185" y="423"/>
                  </a:lnTo>
                  <a:lnTo>
                    <a:pt x="187" y="425"/>
                  </a:lnTo>
                  <a:lnTo>
                    <a:pt x="188" y="428"/>
                  </a:lnTo>
                  <a:lnTo>
                    <a:pt x="189" y="430"/>
                  </a:lnTo>
                  <a:lnTo>
                    <a:pt x="191" y="432"/>
                  </a:lnTo>
                  <a:lnTo>
                    <a:pt x="192" y="435"/>
                  </a:lnTo>
                  <a:lnTo>
                    <a:pt x="193" y="437"/>
                  </a:lnTo>
                  <a:lnTo>
                    <a:pt x="195" y="440"/>
                  </a:lnTo>
                  <a:lnTo>
                    <a:pt x="196" y="442"/>
                  </a:lnTo>
                  <a:lnTo>
                    <a:pt x="197" y="445"/>
                  </a:lnTo>
                  <a:lnTo>
                    <a:pt x="199" y="447"/>
                  </a:lnTo>
                  <a:lnTo>
                    <a:pt x="200" y="449"/>
                  </a:lnTo>
                  <a:lnTo>
                    <a:pt x="202" y="452"/>
                  </a:lnTo>
                  <a:lnTo>
                    <a:pt x="203" y="454"/>
                  </a:lnTo>
                  <a:lnTo>
                    <a:pt x="204" y="456"/>
                  </a:lnTo>
                  <a:lnTo>
                    <a:pt x="206" y="459"/>
                  </a:lnTo>
                  <a:lnTo>
                    <a:pt x="207" y="461"/>
                  </a:lnTo>
                  <a:lnTo>
                    <a:pt x="208" y="464"/>
                  </a:lnTo>
                  <a:lnTo>
                    <a:pt x="210" y="466"/>
                  </a:lnTo>
                  <a:lnTo>
                    <a:pt x="211" y="468"/>
                  </a:lnTo>
                  <a:lnTo>
                    <a:pt x="212" y="470"/>
                  </a:lnTo>
                  <a:lnTo>
                    <a:pt x="214" y="472"/>
                  </a:lnTo>
                  <a:lnTo>
                    <a:pt x="215" y="475"/>
                  </a:lnTo>
                  <a:lnTo>
                    <a:pt x="216" y="477"/>
                  </a:lnTo>
                  <a:lnTo>
                    <a:pt x="218" y="479"/>
                  </a:lnTo>
                  <a:lnTo>
                    <a:pt x="219" y="481"/>
                  </a:lnTo>
                  <a:lnTo>
                    <a:pt x="220" y="483"/>
                  </a:lnTo>
                  <a:lnTo>
                    <a:pt x="222" y="485"/>
                  </a:lnTo>
                  <a:lnTo>
                    <a:pt x="223" y="487"/>
                  </a:lnTo>
                  <a:lnTo>
                    <a:pt x="224" y="489"/>
                  </a:lnTo>
                  <a:lnTo>
                    <a:pt x="226" y="491"/>
                  </a:lnTo>
                  <a:lnTo>
                    <a:pt x="227" y="494"/>
                  </a:lnTo>
                  <a:lnTo>
                    <a:pt x="228" y="496"/>
                  </a:lnTo>
                  <a:lnTo>
                    <a:pt x="230" y="498"/>
                  </a:lnTo>
                  <a:lnTo>
                    <a:pt x="231" y="500"/>
                  </a:lnTo>
                  <a:lnTo>
                    <a:pt x="232" y="502"/>
                  </a:lnTo>
                  <a:lnTo>
                    <a:pt x="234" y="504"/>
                  </a:lnTo>
                  <a:lnTo>
                    <a:pt x="235" y="506"/>
                  </a:lnTo>
                  <a:lnTo>
                    <a:pt x="236" y="508"/>
                  </a:lnTo>
                  <a:lnTo>
                    <a:pt x="238" y="510"/>
                  </a:lnTo>
                  <a:lnTo>
                    <a:pt x="239" y="512"/>
                  </a:lnTo>
                  <a:lnTo>
                    <a:pt x="241" y="515"/>
                  </a:lnTo>
                  <a:lnTo>
                    <a:pt x="242" y="517"/>
                  </a:lnTo>
                  <a:lnTo>
                    <a:pt x="243" y="519"/>
                  </a:lnTo>
                  <a:lnTo>
                    <a:pt x="245" y="521"/>
                  </a:lnTo>
                  <a:lnTo>
                    <a:pt x="246" y="523"/>
                  </a:lnTo>
                  <a:lnTo>
                    <a:pt x="247" y="525"/>
                  </a:lnTo>
                  <a:lnTo>
                    <a:pt x="249" y="527"/>
                  </a:lnTo>
                  <a:lnTo>
                    <a:pt x="250" y="529"/>
                  </a:lnTo>
                  <a:lnTo>
                    <a:pt x="251" y="531"/>
                  </a:lnTo>
                  <a:lnTo>
                    <a:pt x="253" y="533"/>
                  </a:lnTo>
                  <a:lnTo>
                    <a:pt x="254" y="535"/>
                  </a:lnTo>
                  <a:lnTo>
                    <a:pt x="255" y="538"/>
                  </a:lnTo>
                  <a:lnTo>
                    <a:pt x="257" y="540"/>
                  </a:lnTo>
                  <a:lnTo>
                    <a:pt x="258" y="542"/>
                  </a:lnTo>
                  <a:lnTo>
                    <a:pt x="259" y="544"/>
                  </a:lnTo>
                  <a:lnTo>
                    <a:pt x="261" y="546"/>
                  </a:lnTo>
                  <a:lnTo>
                    <a:pt x="262" y="548"/>
                  </a:lnTo>
                  <a:lnTo>
                    <a:pt x="263" y="550"/>
                  </a:lnTo>
                  <a:lnTo>
                    <a:pt x="265" y="552"/>
                  </a:lnTo>
                  <a:lnTo>
                    <a:pt x="266" y="554"/>
                  </a:lnTo>
                  <a:lnTo>
                    <a:pt x="267" y="556"/>
                  </a:lnTo>
                  <a:lnTo>
                    <a:pt x="269" y="558"/>
                  </a:lnTo>
                  <a:lnTo>
                    <a:pt x="270" y="559"/>
                  </a:lnTo>
                  <a:lnTo>
                    <a:pt x="271" y="561"/>
                  </a:lnTo>
                  <a:lnTo>
                    <a:pt x="273" y="563"/>
                  </a:lnTo>
                  <a:lnTo>
                    <a:pt x="274" y="565"/>
                  </a:lnTo>
                  <a:lnTo>
                    <a:pt x="276" y="567"/>
                  </a:lnTo>
                  <a:lnTo>
                    <a:pt x="277" y="568"/>
                  </a:lnTo>
                  <a:lnTo>
                    <a:pt x="278" y="570"/>
                  </a:lnTo>
                  <a:lnTo>
                    <a:pt x="280" y="571"/>
                  </a:lnTo>
                  <a:lnTo>
                    <a:pt x="281" y="573"/>
                  </a:lnTo>
                  <a:lnTo>
                    <a:pt x="282" y="574"/>
                  </a:lnTo>
                  <a:lnTo>
                    <a:pt x="284" y="576"/>
                  </a:lnTo>
                  <a:lnTo>
                    <a:pt x="285" y="577"/>
                  </a:lnTo>
                  <a:lnTo>
                    <a:pt x="286" y="579"/>
                  </a:lnTo>
                  <a:lnTo>
                    <a:pt x="288" y="580"/>
                  </a:lnTo>
                  <a:lnTo>
                    <a:pt x="289" y="582"/>
                  </a:lnTo>
                  <a:lnTo>
                    <a:pt x="290" y="583"/>
                  </a:lnTo>
                  <a:lnTo>
                    <a:pt x="292" y="584"/>
                  </a:lnTo>
                  <a:lnTo>
                    <a:pt x="293" y="585"/>
                  </a:lnTo>
                  <a:lnTo>
                    <a:pt x="294" y="587"/>
                  </a:lnTo>
                  <a:lnTo>
                    <a:pt x="296" y="588"/>
                  </a:lnTo>
                  <a:lnTo>
                    <a:pt x="297" y="589"/>
                  </a:lnTo>
                  <a:lnTo>
                    <a:pt x="298" y="590"/>
                  </a:lnTo>
                  <a:lnTo>
                    <a:pt x="300" y="591"/>
                  </a:lnTo>
                  <a:lnTo>
                    <a:pt x="301" y="592"/>
                  </a:lnTo>
                  <a:lnTo>
                    <a:pt x="302" y="593"/>
                  </a:lnTo>
                  <a:lnTo>
                    <a:pt x="304" y="594"/>
                  </a:lnTo>
                  <a:lnTo>
                    <a:pt x="305" y="595"/>
                  </a:lnTo>
                  <a:lnTo>
                    <a:pt x="306" y="596"/>
                  </a:lnTo>
                  <a:lnTo>
                    <a:pt x="308" y="597"/>
                  </a:lnTo>
                  <a:lnTo>
                    <a:pt x="309" y="598"/>
                  </a:lnTo>
                  <a:lnTo>
                    <a:pt x="311" y="599"/>
                  </a:lnTo>
                  <a:lnTo>
                    <a:pt x="312" y="600"/>
                  </a:lnTo>
                  <a:lnTo>
                    <a:pt x="313" y="601"/>
                  </a:lnTo>
                  <a:lnTo>
                    <a:pt x="315" y="601"/>
                  </a:lnTo>
                  <a:lnTo>
                    <a:pt x="316" y="602"/>
                  </a:lnTo>
                  <a:lnTo>
                    <a:pt x="317" y="603"/>
                  </a:lnTo>
                  <a:lnTo>
                    <a:pt x="319" y="604"/>
                  </a:lnTo>
                  <a:lnTo>
                    <a:pt x="320" y="604"/>
                  </a:lnTo>
                  <a:lnTo>
                    <a:pt x="321" y="605"/>
                  </a:lnTo>
                  <a:lnTo>
                    <a:pt x="323" y="606"/>
                  </a:lnTo>
                  <a:lnTo>
                    <a:pt x="324" y="606"/>
                  </a:lnTo>
                  <a:lnTo>
                    <a:pt x="325" y="607"/>
                  </a:lnTo>
                  <a:lnTo>
                    <a:pt x="327" y="607"/>
                  </a:lnTo>
                  <a:lnTo>
                    <a:pt x="328" y="608"/>
                  </a:lnTo>
                  <a:lnTo>
                    <a:pt x="329" y="608"/>
                  </a:lnTo>
                  <a:lnTo>
                    <a:pt x="331" y="609"/>
                  </a:lnTo>
                  <a:lnTo>
                    <a:pt x="332" y="610"/>
                  </a:lnTo>
                  <a:lnTo>
                    <a:pt x="333" y="610"/>
                  </a:lnTo>
                  <a:lnTo>
                    <a:pt x="335" y="611"/>
                  </a:lnTo>
                  <a:lnTo>
                    <a:pt x="336" y="611"/>
                  </a:lnTo>
                  <a:lnTo>
                    <a:pt x="337" y="612"/>
                  </a:lnTo>
                  <a:lnTo>
                    <a:pt x="339" y="612"/>
                  </a:lnTo>
                  <a:lnTo>
                    <a:pt x="340" y="613"/>
                  </a:lnTo>
                  <a:lnTo>
                    <a:pt x="341" y="613"/>
                  </a:lnTo>
                  <a:lnTo>
                    <a:pt x="343" y="614"/>
                  </a:lnTo>
                  <a:lnTo>
                    <a:pt x="344" y="614"/>
                  </a:lnTo>
                  <a:lnTo>
                    <a:pt x="346" y="614"/>
                  </a:lnTo>
                  <a:lnTo>
                    <a:pt x="347" y="615"/>
                  </a:lnTo>
                  <a:lnTo>
                    <a:pt x="348" y="615"/>
                  </a:lnTo>
                  <a:lnTo>
                    <a:pt x="350" y="616"/>
                  </a:lnTo>
                  <a:lnTo>
                    <a:pt x="351" y="616"/>
                  </a:lnTo>
                  <a:lnTo>
                    <a:pt x="352" y="617"/>
                  </a:lnTo>
                  <a:lnTo>
                    <a:pt x="354" y="617"/>
                  </a:lnTo>
                  <a:lnTo>
                    <a:pt x="355" y="617"/>
                  </a:lnTo>
                  <a:lnTo>
                    <a:pt x="356" y="617"/>
                  </a:lnTo>
                  <a:lnTo>
                    <a:pt x="358" y="617"/>
                  </a:lnTo>
                  <a:lnTo>
                    <a:pt x="359" y="618"/>
                  </a:lnTo>
                  <a:lnTo>
                    <a:pt x="360" y="618"/>
                  </a:lnTo>
                  <a:lnTo>
                    <a:pt x="362" y="618"/>
                  </a:lnTo>
                  <a:lnTo>
                    <a:pt x="363" y="618"/>
                  </a:lnTo>
                  <a:lnTo>
                    <a:pt x="364" y="619"/>
                  </a:lnTo>
                  <a:lnTo>
                    <a:pt x="366" y="619"/>
                  </a:lnTo>
                  <a:lnTo>
                    <a:pt x="367" y="619"/>
                  </a:lnTo>
                  <a:lnTo>
                    <a:pt x="368" y="620"/>
                  </a:lnTo>
                  <a:lnTo>
                    <a:pt x="370" y="620"/>
                  </a:lnTo>
                  <a:lnTo>
                    <a:pt x="371" y="620"/>
                  </a:lnTo>
                  <a:lnTo>
                    <a:pt x="372" y="620"/>
                  </a:lnTo>
                  <a:lnTo>
                    <a:pt x="374" y="621"/>
                  </a:lnTo>
                  <a:lnTo>
                    <a:pt x="375" y="621"/>
                  </a:lnTo>
                  <a:lnTo>
                    <a:pt x="376" y="621"/>
                  </a:lnTo>
                  <a:lnTo>
                    <a:pt x="378" y="621"/>
                  </a:lnTo>
                  <a:lnTo>
                    <a:pt x="379" y="621"/>
                  </a:lnTo>
                  <a:lnTo>
                    <a:pt x="380" y="622"/>
                  </a:lnTo>
                  <a:lnTo>
                    <a:pt x="382" y="622"/>
                  </a:lnTo>
                  <a:lnTo>
                    <a:pt x="383" y="622"/>
                  </a:lnTo>
                  <a:lnTo>
                    <a:pt x="385" y="622"/>
                  </a:lnTo>
                  <a:lnTo>
                    <a:pt x="386" y="622"/>
                  </a:lnTo>
                  <a:lnTo>
                    <a:pt x="387" y="622"/>
                  </a:lnTo>
                  <a:lnTo>
                    <a:pt x="389" y="622"/>
                  </a:lnTo>
                  <a:lnTo>
                    <a:pt x="390" y="622"/>
                  </a:lnTo>
                  <a:lnTo>
                    <a:pt x="391" y="622"/>
                  </a:lnTo>
                  <a:lnTo>
                    <a:pt x="393" y="622"/>
                  </a:lnTo>
                  <a:lnTo>
                    <a:pt x="394" y="623"/>
                  </a:lnTo>
                  <a:lnTo>
                    <a:pt x="395" y="623"/>
                  </a:lnTo>
                  <a:lnTo>
                    <a:pt x="397" y="623"/>
                  </a:lnTo>
                  <a:lnTo>
                    <a:pt x="398" y="623"/>
                  </a:lnTo>
                  <a:lnTo>
                    <a:pt x="399" y="623"/>
                  </a:lnTo>
                  <a:lnTo>
                    <a:pt x="401" y="623"/>
                  </a:lnTo>
                  <a:lnTo>
                    <a:pt x="402" y="623"/>
                  </a:lnTo>
                  <a:lnTo>
                    <a:pt x="403" y="623"/>
                  </a:lnTo>
                  <a:lnTo>
                    <a:pt x="405" y="624"/>
                  </a:lnTo>
                  <a:lnTo>
                    <a:pt x="406" y="624"/>
                  </a:lnTo>
                  <a:lnTo>
                    <a:pt x="407" y="624"/>
                  </a:lnTo>
                  <a:lnTo>
                    <a:pt x="409" y="624"/>
                  </a:lnTo>
                  <a:lnTo>
                    <a:pt x="410" y="624"/>
                  </a:lnTo>
                  <a:lnTo>
                    <a:pt x="411" y="624"/>
                  </a:lnTo>
                  <a:lnTo>
                    <a:pt x="413" y="624"/>
                  </a:lnTo>
                  <a:lnTo>
                    <a:pt x="414" y="624"/>
                  </a:lnTo>
                  <a:lnTo>
                    <a:pt x="415" y="625"/>
                  </a:lnTo>
                  <a:lnTo>
                    <a:pt x="417" y="625"/>
                  </a:lnTo>
                  <a:lnTo>
                    <a:pt x="418" y="625"/>
                  </a:lnTo>
                  <a:lnTo>
                    <a:pt x="420" y="566"/>
                  </a:lnTo>
                  <a:lnTo>
                    <a:pt x="421" y="565"/>
                  </a:lnTo>
                  <a:lnTo>
                    <a:pt x="422" y="564"/>
                  </a:lnTo>
                  <a:lnTo>
                    <a:pt x="424" y="563"/>
                  </a:lnTo>
                  <a:lnTo>
                    <a:pt x="425" y="562"/>
                  </a:lnTo>
                  <a:lnTo>
                    <a:pt x="426" y="561"/>
                  </a:lnTo>
                  <a:lnTo>
                    <a:pt x="428" y="560"/>
                  </a:lnTo>
                  <a:lnTo>
                    <a:pt x="429" y="560"/>
                  </a:lnTo>
                  <a:lnTo>
                    <a:pt x="430" y="559"/>
                  </a:lnTo>
                  <a:lnTo>
                    <a:pt x="432" y="558"/>
                  </a:lnTo>
                  <a:lnTo>
                    <a:pt x="433" y="558"/>
                  </a:lnTo>
                  <a:lnTo>
                    <a:pt x="434" y="557"/>
                  </a:lnTo>
                  <a:lnTo>
                    <a:pt x="436" y="556"/>
                  </a:lnTo>
                  <a:lnTo>
                    <a:pt x="437" y="556"/>
                  </a:lnTo>
                  <a:lnTo>
                    <a:pt x="438" y="555"/>
                  </a:lnTo>
                  <a:lnTo>
                    <a:pt x="440" y="555"/>
                  </a:lnTo>
                  <a:lnTo>
                    <a:pt x="441" y="554"/>
                  </a:lnTo>
                  <a:lnTo>
                    <a:pt x="442" y="553"/>
                  </a:lnTo>
                  <a:lnTo>
                    <a:pt x="444" y="553"/>
                  </a:lnTo>
                  <a:lnTo>
                    <a:pt x="445" y="552"/>
                  </a:lnTo>
                  <a:lnTo>
                    <a:pt x="446" y="552"/>
                  </a:lnTo>
                  <a:lnTo>
                    <a:pt x="448" y="551"/>
                  </a:lnTo>
                  <a:lnTo>
                    <a:pt x="449" y="551"/>
                  </a:lnTo>
                  <a:lnTo>
                    <a:pt x="450" y="550"/>
                  </a:lnTo>
                  <a:lnTo>
                    <a:pt x="452" y="550"/>
                  </a:lnTo>
                  <a:lnTo>
                    <a:pt x="453" y="550"/>
                  </a:lnTo>
                  <a:lnTo>
                    <a:pt x="455" y="549"/>
                  </a:lnTo>
                  <a:lnTo>
                    <a:pt x="456" y="549"/>
                  </a:lnTo>
                  <a:lnTo>
                    <a:pt x="457" y="548"/>
                  </a:lnTo>
                  <a:lnTo>
                    <a:pt x="459" y="548"/>
                  </a:lnTo>
                  <a:lnTo>
                    <a:pt x="460" y="548"/>
                  </a:lnTo>
                  <a:lnTo>
                    <a:pt x="461" y="547"/>
                  </a:lnTo>
                  <a:lnTo>
                    <a:pt x="463" y="547"/>
                  </a:lnTo>
                  <a:lnTo>
                    <a:pt x="464" y="546"/>
                  </a:lnTo>
                  <a:lnTo>
                    <a:pt x="465" y="546"/>
                  </a:lnTo>
                  <a:lnTo>
                    <a:pt x="467" y="546"/>
                  </a:lnTo>
                  <a:lnTo>
                    <a:pt x="468" y="545"/>
                  </a:lnTo>
                  <a:lnTo>
                    <a:pt x="469" y="545"/>
                  </a:lnTo>
                  <a:lnTo>
                    <a:pt x="471" y="545"/>
                  </a:lnTo>
                  <a:lnTo>
                    <a:pt x="472" y="544"/>
                  </a:lnTo>
                  <a:lnTo>
                    <a:pt x="473" y="544"/>
                  </a:lnTo>
                  <a:lnTo>
                    <a:pt x="475" y="544"/>
                  </a:lnTo>
                  <a:lnTo>
                    <a:pt x="476" y="543"/>
                  </a:lnTo>
                  <a:lnTo>
                    <a:pt x="477" y="543"/>
                  </a:lnTo>
                  <a:lnTo>
                    <a:pt x="479" y="542"/>
                  </a:lnTo>
                  <a:lnTo>
                    <a:pt x="480" y="542"/>
                  </a:lnTo>
                  <a:lnTo>
                    <a:pt x="481" y="542"/>
                  </a:lnTo>
                  <a:lnTo>
                    <a:pt x="483" y="542"/>
                  </a:lnTo>
                  <a:lnTo>
                    <a:pt x="484" y="541"/>
                  </a:lnTo>
                  <a:lnTo>
                    <a:pt x="485" y="541"/>
                  </a:lnTo>
                  <a:lnTo>
                    <a:pt x="487" y="541"/>
                  </a:lnTo>
                  <a:lnTo>
                    <a:pt x="488" y="540"/>
                  </a:lnTo>
                  <a:lnTo>
                    <a:pt x="490" y="540"/>
                  </a:lnTo>
                  <a:lnTo>
                    <a:pt x="491" y="540"/>
                  </a:lnTo>
                  <a:lnTo>
                    <a:pt x="492" y="539"/>
                  </a:lnTo>
                  <a:lnTo>
                    <a:pt x="494" y="539"/>
                  </a:lnTo>
                  <a:lnTo>
                    <a:pt x="495" y="539"/>
                  </a:lnTo>
                  <a:lnTo>
                    <a:pt x="496" y="539"/>
                  </a:lnTo>
                  <a:lnTo>
                    <a:pt x="498" y="538"/>
                  </a:lnTo>
                  <a:lnTo>
                    <a:pt x="499" y="538"/>
                  </a:lnTo>
                  <a:lnTo>
                    <a:pt x="500" y="538"/>
                  </a:lnTo>
                  <a:lnTo>
                    <a:pt x="502" y="538"/>
                  </a:lnTo>
                  <a:lnTo>
                    <a:pt x="503" y="537"/>
                  </a:lnTo>
                  <a:lnTo>
                    <a:pt x="504" y="537"/>
                  </a:lnTo>
                  <a:lnTo>
                    <a:pt x="506" y="537"/>
                  </a:lnTo>
                  <a:lnTo>
                    <a:pt x="507" y="536"/>
                  </a:lnTo>
                  <a:lnTo>
                    <a:pt x="508" y="536"/>
                  </a:lnTo>
                  <a:lnTo>
                    <a:pt x="510" y="536"/>
                  </a:lnTo>
                  <a:lnTo>
                    <a:pt x="511" y="536"/>
                  </a:lnTo>
                  <a:lnTo>
                    <a:pt x="512" y="535"/>
                  </a:lnTo>
                  <a:lnTo>
                    <a:pt x="514" y="535"/>
                  </a:lnTo>
                  <a:lnTo>
                    <a:pt x="515" y="535"/>
                  </a:lnTo>
                  <a:lnTo>
                    <a:pt x="516" y="535"/>
                  </a:lnTo>
                  <a:lnTo>
                    <a:pt x="518" y="535"/>
                  </a:lnTo>
                  <a:lnTo>
                    <a:pt x="519" y="535"/>
                  </a:lnTo>
                  <a:lnTo>
                    <a:pt x="520" y="534"/>
                  </a:lnTo>
                  <a:lnTo>
                    <a:pt x="522" y="534"/>
                  </a:lnTo>
                  <a:lnTo>
                    <a:pt x="523" y="534"/>
                  </a:lnTo>
                  <a:lnTo>
                    <a:pt x="524" y="534"/>
                  </a:lnTo>
                  <a:lnTo>
                    <a:pt x="526" y="533"/>
                  </a:lnTo>
                  <a:lnTo>
                    <a:pt x="527" y="533"/>
                  </a:lnTo>
                  <a:lnTo>
                    <a:pt x="529" y="533"/>
                  </a:lnTo>
                  <a:lnTo>
                    <a:pt x="530" y="533"/>
                  </a:lnTo>
                  <a:lnTo>
                    <a:pt x="531" y="533"/>
                  </a:lnTo>
                  <a:lnTo>
                    <a:pt x="533" y="532"/>
                  </a:lnTo>
                  <a:lnTo>
                    <a:pt x="534" y="532"/>
                  </a:lnTo>
                  <a:lnTo>
                    <a:pt x="535" y="532"/>
                  </a:lnTo>
                  <a:lnTo>
                    <a:pt x="537" y="532"/>
                  </a:lnTo>
                  <a:lnTo>
                    <a:pt x="538" y="531"/>
                  </a:lnTo>
                  <a:lnTo>
                    <a:pt x="539" y="531"/>
                  </a:lnTo>
                  <a:lnTo>
                    <a:pt x="541" y="531"/>
                  </a:lnTo>
                  <a:lnTo>
                    <a:pt x="542" y="531"/>
                  </a:lnTo>
                  <a:lnTo>
                    <a:pt x="543" y="531"/>
                  </a:lnTo>
                  <a:lnTo>
                    <a:pt x="545" y="530"/>
                  </a:lnTo>
                  <a:lnTo>
                    <a:pt x="546" y="530"/>
                  </a:lnTo>
                  <a:lnTo>
                    <a:pt x="547" y="530"/>
                  </a:lnTo>
                  <a:lnTo>
                    <a:pt x="549" y="530"/>
                  </a:lnTo>
                  <a:lnTo>
                    <a:pt x="550" y="529"/>
                  </a:lnTo>
                  <a:lnTo>
                    <a:pt x="551" y="529"/>
                  </a:lnTo>
                  <a:lnTo>
                    <a:pt x="553" y="529"/>
                  </a:lnTo>
                  <a:lnTo>
                    <a:pt x="554" y="529"/>
                  </a:lnTo>
                  <a:lnTo>
                    <a:pt x="555" y="529"/>
                  </a:lnTo>
                  <a:lnTo>
                    <a:pt x="557" y="529"/>
                  </a:lnTo>
                  <a:lnTo>
                    <a:pt x="558" y="528"/>
                  </a:lnTo>
                  <a:lnTo>
                    <a:pt x="559" y="528"/>
                  </a:lnTo>
                  <a:lnTo>
                    <a:pt x="561" y="528"/>
                  </a:lnTo>
                  <a:lnTo>
                    <a:pt x="562" y="528"/>
                  </a:lnTo>
                  <a:lnTo>
                    <a:pt x="564" y="527"/>
                  </a:lnTo>
                  <a:lnTo>
                    <a:pt x="565" y="527"/>
                  </a:lnTo>
                  <a:lnTo>
                    <a:pt x="566" y="527"/>
                  </a:lnTo>
                  <a:lnTo>
                    <a:pt x="568" y="527"/>
                  </a:lnTo>
                  <a:lnTo>
                    <a:pt x="569" y="527"/>
                  </a:lnTo>
                  <a:lnTo>
                    <a:pt x="570" y="526"/>
                  </a:lnTo>
                  <a:lnTo>
                    <a:pt x="572" y="526"/>
                  </a:lnTo>
                  <a:lnTo>
                    <a:pt x="573" y="526"/>
                  </a:lnTo>
                  <a:lnTo>
                    <a:pt x="574" y="526"/>
                  </a:lnTo>
                  <a:lnTo>
                    <a:pt x="576" y="526"/>
                  </a:lnTo>
                  <a:lnTo>
                    <a:pt x="577" y="526"/>
                  </a:lnTo>
                  <a:lnTo>
                    <a:pt x="578" y="526"/>
                  </a:lnTo>
                  <a:lnTo>
                    <a:pt x="580" y="526"/>
                  </a:lnTo>
                  <a:lnTo>
                    <a:pt x="581" y="525"/>
                  </a:lnTo>
                  <a:lnTo>
                    <a:pt x="582" y="525"/>
                  </a:lnTo>
                  <a:lnTo>
                    <a:pt x="584" y="525"/>
                  </a:lnTo>
                  <a:lnTo>
                    <a:pt x="585" y="525"/>
                  </a:lnTo>
                  <a:lnTo>
                    <a:pt x="586" y="525"/>
                  </a:lnTo>
                  <a:lnTo>
                    <a:pt x="588" y="525"/>
                  </a:lnTo>
                  <a:lnTo>
                    <a:pt x="589" y="524"/>
                  </a:lnTo>
                  <a:lnTo>
                    <a:pt x="590" y="524"/>
                  </a:lnTo>
                  <a:lnTo>
                    <a:pt x="592" y="524"/>
                  </a:lnTo>
                  <a:lnTo>
                    <a:pt x="593" y="524"/>
                  </a:lnTo>
                  <a:lnTo>
                    <a:pt x="594" y="524"/>
                  </a:lnTo>
                  <a:lnTo>
                    <a:pt x="596" y="524"/>
                  </a:lnTo>
                  <a:lnTo>
                    <a:pt x="597" y="523"/>
                  </a:lnTo>
                  <a:lnTo>
                    <a:pt x="599" y="523"/>
                  </a:lnTo>
                  <a:lnTo>
                    <a:pt x="600" y="523"/>
                  </a:lnTo>
                  <a:lnTo>
                    <a:pt x="601" y="523"/>
                  </a:lnTo>
                  <a:lnTo>
                    <a:pt x="603" y="523"/>
                  </a:lnTo>
                  <a:lnTo>
                    <a:pt x="604" y="523"/>
                  </a:lnTo>
                  <a:lnTo>
                    <a:pt x="605" y="523"/>
                  </a:lnTo>
                  <a:lnTo>
                    <a:pt x="607" y="523"/>
                  </a:lnTo>
                  <a:lnTo>
                    <a:pt x="608" y="522"/>
                  </a:lnTo>
                  <a:lnTo>
                    <a:pt x="609" y="522"/>
                  </a:lnTo>
                  <a:lnTo>
                    <a:pt x="611" y="522"/>
                  </a:lnTo>
                  <a:lnTo>
                    <a:pt x="612" y="522"/>
                  </a:lnTo>
                  <a:lnTo>
                    <a:pt x="613" y="522"/>
                  </a:lnTo>
                  <a:lnTo>
                    <a:pt x="615" y="522"/>
                  </a:lnTo>
                  <a:lnTo>
                    <a:pt x="616" y="522"/>
                  </a:lnTo>
                  <a:lnTo>
                    <a:pt x="617" y="521"/>
                  </a:lnTo>
                  <a:lnTo>
                    <a:pt x="619" y="521"/>
                  </a:lnTo>
                  <a:lnTo>
                    <a:pt x="620" y="521"/>
                  </a:lnTo>
                  <a:lnTo>
                    <a:pt x="621" y="521"/>
                  </a:lnTo>
                  <a:lnTo>
                    <a:pt x="623" y="521"/>
                  </a:lnTo>
                  <a:lnTo>
                    <a:pt x="624" y="520"/>
                  </a:lnTo>
                  <a:lnTo>
                    <a:pt x="625" y="520"/>
                  </a:lnTo>
                  <a:lnTo>
                    <a:pt x="627" y="520"/>
                  </a:lnTo>
                  <a:lnTo>
                    <a:pt x="628" y="520"/>
                  </a:lnTo>
                  <a:lnTo>
                    <a:pt x="629" y="520"/>
                  </a:lnTo>
                  <a:lnTo>
                    <a:pt x="631" y="520"/>
                  </a:lnTo>
                  <a:lnTo>
                    <a:pt x="632" y="520"/>
                  </a:lnTo>
                  <a:lnTo>
                    <a:pt x="634" y="520"/>
                  </a:lnTo>
                  <a:lnTo>
                    <a:pt x="635" y="519"/>
                  </a:lnTo>
                  <a:lnTo>
                    <a:pt x="636" y="519"/>
                  </a:lnTo>
                  <a:lnTo>
                    <a:pt x="638" y="519"/>
                  </a:lnTo>
                  <a:lnTo>
                    <a:pt x="639" y="519"/>
                  </a:lnTo>
                  <a:lnTo>
                    <a:pt x="640" y="519"/>
                  </a:lnTo>
                  <a:lnTo>
                    <a:pt x="642" y="519"/>
                  </a:lnTo>
                  <a:lnTo>
                    <a:pt x="643" y="519"/>
                  </a:lnTo>
                  <a:lnTo>
                    <a:pt x="644" y="518"/>
                  </a:lnTo>
                  <a:lnTo>
                    <a:pt x="646" y="518"/>
                  </a:lnTo>
                  <a:lnTo>
                    <a:pt x="647" y="518"/>
                  </a:lnTo>
                  <a:lnTo>
                    <a:pt x="648" y="518"/>
                  </a:lnTo>
                  <a:lnTo>
                    <a:pt x="650" y="518"/>
                  </a:lnTo>
                  <a:lnTo>
                    <a:pt x="651" y="518"/>
                  </a:lnTo>
                  <a:lnTo>
                    <a:pt x="652" y="518"/>
                  </a:lnTo>
                  <a:lnTo>
                    <a:pt x="654" y="517"/>
                  </a:lnTo>
                  <a:lnTo>
                    <a:pt x="655" y="517"/>
                  </a:lnTo>
                  <a:lnTo>
                    <a:pt x="656" y="517"/>
                  </a:lnTo>
                  <a:lnTo>
                    <a:pt x="658" y="517"/>
                  </a:lnTo>
                  <a:lnTo>
                    <a:pt x="659" y="517"/>
                  </a:lnTo>
                  <a:lnTo>
                    <a:pt x="660" y="517"/>
                  </a:lnTo>
                  <a:lnTo>
                    <a:pt x="662" y="517"/>
                  </a:lnTo>
                  <a:lnTo>
                    <a:pt x="663" y="517"/>
                  </a:lnTo>
                  <a:lnTo>
                    <a:pt x="664" y="517"/>
                  </a:lnTo>
                  <a:lnTo>
                    <a:pt x="666" y="517"/>
                  </a:lnTo>
                  <a:lnTo>
                    <a:pt x="667" y="516"/>
                  </a:lnTo>
                  <a:lnTo>
                    <a:pt x="668" y="516"/>
                  </a:lnTo>
                  <a:lnTo>
                    <a:pt x="670" y="516"/>
                  </a:lnTo>
                  <a:lnTo>
                    <a:pt x="671" y="516"/>
                  </a:lnTo>
                  <a:lnTo>
                    <a:pt x="673" y="516"/>
                  </a:lnTo>
                  <a:lnTo>
                    <a:pt x="674" y="516"/>
                  </a:lnTo>
                  <a:lnTo>
                    <a:pt x="675" y="516"/>
                  </a:lnTo>
                  <a:lnTo>
                    <a:pt x="677" y="515"/>
                  </a:lnTo>
                  <a:lnTo>
                    <a:pt x="678" y="515"/>
                  </a:lnTo>
                  <a:lnTo>
                    <a:pt x="679" y="515"/>
                  </a:lnTo>
                  <a:lnTo>
                    <a:pt x="681" y="515"/>
                  </a:lnTo>
                  <a:lnTo>
                    <a:pt x="682" y="515"/>
                  </a:lnTo>
                  <a:lnTo>
                    <a:pt x="683" y="515"/>
                  </a:lnTo>
                  <a:lnTo>
                    <a:pt x="685" y="515"/>
                  </a:lnTo>
                  <a:lnTo>
                    <a:pt x="686" y="515"/>
                  </a:lnTo>
                  <a:lnTo>
                    <a:pt x="687" y="515"/>
                  </a:lnTo>
                  <a:lnTo>
                    <a:pt x="689" y="515"/>
                  </a:lnTo>
                  <a:lnTo>
                    <a:pt x="690" y="515"/>
                  </a:lnTo>
                  <a:lnTo>
                    <a:pt x="691" y="514"/>
                  </a:lnTo>
                  <a:lnTo>
                    <a:pt x="693" y="514"/>
                  </a:lnTo>
                  <a:lnTo>
                    <a:pt x="694" y="514"/>
                  </a:lnTo>
                  <a:lnTo>
                    <a:pt x="695" y="514"/>
                  </a:lnTo>
                  <a:lnTo>
                    <a:pt x="697" y="514"/>
                  </a:lnTo>
                  <a:lnTo>
                    <a:pt x="698" y="514"/>
                  </a:lnTo>
                  <a:lnTo>
                    <a:pt x="699" y="514"/>
                  </a:lnTo>
                  <a:lnTo>
                    <a:pt x="701" y="514"/>
                  </a:lnTo>
                  <a:lnTo>
                    <a:pt x="702" y="513"/>
                  </a:lnTo>
                  <a:lnTo>
                    <a:pt x="703" y="513"/>
                  </a:lnTo>
                  <a:lnTo>
                    <a:pt x="705" y="513"/>
                  </a:lnTo>
                  <a:lnTo>
                    <a:pt x="706" y="513"/>
                  </a:lnTo>
                  <a:lnTo>
                    <a:pt x="708" y="513"/>
                  </a:lnTo>
                  <a:lnTo>
                    <a:pt x="709" y="513"/>
                  </a:lnTo>
                  <a:lnTo>
                    <a:pt x="710" y="513"/>
                  </a:lnTo>
                  <a:lnTo>
                    <a:pt x="712" y="513"/>
                  </a:lnTo>
                  <a:lnTo>
                    <a:pt x="713" y="513"/>
                  </a:lnTo>
                  <a:lnTo>
                    <a:pt x="714" y="512"/>
                  </a:lnTo>
                  <a:lnTo>
                    <a:pt x="716" y="512"/>
                  </a:lnTo>
                  <a:lnTo>
                    <a:pt x="717" y="512"/>
                  </a:lnTo>
                  <a:lnTo>
                    <a:pt x="718" y="512"/>
                  </a:lnTo>
                  <a:lnTo>
                    <a:pt x="720" y="512"/>
                  </a:lnTo>
                  <a:lnTo>
                    <a:pt x="721" y="512"/>
                  </a:lnTo>
                  <a:lnTo>
                    <a:pt x="722" y="512"/>
                  </a:lnTo>
                  <a:lnTo>
                    <a:pt x="724" y="512"/>
                  </a:lnTo>
                  <a:lnTo>
                    <a:pt x="725" y="512"/>
                  </a:lnTo>
                  <a:lnTo>
                    <a:pt x="726" y="512"/>
                  </a:lnTo>
                  <a:lnTo>
                    <a:pt x="728" y="512"/>
                  </a:lnTo>
                  <a:lnTo>
                    <a:pt x="729" y="511"/>
                  </a:lnTo>
                  <a:lnTo>
                    <a:pt x="730" y="511"/>
                  </a:lnTo>
                  <a:lnTo>
                    <a:pt x="732" y="511"/>
                  </a:lnTo>
                  <a:lnTo>
                    <a:pt x="733" y="511"/>
                  </a:lnTo>
                  <a:lnTo>
                    <a:pt x="734" y="511"/>
                  </a:lnTo>
                  <a:lnTo>
                    <a:pt x="736" y="511"/>
                  </a:lnTo>
                  <a:lnTo>
                    <a:pt x="737" y="511"/>
                  </a:lnTo>
                  <a:lnTo>
                    <a:pt x="738" y="511"/>
                  </a:lnTo>
                  <a:lnTo>
                    <a:pt x="740" y="511"/>
                  </a:lnTo>
                  <a:lnTo>
                    <a:pt x="741" y="511"/>
                  </a:lnTo>
                  <a:lnTo>
                    <a:pt x="743" y="511"/>
                  </a:lnTo>
                  <a:lnTo>
                    <a:pt x="744" y="511"/>
                  </a:lnTo>
                  <a:lnTo>
                    <a:pt x="745" y="511"/>
                  </a:lnTo>
                  <a:lnTo>
                    <a:pt x="747" y="511"/>
                  </a:lnTo>
                  <a:lnTo>
                    <a:pt x="748" y="510"/>
                  </a:lnTo>
                  <a:lnTo>
                    <a:pt x="749" y="510"/>
                  </a:lnTo>
                  <a:lnTo>
                    <a:pt x="751" y="510"/>
                  </a:lnTo>
                  <a:lnTo>
                    <a:pt x="752" y="510"/>
                  </a:lnTo>
                  <a:lnTo>
                    <a:pt x="753" y="510"/>
                  </a:lnTo>
                  <a:lnTo>
                    <a:pt x="755" y="510"/>
                  </a:lnTo>
                  <a:lnTo>
                    <a:pt x="756" y="510"/>
                  </a:lnTo>
                  <a:lnTo>
                    <a:pt x="757" y="510"/>
                  </a:lnTo>
                  <a:lnTo>
                    <a:pt x="759" y="509"/>
                  </a:lnTo>
                  <a:lnTo>
                    <a:pt x="760" y="509"/>
                  </a:lnTo>
                  <a:lnTo>
                    <a:pt x="761" y="509"/>
                  </a:lnTo>
                  <a:lnTo>
                    <a:pt x="763" y="509"/>
                  </a:lnTo>
                  <a:lnTo>
                    <a:pt x="764" y="509"/>
                  </a:lnTo>
                  <a:lnTo>
                    <a:pt x="765" y="509"/>
                  </a:lnTo>
                  <a:lnTo>
                    <a:pt x="767" y="509"/>
                  </a:lnTo>
                  <a:lnTo>
                    <a:pt x="768" y="509"/>
                  </a:lnTo>
                  <a:lnTo>
                    <a:pt x="769" y="509"/>
                  </a:lnTo>
                  <a:lnTo>
                    <a:pt x="771" y="509"/>
                  </a:lnTo>
                  <a:lnTo>
                    <a:pt x="772" y="508"/>
                  </a:lnTo>
                  <a:lnTo>
                    <a:pt x="773" y="508"/>
                  </a:lnTo>
                  <a:lnTo>
                    <a:pt x="775" y="508"/>
                  </a:lnTo>
                  <a:lnTo>
                    <a:pt x="776" y="508"/>
                  </a:lnTo>
                  <a:lnTo>
                    <a:pt x="777" y="508"/>
                  </a:lnTo>
                  <a:lnTo>
                    <a:pt x="779" y="508"/>
                  </a:lnTo>
                  <a:lnTo>
                    <a:pt x="780" y="508"/>
                  </a:lnTo>
                  <a:lnTo>
                    <a:pt x="782" y="508"/>
                  </a:lnTo>
                  <a:lnTo>
                    <a:pt x="783" y="507"/>
                  </a:lnTo>
                  <a:lnTo>
                    <a:pt x="784" y="507"/>
                  </a:lnTo>
                  <a:lnTo>
                    <a:pt x="786" y="507"/>
                  </a:lnTo>
                  <a:lnTo>
                    <a:pt x="787" y="507"/>
                  </a:lnTo>
                  <a:lnTo>
                    <a:pt x="788" y="507"/>
                  </a:lnTo>
                  <a:lnTo>
                    <a:pt x="790" y="507"/>
                  </a:lnTo>
                  <a:lnTo>
                    <a:pt x="791" y="507"/>
                  </a:lnTo>
                  <a:lnTo>
                    <a:pt x="792" y="507"/>
                  </a:lnTo>
                  <a:lnTo>
                    <a:pt x="794" y="507"/>
                  </a:lnTo>
                  <a:lnTo>
                    <a:pt x="795" y="507"/>
                  </a:lnTo>
                  <a:lnTo>
                    <a:pt x="796" y="507"/>
                  </a:lnTo>
                  <a:lnTo>
                    <a:pt x="798" y="506"/>
                  </a:lnTo>
                  <a:lnTo>
                    <a:pt x="799" y="506"/>
                  </a:lnTo>
                  <a:lnTo>
                    <a:pt x="800" y="506"/>
                  </a:lnTo>
                  <a:lnTo>
                    <a:pt x="802" y="506"/>
                  </a:lnTo>
                  <a:lnTo>
                    <a:pt x="803" y="506"/>
                  </a:lnTo>
                  <a:lnTo>
                    <a:pt x="804" y="506"/>
                  </a:lnTo>
                  <a:lnTo>
                    <a:pt x="806" y="506"/>
                  </a:lnTo>
                  <a:lnTo>
                    <a:pt x="807" y="506"/>
                  </a:lnTo>
                  <a:lnTo>
                    <a:pt x="808" y="506"/>
                  </a:lnTo>
                  <a:lnTo>
                    <a:pt x="810" y="506"/>
                  </a:lnTo>
                  <a:lnTo>
                    <a:pt x="811" y="506"/>
                  </a:lnTo>
                  <a:lnTo>
                    <a:pt x="812" y="506"/>
                  </a:lnTo>
                  <a:lnTo>
                    <a:pt x="814" y="506"/>
                  </a:lnTo>
                  <a:lnTo>
                    <a:pt x="815" y="505"/>
                  </a:lnTo>
                  <a:lnTo>
                    <a:pt x="817" y="505"/>
                  </a:lnTo>
                  <a:lnTo>
                    <a:pt x="818" y="505"/>
                  </a:lnTo>
                  <a:lnTo>
                    <a:pt x="819" y="505"/>
                  </a:lnTo>
                  <a:lnTo>
                    <a:pt x="821" y="505"/>
                  </a:lnTo>
                  <a:lnTo>
                    <a:pt x="822" y="505"/>
                  </a:lnTo>
                  <a:lnTo>
                    <a:pt x="823" y="505"/>
                  </a:lnTo>
                  <a:lnTo>
                    <a:pt x="825" y="505"/>
                  </a:lnTo>
                  <a:lnTo>
                    <a:pt x="826" y="505"/>
                  </a:lnTo>
                  <a:lnTo>
                    <a:pt x="827" y="505"/>
                  </a:lnTo>
                  <a:lnTo>
                    <a:pt x="829" y="504"/>
                  </a:lnTo>
                  <a:lnTo>
                    <a:pt x="830" y="504"/>
                  </a:lnTo>
                  <a:lnTo>
                    <a:pt x="831" y="504"/>
                  </a:lnTo>
                  <a:lnTo>
                    <a:pt x="833" y="504"/>
                  </a:lnTo>
                  <a:lnTo>
                    <a:pt x="834" y="504"/>
                  </a:lnTo>
                  <a:lnTo>
                    <a:pt x="835" y="504"/>
                  </a:lnTo>
                  <a:lnTo>
                    <a:pt x="837" y="504"/>
                  </a:lnTo>
                  <a:lnTo>
                    <a:pt x="838" y="504"/>
                  </a:lnTo>
                  <a:lnTo>
                    <a:pt x="839" y="504"/>
                  </a:lnTo>
                  <a:lnTo>
                    <a:pt x="841" y="504"/>
                  </a:lnTo>
                  <a:lnTo>
                    <a:pt x="842" y="504"/>
                  </a:lnTo>
                  <a:lnTo>
                    <a:pt x="843" y="504"/>
                  </a:lnTo>
                  <a:lnTo>
                    <a:pt x="845" y="504"/>
                  </a:lnTo>
                  <a:lnTo>
                    <a:pt x="846" y="504"/>
                  </a:lnTo>
                  <a:lnTo>
                    <a:pt x="847" y="504"/>
                  </a:lnTo>
                  <a:lnTo>
                    <a:pt x="849" y="504"/>
                  </a:lnTo>
                  <a:lnTo>
                    <a:pt x="850" y="503"/>
                  </a:lnTo>
                  <a:lnTo>
                    <a:pt x="852" y="504"/>
                  </a:lnTo>
                  <a:lnTo>
                    <a:pt x="853" y="503"/>
                  </a:lnTo>
                  <a:lnTo>
                    <a:pt x="854" y="503"/>
                  </a:lnTo>
                  <a:lnTo>
                    <a:pt x="856" y="503"/>
                  </a:lnTo>
                  <a:lnTo>
                    <a:pt x="857" y="503"/>
                  </a:lnTo>
                  <a:lnTo>
                    <a:pt x="858" y="503"/>
                  </a:lnTo>
                  <a:lnTo>
                    <a:pt x="860" y="503"/>
                  </a:lnTo>
                  <a:lnTo>
                    <a:pt x="861" y="503"/>
                  </a:lnTo>
                  <a:lnTo>
                    <a:pt x="862" y="503"/>
                  </a:lnTo>
                  <a:lnTo>
                    <a:pt x="864" y="503"/>
                  </a:lnTo>
                  <a:lnTo>
                    <a:pt x="865" y="503"/>
                  </a:lnTo>
                  <a:lnTo>
                    <a:pt x="866" y="503"/>
                  </a:lnTo>
                  <a:lnTo>
                    <a:pt x="868" y="503"/>
                  </a:lnTo>
                  <a:lnTo>
                    <a:pt x="869" y="503"/>
                  </a:lnTo>
                  <a:lnTo>
                    <a:pt x="870" y="503"/>
                  </a:lnTo>
                  <a:lnTo>
                    <a:pt x="872" y="502"/>
                  </a:lnTo>
                  <a:lnTo>
                    <a:pt x="873" y="502"/>
                  </a:lnTo>
                  <a:lnTo>
                    <a:pt x="874" y="502"/>
                  </a:lnTo>
                  <a:lnTo>
                    <a:pt x="876" y="502"/>
                  </a:lnTo>
                  <a:lnTo>
                    <a:pt x="877" y="502"/>
                  </a:lnTo>
                  <a:lnTo>
                    <a:pt x="878" y="502"/>
                  </a:lnTo>
                  <a:lnTo>
                    <a:pt x="880" y="502"/>
                  </a:lnTo>
                  <a:lnTo>
                    <a:pt x="881" y="502"/>
                  </a:lnTo>
                  <a:lnTo>
                    <a:pt x="882" y="502"/>
                  </a:lnTo>
                  <a:lnTo>
                    <a:pt x="884" y="502"/>
                  </a:lnTo>
                  <a:lnTo>
                    <a:pt x="885" y="502"/>
                  </a:lnTo>
                  <a:lnTo>
                    <a:pt x="887" y="502"/>
                  </a:lnTo>
                  <a:lnTo>
                    <a:pt x="888" y="501"/>
                  </a:lnTo>
                  <a:lnTo>
                    <a:pt x="889" y="501"/>
                  </a:lnTo>
                  <a:lnTo>
                    <a:pt x="891" y="501"/>
                  </a:lnTo>
                  <a:lnTo>
                    <a:pt x="892" y="501"/>
                  </a:lnTo>
                  <a:lnTo>
                    <a:pt x="893" y="501"/>
                  </a:lnTo>
                  <a:lnTo>
                    <a:pt x="895" y="501"/>
                  </a:lnTo>
                  <a:lnTo>
                    <a:pt x="896" y="501"/>
                  </a:lnTo>
                  <a:lnTo>
                    <a:pt x="897" y="501"/>
                  </a:lnTo>
                  <a:lnTo>
                    <a:pt x="899" y="501"/>
                  </a:lnTo>
                  <a:lnTo>
                    <a:pt x="900" y="501"/>
                  </a:lnTo>
                  <a:lnTo>
                    <a:pt x="901" y="501"/>
                  </a:lnTo>
                  <a:lnTo>
                    <a:pt x="903" y="501"/>
                  </a:lnTo>
                  <a:lnTo>
                    <a:pt x="904" y="501"/>
                  </a:lnTo>
                  <a:lnTo>
                    <a:pt x="905" y="501"/>
                  </a:lnTo>
                  <a:lnTo>
                    <a:pt x="907" y="500"/>
                  </a:lnTo>
                  <a:lnTo>
                    <a:pt x="908" y="500"/>
                  </a:lnTo>
                  <a:lnTo>
                    <a:pt x="909" y="500"/>
                  </a:lnTo>
                  <a:lnTo>
                    <a:pt x="911" y="500"/>
                  </a:lnTo>
                  <a:lnTo>
                    <a:pt x="912" y="500"/>
                  </a:lnTo>
                  <a:lnTo>
                    <a:pt x="913" y="500"/>
                  </a:lnTo>
                  <a:lnTo>
                    <a:pt x="915" y="500"/>
                  </a:lnTo>
                  <a:lnTo>
                    <a:pt x="916" y="500"/>
                  </a:lnTo>
                  <a:lnTo>
                    <a:pt x="917" y="500"/>
                  </a:lnTo>
                  <a:lnTo>
                    <a:pt x="919" y="500"/>
                  </a:lnTo>
                  <a:lnTo>
                    <a:pt x="920" y="499"/>
                  </a:lnTo>
                  <a:lnTo>
                    <a:pt x="921" y="500"/>
                  </a:lnTo>
                  <a:lnTo>
                    <a:pt x="923" y="499"/>
                  </a:lnTo>
                  <a:lnTo>
                    <a:pt x="924" y="499"/>
                  </a:lnTo>
                  <a:lnTo>
                    <a:pt x="926" y="500"/>
                  </a:lnTo>
                  <a:lnTo>
                    <a:pt x="927" y="500"/>
                  </a:lnTo>
                  <a:lnTo>
                    <a:pt x="928" y="500"/>
                  </a:lnTo>
                  <a:lnTo>
                    <a:pt x="930" y="500"/>
                  </a:lnTo>
                  <a:lnTo>
                    <a:pt x="931" y="500"/>
                  </a:lnTo>
                  <a:lnTo>
                    <a:pt x="932" y="500"/>
                  </a:lnTo>
                  <a:lnTo>
                    <a:pt x="934" y="499"/>
                  </a:lnTo>
                  <a:lnTo>
                    <a:pt x="935" y="499"/>
                  </a:lnTo>
                  <a:lnTo>
                    <a:pt x="936" y="499"/>
                  </a:lnTo>
                  <a:lnTo>
                    <a:pt x="938" y="499"/>
                  </a:lnTo>
                  <a:lnTo>
                    <a:pt x="939" y="499"/>
                  </a:lnTo>
                  <a:lnTo>
                    <a:pt x="940" y="499"/>
                  </a:lnTo>
                  <a:lnTo>
                    <a:pt x="942" y="499"/>
                  </a:lnTo>
                  <a:lnTo>
                    <a:pt x="943" y="499"/>
                  </a:lnTo>
                  <a:lnTo>
                    <a:pt x="944" y="499"/>
                  </a:lnTo>
                  <a:lnTo>
                    <a:pt x="946" y="499"/>
                  </a:lnTo>
                  <a:lnTo>
                    <a:pt x="947" y="499"/>
                  </a:lnTo>
                  <a:lnTo>
                    <a:pt x="948" y="499"/>
                  </a:lnTo>
                  <a:lnTo>
                    <a:pt x="950" y="499"/>
                  </a:lnTo>
                  <a:lnTo>
                    <a:pt x="951" y="499"/>
                  </a:lnTo>
                  <a:lnTo>
                    <a:pt x="952" y="499"/>
                  </a:lnTo>
                  <a:lnTo>
                    <a:pt x="954" y="499"/>
                  </a:lnTo>
                  <a:lnTo>
                    <a:pt x="955" y="499"/>
                  </a:lnTo>
                  <a:lnTo>
                    <a:pt x="956" y="499"/>
                  </a:lnTo>
                  <a:lnTo>
                    <a:pt x="958" y="498"/>
                  </a:lnTo>
                  <a:lnTo>
                    <a:pt x="959" y="498"/>
                  </a:lnTo>
                  <a:lnTo>
                    <a:pt x="961" y="498"/>
                  </a:lnTo>
                  <a:lnTo>
                    <a:pt x="962" y="498"/>
                  </a:lnTo>
                  <a:lnTo>
                    <a:pt x="963" y="498"/>
                  </a:lnTo>
                  <a:lnTo>
                    <a:pt x="965" y="498"/>
                  </a:lnTo>
                  <a:lnTo>
                    <a:pt x="966" y="498"/>
                  </a:lnTo>
                  <a:lnTo>
                    <a:pt x="967" y="498"/>
                  </a:lnTo>
                  <a:lnTo>
                    <a:pt x="969" y="498"/>
                  </a:lnTo>
                  <a:lnTo>
                    <a:pt x="970" y="498"/>
                  </a:lnTo>
                  <a:lnTo>
                    <a:pt x="971" y="498"/>
                  </a:lnTo>
                  <a:lnTo>
                    <a:pt x="973" y="498"/>
                  </a:lnTo>
                  <a:lnTo>
                    <a:pt x="974" y="498"/>
                  </a:lnTo>
                  <a:lnTo>
                    <a:pt x="975" y="498"/>
                  </a:lnTo>
                  <a:lnTo>
                    <a:pt x="977" y="498"/>
                  </a:lnTo>
                  <a:lnTo>
                    <a:pt x="978" y="498"/>
                  </a:lnTo>
                  <a:lnTo>
                    <a:pt x="979" y="498"/>
                  </a:lnTo>
                  <a:lnTo>
                    <a:pt x="981" y="498"/>
                  </a:lnTo>
                  <a:lnTo>
                    <a:pt x="982" y="497"/>
                  </a:lnTo>
                  <a:lnTo>
                    <a:pt x="983" y="497"/>
                  </a:lnTo>
                  <a:lnTo>
                    <a:pt x="985" y="497"/>
                  </a:lnTo>
                  <a:lnTo>
                    <a:pt x="986" y="497"/>
                  </a:lnTo>
                  <a:lnTo>
                    <a:pt x="987" y="497"/>
                  </a:lnTo>
                  <a:lnTo>
                    <a:pt x="989" y="497"/>
                  </a:lnTo>
                  <a:lnTo>
                    <a:pt x="990" y="497"/>
                  </a:lnTo>
                  <a:lnTo>
                    <a:pt x="991" y="497"/>
                  </a:lnTo>
                  <a:lnTo>
                    <a:pt x="993" y="497"/>
                  </a:lnTo>
                  <a:lnTo>
                    <a:pt x="994" y="497"/>
                  </a:lnTo>
                  <a:lnTo>
                    <a:pt x="996" y="497"/>
                  </a:lnTo>
                  <a:lnTo>
                    <a:pt x="997" y="497"/>
                  </a:lnTo>
                  <a:lnTo>
                    <a:pt x="998" y="497"/>
                  </a:lnTo>
                  <a:lnTo>
                    <a:pt x="1000" y="497"/>
                  </a:lnTo>
                  <a:lnTo>
                    <a:pt x="1001" y="497"/>
                  </a:lnTo>
                  <a:lnTo>
                    <a:pt x="1002" y="497"/>
                  </a:lnTo>
                  <a:lnTo>
                    <a:pt x="1004" y="497"/>
                  </a:lnTo>
                  <a:lnTo>
                    <a:pt x="1005" y="497"/>
                  </a:lnTo>
                  <a:lnTo>
                    <a:pt x="1006" y="496"/>
                  </a:lnTo>
                  <a:lnTo>
                    <a:pt x="1008" y="496"/>
                  </a:lnTo>
                  <a:lnTo>
                    <a:pt x="1009" y="496"/>
                  </a:lnTo>
                  <a:lnTo>
                    <a:pt x="1010" y="496"/>
                  </a:lnTo>
                  <a:lnTo>
                    <a:pt x="1012" y="496"/>
                  </a:lnTo>
                  <a:lnTo>
                    <a:pt x="1013" y="496"/>
                  </a:lnTo>
                  <a:lnTo>
                    <a:pt x="1014" y="496"/>
                  </a:lnTo>
                  <a:lnTo>
                    <a:pt x="1016" y="496"/>
                  </a:lnTo>
                  <a:lnTo>
                    <a:pt x="1017" y="496"/>
                  </a:lnTo>
                  <a:lnTo>
                    <a:pt x="1018" y="496"/>
                  </a:lnTo>
                  <a:lnTo>
                    <a:pt x="1020" y="496"/>
                  </a:lnTo>
                  <a:lnTo>
                    <a:pt x="1021" y="496"/>
                  </a:lnTo>
                  <a:lnTo>
                    <a:pt x="1022" y="496"/>
                  </a:lnTo>
                  <a:lnTo>
                    <a:pt x="1024" y="496"/>
                  </a:lnTo>
                  <a:lnTo>
                    <a:pt x="1025" y="495"/>
                  </a:lnTo>
                  <a:lnTo>
                    <a:pt x="1026" y="496"/>
                  </a:lnTo>
                  <a:lnTo>
                    <a:pt x="1028" y="495"/>
                  </a:lnTo>
                  <a:lnTo>
                    <a:pt x="1029" y="495"/>
                  </a:lnTo>
                  <a:lnTo>
                    <a:pt x="1031" y="495"/>
                  </a:lnTo>
                  <a:lnTo>
                    <a:pt x="1032" y="495"/>
                  </a:lnTo>
                  <a:lnTo>
                    <a:pt x="1033" y="495"/>
                  </a:lnTo>
                  <a:lnTo>
                    <a:pt x="1035" y="495"/>
                  </a:lnTo>
                  <a:lnTo>
                    <a:pt x="1036" y="495"/>
                  </a:lnTo>
                  <a:lnTo>
                    <a:pt x="1037" y="495"/>
                  </a:lnTo>
                  <a:lnTo>
                    <a:pt x="1039" y="495"/>
                  </a:lnTo>
                  <a:lnTo>
                    <a:pt x="1040" y="495"/>
                  </a:lnTo>
                  <a:lnTo>
                    <a:pt x="1041" y="495"/>
                  </a:lnTo>
                  <a:lnTo>
                    <a:pt x="1043" y="495"/>
                  </a:lnTo>
                  <a:lnTo>
                    <a:pt x="1044" y="495"/>
                  </a:lnTo>
                  <a:lnTo>
                    <a:pt x="1045" y="495"/>
                  </a:lnTo>
                  <a:lnTo>
                    <a:pt x="1047" y="495"/>
                  </a:lnTo>
                  <a:lnTo>
                    <a:pt x="1048" y="495"/>
                  </a:lnTo>
                  <a:lnTo>
                    <a:pt x="1049" y="495"/>
                  </a:lnTo>
                  <a:lnTo>
                    <a:pt x="1051" y="495"/>
                  </a:lnTo>
                  <a:lnTo>
                    <a:pt x="1052" y="494"/>
                  </a:lnTo>
                  <a:lnTo>
                    <a:pt x="1053" y="494"/>
                  </a:lnTo>
                  <a:lnTo>
                    <a:pt x="1055" y="494"/>
                  </a:lnTo>
                  <a:lnTo>
                    <a:pt x="1056" y="494"/>
                  </a:lnTo>
                  <a:lnTo>
                    <a:pt x="1057" y="494"/>
                  </a:lnTo>
                  <a:lnTo>
                    <a:pt x="1059" y="494"/>
                  </a:lnTo>
                  <a:lnTo>
                    <a:pt x="1060" y="494"/>
                  </a:lnTo>
                  <a:lnTo>
                    <a:pt x="1061" y="494"/>
                  </a:lnTo>
                  <a:lnTo>
                    <a:pt x="1063" y="494"/>
                  </a:lnTo>
                  <a:lnTo>
                    <a:pt x="1064" y="494"/>
                  </a:lnTo>
                  <a:lnTo>
                    <a:pt x="1065" y="494"/>
                  </a:lnTo>
                  <a:lnTo>
                    <a:pt x="1067" y="494"/>
                  </a:lnTo>
                  <a:lnTo>
                    <a:pt x="1068" y="494"/>
                  </a:lnTo>
                  <a:lnTo>
                    <a:pt x="1070" y="494"/>
                  </a:lnTo>
                  <a:lnTo>
                    <a:pt x="1071" y="494"/>
                  </a:lnTo>
                  <a:lnTo>
                    <a:pt x="1072" y="494"/>
                  </a:lnTo>
                  <a:lnTo>
                    <a:pt x="1074" y="494"/>
                  </a:lnTo>
                  <a:lnTo>
                    <a:pt x="1075" y="494"/>
                  </a:lnTo>
                  <a:lnTo>
                    <a:pt x="1076" y="494"/>
                  </a:lnTo>
                  <a:lnTo>
                    <a:pt x="1078" y="494"/>
                  </a:lnTo>
                  <a:lnTo>
                    <a:pt x="1079" y="494"/>
                  </a:lnTo>
                  <a:lnTo>
                    <a:pt x="1080" y="493"/>
                  </a:lnTo>
                  <a:lnTo>
                    <a:pt x="1082" y="493"/>
                  </a:lnTo>
                  <a:lnTo>
                    <a:pt x="1083" y="493"/>
                  </a:lnTo>
                  <a:lnTo>
                    <a:pt x="1084" y="493"/>
                  </a:lnTo>
                  <a:lnTo>
                    <a:pt x="1086" y="493"/>
                  </a:lnTo>
                  <a:lnTo>
                    <a:pt x="1087" y="493"/>
                  </a:lnTo>
                  <a:lnTo>
                    <a:pt x="1088" y="493"/>
                  </a:lnTo>
                  <a:lnTo>
                    <a:pt x="1090" y="493"/>
                  </a:lnTo>
                  <a:lnTo>
                    <a:pt x="1091" y="493"/>
                  </a:lnTo>
                  <a:lnTo>
                    <a:pt x="1092" y="493"/>
                  </a:lnTo>
                  <a:lnTo>
                    <a:pt x="1094" y="493"/>
                  </a:lnTo>
                  <a:lnTo>
                    <a:pt x="1095" y="493"/>
                  </a:lnTo>
                  <a:lnTo>
                    <a:pt x="1096" y="493"/>
                  </a:lnTo>
                  <a:lnTo>
                    <a:pt x="1098" y="493"/>
                  </a:lnTo>
                  <a:lnTo>
                    <a:pt x="1099" y="493"/>
                  </a:lnTo>
                  <a:lnTo>
                    <a:pt x="1100" y="493"/>
                  </a:lnTo>
                  <a:lnTo>
                    <a:pt x="1102" y="493"/>
                  </a:lnTo>
                  <a:lnTo>
                    <a:pt x="1103" y="493"/>
                  </a:lnTo>
                  <a:lnTo>
                    <a:pt x="1105" y="493"/>
                  </a:lnTo>
                  <a:lnTo>
                    <a:pt x="1106" y="493"/>
                  </a:lnTo>
                  <a:lnTo>
                    <a:pt x="1107" y="493"/>
                  </a:lnTo>
                  <a:lnTo>
                    <a:pt x="1109" y="493"/>
                  </a:lnTo>
                  <a:lnTo>
                    <a:pt x="1110" y="493"/>
                  </a:lnTo>
                  <a:lnTo>
                    <a:pt x="1111" y="493"/>
                  </a:lnTo>
                  <a:lnTo>
                    <a:pt x="1113" y="493"/>
                  </a:lnTo>
                  <a:lnTo>
                    <a:pt x="1114" y="493"/>
                  </a:lnTo>
                  <a:lnTo>
                    <a:pt x="1115" y="493"/>
                  </a:lnTo>
                  <a:lnTo>
                    <a:pt x="1117" y="493"/>
                  </a:lnTo>
                  <a:lnTo>
                    <a:pt x="1118" y="493"/>
                  </a:lnTo>
                  <a:lnTo>
                    <a:pt x="1119" y="492"/>
                  </a:lnTo>
                  <a:lnTo>
                    <a:pt x="1121" y="492"/>
                  </a:lnTo>
                  <a:lnTo>
                    <a:pt x="1122" y="492"/>
                  </a:lnTo>
                  <a:lnTo>
                    <a:pt x="1123" y="492"/>
                  </a:lnTo>
                  <a:lnTo>
                    <a:pt x="1125" y="492"/>
                  </a:lnTo>
                  <a:lnTo>
                    <a:pt x="1126" y="492"/>
                  </a:lnTo>
                  <a:lnTo>
                    <a:pt x="1127" y="492"/>
                  </a:lnTo>
                  <a:lnTo>
                    <a:pt x="1129" y="492"/>
                  </a:lnTo>
                  <a:lnTo>
                    <a:pt x="1130" y="492"/>
                  </a:lnTo>
                  <a:lnTo>
                    <a:pt x="1131" y="492"/>
                  </a:lnTo>
                  <a:lnTo>
                    <a:pt x="1133" y="493"/>
                  </a:lnTo>
                  <a:lnTo>
                    <a:pt x="1134" y="493"/>
                  </a:lnTo>
                  <a:lnTo>
                    <a:pt x="1135" y="493"/>
                  </a:lnTo>
                  <a:lnTo>
                    <a:pt x="1137" y="493"/>
                  </a:lnTo>
                  <a:lnTo>
                    <a:pt x="1138" y="493"/>
                  </a:lnTo>
                  <a:lnTo>
                    <a:pt x="1140" y="493"/>
                  </a:lnTo>
                  <a:lnTo>
                    <a:pt x="1141" y="493"/>
                  </a:lnTo>
                  <a:lnTo>
                    <a:pt x="1142" y="492"/>
                  </a:lnTo>
                  <a:lnTo>
                    <a:pt x="1144" y="492"/>
                  </a:lnTo>
                  <a:lnTo>
                    <a:pt x="1145" y="492"/>
                  </a:lnTo>
                  <a:lnTo>
                    <a:pt x="1146" y="492"/>
                  </a:lnTo>
                  <a:lnTo>
                    <a:pt x="1148" y="492"/>
                  </a:lnTo>
                  <a:lnTo>
                    <a:pt x="1149" y="492"/>
                  </a:lnTo>
                  <a:lnTo>
                    <a:pt x="1150" y="492"/>
                  </a:lnTo>
                  <a:lnTo>
                    <a:pt x="1152" y="492"/>
                  </a:lnTo>
                  <a:lnTo>
                    <a:pt x="1153" y="492"/>
                  </a:lnTo>
                  <a:lnTo>
                    <a:pt x="1154" y="492"/>
                  </a:lnTo>
                  <a:lnTo>
                    <a:pt x="1156" y="492"/>
                  </a:lnTo>
                  <a:lnTo>
                    <a:pt x="1157" y="492"/>
                  </a:lnTo>
                  <a:lnTo>
                    <a:pt x="1158" y="492"/>
                  </a:lnTo>
                  <a:lnTo>
                    <a:pt x="1160" y="492"/>
                  </a:lnTo>
                  <a:lnTo>
                    <a:pt x="1161" y="492"/>
                  </a:lnTo>
                  <a:lnTo>
                    <a:pt x="1162" y="492"/>
                  </a:lnTo>
                  <a:lnTo>
                    <a:pt x="1164" y="492"/>
                  </a:lnTo>
                  <a:lnTo>
                    <a:pt x="1165" y="492"/>
                  </a:lnTo>
                  <a:lnTo>
                    <a:pt x="1166" y="492"/>
                  </a:lnTo>
                  <a:lnTo>
                    <a:pt x="1168" y="492"/>
                  </a:lnTo>
                  <a:lnTo>
                    <a:pt x="1169" y="492"/>
                  </a:lnTo>
                  <a:lnTo>
                    <a:pt x="1170" y="492"/>
                  </a:lnTo>
                  <a:lnTo>
                    <a:pt x="1172" y="492"/>
                  </a:lnTo>
                  <a:lnTo>
                    <a:pt x="1173" y="492"/>
                  </a:lnTo>
                  <a:lnTo>
                    <a:pt x="1175" y="492"/>
                  </a:lnTo>
                  <a:lnTo>
                    <a:pt x="1176" y="492"/>
                  </a:lnTo>
                  <a:lnTo>
                    <a:pt x="1177" y="491"/>
                  </a:lnTo>
                  <a:lnTo>
                    <a:pt x="1179" y="492"/>
                  </a:lnTo>
                  <a:lnTo>
                    <a:pt x="1180" y="492"/>
                  </a:lnTo>
                  <a:lnTo>
                    <a:pt x="1181" y="492"/>
                  </a:lnTo>
                  <a:lnTo>
                    <a:pt x="1183" y="491"/>
                  </a:lnTo>
                  <a:lnTo>
                    <a:pt x="1184" y="491"/>
                  </a:lnTo>
                  <a:lnTo>
                    <a:pt x="1185" y="491"/>
                  </a:lnTo>
                  <a:lnTo>
                    <a:pt x="1187" y="491"/>
                  </a:lnTo>
                  <a:lnTo>
                    <a:pt x="1188" y="491"/>
                  </a:lnTo>
                  <a:lnTo>
                    <a:pt x="1189" y="491"/>
                  </a:lnTo>
                  <a:lnTo>
                    <a:pt x="1191" y="491"/>
                  </a:lnTo>
                  <a:lnTo>
                    <a:pt x="1192" y="491"/>
                  </a:lnTo>
                  <a:lnTo>
                    <a:pt x="1193" y="491"/>
                  </a:lnTo>
                  <a:lnTo>
                    <a:pt x="1195" y="491"/>
                  </a:lnTo>
                  <a:lnTo>
                    <a:pt x="1196" y="491"/>
                  </a:lnTo>
                  <a:lnTo>
                    <a:pt x="1197" y="491"/>
                  </a:lnTo>
                  <a:lnTo>
                    <a:pt x="1199" y="491"/>
                  </a:lnTo>
                  <a:lnTo>
                    <a:pt x="1200" y="491"/>
                  </a:lnTo>
                  <a:lnTo>
                    <a:pt x="1201" y="491"/>
                  </a:lnTo>
                  <a:lnTo>
                    <a:pt x="1203" y="491"/>
                  </a:lnTo>
                  <a:lnTo>
                    <a:pt x="1204" y="491"/>
                  </a:lnTo>
                  <a:lnTo>
                    <a:pt x="1205" y="491"/>
                  </a:lnTo>
                  <a:lnTo>
                    <a:pt x="1207" y="491"/>
                  </a:lnTo>
                  <a:lnTo>
                    <a:pt x="1208" y="491"/>
                  </a:lnTo>
                  <a:lnTo>
                    <a:pt x="1209" y="491"/>
                  </a:lnTo>
                  <a:lnTo>
                    <a:pt x="1211" y="491"/>
                  </a:lnTo>
                  <a:lnTo>
                    <a:pt x="1212" y="491"/>
                  </a:lnTo>
                  <a:lnTo>
                    <a:pt x="1214" y="491"/>
                  </a:lnTo>
                  <a:lnTo>
                    <a:pt x="1215" y="491"/>
                  </a:lnTo>
                  <a:lnTo>
                    <a:pt x="1216" y="491"/>
                  </a:lnTo>
                  <a:lnTo>
                    <a:pt x="1218" y="491"/>
                  </a:lnTo>
                  <a:lnTo>
                    <a:pt x="1219" y="491"/>
                  </a:lnTo>
                  <a:lnTo>
                    <a:pt x="1220" y="491"/>
                  </a:lnTo>
                  <a:lnTo>
                    <a:pt x="1222" y="491"/>
                  </a:lnTo>
                  <a:lnTo>
                    <a:pt x="1223" y="491"/>
                  </a:lnTo>
                  <a:lnTo>
                    <a:pt x="1224" y="491"/>
                  </a:lnTo>
                  <a:lnTo>
                    <a:pt x="1226" y="491"/>
                  </a:lnTo>
                  <a:lnTo>
                    <a:pt x="1227" y="491"/>
                  </a:lnTo>
                  <a:lnTo>
                    <a:pt x="1228" y="491"/>
                  </a:lnTo>
                  <a:lnTo>
                    <a:pt x="1230" y="491"/>
                  </a:lnTo>
                  <a:lnTo>
                    <a:pt x="1231" y="491"/>
                  </a:lnTo>
                  <a:lnTo>
                    <a:pt x="1232" y="491"/>
                  </a:lnTo>
                  <a:lnTo>
                    <a:pt x="1234" y="491"/>
                  </a:lnTo>
                  <a:lnTo>
                    <a:pt x="1235" y="491"/>
                  </a:lnTo>
                  <a:lnTo>
                    <a:pt x="1236" y="491"/>
                  </a:lnTo>
                  <a:lnTo>
                    <a:pt x="1238" y="491"/>
                  </a:lnTo>
                  <a:lnTo>
                    <a:pt x="1239" y="491"/>
                  </a:lnTo>
                  <a:lnTo>
                    <a:pt x="1240" y="491"/>
                  </a:lnTo>
                  <a:lnTo>
                    <a:pt x="1242" y="491"/>
                  </a:lnTo>
                  <a:lnTo>
                    <a:pt x="1243" y="490"/>
                  </a:lnTo>
                  <a:lnTo>
                    <a:pt x="1244" y="491"/>
                  </a:lnTo>
                  <a:lnTo>
                    <a:pt x="1246" y="491"/>
                  </a:lnTo>
                  <a:lnTo>
                    <a:pt x="1247" y="491"/>
                  </a:lnTo>
                  <a:lnTo>
                    <a:pt x="1249" y="490"/>
                  </a:lnTo>
                  <a:lnTo>
                    <a:pt x="1250" y="490"/>
                  </a:lnTo>
                  <a:lnTo>
                    <a:pt x="1251" y="490"/>
                  </a:lnTo>
                  <a:lnTo>
                    <a:pt x="1253" y="490"/>
                  </a:lnTo>
                  <a:lnTo>
                    <a:pt x="1254" y="490"/>
                  </a:lnTo>
                  <a:lnTo>
                    <a:pt x="1255" y="490"/>
                  </a:lnTo>
                  <a:lnTo>
                    <a:pt x="1257" y="490"/>
                  </a:lnTo>
                  <a:lnTo>
                    <a:pt x="1258" y="490"/>
                  </a:lnTo>
                  <a:lnTo>
                    <a:pt x="1259" y="490"/>
                  </a:lnTo>
                  <a:lnTo>
                    <a:pt x="1261" y="490"/>
                  </a:lnTo>
                  <a:lnTo>
                    <a:pt x="1262" y="490"/>
                  </a:lnTo>
                  <a:lnTo>
                    <a:pt x="1263" y="490"/>
                  </a:lnTo>
                  <a:lnTo>
                    <a:pt x="1265" y="490"/>
                  </a:lnTo>
                  <a:lnTo>
                    <a:pt x="1266" y="490"/>
                  </a:lnTo>
                  <a:lnTo>
                    <a:pt x="1267" y="490"/>
                  </a:lnTo>
                  <a:lnTo>
                    <a:pt x="1269" y="490"/>
                  </a:lnTo>
                  <a:lnTo>
                    <a:pt x="1270" y="490"/>
                  </a:lnTo>
                  <a:lnTo>
                    <a:pt x="1271" y="490"/>
                  </a:lnTo>
                  <a:lnTo>
                    <a:pt x="1273" y="490"/>
                  </a:lnTo>
                  <a:lnTo>
                    <a:pt x="1274" y="490"/>
                  </a:lnTo>
                  <a:lnTo>
                    <a:pt x="1275" y="490"/>
                  </a:lnTo>
                  <a:lnTo>
                    <a:pt x="1277" y="490"/>
                  </a:lnTo>
                  <a:lnTo>
                    <a:pt x="1278" y="490"/>
                  </a:lnTo>
                  <a:lnTo>
                    <a:pt x="1279" y="490"/>
                  </a:lnTo>
                  <a:lnTo>
                    <a:pt x="1281" y="490"/>
                  </a:lnTo>
                  <a:lnTo>
                    <a:pt x="1282" y="489"/>
                  </a:lnTo>
                  <a:lnTo>
                    <a:pt x="1284" y="489"/>
                  </a:lnTo>
                  <a:lnTo>
                    <a:pt x="1285" y="489"/>
                  </a:lnTo>
                  <a:lnTo>
                    <a:pt x="1286" y="489"/>
                  </a:lnTo>
                  <a:lnTo>
                    <a:pt x="1288" y="489"/>
                  </a:lnTo>
                  <a:lnTo>
                    <a:pt x="1289" y="489"/>
                  </a:lnTo>
                  <a:lnTo>
                    <a:pt x="1290" y="489"/>
                  </a:lnTo>
                  <a:lnTo>
                    <a:pt x="1292" y="489"/>
                  </a:lnTo>
                  <a:lnTo>
                    <a:pt x="1293" y="489"/>
                  </a:lnTo>
                  <a:lnTo>
                    <a:pt x="1294" y="489"/>
                  </a:lnTo>
                  <a:lnTo>
                    <a:pt x="1296" y="489"/>
                  </a:lnTo>
                  <a:lnTo>
                    <a:pt x="1297" y="489"/>
                  </a:lnTo>
                  <a:lnTo>
                    <a:pt x="1298" y="489"/>
                  </a:lnTo>
                  <a:lnTo>
                    <a:pt x="1300" y="489"/>
                  </a:lnTo>
                  <a:lnTo>
                    <a:pt x="1301" y="489"/>
                  </a:lnTo>
                  <a:lnTo>
                    <a:pt x="1302" y="489"/>
                  </a:lnTo>
                  <a:lnTo>
                    <a:pt x="1304" y="489"/>
                  </a:lnTo>
                  <a:lnTo>
                    <a:pt x="1305" y="489"/>
                  </a:lnTo>
                  <a:lnTo>
                    <a:pt x="1306" y="489"/>
                  </a:lnTo>
                  <a:lnTo>
                    <a:pt x="1308" y="489"/>
                  </a:lnTo>
                  <a:lnTo>
                    <a:pt x="1309" y="489"/>
                  </a:lnTo>
                  <a:lnTo>
                    <a:pt x="1310" y="489"/>
                  </a:lnTo>
                  <a:lnTo>
                    <a:pt x="1312" y="488"/>
                  </a:lnTo>
                  <a:lnTo>
                    <a:pt x="1313" y="488"/>
                  </a:lnTo>
                  <a:lnTo>
                    <a:pt x="1314" y="488"/>
                  </a:lnTo>
                  <a:lnTo>
                    <a:pt x="1316" y="488"/>
                  </a:lnTo>
                  <a:lnTo>
                    <a:pt x="1317" y="488"/>
                  </a:lnTo>
                  <a:lnTo>
                    <a:pt x="1319" y="488"/>
                  </a:lnTo>
                  <a:lnTo>
                    <a:pt x="1320" y="488"/>
                  </a:lnTo>
                  <a:lnTo>
                    <a:pt x="1321" y="488"/>
                  </a:lnTo>
                  <a:lnTo>
                    <a:pt x="1323" y="488"/>
                  </a:lnTo>
                  <a:lnTo>
                    <a:pt x="1324" y="488"/>
                  </a:lnTo>
                  <a:lnTo>
                    <a:pt x="1325" y="488"/>
                  </a:lnTo>
                  <a:lnTo>
                    <a:pt x="1327" y="488"/>
                  </a:lnTo>
                  <a:lnTo>
                    <a:pt x="1328" y="488"/>
                  </a:lnTo>
                  <a:lnTo>
                    <a:pt x="1329" y="488"/>
                  </a:lnTo>
                  <a:lnTo>
                    <a:pt x="1331" y="488"/>
                  </a:lnTo>
                  <a:lnTo>
                    <a:pt x="1332" y="488"/>
                  </a:lnTo>
                  <a:lnTo>
                    <a:pt x="1333" y="488"/>
                  </a:lnTo>
                  <a:lnTo>
                    <a:pt x="1335" y="488"/>
                  </a:lnTo>
                  <a:lnTo>
                    <a:pt x="1336" y="488"/>
                  </a:lnTo>
                  <a:lnTo>
                    <a:pt x="1337" y="488"/>
                  </a:lnTo>
                  <a:lnTo>
                    <a:pt x="1339" y="488"/>
                  </a:lnTo>
                  <a:lnTo>
                    <a:pt x="1340" y="488"/>
                  </a:lnTo>
                  <a:lnTo>
                    <a:pt x="1341" y="488"/>
                  </a:lnTo>
                  <a:lnTo>
                    <a:pt x="1343" y="488"/>
                  </a:lnTo>
                  <a:lnTo>
                    <a:pt x="1344" y="488"/>
                  </a:lnTo>
                  <a:lnTo>
                    <a:pt x="1345" y="488"/>
                  </a:lnTo>
                  <a:lnTo>
                    <a:pt x="1347" y="488"/>
                  </a:lnTo>
                  <a:lnTo>
                    <a:pt x="1348" y="488"/>
                  </a:lnTo>
                  <a:lnTo>
                    <a:pt x="1349" y="488"/>
                  </a:lnTo>
                  <a:lnTo>
                    <a:pt x="1351" y="488"/>
                  </a:lnTo>
                  <a:lnTo>
                    <a:pt x="1352" y="488"/>
                  </a:lnTo>
                  <a:lnTo>
                    <a:pt x="1353" y="488"/>
                  </a:lnTo>
                  <a:lnTo>
                    <a:pt x="1355" y="487"/>
                  </a:lnTo>
                  <a:lnTo>
                    <a:pt x="1356" y="487"/>
                  </a:lnTo>
                  <a:lnTo>
                    <a:pt x="1358" y="487"/>
                  </a:lnTo>
                  <a:lnTo>
                    <a:pt x="1359" y="487"/>
                  </a:lnTo>
                  <a:lnTo>
                    <a:pt x="1360" y="487"/>
                  </a:lnTo>
                  <a:lnTo>
                    <a:pt x="1362" y="487"/>
                  </a:lnTo>
                  <a:lnTo>
                    <a:pt x="1363" y="487"/>
                  </a:lnTo>
                  <a:lnTo>
                    <a:pt x="1364" y="487"/>
                  </a:lnTo>
                  <a:lnTo>
                    <a:pt x="1366" y="487"/>
                  </a:lnTo>
                  <a:lnTo>
                    <a:pt x="1367" y="487"/>
                  </a:lnTo>
                  <a:lnTo>
                    <a:pt x="1368" y="487"/>
                  </a:lnTo>
                  <a:lnTo>
                    <a:pt x="1370" y="487"/>
                  </a:lnTo>
                  <a:lnTo>
                    <a:pt x="1371" y="487"/>
                  </a:lnTo>
                  <a:lnTo>
                    <a:pt x="1372" y="487"/>
                  </a:lnTo>
                  <a:lnTo>
                    <a:pt x="1374" y="487"/>
                  </a:lnTo>
                  <a:lnTo>
                    <a:pt x="1375" y="487"/>
                  </a:lnTo>
                  <a:lnTo>
                    <a:pt x="1376" y="487"/>
                  </a:lnTo>
                  <a:lnTo>
                    <a:pt x="1378" y="487"/>
                  </a:lnTo>
                  <a:lnTo>
                    <a:pt x="1379" y="487"/>
                  </a:lnTo>
                  <a:lnTo>
                    <a:pt x="1380" y="487"/>
                  </a:lnTo>
                  <a:lnTo>
                    <a:pt x="1382" y="486"/>
                  </a:lnTo>
                  <a:lnTo>
                    <a:pt x="1383" y="486"/>
                  </a:lnTo>
                  <a:lnTo>
                    <a:pt x="1384" y="486"/>
                  </a:lnTo>
                  <a:lnTo>
                    <a:pt x="1386" y="486"/>
                  </a:lnTo>
                  <a:lnTo>
                    <a:pt x="1387" y="486"/>
                  </a:lnTo>
                  <a:lnTo>
                    <a:pt x="1388" y="486"/>
                  </a:lnTo>
                  <a:lnTo>
                    <a:pt x="1390" y="486"/>
                  </a:lnTo>
                  <a:lnTo>
                    <a:pt x="1391" y="486"/>
                  </a:lnTo>
                  <a:lnTo>
                    <a:pt x="1393" y="486"/>
                  </a:lnTo>
                  <a:lnTo>
                    <a:pt x="1394" y="486"/>
                  </a:lnTo>
                  <a:lnTo>
                    <a:pt x="1395" y="486"/>
                  </a:lnTo>
                  <a:lnTo>
                    <a:pt x="1397" y="486"/>
                  </a:lnTo>
                  <a:lnTo>
                    <a:pt x="1398" y="487"/>
                  </a:lnTo>
                  <a:lnTo>
                    <a:pt x="1399" y="487"/>
                  </a:lnTo>
                  <a:lnTo>
                    <a:pt x="1401" y="487"/>
                  </a:lnTo>
                  <a:lnTo>
                    <a:pt x="1402" y="487"/>
                  </a:lnTo>
                  <a:lnTo>
                    <a:pt x="1403" y="487"/>
                  </a:lnTo>
                  <a:lnTo>
                    <a:pt x="1405" y="487"/>
                  </a:lnTo>
                  <a:lnTo>
                    <a:pt x="1406" y="487"/>
                  </a:lnTo>
                  <a:lnTo>
                    <a:pt x="1407" y="487"/>
                  </a:lnTo>
                  <a:lnTo>
                    <a:pt x="1409" y="486"/>
                  </a:lnTo>
                  <a:lnTo>
                    <a:pt x="1410" y="486"/>
                  </a:lnTo>
                  <a:lnTo>
                    <a:pt x="1411" y="486"/>
                  </a:lnTo>
                  <a:lnTo>
                    <a:pt x="1413" y="486"/>
                  </a:lnTo>
                  <a:lnTo>
                    <a:pt x="1414" y="486"/>
                  </a:lnTo>
                  <a:lnTo>
                    <a:pt x="1415" y="486"/>
                  </a:lnTo>
                  <a:lnTo>
                    <a:pt x="1417" y="486"/>
                  </a:lnTo>
                  <a:lnTo>
                    <a:pt x="1418" y="486"/>
                  </a:lnTo>
                  <a:lnTo>
                    <a:pt x="1419" y="486"/>
                  </a:lnTo>
                  <a:lnTo>
                    <a:pt x="1421" y="486"/>
                  </a:lnTo>
                  <a:lnTo>
                    <a:pt x="1422" y="486"/>
                  </a:lnTo>
                </a:path>
              </a:pathLst>
            </a:custGeom>
            <a:noFill/>
            <a:ln cap="flat" cmpd="sng" w="25400">
              <a:solidFill>
                <a:srgbClr val="A9A9A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" name="Google Shape;543;p16"/>
          <p:cNvSpPr txBox="1"/>
          <p:nvPr/>
        </p:nvSpPr>
        <p:spPr>
          <a:xfrm>
            <a:off x="1324158" y="628711"/>
            <a:ext cx="224452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MCH Surface (Fc3, Raw)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Buffer Subtracted</a:t>
            </a:r>
            <a:endParaRPr i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" name="Google Shape;544;p16"/>
          <p:cNvGrpSpPr/>
          <p:nvPr/>
        </p:nvGrpSpPr>
        <p:grpSpPr>
          <a:xfrm>
            <a:off x="4060908" y="1516293"/>
            <a:ext cx="1278313" cy="1526276"/>
            <a:chOff x="10620451" y="1465790"/>
            <a:chExt cx="1278313" cy="1526276"/>
          </a:xfrm>
        </p:grpSpPr>
        <p:sp>
          <p:nvSpPr>
            <p:cNvPr id="545" name="Google Shape;545;p16"/>
            <p:cNvSpPr/>
            <p:nvPr/>
          </p:nvSpPr>
          <p:spPr>
            <a:xfrm>
              <a:off x="10620451" y="1465790"/>
              <a:ext cx="1278313" cy="1526276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6" name="Google Shape;546;p16"/>
            <p:cNvGrpSpPr/>
            <p:nvPr/>
          </p:nvGrpSpPr>
          <p:grpSpPr>
            <a:xfrm>
              <a:off x="10687758" y="1547141"/>
              <a:ext cx="1143699" cy="1363575"/>
              <a:chOff x="6059885" y="1975691"/>
              <a:chExt cx="1143699" cy="1363575"/>
            </a:xfrm>
          </p:grpSpPr>
          <p:grpSp>
            <p:nvGrpSpPr>
              <p:cNvPr id="547" name="Google Shape;547;p16"/>
              <p:cNvGrpSpPr/>
              <p:nvPr/>
            </p:nvGrpSpPr>
            <p:grpSpPr>
              <a:xfrm>
                <a:off x="6059885" y="1975691"/>
                <a:ext cx="1073167" cy="153888"/>
                <a:chOff x="6059885" y="2009032"/>
                <a:chExt cx="1073167" cy="153888"/>
              </a:xfrm>
            </p:grpSpPr>
            <p:sp>
              <p:nvSpPr>
                <p:cNvPr id="548" name="Google Shape;548;p16"/>
                <p:cNvSpPr/>
                <p:nvPr/>
              </p:nvSpPr>
              <p:spPr>
                <a:xfrm>
                  <a:off x="6302696" y="2009032"/>
                  <a:ext cx="83035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173.2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49" name="Google Shape;549;p16"/>
                <p:cNvCxnSpPr/>
                <p:nvPr/>
              </p:nvCxnSpPr>
              <p:spPr>
                <a:xfrm>
                  <a:off x="6059885" y="2085976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32CD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50" name="Google Shape;550;p16"/>
              <p:cNvGrpSpPr/>
              <p:nvPr/>
            </p:nvGrpSpPr>
            <p:grpSpPr>
              <a:xfrm>
                <a:off x="6059885" y="2126902"/>
                <a:ext cx="1002634" cy="153888"/>
                <a:chOff x="6059885" y="2156075"/>
                <a:chExt cx="1002634" cy="153888"/>
              </a:xfrm>
            </p:grpSpPr>
            <p:sp>
              <p:nvSpPr>
                <p:cNvPr id="551" name="Google Shape;551;p16"/>
                <p:cNvSpPr/>
                <p:nvPr/>
              </p:nvSpPr>
              <p:spPr>
                <a:xfrm>
                  <a:off x="6302696" y="2156075"/>
                  <a:ext cx="75982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86.6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2" name="Google Shape;552;p16"/>
                <p:cNvCxnSpPr/>
                <p:nvPr/>
              </p:nvCxnSpPr>
              <p:spPr>
                <a:xfrm>
                  <a:off x="6059885" y="2233019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8B008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53" name="Google Shape;553;p16"/>
              <p:cNvGrpSpPr/>
              <p:nvPr/>
            </p:nvGrpSpPr>
            <p:grpSpPr>
              <a:xfrm>
                <a:off x="6059885" y="2278113"/>
                <a:ext cx="1002634" cy="153888"/>
                <a:chOff x="6059885" y="2303118"/>
                <a:chExt cx="1002634" cy="153888"/>
              </a:xfrm>
            </p:grpSpPr>
            <p:sp>
              <p:nvSpPr>
                <p:cNvPr id="554" name="Google Shape;554;p16"/>
                <p:cNvSpPr/>
                <p:nvPr/>
              </p:nvSpPr>
              <p:spPr>
                <a:xfrm>
                  <a:off x="6302696" y="2303118"/>
                  <a:ext cx="75982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43.3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5" name="Google Shape;555;p16"/>
                <p:cNvCxnSpPr/>
                <p:nvPr/>
              </p:nvCxnSpPr>
              <p:spPr>
                <a:xfrm>
                  <a:off x="6059885" y="2380062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9A9A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56" name="Google Shape;556;p16"/>
              <p:cNvGrpSpPr/>
              <p:nvPr/>
            </p:nvGrpSpPr>
            <p:grpSpPr>
              <a:xfrm>
                <a:off x="6059885" y="2429324"/>
                <a:ext cx="1073167" cy="153888"/>
                <a:chOff x="6059885" y="2450161"/>
                <a:chExt cx="1073167" cy="153888"/>
              </a:xfrm>
            </p:grpSpPr>
            <p:sp>
              <p:nvSpPr>
                <p:cNvPr id="557" name="Google Shape;557;p16"/>
                <p:cNvSpPr/>
                <p:nvPr/>
              </p:nvSpPr>
              <p:spPr>
                <a:xfrm>
                  <a:off x="6302696" y="2450161"/>
                  <a:ext cx="83035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21.65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8" name="Google Shape;558;p16"/>
                <p:cNvCxnSpPr/>
                <p:nvPr/>
              </p:nvCxnSpPr>
              <p:spPr>
                <a:xfrm>
                  <a:off x="6059885" y="2527105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DAA52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59" name="Google Shape;559;p16"/>
              <p:cNvGrpSpPr/>
              <p:nvPr/>
            </p:nvGrpSpPr>
            <p:grpSpPr>
              <a:xfrm>
                <a:off x="6059885" y="2580535"/>
                <a:ext cx="1143699" cy="153888"/>
                <a:chOff x="6059885" y="2597204"/>
                <a:chExt cx="1143699" cy="153888"/>
              </a:xfrm>
            </p:grpSpPr>
            <p:sp>
              <p:nvSpPr>
                <p:cNvPr id="560" name="Google Shape;560;p16"/>
                <p:cNvSpPr/>
                <p:nvPr/>
              </p:nvSpPr>
              <p:spPr>
                <a:xfrm>
                  <a:off x="6302696" y="2597204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10.825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61" name="Google Shape;561;p16"/>
                <p:cNvCxnSpPr/>
                <p:nvPr/>
              </p:nvCxnSpPr>
              <p:spPr>
                <a:xfrm>
                  <a:off x="6059885" y="2674148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CE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62" name="Google Shape;562;p16"/>
              <p:cNvGrpSpPr/>
              <p:nvPr/>
            </p:nvGrpSpPr>
            <p:grpSpPr>
              <a:xfrm>
                <a:off x="6059885" y="2731746"/>
                <a:ext cx="1143699" cy="153888"/>
                <a:chOff x="6059885" y="2744247"/>
                <a:chExt cx="1143699" cy="153888"/>
              </a:xfrm>
            </p:grpSpPr>
            <p:sp>
              <p:nvSpPr>
                <p:cNvPr id="563" name="Google Shape;563;p16"/>
                <p:cNvSpPr/>
                <p:nvPr/>
              </p:nvSpPr>
              <p:spPr>
                <a:xfrm>
                  <a:off x="6302696" y="2744247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5.4124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64" name="Google Shape;564;p16"/>
                <p:cNvCxnSpPr/>
                <p:nvPr/>
              </p:nvCxnSpPr>
              <p:spPr>
                <a:xfrm>
                  <a:off x="6059885" y="2821191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65" name="Google Shape;565;p16"/>
              <p:cNvGrpSpPr/>
              <p:nvPr/>
            </p:nvGrpSpPr>
            <p:grpSpPr>
              <a:xfrm>
                <a:off x="6059885" y="2882957"/>
                <a:ext cx="1143699" cy="153888"/>
                <a:chOff x="6059885" y="2891290"/>
                <a:chExt cx="1143699" cy="153888"/>
              </a:xfrm>
            </p:grpSpPr>
            <p:sp>
              <p:nvSpPr>
                <p:cNvPr id="566" name="Google Shape;566;p16"/>
                <p:cNvSpPr/>
                <p:nvPr/>
              </p:nvSpPr>
              <p:spPr>
                <a:xfrm>
                  <a:off x="6302696" y="2891290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2.7062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67" name="Google Shape;567;p16"/>
                <p:cNvCxnSpPr/>
                <p:nvPr/>
              </p:nvCxnSpPr>
              <p:spPr>
                <a:xfrm>
                  <a:off x="6059885" y="2968234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68" name="Google Shape;568;p16"/>
              <p:cNvGrpSpPr/>
              <p:nvPr/>
            </p:nvGrpSpPr>
            <p:grpSpPr>
              <a:xfrm>
                <a:off x="6059885" y="3034168"/>
                <a:ext cx="1143699" cy="153888"/>
                <a:chOff x="6059885" y="3038333"/>
                <a:chExt cx="1143699" cy="153888"/>
              </a:xfrm>
            </p:grpSpPr>
            <p:sp>
              <p:nvSpPr>
                <p:cNvPr id="569" name="Google Shape;569;p16"/>
                <p:cNvSpPr/>
                <p:nvPr/>
              </p:nvSpPr>
              <p:spPr>
                <a:xfrm>
                  <a:off x="6302696" y="3038333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1.3531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70" name="Google Shape;570;p16"/>
                <p:cNvCxnSpPr/>
                <p:nvPr/>
              </p:nvCxnSpPr>
              <p:spPr>
                <a:xfrm>
                  <a:off x="6059885" y="3115277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228B2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1" name="Google Shape;571;p16"/>
              <p:cNvGrpSpPr/>
              <p:nvPr/>
            </p:nvGrpSpPr>
            <p:grpSpPr>
              <a:xfrm>
                <a:off x="6059885" y="3185378"/>
                <a:ext cx="826304" cy="153888"/>
                <a:chOff x="6059885" y="3185378"/>
                <a:chExt cx="826304" cy="153888"/>
              </a:xfrm>
            </p:grpSpPr>
            <p:sp>
              <p:nvSpPr>
                <p:cNvPr id="572" name="Google Shape;572;p16"/>
                <p:cNvSpPr/>
                <p:nvPr/>
              </p:nvSpPr>
              <p:spPr>
                <a:xfrm>
                  <a:off x="6302696" y="3185378"/>
                  <a:ext cx="58349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73" name="Google Shape;573;p16"/>
                <p:cNvCxnSpPr/>
                <p:nvPr/>
              </p:nvCxnSpPr>
              <p:spPr>
                <a:xfrm>
                  <a:off x="6059885" y="3262322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574" name="Google Shape;574;p16"/>
          <p:cNvSpPr txBox="1"/>
          <p:nvPr/>
        </p:nvSpPr>
        <p:spPr>
          <a:xfrm>
            <a:off x="1704352" y="80914"/>
            <a:ext cx="8783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CTH Binding Results (Exp 1)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5" name="Google Shape;575;p16"/>
          <p:cNvGrpSpPr/>
          <p:nvPr/>
        </p:nvGrpSpPr>
        <p:grpSpPr>
          <a:xfrm>
            <a:off x="6196243" y="1667274"/>
            <a:ext cx="5029201" cy="2743200"/>
            <a:chOff x="6155036" y="3979863"/>
            <a:chExt cx="4656298" cy="2752526"/>
          </a:xfrm>
        </p:grpSpPr>
        <p:cxnSp>
          <p:nvCxnSpPr>
            <p:cNvPr id="576" name="Google Shape;576;p16"/>
            <p:cNvCxnSpPr/>
            <p:nvPr/>
          </p:nvCxnSpPr>
          <p:spPr>
            <a:xfrm rot="10800000">
              <a:off x="6662738" y="4044951"/>
              <a:ext cx="0" cy="23383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16"/>
            <p:cNvCxnSpPr/>
            <p:nvPr/>
          </p:nvCxnSpPr>
          <p:spPr>
            <a:xfrm rot="10800000">
              <a:off x="6646863" y="63833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16"/>
            <p:cNvCxnSpPr/>
            <p:nvPr/>
          </p:nvCxnSpPr>
          <p:spPr>
            <a:xfrm rot="10800000">
              <a:off x="6646863" y="62182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p16"/>
            <p:cNvCxnSpPr/>
            <p:nvPr/>
          </p:nvCxnSpPr>
          <p:spPr>
            <a:xfrm rot="10800000">
              <a:off x="6646863" y="6049963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16"/>
            <p:cNvCxnSpPr/>
            <p:nvPr/>
          </p:nvCxnSpPr>
          <p:spPr>
            <a:xfrm rot="10800000">
              <a:off x="6646863" y="588327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16"/>
            <p:cNvCxnSpPr/>
            <p:nvPr/>
          </p:nvCxnSpPr>
          <p:spPr>
            <a:xfrm rot="10800000">
              <a:off x="6646863" y="571658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16"/>
            <p:cNvCxnSpPr/>
            <p:nvPr/>
          </p:nvCxnSpPr>
          <p:spPr>
            <a:xfrm rot="10800000">
              <a:off x="6646863" y="5549901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16"/>
            <p:cNvCxnSpPr/>
            <p:nvPr/>
          </p:nvCxnSpPr>
          <p:spPr>
            <a:xfrm rot="10800000">
              <a:off x="6646863" y="538162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16"/>
            <p:cNvCxnSpPr/>
            <p:nvPr/>
          </p:nvCxnSpPr>
          <p:spPr>
            <a:xfrm rot="10800000">
              <a:off x="6646863" y="52149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16"/>
            <p:cNvCxnSpPr/>
            <p:nvPr/>
          </p:nvCxnSpPr>
          <p:spPr>
            <a:xfrm rot="10800000">
              <a:off x="6646863" y="50498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16"/>
            <p:cNvCxnSpPr/>
            <p:nvPr/>
          </p:nvCxnSpPr>
          <p:spPr>
            <a:xfrm rot="10800000">
              <a:off x="6646863" y="4881563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16"/>
            <p:cNvCxnSpPr/>
            <p:nvPr/>
          </p:nvCxnSpPr>
          <p:spPr>
            <a:xfrm rot="10800000">
              <a:off x="6646863" y="471487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16"/>
            <p:cNvCxnSpPr/>
            <p:nvPr/>
          </p:nvCxnSpPr>
          <p:spPr>
            <a:xfrm rot="10800000">
              <a:off x="6646863" y="4549776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16"/>
            <p:cNvCxnSpPr/>
            <p:nvPr/>
          </p:nvCxnSpPr>
          <p:spPr>
            <a:xfrm rot="10800000">
              <a:off x="6646863" y="4381501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16"/>
            <p:cNvCxnSpPr/>
            <p:nvPr/>
          </p:nvCxnSpPr>
          <p:spPr>
            <a:xfrm rot="10800000">
              <a:off x="6646863" y="4214813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16"/>
            <p:cNvCxnSpPr/>
            <p:nvPr/>
          </p:nvCxnSpPr>
          <p:spPr>
            <a:xfrm rot="10800000">
              <a:off x="6646863" y="4046538"/>
              <a:ext cx="206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16"/>
            <p:cNvCxnSpPr/>
            <p:nvPr/>
          </p:nvCxnSpPr>
          <p:spPr>
            <a:xfrm rot="10800000">
              <a:off x="6624638" y="6383338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16"/>
            <p:cNvCxnSpPr/>
            <p:nvPr/>
          </p:nvCxnSpPr>
          <p:spPr>
            <a:xfrm rot="10800000">
              <a:off x="6624638" y="6049963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16"/>
            <p:cNvCxnSpPr/>
            <p:nvPr/>
          </p:nvCxnSpPr>
          <p:spPr>
            <a:xfrm rot="10800000">
              <a:off x="6624638" y="5715001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16"/>
            <p:cNvCxnSpPr/>
            <p:nvPr/>
          </p:nvCxnSpPr>
          <p:spPr>
            <a:xfrm rot="10800000">
              <a:off x="6624638" y="5381626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16"/>
            <p:cNvCxnSpPr/>
            <p:nvPr/>
          </p:nvCxnSpPr>
          <p:spPr>
            <a:xfrm rot="10800000">
              <a:off x="6624638" y="5046663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16"/>
            <p:cNvCxnSpPr/>
            <p:nvPr/>
          </p:nvCxnSpPr>
          <p:spPr>
            <a:xfrm rot="10800000">
              <a:off x="6624638" y="4714876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p16"/>
            <p:cNvCxnSpPr/>
            <p:nvPr/>
          </p:nvCxnSpPr>
          <p:spPr>
            <a:xfrm rot="10800000">
              <a:off x="6624638" y="4379913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16"/>
            <p:cNvCxnSpPr/>
            <p:nvPr/>
          </p:nvCxnSpPr>
          <p:spPr>
            <a:xfrm rot="10800000">
              <a:off x="6624638" y="4044951"/>
              <a:ext cx="539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0" name="Google Shape;600;p16"/>
            <p:cNvSpPr/>
            <p:nvPr/>
          </p:nvSpPr>
          <p:spPr>
            <a:xfrm>
              <a:off x="6383338" y="6318251"/>
              <a:ext cx="18434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-50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6443663" y="5984876"/>
              <a:ext cx="705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6403976" y="5649913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6367463" y="531653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6367463" y="498157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150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6367463" y="46497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6367463" y="43148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250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6367463" y="3979863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16"/>
            <p:cNvCxnSpPr/>
            <p:nvPr/>
          </p:nvCxnSpPr>
          <p:spPr>
            <a:xfrm>
              <a:off x="6662738" y="6383338"/>
              <a:ext cx="4000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16"/>
            <p:cNvCxnSpPr/>
            <p:nvPr/>
          </p:nvCxnSpPr>
          <p:spPr>
            <a:xfrm>
              <a:off x="6662738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16"/>
            <p:cNvCxnSpPr/>
            <p:nvPr/>
          </p:nvCxnSpPr>
          <p:spPr>
            <a:xfrm>
              <a:off x="6884988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1" name="Google Shape;611;p16"/>
            <p:cNvCxnSpPr/>
            <p:nvPr/>
          </p:nvCxnSpPr>
          <p:spPr>
            <a:xfrm>
              <a:off x="710565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2" name="Google Shape;612;p16"/>
            <p:cNvCxnSpPr/>
            <p:nvPr/>
          </p:nvCxnSpPr>
          <p:spPr>
            <a:xfrm>
              <a:off x="732790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3" name="Google Shape;613;p16"/>
            <p:cNvCxnSpPr/>
            <p:nvPr/>
          </p:nvCxnSpPr>
          <p:spPr>
            <a:xfrm>
              <a:off x="755015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p16"/>
            <p:cNvCxnSpPr/>
            <p:nvPr/>
          </p:nvCxnSpPr>
          <p:spPr>
            <a:xfrm>
              <a:off x="777240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16"/>
            <p:cNvCxnSpPr/>
            <p:nvPr/>
          </p:nvCxnSpPr>
          <p:spPr>
            <a:xfrm>
              <a:off x="799465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16"/>
            <p:cNvCxnSpPr/>
            <p:nvPr/>
          </p:nvCxnSpPr>
          <p:spPr>
            <a:xfrm>
              <a:off x="8215313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16"/>
            <p:cNvCxnSpPr/>
            <p:nvPr/>
          </p:nvCxnSpPr>
          <p:spPr>
            <a:xfrm>
              <a:off x="8437563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16"/>
            <p:cNvCxnSpPr/>
            <p:nvPr/>
          </p:nvCxnSpPr>
          <p:spPr>
            <a:xfrm>
              <a:off x="8662988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9" name="Google Shape;619;p16"/>
            <p:cNvCxnSpPr/>
            <p:nvPr/>
          </p:nvCxnSpPr>
          <p:spPr>
            <a:xfrm>
              <a:off x="888365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0" name="Google Shape;620;p16"/>
            <p:cNvCxnSpPr/>
            <p:nvPr/>
          </p:nvCxnSpPr>
          <p:spPr>
            <a:xfrm>
              <a:off x="910590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16"/>
            <p:cNvCxnSpPr/>
            <p:nvPr/>
          </p:nvCxnSpPr>
          <p:spPr>
            <a:xfrm>
              <a:off x="932815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2" name="Google Shape;622;p16"/>
            <p:cNvCxnSpPr/>
            <p:nvPr/>
          </p:nvCxnSpPr>
          <p:spPr>
            <a:xfrm>
              <a:off x="955040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16"/>
            <p:cNvCxnSpPr/>
            <p:nvPr/>
          </p:nvCxnSpPr>
          <p:spPr>
            <a:xfrm>
              <a:off x="977265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16"/>
            <p:cNvCxnSpPr/>
            <p:nvPr/>
          </p:nvCxnSpPr>
          <p:spPr>
            <a:xfrm>
              <a:off x="9994901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16"/>
            <p:cNvCxnSpPr/>
            <p:nvPr/>
          </p:nvCxnSpPr>
          <p:spPr>
            <a:xfrm>
              <a:off x="10215563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16"/>
            <p:cNvCxnSpPr/>
            <p:nvPr/>
          </p:nvCxnSpPr>
          <p:spPr>
            <a:xfrm>
              <a:off x="10437813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7" name="Google Shape;627;p16"/>
            <p:cNvCxnSpPr/>
            <p:nvPr/>
          </p:nvCxnSpPr>
          <p:spPr>
            <a:xfrm>
              <a:off x="10663238" y="6378576"/>
              <a:ext cx="0" cy="17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8" name="Google Shape;628;p16"/>
            <p:cNvCxnSpPr/>
            <p:nvPr/>
          </p:nvCxnSpPr>
          <p:spPr>
            <a:xfrm>
              <a:off x="6662738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9" name="Google Shape;629;p16"/>
            <p:cNvCxnSpPr/>
            <p:nvPr/>
          </p:nvCxnSpPr>
          <p:spPr>
            <a:xfrm>
              <a:off x="7105651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0" name="Google Shape;630;p16"/>
            <p:cNvCxnSpPr/>
            <p:nvPr/>
          </p:nvCxnSpPr>
          <p:spPr>
            <a:xfrm>
              <a:off x="7550151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16"/>
            <p:cNvCxnSpPr/>
            <p:nvPr/>
          </p:nvCxnSpPr>
          <p:spPr>
            <a:xfrm>
              <a:off x="7994651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2" name="Google Shape;632;p16"/>
            <p:cNvCxnSpPr/>
            <p:nvPr/>
          </p:nvCxnSpPr>
          <p:spPr>
            <a:xfrm>
              <a:off x="8437563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16"/>
            <p:cNvCxnSpPr/>
            <p:nvPr/>
          </p:nvCxnSpPr>
          <p:spPr>
            <a:xfrm>
              <a:off x="8883651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16"/>
            <p:cNvCxnSpPr/>
            <p:nvPr/>
          </p:nvCxnSpPr>
          <p:spPr>
            <a:xfrm>
              <a:off x="9328151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16"/>
            <p:cNvCxnSpPr/>
            <p:nvPr/>
          </p:nvCxnSpPr>
          <p:spPr>
            <a:xfrm>
              <a:off x="9772651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16"/>
            <p:cNvCxnSpPr/>
            <p:nvPr/>
          </p:nvCxnSpPr>
          <p:spPr>
            <a:xfrm>
              <a:off x="10215563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16"/>
            <p:cNvCxnSpPr/>
            <p:nvPr/>
          </p:nvCxnSpPr>
          <p:spPr>
            <a:xfrm>
              <a:off x="10663238" y="6369051"/>
              <a:ext cx="0" cy="44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8" name="Google Shape;638;p16"/>
            <p:cNvSpPr/>
            <p:nvPr/>
          </p:nvSpPr>
          <p:spPr>
            <a:xfrm>
              <a:off x="6584951" y="6435726"/>
              <a:ext cx="254878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7085013" y="6435726"/>
              <a:ext cx="705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7486651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7931151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8374063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8821738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9264651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9709151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10152063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10599738" y="6435726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 rot="-5400000">
              <a:off x="5772720" y="5115768"/>
              <a:ext cx="918521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Response (RU)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10710863" y="6538913"/>
              <a:ext cx="64120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8480846" y="6578501"/>
              <a:ext cx="490519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 (s)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6845301" y="6049963"/>
              <a:ext cx="3756025" cy="0"/>
            </a:xfrm>
            <a:custGeom>
              <a:rect b="b" l="l" r="r" t="t"/>
              <a:pathLst>
                <a:path extrusionOk="0" h="120000" w="1422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0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8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3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7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1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5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1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8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3" y="0"/>
                  </a:lnTo>
                  <a:lnTo>
                    <a:pt x="114" y="0"/>
                  </a:lnTo>
                  <a:lnTo>
                    <a:pt x="115" y="0"/>
                  </a:lnTo>
                  <a:lnTo>
                    <a:pt x="117" y="0"/>
                  </a:lnTo>
                  <a:lnTo>
                    <a:pt x="118" y="0"/>
                  </a:lnTo>
                  <a:lnTo>
                    <a:pt x="119" y="0"/>
                  </a:lnTo>
                  <a:lnTo>
                    <a:pt x="121" y="0"/>
                  </a:lnTo>
                  <a:lnTo>
                    <a:pt x="122" y="0"/>
                  </a:lnTo>
                  <a:lnTo>
                    <a:pt x="123" y="0"/>
                  </a:lnTo>
                  <a:lnTo>
                    <a:pt x="125" y="0"/>
                  </a:lnTo>
                  <a:lnTo>
                    <a:pt x="126" y="0"/>
                  </a:lnTo>
                  <a:lnTo>
                    <a:pt x="127" y="0"/>
                  </a:lnTo>
                  <a:lnTo>
                    <a:pt x="129" y="0"/>
                  </a:lnTo>
                  <a:lnTo>
                    <a:pt x="130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40" y="0"/>
                  </a:lnTo>
                  <a:lnTo>
                    <a:pt x="141" y="0"/>
                  </a:lnTo>
                  <a:lnTo>
                    <a:pt x="142" y="0"/>
                  </a:lnTo>
                  <a:lnTo>
                    <a:pt x="144" y="0"/>
                  </a:lnTo>
                  <a:lnTo>
                    <a:pt x="145" y="0"/>
                  </a:lnTo>
                  <a:lnTo>
                    <a:pt x="146" y="0"/>
                  </a:lnTo>
                  <a:lnTo>
                    <a:pt x="148" y="0"/>
                  </a:lnTo>
                  <a:lnTo>
                    <a:pt x="149" y="0"/>
                  </a:lnTo>
                  <a:lnTo>
                    <a:pt x="150" y="0"/>
                  </a:lnTo>
                  <a:lnTo>
                    <a:pt x="152" y="0"/>
                  </a:lnTo>
                  <a:lnTo>
                    <a:pt x="153" y="0"/>
                  </a:lnTo>
                  <a:lnTo>
                    <a:pt x="154" y="0"/>
                  </a:lnTo>
                  <a:lnTo>
                    <a:pt x="156" y="0"/>
                  </a:lnTo>
                  <a:lnTo>
                    <a:pt x="157" y="0"/>
                  </a:lnTo>
                  <a:lnTo>
                    <a:pt x="158" y="0"/>
                  </a:lnTo>
                  <a:lnTo>
                    <a:pt x="160" y="0"/>
                  </a:lnTo>
                  <a:lnTo>
                    <a:pt x="161" y="0"/>
                  </a:lnTo>
                  <a:lnTo>
                    <a:pt x="162" y="0"/>
                  </a:lnTo>
                  <a:lnTo>
                    <a:pt x="164" y="0"/>
                  </a:lnTo>
                  <a:lnTo>
                    <a:pt x="165" y="0"/>
                  </a:lnTo>
                  <a:lnTo>
                    <a:pt x="167" y="0"/>
                  </a:lnTo>
                  <a:lnTo>
                    <a:pt x="168" y="0"/>
                  </a:lnTo>
                  <a:lnTo>
                    <a:pt x="169" y="0"/>
                  </a:lnTo>
                  <a:lnTo>
                    <a:pt x="171" y="0"/>
                  </a:lnTo>
                  <a:lnTo>
                    <a:pt x="172" y="0"/>
                  </a:lnTo>
                  <a:lnTo>
                    <a:pt x="173" y="0"/>
                  </a:lnTo>
                  <a:lnTo>
                    <a:pt x="175" y="0"/>
                  </a:lnTo>
                  <a:lnTo>
                    <a:pt x="176" y="0"/>
                  </a:lnTo>
                  <a:lnTo>
                    <a:pt x="177" y="0"/>
                  </a:lnTo>
                  <a:lnTo>
                    <a:pt x="179" y="0"/>
                  </a:lnTo>
                  <a:lnTo>
                    <a:pt x="180" y="0"/>
                  </a:lnTo>
                  <a:lnTo>
                    <a:pt x="181" y="0"/>
                  </a:lnTo>
                  <a:lnTo>
                    <a:pt x="183" y="0"/>
                  </a:lnTo>
                  <a:lnTo>
                    <a:pt x="184" y="0"/>
                  </a:lnTo>
                  <a:lnTo>
                    <a:pt x="185" y="0"/>
                  </a:lnTo>
                  <a:lnTo>
                    <a:pt x="187" y="0"/>
                  </a:lnTo>
                  <a:lnTo>
                    <a:pt x="188" y="0"/>
                  </a:lnTo>
                  <a:lnTo>
                    <a:pt x="189" y="0"/>
                  </a:lnTo>
                  <a:lnTo>
                    <a:pt x="191" y="0"/>
                  </a:lnTo>
                  <a:lnTo>
                    <a:pt x="192" y="0"/>
                  </a:lnTo>
                  <a:lnTo>
                    <a:pt x="193" y="0"/>
                  </a:lnTo>
                  <a:lnTo>
                    <a:pt x="195" y="0"/>
                  </a:lnTo>
                  <a:lnTo>
                    <a:pt x="196" y="0"/>
                  </a:lnTo>
                  <a:lnTo>
                    <a:pt x="197" y="0"/>
                  </a:lnTo>
                  <a:lnTo>
                    <a:pt x="199" y="0"/>
                  </a:lnTo>
                  <a:lnTo>
                    <a:pt x="200" y="0"/>
                  </a:lnTo>
                  <a:lnTo>
                    <a:pt x="202" y="0"/>
                  </a:lnTo>
                  <a:lnTo>
                    <a:pt x="203" y="0"/>
                  </a:lnTo>
                  <a:lnTo>
                    <a:pt x="204" y="0"/>
                  </a:lnTo>
                  <a:lnTo>
                    <a:pt x="206" y="0"/>
                  </a:lnTo>
                  <a:lnTo>
                    <a:pt x="207" y="0"/>
                  </a:lnTo>
                  <a:lnTo>
                    <a:pt x="208" y="0"/>
                  </a:lnTo>
                  <a:lnTo>
                    <a:pt x="210" y="0"/>
                  </a:lnTo>
                  <a:lnTo>
                    <a:pt x="211" y="0"/>
                  </a:lnTo>
                  <a:lnTo>
                    <a:pt x="212" y="0"/>
                  </a:lnTo>
                  <a:lnTo>
                    <a:pt x="214" y="0"/>
                  </a:lnTo>
                  <a:lnTo>
                    <a:pt x="215" y="0"/>
                  </a:lnTo>
                  <a:lnTo>
                    <a:pt x="216" y="0"/>
                  </a:lnTo>
                  <a:lnTo>
                    <a:pt x="218" y="0"/>
                  </a:lnTo>
                  <a:lnTo>
                    <a:pt x="219" y="0"/>
                  </a:lnTo>
                  <a:lnTo>
                    <a:pt x="220" y="0"/>
                  </a:lnTo>
                  <a:lnTo>
                    <a:pt x="222" y="0"/>
                  </a:lnTo>
                  <a:lnTo>
                    <a:pt x="223" y="0"/>
                  </a:lnTo>
                  <a:lnTo>
                    <a:pt x="224" y="0"/>
                  </a:lnTo>
                  <a:lnTo>
                    <a:pt x="226" y="0"/>
                  </a:lnTo>
                  <a:lnTo>
                    <a:pt x="227" y="0"/>
                  </a:lnTo>
                  <a:lnTo>
                    <a:pt x="228" y="0"/>
                  </a:lnTo>
                  <a:lnTo>
                    <a:pt x="230" y="0"/>
                  </a:lnTo>
                  <a:lnTo>
                    <a:pt x="231" y="0"/>
                  </a:lnTo>
                  <a:lnTo>
                    <a:pt x="232" y="0"/>
                  </a:lnTo>
                  <a:lnTo>
                    <a:pt x="234" y="0"/>
                  </a:lnTo>
                  <a:lnTo>
                    <a:pt x="235" y="0"/>
                  </a:lnTo>
                  <a:lnTo>
                    <a:pt x="236" y="0"/>
                  </a:lnTo>
                  <a:lnTo>
                    <a:pt x="238" y="0"/>
                  </a:lnTo>
                  <a:lnTo>
                    <a:pt x="239" y="0"/>
                  </a:lnTo>
                  <a:lnTo>
                    <a:pt x="241" y="0"/>
                  </a:lnTo>
                  <a:lnTo>
                    <a:pt x="242" y="0"/>
                  </a:lnTo>
                  <a:lnTo>
                    <a:pt x="243" y="0"/>
                  </a:lnTo>
                  <a:lnTo>
                    <a:pt x="245" y="0"/>
                  </a:lnTo>
                  <a:lnTo>
                    <a:pt x="246" y="0"/>
                  </a:lnTo>
                  <a:lnTo>
                    <a:pt x="247" y="0"/>
                  </a:lnTo>
                  <a:lnTo>
                    <a:pt x="249" y="0"/>
                  </a:lnTo>
                  <a:lnTo>
                    <a:pt x="250" y="0"/>
                  </a:lnTo>
                  <a:lnTo>
                    <a:pt x="251" y="0"/>
                  </a:lnTo>
                  <a:lnTo>
                    <a:pt x="253" y="0"/>
                  </a:lnTo>
                  <a:lnTo>
                    <a:pt x="254" y="0"/>
                  </a:lnTo>
                  <a:lnTo>
                    <a:pt x="255" y="0"/>
                  </a:lnTo>
                  <a:lnTo>
                    <a:pt x="257" y="0"/>
                  </a:lnTo>
                  <a:lnTo>
                    <a:pt x="258" y="0"/>
                  </a:lnTo>
                  <a:lnTo>
                    <a:pt x="259" y="0"/>
                  </a:lnTo>
                  <a:lnTo>
                    <a:pt x="261" y="0"/>
                  </a:lnTo>
                  <a:lnTo>
                    <a:pt x="262" y="0"/>
                  </a:lnTo>
                  <a:lnTo>
                    <a:pt x="263" y="0"/>
                  </a:lnTo>
                  <a:lnTo>
                    <a:pt x="265" y="0"/>
                  </a:lnTo>
                  <a:lnTo>
                    <a:pt x="266" y="0"/>
                  </a:lnTo>
                  <a:lnTo>
                    <a:pt x="267" y="0"/>
                  </a:lnTo>
                  <a:lnTo>
                    <a:pt x="269" y="0"/>
                  </a:lnTo>
                  <a:lnTo>
                    <a:pt x="270" y="0"/>
                  </a:lnTo>
                  <a:lnTo>
                    <a:pt x="271" y="0"/>
                  </a:lnTo>
                  <a:lnTo>
                    <a:pt x="273" y="0"/>
                  </a:lnTo>
                  <a:lnTo>
                    <a:pt x="274" y="0"/>
                  </a:lnTo>
                  <a:lnTo>
                    <a:pt x="276" y="0"/>
                  </a:lnTo>
                  <a:lnTo>
                    <a:pt x="277" y="0"/>
                  </a:lnTo>
                  <a:lnTo>
                    <a:pt x="278" y="0"/>
                  </a:lnTo>
                  <a:lnTo>
                    <a:pt x="280" y="0"/>
                  </a:lnTo>
                  <a:lnTo>
                    <a:pt x="281" y="0"/>
                  </a:lnTo>
                  <a:lnTo>
                    <a:pt x="282" y="0"/>
                  </a:lnTo>
                  <a:lnTo>
                    <a:pt x="284" y="0"/>
                  </a:lnTo>
                  <a:lnTo>
                    <a:pt x="285" y="0"/>
                  </a:lnTo>
                  <a:lnTo>
                    <a:pt x="286" y="0"/>
                  </a:lnTo>
                  <a:lnTo>
                    <a:pt x="288" y="0"/>
                  </a:lnTo>
                  <a:lnTo>
                    <a:pt x="289" y="0"/>
                  </a:lnTo>
                  <a:lnTo>
                    <a:pt x="290" y="0"/>
                  </a:lnTo>
                  <a:lnTo>
                    <a:pt x="292" y="0"/>
                  </a:lnTo>
                  <a:lnTo>
                    <a:pt x="293" y="0"/>
                  </a:lnTo>
                  <a:lnTo>
                    <a:pt x="294" y="0"/>
                  </a:lnTo>
                  <a:lnTo>
                    <a:pt x="296" y="0"/>
                  </a:lnTo>
                  <a:lnTo>
                    <a:pt x="297" y="0"/>
                  </a:lnTo>
                  <a:lnTo>
                    <a:pt x="298" y="0"/>
                  </a:lnTo>
                  <a:lnTo>
                    <a:pt x="300" y="0"/>
                  </a:lnTo>
                  <a:lnTo>
                    <a:pt x="301" y="0"/>
                  </a:lnTo>
                  <a:lnTo>
                    <a:pt x="302" y="0"/>
                  </a:lnTo>
                  <a:lnTo>
                    <a:pt x="304" y="0"/>
                  </a:lnTo>
                  <a:lnTo>
                    <a:pt x="305" y="0"/>
                  </a:lnTo>
                  <a:lnTo>
                    <a:pt x="306" y="0"/>
                  </a:lnTo>
                  <a:lnTo>
                    <a:pt x="308" y="0"/>
                  </a:lnTo>
                  <a:lnTo>
                    <a:pt x="309" y="0"/>
                  </a:lnTo>
                  <a:lnTo>
                    <a:pt x="311" y="0"/>
                  </a:lnTo>
                  <a:lnTo>
                    <a:pt x="312" y="0"/>
                  </a:lnTo>
                  <a:lnTo>
                    <a:pt x="313" y="0"/>
                  </a:lnTo>
                  <a:lnTo>
                    <a:pt x="315" y="0"/>
                  </a:lnTo>
                  <a:lnTo>
                    <a:pt x="316" y="0"/>
                  </a:lnTo>
                  <a:lnTo>
                    <a:pt x="317" y="0"/>
                  </a:lnTo>
                  <a:lnTo>
                    <a:pt x="319" y="0"/>
                  </a:lnTo>
                  <a:lnTo>
                    <a:pt x="320" y="0"/>
                  </a:lnTo>
                  <a:lnTo>
                    <a:pt x="321" y="0"/>
                  </a:lnTo>
                  <a:lnTo>
                    <a:pt x="323" y="0"/>
                  </a:lnTo>
                  <a:lnTo>
                    <a:pt x="324" y="0"/>
                  </a:lnTo>
                  <a:lnTo>
                    <a:pt x="325" y="0"/>
                  </a:lnTo>
                  <a:lnTo>
                    <a:pt x="327" y="0"/>
                  </a:lnTo>
                  <a:lnTo>
                    <a:pt x="328" y="0"/>
                  </a:lnTo>
                  <a:lnTo>
                    <a:pt x="329" y="0"/>
                  </a:lnTo>
                  <a:lnTo>
                    <a:pt x="331" y="0"/>
                  </a:lnTo>
                  <a:lnTo>
                    <a:pt x="332" y="0"/>
                  </a:lnTo>
                  <a:lnTo>
                    <a:pt x="333" y="0"/>
                  </a:lnTo>
                  <a:lnTo>
                    <a:pt x="335" y="0"/>
                  </a:lnTo>
                  <a:lnTo>
                    <a:pt x="336" y="0"/>
                  </a:lnTo>
                  <a:lnTo>
                    <a:pt x="337" y="0"/>
                  </a:lnTo>
                  <a:lnTo>
                    <a:pt x="339" y="0"/>
                  </a:lnTo>
                  <a:lnTo>
                    <a:pt x="340" y="0"/>
                  </a:lnTo>
                  <a:lnTo>
                    <a:pt x="341" y="0"/>
                  </a:lnTo>
                  <a:lnTo>
                    <a:pt x="343" y="0"/>
                  </a:lnTo>
                  <a:lnTo>
                    <a:pt x="344" y="0"/>
                  </a:lnTo>
                  <a:lnTo>
                    <a:pt x="346" y="0"/>
                  </a:lnTo>
                  <a:lnTo>
                    <a:pt x="347" y="0"/>
                  </a:lnTo>
                  <a:lnTo>
                    <a:pt x="348" y="0"/>
                  </a:lnTo>
                  <a:lnTo>
                    <a:pt x="350" y="0"/>
                  </a:lnTo>
                  <a:lnTo>
                    <a:pt x="351" y="0"/>
                  </a:lnTo>
                  <a:lnTo>
                    <a:pt x="352" y="0"/>
                  </a:lnTo>
                  <a:lnTo>
                    <a:pt x="354" y="0"/>
                  </a:lnTo>
                  <a:lnTo>
                    <a:pt x="355" y="0"/>
                  </a:lnTo>
                  <a:lnTo>
                    <a:pt x="356" y="0"/>
                  </a:lnTo>
                  <a:lnTo>
                    <a:pt x="358" y="0"/>
                  </a:lnTo>
                  <a:lnTo>
                    <a:pt x="359" y="0"/>
                  </a:lnTo>
                  <a:lnTo>
                    <a:pt x="360" y="0"/>
                  </a:lnTo>
                  <a:lnTo>
                    <a:pt x="362" y="0"/>
                  </a:lnTo>
                  <a:lnTo>
                    <a:pt x="363" y="0"/>
                  </a:lnTo>
                  <a:lnTo>
                    <a:pt x="364" y="0"/>
                  </a:lnTo>
                  <a:lnTo>
                    <a:pt x="366" y="0"/>
                  </a:lnTo>
                  <a:lnTo>
                    <a:pt x="367" y="0"/>
                  </a:lnTo>
                  <a:lnTo>
                    <a:pt x="368" y="0"/>
                  </a:lnTo>
                  <a:lnTo>
                    <a:pt x="370" y="0"/>
                  </a:lnTo>
                  <a:lnTo>
                    <a:pt x="371" y="0"/>
                  </a:lnTo>
                  <a:lnTo>
                    <a:pt x="372" y="0"/>
                  </a:lnTo>
                  <a:lnTo>
                    <a:pt x="374" y="0"/>
                  </a:lnTo>
                  <a:lnTo>
                    <a:pt x="375" y="0"/>
                  </a:lnTo>
                  <a:lnTo>
                    <a:pt x="376" y="0"/>
                  </a:lnTo>
                  <a:lnTo>
                    <a:pt x="378" y="0"/>
                  </a:lnTo>
                  <a:lnTo>
                    <a:pt x="379" y="0"/>
                  </a:lnTo>
                  <a:lnTo>
                    <a:pt x="380" y="0"/>
                  </a:lnTo>
                  <a:lnTo>
                    <a:pt x="382" y="0"/>
                  </a:lnTo>
                  <a:lnTo>
                    <a:pt x="383" y="0"/>
                  </a:lnTo>
                  <a:lnTo>
                    <a:pt x="385" y="0"/>
                  </a:lnTo>
                  <a:lnTo>
                    <a:pt x="386" y="0"/>
                  </a:lnTo>
                  <a:lnTo>
                    <a:pt x="387" y="0"/>
                  </a:lnTo>
                  <a:lnTo>
                    <a:pt x="389" y="0"/>
                  </a:lnTo>
                  <a:lnTo>
                    <a:pt x="390" y="0"/>
                  </a:lnTo>
                  <a:lnTo>
                    <a:pt x="391" y="0"/>
                  </a:lnTo>
                  <a:lnTo>
                    <a:pt x="393" y="0"/>
                  </a:lnTo>
                  <a:lnTo>
                    <a:pt x="394" y="0"/>
                  </a:lnTo>
                  <a:lnTo>
                    <a:pt x="395" y="0"/>
                  </a:lnTo>
                  <a:lnTo>
                    <a:pt x="397" y="0"/>
                  </a:lnTo>
                  <a:lnTo>
                    <a:pt x="398" y="0"/>
                  </a:lnTo>
                  <a:lnTo>
                    <a:pt x="399" y="0"/>
                  </a:lnTo>
                  <a:lnTo>
                    <a:pt x="401" y="0"/>
                  </a:lnTo>
                  <a:lnTo>
                    <a:pt x="402" y="0"/>
                  </a:lnTo>
                  <a:lnTo>
                    <a:pt x="403" y="0"/>
                  </a:lnTo>
                  <a:lnTo>
                    <a:pt x="405" y="0"/>
                  </a:lnTo>
                  <a:lnTo>
                    <a:pt x="406" y="0"/>
                  </a:lnTo>
                  <a:lnTo>
                    <a:pt x="407" y="0"/>
                  </a:lnTo>
                  <a:lnTo>
                    <a:pt x="409" y="0"/>
                  </a:lnTo>
                  <a:lnTo>
                    <a:pt x="410" y="0"/>
                  </a:lnTo>
                  <a:lnTo>
                    <a:pt x="411" y="0"/>
                  </a:lnTo>
                  <a:lnTo>
                    <a:pt x="413" y="0"/>
                  </a:lnTo>
                  <a:lnTo>
                    <a:pt x="414" y="0"/>
                  </a:lnTo>
                  <a:lnTo>
                    <a:pt x="415" y="0"/>
                  </a:lnTo>
                  <a:lnTo>
                    <a:pt x="417" y="0"/>
                  </a:lnTo>
                  <a:lnTo>
                    <a:pt x="418" y="0"/>
                  </a:lnTo>
                  <a:lnTo>
                    <a:pt x="420" y="0"/>
                  </a:lnTo>
                  <a:lnTo>
                    <a:pt x="421" y="0"/>
                  </a:lnTo>
                  <a:lnTo>
                    <a:pt x="422" y="0"/>
                  </a:lnTo>
                  <a:lnTo>
                    <a:pt x="424" y="0"/>
                  </a:lnTo>
                  <a:lnTo>
                    <a:pt x="425" y="0"/>
                  </a:lnTo>
                  <a:lnTo>
                    <a:pt x="426" y="0"/>
                  </a:lnTo>
                  <a:lnTo>
                    <a:pt x="428" y="0"/>
                  </a:lnTo>
                  <a:lnTo>
                    <a:pt x="429" y="0"/>
                  </a:lnTo>
                  <a:lnTo>
                    <a:pt x="430" y="0"/>
                  </a:lnTo>
                  <a:lnTo>
                    <a:pt x="432" y="0"/>
                  </a:lnTo>
                  <a:lnTo>
                    <a:pt x="433" y="0"/>
                  </a:lnTo>
                  <a:lnTo>
                    <a:pt x="434" y="0"/>
                  </a:lnTo>
                  <a:lnTo>
                    <a:pt x="436" y="0"/>
                  </a:lnTo>
                  <a:lnTo>
                    <a:pt x="437" y="0"/>
                  </a:lnTo>
                  <a:lnTo>
                    <a:pt x="438" y="0"/>
                  </a:lnTo>
                  <a:lnTo>
                    <a:pt x="440" y="0"/>
                  </a:lnTo>
                  <a:lnTo>
                    <a:pt x="441" y="0"/>
                  </a:lnTo>
                  <a:lnTo>
                    <a:pt x="442" y="0"/>
                  </a:lnTo>
                  <a:lnTo>
                    <a:pt x="444" y="0"/>
                  </a:lnTo>
                  <a:lnTo>
                    <a:pt x="445" y="0"/>
                  </a:lnTo>
                  <a:lnTo>
                    <a:pt x="446" y="0"/>
                  </a:lnTo>
                  <a:lnTo>
                    <a:pt x="448" y="0"/>
                  </a:lnTo>
                  <a:lnTo>
                    <a:pt x="449" y="0"/>
                  </a:lnTo>
                  <a:lnTo>
                    <a:pt x="450" y="0"/>
                  </a:lnTo>
                  <a:lnTo>
                    <a:pt x="452" y="0"/>
                  </a:lnTo>
                  <a:lnTo>
                    <a:pt x="453" y="0"/>
                  </a:lnTo>
                  <a:lnTo>
                    <a:pt x="455" y="0"/>
                  </a:lnTo>
                  <a:lnTo>
                    <a:pt x="456" y="0"/>
                  </a:lnTo>
                  <a:lnTo>
                    <a:pt x="457" y="0"/>
                  </a:lnTo>
                  <a:lnTo>
                    <a:pt x="459" y="0"/>
                  </a:lnTo>
                  <a:lnTo>
                    <a:pt x="460" y="0"/>
                  </a:lnTo>
                  <a:lnTo>
                    <a:pt x="461" y="0"/>
                  </a:lnTo>
                  <a:lnTo>
                    <a:pt x="463" y="0"/>
                  </a:lnTo>
                  <a:lnTo>
                    <a:pt x="464" y="0"/>
                  </a:lnTo>
                  <a:lnTo>
                    <a:pt x="465" y="0"/>
                  </a:lnTo>
                  <a:lnTo>
                    <a:pt x="467" y="0"/>
                  </a:lnTo>
                  <a:lnTo>
                    <a:pt x="468" y="0"/>
                  </a:lnTo>
                  <a:lnTo>
                    <a:pt x="469" y="0"/>
                  </a:lnTo>
                  <a:lnTo>
                    <a:pt x="471" y="0"/>
                  </a:lnTo>
                  <a:lnTo>
                    <a:pt x="472" y="0"/>
                  </a:lnTo>
                  <a:lnTo>
                    <a:pt x="473" y="0"/>
                  </a:lnTo>
                  <a:lnTo>
                    <a:pt x="475" y="0"/>
                  </a:lnTo>
                  <a:lnTo>
                    <a:pt x="476" y="0"/>
                  </a:lnTo>
                  <a:lnTo>
                    <a:pt x="477" y="0"/>
                  </a:lnTo>
                  <a:lnTo>
                    <a:pt x="479" y="0"/>
                  </a:lnTo>
                  <a:lnTo>
                    <a:pt x="480" y="0"/>
                  </a:lnTo>
                  <a:lnTo>
                    <a:pt x="481" y="0"/>
                  </a:lnTo>
                  <a:lnTo>
                    <a:pt x="483" y="0"/>
                  </a:lnTo>
                  <a:lnTo>
                    <a:pt x="484" y="0"/>
                  </a:lnTo>
                  <a:lnTo>
                    <a:pt x="485" y="0"/>
                  </a:lnTo>
                  <a:lnTo>
                    <a:pt x="487" y="0"/>
                  </a:lnTo>
                  <a:lnTo>
                    <a:pt x="488" y="0"/>
                  </a:lnTo>
                  <a:lnTo>
                    <a:pt x="490" y="0"/>
                  </a:lnTo>
                  <a:lnTo>
                    <a:pt x="491" y="0"/>
                  </a:lnTo>
                  <a:lnTo>
                    <a:pt x="492" y="0"/>
                  </a:lnTo>
                  <a:lnTo>
                    <a:pt x="494" y="0"/>
                  </a:lnTo>
                  <a:lnTo>
                    <a:pt x="495" y="0"/>
                  </a:lnTo>
                  <a:lnTo>
                    <a:pt x="496" y="0"/>
                  </a:lnTo>
                  <a:lnTo>
                    <a:pt x="498" y="0"/>
                  </a:lnTo>
                  <a:lnTo>
                    <a:pt x="499" y="0"/>
                  </a:lnTo>
                  <a:lnTo>
                    <a:pt x="500" y="0"/>
                  </a:lnTo>
                  <a:lnTo>
                    <a:pt x="502" y="0"/>
                  </a:lnTo>
                  <a:lnTo>
                    <a:pt x="503" y="0"/>
                  </a:lnTo>
                  <a:lnTo>
                    <a:pt x="504" y="0"/>
                  </a:lnTo>
                  <a:lnTo>
                    <a:pt x="506" y="0"/>
                  </a:lnTo>
                  <a:lnTo>
                    <a:pt x="507" y="0"/>
                  </a:lnTo>
                  <a:lnTo>
                    <a:pt x="508" y="0"/>
                  </a:lnTo>
                  <a:lnTo>
                    <a:pt x="510" y="0"/>
                  </a:lnTo>
                  <a:lnTo>
                    <a:pt x="511" y="0"/>
                  </a:lnTo>
                  <a:lnTo>
                    <a:pt x="512" y="0"/>
                  </a:lnTo>
                  <a:lnTo>
                    <a:pt x="514" y="0"/>
                  </a:lnTo>
                  <a:lnTo>
                    <a:pt x="515" y="0"/>
                  </a:lnTo>
                  <a:lnTo>
                    <a:pt x="516" y="0"/>
                  </a:lnTo>
                  <a:lnTo>
                    <a:pt x="518" y="0"/>
                  </a:lnTo>
                  <a:lnTo>
                    <a:pt x="519" y="0"/>
                  </a:lnTo>
                  <a:lnTo>
                    <a:pt x="520" y="0"/>
                  </a:lnTo>
                  <a:lnTo>
                    <a:pt x="522" y="0"/>
                  </a:lnTo>
                  <a:lnTo>
                    <a:pt x="523" y="0"/>
                  </a:lnTo>
                  <a:lnTo>
                    <a:pt x="524" y="0"/>
                  </a:lnTo>
                  <a:lnTo>
                    <a:pt x="526" y="0"/>
                  </a:lnTo>
                  <a:lnTo>
                    <a:pt x="527" y="0"/>
                  </a:lnTo>
                  <a:lnTo>
                    <a:pt x="529" y="0"/>
                  </a:lnTo>
                  <a:lnTo>
                    <a:pt x="530" y="0"/>
                  </a:lnTo>
                  <a:lnTo>
                    <a:pt x="531" y="0"/>
                  </a:lnTo>
                  <a:lnTo>
                    <a:pt x="533" y="0"/>
                  </a:lnTo>
                  <a:lnTo>
                    <a:pt x="534" y="0"/>
                  </a:lnTo>
                  <a:lnTo>
                    <a:pt x="535" y="0"/>
                  </a:lnTo>
                  <a:lnTo>
                    <a:pt x="537" y="0"/>
                  </a:lnTo>
                  <a:lnTo>
                    <a:pt x="538" y="0"/>
                  </a:lnTo>
                  <a:lnTo>
                    <a:pt x="539" y="0"/>
                  </a:lnTo>
                  <a:lnTo>
                    <a:pt x="541" y="0"/>
                  </a:lnTo>
                  <a:lnTo>
                    <a:pt x="542" y="0"/>
                  </a:lnTo>
                  <a:lnTo>
                    <a:pt x="543" y="0"/>
                  </a:lnTo>
                  <a:lnTo>
                    <a:pt x="545" y="0"/>
                  </a:lnTo>
                  <a:lnTo>
                    <a:pt x="546" y="0"/>
                  </a:lnTo>
                  <a:lnTo>
                    <a:pt x="547" y="0"/>
                  </a:lnTo>
                  <a:lnTo>
                    <a:pt x="549" y="0"/>
                  </a:lnTo>
                  <a:lnTo>
                    <a:pt x="550" y="0"/>
                  </a:lnTo>
                  <a:lnTo>
                    <a:pt x="551" y="0"/>
                  </a:lnTo>
                  <a:lnTo>
                    <a:pt x="553" y="0"/>
                  </a:lnTo>
                  <a:lnTo>
                    <a:pt x="554" y="0"/>
                  </a:lnTo>
                  <a:lnTo>
                    <a:pt x="555" y="0"/>
                  </a:lnTo>
                  <a:lnTo>
                    <a:pt x="557" y="0"/>
                  </a:lnTo>
                  <a:lnTo>
                    <a:pt x="558" y="0"/>
                  </a:lnTo>
                  <a:lnTo>
                    <a:pt x="559" y="0"/>
                  </a:lnTo>
                  <a:lnTo>
                    <a:pt x="561" y="0"/>
                  </a:lnTo>
                  <a:lnTo>
                    <a:pt x="562" y="0"/>
                  </a:lnTo>
                  <a:lnTo>
                    <a:pt x="564" y="0"/>
                  </a:lnTo>
                  <a:lnTo>
                    <a:pt x="565" y="0"/>
                  </a:lnTo>
                  <a:lnTo>
                    <a:pt x="566" y="0"/>
                  </a:lnTo>
                  <a:lnTo>
                    <a:pt x="568" y="0"/>
                  </a:lnTo>
                  <a:lnTo>
                    <a:pt x="569" y="0"/>
                  </a:lnTo>
                  <a:lnTo>
                    <a:pt x="570" y="0"/>
                  </a:lnTo>
                  <a:lnTo>
                    <a:pt x="572" y="0"/>
                  </a:lnTo>
                  <a:lnTo>
                    <a:pt x="573" y="0"/>
                  </a:lnTo>
                  <a:lnTo>
                    <a:pt x="574" y="0"/>
                  </a:lnTo>
                  <a:lnTo>
                    <a:pt x="576" y="0"/>
                  </a:lnTo>
                  <a:lnTo>
                    <a:pt x="577" y="0"/>
                  </a:lnTo>
                  <a:lnTo>
                    <a:pt x="578" y="0"/>
                  </a:lnTo>
                  <a:lnTo>
                    <a:pt x="580" y="0"/>
                  </a:lnTo>
                  <a:lnTo>
                    <a:pt x="581" y="0"/>
                  </a:lnTo>
                  <a:lnTo>
                    <a:pt x="582" y="0"/>
                  </a:lnTo>
                  <a:lnTo>
                    <a:pt x="584" y="0"/>
                  </a:lnTo>
                  <a:lnTo>
                    <a:pt x="585" y="0"/>
                  </a:lnTo>
                  <a:lnTo>
                    <a:pt x="586" y="0"/>
                  </a:lnTo>
                  <a:lnTo>
                    <a:pt x="588" y="0"/>
                  </a:lnTo>
                  <a:lnTo>
                    <a:pt x="589" y="0"/>
                  </a:lnTo>
                  <a:lnTo>
                    <a:pt x="590" y="0"/>
                  </a:lnTo>
                  <a:lnTo>
                    <a:pt x="592" y="0"/>
                  </a:lnTo>
                  <a:lnTo>
                    <a:pt x="593" y="0"/>
                  </a:lnTo>
                  <a:lnTo>
                    <a:pt x="594" y="0"/>
                  </a:lnTo>
                  <a:lnTo>
                    <a:pt x="596" y="0"/>
                  </a:lnTo>
                  <a:lnTo>
                    <a:pt x="597" y="0"/>
                  </a:lnTo>
                  <a:lnTo>
                    <a:pt x="599" y="0"/>
                  </a:lnTo>
                  <a:lnTo>
                    <a:pt x="600" y="0"/>
                  </a:lnTo>
                  <a:lnTo>
                    <a:pt x="601" y="0"/>
                  </a:lnTo>
                  <a:lnTo>
                    <a:pt x="603" y="0"/>
                  </a:lnTo>
                  <a:lnTo>
                    <a:pt x="604" y="0"/>
                  </a:lnTo>
                  <a:lnTo>
                    <a:pt x="605" y="0"/>
                  </a:lnTo>
                  <a:lnTo>
                    <a:pt x="607" y="0"/>
                  </a:lnTo>
                  <a:lnTo>
                    <a:pt x="608" y="0"/>
                  </a:lnTo>
                  <a:lnTo>
                    <a:pt x="609" y="0"/>
                  </a:lnTo>
                  <a:lnTo>
                    <a:pt x="611" y="0"/>
                  </a:lnTo>
                  <a:lnTo>
                    <a:pt x="612" y="0"/>
                  </a:lnTo>
                  <a:lnTo>
                    <a:pt x="613" y="0"/>
                  </a:lnTo>
                  <a:lnTo>
                    <a:pt x="615" y="0"/>
                  </a:lnTo>
                  <a:lnTo>
                    <a:pt x="616" y="0"/>
                  </a:lnTo>
                  <a:lnTo>
                    <a:pt x="617" y="0"/>
                  </a:lnTo>
                  <a:lnTo>
                    <a:pt x="619" y="0"/>
                  </a:lnTo>
                  <a:lnTo>
                    <a:pt x="620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4" y="0"/>
                  </a:lnTo>
                  <a:lnTo>
                    <a:pt x="625" y="0"/>
                  </a:lnTo>
                  <a:lnTo>
                    <a:pt x="627" y="0"/>
                  </a:lnTo>
                  <a:lnTo>
                    <a:pt x="628" y="0"/>
                  </a:lnTo>
                  <a:lnTo>
                    <a:pt x="629" y="0"/>
                  </a:lnTo>
                  <a:lnTo>
                    <a:pt x="631" y="0"/>
                  </a:lnTo>
                  <a:lnTo>
                    <a:pt x="632" y="0"/>
                  </a:lnTo>
                  <a:lnTo>
                    <a:pt x="634" y="0"/>
                  </a:lnTo>
                  <a:lnTo>
                    <a:pt x="635" y="0"/>
                  </a:lnTo>
                  <a:lnTo>
                    <a:pt x="636" y="0"/>
                  </a:lnTo>
                  <a:lnTo>
                    <a:pt x="638" y="0"/>
                  </a:lnTo>
                  <a:lnTo>
                    <a:pt x="639" y="0"/>
                  </a:lnTo>
                  <a:lnTo>
                    <a:pt x="640" y="0"/>
                  </a:lnTo>
                  <a:lnTo>
                    <a:pt x="642" y="0"/>
                  </a:lnTo>
                  <a:lnTo>
                    <a:pt x="643" y="0"/>
                  </a:lnTo>
                  <a:lnTo>
                    <a:pt x="644" y="0"/>
                  </a:lnTo>
                  <a:lnTo>
                    <a:pt x="646" y="0"/>
                  </a:lnTo>
                  <a:lnTo>
                    <a:pt x="647" y="0"/>
                  </a:lnTo>
                  <a:lnTo>
                    <a:pt x="648" y="0"/>
                  </a:lnTo>
                  <a:lnTo>
                    <a:pt x="650" y="0"/>
                  </a:lnTo>
                  <a:lnTo>
                    <a:pt x="651" y="0"/>
                  </a:lnTo>
                  <a:lnTo>
                    <a:pt x="652" y="0"/>
                  </a:lnTo>
                  <a:lnTo>
                    <a:pt x="654" y="0"/>
                  </a:lnTo>
                  <a:lnTo>
                    <a:pt x="655" y="0"/>
                  </a:lnTo>
                  <a:lnTo>
                    <a:pt x="656" y="0"/>
                  </a:lnTo>
                  <a:lnTo>
                    <a:pt x="658" y="0"/>
                  </a:lnTo>
                  <a:lnTo>
                    <a:pt x="659" y="0"/>
                  </a:lnTo>
                  <a:lnTo>
                    <a:pt x="660" y="0"/>
                  </a:lnTo>
                  <a:lnTo>
                    <a:pt x="662" y="0"/>
                  </a:lnTo>
                  <a:lnTo>
                    <a:pt x="663" y="0"/>
                  </a:lnTo>
                  <a:lnTo>
                    <a:pt x="664" y="0"/>
                  </a:lnTo>
                  <a:lnTo>
                    <a:pt x="666" y="0"/>
                  </a:lnTo>
                  <a:lnTo>
                    <a:pt x="667" y="0"/>
                  </a:lnTo>
                  <a:lnTo>
                    <a:pt x="668" y="0"/>
                  </a:lnTo>
                  <a:lnTo>
                    <a:pt x="670" y="0"/>
                  </a:lnTo>
                  <a:lnTo>
                    <a:pt x="671" y="0"/>
                  </a:lnTo>
                  <a:lnTo>
                    <a:pt x="673" y="0"/>
                  </a:lnTo>
                  <a:lnTo>
                    <a:pt x="674" y="0"/>
                  </a:lnTo>
                  <a:lnTo>
                    <a:pt x="675" y="0"/>
                  </a:lnTo>
                  <a:lnTo>
                    <a:pt x="677" y="0"/>
                  </a:lnTo>
                  <a:lnTo>
                    <a:pt x="678" y="0"/>
                  </a:lnTo>
                  <a:lnTo>
                    <a:pt x="679" y="0"/>
                  </a:lnTo>
                  <a:lnTo>
                    <a:pt x="681" y="0"/>
                  </a:lnTo>
                  <a:lnTo>
                    <a:pt x="682" y="0"/>
                  </a:lnTo>
                  <a:lnTo>
                    <a:pt x="683" y="0"/>
                  </a:lnTo>
                  <a:lnTo>
                    <a:pt x="685" y="0"/>
                  </a:lnTo>
                  <a:lnTo>
                    <a:pt x="686" y="0"/>
                  </a:lnTo>
                  <a:lnTo>
                    <a:pt x="687" y="0"/>
                  </a:lnTo>
                  <a:lnTo>
                    <a:pt x="689" y="0"/>
                  </a:lnTo>
                  <a:lnTo>
                    <a:pt x="690" y="0"/>
                  </a:lnTo>
                  <a:lnTo>
                    <a:pt x="691" y="0"/>
                  </a:lnTo>
                  <a:lnTo>
                    <a:pt x="693" y="0"/>
                  </a:lnTo>
                  <a:lnTo>
                    <a:pt x="694" y="0"/>
                  </a:lnTo>
                  <a:lnTo>
                    <a:pt x="695" y="0"/>
                  </a:lnTo>
                  <a:lnTo>
                    <a:pt x="697" y="0"/>
                  </a:lnTo>
                  <a:lnTo>
                    <a:pt x="698" y="0"/>
                  </a:lnTo>
                  <a:lnTo>
                    <a:pt x="699" y="0"/>
                  </a:lnTo>
                  <a:lnTo>
                    <a:pt x="701" y="0"/>
                  </a:lnTo>
                  <a:lnTo>
                    <a:pt x="702" y="0"/>
                  </a:lnTo>
                  <a:lnTo>
                    <a:pt x="703" y="0"/>
                  </a:lnTo>
                  <a:lnTo>
                    <a:pt x="705" y="0"/>
                  </a:lnTo>
                  <a:lnTo>
                    <a:pt x="706" y="0"/>
                  </a:lnTo>
                  <a:lnTo>
                    <a:pt x="708" y="0"/>
                  </a:lnTo>
                  <a:lnTo>
                    <a:pt x="709" y="0"/>
                  </a:lnTo>
                  <a:lnTo>
                    <a:pt x="710" y="0"/>
                  </a:lnTo>
                  <a:lnTo>
                    <a:pt x="712" y="0"/>
                  </a:lnTo>
                  <a:lnTo>
                    <a:pt x="713" y="0"/>
                  </a:lnTo>
                  <a:lnTo>
                    <a:pt x="714" y="0"/>
                  </a:lnTo>
                  <a:lnTo>
                    <a:pt x="716" y="0"/>
                  </a:lnTo>
                  <a:lnTo>
                    <a:pt x="717" y="0"/>
                  </a:lnTo>
                  <a:lnTo>
                    <a:pt x="718" y="0"/>
                  </a:lnTo>
                  <a:lnTo>
                    <a:pt x="720" y="0"/>
                  </a:lnTo>
                  <a:lnTo>
                    <a:pt x="721" y="0"/>
                  </a:lnTo>
                  <a:lnTo>
                    <a:pt x="722" y="0"/>
                  </a:lnTo>
                  <a:lnTo>
                    <a:pt x="724" y="0"/>
                  </a:lnTo>
                  <a:lnTo>
                    <a:pt x="725" y="0"/>
                  </a:lnTo>
                  <a:lnTo>
                    <a:pt x="726" y="0"/>
                  </a:lnTo>
                  <a:lnTo>
                    <a:pt x="728" y="0"/>
                  </a:lnTo>
                  <a:lnTo>
                    <a:pt x="729" y="0"/>
                  </a:lnTo>
                  <a:lnTo>
                    <a:pt x="730" y="0"/>
                  </a:lnTo>
                  <a:lnTo>
                    <a:pt x="732" y="0"/>
                  </a:lnTo>
                  <a:lnTo>
                    <a:pt x="733" y="0"/>
                  </a:lnTo>
                  <a:lnTo>
                    <a:pt x="734" y="0"/>
                  </a:lnTo>
                  <a:lnTo>
                    <a:pt x="736" y="0"/>
                  </a:lnTo>
                  <a:lnTo>
                    <a:pt x="737" y="0"/>
                  </a:lnTo>
                  <a:lnTo>
                    <a:pt x="738" y="0"/>
                  </a:lnTo>
                  <a:lnTo>
                    <a:pt x="740" y="0"/>
                  </a:lnTo>
                  <a:lnTo>
                    <a:pt x="741" y="0"/>
                  </a:lnTo>
                  <a:lnTo>
                    <a:pt x="743" y="0"/>
                  </a:lnTo>
                  <a:lnTo>
                    <a:pt x="744" y="0"/>
                  </a:lnTo>
                  <a:lnTo>
                    <a:pt x="745" y="0"/>
                  </a:lnTo>
                  <a:lnTo>
                    <a:pt x="747" y="0"/>
                  </a:lnTo>
                  <a:lnTo>
                    <a:pt x="748" y="0"/>
                  </a:lnTo>
                  <a:lnTo>
                    <a:pt x="749" y="0"/>
                  </a:lnTo>
                  <a:lnTo>
                    <a:pt x="751" y="0"/>
                  </a:lnTo>
                  <a:lnTo>
                    <a:pt x="752" y="0"/>
                  </a:lnTo>
                  <a:lnTo>
                    <a:pt x="753" y="0"/>
                  </a:lnTo>
                  <a:lnTo>
                    <a:pt x="755" y="0"/>
                  </a:lnTo>
                  <a:lnTo>
                    <a:pt x="756" y="0"/>
                  </a:lnTo>
                  <a:lnTo>
                    <a:pt x="757" y="0"/>
                  </a:lnTo>
                  <a:lnTo>
                    <a:pt x="759" y="0"/>
                  </a:lnTo>
                  <a:lnTo>
                    <a:pt x="760" y="0"/>
                  </a:lnTo>
                  <a:lnTo>
                    <a:pt x="761" y="0"/>
                  </a:lnTo>
                  <a:lnTo>
                    <a:pt x="763" y="0"/>
                  </a:lnTo>
                  <a:lnTo>
                    <a:pt x="764" y="0"/>
                  </a:lnTo>
                  <a:lnTo>
                    <a:pt x="765" y="0"/>
                  </a:lnTo>
                  <a:lnTo>
                    <a:pt x="767" y="0"/>
                  </a:lnTo>
                  <a:lnTo>
                    <a:pt x="768" y="0"/>
                  </a:lnTo>
                  <a:lnTo>
                    <a:pt x="769" y="0"/>
                  </a:lnTo>
                  <a:lnTo>
                    <a:pt x="771" y="0"/>
                  </a:lnTo>
                  <a:lnTo>
                    <a:pt x="772" y="0"/>
                  </a:lnTo>
                  <a:lnTo>
                    <a:pt x="773" y="0"/>
                  </a:lnTo>
                  <a:lnTo>
                    <a:pt x="775" y="0"/>
                  </a:lnTo>
                  <a:lnTo>
                    <a:pt x="776" y="0"/>
                  </a:lnTo>
                  <a:lnTo>
                    <a:pt x="777" y="0"/>
                  </a:lnTo>
                  <a:lnTo>
                    <a:pt x="779" y="0"/>
                  </a:lnTo>
                  <a:lnTo>
                    <a:pt x="780" y="0"/>
                  </a:lnTo>
                  <a:lnTo>
                    <a:pt x="782" y="0"/>
                  </a:lnTo>
                  <a:lnTo>
                    <a:pt x="783" y="0"/>
                  </a:lnTo>
                  <a:lnTo>
                    <a:pt x="784" y="0"/>
                  </a:lnTo>
                  <a:lnTo>
                    <a:pt x="786" y="0"/>
                  </a:lnTo>
                  <a:lnTo>
                    <a:pt x="787" y="0"/>
                  </a:lnTo>
                  <a:lnTo>
                    <a:pt x="788" y="0"/>
                  </a:lnTo>
                  <a:lnTo>
                    <a:pt x="790" y="0"/>
                  </a:lnTo>
                  <a:lnTo>
                    <a:pt x="791" y="0"/>
                  </a:lnTo>
                  <a:lnTo>
                    <a:pt x="792" y="0"/>
                  </a:lnTo>
                  <a:lnTo>
                    <a:pt x="794" y="0"/>
                  </a:lnTo>
                  <a:lnTo>
                    <a:pt x="795" y="0"/>
                  </a:lnTo>
                  <a:lnTo>
                    <a:pt x="796" y="0"/>
                  </a:lnTo>
                  <a:lnTo>
                    <a:pt x="798" y="0"/>
                  </a:lnTo>
                  <a:lnTo>
                    <a:pt x="799" y="0"/>
                  </a:lnTo>
                  <a:lnTo>
                    <a:pt x="800" y="0"/>
                  </a:lnTo>
                  <a:lnTo>
                    <a:pt x="802" y="0"/>
                  </a:lnTo>
                  <a:lnTo>
                    <a:pt x="803" y="0"/>
                  </a:lnTo>
                  <a:lnTo>
                    <a:pt x="804" y="0"/>
                  </a:lnTo>
                  <a:lnTo>
                    <a:pt x="806" y="0"/>
                  </a:lnTo>
                  <a:lnTo>
                    <a:pt x="807" y="0"/>
                  </a:lnTo>
                  <a:lnTo>
                    <a:pt x="808" y="0"/>
                  </a:lnTo>
                  <a:lnTo>
                    <a:pt x="810" y="0"/>
                  </a:lnTo>
                  <a:lnTo>
                    <a:pt x="811" y="0"/>
                  </a:lnTo>
                  <a:lnTo>
                    <a:pt x="812" y="0"/>
                  </a:lnTo>
                  <a:lnTo>
                    <a:pt x="814" y="0"/>
                  </a:lnTo>
                  <a:lnTo>
                    <a:pt x="815" y="0"/>
                  </a:lnTo>
                  <a:lnTo>
                    <a:pt x="817" y="0"/>
                  </a:lnTo>
                  <a:lnTo>
                    <a:pt x="818" y="0"/>
                  </a:lnTo>
                  <a:lnTo>
                    <a:pt x="819" y="0"/>
                  </a:lnTo>
                  <a:lnTo>
                    <a:pt x="821" y="0"/>
                  </a:lnTo>
                  <a:lnTo>
                    <a:pt x="822" y="0"/>
                  </a:lnTo>
                  <a:lnTo>
                    <a:pt x="823" y="0"/>
                  </a:lnTo>
                  <a:lnTo>
                    <a:pt x="825" y="0"/>
                  </a:lnTo>
                  <a:lnTo>
                    <a:pt x="826" y="0"/>
                  </a:lnTo>
                  <a:lnTo>
                    <a:pt x="827" y="0"/>
                  </a:lnTo>
                  <a:lnTo>
                    <a:pt x="829" y="0"/>
                  </a:lnTo>
                  <a:lnTo>
                    <a:pt x="830" y="0"/>
                  </a:lnTo>
                  <a:lnTo>
                    <a:pt x="831" y="0"/>
                  </a:lnTo>
                  <a:lnTo>
                    <a:pt x="833" y="0"/>
                  </a:lnTo>
                  <a:lnTo>
                    <a:pt x="834" y="0"/>
                  </a:lnTo>
                  <a:lnTo>
                    <a:pt x="835" y="0"/>
                  </a:lnTo>
                  <a:lnTo>
                    <a:pt x="837" y="0"/>
                  </a:lnTo>
                  <a:lnTo>
                    <a:pt x="838" y="0"/>
                  </a:lnTo>
                  <a:lnTo>
                    <a:pt x="839" y="0"/>
                  </a:lnTo>
                  <a:lnTo>
                    <a:pt x="841" y="0"/>
                  </a:lnTo>
                  <a:lnTo>
                    <a:pt x="842" y="0"/>
                  </a:lnTo>
                  <a:lnTo>
                    <a:pt x="843" y="0"/>
                  </a:lnTo>
                  <a:lnTo>
                    <a:pt x="845" y="0"/>
                  </a:lnTo>
                  <a:lnTo>
                    <a:pt x="846" y="0"/>
                  </a:lnTo>
                  <a:lnTo>
                    <a:pt x="847" y="0"/>
                  </a:lnTo>
                  <a:lnTo>
                    <a:pt x="849" y="0"/>
                  </a:lnTo>
                  <a:lnTo>
                    <a:pt x="850" y="0"/>
                  </a:lnTo>
                  <a:lnTo>
                    <a:pt x="852" y="0"/>
                  </a:lnTo>
                  <a:lnTo>
                    <a:pt x="853" y="0"/>
                  </a:lnTo>
                  <a:lnTo>
                    <a:pt x="854" y="0"/>
                  </a:lnTo>
                  <a:lnTo>
                    <a:pt x="856" y="0"/>
                  </a:lnTo>
                  <a:lnTo>
                    <a:pt x="857" y="0"/>
                  </a:lnTo>
                  <a:lnTo>
                    <a:pt x="858" y="0"/>
                  </a:lnTo>
                  <a:lnTo>
                    <a:pt x="860" y="0"/>
                  </a:lnTo>
                  <a:lnTo>
                    <a:pt x="861" y="0"/>
                  </a:lnTo>
                  <a:lnTo>
                    <a:pt x="862" y="0"/>
                  </a:lnTo>
                  <a:lnTo>
                    <a:pt x="864" y="0"/>
                  </a:lnTo>
                  <a:lnTo>
                    <a:pt x="865" y="0"/>
                  </a:lnTo>
                  <a:lnTo>
                    <a:pt x="866" y="0"/>
                  </a:lnTo>
                  <a:lnTo>
                    <a:pt x="868" y="0"/>
                  </a:lnTo>
                  <a:lnTo>
                    <a:pt x="869" y="0"/>
                  </a:lnTo>
                  <a:lnTo>
                    <a:pt x="870" y="0"/>
                  </a:lnTo>
                  <a:lnTo>
                    <a:pt x="872" y="0"/>
                  </a:lnTo>
                  <a:lnTo>
                    <a:pt x="873" y="0"/>
                  </a:lnTo>
                  <a:lnTo>
                    <a:pt x="874" y="0"/>
                  </a:lnTo>
                  <a:lnTo>
                    <a:pt x="876" y="0"/>
                  </a:lnTo>
                  <a:lnTo>
                    <a:pt x="877" y="0"/>
                  </a:lnTo>
                  <a:lnTo>
                    <a:pt x="878" y="0"/>
                  </a:lnTo>
                  <a:lnTo>
                    <a:pt x="880" y="0"/>
                  </a:lnTo>
                  <a:lnTo>
                    <a:pt x="881" y="0"/>
                  </a:lnTo>
                  <a:lnTo>
                    <a:pt x="882" y="0"/>
                  </a:lnTo>
                  <a:lnTo>
                    <a:pt x="884" y="0"/>
                  </a:lnTo>
                  <a:lnTo>
                    <a:pt x="885" y="0"/>
                  </a:lnTo>
                  <a:lnTo>
                    <a:pt x="887" y="0"/>
                  </a:lnTo>
                  <a:lnTo>
                    <a:pt x="888" y="0"/>
                  </a:lnTo>
                  <a:lnTo>
                    <a:pt x="889" y="0"/>
                  </a:lnTo>
                  <a:lnTo>
                    <a:pt x="891" y="0"/>
                  </a:lnTo>
                  <a:lnTo>
                    <a:pt x="892" y="0"/>
                  </a:lnTo>
                  <a:lnTo>
                    <a:pt x="893" y="0"/>
                  </a:lnTo>
                  <a:lnTo>
                    <a:pt x="895" y="0"/>
                  </a:lnTo>
                  <a:lnTo>
                    <a:pt x="896" y="0"/>
                  </a:lnTo>
                  <a:lnTo>
                    <a:pt x="897" y="0"/>
                  </a:lnTo>
                  <a:lnTo>
                    <a:pt x="899" y="0"/>
                  </a:lnTo>
                  <a:lnTo>
                    <a:pt x="900" y="0"/>
                  </a:lnTo>
                  <a:lnTo>
                    <a:pt x="901" y="0"/>
                  </a:lnTo>
                  <a:lnTo>
                    <a:pt x="903" y="0"/>
                  </a:lnTo>
                  <a:lnTo>
                    <a:pt x="904" y="0"/>
                  </a:lnTo>
                  <a:lnTo>
                    <a:pt x="905" y="0"/>
                  </a:lnTo>
                  <a:lnTo>
                    <a:pt x="907" y="0"/>
                  </a:lnTo>
                  <a:lnTo>
                    <a:pt x="908" y="0"/>
                  </a:lnTo>
                  <a:lnTo>
                    <a:pt x="909" y="0"/>
                  </a:lnTo>
                  <a:lnTo>
                    <a:pt x="911" y="0"/>
                  </a:lnTo>
                  <a:lnTo>
                    <a:pt x="912" y="0"/>
                  </a:lnTo>
                  <a:lnTo>
                    <a:pt x="913" y="0"/>
                  </a:lnTo>
                  <a:lnTo>
                    <a:pt x="915" y="0"/>
                  </a:lnTo>
                  <a:lnTo>
                    <a:pt x="916" y="0"/>
                  </a:lnTo>
                  <a:lnTo>
                    <a:pt x="917" y="0"/>
                  </a:lnTo>
                  <a:lnTo>
                    <a:pt x="919" y="0"/>
                  </a:lnTo>
                  <a:lnTo>
                    <a:pt x="920" y="0"/>
                  </a:lnTo>
                  <a:lnTo>
                    <a:pt x="921" y="0"/>
                  </a:lnTo>
                  <a:lnTo>
                    <a:pt x="923" y="0"/>
                  </a:lnTo>
                  <a:lnTo>
                    <a:pt x="924" y="0"/>
                  </a:lnTo>
                  <a:lnTo>
                    <a:pt x="926" y="0"/>
                  </a:lnTo>
                  <a:lnTo>
                    <a:pt x="927" y="0"/>
                  </a:lnTo>
                  <a:lnTo>
                    <a:pt x="928" y="0"/>
                  </a:lnTo>
                  <a:lnTo>
                    <a:pt x="930" y="0"/>
                  </a:lnTo>
                  <a:lnTo>
                    <a:pt x="931" y="0"/>
                  </a:lnTo>
                  <a:lnTo>
                    <a:pt x="932" y="0"/>
                  </a:lnTo>
                  <a:lnTo>
                    <a:pt x="934" y="0"/>
                  </a:lnTo>
                  <a:lnTo>
                    <a:pt x="935" y="0"/>
                  </a:lnTo>
                  <a:lnTo>
                    <a:pt x="936" y="0"/>
                  </a:lnTo>
                  <a:lnTo>
                    <a:pt x="938" y="0"/>
                  </a:lnTo>
                  <a:lnTo>
                    <a:pt x="939" y="0"/>
                  </a:lnTo>
                  <a:lnTo>
                    <a:pt x="940" y="0"/>
                  </a:lnTo>
                  <a:lnTo>
                    <a:pt x="942" y="0"/>
                  </a:lnTo>
                  <a:lnTo>
                    <a:pt x="943" y="0"/>
                  </a:lnTo>
                  <a:lnTo>
                    <a:pt x="944" y="0"/>
                  </a:lnTo>
                  <a:lnTo>
                    <a:pt x="946" y="0"/>
                  </a:lnTo>
                  <a:lnTo>
                    <a:pt x="947" y="0"/>
                  </a:lnTo>
                  <a:lnTo>
                    <a:pt x="948" y="0"/>
                  </a:lnTo>
                  <a:lnTo>
                    <a:pt x="950" y="0"/>
                  </a:lnTo>
                  <a:lnTo>
                    <a:pt x="951" y="0"/>
                  </a:lnTo>
                  <a:lnTo>
                    <a:pt x="952" y="0"/>
                  </a:lnTo>
                  <a:lnTo>
                    <a:pt x="954" y="0"/>
                  </a:lnTo>
                  <a:lnTo>
                    <a:pt x="955" y="0"/>
                  </a:lnTo>
                  <a:lnTo>
                    <a:pt x="956" y="0"/>
                  </a:lnTo>
                  <a:lnTo>
                    <a:pt x="958" y="0"/>
                  </a:lnTo>
                  <a:lnTo>
                    <a:pt x="959" y="0"/>
                  </a:lnTo>
                  <a:lnTo>
                    <a:pt x="961" y="0"/>
                  </a:lnTo>
                  <a:lnTo>
                    <a:pt x="962" y="0"/>
                  </a:lnTo>
                  <a:lnTo>
                    <a:pt x="963" y="0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7" y="0"/>
                  </a:lnTo>
                  <a:lnTo>
                    <a:pt x="969" y="0"/>
                  </a:lnTo>
                  <a:lnTo>
                    <a:pt x="970" y="0"/>
                  </a:lnTo>
                  <a:lnTo>
                    <a:pt x="971" y="0"/>
                  </a:lnTo>
                  <a:lnTo>
                    <a:pt x="973" y="0"/>
                  </a:lnTo>
                  <a:lnTo>
                    <a:pt x="974" y="0"/>
                  </a:lnTo>
                  <a:lnTo>
                    <a:pt x="975" y="0"/>
                  </a:lnTo>
                  <a:lnTo>
                    <a:pt x="977" y="0"/>
                  </a:lnTo>
                  <a:lnTo>
                    <a:pt x="978" y="0"/>
                  </a:lnTo>
                  <a:lnTo>
                    <a:pt x="979" y="0"/>
                  </a:lnTo>
                  <a:lnTo>
                    <a:pt x="981" y="0"/>
                  </a:lnTo>
                  <a:lnTo>
                    <a:pt x="982" y="0"/>
                  </a:lnTo>
                  <a:lnTo>
                    <a:pt x="983" y="0"/>
                  </a:lnTo>
                  <a:lnTo>
                    <a:pt x="985" y="0"/>
                  </a:lnTo>
                  <a:lnTo>
                    <a:pt x="986" y="0"/>
                  </a:lnTo>
                  <a:lnTo>
                    <a:pt x="987" y="0"/>
                  </a:lnTo>
                  <a:lnTo>
                    <a:pt x="989" y="0"/>
                  </a:lnTo>
                  <a:lnTo>
                    <a:pt x="990" y="0"/>
                  </a:lnTo>
                  <a:lnTo>
                    <a:pt x="991" y="0"/>
                  </a:lnTo>
                  <a:lnTo>
                    <a:pt x="993" y="0"/>
                  </a:lnTo>
                  <a:lnTo>
                    <a:pt x="994" y="0"/>
                  </a:lnTo>
                  <a:lnTo>
                    <a:pt x="996" y="0"/>
                  </a:lnTo>
                  <a:lnTo>
                    <a:pt x="997" y="0"/>
                  </a:lnTo>
                  <a:lnTo>
                    <a:pt x="998" y="0"/>
                  </a:lnTo>
                  <a:lnTo>
                    <a:pt x="1000" y="0"/>
                  </a:lnTo>
                  <a:lnTo>
                    <a:pt x="1001" y="0"/>
                  </a:lnTo>
                  <a:lnTo>
                    <a:pt x="1002" y="0"/>
                  </a:lnTo>
                  <a:lnTo>
                    <a:pt x="1004" y="0"/>
                  </a:lnTo>
                  <a:lnTo>
                    <a:pt x="1005" y="0"/>
                  </a:lnTo>
                  <a:lnTo>
                    <a:pt x="1006" y="0"/>
                  </a:lnTo>
                  <a:lnTo>
                    <a:pt x="1008" y="0"/>
                  </a:lnTo>
                  <a:lnTo>
                    <a:pt x="1009" y="0"/>
                  </a:lnTo>
                  <a:lnTo>
                    <a:pt x="1010" y="0"/>
                  </a:lnTo>
                  <a:lnTo>
                    <a:pt x="1012" y="0"/>
                  </a:lnTo>
                  <a:lnTo>
                    <a:pt x="1013" y="0"/>
                  </a:lnTo>
                  <a:lnTo>
                    <a:pt x="1014" y="0"/>
                  </a:lnTo>
                  <a:lnTo>
                    <a:pt x="1016" y="0"/>
                  </a:lnTo>
                  <a:lnTo>
                    <a:pt x="1017" y="0"/>
                  </a:lnTo>
                  <a:lnTo>
                    <a:pt x="1018" y="0"/>
                  </a:lnTo>
                  <a:lnTo>
                    <a:pt x="1020" y="0"/>
                  </a:lnTo>
                  <a:lnTo>
                    <a:pt x="1021" y="0"/>
                  </a:lnTo>
                  <a:lnTo>
                    <a:pt x="1022" y="0"/>
                  </a:lnTo>
                  <a:lnTo>
                    <a:pt x="1024" y="0"/>
                  </a:lnTo>
                  <a:lnTo>
                    <a:pt x="1025" y="0"/>
                  </a:lnTo>
                  <a:lnTo>
                    <a:pt x="1026" y="0"/>
                  </a:lnTo>
                  <a:lnTo>
                    <a:pt x="1028" y="0"/>
                  </a:lnTo>
                  <a:lnTo>
                    <a:pt x="1029" y="0"/>
                  </a:lnTo>
                  <a:lnTo>
                    <a:pt x="1031" y="0"/>
                  </a:lnTo>
                  <a:lnTo>
                    <a:pt x="1032" y="0"/>
                  </a:lnTo>
                  <a:lnTo>
                    <a:pt x="1033" y="0"/>
                  </a:lnTo>
                  <a:lnTo>
                    <a:pt x="1035" y="0"/>
                  </a:lnTo>
                  <a:lnTo>
                    <a:pt x="1036" y="0"/>
                  </a:lnTo>
                  <a:lnTo>
                    <a:pt x="1037" y="0"/>
                  </a:lnTo>
                  <a:lnTo>
                    <a:pt x="1039" y="0"/>
                  </a:lnTo>
                  <a:lnTo>
                    <a:pt x="1040" y="0"/>
                  </a:lnTo>
                  <a:lnTo>
                    <a:pt x="1041" y="0"/>
                  </a:lnTo>
                  <a:lnTo>
                    <a:pt x="1043" y="0"/>
                  </a:lnTo>
                  <a:lnTo>
                    <a:pt x="1044" y="0"/>
                  </a:lnTo>
                  <a:lnTo>
                    <a:pt x="1045" y="0"/>
                  </a:lnTo>
                  <a:lnTo>
                    <a:pt x="1047" y="0"/>
                  </a:lnTo>
                  <a:lnTo>
                    <a:pt x="1048" y="0"/>
                  </a:lnTo>
                  <a:lnTo>
                    <a:pt x="1049" y="0"/>
                  </a:lnTo>
                  <a:lnTo>
                    <a:pt x="1051" y="0"/>
                  </a:lnTo>
                  <a:lnTo>
                    <a:pt x="1052" y="0"/>
                  </a:lnTo>
                  <a:lnTo>
                    <a:pt x="1053" y="0"/>
                  </a:lnTo>
                  <a:lnTo>
                    <a:pt x="1055" y="0"/>
                  </a:lnTo>
                  <a:lnTo>
                    <a:pt x="1056" y="0"/>
                  </a:lnTo>
                  <a:lnTo>
                    <a:pt x="1057" y="0"/>
                  </a:lnTo>
                  <a:lnTo>
                    <a:pt x="1059" y="0"/>
                  </a:lnTo>
                  <a:lnTo>
                    <a:pt x="1060" y="0"/>
                  </a:lnTo>
                  <a:lnTo>
                    <a:pt x="1061" y="0"/>
                  </a:lnTo>
                  <a:lnTo>
                    <a:pt x="1063" y="0"/>
                  </a:lnTo>
                  <a:lnTo>
                    <a:pt x="1064" y="0"/>
                  </a:lnTo>
                  <a:lnTo>
                    <a:pt x="1065" y="0"/>
                  </a:lnTo>
                  <a:lnTo>
                    <a:pt x="1067" y="0"/>
                  </a:lnTo>
                  <a:lnTo>
                    <a:pt x="1068" y="0"/>
                  </a:lnTo>
                  <a:lnTo>
                    <a:pt x="1070" y="0"/>
                  </a:lnTo>
                  <a:lnTo>
                    <a:pt x="1071" y="0"/>
                  </a:lnTo>
                  <a:lnTo>
                    <a:pt x="1072" y="0"/>
                  </a:lnTo>
                  <a:lnTo>
                    <a:pt x="1074" y="0"/>
                  </a:lnTo>
                  <a:lnTo>
                    <a:pt x="1075" y="0"/>
                  </a:lnTo>
                  <a:lnTo>
                    <a:pt x="1076" y="0"/>
                  </a:lnTo>
                  <a:lnTo>
                    <a:pt x="1078" y="0"/>
                  </a:lnTo>
                  <a:lnTo>
                    <a:pt x="1079" y="0"/>
                  </a:lnTo>
                  <a:lnTo>
                    <a:pt x="1080" y="0"/>
                  </a:lnTo>
                  <a:lnTo>
                    <a:pt x="1082" y="0"/>
                  </a:lnTo>
                  <a:lnTo>
                    <a:pt x="1083" y="0"/>
                  </a:lnTo>
                  <a:lnTo>
                    <a:pt x="1084" y="0"/>
                  </a:lnTo>
                  <a:lnTo>
                    <a:pt x="1086" y="0"/>
                  </a:lnTo>
                  <a:lnTo>
                    <a:pt x="1087" y="0"/>
                  </a:lnTo>
                  <a:lnTo>
                    <a:pt x="1088" y="0"/>
                  </a:lnTo>
                  <a:lnTo>
                    <a:pt x="1090" y="0"/>
                  </a:lnTo>
                  <a:lnTo>
                    <a:pt x="1091" y="0"/>
                  </a:lnTo>
                  <a:lnTo>
                    <a:pt x="1092" y="0"/>
                  </a:lnTo>
                  <a:lnTo>
                    <a:pt x="1094" y="0"/>
                  </a:lnTo>
                  <a:lnTo>
                    <a:pt x="1095" y="0"/>
                  </a:lnTo>
                  <a:lnTo>
                    <a:pt x="1096" y="0"/>
                  </a:lnTo>
                  <a:lnTo>
                    <a:pt x="1098" y="0"/>
                  </a:lnTo>
                  <a:lnTo>
                    <a:pt x="1099" y="0"/>
                  </a:lnTo>
                  <a:lnTo>
                    <a:pt x="1100" y="0"/>
                  </a:lnTo>
                  <a:lnTo>
                    <a:pt x="1102" y="0"/>
                  </a:lnTo>
                  <a:lnTo>
                    <a:pt x="1103" y="0"/>
                  </a:lnTo>
                  <a:lnTo>
                    <a:pt x="1105" y="0"/>
                  </a:lnTo>
                  <a:lnTo>
                    <a:pt x="1106" y="0"/>
                  </a:lnTo>
                  <a:lnTo>
                    <a:pt x="1107" y="0"/>
                  </a:lnTo>
                  <a:lnTo>
                    <a:pt x="1109" y="0"/>
                  </a:lnTo>
                  <a:lnTo>
                    <a:pt x="1110" y="0"/>
                  </a:lnTo>
                  <a:lnTo>
                    <a:pt x="1111" y="0"/>
                  </a:lnTo>
                  <a:lnTo>
                    <a:pt x="1113" y="0"/>
                  </a:lnTo>
                  <a:lnTo>
                    <a:pt x="1114" y="0"/>
                  </a:lnTo>
                  <a:lnTo>
                    <a:pt x="1115" y="0"/>
                  </a:lnTo>
                  <a:lnTo>
                    <a:pt x="1117" y="0"/>
                  </a:lnTo>
                  <a:lnTo>
                    <a:pt x="1118" y="0"/>
                  </a:lnTo>
                  <a:lnTo>
                    <a:pt x="1119" y="0"/>
                  </a:lnTo>
                  <a:lnTo>
                    <a:pt x="1121" y="0"/>
                  </a:lnTo>
                  <a:lnTo>
                    <a:pt x="1122" y="0"/>
                  </a:lnTo>
                  <a:lnTo>
                    <a:pt x="1123" y="0"/>
                  </a:lnTo>
                  <a:lnTo>
                    <a:pt x="1125" y="0"/>
                  </a:lnTo>
                  <a:lnTo>
                    <a:pt x="1126" y="0"/>
                  </a:lnTo>
                  <a:lnTo>
                    <a:pt x="1127" y="0"/>
                  </a:lnTo>
                  <a:lnTo>
                    <a:pt x="1129" y="0"/>
                  </a:lnTo>
                  <a:lnTo>
                    <a:pt x="1130" y="0"/>
                  </a:lnTo>
                  <a:lnTo>
                    <a:pt x="1131" y="0"/>
                  </a:lnTo>
                  <a:lnTo>
                    <a:pt x="1133" y="0"/>
                  </a:lnTo>
                  <a:lnTo>
                    <a:pt x="1134" y="0"/>
                  </a:lnTo>
                  <a:lnTo>
                    <a:pt x="1135" y="0"/>
                  </a:lnTo>
                  <a:lnTo>
                    <a:pt x="1137" y="0"/>
                  </a:lnTo>
                  <a:lnTo>
                    <a:pt x="1138" y="0"/>
                  </a:lnTo>
                  <a:lnTo>
                    <a:pt x="1140" y="0"/>
                  </a:lnTo>
                  <a:lnTo>
                    <a:pt x="1141" y="0"/>
                  </a:lnTo>
                  <a:lnTo>
                    <a:pt x="1142" y="0"/>
                  </a:lnTo>
                  <a:lnTo>
                    <a:pt x="1144" y="0"/>
                  </a:lnTo>
                  <a:lnTo>
                    <a:pt x="1145" y="0"/>
                  </a:lnTo>
                  <a:lnTo>
                    <a:pt x="1146" y="0"/>
                  </a:lnTo>
                  <a:lnTo>
                    <a:pt x="1148" y="0"/>
                  </a:lnTo>
                  <a:lnTo>
                    <a:pt x="1149" y="0"/>
                  </a:lnTo>
                  <a:lnTo>
                    <a:pt x="1150" y="0"/>
                  </a:lnTo>
                  <a:lnTo>
                    <a:pt x="1152" y="0"/>
                  </a:lnTo>
                  <a:lnTo>
                    <a:pt x="1153" y="0"/>
                  </a:lnTo>
                  <a:lnTo>
                    <a:pt x="1154" y="0"/>
                  </a:lnTo>
                  <a:lnTo>
                    <a:pt x="1156" y="0"/>
                  </a:lnTo>
                  <a:lnTo>
                    <a:pt x="1157" y="0"/>
                  </a:lnTo>
                  <a:lnTo>
                    <a:pt x="1158" y="0"/>
                  </a:lnTo>
                  <a:lnTo>
                    <a:pt x="1160" y="0"/>
                  </a:lnTo>
                  <a:lnTo>
                    <a:pt x="1161" y="0"/>
                  </a:lnTo>
                  <a:lnTo>
                    <a:pt x="1162" y="0"/>
                  </a:lnTo>
                  <a:lnTo>
                    <a:pt x="1164" y="0"/>
                  </a:lnTo>
                  <a:lnTo>
                    <a:pt x="1165" y="0"/>
                  </a:lnTo>
                  <a:lnTo>
                    <a:pt x="1166" y="0"/>
                  </a:lnTo>
                  <a:lnTo>
                    <a:pt x="1168" y="0"/>
                  </a:lnTo>
                  <a:lnTo>
                    <a:pt x="1169" y="0"/>
                  </a:lnTo>
                  <a:lnTo>
                    <a:pt x="1170" y="0"/>
                  </a:lnTo>
                  <a:lnTo>
                    <a:pt x="1172" y="0"/>
                  </a:lnTo>
                  <a:lnTo>
                    <a:pt x="1173" y="0"/>
                  </a:lnTo>
                  <a:lnTo>
                    <a:pt x="1175" y="0"/>
                  </a:lnTo>
                  <a:lnTo>
                    <a:pt x="1176" y="0"/>
                  </a:lnTo>
                  <a:lnTo>
                    <a:pt x="1177" y="0"/>
                  </a:lnTo>
                  <a:lnTo>
                    <a:pt x="1179" y="0"/>
                  </a:lnTo>
                  <a:lnTo>
                    <a:pt x="1180" y="0"/>
                  </a:lnTo>
                  <a:lnTo>
                    <a:pt x="1181" y="0"/>
                  </a:lnTo>
                  <a:lnTo>
                    <a:pt x="1183" y="0"/>
                  </a:lnTo>
                  <a:lnTo>
                    <a:pt x="1184" y="0"/>
                  </a:lnTo>
                  <a:lnTo>
                    <a:pt x="1185" y="0"/>
                  </a:lnTo>
                  <a:lnTo>
                    <a:pt x="1187" y="0"/>
                  </a:lnTo>
                  <a:lnTo>
                    <a:pt x="1188" y="0"/>
                  </a:lnTo>
                  <a:lnTo>
                    <a:pt x="1189" y="0"/>
                  </a:lnTo>
                  <a:lnTo>
                    <a:pt x="1191" y="0"/>
                  </a:lnTo>
                  <a:lnTo>
                    <a:pt x="1192" y="0"/>
                  </a:lnTo>
                  <a:lnTo>
                    <a:pt x="1193" y="0"/>
                  </a:lnTo>
                  <a:lnTo>
                    <a:pt x="1195" y="0"/>
                  </a:lnTo>
                  <a:lnTo>
                    <a:pt x="1196" y="0"/>
                  </a:lnTo>
                  <a:lnTo>
                    <a:pt x="1197" y="0"/>
                  </a:lnTo>
                  <a:lnTo>
                    <a:pt x="1199" y="0"/>
                  </a:lnTo>
                  <a:lnTo>
                    <a:pt x="1200" y="0"/>
                  </a:lnTo>
                  <a:lnTo>
                    <a:pt x="1201" y="0"/>
                  </a:lnTo>
                  <a:lnTo>
                    <a:pt x="1203" y="0"/>
                  </a:lnTo>
                  <a:lnTo>
                    <a:pt x="1204" y="0"/>
                  </a:lnTo>
                  <a:lnTo>
                    <a:pt x="1205" y="0"/>
                  </a:lnTo>
                  <a:lnTo>
                    <a:pt x="1207" y="0"/>
                  </a:lnTo>
                  <a:lnTo>
                    <a:pt x="1208" y="0"/>
                  </a:lnTo>
                  <a:lnTo>
                    <a:pt x="1209" y="0"/>
                  </a:lnTo>
                  <a:lnTo>
                    <a:pt x="1211" y="0"/>
                  </a:lnTo>
                  <a:lnTo>
                    <a:pt x="1212" y="0"/>
                  </a:lnTo>
                  <a:lnTo>
                    <a:pt x="1214" y="0"/>
                  </a:lnTo>
                  <a:lnTo>
                    <a:pt x="1215" y="0"/>
                  </a:lnTo>
                  <a:lnTo>
                    <a:pt x="1216" y="0"/>
                  </a:lnTo>
                  <a:lnTo>
                    <a:pt x="1218" y="0"/>
                  </a:lnTo>
                  <a:lnTo>
                    <a:pt x="1219" y="0"/>
                  </a:lnTo>
                  <a:lnTo>
                    <a:pt x="1220" y="0"/>
                  </a:lnTo>
                  <a:lnTo>
                    <a:pt x="1222" y="0"/>
                  </a:lnTo>
                  <a:lnTo>
                    <a:pt x="1223" y="0"/>
                  </a:lnTo>
                  <a:lnTo>
                    <a:pt x="1224" y="0"/>
                  </a:lnTo>
                  <a:lnTo>
                    <a:pt x="1226" y="0"/>
                  </a:lnTo>
                  <a:lnTo>
                    <a:pt x="1227" y="0"/>
                  </a:lnTo>
                  <a:lnTo>
                    <a:pt x="1228" y="0"/>
                  </a:lnTo>
                  <a:lnTo>
                    <a:pt x="1230" y="0"/>
                  </a:lnTo>
                  <a:lnTo>
                    <a:pt x="1231" y="0"/>
                  </a:lnTo>
                  <a:lnTo>
                    <a:pt x="1232" y="0"/>
                  </a:lnTo>
                  <a:lnTo>
                    <a:pt x="1234" y="0"/>
                  </a:lnTo>
                  <a:lnTo>
                    <a:pt x="1235" y="0"/>
                  </a:lnTo>
                  <a:lnTo>
                    <a:pt x="1236" y="0"/>
                  </a:lnTo>
                  <a:lnTo>
                    <a:pt x="1238" y="0"/>
                  </a:lnTo>
                  <a:lnTo>
                    <a:pt x="1239" y="0"/>
                  </a:lnTo>
                  <a:lnTo>
                    <a:pt x="1240" y="0"/>
                  </a:lnTo>
                  <a:lnTo>
                    <a:pt x="1242" y="0"/>
                  </a:lnTo>
                  <a:lnTo>
                    <a:pt x="1243" y="0"/>
                  </a:lnTo>
                  <a:lnTo>
                    <a:pt x="1244" y="0"/>
                  </a:lnTo>
                  <a:lnTo>
                    <a:pt x="1246" y="0"/>
                  </a:lnTo>
                  <a:lnTo>
                    <a:pt x="1247" y="0"/>
                  </a:lnTo>
                  <a:lnTo>
                    <a:pt x="1249" y="0"/>
                  </a:lnTo>
                  <a:lnTo>
                    <a:pt x="1250" y="0"/>
                  </a:lnTo>
                  <a:lnTo>
                    <a:pt x="1251" y="0"/>
                  </a:lnTo>
                  <a:lnTo>
                    <a:pt x="1253" y="0"/>
                  </a:lnTo>
                  <a:lnTo>
                    <a:pt x="1254" y="0"/>
                  </a:lnTo>
                  <a:lnTo>
                    <a:pt x="1255" y="0"/>
                  </a:lnTo>
                  <a:lnTo>
                    <a:pt x="1257" y="0"/>
                  </a:lnTo>
                  <a:lnTo>
                    <a:pt x="1258" y="0"/>
                  </a:lnTo>
                  <a:lnTo>
                    <a:pt x="1259" y="0"/>
                  </a:lnTo>
                  <a:lnTo>
                    <a:pt x="1261" y="0"/>
                  </a:lnTo>
                  <a:lnTo>
                    <a:pt x="1262" y="0"/>
                  </a:lnTo>
                  <a:lnTo>
                    <a:pt x="1263" y="0"/>
                  </a:lnTo>
                  <a:lnTo>
                    <a:pt x="1265" y="0"/>
                  </a:lnTo>
                  <a:lnTo>
                    <a:pt x="1266" y="0"/>
                  </a:lnTo>
                  <a:lnTo>
                    <a:pt x="1267" y="0"/>
                  </a:lnTo>
                  <a:lnTo>
                    <a:pt x="1269" y="0"/>
                  </a:lnTo>
                  <a:lnTo>
                    <a:pt x="1270" y="0"/>
                  </a:lnTo>
                  <a:lnTo>
                    <a:pt x="1271" y="0"/>
                  </a:lnTo>
                  <a:lnTo>
                    <a:pt x="1273" y="0"/>
                  </a:lnTo>
                  <a:lnTo>
                    <a:pt x="1274" y="0"/>
                  </a:lnTo>
                  <a:lnTo>
                    <a:pt x="1275" y="0"/>
                  </a:lnTo>
                  <a:lnTo>
                    <a:pt x="1277" y="0"/>
                  </a:lnTo>
                  <a:lnTo>
                    <a:pt x="1278" y="0"/>
                  </a:lnTo>
                  <a:lnTo>
                    <a:pt x="1279" y="0"/>
                  </a:lnTo>
                  <a:lnTo>
                    <a:pt x="1281" y="0"/>
                  </a:lnTo>
                  <a:lnTo>
                    <a:pt x="1282" y="0"/>
                  </a:lnTo>
                  <a:lnTo>
                    <a:pt x="1284" y="0"/>
                  </a:lnTo>
                  <a:lnTo>
                    <a:pt x="1285" y="0"/>
                  </a:lnTo>
                  <a:lnTo>
                    <a:pt x="1286" y="0"/>
                  </a:lnTo>
                  <a:lnTo>
                    <a:pt x="1288" y="0"/>
                  </a:lnTo>
                  <a:lnTo>
                    <a:pt x="1289" y="0"/>
                  </a:lnTo>
                  <a:lnTo>
                    <a:pt x="1290" y="0"/>
                  </a:lnTo>
                  <a:lnTo>
                    <a:pt x="1292" y="0"/>
                  </a:lnTo>
                  <a:lnTo>
                    <a:pt x="1293" y="0"/>
                  </a:lnTo>
                  <a:lnTo>
                    <a:pt x="1294" y="0"/>
                  </a:lnTo>
                  <a:lnTo>
                    <a:pt x="1296" y="0"/>
                  </a:lnTo>
                  <a:lnTo>
                    <a:pt x="1297" y="0"/>
                  </a:lnTo>
                  <a:lnTo>
                    <a:pt x="1298" y="0"/>
                  </a:lnTo>
                  <a:lnTo>
                    <a:pt x="1300" y="0"/>
                  </a:lnTo>
                  <a:lnTo>
                    <a:pt x="1301" y="0"/>
                  </a:lnTo>
                  <a:lnTo>
                    <a:pt x="1302" y="0"/>
                  </a:lnTo>
                  <a:lnTo>
                    <a:pt x="1304" y="0"/>
                  </a:lnTo>
                  <a:lnTo>
                    <a:pt x="1305" y="0"/>
                  </a:lnTo>
                  <a:lnTo>
                    <a:pt x="1306" y="0"/>
                  </a:lnTo>
                  <a:lnTo>
                    <a:pt x="1308" y="0"/>
                  </a:lnTo>
                  <a:lnTo>
                    <a:pt x="1309" y="0"/>
                  </a:lnTo>
                  <a:lnTo>
                    <a:pt x="1310" y="0"/>
                  </a:lnTo>
                  <a:lnTo>
                    <a:pt x="1312" y="0"/>
                  </a:lnTo>
                  <a:lnTo>
                    <a:pt x="1313" y="0"/>
                  </a:lnTo>
                  <a:lnTo>
                    <a:pt x="1314" y="0"/>
                  </a:lnTo>
                  <a:lnTo>
                    <a:pt x="1316" y="0"/>
                  </a:lnTo>
                  <a:lnTo>
                    <a:pt x="1317" y="0"/>
                  </a:lnTo>
                  <a:lnTo>
                    <a:pt x="1319" y="0"/>
                  </a:lnTo>
                  <a:lnTo>
                    <a:pt x="1320" y="0"/>
                  </a:lnTo>
                  <a:lnTo>
                    <a:pt x="1321" y="0"/>
                  </a:lnTo>
                  <a:lnTo>
                    <a:pt x="1323" y="0"/>
                  </a:lnTo>
                  <a:lnTo>
                    <a:pt x="1324" y="0"/>
                  </a:lnTo>
                  <a:lnTo>
                    <a:pt x="1325" y="0"/>
                  </a:lnTo>
                  <a:lnTo>
                    <a:pt x="1327" y="0"/>
                  </a:lnTo>
                  <a:lnTo>
                    <a:pt x="1328" y="0"/>
                  </a:lnTo>
                  <a:lnTo>
                    <a:pt x="1329" y="0"/>
                  </a:lnTo>
                  <a:lnTo>
                    <a:pt x="1331" y="0"/>
                  </a:lnTo>
                  <a:lnTo>
                    <a:pt x="1332" y="0"/>
                  </a:lnTo>
                  <a:lnTo>
                    <a:pt x="1333" y="0"/>
                  </a:lnTo>
                  <a:lnTo>
                    <a:pt x="1335" y="0"/>
                  </a:lnTo>
                  <a:lnTo>
                    <a:pt x="1336" y="0"/>
                  </a:lnTo>
                  <a:lnTo>
                    <a:pt x="1337" y="0"/>
                  </a:lnTo>
                  <a:lnTo>
                    <a:pt x="1339" y="0"/>
                  </a:lnTo>
                  <a:lnTo>
                    <a:pt x="1340" y="0"/>
                  </a:lnTo>
                  <a:lnTo>
                    <a:pt x="1341" y="0"/>
                  </a:lnTo>
                  <a:lnTo>
                    <a:pt x="1343" y="0"/>
                  </a:lnTo>
                  <a:lnTo>
                    <a:pt x="1344" y="0"/>
                  </a:lnTo>
                  <a:lnTo>
                    <a:pt x="1345" y="0"/>
                  </a:lnTo>
                  <a:lnTo>
                    <a:pt x="1347" y="0"/>
                  </a:lnTo>
                  <a:lnTo>
                    <a:pt x="1348" y="0"/>
                  </a:lnTo>
                  <a:lnTo>
                    <a:pt x="1349" y="0"/>
                  </a:lnTo>
                  <a:lnTo>
                    <a:pt x="1351" y="0"/>
                  </a:lnTo>
                  <a:lnTo>
                    <a:pt x="1352" y="0"/>
                  </a:lnTo>
                  <a:lnTo>
                    <a:pt x="1353" y="0"/>
                  </a:lnTo>
                  <a:lnTo>
                    <a:pt x="1355" y="0"/>
                  </a:lnTo>
                  <a:lnTo>
                    <a:pt x="1356" y="0"/>
                  </a:lnTo>
                  <a:lnTo>
                    <a:pt x="1358" y="0"/>
                  </a:lnTo>
                  <a:lnTo>
                    <a:pt x="1359" y="0"/>
                  </a:lnTo>
                  <a:lnTo>
                    <a:pt x="1360" y="0"/>
                  </a:lnTo>
                  <a:lnTo>
                    <a:pt x="1362" y="0"/>
                  </a:lnTo>
                  <a:lnTo>
                    <a:pt x="1363" y="0"/>
                  </a:lnTo>
                  <a:lnTo>
                    <a:pt x="1364" y="0"/>
                  </a:lnTo>
                  <a:lnTo>
                    <a:pt x="1366" y="0"/>
                  </a:lnTo>
                  <a:lnTo>
                    <a:pt x="1367" y="0"/>
                  </a:lnTo>
                  <a:lnTo>
                    <a:pt x="1368" y="0"/>
                  </a:lnTo>
                  <a:lnTo>
                    <a:pt x="1370" y="0"/>
                  </a:lnTo>
                  <a:lnTo>
                    <a:pt x="1371" y="0"/>
                  </a:lnTo>
                  <a:lnTo>
                    <a:pt x="1372" y="0"/>
                  </a:lnTo>
                  <a:lnTo>
                    <a:pt x="1374" y="0"/>
                  </a:lnTo>
                  <a:lnTo>
                    <a:pt x="1375" y="0"/>
                  </a:lnTo>
                  <a:lnTo>
                    <a:pt x="1376" y="0"/>
                  </a:lnTo>
                  <a:lnTo>
                    <a:pt x="1378" y="0"/>
                  </a:lnTo>
                  <a:lnTo>
                    <a:pt x="1379" y="0"/>
                  </a:lnTo>
                  <a:lnTo>
                    <a:pt x="1380" y="0"/>
                  </a:lnTo>
                  <a:lnTo>
                    <a:pt x="1382" y="0"/>
                  </a:lnTo>
                  <a:lnTo>
                    <a:pt x="1383" y="0"/>
                  </a:lnTo>
                  <a:lnTo>
                    <a:pt x="1384" y="0"/>
                  </a:lnTo>
                  <a:lnTo>
                    <a:pt x="1386" y="0"/>
                  </a:lnTo>
                  <a:lnTo>
                    <a:pt x="1387" y="0"/>
                  </a:lnTo>
                  <a:lnTo>
                    <a:pt x="1388" y="0"/>
                  </a:lnTo>
                  <a:lnTo>
                    <a:pt x="1390" y="0"/>
                  </a:lnTo>
                  <a:lnTo>
                    <a:pt x="1391" y="0"/>
                  </a:lnTo>
                  <a:lnTo>
                    <a:pt x="1393" y="0"/>
                  </a:lnTo>
                  <a:lnTo>
                    <a:pt x="1394" y="0"/>
                  </a:lnTo>
                  <a:lnTo>
                    <a:pt x="1395" y="0"/>
                  </a:lnTo>
                  <a:lnTo>
                    <a:pt x="1397" y="0"/>
                  </a:lnTo>
                  <a:lnTo>
                    <a:pt x="1398" y="0"/>
                  </a:lnTo>
                  <a:lnTo>
                    <a:pt x="1399" y="0"/>
                  </a:lnTo>
                  <a:lnTo>
                    <a:pt x="1401" y="0"/>
                  </a:lnTo>
                  <a:lnTo>
                    <a:pt x="1402" y="0"/>
                  </a:lnTo>
                  <a:lnTo>
                    <a:pt x="1403" y="0"/>
                  </a:lnTo>
                  <a:lnTo>
                    <a:pt x="1405" y="0"/>
                  </a:lnTo>
                  <a:lnTo>
                    <a:pt x="1406" y="0"/>
                  </a:lnTo>
                  <a:lnTo>
                    <a:pt x="1407" y="0"/>
                  </a:lnTo>
                  <a:lnTo>
                    <a:pt x="1409" y="0"/>
                  </a:lnTo>
                  <a:lnTo>
                    <a:pt x="1410" y="0"/>
                  </a:lnTo>
                  <a:lnTo>
                    <a:pt x="1411" y="0"/>
                  </a:lnTo>
                  <a:lnTo>
                    <a:pt x="1413" y="0"/>
                  </a:lnTo>
                  <a:lnTo>
                    <a:pt x="1414" y="0"/>
                  </a:lnTo>
                  <a:lnTo>
                    <a:pt x="1415" y="0"/>
                  </a:lnTo>
                  <a:lnTo>
                    <a:pt x="1417" y="0"/>
                  </a:lnTo>
                  <a:lnTo>
                    <a:pt x="1418" y="0"/>
                  </a:lnTo>
                  <a:lnTo>
                    <a:pt x="1419" y="0"/>
                  </a:lnTo>
                  <a:lnTo>
                    <a:pt x="1421" y="0"/>
                  </a:lnTo>
                  <a:lnTo>
                    <a:pt x="1422" y="0"/>
                  </a:lnTo>
                </a:path>
              </a:pathLst>
            </a:custGeom>
            <a:noFill/>
            <a:ln cap="flat" cmpd="sng" w="254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6"/>
            <p:cNvSpPr/>
            <p:nvPr/>
          </p:nvSpPr>
          <p:spPr>
            <a:xfrm flipH="1" rot="10800000">
              <a:off x="6845301" y="5964238"/>
              <a:ext cx="3756025" cy="95250"/>
            </a:xfrm>
            <a:custGeom>
              <a:rect b="b" l="l" r="r" t="t"/>
              <a:pathLst>
                <a:path extrusionOk="0" h="43" w="1422">
                  <a:moveTo>
                    <a:pt x="0" y="3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3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3" y="4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40" y="4"/>
                  </a:lnTo>
                  <a:lnTo>
                    <a:pt x="41" y="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8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2" y="4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6" y="4"/>
                  </a:lnTo>
                  <a:lnTo>
                    <a:pt x="67" y="4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1" y="4"/>
                  </a:lnTo>
                  <a:lnTo>
                    <a:pt x="72" y="4"/>
                  </a:lnTo>
                  <a:lnTo>
                    <a:pt x="74" y="4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8" y="4"/>
                  </a:lnTo>
                  <a:lnTo>
                    <a:pt x="79" y="4"/>
                  </a:lnTo>
                  <a:lnTo>
                    <a:pt x="80" y="4"/>
                  </a:lnTo>
                  <a:lnTo>
                    <a:pt x="82" y="4"/>
                  </a:lnTo>
                  <a:lnTo>
                    <a:pt x="83" y="4"/>
                  </a:lnTo>
                  <a:lnTo>
                    <a:pt x="84" y="4"/>
                  </a:lnTo>
                  <a:lnTo>
                    <a:pt x="86" y="4"/>
                  </a:lnTo>
                  <a:lnTo>
                    <a:pt x="87" y="4"/>
                  </a:lnTo>
                  <a:lnTo>
                    <a:pt x="88" y="4"/>
                  </a:lnTo>
                  <a:lnTo>
                    <a:pt x="90" y="4"/>
                  </a:lnTo>
                  <a:lnTo>
                    <a:pt x="91" y="4"/>
                  </a:lnTo>
                  <a:lnTo>
                    <a:pt x="92" y="4"/>
                  </a:lnTo>
                  <a:lnTo>
                    <a:pt x="94" y="4"/>
                  </a:lnTo>
                  <a:lnTo>
                    <a:pt x="95" y="4"/>
                  </a:lnTo>
                  <a:lnTo>
                    <a:pt x="97" y="4"/>
                  </a:lnTo>
                  <a:lnTo>
                    <a:pt x="98" y="4"/>
                  </a:lnTo>
                  <a:lnTo>
                    <a:pt x="99" y="4"/>
                  </a:lnTo>
                  <a:lnTo>
                    <a:pt x="101" y="4"/>
                  </a:lnTo>
                  <a:lnTo>
                    <a:pt x="102" y="4"/>
                  </a:lnTo>
                  <a:lnTo>
                    <a:pt x="103" y="4"/>
                  </a:lnTo>
                  <a:lnTo>
                    <a:pt x="105" y="4"/>
                  </a:lnTo>
                  <a:lnTo>
                    <a:pt x="106" y="4"/>
                  </a:lnTo>
                  <a:lnTo>
                    <a:pt x="107" y="4"/>
                  </a:lnTo>
                  <a:lnTo>
                    <a:pt x="109" y="4"/>
                  </a:lnTo>
                  <a:lnTo>
                    <a:pt x="110" y="4"/>
                  </a:lnTo>
                  <a:lnTo>
                    <a:pt x="111" y="4"/>
                  </a:lnTo>
                  <a:lnTo>
                    <a:pt x="113" y="4"/>
                  </a:lnTo>
                  <a:lnTo>
                    <a:pt x="114" y="4"/>
                  </a:lnTo>
                  <a:lnTo>
                    <a:pt x="115" y="4"/>
                  </a:lnTo>
                  <a:lnTo>
                    <a:pt x="117" y="0"/>
                  </a:lnTo>
                  <a:lnTo>
                    <a:pt x="118" y="4"/>
                  </a:lnTo>
                  <a:lnTo>
                    <a:pt x="119" y="4"/>
                  </a:lnTo>
                  <a:lnTo>
                    <a:pt x="121" y="4"/>
                  </a:lnTo>
                  <a:lnTo>
                    <a:pt x="122" y="4"/>
                  </a:lnTo>
                  <a:lnTo>
                    <a:pt x="123" y="4"/>
                  </a:lnTo>
                  <a:lnTo>
                    <a:pt x="125" y="4"/>
                  </a:lnTo>
                  <a:lnTo>
                    <a:pt x="126" y="4"/>
                  </a:lnTo>
                  <a:lnTo>
                    <a:pt x="127" y="4"/>
                  </a:lnTo>
                  <a:lnTo>
                    <a:pt x="129" y="4"/>
                  </a:lnTo>
                  <a:lnTo>
                    <a:pt x="130" y="4"/>
                  </a:lnTo>
                  <a:lnTo>
                    <a:pt x="132" y="4"/>
                  </a:lnTo>
                  <a:lnTo>
                    <a:pt x="133" y="4"/>
                  </a:lnTo>
                  <a:lnTo>
                    <a:pt x="134" y="4"/>
                  </a:lnTo>
                  <a:lnTo>
                    <a:pt x="136" y="4"/>
                  </a:lnTo>
                  <a:lnTo>
                    <a:pt x="137" y="4"/>
                  </a:lnTo>
                  <a:lnTo>
                    <a:pt x="138" y="4"/>
                  </a:lnTo>
                  <a:lnTo>
                    <a:pt x="140" y="4"/>
                  </a:lnTo>
                  <a:lnTo>
                    <a:pt x="141" y="4"/>
                  </a:lnTo>
                  <a:lnTo>
                    <a:pt x="142" y="4"/>
                  </a:lnTo>
                  <a:lnTo>
                    <a:pt x="144" y="4"/>
                  </a:lnTo>
                  <a:lnTo>
                    <a:pt x="145" y="4"/>
                  </a:lnTo>
                  <a:lnTo>
                    <a:pt x="146" y="4"/>
                  </a:lnTo>
                  <a:lnTo>
                    <a:pt x="148" y="4"/>
                  </a:lnTo>
                  <a:lnTo>
                    <a:pt x="149" y="4"/>
                  </a:lnTo>
                  <a:lnTo>
                    <a:pt x="150" y="5"/>
                  </a:lnTo>
                  <a:lnTo>
                    <a:pt x="152" y="5"/>
                  </a:lnTo>
                  <a:lnTo>
                    <a:pt x="153" y="5"/>
                  </a:lnTo>
                  <a:lnTo>
                    <a:pt x="154" y="5"/>
                  </a:lnTo>
                  <a:lnTo>
                    <a:pt x="156" y="5"/>
                  </a:lnTo>
                  <a:lnTo>
                    <a:pt x="157" y="5"/>
                  </a:lnTo>
                  <a:lnTo>
                    <a:pt x="158" y="5"/>
                  </a:lnTo>
                  <a:lnTo>
                    <a:pt x="160" y="5"/>
                  </a:lnTo>
                  <a:lnTo>
                    <a:pt x="161" y="5"/>
                  </a:lnTo>
                  <a:lnTo>
                    <a:pt x="162" y="5"/>
                  </a:lnTo>
                  <a:lnTo>
                    <a:pt x="164" y="5"/>
                  </a:lnTo>
                  <a:lnTo>
                    <a:pt x="165" y="5"/>
                  </a:lnTo>
                  <a:lnTo>
                    <a:pt x="167" y="5"/>
                  </a:lnTo>
                  <a:lnTo>
                    <a:pt x="168" y="6"/>
                  </a:lnTo>
                  <a:lnTo>
                    <a:pt x="169" y="6"/>
                  </a:lnTo>
                  <a:lnTo>
                    <a:pt x="171" y="6"/>
                  </a:lnTo>
                  <a:lnTo>
                    <a:pt x="172" y="6"/>
                  </a:lnTo>
                  <a:lnTo>
                    <a:pt x="173" y="6"/>
                  </a:lnTo>
                  <a:lnTo>
                    <a:pt x="175" y="6"/>
                  </a:lnTo>
                  <a:lnTo>
                    <a:pt x="176" y="6"/>
                  </a:lnTo>
                  <a:lnTo>
                    <a:pt x="177" y="7"/>
                  </a:lnTo>
                  <a:lnTo>
                    <a:pt x="179" y="7"/>
                  </a:lnTo>
                  <a:lnTo>
                    <a:pt x="180" y="7"/>
                  </a:lnTo>
                  <a:lnTo>
                    <a:pt x="181" y="7"/>
                  </a:lnTo>
                  <a:lnTo>
                    <a:pt x="183" y="7"/>
                  </a:lnTo>
                  <a:lnTo>
                    <a:pt x="184" y="7"/>
                  </a:lnTo>
                  <a:lnTo>
                    <a:pt x="185" y="8"/>
                  </a:lnTo>
                  <a:lnTo>
                    <a:pt x="187" y="8"/>
                  </a:lnTo>
                  <a:lnTo>
                    <a:pt x="188" y="8"/>
                  </a:lnTo>
                  <a:lnTo>
                    <a:pt x="189" y="8"/>
                  </a:lnTo>
                  <a:lnTo>
                    <a:pt x="191" y="8"/>
                  </a:lnTo>
                  <a:lnTo>
                    <a:pt x="192" y="9"/>
                  </a:lnTo>
                  <a:lnTo>
                    <a:pt x="193" y="9"/>
                  </a:lnTo>
                  <a:lnTo>
                    <a:pt x="195" y="9"/>
                  </a:lnTo>
                  <a:lnTo>
                    <a:pt x="196" y="9"/>
                  </a:lnTo>
                  <a:lnTo>
                    <a:pt x="197" y="9"/>
                  </a:lnTo>
                  <a:lnTo>
                    <a:pt x="199" y="9"/>
                  </a:lnTo>
                  <a:lnTo>
                    <a:pt x="200" y="9"/>
                  </a:lnTo>
                  <a:lnTo>
                    <a:pt x="202" y="9"/>
                  </a:lnTo>
                  <a:lnTo>
                    <a:pt x="203" y="10"/>
                  </a:lnTo>
                  <a:lnTo>
                    <a:pt x="204" y="10"/>
                  </a:lnTo>
                  <a:lnTo>
                    <a:pt x="206" y="10"/>
                  </a:lnTo>
                  <a:lnTo>
                    <a:pt x="207" y="10"/>
                  </a:lnTo>
                  <a:lnTo>
                    <a:pt x="208" y="11"/>
                  </a:lnTo>
                  <a:lnTo>
                    <a:pt x="210" y="11"/>
                  </a:lnTo>
                  <a:lnTo>
                    <a:pt x="211" y="11"/>
                  </a:lnTo>
                  <a:lnTo>
                    <a:pt x="212" y="11"/>
                  </a:lnTo>
                  <a:lnTo>
                    <a:pt x="214" y="11"/>
                  </a:lnTo>
                  <a:lnTo>
                    <a:pt x="215" y="12"/>
                  </a:lnTo>
                  <a:lnTo>
                    <a:pt x="216" y="12"/>
                  </a:lnTo>
                  <a:lnTo>
                    <a:pt x="218" y="12"/>
                  </a:lnTo>
                  <a:lnTo>
                    <a:pt x="219" y="12"/>
                  </a:lnTo>
                  <a:lnTo>
                    <a:pt x="220" y="12"/>
                  </a:lnTo>
                  <a:lnTo>
                    <a:pt x="222" y="13"/>
                  </a:lnTo>
                  <a:lnTo>
                    <a:pt x="223" y="13"/>
                  </a:lnTo>
                  <a:lnTo>
                    <a:pt x="224" y="13"/>
                  </a:lnTo>
                  <a:lnTo>
                    <a:pt x="226" y="13"/>
                  </a:lnTo>
                  <a:lnTo>
                    <a:pt x="227" y="14"/>
                  </a:lnTo>
                  <a:lnTo>
                    <a:pt x="228" y="14"/>
                  </a:lnTo>
                  <a:lnTo>
                    <a:pt x="230" y="14"/>
                  </a:lnTo>
                  <a:lnTo>
                    <a:pt x="231" y="14"/>
                  </a:lnTo>
                  <a:lnTo>
                    <a:pt x="232" y="14"/>
                  </a:lnTo>
                  <a:lnTo>
                    <a:pt x="234" y="14"/>
                  </a:lnTo>
                  <a:lnTo>
                    <a:pt x="235" y="15"/>
                  </a:lnTo>
                  <a:lnTo>
                    <a:pt x="236" y="15"/>
                  </a:lnTo>
                  <a:lnTo>
                    <a:pt x="238" y="15"/>
                  </a:lnTo>
                  <a:lnTo>
                    <a:pt x="239" y="15"/>
                  </a:lnTo>
                  <a:lnTo>
                    <a:pt x="241" y="16"/>
                  </a:lnTo>
                  <a:lnTo>
                    <a:pt x="242" y="16"/>
                  </a:lnTo>
                  <a:lnTo>
                    <a:pt x="243" y="16"/>
                  </a:lnTo>
                  <a:lnTo>
                    <a:pt x="245" y="16"/>
                  </a:lnTo>
                  <a:lnTo>
                    <a:pt x="246" y="16"/>
                  </a:lnTo>
                  <a:lnTo>
                    <a:pt x="247" y="17"/>
                  </a:lnTo>
                  <a:lnTo>
                    <a:pt x="249" y="17"/>
                  </a:lnTo>
                  <a:lnTo>
                    <a:pt x="250" y="17"/>
                  </a:lnTo>
                  <a:lnTo>
                    <a:pt x="251" y="17"/>
                  </a:lnTo>
                  <a:lnTo>
                    <a:pt x="253" y="18"/>
                  </a:lnTo>
                  <a:lnTo>
                    <a:pt x="254" y="18"/>
                  </a:lnTo>
                  <a:lnTo>
                    <a:pt x="255" y="18"/>
                  </a:lnTo>
                  <a:lnTo>
                    <a:pt x="257" y="18"/>
                  </a:lnTo>
                  <a:lnTo>
                    <a:pt x="258" y="18"/>
                  </a:lnTo>
                  <a:lnTo>
                    <a:pt x="259" y="19"/>
                  </a:lnTo>
                  <a:lnTo>
                    <a:pt x="261" y="19"/>
                  </a:lnTo>
                  <a:lnTo>
                    <a:pt x="262" y="19"/>
                  </a:lnTo>
                  <a:lnTo>
                    <a:pt x="263" y="19"/>
                  </a:lnTo>
                  <a:lnTo>
                    <a:pt x="265" y="20"/>
                  </a:lnTo>
                  <a:lnTo>
                    <a:pt x="266" y="20"/>
                  </a:lnTo>
                  <a:lnTo>
                    <a:pt x="267" y="20"/>
                  </a:lnTo>
                  <a:lnTo>
                    <a:pt x="269" y="21"/>
                  </a:lnTo>
                  <a:lnTo>
                    <a:pt x="270" y="21"/>
                  </a:lnTo>
                  <a:lnTo>
                    <a:pt x="271" y="21"/>
                  </a:lnTo>
                  <a:lnTo>
                    <a:pt x="273" y="21"/>
                  </a:lnTo>
                  <a:lnTo>
                    <a:pt x="274" y="22"/>
                  </a:lnTo>
                  <a:lnTo>
                    <a:pt x="276" y="22"/>
                  </a:lnTo>
                  <a:lnTo>
                    <a:pt x="277" y="22"/>
                  </a:lnTo>
                  <a:lnTo>
                    <a:pt x="278" y="22"/>
                  </a:lnTo>
                  <a:lnTo>
                    <a:pt x="280" y="22"/>
                  </a:lnTo>
                  <a:lnTo>
                    <a:pt x="281" y="22"/>
                  </a:lnTo>
                  <a:lnTo>
                    <a:pt x="282" y="22"/>
                  </a:lnTo>
                  <a:lnTo>
                    <a:pt x="284" y="22"/>
                  </a:lnTo>
                  <a:lnTo>
                    <a:pt x="285" y="23"/>
                  </a:lnTo>
                  <a:lnTo>
                    <a:pt x="286" y="23"/>
                  </a:lnTo>
                  <a:lnTo>
                    <a:pt x="288" y="23"/>
                  </a:lnTo>
                  <a:lnTo>
                    <a:pt x="289" y="23"/>
                  </a:lnTo>
                  <a:lnTo>
                    <a:pt x="290" y="24"/>
                  </a:lnTo>
                  <a:lnTo>
                    <a:pt x="292" y="24"/>
                  </a:lnTo>
                  <a:lnTo>
                    <a:pt x="293" y="24"/>
                  </a:lnTo>
                  <a:lnTo>
                    <a:pt x="294" y="24"/>
                  </a:lnTo>
                  <a:lnTo>
                    <a:pt x="296" y="25"/>
                  </a:lnTo>
                  <a:lnTo>
                    <a:pt x="297" y="25"/>
                  </a:lnTo>
                  <a:lnTo>
                    <a:pt x="298" y="25"/>
                  </a:lnTo>
                  <a:lnTo>
                    <a:pt x="300" y="25"/>
                  </a:lnTo>
                  <a:lnTo>
                    <a:pt x="301" y="26"/>
                  </a:lnTo>
                  <a:lnTo>
                    <a:pt x="302" y="26"/>
                  </a:lnTo>
                  <a:lnTo>
                    <a:pt x="304" y="26"/>
                  </a:lnTo>
                  <a:lnTo>
                    <a:pt x="305" y="26"/>
                  </a:lnTo>
                  <a:lnTo>
                    <a:pt x="306" y="26"/>
                  </a:lnTo>
                  <a:lnTo>
                    <a:pt x="308" y="26"/>
                  </a:lnTo>
                  <a:lnTo>
                    <a:pt x="309" y="27"/>
                  </a:lnTo>
                  <a:lnTo>
                    <a:pt x="311" y="27"/>
                  </a:lnTo>
                  <a:lnTo>
                    <a:pt x="312" y="27"/>
                  </a:lnTo>
                  <a:lnTo>
                    <a:pt x="313" y="27"/>
                  </a:lnTo>
                  <a:lnTo>
                    <a:pt x="315" y="27"/>
                  </a:lnTo>
                  <a:lnTo>
                    <a:pt x="316" y="27"/>
                  </a:lnTo>
                  <a:lnTo>
                    <a:pt x="317" y="27"/>
                  </a:lnTo>
                  <a:lnTo>
                    <a:pt x="319" y="28"/>
                  </a:lnTo>
                  <a:lnTo>
                    <a:pt x="320" y="28"/>
                  </a:lnTo>
                  <a:lnTo>
                    <a:pt x="321" y="28"/>
                  </a:lnTo>
                  <a:lnTo>
                    <a:pt x="323" y="28"/>
                  </a:lnTo>
                  <a:lnTo>
                    <a:pt x="324" y="28"/>
                  </a:lnTo>
                  <a:lnTo>
                    <a:pt x="325" y="28"/>
                  </a:lnTo>
                  <a:lnTo>
                    <a:pt x="327" y="28"/>
                  </a:lnTo>
                  <a:lnTo>
                    <a:pt x="328" y="28"/>
                  </a:lnTo>
                  <a:lnTo>
                    <a:pt x="329" y="29"/>
                  </a:lnTo>
                  <a:lnTo>
                    <a:pt x="331" y="29"/>
                  </a:lnTo>
                  <a:lnTo>
                    <a:pt x="332" y="29"/>
                  </a:lnTo>
                  <a:lnTo>
                    <a:pt x="333" y="29"/>
                  </a:lnTo>
                  <a:lnTo>
                    <a:pt x="335" y="29"/>
                  </a:lnTo>
                  <a:lnTo>
                    <a:pt x="336" y="29"/>
                  </a:lnTo>
                  <a:lnTo>
                    <a:pt x="337" y="29"/>
                  </a:lnTo>
                  <a:lnTo>
                    <a:pt x="339" y="30"/>
                  </a:lnTo>
                  <a:lnTo>
                    <a:pt x="340" y="30"/>
                  </a:lnTo>
                  <a:lnTo>
                    <a:pt x="341" y="30"/>
                  </a:lnTo>
                  <a:lnTo>
                    <a:pt x="343" y="30"/>
                  </a:lnTo>
                  <a:lnTo>
                    <a:pt x="344" y="30"/>
                  </a:lnTo>
                  <a:lnTo>
                    <a:pt x="346" y="30"/>
                  </a:lnTo>
                  <a:lnTo>
                    <a:pt x="347" y="30"/>
                  </a:lnTo>
                  <a:lnTo>
                    <a:pt x="348" y="30"/>
                  </a:lnTo>
                  <a:lnTo>
                    <a:pt x="350" y="30"/>
                  </a:lnTo>
                  <a:lnTo>
                    <a:pt x="351" y="30"/>
                  </a:lnTo>
                  <a:lnTo>
                    <a:pt x="352" y="31"/>
                  </a:lnTo>
                  <a:lnTo>
                    <a:pt x="354" y="31"/>
                  </a:lnTo>
                  <a:lnTo>
                    <a:pt x="355" y="31"/>
                  </a:lnTo>
                  <a:lnTo>
                    <a:pt x="356" y="31"/>
                  </a:lnTo>
                  <a:lnTo>
                    <a:pt x="358" y="31"/>
                  </a:lnTo>
                  <a:lnTo>
                    <a:pt x="359" y="31"/>
                  </a:lnTo>
                  <a:lnTo>
                    <a:pt x="360" y="31"/>
                  </a:lnTo>
                  <a:lnTo>
                    <a:pt x="362" y="31"/>
                  </a:lnTo>
                  <a:lnTo>
                    <a:pt x="363" y="31"/>
                  </a:lnTo>
                  <a:lnTo>
                    <a:pt x="364" y="31"/>
                  </a:lnTo>
                  <a:lnTo>
                    <a:pt x="366" y="31"/>
                  </a:lnTo>
                  <a:lnTo>
                    <a:pt x="367" y="31"/>
                  </a:lnTo>
                  <a:lnTo>
                    <a:pt x="368" y="32"/>
                  </a:lnTo>
                  <a:lnTo>
                    <a:pt x="370" y="32"/>
                  </a:lnTo>
                  <a:lnTo>
                    <a:pt x="371" y="32"/>
                  </a:lnTo>
                  <a:lnTo>
                    <a:pt x="372" y="32"/>
                  </a:lnTo>
                  <a:lnTo>
                    <a:pt x="374" y="32"/>
                  </a:lnTo>
                  <a:lnTo>
                    <a:pt x="375" y="32"/>
                  </a:lnTo>
                  <a:lnTo>
                    <a:pt x="376" y="32"/>
                  </a:lnTo>
                  <a:lnTo>
                    <a:pt x="378" y="32"/>
                  </a:lnTo>
                  <a:lnTo>
                    <a:pt x="379" y="32"/>
                  </a:lnTo>
                  <a:lnTo>
                    <a:pt x="380" y="32"/>
                  </a:lnTo>
                  <a:lnTo>
                    <a:pt x="382" y="33"/>
                  </a:lnTo>
                  <a:lnTo>
                    <a:pt x="383" y="33"/>
                  </a:lnTo>
                  <a:lnTo>
                    <a:pt x="385" y="33"/>
                  </a:lnTo>
                  <a:lnTo>
                    <a:pt x="386" y="33"/>
                  </a:lnTo>
                  <a:lnTo>
                    <a:pt x="387" y="33"/>
                  </a:lnTo>
                  <a:lnTo>
                    <a:pt x="389" y="33"/>
                  </a:lnTo>
                  <a:lnTo>
                    <a:pt x="390" y="33"/>
                  </a:lnTo>
                  <a:lnTo>
                    <a:pt x="391" y="33"/>
                  </a:lnTo>
                  <a:lnTo>
                    <a:pt x="393" y="33"/>
                  </a:lnTo>
                  <a:lnTo>
                    <a:pt x="394" y="33"/>
                  </a:lnTo>
                  <a:lnTo>
                    <a:pt x="395" y="33"/>
                  </a:lnTo>
                  <a:lnTo>
                    <a:pt x="397" y="33"/>
                  </a:lnTo>
                  <a:lnTo>
                    <a:pt x="398" y="33"/>
                  </a:lnTo>
                  <a:lnTo>
                    <a:pt x="399" y="33"/>
                  </a:lnTo>
                  <a:lnTo>
                    <a:pt x="401" y="33"/>
                  </a:lnTo>
                  <a:lnTo>
                    <a:pt x="402" y="33"/>
                  </a:lnTo>
                  <a:lnTo>
                    <a:pt x="403" y="33"/>
                  </a:lnTo>
                  <a:lnTo>
                    <a:pt x="405" y="33"/>
                  </a:lnTo>
                  <a:lnTo>
                    <a:pt x="406" y="33"/>
                  </a:lnTo>
                  <a:lnTo>
                    <a:pt x="407" y="33"/>
                  </a:lnTo>
                  <a:lnTo>
                    <a:pt x="409" y="33"/>
                  </a:lnTo>
                  <a:lnTo>
                    <a:pt x="410" y="33"/>
                  </a:lnTo>
                  <a:lnTo>
                    <a:pt x="411" y="33"/>
                  </a:lnTo>
                  <a:lnTo>
                    <a:pt x="413" y="33"/>
                  </a:lnTo>
                  <a:lnTo>
                    <a:pt x="414" y="33"/>
                  </a:lnTo>
                  <a:lnTo>
                    <a:pt x="415" y="33"/>
                  </a:lnTo>
                  <a:lnTo>
                    <a:pt x="417" y="33"/>
                  </a:lnTo>
                  <a:lnTo>
                    <a:pt x="418" y="34"/>
                  </a:lnTo>
                  <a:lnTo>
                    <a:pt x="420" y="33"/>
                  </a:lnTo>
                  <a:lnTo>
                    <a:pt x="421" y="34"/>
                  </a:lnTo>
                  <a:lnTo>
                    <a:pt x="422" y="34"/>
                  </a:lnTo>
                  <a:lnTo>
                    <a:pt x="424" y="33"/>
                  </a:lnTo>
                  <a:lnTo>
                    <a:pt x="425" y="34"/>
                  </a:lnTo>
                  <a:lnTo>
                    <a:pt x="426" y="34"/>
                  </a:lnTo>
                  <a:lnTo>
                    <a:pt x="428" y="34"/>
                  </a:lnTo>
                  <a:lnTo>
                    <a:pt x="429" y="34"/>
                  </a:lnTo>
                  <a:lnTo>
                    <a:pt x="430" y="34"/>
                  </a:lnTo>
                  <a:lnTo>
                    <a:pt x="432" y="34"/>
                  </a:lnTo>
                  <a:lnTo>
                    <a:pt x="433" y="34"/>
                  </a:lnTo>
                  <a:lnTo>
                    <a:pt x="434" y="34"/>
                  </a:lnTo>
                  <a:lnTo>
                    <a:pt x="436" y="34"/>
                  </a:lnTo>
                  <a:lnTo>
                    <a:pt x="437" y="34"/>
                  </a:lnTo>
                  <a:lnTo>
                    <a:pt x="438" y="34"/>
                  </a:lnTo>
                  <a:lnTo>
                    <a:pt x="440" y="34"/>
                  </a:lnTo>
                  <a:lnTo>
                    <a:pt x="441" y="34"/>
                  </a:lnTo>
                  <a:lnTo>
                    <a:pt x="442" y="34"/>
                  </a:lnTo>
                  <a:lnTo>
                    <a:pt x="444" y="34"/>
                  </a:lnTo>
                  <a:lnTo>
                    <a:pt x="445" y="34"/>
                  </a:lnTo>
                  <a:lnTo>
                    <a:pt x="446" y="34"/>
                  </a:lnTo>
                  <a:lnTo>
                    <a:pt x="448" y="34"/>
                  </a:lnTo>
                  <a:lnTo>
                    <a:pt x="449" y="34"/>
                  </a:lnTo>
                  <a:lnTo>
                    <a:pt x="450" y="34"/>
                  </a:lnTo>
                  <a:lnTo>
                    <a:pt x="452" y="34"/>
                  </a:lnTo>
                  <a:lnTo>
                    <a:pt x="453" y="34"/>
                  </a:lnTo>
                  <a:lnTo>
                    <a:pt x="455" y="34"/>
                  </a:lnTo>
                  <a:lnTo>
                    <a:pt x="456" y="34"/>
                  </a:lnTo>
                  <a:lnTo>
                    <a:pt x="457" y="34"/>
                  </a:lnTo>
                  <a:lnTo>
                    <a:pt x="459" y="34"/>
                  </a:lnTo>
                  <a:lnTo>
                    <a:pt x="460" y="34"/>
                  </a:lnTo>
                  <a:lnTo>
                    <a:pt x="461" y="34"/>
                  </a:lnTo>
                  <a:lnTo>
                    <a:pt x="463" y="34"/>
                  </a:lnTo>
                  <a:lnTo>
                    <a:pt x="464" y="34"/>
                  </a:lnTo>
                  <a:lnTo>
                    <a:pt x="465" y="34"/>
                  </a:lnTo>
                  <a:lnTo>
                    <a:pt x="467" y="34"/>
                  </a:lnTo>
                  <a:lnTo>
                    <a:pt x="468" y="34"/>
                  </a:lnTo>
                  <a:lnTo>
                    <a:pt x="469" y="35"/>
                  </a:lnTo>
                  <a:lnTo>
                    <a:pt x="471" y="35"/>
                  </a:lnTo>
                  <a:lnTo>
                    <a:pt x="472" y="35"/>
                  </a:lnTo>
                  <a:lnTo>
                    <a:pt x="473" y="35"/>
                  </a:lnTo>
                  <a:lnTo>
                    <a:pt x="475" y="35"/>
                  </a:lnTo>
                  <a:lnTo>
                    <a:pt x="476" y="35"/>
                  </a:lnTo>
                  <a:lnTo>
                    <a:pt x="477" y="35"/>
                  </a:lnTo>
                  <a:lnTo>
                    <a:pt x="479" y="35"/>
                  </a:lnTo>
                  <a:lnTo>
                    <a:pt x="480" y="35"/>
                  </a:lnTo>
                  <a:lnTo>
                    <a:pt x="481" y="35"/>
                  </a:lnTo>
                  <a:lnTo>
                    <a:pt x="483" y="35"/>
                  </a:lnTo>
                  <a:lnTo>
                    <a:pt x="484" y="35"/>
                  </a:lnTo>
                  <a:lnTo>
                    <a:pt x="485" y="35"/>
                  </a:lnTo>
                  <a:lnTo>
                    <a:pt x="487" y="35"/>
                  </a:lnTo>
                  <a:lnTo>
                    <a:pt x="488" y="35"/>
                  </a:lnTo>
                  <a:lnTo>
                    <a:pt x="490" y="35"/>
                  </a:lnTo>
                  <a:lnTo>
                    <a:pt x="491" y="35"/>
                  </a:lnTo>
                  <a:lnTo>
                    <a:pt x="492" y="35"/>
                  </a:lnTo>
                  <a:lnTo>
                    <a:pt x="494" y="35"/>
                  </a:lnTo>
                  <a:lnTo>
                    <a:pt x="495" y="35"/>
                  </a:lnTo>
                  <a:lnTo>
                    <a:pt x="496" y="35"/>
                  </a:lnTo>
                  <a:lnTo>
                    <a:pt x="498" y="35"/>
                  </a:lnTo>
                  <a:lnTo>
                    <a:pt x="499" y="35"/>
                  </a:lnTo>
                  <a:lnTo>
                    <a:pt x="500" y="35"/>
                  </a:lnTo>
                  <a:lnTo>
                    <a:pt x="502" y="35"/>
                  </a:lnTo>
                  <a:lnTo>
                    <a:pt x="503" y="35"/>
                  </a:lnTo>
                  <a:lnTo>
                    <a:pt x="504" y="35"/>
                  </a:lnTo>
                  <a:lnTo>
                    <a:pt x="506" y="35"/>
                  </a:lnTo>
                  <a:lnTo>
                    <a:pt x="507" y="35"/>
                  </a:lnTo>
                  <a:lnTo>
                    <a:pt x="508" y="35"/>
                  </a:lnTo>
                  <a:lnTo>
                    <a:pt x="510" y="35"/>
                  </a:lnTo>
                  <a:lnTo>
                    <a:pt x="511" y="35"/>
                  </a:lnTo>
                  <a:lnTo>
                    <a:pt x="512" y="35"/>
                  </a:lnTo>
                  <a:lnTo>
                    <a:pt x="514" y="35"/>
                  </a:lnTo>
                  <a:lnTo>
                    <a:pt x="515" y="35"/>
                  </a:lnTo>
                  <a:lnTo>
                    <a:pt x="516" y="35"/>
                  </a:lnTo>
                  <a:lnTo>
                    <a:pt x="518" y="35"/>
                  </a:lnTo>
                  <a:lnTo>
                    <a:pt x="519" y="35"/>
                  </a:lnTo>
                  <a:lnTo>
                    <a:pt x="520" y="35"/>
                  </a:lnTo>
                  <a:lnTo>
                    <a:pt x="522" y="35"/>
                  </a:lnTo>
                  <a:lnTo>
                    <a:pt x="523" y="35"/>
                  </a:lnTo>
                  <a:lnTo>
                    <a:pt x="524" y="35"/>
                  </a:lnTo>
                  <a:lnTo>
                    <a:pt x="526" y="35"/>
                  </a:lnTo>
                  <a:lnTo>
                    <a:pt x="527" y="35"/>
                  </a:lnTo>
                  <a:lnTo>
                    <a:pt x="529" y="35"/>
                  </a:lnTo>
                  <a:lnTo>
                    <a:pt x="530" y="35"/>
                  </a:lnTo>
                  <a:lnTo>
                    <a:pt x="531" y="35"/>
                  </a:lnTo>
                  <a:lnTo>
                    <a:pt x="533" y="35"/>
                  </a:lnTo>
                  <a:lnTo>
                    <a:pt x="534" y="35"/>
                  </a:lnTo>
                  <a:lnTo>
                    <a:pt x="535" y="35"/>
                  </a:lnTo>
                  <a:lnTo>
                    <a:pt x="537" y="36"/>
                  </a:lnTo>
                  <a:lnTo>
                    <a:pt x="538" y="36"/>
                  </a:lnTo>
                  <a:lnTo>
                    <a:pt x="539" y="36"/>
                  </a:lnTo>
                  <a:lnTo>
                    <a:pt x="541" y="36"/>
                  </a:lnTo>
                  <a:lnTo>
                    <a:pt x="542" y="36"/>
                  </a:lnTo>
                  <a:lnTo>
                    <a:pt x="543" y="36"/>
                  </a:lnTo>
                  <a:lnTo>
                    <a:pt x="545" y="36"/>
                  </a:lnTo>
                  <a:lnTo>
                    <a:pt x="546" y="36"/>
                  </a:lnTo>
                  <a:lnTo>
                    <a:pt x="547" y="36"/>
                  </a:lnTo>
                  <a:lnTo>
                    <a:pt x="549" y="35"/>
                  </a:lnTo>
                  <a:lnTo>
                    <a:pt x="550" y="35"/>
                  </a:lnTo>
                  <a:lnTo>
                    <a:pt x="551" y="35"/>
                  </a:lnTo>
                  <a:lnTo>
                    <a:pt x="553" y="35"/>
                  </a:lnTo>
                  <a:lnTo>
                    <a:pt x="554" y="35"/>
                  </a:lnTo>
                  <a:lnTo>
                    <a:pt x="555" y="35"/>
                  </a:lnTo>
                  <a:lnTo>
                    <a:pt x="557" y="35"/>
                  </a:lnTo>
                  <a:lnTo>
                    <a:pt x="558" y="35"/>
                  </a:lnTo>
                  <a:lnTo>
                    <a:pt x="559" y="36"/>
                  </a:lnTo>
                  <a:lnTo>
                    <a:pt x="561" y="36"/>
                  </a:lnTo>
                  <a:lnTo>
                    <a:pt x="562" y="36"/>
                  </a:lnTo>
                  <a:lnTo>
                    <a:pt x="564" y="36"/>
                  </a:lnTo>
                  <a:lnTo>
                    <a:pt x="565" y="36"/>
                  </a:lnTo>
                  <a:lnTo>
                    <a:pt x="566" y="36"/>
                  </a:lnTo>
                  <a:lnTo>
                    <a:pt x="568" y="36"/>
                  </a:lnTo>
                  <a:lnTo>
                    <a:pt x="569" y="36"/>
                  </a:lnTo>
                  <a:lnTo>
                    <a:pt x="570" y="36"/>
                  </a:lnTo>
                  <a:lnTo>
                    <a:pt x="572" y="36"/>
                  </a:lnTo>
                  <a:lnTo>
                    <a:pt x="573" y="36"/>
                  </a:lnTo>
                  <a:lnTo>
                    <a:pt x="574" y="36"/>
                  </a:lnTo>
                  <a:lnTo>
                    <a:pt x="576" y="36"/>
                  </a:lnTo>
                  <a:lnTo>
                    <a:pt x="577" y="36"/>
                  </a:lnTo>
                  <a:lnTo>
                    <a:pt x="578" y="36"/>
                  </a:lnTo>
                  <a:lnTo>
                    <a:pt x="580" y="36"/>
                  </a:lnTo>
                  <a:lnTo>
                    <a:pt x="581" y="36"/>
                  </a:lnTo>
                  <a:lnTo>
                    <a:pt x="582" y="36"/>
                  </a:lnTo>
                  <a:lnTo>
                    <a:pt x="584" y="36"/>
                  </a:lnTo>
                  <a:lnTo>
                    <a:pt x="585" y="36"/>
                  </a:lnTo>
                  <a:lnTo>
                    <a:pt x="586" y="36"/>
                  </a:lnTo>
                  <a:lnTo>
                    <a:pt x="588" y="36"/>
                  </a:lnTo>
                  <a:lnTo>
                    <a:pt x="589" y="36"/>
                  </a:lnTo>
                  <a:lnTo>
                    <a:pt x="590" y="36"/>
                  </a:lnTo>
                  <a:lnTo>
                    <a:pt x="592" y="36"/>
                  </a:lnTo>
                  <a:lnTo>
                    <a:pt x="593" y="36"/>
                  </a:lnTo>
                  <a:lnTo>
                    <a:pt x="594" y="36"/>
                  </a:lnTo>
                  <a:lnTo>
                    <a:pt x="596" y="36"/>
                  </a:lnTo>
                  <a:lnTo>
                    <a:pt x="597" y="36"/>
                  </a:lnTo>
                  <a:lnTo>
                    <a:pt x="599" y="36"/>
                  </a:lnTo>
                  <a:lnTo>
                    <a:pt x="600" y="36"/>
                  </a:lnTo>
                  <a:lnTo>
                    <a:pt x="601" y="36"/>
                  </a:lnTo>
                  <a:lnTo>
                    <a:pt x="603" y="36"/>
                  </a:lnTo>
                  <a:lnTo>
                    <a:pt x="604" y="36"/>
                  </a:lnTo>
                  <a:lnTo>
                    <a:pt x="605" y="36"/>
                  </a:lnTo>
                  <a:lnTo>
                    <a:pt x="607" y="36"/>
                  </a:lnTo>
                  <a:lnTo>
                    <a:pt x="608" y="36"/>
                  </a:lnTo>
                  <a:lnTo>
                    <a:pt x="609" y="36"/>
                  </a:lnTo>
                  <a:lnTo>
                    <a:pt x="611" y="36"/>
                  </a:lnTo>
                  <a:lnTo>
                    <a:pt x="612" y="36"/>
                  </a:lnTo>
                  <a:lnTo>
                    <a:pt x="613" y="36"/>
                  </a:lnTo>
                  <a:lnTo>
                    <a:pt x="615" y="36"/>
                  </a:lnTo>
                  <a:lnTo>
                    <a:pt x="616" y="36"/>
                  </a:lnTo>
                  <a:lnTo>
                    <a:pt x="617" y="36"/>
                  </a:lnTo>
                  <a:lnTo>
                    <a:pt x="619" y="36"/>
                  </a:lnTo>
                  <a:lnTo>
                    <a:pt x="620" y="36"/>
                  </a:lnTo>
                  <a:lnTo>
                    <a:pt x="621" y="37"/>
                  </a:lnTo>
                  <a:lnTo>
                    <a:pt x="623" y="37"/>
                  </a:lnTo>
                  <a:lnTo>
                    <a:pt x="624" y="37"/>
                  </a:lnTo>
                  <a:lnTo>
                    <a:pt x="625" y="37"/>
                  </a:lnTo>
                  <a:lnTo>
                    <a:pt x="627" y="37"/>
                  </a:lnTo>
                  <a:lnTo>
                    <a:pt x="628" y="37"/>
                  </a:lnTo>
                  <a:lnTo>
                    <a:pt x="629" y="37"/>
                  </a:lnTo>
                  <a:lnTo>
                    <a:pt x="631" y="36"/>
                  </a:lnTo>
                  <a:lnTo>
                    <a:pt x="632" y="36"/>
                  </a:lnTo>
                  <a:lnTo>
                    <a:pt x="634" y="37"/>
                  </a:lnTo>
                  <a:lnTo>
                    <a:pt x="635" y="37"/>
                  </a:lnTo>
                  <a:lnTo>
                    <a:pt x="636" y="37"/>
                  </a:lnTo>
                  <a:lnTo>
                    <a:pt x="638" y="37"/>
                  </a:lnTo>
                  <a:lnTo>
                    <a:pt x="639" y="37"/>
                  </a:lnTo>
                  <a:lnTo>
                    <a:pt x="640" y="37"/>
                  </a:lnTo>
                  <a:lnTo>
                    <a:pt x="642" y="37"/>
                  </a:lnTo>
                  <a:lnTo>
                    <a:pt x="643" y="37"/>
                  </a:lnTo>
                  <a:lnTo>
                    <a:pt x="644" y="37"/>
                  </a:lnTo>
                  <a:lnTo>
                    <a:pt x="646" y="37"/>
                  </a:lnTo>
                  <a:lnTo>
                    <a:pt x="647" y="37"/>
                  </a:lnTo>
                  <a:lnTo>
                    <a:pt x="648" y="37"/>
                  </a:lnTo>
                  <a:lnTo>
                    <a:pt x="650" y="37"/>
                  </a:lnTo>
                  <a:lnTo>
                    <a:pt x="651" y="37"/>
                  </a:lnTo>
                  <a:lnTo>
                    <a:pt x="652" y="37"/>
                  </a:lnTo>
                  <a:lnTo>
                    <a:pt x="654" y="37"/>
                  </a:lnTo>
                  <a:lnTo>
                    <a:pt x="655" y="37"/>
                  </a:lnTo>
                  <a:lnTo>
                    <a:pt x="656" y="37"/>
                  </a:lnTo>
                  <a:lnTo>
                    <a:pt x="658" y="37"/>
                  </a:lnTo>
                  <a:lnTo>
                    <a:pt x="659" y="37"/>
                  </a:lnTo>
                  <a:lnTo>
                    <a:pt x="660" y="37"/>
                  </a:lnTo>
                  <a:lnTo>
                    <a:pt x="662" y="37"/>
                  </a:lnTo>
                  <a:lnTo>
                    <a:pt x="663" y="37"/>
                  </a:lnTo>
                  <a:lnTo>
                    <a:pt x="664" y="37"/>
                  </a:lnTo>
                  <a:lnTo>
                    <a:pt x="666" y="37"/>
                  </a:lnTo>
                  <a:lnTo>
                    <a:pt x="667" y="37"/>
                  </a:lnTo>
                  <a:lnTo>
                    <a:pt x="668" y="37"/>
                  </a:lnTo>
                  <a:lnTo>
                    <a:pt x="670" y="37"/>
                  </a:lnTo>
                  <a:lnTo>
                    <a:pt x="671" y="37"/>
                  </a:lnTo>
                  <a:lnTo>
                    <a:pt x="673" y="37"/>
                  </a:lnTo>
                  <a:lnTo>
                    <a:pt x="674" y="37"/>
                  </a:lnTo>
                  <a:lnTo>
                    <a:pt x="675" y="37"/>
                  </a:lnTo>
                  <a:lnTo>
                    <a:pt x="677" y="37"/>
                  </a:lnTo>
                  <a:lnTo>
                    <a:pt x="678" y="37"/>
                  </a:lnTo>
                  <a:lnTo>
                    <a:pt x="679" y="37"/>
                  </a:lnTo>
                  <a:lnTo>
                    <a:pt x="681" y="37"/>
                  </a:lnTo>
                  <a:lnTo>
                    <a:pt x="682" y="37"/>
                  </a:lnTo>
                  <a:lnTo>
                    <a:pt x="683" y="37"/>
                  </a:lnTo>
                  <a:lnTo>
                    <a:pt x="685" y="37"/>
                  </a:lnTo>
                  <a:lnTo>
                    <a:pt x="686" y="37"/>
                  </a:lnTo>
                  <a:lnTo>
                    <a:pt x="687" y="37"/>
                  </a:lnTo>
                  <a:lnTo>
                    <a:pt x="689" y="37"/>
                  </a:lnTo>
                  <a:lnTo>
                    <a:pt x="690" y="37"/>
                  </a:lnTo>
                  <a:lnTo>
                    <a:pt x="691" y="37"/>
                  </a:lnTo>
                  <a:lnTo>
                    <a:pt x="693" y="37"/>
                  </a:lnTo>
                  <a:lnTo>
                    <a:pt x="694" y="37"/>
                  </a:lnTo>
                  <a:lnTo>
                    <a:pt x="695" y="37"/>
                  </a:lnTo>
                  <a:lnTo>
                    <a:pt x="697" y="37"/>
                  </a:lnTo>
                  <a:lnTo>
                    <a:pt x="698" y="37"/>
                  </a:lnTo>
                  <a:lnTo>
                    <a:pt x="699" y="37"/>
                  </a:lnTo>
                  <a:lnTo>
                    <a:pt x="701" y="37"/>
                  </a:lnTo>
                  <a:lnTo>
                    <a:pt x="702" y="37"/>
                  </a:lnTo>
                  <a:lnTo>
                    <a:pt x="703" y="37"/>
                  </a:lnTo>
                  <a:lnTo>
                    <a:pt x="705" y="37"/>
                  </a:lnTo>
                  <a:lnTo>
                    <a:pt x="706" y="37"/>
                  </a:lnTo>
                  <a:lnTo>
                    <a:pt x="708" y="37"/>
                  </a:lnTo>
                  <a:lnTo>
                    <a:pt x="709" y="37"/>
                  </a:lnTo>
                  <a:lnTo>
                    <a:pt x="710" y="37"/>
                  </a:lnTo>
                  <a:lnTo>
                    <a:pt x="712" y="37"/>
                  </a:lnTo>
                  <a:lnTo>
                    <a:pt x="713" y="37"/>
                  </a:lnTo>
                  <a:lnTo>
                    <a:pt x="714" y="37"/>
                  </a:lnTo>
                  <a:lnTo>
                    <a:pt x="716" y="37"/>
                  </a:lnTo>
                  <a:lnTo>
                    <a:pt x="717" y="37"/>
                  </a:lnTo>
                  <a:lnTo>
                    <a:pt x="718" y="37"/>
                  </a:lnTo>
                  <a:lnTo>
                    <a:pt x="720" y="37"/>
                  </a:lnTo>
                  <a:lnTo>
                    <a:pt x="721" y="37"/>
                  </a:lnTo>
                  <a:lnTo>
                    <a:pt x="722" y="37"/>
                  </a:lnTo>
                  <a:lnTo>
                    <a:pt x="724" y="37"/>
                  </a:lnTo>
                  <a:lnTo>
                    <a:pt x="725" y="37"/>
                  </a:lnTo>
                  <a:lnTo>
                    <a:pt x="726" y="37"/>
                  </a:lnTo>
                  <a:lnTo>
                    <a:pt x="728" y="37"/>
                  </a:lnTo>
                  <a:lnTo>
                    <a:pt x="729" y="37"/>
                  </a:lnTo>
                  <a:lnTo>
                    <a:pt x="730" y="37"/>
                  </a:lnTo>
                  <a:lnTo>
                    <a:pt x="732" y="37"/>
                  </a:lnTo>
                  <a:lnTo>
                    <a:pt x="733" y="37"/>
                  </a:lnTo>
                  <a:lnTo>
                    <a:pt x="734" y="37"/>
                  </a:lnTo>
                  <a:lnTo>
                    <a:pt x="736" y="38"/>
                  </a:lnTo>
                  <a:lnTo>
                    <a:pt x="737" y="38"/>
                  </a:lnTo>
                  <a:lnTo>
                    <a:pt x="738" y="38"/>
                  </a:lnTo>
                  <a:lnTo>
                    <a:pt x="740" y="38"/>
                  </a:lnTo>
                  <a:lnTo>
                    <a:pt x="741" y="38"/>
                  </a:lnTo>
                  <a:lnTo>
                    <a:pt x="743" y="38"/>
                  </a:lnTo>
                  <a:lnTo>
                    <a:pt x="744" y="38"/>
                  </a:lnTo>
                  <a:lnTo>
                    <a:pt x="745" y="38"/>
                  </a:lnTo>
                  <a:lnTo>
                    <a:pt x="747" y="38"/>
                  </a:lnTo>
                  <a:lnTo>
                    <a:pt x="748" y="38"/>
                  </a:lnTo>
                  <a:lnTo>
                    <a:pt x="749" y="38"/>
                  </a:lnTo>
                  <a:lnTo>
                    <a:pt x="751" y="38"/>
                  </a:lnTo>
                  <a:lnTo>
                    <a:pt x="752" y="38"/>
                  </a:lnTo>
                  <a:lnTo>
                    <a:pt x="753" y="38"/>
                  </a:lnTo>
                  <a:lnTo>
                    <a:pt x="755" y="38"/>
                  </a:lnTo>
                  <a:lnTo>
                    <a:pt x="756" y="38"/>
                  </a:lnTo>
                  <a:lnTo>
                    <a:pt x="757" y="38"/>
                  </a:lnTo>
                  <a:lnTo>
                    <a:pt x="759" y="38"/>
                  </a:lnTo>
                  <a:lnTo>
                    <a:pt x="760" y="38"/>
                  </a:lnTo>
                  <a:lnTo>
                    <a:pt x="761" y="38"/>
                  </a:lnTo>
                  <a:lnTo>
                    <a:pt x="763" y="38"/>
                  </a:lnTo>
                  <a:lnTo>
                    <a:pt x="764" y="38"/>
                  </a:lnTo>
                  <a:lnTo>
                    <a:pt x="765" y="38"/>
                  </a:lnTo>
                  <a:lnTo>
                    <a:pt x="767" y="38"/>
                  </a:lnTo>
                  <a:lnTo>
                    <a:pt x="768" y="38"/>
                  </a:lnTo>
                  <a:lnTo>
                    <a:pt x="769" y="38"/>
                  </a:lnTo>
                  <a:lnTo>
                    <a:pt x="771" y="38"/>
                  </a:lnTo>
                  <a:lnTo>
                    <a:pt x="772" y="38"/>
                  </a:lnTo>
                  <a:lnTo>
                    <a:pt x="773" y="38"/>
                  </a:lnTo>
                  <a:lnTo>
                    <a:pt x="775" y="38"/>
                  </a:lnTo>
                  <a:lnTo>
                    <a:pt x="776" y="38"/>
                  </a:lnTo>
                  <a:lnTo>
                    <a:pt x="777" y="38"/>
                  </a:lnTo>
                  <a:lnTo>
                    <a:pt x="779" y="38"/>
                  </a:lnTo>
                  <a:lnTo>
                    <a:pt x="780" y="38"/>
                  </a:lnTo>
                  <a:lnTo>
                    <a:pt x="782" y="38"/>
                  </a:lnTo>
                  <a:lnTo>
                    <a:pt x="783" y="38"/>
                  </a:lnTo>
                  <a:lnTo>
                    <a:pt x="784" y="38"/>
                  </a:lnTo>
                  <a:lnTo>
                    <a:pt x="786" y="38"/>
                  </a:lnTo>
                  <a:lnTo>
                    <a:pt x="787" y="38"/>
                  </a:lnTo>
                  <a:lnTo>
                    <a:pt x="788" y="38"/>
                  </a:lnTo>
                  <a:lnTo>
                    <a:pt x="790" y="38"/>
                  </a:lnTo>
                  <a:lnTo>
                    <a:pt x="791" y="38"/>
                  </a:lnTo>
                  <a:lnTo>
                    <a:pt x="792" y="38"/>
                  </a:lnTo>
                  <a:lnTo>
                    <a:pt x="794" y="38"/>
                  </a:lnTo>
                  <a:lnTo>
                    <a:pt x="795" y="38"/>
                  </a:lnTo>
                  <a:lnTo>
                    <a:pt x="796" y="38"/>
                  </a:lnTo>
                  <a:lnTo>
                    <a:pt x="798" y="38"/>
                  </a:lnTo>
                  <a:lnTo>
                    <a:pt x="799" y="38"/>
                  </a:lnTo>
                  <a:lnTo>
                    <a:pt x="800" y="38"/>
                  </a:lnTo>
                  <a:lnTo>
                    <a:pt x="802" y="38"/>
                  </a:lnTo>
                  <a:lnTo>
                    <a:pt x="803" y="38"/>
                  </a:lnTo>
                  <a:lnTo>
                    <a:pt x="804" y="38"/>
                  </a:lnTo>
                  <a:lnTo>
                    <a:pt x="806" y="38"/>
                  </a:lnTo>
                  <a:lnTo>
                    <a:pt x="807" y="38"/>
                  </a:lnTo>
                  <a:lnTo>
                    <a:pt x="808" y="38"/>
                  </a:lnTo>
                  <a:lnTo>
                    <a:pt x="810" y="38"/>
                  </a:lnTo>
                  <a:lnTo>
                    <a:pt x="811" y="38"/>
                  </a:lnTo>
                  <a:lnTo>
                    <a:pt x="812" y="38"/>
                  </a:lnTo>
                  <a:lnTo>
                    <a:pt x="814" y="38"/>
                  </a:lnTo>
                  <a:lnTo>
                    <a:pt x="815" y="38"/>
                  </a:lnTo>
                  <a:lnTo>
                    <a:pt x="817" y="38"/>
                  </a:lnTo>
                  <a:lnTo>
                    <a:pt x="818" y="38"/>
                  </a:lnTo>
                  <a:lnTo>
                    <a:pt x="819" y="38"/>
                  </a:lnTo>
                  <a:lnTo>
                    <a:pt x="821" y="38"/>
                  </a:lnTo>
                  <a:lnTo>
                    <a:pt x="822" y="38"/>
                  </a:lnTo>
                  <a:lnTo>
                    <a:pt x="823" y="38"/>
                  </a:lnTo>
                  <a:lnTo>
                    <a:pt x="825" y="38"/>
                  </a:lnTo>
                  <a:lnTo>
                    <a:pt x="826" y="38"/>
                  </a:lnTo>
                  <a:lnTo>
                    <a:pt x="827" y="38"/>
                  </a:lnTo>
                  <a:lnTo>
                    <a:pt x="829" y="38"/>
                  </a:lnTo>
                  <a:lnTo>
                    <a:pt x="830" y="38"/>
                  </a:lnTo>
                  <a:lnTo>
                    <a:pt x="831" y="38"/>
                  </a:lnTo>
                  <a:lnTo>
                    <a:pt x="833" y="38"/>
                  </a:lnTo>
                  <a:lnTo>
                    <a:pt x="834" y="38"/>
                  </a:lnTo>
                  <a:lnTo>
                    <a:pt x="835" y="39"/>
                  </a:lnTo>
                  <a:lnTo>
                    <a:pt x="837" y="39"/>
                  </a:lnTo>
                  <a:lnTo>
                    <a:pt x="838" y="39"/>
                  </a:lnTo>
                  <a:lnTo>
                    <a:pt x="839" y="39"/>
                  </a:lnTo>
                  <a:lnTo>
                    <a:pt x="841" y="39"/>
                  </a:lnTo>
                  <a:lnTo>
                    <a:pt x="842" y="39"/>
                  </a:lnTo>
                  <a:lnTo>
                    <a:pt x="843" y="39"/>
                  </a:lnTo>
                  <a:lnTo>
                    <a:pt x="845" y="39"/>
                  </a:lnTo>
                  <a:lnTo>
                    <a:pt x="846" y="39"/>
                  </a:lnTo>
                  <a:lnTo>
                    <a:pt x="847" y="39"/>
                  </a:lnTo>
                  <a:lnTo>
                    <a:pt x="849" y="39"/>
                  </a:lnTo>
                  <a:lnTo>
                    <a:pt x="850" y="39"/>
                  </a:lnTo>
                  <a:lnTo>
                    <a:pt x="852" y="39"/>
                  </a:lnTo>
                  <a:lnTo>
                    <a:pt x="853" y="39"/>
                  </a:lnTo>
                  <a:lnTo>
                    <a:pt x="854" y="39"/>
                  </a:lnTo>
                  <a:lnTo>
                    <a:pt x="856" y="39"/>
                  </a:lnTo>
                  <a:lnTo>
                    <a:pt x="857" y="39"/>
                  </a:lnTo>
                  <a:lnTo>
                    <a:pt x="858" y="39"/>
                  </a:lnTo>
                  <a:lnTo>
                    <a:pt x="860" y="39"/>
                  </a:lnTo>
                  <a:lnTo>
                    <a:pt x="861" y="39"/>
                  </a:lnTo>
                  <a:lnTo>
                    <a:pt x="862" y="39"/>
                  </a:lnTo>
                  <a:lnTo>
                    <a:pt x="864" y="39"/>
                  </a:lnTo>
                  <a:lnTo>
                    <a:pt x="865" y="39"/>
                  </a:lnTo>
                  <a:lnTo>
                    <a:pt x="866" y="39"/>
                  </a:lnTo>
                  <a:lnTo>
                    <a:pt x="868" y="39"/>
                  </a:lnTo>
                  <a:lnTo>
                    <a:pt x="869" y="39"/>
                  </a:lnTo>
                  <a:lnTo>
                    <a:pt x="870" y="39"/>
                  </a:lnTo>
                  <a:lnTo>
                    <a:pt x="872" y="39"/>
                  </a:lnTo>
                  <a:lnTo>
                    <a:pt x="873" y="39"/>
                  </a:lnTo>
                  <a:lnTo>
                    <a:pt x="874" y="39"/>
                  </a:lnTo>
                  <a:lnTo>
                    <a:pt x="876" y="39"/>
                  </a:lnTo>
                  <a:lnTo>
                    <a:pt x="877" y="39"/>
                  </a:lnTo>
                  <a:lnTo>
                    <a:pt x="878" y="39"/>
                  </a:lnTo>
                  <a:lnTo>
                    <a:pt x="880" y="39"/>
                  </a:lnTo>
                  <a:lnTo>
                    <a:pt x="881" y="39"/>
                  </a:lnTo>
                  <a:lnTo>
                    <a:pt x="882" y="39"/>
                  </a:lnTo>
                  <a:lnTo>
                    <a:pt x="884" y="39"/>
                  </a:lnTo>
                  <a:lnTo>
                    <a:pt x="885" y="39"/>
                  </a:lnTo>
                  <a:lnTo>
                    <a:pt x="887" y="39"/>
                  </a:lnTo>
                  <a:lnTo>
                    <a:pt x="888" y="39"/>
                  </a:lnTo>
                  <a:lnTo>
                    <a:pt x="889" y="39"/>
                  </a:lnTo>
                  <a:lnTo>
                    <a:pt x="891" y="39"/>
                  </a:lnTo>
                  <a:lnTo>
                    <a:pt x="892" y="39"/>
                  </a:lnTo>
                  <a:lnTo>
                    <a:pt x="893" y="39"/>
                  </a:lnTo>
                  <a:lnTo>
                    <a:pt x="895" y="39"/>
                  </a:lnTo>
                  <a:lnTo>
                    <a:pt x="896" y="39"/>
                  </a:lnTo>
                  <a:lnTo>
                    <a:pt x="897" y="39"/>
                  </a:lnTo>
                  <a:lnTo>
                    <a:pt x="899" y="39"/>
                  </a:lnTo>
                  <a:lnTo>
                    <a:pt x="900" y="39"/>
                  </a:lnTo>
                  <a:lnTo>
                    <a:pt x="901" y="39"/>
                  </a:lnTo>
                  <a:lnTo>
                    <a:pt x="903" y="39"/>
                  </a:lnTo>
                  <a:lnTo>
                    <a:pt x="904" y="39"/>
                  </a:lnTo>
                  <a:lnTo>
                    <a:pt x="905" y="39"/>
                  </a:lnTo>
                  <a:lnTo>
                    <a:pt x="907" y="39"/>
                  </a:lnTo>
                  <a:lnTo>
                    <a:pt x="908" y="39"/>
                  </a:lnTo>
                  <a:lnTo>
                    <a:pt x="909" y="39"/>
                  </a:lnTo>
                  <a:lnTo>
                    <a:pt x="911" y="39"/>
                  </a:lnTo>
                  <a:lnTo>
                    <a:pt x="912" y="39"/>
                  </a:lnTo>
                  <a:lnTo>
                    <a:pt x="913" y="39"/>
                  </a:lnTo>
                  <a:lnTo>
                    <a:pt x="915" y="39"/>
                  </a:lnTo>
                  <a:lnTo>
                    <a:pt x="916" y="39"/>
                  </a:lnTo>
                  <a:lnTo>
                    <a:pt x="917" y="39"/>
                  </a:lnTo>
                  <a:lnTo>
                    <a:pt x="919" y="39"/>
                  </a:lnTo>
                  <a:lnTo>
                    <a:pt x="920" y="39"/>
                  </a:lnTo>
                  <a:lnTo>
                    <a:pt x="921" y="39"/>
                  </a:lnTo>
                  <a:lnTo>
                    <a:pt x="923" y="39"/>
                  </a:lnTo>
                  <a:lnTo>
                    <a:pt x="924" y="39"/>
                  </a:lnTo>
                  <a:lnTo>
                    <a:pt x="926" y="39"/>
                  </a:lnTo>
                  <a:lnTo>
                    <a:pt x="927" y="39"/>
                  </a:lnTo>
                  <a:lnTo>
                    <a:pt x="928" y="39"/>
                  </a:lnTo>
                  <a:lnTo>
                    <a:pt x="930" y="39"/>
                  </a:lnTo>
                  <a:lnTo>
                    <a:pt x="931" y="39"/>
                  </a:lnTo>
                  <a:lnTo>
                    <a:pt x="932" y="39"/>
                  </a:lnTo>
                  <a:lnTo>
                    <a:pt x="934" y="39"/>
                  </a:lnTo>
                  <a:lnTo>
                    <a:pt x="935" y="39"/>
                  </a:lnTo>
                  <a:lnTo>
                    <a:pt x="936" y="40"/>
                  </a:lnTo>
                  <a:lnTo>
                    <a:pt x="938" y="40"/>
                  </a:lnTo>
                  <a:lnTo>
                    <a:pt x="939" y="40"/>
                  </a:lnTo>
                  <a:lnTo>
                    <a:pt x="940" y="40"/>
                  </a:lnTo>
                  <a:lnTo>
                    <a:pt x="942" y="40"/>
                  </a:lnTo>
                  <a:lnTo>
                    <a:pt x="943" y="40"/>
                  </a:lnTo>
                  <a:lnTo>
                    <a:pt x="944" y="40"/>
                  </a:lnTo>
                  <a:lnTo>
                    <a:pt x="946" y="40"/>
                  </a:lnTo>
                  <a:lnTo>
                    <a:pt x="947" y="40"/>
                  </a:lnTo>
                  <a:lnTo>
                    <a:pt x="948" y="39"/>
                  </a:lnTo>
                  <a:lnTo>
                    <a:pt x="950" y="39"/>
                  </a:lnTo>
                  <a:lnTo>
                    <a:pt x="951" y="39"/>
                  </a:lnTo>
                  <a:lnTo>
                    <a:pt x="952" y="39"/>
                  </a:lnTo>
                  <a:lnTo>
                    <a:pt x="954" y="39"/>
                  </a:lnTo>
                  <a:lnTo>
                    <a:pt x="955" y="40"/>
                  </a:lnTo>
                  <a:lnTo>
                    <a:pt x="956" y="40"/>
                  </a:lnTo>
                  <a:lnTo>
                    <a:pt x="958" y="40"/>
                  </a:lnTo>
                  <a:lnTo>
                    <a:pt x="959" y="40"/>
                  </a:lnTo>
                  <a:lnTo>
                    <a:pt x="961" y="40"/>
                  </a:lnTo>
                  <a:lnTo>
                    <a:pt x="962" y="40"/>
                  </a:lnTo>
                  <a:lnTo>
                    <a:pt x="963" y="40"/>
                  </a:lnTo>
                  <a:lnTo>
                    <a:pt x="965" y="40"/>
                  </a:lnTo>
                  <a:lnTo>
                    <a:pt x="966" y="40"/>
                  </a:lnTo>
                  <a:lnTo>
                    <a:pt x="967" y="40"/>
                  </a:lnTo>
                  <a:lnTo>
                    <a:pt x="969" y="40"/>
                  </a:lnTo>
                  <a:lnTo>
                    <a:pt x="970" y="40"/>
                  </a:lnTo>
                  <a:lnTo>
                    <a:pt x="971" y="40"/>
                  </a:lnTo>
                  <a:lnTo>
                    <a:pt x="973" y="40"/>
                  </a:lnTo>
                  <a:lnTo>
                    <a:pt x="974" y="40"/>
                  </a:lnTo>
                  <a:lnTo>
                    <a:pt x="975" y="40"/>
                  </a:lnTo>
                  <a:lnTo>
                    <a:pt x="977" y="40"/>
                  </a:lnTo>
                  <a:lnTo>
                    <a:pt x="978" y="40"/>
                  </a:lnTo>
                  <a:lnTo>
                    <a:pt x="979" y="40"/>
                  </a:lnTo>
                  <a:lnTo>
                    <a:pt x="981" y="40"/>
                  </a:lnTo>
                  <a:lnTo>
                    <a:pt x="982" y="40"/>
                  </a:lnTo>
                  <a:lnTo>
                    <a:pt x="983" y="40"/>
                  </a:lnTo>
                  <a:lnTo>
                    <a:pt x="985" y="40"/>
                  </a:lnTo>
                  <a:lnTo>
                    <a:pt x="986" y="40"/>
                  </a:lnTo>
                  <a:lnTo>
                    <a:pt x="987" y="40"/>
                  </a:lnTo>
                  <a:lnTo>
                    <a:pt x="989" y="40"/>
                  </a:lnTo>
                  <a:lnTo>
                    <a:pt x="990" y="40"/>
                  </a:lnTo>
                  <a:lnTo>
                    <a:pt x="991" y="40"/>
                  </a:lnTo>
                  <a:lnTo>
                    <a:pt x="993" y="40"/>
                  </a:lnTo>
                  <a:lnTo>
                    <a:pt x="994" y="40"/>
                  </a:lnTo>
                  <a:lnTo>
                    <a:pt x="996" y="40"/>
                  </a:lnTo>
                  <a:lnTo>
                    <a:pt x="997" y="40"/>
                  </a:lnTo>
                  <a:lnTo>
                    <a:pt x="998" y="40"/>
                  </a:lnTo>
                  <a:lnTo>
                    <a:pt x="1000" y="40"/>
                  </a:lnTo>
                  <a:lnTo>
                    <a:pt x="1001" y="40"/>
                  </a:lnTo>
                  <a:lnTo>
                    <a:pt x="1002" y="40"/>
                  </a:lnTo>
                  <a:lnTo>
                    <a:pt x="1004" y="40"/>
                  </a:lnTo>
                  <a:lnTo>
                    <a:pt x="1005" y="40"/>
                  </a:lnTo>
                  <a:lnTo>
                    <a:pt x="1006" y="40"/>
                  </a:lnTo>
                  <a:lnTo>
                    <a:pt x="1008" y="40"/>
                  </a:lnTo>
                  <a:lnTo>
                    <a:pt x="1009" y="40"/>
                  </a:lnTo>
                  <a:lnTo>
                    <a:pt x="1010" y="40"/>
                  </a:lnTo>
                  <a:lnTo>
                    <a:pt x="1012" y="40"/>
                  </a:lnTo>
                  <a:lnTo>
                    <a:pt x="1013" y="40"/>
                  </a:lnTo>
                  <a:lnTo>
                    <a:pt x="1014" y="40"/>
                  </a:lnTo>
                  <a:lnTo>
                    <a:pt x="1016" y="40"/>
                  </a:lnTo>
                  <a:lnTo>
                    <a:pt x="1017" y="40"/>
                  </a:lnTo>
                  <a:lnTo>
                    <a:pt x="1018" y="40"/>
                  </a:lnTo>
                  <a:lnTo>
                    <a:pt x="1020" y="40"/>
                  </a:lnTo>
                  <a:lnTo>
                    <a:pt x="1021" y="40"/>
                  </a:lnTo>
                  <a:lnTo>
                    <a:pt x="1022" y="40"/>
                  </a:lnTo>
                  <a:lnTo>
                    <a:pt x="1024" y="40"/>
                  </a:lnTo>
                  <a:lnTo>
                    <a:pt x="1025" y="40"/>
                  </a:lnTo>
                  <a:lnTo>
                    <a:pt x="1026" y="40"/>
                  </a:lnTo>
                  <a:lnTo>
                    <a:pt x="1028" y="40"/>
                  </a:lnTo>
                  <a:lnTo>
                    <a:pt x="1029" y="40"/>
                  </a:lnTo>
                  <a:lnTo>
                    <a:pt x="1031" y="40"/>
                  </a:lnTo>
                  <a:lnTo>
                    <a:pt x="1032" y="40"/>
                  </a:lnTo>
                  <a:lnTo>
                    <a:pt x="1033" y="40"/>
                  </a:lnTo>
                  <a:lnTo>
                    <a:pt x="1035" y="40"/>
                  </a:lnTo>
                  <a:lnTo>
                    <a:pt x="1036" y="40"/>
                  </a:lnTo>
                  <a:lnTo>
                    <a:pt x="1037" y="40"/>
                  </a:lnTo>
                  <a:lnTo>
                    <a:pt x="1039" y="40"/>
                  </a:lnTo>
                  <a:lnTo>
                    <a:pt x="1040" y="40"/>
                  </a:lnTo>
                  <a:lnTo>
                    <a:pt x="1041" y="40"/>
                  </a:lnTo>
                  <a:lnTo>
                    <a:pt x="1043" y="40"/>
                  </a:lnTo>
                  <a:lnTo>
                    <a:pt x="1044" y="40"/>
                  </a:lnTo>
                  <a:lnTo>
                    <a:pt x="1045" y="40"/>
                  </a:lnTo>
                  <a:lnTo>
                    <a:pt x="1047" y="40"/>
                  </a:lnTo>
                  <a:lnTo>
                    <a:pt x="1048" y="40"/>
                  </a:lnTo>
                  <a:lnTo>
                    <a:pt x="1049" y="40"/>
                  </a:lnTo>
                  <a:lnTo>
                    <a:pt x="1051" y="40"/>
                  </a:lnTo>
                  <a:lnTo>
                    <a:pt x="1052" y="40"/>
                  </a:lnTo>
                  <a:lnTo>
                    <a:pt x="1053" y="40"/>
                  </a:lnTo>
                  <a:lnTo>
                    <a:pt x="1055" y="41"/>
                  </a:lnTo>
                  <a:lnTo>
                    <a:pt x="1056" y="40"/>
                  </a:lnTo>
                  <a:lnTo>
                    <a:pt x="1057" y="40"/>
                  </a:lnTo>
                  <a:lnTo>
                    <a:pt x="1059" y="41"/>
                  </a:lnTo>
                  <a:lnTo>
                    <a:pt x="1060" y="41"/>
                  </a:lnTo>
                  <a:lnTo>
                    <a:pt x="1061" y="41"/>
                  </a:lnTo>
                  <a:lnTo>
                    <a:pt x="1063" y="41"/>
                  </a:lnTo>
                  <a:lnTo>
                    <a:pt x="1064" y="41"/>
                  </a:lnTo>
                  <a:lnTo>
                    <a:pt x="1065" y="41"/>
                  </a:lnTo>
                  <a:lnTo>
                    <a:pt x="1067" y="41"/>
                  </a:lnTo>
                  <a:lnTo>
                    <a:pt x="1068" y="41"/>
                  </a:lnTo>
                  <a:lnTo>
                    <a:pt x="1070" y="41"/>
                  </a:lnTo>
                  <a:lnTo>
                    <a:pt x="1071" y="41"/>
                  </a:lnTo>
                  <a:lnTo>
                    <a:pt x="1072" y="41"/>
                  </a:lnTo>
                  <a:lnTo>
                    <a:pt x="1074" y="41"/>
                  </a:lnTo>
                  <a:lnTo>
                    <a:pt x="1075" y="41"/>
                  </a:lnTo>
                  <a:lnTo>
                    <a:pt x="1076" y="41"/>
                  </a:lnTo>
                  <a:lnTo>
                    <a:pt x="1078" y="41"/>
                  </a:lnTo>
                  <a:lnTo>
                    <a:pt x="1079" y="41"/>
                  </a:lnTo>
                  <a:lnTo>
                    <a:pt x="1080" y="41"/>
                  </a:lnTo>
                  <a:lnTo>
                    <a:pt x="1082" y="41"/>
                  </a:lnTo>
                  <a:lnTo>
                    <a:pt x="1083" y="41"/>
                  </a:lnTo>
                  <a:lnTo>
                    <a:pt x="1084" y="41"/>
                  </a:lnTo>
                  <a:lnTo>
                    <a:pt x="1086" y="41"/>
                  </a:lnTo>
                  <a:lnTo>
                    <a:pt x="1087" y="41"/>
                  </a:lnTo>
                  <a:lnTo>
                    <a:pt x="1088" y="41"/>
                  </a:lnTo>
                  <a:lnTo>
                    <a:pt x="1090" y="41"/>
                  </a:lnTo>
                  <a:lnTo>
                    <a:pt x="1091" y="41"/>
                  </a:lnTo>
                  <a:lnTo>
                    <a:pt x="1092" y="41"/>
                  </a:lnTo>
                  <a:lnTo>
                    <a:pt x="1094" y="41"/>
                  </a:lnTo>
                  <a:lnTo>
                    <a:pt x="1095" y="41"/>
                  </a:lnTo>
                  <a:lnTo>
                    <a:pt x="1096" y="41"/>
                  </a:lnTo>
                  <a:lnTo>
                    <a:pt x="1098" y="41"/>
                  </a:lnTo>
                  <a:lnTo>
                    <a:pt x="1099" y="41"/>
                  </a:lnTo>
                  <a:lnTo>
                    <a:pt x="1100" y="41"/>
                  </a:lnTo>
                  <a:lnTo>
                    <a:pt x="1102" y="41"/>
                  </a:lnTo>
                  <a:lnTo>
                    <a:pt x="1103" y="41"/>
                  </a:lnTo>
                  <a:lnTo>
                    <a:pt x="1105" y="41"/>
                  </a:lnTo>
                  <a:lnTo>
                    <a:pt x="1106" y="41"/>
                  </a:lnTo>
                  <a:lnTo>
                    <a:pt x="1107" y="41"/>
                  </a:lnTo>
                  <a:lnTo>
                    <a:pt x="1109" y="41"/>
                  </a:lnTo>
                  <a:lnTo>
                    <a:pt x="1110" y="41"/>
                  </a:lnTo>
                  <a:lnTo>
                    <a:pt x="1111" y="41"/>
                  </a:lnTo>
                  <a:lnTo>
                    <a:pt x="1113" y="41"/>
                  </a:lnTo>
                  <a:lnTo>
                    <a:pt x="1114" y="41"/>
                  </a:lnTo>
                  <a:lnTo>
                    <a:pt x="1115" y="41"/>
                  </a:lnTo>
                  <a:lnTo>
                    <a:pt x="1117" y="41"/>
                  </a:lnTo>
                  <a:lnTo>
                    <a:pt x="1118" y="41"/>
                  </a:lnTo>
                  <a:lnTo>
                    <a:pt x="1119" y="41"/>
                  </a:lnTo>
                  <a:lnTo>
                    <a:pt x="1121" y="41"/>
                  </a:lnTo>
                  <a:lnTo>
                    <a:pt x="1122" y="41"/>
                  </a:lnTo>
                  <a:lnTo>
                    <a:pt x="1123" y="41"/>
                  </a:lnTo>
                  <a:lnTo>
                    <a:pt x="1125" y="41"/>
                  </a:lnTo>
                  <a:lnTo>
                    <a:pt x="1126" y="41"/>
                  </a:lnTo>
                  <a:lnTo>
                    <a:pt x="1127" y="41"/>
                  </a:lnTo>
                  <a:lnTo>
                    <a:pt x="1129" y="41"/>
                  </a:lnTo>
                  <a:lnTo>
                    <a:pt x="1130" y="41"/>
                  </a:lnTo>
                  <a:lnTo>
                    <a:pt x="1131" y="41"/>
                  </a:lnTo>
                  <a:lnTo>
                    <a:pt x="1133" y="41"/>
                  </a:lnTo>
                  <a:lnTo>
                    <a:pt x="1134" y="41"/>
                  </a:lnTo>
                  <a:lnTo>
                    <a:pt x="1135" y="41"/>
                  </a:lnTo>
                  <a:lnTo>
                    <a:pt x="1137" y="41"/>
                  </a:lnTo>
                  <a:lnTo>
                    <a:pt x="1138" y="41"/>
                  </a:lnTo>
                  <a:lnTo>
                    <a:pt x="1140" y="41"/>
                  </a:lnTo>
                  <a:lnTo>
                    <a:pt x="1141" y="41"/>
                  </a:lnTo>
                  <a:lnTo>
                    <a:pt x="1142" y="41"/>
                  </a:lnTo>
                  <a:lnTo>
                    <a:pt x="1144" y="41"/>
                  </a:lnTo>
                  <a:lnTo>
                    <a:pt x="1145" y="41"/>
                  </a:lnTo>
                  <a:lnTo>
                    <a:pt x="1146" y="41"/>
                  </a:lnTo>
                  <a:lnTo>
                    <a:pt x="1148" y="41"/>
                  </a:lnTo>
                  <a:lnTo>
                    <a:pt x="1149" y="41"/>
                  </a:lnTo>
                  <a:lnTo>
                    <a:pt x="1150" y="41"/>
                  </a:lnTo>
                  <a:lnTo>
                    <a:pt x="1152" y="41"/>
                  </a:lnTo>
                  <a:lnTo>
                    <a:pt x="1153" y="41"/>
                  </a:lnTo>
                  <a:lnTo>
                    <a:pt x="1154" y="41"/>
                  </a:lnTo>
                  <a:lnTo>
                    <a:pt x="1156" y="41"/>
                  </a:lnTo>
                  <a:lnTo>
                    <a:pt x="1157" y="41"/>
                  </a:lnTo>
                  <a:lnTo>
                    <a:pt x="1158" y="41"/>
                  </a:lnTo>
                  <a:lnTo>
                    <a:pt x="1160" y="41"/>
                  </a:lnTo>
                  <a:lnTo>
                    <a:pt x="1161" y="41"/>
                  </a:lnTo>
                  <a:lnTo>
                    <a:pt x="1162" y="41"/>
                  </a:lnTo>
                  <a:lnTo>
                    <a:pt x="1164" y="41"/>
                  </a:lnTo>
                  <a:lnTo>
                    <a:pt x="1165" y="41"/>
                  </a:lnTo>
                  <a:lnTo>
                    <a:pt x="1166" y="41"/>
                  </a:lnTo>
                  <a:lnTo>
                    <a:pt x="1168" y="41"/>
                  </a:lnTo>
                  <a:lnTo>
                    <a:pt x="1169" y="41"/>
                  </a:lnTo>
                  <a:lnTo>
                    <a:pt x="1170" y="41"/>
                  </a:lnTo>
                  <a:lnTo>
                    <a:pt x="1172" y="41"/>
                  </a:lnTo>
                  <a:lnTo>
                    <a:pt x="1173" y="41"/>
                  </a:lnTo>
                  <a:lnTo>
                    <a:pt x="1175" y="41"/>
                  </a:lnTo>
                  <a:lnTo>
                    <a:pt x="1176" y="41"/>
                  </a:lnTo>
                  <a:lnTo>
                    <a:pt x="1177" y="41"/>
                  </a:lnTo>
                  <a:lnTo>
                    <a:pt x="1179" y="41"/>
                  </a:lnTo>
                  <a:lnTo>
                    <a:pt x="1180" y="41"/>
                  </a:lnTo>
                  <a:lnTo>
                    <a:pt x="1181" y="41"/>
                  </a:lnTo>
                  <a:lnTo>
                    <a:pt x="1183" y="41"/>
                  </a:lnTo>
                  <a:lnTo>
                    <a:pt x="1184" y="41"/>
                  </a:lnTo>
                  <a:lnTo>
                    <a:pt x="1185" y="41"/>
                  </a:lnTo>
                  <a:lnTo>
                    <a:pt x="1187" y="41"/>
                  </a:lnTo>
                  <a:lnTo>
                    <a:pt x="1188" y="41"/>
                  </a:lnTo>
                  <a:lnTo>
                    <a:pt x="1189" y="41"/>
                  </a:lnTo>
                  <a:lnTo>
                    <a:pt x="1191" y="41"/>
                  </a:lnTo>
                  <a:lnTo>
                    <a:pt x="1192" y="41"/>
                  </a:lnTo>
                  <a:lnTo>
                    <a:pt x="1193" y="41"/>
                  </a:lnTo>
                  <a:lnTo>
                    <a:pt x="1195" y="41"/>
                  </a:lnTo>
                  <a:lnTo>
                    <a:pt x="1196" y="41"/>
                  </a:lnTo>
                  <a:lnTo>
                    <a:pt x="1197" y="41"/>
                  </a:lnTo>
                  <a:lnTo>
                    <a:pt x="1199" y="41"/>
                  </a:lnTo>
                  <a:lnTo>
                    <a:pt x="1200" y="41"/>
                  </a:lnTo>
                  <a:lnTo>
                    <a:pt x="1201" y="41"/>
                  </a:lnTo>
                  <a:lnTo>
                    <a:pt x="1203" y="41"/>
                  </a:lnTo>
                  <a:lnTo>
                    <a:pt x="1204" y="41"/>
                  </a:lnTo>
                  <a:lnTo>
                    <a:pt x="1205" y="41"/>
                  </a:lnTo>
                  <a:lnTo>
                    <a:pt x="1207" y="41"/>
                  </a:lnTo>
                  <a:lnTo>
                    <a:pt x="1208" y="41"/>
                  </a:lnTo>
                  <a:lnTo>
                    <a:pt x="1209" y="41"/>
                  </a:lnTo>
                  <a:lnTo>
                    <a:pt x="1211" y="41"/>
                  </a:lnTo>
                  <a:lnTo>
                    <a:pt x="1212" y="41"/>
                  </a:lnTo>
                  <a:lnTo>
                    <a:pt x="1214" y="41"/>
                  </a:lnTo>
                  <a:lnTo>
                    <a:pt x="1215" y="41"/>
                  </a:lnTo>
                  <a:lnTo>
                    <a:pt x="1216" y="41"/>
                  </a:lnTo>
                  <a:lnTo>
                    <a:pt x="1218" y="41"/>
                  </a:lnTo>
                  <a:lnTo>
                    <a:pt x="1219" y="41"/>
                  </a:lnTo>
                  <a:lnTo>
                    <a:pt x="1220" y="41"/>
                  </a:lnTo>
                  <a:lnTo>
                    <a:pt x="1222" y="42"/>
                  </a:lnTo>
                  <a:lnTo>
                    <a:pt x="1223" y="42"/>
                  </a:lnTo>
                  <a:lnTo>
                    <a:pt x="1224" y="42"/>
                  </a:lnTo>
                  <a:lnTo>
                    <a:pt x="1226" y="42"/>
                  </a:lnTo>
                  <a:lnTo>
                    <a:pt x="1227" y="42"/>
                  </a:lnTo>
                  <a:lnTo>
                    <a:pt x="1228" y="42"/>
                  </a:lnTo>
                  <a:lnTo>
                    <a:pt x="1230" y="42"/>
                  </a:lnTo>
                  <a:lnTo>
                    <a:pt x="1231" y="42"/>
                  </a:lnTo>
                  <a:lnTo>
                    <a:pt x="1232" y="42"/>
                  </a:lnTo>
                  <a:lnTo>
                    <a:pt x="1234" y="42"/>
                  </a:lnTo>
                  <a:lnTo>
                    <a:pt x="1235" y="42"/>
                  </a:lnTo>
                  <a:lnTo>
                    <a:pt x="1236" y="42"/>
                  </a:lnTo>
                  <a:lnTo>
                    <a:pt x="1238" y="42"/>
                  </a:lnTo>
                  <a:lnTo>
                    <a:pt x="1239" y="42"/>
                  </a:lnTo>
                  <a:lnTo>
                    <a:pt x="1240" y="42"/>
                  </a:lnTo>
                  <a:lnTo>
                    <a:pt x="1242" y="42"/>
                  </a:lnTo>
                  <a:lnTo>
                    <a:pt x="1243" y="42"/>
                  </a:lnTo>
                  <a:lnTo>
                    <a:pt x="1244" y="42"/>
                  </a:lnTo>
                  <a:lnTo>
                    <a:pt x="1246" y="42"/>
                  </a:lnTo>
                  <a:lnTo>
                    <a:pt x="1247" y="42"/>
                  </a:lnTo>
                  <a:lnTo>
                    <a:pt x="1249" y="42"/>
                  </a:lnTo>
                  <a:lnTo>
                    <a:pt x="1250" y="42"/>
                  </a:lnTo>
                  <a:lnTo>
                    <a:pt x="1251" y="42"/>
                  </a:lnTo>
                  <a:lnTo>
                    <a:pt x="1253" y="42"/>
                  </a:lnTo>
                  <a:lnTo>
                    <a:pt x="1254" y="42"/>
                  </a:lnTo>
                  <a:lnTo>
                    <a:pt x="1255" y="42"/>
                  </a:lnTo>
                  <a:lnTo>
                    <a:pt x="1257" y="42"/>
                  </a:lnTo>
                  <a:lnTo>
                    <a:pt x="1258" y="42"/>
                  </a:lnTo>
                  <a:lnTo>
                    <a:pt x="1259" y="42"/>
                  </a:lnTo>
                  <a:lnTo>
                    <a:pt x="1261" y="42"/>
                  </a:lnTo>
                  <a:lnTo>
                    <a:pt x="1262" y="42"/>
                  </a:lnTo>
                  <a:lnTo>
                    <a:pt x="1263" y="42"/>
                  </a:lnTo>
                  <a:lnTo>
                    <a:pt x="1265" y="42"/>
                  </a:lnTo>
                  <a:lnTo>
                    <a:pt x="1266" y="42"/>
                  </a:lnTo>
                  <a:lnTo>
                    <a:pt x="1267" y="42"/>
                  </a:lnTo>
                  <a:lnTo>
                    <a:pt x="1269" y="42"/>
                  </a:lnTo>
                  <a:lnTo>
                    <a:pt x="1270" y="42"/>
                  </a:lnTo>
                  <a:lnTo>
                    <a:pt x="1271" y="42"/>
                  </a:lnTo>
                  <a:lnTo>
                    <a:pt x="1273" y="42"/>
                  </a:lnTo>
                  <a:lnTo>
                    <a:pt x="1274" y="42"/>
                  </a:lnTo>
                  <a:lnTo>
                    <a:pt x="1275" y="42"/>
                  </a:lnTo>
                  <a:lnTo>
                    <a:pt x="1277" y="42"/>
                  </a:lnTo>
                  <a:lnTo>
                    <a:pt x="1278" y="42"/>
                  </a:lnTo>
                  <a:lnTo>
                    <a:pt x="1279" y="42"/>
                  </a:lnTo>
                  <a:lnTo>
                    <a:pt x="1281" y="42"/>
                  </a:lnTo>
                  <a:lnTo>
                    <a:pt x="1282" y="42"/>
                  </a:lnTo>
                  <a:lnTo>
                    <a:pt x="1284" y="42"/>
                  </a:lnTo>
                  <a:lnTo>
                    <a:pt x="1285" y="42"/>
                  </a:lnTo>
                  <a:lnTo>
                    <a:pt x="1286" y="42"/>
                  </a:lnTo>
                  <a:lnTo>
                    <a:pt x="1288" y="42"/>
                  </a:lnTo>
                  <a:lnTo>
                    <a:pt x="1289" y="42"/>
                  </a:lnTo>
                  <a:lnTo>
                    <a:pt x="1290" y="42"/>
                  </a:lnTo>
                  <a:lnTo>
                    <a:pt x="1292" y="42"/>
                  </a:lnTo>
                  <a:lnTo>
                    <a:pt x="1293" y="42"/>
                  </a:lnTo>
                  <a:lnTo>
                    <a:pt x="1294" y="42"/>
                  </a:lnTo>
                  <a:lnTo>
                    <a:pt x="1296" y="42"/>
                  </a:lnTo>
                  <a:lnTo>
                    <a:pt x="1297" y="42"/>
                  </a:lnTo>
                  <a:lnTo>
                    <a:pt x="1298" y="42"/>
                  </a:lnTo>
                  <a:lnTo>
                    <a:pt x="1300" y="42"/>
                  </a:lnTo>
                  <a:lnTo>
                    <a:pt x="1301" y="42"/>
                  </a:lnTo>
                  <a:lnTo>
                    <a:pt x="1302" y="42"/>
                  </a:lnTo>
                  <a:lnTo>
                    <a:pt x="1304" y="42"/>
                  </a:lnTo>
                  <a:lnTo>
                    <a:pt x="1305" y="42"/>
                  </a:lnTo>
                  <a:lnTo>
                    <a:pt x="1306" y="42"/>
                  </a:lnTo>
                  <a:lnTo>
                    <a:pt x="1308" y="42"/>
                  </a:lnTo>
                  <a:lnTo>
                    <a:pt x="1309" y="42"/>
                  </a:lnTo>
                  <a:lnTo>
                    <a:pt x="1310" y="42"/>
                  </a:lnTo>
                  <a:lnTo>
                    <a:pt x="1312" y="42"/>
                  </a:lnTo>
                  <a:lnTo>
                    <a:pt x="1313" y="42"/>
                  </a:lnTo>
                  <a:lnTo>
                    <a:pt x="1314" y="42"/>
                  </a:lnTo>
                  <a:lnTo>
                    <a:pt x="1316" y="42"/>
                  </a:lnTo>
                  <a:lnTo>
                    <a:pt x="1317" y="42"/>
                  </a:lnTo>
                  <a:lnTo>
                    <a:pt x="1319" y="42"/>
                  </a:lnTo>
                  <a:lnTo>
                    <a:pt x="1320" y="42"/>
                  </a:lnTo>
                  <a:lnTo>
                    <a:pt x="1321" y="42"/>
                  </a:lnTo>
                  <a:lnTo>
                    <a:pt x="1323" y="42"/>
                  </a:lnTo>
                  <a:lnTo>
                    <a:pt x="1324" y="42"/>
                  </a:lnTo>
                  <a:lnTo>
                    <a:pt x="1325" y="42"/>
                  </a:lnTo>
                  <a:lnTo>
                    <a:pt x="1327" y="42"/>
                  </a:lnTo>
                  <a:lnTo>
                    <a:pt x="1328" y="42"/>
                  </a:lnTo>
                  <a:lnTo>
                    <a:pt x="1329" y="42"/>
                  </a:lnTo>
                  <a:lnTo>
                    <a:pt x="1331" y="42"/>
                  </a:lnTo>
                  <a:lnTo>
                    <a:pt x="1332" y="42"/>
                  </a:lnTo>
                  <a:lnTo>
                    <a:pt x="1333" y="42"/>
                  </a:lnTo>
                  <a:lnTo>
                    <a:pt x="1335" y="42"/>
                  </a:lnTo>
                  <a:lnTo>
                    <a:pt x="1336" y="42"/>
                  </a:lnTo>
                  <a:lnTo>
                    <a:pt x="1337" y="42"/>
                  </a:lnTo>
                  <a:lnTo>
                    <a:pt x="1339" y="42"/>
                  </a:lnTo>
                  <a:lnTo>
                    <a:pt x="1340" y="42"/>
                  </a:lnTo>
                  <a:lnTo>
                    <a:pt x="1341" y="42"/>
                  </a:lnTo>
                  <a:lnTo>
                    <a:pt x="1343" y="42"/>
                  </a:lnTo>
                  <a:lnTo>
                    <a:pt x="1344" y="42"/>
                  </a:lnTo>
                  <a:lnTo>
                    <a:pt x="1345" y="42"/>
                  </a:lnTo>
                  <a:lnTo>
                    <a:pt x="1347" y="42"/>
                  </a:lnTo>
                  <a:lnTo>
                    <a:pt x="1348" y="42"/>
                  </a:lnTo>
                  <a:lnTo>
                    <a:pt x="1349" y="42"/>
                  </a:lnTo>
                  <a:lnTo>
                    <a:pt x="1351" y="42"/>
                  </a:lnTo>
                  <a:lnTo>
                    <a:pt x="1352" y="42"/>
                  </a:lnTo>
                  <a:lnTo>
                    <a:pt x="1353" y="42"/>
                  </a:lnTo>
                  <a:lnTo>
                    <a:pt x="1355" y="42"/>
                  </a:lnTo>
                  <a:lnTo>
                    <a:pt x="1356" y="42"/>
                  </a:lnTo>
                  <a:lnTo>
                    <a:pt x="1358" y="42"/>
                  </a:lnTo>
                  <a:lnTo>
                    <a:pt x="1359" y="42"/>
                  </a:lnTo>
                  <a:lnTo>
                    <a:pt x="1360" y="42"/>
                  </a:lnTo>
                  <a:lnTo>
                    <a:pt x="1362" y="42"/>
                  </a:lnTo>
                  <a:lnTo>
                    <a:pt x="1363" y="42"/>
                  </a:lnTo>
                  <a:lnTo>
                    <a:pt x="1364" y="42"/>
                  </a:lnTo>
                  <a:lnTo>
                    <a:pt x="1366" y="42"/>
                  </a:lnTo>
                  <a:lnTo>
                    <a:pt x="1367" y="42"/>
                  </a:lnTo>
                  <a:lnTo>
                    <a:pt x="1368" y="42"/>
                  </a:lnTo>
                  <a:lnTo>
                    <a:pt x="1370" y="42"/>
                  </a:lnTo>
                  <a:lnTo>
                    <a:pt x="1371" y="43"/>
                  </a:lnTo>
                  <a:lnTo>
                    <a:pt x="1372" y="42"/>
                  </a:lnTo>
                  <a:lnTo>
                    <a:pt x="1374" y="42"/>
                  </a:lnTo>
                  <a:lnTo>
                    <a:pt x="1375" y="42"/>
                  </a:lnTo>
                  <a:lnTo>
                    <a:pt x="1376" y="42"/>
                  </a:lnTo>
                  <a:lnTo>
                    <a:pt x="1378" y="42"/>
                  </a:lnTo>
                  <a:lnTo>
                    <a:pt x="1379" y="42"/>
                  </a:lnTo>
                  <a:lnTo>
                    <a:pt x="1380" y="42"/>
                  </a:lnTo>
                  <a:lnTo>
                    <a:pt x="1382" y="42"/>
                  </a:lnTo>
                  <a:lnTo>
                    <a:pt x="1383" y="42"/>
                  </a:lnTo>
                  <a:lnTo>
                    <a:pt x="1384" y="42"/>
                  </a:lnTo>
                  <a:lnTo>
                    <a:pt x="1386" y="42"/>
                  </a:lnTo>
                  <a:lnTo>
                    <a:pt x="1387" y="42"/>
                  </a:lnTo>
                  <a:lnTo>
                    <a:pt x="1388" y="42"/>
                  </a:lnTo>
                  <a:lnTo>
                    <a:pt x="1390" y="42"/>
                  </a:lnTo>
                  <a:lnTo>
                    <a:pt x="1391" y="43"/>
                  </a:lnTo>
                  <a:lnTo>
                    <a:pt x="1393" y="42"/>
                  </a:lnTo>
                  <a:lnTo>
                    <a:pt x="1394" y="42"/>
                  </a:lnTo>
                  <a:lnTo>
                    <a:pt x="1395" y="42"/>
                  </a:lnTo>
                  <a:lnTo>
                    <a:pt x="1397" y="42"/>
                  </a:lnTo>
                  <a:lnTo>
                    <a:pt x="1398" y="42"/>
                  </a:lnTo>
                  <a:lnTo>
                    <a:pt x="1399" y="42"/>
                  </a:lnTo>
                  <a:lnTo>
                    <a:pt x="1401" y="42"/>
                  </a:lnTo>
                  <a:lnTo>
                    <a:pt x="1402" y="42"/>
                  </a:lnTo>
                  <a:lnTo>
                    <a:pt x="1403" y="42"/>
                  </a:lnTo>
                  <a:lnTo>
                    <a:pt x="1405" y="42"/>
                  </a:lnTo>
                  <a:lnTo>
                    <a:pt x="1406" y="42"/>
                  </a:lnTo>
                  <a:lnTo>
                    <a:pt x="1407" y="42"/>
                  </a:lnTo>
                  <a:lnTo>
                    <a:pt x="1409" y="42"/>
                  </a:lnTo>
                  <a:lnTo>
                    <a:pt x="1410" y="42"/>
                  </a:lnTo>
                  <a:lnTo>
                    <a:pt x="1411" y="42"/>
                  </a:lnTo>
                  <a:lnTo>
                    <a:pt x="1413" y="42"/>
                  </a:lnTo>
                  <a:lnTo>
                    <a:pt x="1414" y="43"/>
                  </a:lnTo>
                  <a:lnTo>
                    <a:pt x="1415" y="43"/>
                  </a:lnTo>
                  <a:lnTo>
                    <a:pt x="1417" y="43"/>
                  </a:lnTo>
                  <a:lnTo>
                    <a:pt x="1418" y="43"/>
                  </a:lnTo>
                  <a:lnTo>
                    <a:pt x="1419" y="43"/>
                  </a:lnTo>
                  <a:lnTo>
                    <a:pt x="1421" y="43"/>
                  </a:lnTo>
                  <a:lnTo>
                    <a:pt x="1422" y="43"/>
                  </a:lnTo>
                </a:path>
              </a:pathLst>
            </a:custGeom>
            <a:noFill/>
            <a:ln cap="flat" cmpd="sng" w="25400">
              <a:solidFill>
                <a:srgbClr val="228B2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6"/>
            <p:cNvSpPr/>
            <p:nvPr/>
          </p:nvSpPr>
          <p:spPr>
            <a:xfrm flipH="1" rot="10800000">
              <a:off x="6845301" y="5886451"/>
              <a:ext cx="3756025" cy="174625"/>
            </a:xfrm>
            <a:custGeom>
              <a:rect b="b" l="l" r="r" t="t"/>
              <a:pathLst>
                <a:path extrusionOk="0" h="79" w="1422">
                  <a:moveTo>
                    <a:pt x="0" y="5"/>
                  </a:moveTo>
                  <a:lnTo>
                    <a:pt x="1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1" y="5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1" y="5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5"/>
                  </a:lnTo>
                  <a:lnTo>
                    <a:pt x="43" y="5"/>
                  </a:lnTo>
                  <a:lnTo>
                    <a:pt x="44" y="5"/>
                  </a:lnTo>
                  <a:lnTo>
                    <a:pt x="45" y="5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5"/>
                  </a:lnTo>
                  <a:lnTo>
                    <a:pt x="51" y="5"/>
                  </a:lnTo>
                  <a:lnTo>
                    <a:pt x="52" y="5"/>
                  </a:lnTo>
                  <a:lnTo>
                    <a:pt x="53" y="5"/>
                  </a:lnTo>
                  <a:lnTo>
                    <a:pt x="55" y="5"/>
                  </a:lnTo>
                  <a:lnTo>
                    <a:pt x="56" y="5"/>
                  </a:lnTo>
                  <a:lnTo>
                    <a:pt x="58" y="5"/>
                  </a:lnTo>
                  <a:lnTo>
                    <a:pt x="59" y="5"/>
                  </a:lnTo>
                  <a:lnTo>
                    <a:pt x="60" y="5"/>
                  </a:lnTo>
                  <a:lnTo>
                    <a:pt x="62" y="5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6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5"/>
                  </a:lnTo>
                  <a:lnTo>
                    <a:pt x="71" y="5"/>
                  </a:lnTo>
                  <a:lnTo>
                    <a:pt x="72" y="5"/>
                  </a:lnTo>
                  <a:lnTo>
                    <a:pt x="74" y="5"/>
                  </a:lnTo>
                  <a:lnTo>
                    <a:pt x="75" y="5"/>
                  </a:lnTo>
                  <a:lnTo>
                    <a:pt x="76" y="5"/>
                  </a:lnTo>
                  <a:lnTo>
                    <a:pt x="78" y="5"/>
                  </a:lnTo>
                  <a:lnTo>
                    <a:pt x="79" y="5"/>
                  </a:lnTo>
                  <a:lnTo>
                    <a:pt x="80" y="5"/>
                  </a:lnTo>
                  <a:lnTo>
                    <a:pt x="82" y="5"/>
                  </a:lnTo>
                  <a:lnTo>
                    <a:pt x="83" y="5"/>
                  </a:lnTo>
                  <a:lnTo>
                    <a:pt x="84" y="5"/>
                  </a:lnTo>
                  <a:lnTo>
                    <a:pt x="86" y="5"/>
                  </a:lnTo>
                  <a:lnTo>
                    <a:pt x="87" y="5"/>
                  </a:lnTo>
                  <a:lnTo>
                    <a:pt x="88" y="5"/>
                  </a:lnTo>
                  <a:lnTo>
                    <a:pt x="90" y="5"/>
                  </a:lnTo>
                  <a:lnTo>
                    <a:pt x="91" y="5"/>
                  </a:lnTo>
                  <a:lnTo>
                    <a:pt x="92" y="5"/>
                  </a:lnTo>
                  <a:lnTo>
                    <a:pt x="94" y="5"/>
                  </a:lnTo>
                  <a:lnTo>
                    <a:pt x="95" y="5"/>
                  </a:lnTo>
                  <a:lnTo>
                    <a:pt x="97" y="5"/>
                  </a:lnTo>
                  <a:lnTo>
                    <a:pt x="98" y="5"/>
                  </a:lnTo>
                  <a:lnTo>
                    <a:pt x="99" y="5"/>
                  </a:lnTo>
                  <a:lnTo>
                    <a:pt x="101" y="5"/>
                  </a:lnTo>
                  <a:lnTo>
                    <a:pt x="102" y="5"/>
                  </a:lnTo>
                  <a:lnTo>
                    <a:pt x="103" y="5"/>
                  </a:lnTo>
                  <a:lnTo>
                    <a:pt x="105" y="5"/>
                  </a:lnTo>
                  <a:lnTo>
                    <a:pt x="106" y="5"/>
                  </a:lnTo>
                  <a:lnTo>
                    <a:pt x="107" y="5"/>
                  </a:lnTo>
                  <a:lnTo>
                    <a:pt x="109" y="5"/>
                  </a:lnTo>
                  <a:lnTo>
                    <a:pt x="110" y="5"/>
                  </a:lnTo>
                  <a:lnTo>
                    <a:pt x="111" y="5"/>
                  </a:lnTo>
                  <a:lnTo>
                    <a:pt x="113" y="5"/>
                  </a:lnTo>
                  <a:lnTo>
                    <a:pt x="114" y="5"/>
                  </a:lnTo>
                  <a:lnTo>
                    <a:pt x="115" y="4"/>
                  </a:lnTo>
                  <a:lnTo>
                    <a:pt x="117" y="0"/>
                  </a:lnTo>
                  <a:lnTo>
                    <a:pt x="118" y="4"/>
                  </a:lnTo>
                  <a:lnTo>
                    <a:pt x="119" y="5"/>
                  </a:lnTo>
                  <a:lnTo>
                    <a:pt x="121" y="5"/>
                  </a:lnTo>
                  <a:lnTo>
                    <a:pt x="122" y="5"/>
                  </a:lnTo>
                  <a:lnTo>
                    <a:pt x="123" y="5"/>
                  </a:lnTo>
                  <a:lnTo>
                    <a:pt x="125" y="5"/>
                  </a:lnTo>
                  <a:lnTo>
                    <a:pt x="126" y="5"/>
                  </a:lnTo>
                  <a:lnTo>
                    <a:pt x="127" y="5"/>
                  </a:lnTo>
                  <a:lnTo>
                    <a:pt x="129" y="5"/>
                  </a:lnTo>
                  <a:lnTo>
                    <a:pt x="130" y="5"/>
                  </a:lnTo>
                  <a:lnTo>
                    <a:pt x="132" y="5"/>
                  </a:lnTo>
                  <a:lnTo>
                    <a:pt x="133" y="5"/>
                  </a:lnTo>
                  <a:lnTo>
                    <a:pt x="134" y="5"/>
                  </a:lnTo>
                  <a:lnTo>
                    <a:pt x="136" y="5"/>
                  </a:lnTo>
                  <a:lnTo>
                    <a:pt x="137" y="6"/>
                  </a:lnTo>
                  <a:lnTo>
                    <a:pt x="138" y="6"/>
                  </a:lnTo>
                  <a:lnTo>
                    <a:pt x="140" y="6"/>
                  </a:lnTo>
                  <a:lnTo>
                    <a:pt x="141" y="6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5" y="7"/>
                  </a:lnTo>
                  <a:lnTo>
                    <a:pt x="146" y="7"/>
                  </a:lnTo>
                  <a:lnTo>
                    <a:pt x="148" y="7"/>
                  </a:lnTo>
                  <a:lnTo>
                    <a:pt x="149" y="8"/>
                  </a:lnTo>
                  <a:lnTo>
                    <a:pt x="150" y="8"/>
                  </a:lnTo>
                  <a:lnTo>
                    <a:pt x="152" y="8"/>
                  </a:lnTo>
                  <a:lnTo>
                    <a:pt x="153" y="9"/>
                  </a:lnTo>
                  <a:lnTo>
                    <a:pt x="154" y="9"/>
                  </a:lnTo>
                  <a:lnTo>
                    <a:pt x="156" y="9"/>
                  </a:lnTo>
                  <a:lnTo>
                    <a:pt x="157" y="9"/>
                  </a:lnTo>
                  <a:lnTo>
                    <a:pt x="158" y="10"/>
                  </a:lnTo>
                  <a:lnTo>
                    <a:pt x="160" y="10"/>
                  </a:lnTo>
                  <a:lnTo>
                    <a:pt x="161" y="11"/>
                  </a:lnTo>
                  <a:lnTo>
                    <a:pt x="162" y="11"/>
                  </a:lnTo>
                  <a:lnTo>
                    <a:pt x="164" y="11"/>
                  </a:lnTo>
                  <a:lnTo>
                    <a:pt x="165" y="12"/>
                  </a:lnTo>
                  <a:lnTo>
                    <a:pt x="167" y="12"/>
                  </a:lnTo>
                  <a:lnTo>
                    <a:pt x="168" y="13"/>
                  </a:lnTo>
                  <a:lnTo>
                    <a:pt x="169" y="13"/>
                  </a:lnTo>
                  <a:lnTo>
                    <a:pt x="171" y="13"/>
                  </a:lnTo>
                  <a:lnTo>
                    <a:pt x="172" y="14"/>
                  </a:lnTo>
                  <a:lnTo>
                    <a:pt x="173" y="14"/>
                  </a:lnTo>
                  <a:lnTo>
                    <a:pt x="175" y="15"/>
                  </a:lnTo>
                  <a:lnTo>
                    <a:pt x="176" y="15"/>
                  </a:lnTo>
                  <a:lnTo>
                    <a:pt x="177" y="16"/>
                  </a:lnTo>
                  <a:lnTo>
                    <a:pt x="179" y="16"/>
                  </a:lnTo>
                  <a:lnTo>
                    <a:pt x="180" y="17"/>
                  </a:lnTo>
                  <a:lnTo>
                    <a:pt x="181" y="17"/>
                  </a:lnTo>
                  <a:lnTo>
                    <a:pt x="183" y="18"/>
                  </a:lnTo>
                  <a:lnTo>
                    <a:pt x="184" y="18"/>
                  </a:lnTo>
                  <a:lnTo>
                    <a:pt x="185" y="19"/>
                  </a:lnTo>
                  <a:lnTo>
                    <a:pt x="187" y="19"/>
                  </a:lnTo>
                  <a:lnTo>
                    <a:pt x="188" y="20"/>
                  </a:lnTo>
                  <a:lnTo>
                    <a:pt x="189" y="20"/>
                  </a:lnTo>
                  <a:lnTo>
                    <a:pt x="191" y="21"/>
                  </a:lnTo>
                  <a:lnTo>
                    <a:pt x="192" y="21"/>
                  </a:lnTo>
                  <a:lnTo>
                    <a:pt x="193" y="21"/>
                  </a:lnTo>
                  <a:lnTo>
                    <a:pt x="195" y="22"/>
                  </a:lnTo>
                  <a:lnTo>
                    <a:pt x="196" y="22"/>
                  </a:lnTo>
                  <a:lnTo>
                    <a:pt x="197" y="23"/>
                  </a:lnTo>
                  <a:lnTo>
                    <a:pt x="199" y="23"/>
                  </a:lnTo>
                  <a:lnTo>
                    <a:pt x="200" y="24"/>
                  </a:lnTo>
                  <a:lnTo>
                    <a:pt x="202" y="24"/>
                  </a:lnTo>
                  <a:lnTo>
                    <a:pt x="203" y="25"/>
                  </a:lnTo>
                  <a:lnTo>
                    <a:pt x="204" y="25"/>
                  </a:lnTo>
                  <a:lnTo>
                    <a:pt x="206" y="26"/>
                  </a:lnTo>
                  <a:lnTo>
                    <a:pt x="207" y="26"/>
                  </a:lnTo>
                  <a:lnTo>
                    <a:pt x="208" y="27"/>
                  </a:lnTo>
                  <a:lnTo>
                    <a:pt x="210" y="27"/>
                  </a:lnTo>
                  <a:lnTo>
                    <a:pt x="211" y="28"/>
                  </a:lnTo>
                  <a:lnTo>
                    <a:pt x="212" y="28"/>
                  </a:lnTo>
                  <a:lnTo>
                    <a:pt x="214" y="29"/>
                  </a:lnTo>
                  <a:lnTo>
                    <a:pt x="215" y="29"/>
                  </a:lnTo>
                  <a:lnTo>
                    <a:pt x="216" y="30"/>
                  </a:lnTo>
                  <a:lnTo>
                    <a:pt x="218" y="30"/>
                  </a:lnTo>
                  <a:lnTo>
                    <a:pt x="219" y="31"/>
                  </a:lnTo>
                  <a:lnTo>
                    <a:pt x="220" y="31"/>
                  </a:lnTo>
                  <a:lnTo>
                    <a:pt x="222" y="32"/>
                  </a:lnTo>
                  <a:lnTo>
                    <a:pt x="223" y="32"/>
                  </a:lnTo>
                  <a:lnTo>
                    <a:pt x="224" y="33"/>
                  </a:lnTo>
                  <a:lnTo>
                    <a:pt x="226" y="33"/>
                  </a:lnTo>
                  <a:lnTo>
                    <a:pt x="227" y="34"/>
                  </a:lnTo>
                  <a:lnTo>
                    <a:pt x="228" y="34"/>
                  </a:lnTo>
                  <a:lnTo>
                    <a:pt x="230" y="35"/>
                  </a:lnTo>
                  <a:lnTo>
                    <a:pt x="231" y="35"/>
                  </a:lnTo>
                  <a:lnTo>
                    <a:pt x="232" y="36"/>
                  </a:lnTo>
                  <a:lnTo>
                    <a:pt x="234" y="36"/>
                  </a:lnTo>
                  <a:lnTo>
                    <a:pt x="235" y="36"/>
                  </a:lnTo>
                  <a:lnTo>
                    <a:pt x="236" y="37"/>
                  </a:lnTo>
                  <a:lnTo>
                    <a:pt x="238" y="37"/>
                  </a:lnTo>
                  <a:lnTo>
                    <a:pt x="239" y="38"/>
                  </a:lnTo>
                  <a:lnTo>
                    <a:pt x="241" y="38"/>
                  </a:lnTo>
                  <a:lnTo>
                    <a:pt x="242" y="39"/>
                  </a:lnTo>
                  <a:lnTo>
                    <a:pt x="243" y="39"/>
                  </a:lnTo>
                  <a:lnTo>
                    <a:pt x="245" y="40"/>
                  </a:lnTo>
                  <a:lnTo>
                    <a:pt x="246" y="40"/>
                  </a:lnTo>
                  <a:lnTo>
                    <a:pt x="247" y="41"/>
                  </a:lnTo>
                  <a:lnTo>
                    <a:pt x="249" y="41"/>
                  </a:lnTo>
                  <a:lnTo>
                    <a:pt x="250" y="42"/>
                  </a:lnTo>
                  <a:lnTo>
                    <a:pt x="251" y="42"/>
                  </a:lnTo>
                  <a:lnTo>
                    <a:pt x="253" y="43"/>
                  </a:lnTo>
                  <a:lnTo>
                    <a:pt x="254" y="43"/>
                  </a:lnTo>
                  <a:lnTo>
                    <a:pt x="255" y="44"/>
                  </a:lnTo>
                  <a:lnTo>
                    <a:pt x="257" y="44"/>
                  </a:lnTo>
                  <a:lnTo>
                    <a:pt x="258" y="45"/>
                  </a:lnTo>
                  <a:lnTo>
                    <a:pt x="259" y="45"/>
                  </a:lnTo>
                  <a:lnTo>
                    <a:pt x="261" y="46"/>
                  </a:lnTo>
                  <a:lnTo>
                    <a:pt x="262" y="46"/>
                  </a:lnTo>
                  <a:lnTo>
                    <a:pt x="263" y="47"/>
                  </a:lnTo>
                  <a:lnTo>
                    <a:pt x="265" y="47"/>
                  </a:lnTo>
                  <a:lnTo>
                    <a:pt x="266" y="48"/>
                  </a:lnTo>
                  <a:lnTo>
                    <a:pt x="267" y="48"/>
                  </a:lnTo>
                  <a:lnTo>
                    <a:pt x="269" y="49"/>
                  </a:lnTo>
                  <a:lnTo>
                    <a:pt x="270" y="49"/>
                  </a:lnTo>
                  <a:lnTo>
                    <a:pt x="271" y="49"/>
                  </a:lnTo>
                  <a:lnTo>
                    <a:pt x="273" y="50"/>
                  </a:lnTo>
                  <a:lnTo>
                    <a:pt x="274" y="50"/>
                  </a:lnTo>
                  <a:lnTo>
                    <a:pt x="276" y="51"/>
                  </a:lnTo>
                  <a:lnTo>
                    <a:pt x="277" y="51"/>
                  </a:lnTo>
                  <a:lnTo>
                    <a:pt x="278" y="51"/>
                  </a:lnTo>
                  <a:lnTo>
                    <a:pt x="280" y="52"/>
                  </a:lnTo>
                  <a:lnTo>
                    <a:pt x="281" y="52"/>
                  </a:lnTo>
                  <a:lnTo>
                    <a:pt x="282" y="53"/>
                  </a:lnTo>
                  <a:lnTo>
                    <a:pt x="284" y="53"/>
                  </a:lnTo>
                  <a:lnTo>
                    <a:pt x="285" y="53"/>
                  </a:lnTo>
                  <a:lnTo>
                    <a:pt x="286" y="54"/>
                  </a:lnTo>
                  <a:lnTo>
                    <a:pt x="288" y="54"/>
                  </a:lnTo>
                  <a:lnTo>
                    <a:pt x="289" y="55"/>
                  </a:lnTo>
                  <a:lnTo>
                    <a:pt x="290" y="55"/>
                  </a:lnTo>
                  <a:lnTo>
                    <a:pt x="292" y="56"/>
                  </a:lnTo>
                  <a:lnTo>
                    <a:pt x="293" y="56"/>
                  </a:lnTo>
                  <a:lnTo>
                    <a:pt x="294" y="57"/>
                  </a:lnTo>
                  <a:lnTo>
                    <a:pt x="296" y="57"/>
                  </a:lnTo>
                  <a:lnTo>
                    <a:pt x="297" y="57"/>
                  </a:lnTo>
                  <a:lnTo>
                    <a:pt x="298" y="58"/>
                  </a:lnTo>
                  <a:lnTo>
                    <a:pt x="300" y="58"/>
                  </a:lnTo>
                  <a:lnTo>
                    <a:pt x="301" y="58"/>
                  </a:lnTo>
                  <a:lnTo>
                    <a:pt x="302" y="59"/>
                  </a:lnTo>
                  <a:lnTo>
                    <a:pt x="304" y="59"/>
                  </a:lnTo>
                  <a:lnTo>
                    <a:pt x="305" y="59"/>
                  </a:lnTo>
                  <a:lnTo>
                    <a:pt x="306" y="60"/>
                  </a:lnTo>
                  <a:lnTo>
                    <a:pt x="308" y="60"/>
                  </a:lnTo>
                  <a:lnTo>
                    <a:pt x="309" y="60"/>
                  </a:lnTo>
                  <a:lnTo>
                    <a:pt x="311" y="61"/>
                  </a:lnTo>
                  <a:lnTo>
                    <a:pt x="312" y="61"/>
                  </a:lnTo>
                  <a:lnTo>
                    <a:pt x="313" y="61"/>
                  </a:lnTo>
                  <a:lnTo>
                    <a:pt x="315" y="62"/>
                  </a:lnTo>
                  <a:lnTo>
                    <a:pt x="316" y="62"/>
                  </a:lnTo>
                  <a:lnTo>
                    <a:pt x="317" y="62"/>
                  </a:lnTo>
                  <a:lnTo>
                    <a:pt x="319" y="62"/>
                  </a:lnTo>
                  <a:lnTo>
                    <a:pt x="320" y="63"/>
                  </a:lnTo>
                  <a:lnTo>
                    <a:pt x="321" y="63"/>
                  </a:lnTo>
                  <a:lnTo>
                    <a:pt x="323" y="63"/>
                  </a:lnTo>
                  <a:lnTo>
                    <a:pt x="324" y="63"/>
                  </a:lnTo>
                  <a:lnTo>
                    <a:pt x="325" y="63"/>
                  </a:lnTo>
                  <a:lnTo>
                    <a:pt x="327" y="64"/>
                  </a:lnTo>
                  <a:lnTo>
                    <a:pt x="328" y="64"/>
                  </a:lnTo>
                  <a:lnTo>
                    <a:pt x="329" y="64"/>
                  </a:lnTo>
                  <a:lnTo>
                    <a:pt x="331" y="65"/>
                  </a:lnTo>
                  <a:lnTo>
                    <a:pt x="332" y="65"/>
                  </a:lnTo>
                  <a:lnTo>
                    <a:pt x="333" y="65"/>
                  </a:lnTo>
                  <a:lnTo>
                    <a:pt x="335" y="65"/>
                  </a:lnTo>
                  <a:lnTo>
                    <a:pt x="336" y="65"/>
                  </a:lnTo>
                  <a:lnTo>
                    <a:pt x="337" y="66"/>
                  </a:lnTo>
                  <a:lnTo>
                    <a:pt x="339" y="66"/>
                  </a:lnTo>
                  <a:lnTo>
                    <a:pt x="340" y="66"/>
                  </a:lnTo>
                  <a:lnTo>
                    <a:pt x="341" y="66"/>
                  </a:lnTo>
                  <a:lnTo>
                    <a:pt x="343" y="66"/>
                  </a:lnTo>
                  <a:lnTo>
                    <a:pt x="344" y="67"/>
                  </a:lnTo>
                  <a:lnTo>
                    <a:pt x="346" y="67"/>
                  </a:lnTo>
                  <a:lnTo>
                    <a:pt x="347" y="67"/>
                  </a:lnTo>
                  <a:lnTo>
                    <a:pt x="348" y="67"/>
                  </a:lnTo>
                  <a:lnTo>
                    <a:pt x="350" y="67"/>
                  </a:lnTo>
                  <a:lnTo>
                    <a:pt x="351" y="67"/>
                  </a:lnTo>
                  <a:lnTo>
                    <a:pt x="352" y="68"/>
                  </a:lnTo>
                  <a:lnTo>
                    <a:pt x="354" y="68"/>
                  </a:lnTo>
                  <a:lnTo>
                    <a:pt x="355" y="68"/>
                  </a:lnTo>
                  <a:lnTo>
                    <a:pt x="356" y="68"/>
                  </a:lnTo>
                  <a:lnTo>
                    <a:pt x="358" y="68"/>
                  </a:lnTo>
                  <a:lnTo>
                    <a:pt x="359" y="68"/>
                  </a:lnTo>
                  <a:lnTo>
                    <a:pt x="360" y="68"/>
                  </a:lnTo>
                  <a:lnTo>
                    <a:pt x="362" y="69"/>
                  </a:lnTo>
                  <a:lnTo>
                    <a:pt x="363" y="69"/>
                  </a:lnTo>
                  <a:lnTo>
                    <a:pt x="364" y="69"/>
                  </a:lnTo>
                  <a:lnTo>
                    <a:pt x="366" y="69"/>
                  </a:lnTo>
                  <a:lnTo>
                    <a:pt x="367" y="69"/>
                  </a:lnTo>
                  <a:lnTo>
                    <a:pt x="368" y="69"/>
                  </a:lnTo>
                  <a:lnTo>
                    <a:pt x="370" y="70"/>
                  </a:lnTo>
                  <a:lnTo>
                    <a:pt x="371" y="70"/>
                  </a:lnTo>
                  <a:lnTo>
                    <a:pt x="372" y="70"/>
                  </a:lnTo>
                  <a:lnTo>
                    <a:pt x="374" y="70"/>
                  </a:lnTo>
                  <a:lnTo>
                    <a:pt x="375" y="70"/>
                  </a:lnTo>
                  <a:lnTo>
                    <a:pt x="376" y="70"/>
                  </a:lnTo>
                  <a:lnTo>
                    <a:pt x="378" y="70"/>
                  </a:lnTo>
                  <a:lnTo>
                    <a:pt x="379" y="70"/>
                  </a:lnTo>
                  <a:lnTo>
                    <a:pt x="380" y="70"/>
                  </a:lnTo>
                  <a:lnTo>
                    <a:pt x="382" y="71"/>
                  </a:lnTo>
                  <a:lnTo>
                    <a:pt x="383" y="71"/>
                  </a:lnTo>
                  <a:lnTo>
                    <a:pt x="385" y="71"/>
                  </a:lnTo>
                  <a:lnTo>
                    <a:pt x="386" y="71"/>
                  </a:lnTo>
                  <a:lnTo>
                    <a:pt x="387" y="71"/>
                  </a:lnTo>
                  <a:lnTo>
                    <a:pt x="389" y="71"/>
                  </a:lnTo>
                  <a:lnTo>
                    <a:pt x="390" y="71"/>
                  </a:lnTo>
                  <a:lnTo>
                    <a:pt x="391" y="71"/>
                  </a:lnTo>
                  <a:lnTo>
                    <a:pt x="393" y="71"/>
                  </a:lnTo>
                  <a:lnTo>
                    <a:pt x="394" y="71"/>
                  </a:lnTo>
                  <a:lnTo>
                    <a:pt x="395" y="71"/>
                  </a:lnTo>
                  <a:lnTo>
                    <a:pt x="397" y="71"/>
                  </a:lnTo>
                  <a:lnTo>
                    <a:pt x="398" y="71"/>
                  </a:lnTo>
                  <a:lnTo>
                    <a:pt x="399" y="71"/>
                  </a:lnTo>
                  <a:lnTo>
                    <a:pt x="401" y="71"/>
                  </a:lnTo>
                  <a:lnTo>
                    <a:pt x="402" y="72"/>
                  </a:lnTo>
                  <a:lnTo>
                    <a:pt x="403" y="72"/>
                  </a:lnTo>
                  <a:lnTo>
                    <a:pt x="405" y="72"/>
                  </a:lnTo>
                  <a:lnTo>
                    <a:pt x="406" y="72"/>
                  </a:lnTo>
                  <a:lnTo>
                    <a:pt x="407" y="72"/>
                  </a:lnTo>
                  <a:lnTo>
                    <a:pt x="409" y="72"/>
                  </a:lnTo>
                  <a:lnTo>
                    <a:pt x="410" y="72"/>
                  </a:lnTo>
                  <a:lnTo>
                    <a:pt x="411" y="72"/>
                  </a:lnTo>
                  <a:lnTo>
                    <a:pt x="413" y="72"/>
                  </a:lnTo>
                  <a:lnTo>
                    <a:pt x="414" y="72"/>
                  </a:lnTo>
                  <a:lnTo>
                    <a:pt x="415" y="72"/>
                  </a:lnTo>
                  <a:lnTo>
                    <a:pt x="417" y="72"/>
                  </a:lnTo>
                  <a:lnTo>
                    <a:pt x="418" y="72"/>
                  </a:lnTo>
                  <a:lnTo>
                    <a:pt x="420" y="72"/>
                  </a:lnTo>
                  <a:lnTo>
                    <a:pt x="421" y="72"/>
                  </a:lnTo>
                  <a:lnTo>
                    <a:pt x="422" y="72"/>
                  </a:lnTo>
                  <a:lnTo>
                    <a:pt x="424" y="72"/>
                  </a:lnTo>
                  <a:lnTo>
                    <a:pt x="425" y="72"/>
                  </a:lnTo>
                  <a:lnTo>
                    <a:pt x="426" y="72"/>
                  </a:lnTo>
                  <a:lnTo>
                    <a:pt x="428" y="72"/>
                  </a:lnTo>
                  <a:lnTo>
                    <a:pt x="429" y="72"/>
                  </a:lnTo>
                  <a:lnTo>
                    <a:pt x="430" y="72"/>
                  </a:lnTo>
                  <a:lnTo>
                    <a:pt x="432" y="72"/>
                  </a:lnTo>
                  <a:lnTo>
                    <a:pt x="433" y="72"/>
                  </a:lnTo>
                  <a:lnTo>
                    <a:pt x="434" y="72"/>
                  </a:lnTo>
                  <a:lnTo>
                    <a:pt x="436" y="72"/>
                  </a:lnTo>
                  <a:lnTo>
                    <a:pt x="437" y="72"/>
                  </a:lnTo>
                  <a:lnTo>
                    <a:pt x="438" y="72"/>
                  </a:lnTo>
                  <a:lnTo>
                    <a:pt x="440" y="72"/>
                  </a:lnTo>
                  <a:lnTo>
                    <a:pt x="441" y="72"/>
                  </a:lnTo>
                  <a:lnTo>
                    <a:pt x="442" y="72"/>
                  </a:lnTo>
                  <a:lnTo>
                    <a:pt x="444" y="73"/>
                  </a:lnTo>
                  <a:lnTo>
                    <a:pt x="445" y="73"/>
                  </a:lnTo>
                  <a:lnTo>
                    <a:pt x="446" y="73"/>
                  </a:lnTo>
                  <a:lnTo>
                    <a:pt x="448" y="73"/>
                  </a:lnTo>
                  <a:lnTo>
                    <a:pt x="449" y="73"/>
                  </a:lnTo>
                  <a:lnTo>
                    <a:pt x="450" y="73"/>
                  </a:lnTo>
                  <a:lnTo>
                    <a:pt x="452" y="73"/>
                  </a:lnTo>
                  <a:lnTo>
                    <a:pt x="453" y="73"/>
                  </a:lnTo>
                  <a:lnTo>
                    <a:pt x="455" y="73"/>
                  </a:lnTo>
                  <a:lnTo>
                    <a:pt x="456" y="73"/>
                  </a:lnTo>
                  <a:lnTo>
                    <a:pt x="457" y="73"/>
                  </a:lnTo>
                  <a:lnTo>
                    <a:pt x="459" y="73"/>
                  </a:lnTo>
                  <a:lnTo>
                    <a:pt x="460" y="73"/>
                  </a:lnTo>
                  <a:lnTo>
                    <a:pt x="461" y="73"/>
                  </a:lnTo>
                  <a:lnTo>
                    <a:pt x="463" y="73"/>
                  </a:lnTo>
                  <a:lnTo>
                    <a:pt x="464" y="73"/>
                  </a:lnTo>
                  <a:lnTo>
                    <a:pt x="465" y="73"/>
                  </a:lnTo>
                  <a:lnTo>
                    <a:pt x="467" y="73"/>
                  </a:lnTo>
                  <a:lnTo>
                    <a:pt x="468" y="73"/>
                  </a:lnTo>
                  <a:lnTo>
                    <a:pt x="469" y="73"/>
                  </a:lnTo>
                  <a:lnTo>
                    <a:pt x="471" y="73"/>
                  </a:lnTo>
                  <a:lnTo>
                    <a:pt x="472" y="73"/>
                  </a:lnTo>
                  <a:lnTo>
                    <a:pt x="473" y="73"/>
                  </a:lnTo>
                  <a:lnTo>
                    <a:pt x="475" y="73"/>
                  </a:lnTo>
                  <a:lnTo>
                    <a:pt x="476" y="73"/>
                  </a:lnTo>
                  <a:lnTo>
                    <a:pt x="477" y="73"/>
                  </a:lnTo>
                  <a:lnTo>
                    <a:pt x="479" y="73"/>
                  </a:lnTo>
                  <a:lnTo>
                    <a:pt x="480" y="73"/>
                  </a:lnTo>
                  <a:lnTo>
                    <a:pt x="481" y="73"/>
                  </a:lnTo>
                  <a:lnTo>
                    <a:pt x="483" y="73"/>
                  </a:lnTo>
                  <a:lnTo>
                    <a:pt x="484" y="73"/>
                  </a:lnTo>
                  <a:lnTo>
                    <a:pt x="485" y="73"/>
                  </a:lnTo>
                  <a:lnTo>
                    <a:pt x="487" y="73"/>
                  </a:lnTo>
                  <a:lnTo>
                    <a:pt x="488" y="73"/>
                  </a:lnTo>
                  <a:lnTo>
                    <a:pt x="490" y="73"/>
                  </a:lnTo>
                  <a:lnTo>
                    <a:pt x="491" y="73"/>
                  </a:lnTo>
                  <a:lnTo>
                    <a:pt x="492" y="73"/>
                  </a:lnTo>
                  <a:lnTo>
                    <a:pt x="494" y="73"/>
                  </a:lnTo>
                  <a:lnTo>
                    <a:pt x="495" y="73"/>
                  </a:lnTo>
                  <a:lnTo>
                    <a:pt x="496" y="73"/>
                  </a:lnTo>
                  <a:lnTo>
                    <a:pt x="498" y="73"/>
                  </a:lnTo>
                  <a:lnTo>
                    <a:pt x="499" y="73"/>
                  </a:lnTo>
                  <a:lnTo>
                    <a:pt x="500" y="73"/>
                  </a:lnTo>
                  <a:lnTo>
                    <a:pt x="502" y="73"/>
                  </a:lnTo>
                  <a:lnTo>
                    <a:pt x="503" y="73"/>
                  </a:lnTo>
                  <a:lnTo>
                    <a:pt x="504" y="73"/>
                  </a:lnTo>
                  <a:lnTo>
                    <a:pt x="506" y="73"/>
                  </a:lnTo>
                  <a:lnTo>
                    <a:pt x="507" y="73"/>
                  </a:lnTo>
                  <a:lnTo>
                    <a:pt x="508" y="74"/>
                  </a:lnTo>
                  <a:lnTo>
                    <a:pt x="510" y="74"/>
                  </a:lnTo>
                  <a:lnTo>
                    <a:pt x="511" y="74"/>
                  </a:lnTo>
                  <a:lnTo>
                    <a:pt x="512" y="74"/>
                  </a:lnTo>
                  <a:lnTo>
                    <a:pt x="514" y="74"/>
                  </a:lnTo>
                  <a:lnTo>
                    <a:pt x="515" y="74"/>
                  </a:lnTo>
                  <a:lnTo>
                    <a:pt x="516" y="74"/>
                  </a:lnTo>
                  <a:lnTo>
                    <a:pt x="518" y="74"/>
                  </a:lnTo>
                  <a:lnTo>
                    <a:pt x="519" y="74"/>
                  </a:lnTo>
                  <a:lnTo>
                    <a:pt x="520" y="74"/>
                  </a:lnTo>
                  <a:lnTo>
                    <a:pt x="522" y="74"/>
                  </a:lnTo>
                  <a:lnTo>
                    <a:pt x="523" y="74"/>
                  </a:lnTo>
                  <a:lnTo>
                    <a:pt x="524" y="74"/>
                  </a:lnTo>
                  <a:lnTo>
                    <a:pt x="526" y="74"/>
                  </a:lnTo>
                  <a:lnTo>
                    <a:pt x="527" y="74"/>
                  </a:lnTo>
                  <a:lnTo>
                    <a:pt x="529" y="74"/>
                  </a:lnTo>
                  <a:lnTo>
                    <a:pt x="530" y="74"/>
                  </a:lnTo>
                  <a:lnTo>
                    <a:pt x="531" y="74"/>
                  </a:lnTo>
                  <a:lnTo>
                    <a:pt x="533" y="74"/>
                  </a:lnTo>
                  <a:lnTo>
                    <a:pt x="534" y="74"/>
                  </a:lnTo>
                  <a:lnTo>
                    <a:pt x="535" y="74"/>
                  </a:lnTo>
                  <a:lnTo>
                    <a:pt x="537" y="74"/>
                  </a:lnTo>
                  <a:lnTo>
                    <a:pt x="538" y="74"/>
                  </a:lnTo>
                  <a:lnTo>
                    <a:pt x="539" y="74"/>
                  </a:lnTo>
                  <a:lnTo>
                    <a:pt x="541" y="74"/>
                  </a:lnTo>
                  <a:lnTo>
                    <a:pt x="542" y="74"/>
                  </a:lnTo>
                  <a:lnTo>
                    <a:pt x="543" y="74"/>
                  </a:lnTo>
                  <a:lnTo>
                    <a:pt x="545" y="74"/>
                  </a:lnTo>
                  <a:lnTo>
                    <a:pt x="546" y="74"/>
                  </a:lnTo>
                  <a:lnTo>
                    <a:pt x="547" y="74"/>
                  </a:lnTo>
                  <a:lnTo>
                    <a:pt x="549" y="73"/>
                  </a:lnTo>
                  <a:lnTo>
                    <a:pt x="550" y="74"/>
                  </a:lnTo>
                  <a:lnTo>
                    <a:pt x="551" y="74"/>
                  </a:lnTo>
                  <a:lnTo>
                    <a:pt x="553" y="74"/>
                  </a:lnTo>
                  <a:lnTo>
                    <a:pt x="554" y="74"/>
                  </a:lnTo>
                  <a:lnTo>
                    <a:pt x="555" y="74"/>
                  </a:lnTo>
                  <a:lnTo>
                    <a:pt x="557" y="74"/>
                  </a:lnTo>
                  <a:lnTo>
                    <a:pt x="558" y="74"/>
                  </a:lnTo>
                  <a:lnTo>
                    <a:pt x="559" y="74"/>
                  </a:lnTo>
                  <a:lnTo>
                    <a:pt x="561" y="74"/>
                  </a:lnTo>
                  <a:lnTo>
                    <a:pt x="562" y="74"/>
                  </a:lnTo>
                  <a:lnTo>
                    <a:pt x="564" y="74"/>
                  </a:lnTo>
                  <a:lnTo>
                    <a:pt x="565" y="74"/>
                  </a:lnTo>
                  <a:lnTo>
                    <a:pt x="566" y="74"/>
                  </a:lnTo>
                  <a:lnTo>
                    <a:pt x="568" y="74"/>
                  </a:lnTo>
                  <a:lnTo>
                    <a:pt x="569" y="74"/>
                  </a:lnTo>
                  <a:lnTo>
                    <a:pt x="570" y="74"/>
                  </a:lnTo>
                  <a:lnTo>
                    <a:pt x="572" y="74"/>
                  </a:lnTo>
                  <a:lnTo>
                    <a:pt x="573" y="74"/>
                  </a:lnTo>
                  <a:lnTo>
                    <a:pt x="574" y="74"/>
                  </a:lnTo>
                  <a:lnTo>
                    <a:pt x="576" y="74"/>
                  </a:lnTo>
                  <a:lnTo>
                    <a:pt x="577" y="74"/>
                  </a:lnTo>
                  <a:lnTo>
                    <a:pt x="578" y="74"/>
                  </a:lnTo>
                  <a:lnTo>
                    <a:pt x="580" y="74"/>
                  </a:lnTo>
                  <a:lnTo>
                    <a:pt x="581" y="74"/>
                  </a:lnTo>
                  <a:lnTo>
                    <a:pt x="582" y="74"/>
                  </a:lnTo>
                  <a:lnTo>
                    <a:pt x="584" y="74"/>
                  </a:lnTo>
                  <a:lnTo>
                    <a:pt x="585" y="74"/>
                  </a:lnTo>
                  <a:lnTo>
                    <a:pt x="586" y="74"/>
                  </a:lnTo>
                  <a:lnTo>
                    <a:pt x="588" y="74"/>
                  </a:lnTo>
                  <a:lnTo>
                    <a:pt x="589" y="74"/>
                  </a:lnTo>
                  <a:lnTo>
                    <a:pt x="590" y="74"/>
                  </a:lnTo>
                  <a:lnTo>
                    <a:pt x="592" y="74"/>
                  </a:lnTo>
                  <a:lnTo>
                    <a:pt x="593" y="74"/>
                  </a:lnTo>
                  <a:lnTo>
                    <a:pt x="594" y="74"/>
                  </a:lnTo>
                  <a:lnTo>
                    <a:pt x="596" y="74"/>
                  </a:lnTo>
                  <a:lnTo>
                    <a:pt x="597" y="74"/>
                  </a:lnTo>
                  <a:lnTo>
                    <a:pt x="599" y="74"/>
                  </a:lnTo>
                  <a:lnTo>
                    <a:pt x="600" y="74"/>
                  </a:lnTo>
                  <a:lnTo>
                    <a:pt x="601" y="74"/>
                  </a:lnTo>
                  <a:lnTo>
                    <a:pt x="603" y="74"/>
                  </a:lnTo>
                  <a:lnTo>
                    <a:pt x="604" y="74"/>
                  </a:lnTo>
                  <a:lnTo>
                    <a:pt x="605" y="74"/>
                  </a:lnTo>
                  <a:lnTo>
                    <a:pt x="607" y="74"/>
                  </a:lnTo>
                  <a:lnTo>
                    <a:pt x="608" y="74"/>
                  </a:lnTo>
                  <a:lnTo>
                    <a:pt x="609" y="74"/>
                  </a:lnTo>
                  <a:lnTo>
                    <a:pt x="611" y="74"/>
                  </a:lnTo>
                  <a:lnTo>
                    <a:pt x="612" y="74"/>
                  </a:lnTo>
                  <a:lnTo>
                    <a:pt x="613" y="74"/>
                  </a:lnTo>
                  <a:lnTo>
                    <a:pt x="615" y="74"/>
                  </a:lnTo>
                  <a:lnTo>
                    <a:pt x="616" y="74"/>
                  </a:lnTo>
                  <a:lnTo>
                    <a:pt x="617" y="74"/>
                  </a:lnTo>
                  <a:lnTo>
                    <a:pt x="619" y="74"/>
                  </a:lnTo>
                  <a:lnTo>
                    <a:pt x="620" y="75"/>
                  </a:lnTo>
                  <a:lnTo>
                    <a:pt x="621" y="75"/>
                  </a:lnTo>
                  <a:lnTo>
                    <a:pt x="623" y="75"/>
                  </a:lnTo>
                  <a:lnTo>
                    <a:pt x="624" y="75"/>
                  </a:lnTo>
                  <a:lnTo>
                    <a:pt x="625" y="75"/>
                  </a:lnTo>
                  <a:lnTo>
                    <a:pt x="627" y="75"/>
                  </a:lnTo>
                  <a:lnTo>
                    <a:pt x="628" y="75"/>
                  </a:lnTo>
                  <a:lnTo>
                    <a:pt x="629" y="75"/>
                  </a:lnTo>
                  <a:lnTo>
                    <a:pt x="631" y="74"/>
                  </a:lnTo>
                  <a:lnTo>
                    <a:pt x="632" y="74"/>
                  </a:lnTo>
                  <a:lnTo>
                    <a:pt x="634" y="75"/>
                  </a:lnTo>
                  <a:lnTo>
                    <a:pt x="635" y="75"/>
                  </a:lnTo>
                  <a:lnTo>
                    <a:pt x="636" y="75"/>
                  </a:lnTo>
                  <a:lnTo>
                    <a:pt x="638" y="75"/>
                  </a:lnTo>
                  <a:lnTo>
                    <a:pt x="639" y="75"/>
                  </a:lnTo>
                  <a:lnTo>
                    <a:pt x="640" y="75"/>
                  </a:lnTo>
                  <a:lnTo>
                    <a:pt x="642" y="75"/>
                  </a:lnTo>
                  <a:lnTo>
                    <a:pt x="643" y="75"/>
                  </a:lnTo>
                  <a:lnTo>
                    <a:pt x="644" y="75"/>
                  </a:lnTo>
                  <a:lnTo>
                    <a:pt x="646" y="75"/>
                  </a:lnTo>
                  <a:lnTo>
                    <a:pt x="647" y="75"/>
                  </a:lnTo>
                  <a:lnTo>
                    <a:pt x="648" y="75"/>
                  </a:lnTo>
                  <a:lnTo>
                    <a:pt x="650" y="75"/>
                  </a:lnTo>
                  <a:lnTo>
                    <a:pt x="651" y="75"/>
                  </a:lnTo>
                  <a:lnTo>
                    <a:pt x="652" y="75"/>
                  </a:lnTo>
                  <a:lnTo>
                    <a:pt x="654" y="75"/>
                  </a:lnTo>
                  <a:lnTo>
                    <a:pt x="655" y="75"/>
                  </a:lnTo>
                  <a:lnTo>
                    <a:pt x="656" y="75"/>
                  </a:lnTo>
                  <a:lnTo>
                    <a:pt x="658" y="75"/>
                  </a:lnTo>
                  <a:lnTo>
                    <a:pt x="659" y="75"/>
                  </a:lnTo>
                  <a:lnTo>
                    <a:pt x="660" y="75"/>
                  </a:lnTo>
                  <a:lnTo>
                    <a:pt x="662" y="75"/>
                  </a:lnTo>
                  <a:lnTo>
                    <a:pt x="663" y="75"/>
                  </a:lnTo>
                  <a:lnTo>
                    <a:pt x="664" y="75"/>
                  </a:lnTo>
                  <a:lnTo>
                    <a:pt x="666" y="75"/>
                  </a:lnTo>
                  <a:lnTo>
                    <a:pt x="667" y="75"/>
                  </a:lnTo>
                  <a:lnTo>
                    <a:pt x="668" y="75"/>
                  </a:lnTo>
                  <a:lnTo>
                    <a:pt x="670" y="75"/>
                  </a:lnTo>
                  <a:lnTo>
                    <a:pt x="671" y="75"/>
                  </a:lnTo>
                  <a:lnTo>
                    <a:pt x="673" y="75"/>
                  </a:lnTo>
                  <a:lnTo>
                    <a:pt x="674" y="75"/>
                  </a:lnTo>
                  <a:lnTo>
                    <a:pt x="675" y="75"/>
                  </a:lnTo>
                  <a:lnTo>
                    <a:pt x="677" y="75"/>
                  </a:lnTo>
                  <a:lnTo>
                    <a:pt x="678" y="75"/>
                  </a:lnTo>
                  <a:lnTo>
                    <a:pt x="679" y="75"/>
                  </a:lnTo>
                  <a:lnTo>
                    <a:pt x="681" y="75"/>
                  </a:lnTo>
                  <a:lnTo>
                    <a:pt x="682" y="75"/>
                  </a:lnTo>
                  <a:lnTo>
                    <a:pt x="683" y="75"/>
                  </a:lnTo>
                  <a:lnTo>
                    <a:pt x="685" y="75"/>
                  </a:lnTo>
                  <a:lnTo>
                    <a:pt x="686" y="75"/>
                  </a:lnTo>
                  <a:lnTo>
                    <a:pt x="687" y="75"/>
                  </a:lnTo>
                  <a:lnTo>
                    <a:pt x="689" y="75"/>
                  </a:lnTo>
                  <a:lnTo>
                    <a:pt x="690" y="75"/>
                  </a:lnTo>
                  <a:lnTo>
                    <a:pt x="691" y="75"/>
                  </a:lnTo>
                  <a:lnTo>
                    <a:pt x="693" y="75"/>
                  </a:lnTo>
                  <a:lnTo>
                    <a:pt x="694" y="75"/>
                  </a:lnTo>
                  <a:lnTo>
                    <a:pt x="695" y="75"/>
                  </a:lnTo>
                  <a:lnTo>
                    <a:pt x="697" y="75"/>
                  </a:lnTo>
                  <a:lnTo>
                    <a:pt x="698" y="75"/>
                  </a:lnTo>
                  <a:lnTo>
                    <a:pt x="699" y="75"/>
                  </a:lnTo>
                  <a:lnTo>
                    <a:pt x="701" y="75"/>
                  </a:lnTo>
                  <a:lnTo>
                    <a:pt x="702" y="75"/>
                  </a:lnTo>
                  <a:lnTo>
                    <a:pt x="703" y="75"/>
                  </a:lnTo>
                  <a:lnTo>
                    <a:pt x="705" y="75"/>
                  </a:lnTo>
                  <a:lnTo>
                    <a:pt x="706" y="75"/>
                  </a:lnTo>
                  <a:lnTo>
                    <a:pt x="708" y="75"/>
                  </a:lnTo>
                  <a:lnTo>
                    <a:pt x="709" y="75"/>
                  </a:lnTo>
                  <a:lnTo>
                    <a:pt x="710" y="75"/>
                  </a:lnTo>
                  <a:lnTo>
                    <a:pt x="712" y="75"/>
                  </a:lnTo>
                  <a:lnTo>
                    <a:pt x="713" y="75"/>
                  </a:lnTo>
                  <a:lnTo>
                    <a:pt x="714" y="75"/>
                  </a:lnTo>
                  <a:lnTo>
                    <a:pt x="716" y="75"/>
                  </a:lnTo>
                  <a:lnTo>
                    <a:pt x="717" y="75"/>
                  </a:lnTo>
                  <a:lnTo>
                    <a:pt x="718" y="75"/>
                  </a:lnTo>
                  <a:lnTo>
                    <a:pt x="720" y="75"/>
                  </a:lnTo>
                  <a:lnTo>
                    <a:pt x="721" y="75"/>
                  </a:lnTo>
                  <a:lnTo>
                    <a:pt x="722" y="75"/>
                  </a:lnTo>
                  <a:lnTo>
                    <a:pt x="724" y="75"/>
                  </a:lnTo>
                  <a:lnTo>
                    <a:pt x="725" y="75"/>
                  </a:lnTo>
                  <a:lnTo>
                    <a:pt x="726" y="75"/>
                  </a:lnTo>
                  <a:lnTo>
                    <a:pt x="728" y="75"/>
                  </a:lnTo>
                  <a:lnTo>
                    <a:pt x="729" y="75"/>
                  </a:lnTo>
                  <a:lnTo>
                    <a:pt x="730" y="75"/>
                  </a:lnTo>
                  <a:lnTo>
                    <a:pt x="732" y="75"/>
                  </a:lnTo>
                  <a:lnTo>
                    <a:pt x="733" y="75"/>
                  </a:lnTo>
                  <a:lnTo>
                    <a:pt x="734" y="75"/>
                  </a:lnTo>
                  <a:lnTo>
                    <a:pt x="736" y="75"/>
                  </a:lnTo>
                  <a:lnTo>
                    <a:pt x="737" y="75"/>
                  </a:lnTo>
                  <a:lnTo>
                    <a:pt x="738" y="75"/>
                  </a:lnTo>
                  <a:lnTo>
                    <a:pt x="740" y="75"/>
                  </a:lnTo>
                  <a:lnTo>
                    <a:pt x="741" y="75"/>
                  </a:lnTo>
                  <a:lnTo>
                    <a:pt x="743" y="75"/>
                  </a:lnTo>
                  <a:lnTo>
                    <a:pt x="744" y="75"/>
                  </a:lnTo>
                  <a:lnTo>
                    <a:pt x="745" y="75"/>
                  </a:lnTo>
                  <a:lnTo>
                    <a:pt x="747" y="75"/>
                  </a:lnTo>
                  <a:lnTo>
                    <a:pt x="748" y="75"/>
                  </a:lnTo>
                  <a:lnTo>
                    <a:pt x="749" y="75"/>
                  </a:lnTo>
                  <a:lnTo>
                    <a:pt x="751" y="75"/>
                  </a:lnTo>
                  <a:lnTo>
                    <a:pt x="752" y="75"/>
                  </a:lnTo>
                  <a:lnTo>
                    <a:pt x="753" y="75"/>
                  </a:lnTo>
                  <a:lnTo>
                    <a:pt x="755" y="75"/>
                  </a:lnTo>
                  <a:lnTo>
                    <a:pt x="756" y="75"/>
                  </a:lnTo>
                  <a:lnTo>
                    <a:pt x="757" y="75"/>
                  </a:lnTo>
                  <a:lnTo>
                    <a:pt x="759" y="75"/>
                  </a:lnTo>
                  <a:lnTo>
                    <a:pt x="760" y="75"/>
                  </a:lnTo>
                  <a:lnTo>
                    <a:pt x="761" y="75"/>
                  </a:lnTo>
                  <a:lnTo>
                    <a:pt x="763" y="75"/>
                  </a:lnTo>
                  <a:lnTo>
                    <a:pt x="764" y="75"/>
                  </a:lnTo>
                  <a:lnTo>
                    <a:pt x="765" y="75"/>
                  </a:lnTo>
                  <a:lnTo>
                    <a:pt x="767" y="75"/>
                  </a:lnTo>
                  <a:lnTo>
                    <a:pt x="768" y="75"/>
                  </a:lnTo>
                  <a:lnTo>
                    <a:pt x="769" y="75"/>
                  </a:lnTo>
                  <a:lnTo>
                    <a:pt x="771" y="75"/>
                  </a:lnTo>
                  <a:lnTo>
                    <a:pt x="772" y="75"/>
                  </a:lnTo>
                  <a:lnTo>
                    <a:pt x="773" y="75"/>
                  </a:lnTo>
                  <a:lnTo>
                    <a:pt x="775" y="75"/>
                  </a:lnTo>
                  <a:lnTo>
                    <a:pt x="776" y="75"/>
                  </a:lnTo>
                  <a:lnTo>
                    <a:pt x="777" y="75"/>
                  </a:lnTo>
                  <a:lnTo>
                    <a:pt x="779" y="75"/>
                  </a:lnTo>
                  <a:lnTo>
                    <a:pt x="780" y="75"/>
                  </a:lnTo>
                  <a:lnTo>
                    <a:pt x="782" y="75"/>
                  </a:lnTo>
                  <a:lnTo>
                    <a:pt x="783" y="75"/>
                  </a:lnTo>
                  <a:lnTo>
                    <a:pt x="784" y="75"/>
                  </a:lnTo>
                  <a:lnTo>
                    <a:pt x="786" y="75"/>
                  </a:lnTo>
                  <a:lnTo>
                    <a:pt x="787" y="75"/>
                  </a:lnTo>
                  <a:lnTo>
                    <a:pt x="788" y="75"/>
                  </a:lnTo>
                  <a:lnTo>
                    <a:pt x="790" y="75"/>
                  </a:lnTo>
                  <a:lnTo>
                    <a:pt x="791" y="75"/>
                  </a:lnTo>
                  <a:lnTo>
                    <a:pt x="792" y="75"/>
                  </a:lnTo>
                  <a:lnTo>
                    <a:pt x="794" y="75"/>
                  </a:lnTo>
                  <a:lnTo>
                    <a:pt x="795" y="75"/>
                  </a:lnTo>
                  <a:lnTo>
                    <a:pt x="796" y="75"/>
                  </a:lnTo>
                  <a:lnTo>
                    <a:pt x="798" y="76"/>
                  </a:lnTo>
                  <a:lnTo>
                    <a:pt x="799" y="76"/>
                  </a:lnTo>
                  <a:lnTo>
                    <a:pt x="800" y="75"/>
                  </a:lnTo>
                  <a:lnTo>
                    <a:pt x="802" y="76"/>
                  </a:lnTo>
                  <a:lnTo>
                    <a:pt x="803" y="75"/>
                  </a:lnTo>
                  <a:lnTo>
                    <a:pt x="804" y="75"/>
                  </a:lnTo>
                  <a:lnTo>
                    <a:pt x="806" y="75"/>
                  </a:lnTo>
                  <a:lnTo>
                    <a:pt x="807" y="75"/>
                  </a:lnTo>
                  <a:lnTo>
                    <a:pt x="808" y="75"/>
                  </a:lnTo>
                  <a:lnTo>
                    <a:pt x="810" y="76"/>
                  </a:lnTo>
                  <a:lnTo>
                    <a:pt x="811" y="75"/>
                  </a:lnTo>
                  <a:lnTo>
                    <a:pt x="812" y="75"/>
                  </a:lnTo>
                  <a:lnTo>
                    <a:pt x="814" y="75"/>
                  </a:lnTo>
                  <a:lnTo>
                    <a:pt x="815" y="75"/>
                  </a:lnTo>
                  <a:lnTo>
                    <a:pt x="817" y="75"/>
                  </a:lnTo>
                  <a:lnTo>
                    <a:pt x="818" y="75"/>
                  </a:lnTo>
                  <a:lnTo>
                    <a:pt x="819" y="75"/>
                  </a:lnTo>
                  <a:lnTo>
                    <a:pt x="821" y="75"/>
                  </a:lnTo>
                  <a:lnTo>
                    <a:pt x="822" y="75"/>
                  </a:lnTo>
                  <a:lnTo>
                    <a:pt x="823" y="75"/>
                  </a:lnTo>
                  <a:lnTo>
                    <a:pt x="825" y="75"/>
                  </a:lnTo>
                  <a:lnTo>
                    <a:pt x="826" y="75"/>
                  </a:lnTo>
                  <a:lnTo>
                    <a:pt x="827" y="75"/>
                  </a:lnTo>
                  <a:lnTo>
                    <a:pt x="829" y="75"/>
                  </a:lnTo>
                  <a:lnTo>
                    <a:pt x="830" y="76"/>
                  </a:lnTo>
                  <a:lnTo>
                    <a:pt x="831" y="76"/>
                  </a:lnTo>
                  <a:lnTo>
                    <a:pt x="833" y="76"/>
                  </a:lnTo>
                  <a:lnTo>
                    <a:pt x="834" y="76"/>
                  </a:lnTo>
                  <a:lnTo>
                    <a:pt x="835" y="76"/>
                  </a:lnTo>
                  <a:lnTo>
                    <a:pt x="837" y="76"/>
                  </a:lnTo>
                  <a:lnTo>
                    <a:pt x="838" y="76"/>
                  </a:lnTo>
                  <a:lnTo>
                    <a:pt x="839" y="76"/>
                  </a:lnTo>
                  <a:lnTo>
                    <a:pt x="841" y="76"/>
                  </a:lnTo>
                  <a:lnTo>
                    <a:pt x="842" y="76"/>
                  </a:lnTo>
                  <a:lnTo>
                    <a:pt x="843" y="76"/>
                  </a:lnTo>
                  <a:lnTo>
                    <a:pt x="845" y="76"/>
                  </a:lnTo>
                  <a:lnTo>
                    <a:pt x="846" y="76"/>
                  </a:lnTo>
                  <a:lnTo>
                    <a:pt x="847" y="76"/>
                  </a:lnTo>
                  <a:lnTo>
                    <a:pt x="849" y="76"/>
                  </a:lnTo>
                  <a:lnTo>
                    <a:pt x="850" y="76"/>
                  </a:lnTo>
                  <a:lnTo>
                    <a:pt x="852" y="76"/>
                  </a:lnTo>
                  <a:lnTo>
                    <a:pt x="853" y="76"/>
                  </a:lnTo>
                  <a:lnTo>
                    <a:pt x="854" y="76"/>
                  </a:lnTo>
                  <a:lnTo>
                    <a:pt x="856" y="76"/>
                  </a:lnTo>
                  <a:lnTo>
                    <a:pt x="857" y="76"/>
                  </a:lnTo>
                  <a:lnTo>
                    <a:pt x="858" y="76"/>
                  </a:lnTo>
                  <a:lnTo>
                    <a:pt x="860" y="76"/>
                  </a:lnTo>
                  <a:lnTo>
                    <a:pt x="861" y="76"/>
                  </a:lnTo>
                  <a:lnTo>
                    <a:pt x="862" y="76"/>
                  </a:lnTo>
                  <a:lnTo>
                    <a:pt x="864" y="76"/>
                  </a:lnTo>
                  <a:lnTo>
                    <a:pt x="865" y="76"/>
                  </a:lnTo>
                  <a:lnTo>
                    <a:pt x="866" y="76"/>
                  </a:lnTo>
                  <a:lnTo>
                    <a:pt x="868" y="76"/>
                  </a:lnTo>
                  <a:lnTo>
                    <a:pt x="869" y="76"/>
                  </a:lnTo>
                  <a:lnTo>
                    <a:pt x="870" y="76"/>
                  </a:lnTo>
                  <a:lnTo>
                    <a:pt x="872" y="76"/>
                  </a:lnTo>
                  <a:lnTo>
                    <a:pt x="873" y="76"/>
                  </a:lnTo>
                  <a:lnTo>
                    <a:pt x="874" y="76"/>
                  </a:lnTo>
                  <a:lnTo>
                    <a:pt x="876" y="76"/>
                  </a:lnTo>
                  <a:lnTo>
                    <a:pt x="877" y="76"/>
                  </a:lnTo>
                  <a:lnTo>
                    <a:pt x="878" y="76"/>
                  </a:lnTo>
                  <a:lnTo>
                    <a:pt x="880" y="76"/>
                  </a:lnTo>
                  <a:lnTo>
                    <a:pt x="881" y="76"/>
                  </a:lnTo>
                  <a:lnTo>
                    <a:pt x="882" y="76"/>
                  </a:lnTo>
                  <a:lnTo>
                    <a:pt x="884" y="76"/>
                  </a:lnTo>
                  <a:lnTo>
                    <a:pt x="885" y="76"/>
                  </a:lnTo>
                  <a:lnTo>
                    <a:pt x="887" y="76"/>
                  </a:lnTo>
                  <a:lnTo>
                    <a:pt x="888" y="76"/>
                  </a:lnTo>
                  <a:lnTo>
                    <a:pt x="889" y="76"/>
                  </a:lnTo>
                  <a:lnTo>
                    <a:pt x="891" y="76"/>
                  </a:lnTo>
                  <a:lnTo>
                    <a:pt x="892" y="76"/>
                  </a:lnTo>
                  <a:lnTo>
                    <a:pt x="893" y="76"/>
                  </a:lnTo>
                  <a:lnTo>
                    <a:pt x="895" y="76"/>
                  </a:lnTo>
                  <a:lnTo>
                    <a:pt x="896" y="76"/>
                  </a:lnTo>
                  <a:lnTo>
                    <a:pt x="897" y="76"/>
                  </a:lnTo>
                  <a:lnTo>
                    <a:pt x="899" y="76"/>
                  </a:lnTo>
                  <a:lnTo>
                    <a:pt x="900" y="76"/>
                  </a:lnTo>
                  <a:lnTo>
                    <a:pt x="901" y="76"/>
                  </a:lnTo>
                  <a:lnTo>
                    <a:pt x="903" y="76"/>
                  </a:lnTo>
                  <a:lnTo>
                    <a:pt x="904" y="76"/>
                  </a:lnTo>
                  <a:lnTo>
                    <a:pt x="905" y="76"/>
                  </a:lnTo>
                  <a:lnTo>
                    <a:pt x="907" y="76"/>
                  </a:lnTo>
                  <a:lnTo>
                    <a:pt x="908" y="76"/>
                  </a:lnTo>
                  <a:lnTo>
                    <a:pt x="909" y="76"/>
                  </a:lnTo>
                  <a:lnTo>
                    <a:pt x="911" y="76"/>
                  </a:lnTo>
                  <a:lnTo>
                    <a:pt x="912" y="76"/>
                  </a:lnTo>
                  <a:lnTo>
                    <a:pt x="913" y="76"/>
                  </a:lnTo>
                  <a:lnTo>
                    <a:pt x="915" y="76"/>
                  </a:lnTo>
                  <a:lnTo>
                    <a:pt x="916" y="76"/>
                  </a:lnTo>
                  <a:lnTo>
                    <a:pt x="917" y="76"/>
                  </a:lnTo>
                  <a:lnTo>
                    <a:pt x="919" y="76"/>
                  </a:lnTo>
                  <a:lnTo>
                    <a:pt x="920" y="76"/>
                  </a:lnTo>
                  <a:lnTo>
                    <a:pt x="921" y="76"/>
                  </a:lnTo>
                  <a:lnTo>
                    <a:pt x="923" y="76"/>
                  </a:lnTo>
                  <a:lnTo>
                    <a:pt x="924" y="76"/>
                  </a:lnTo>
                  <a:lnTo>
                    <a:pt x="926" y="76"/>
                  </a:lnTo>
                  <a:lnTo>
                    <a:pt x="927" y="76"/>
                  </a:lnTo>
                  <a:lnTo>
                    <a:pt x="928" y="76"/>
                  </a:lnTo>
                  <a:lnTo>
                    <a:pt x="930" y="76"/>
                  </a:lnTo>
                  <a:lnTo>
                    <a:pt x="931" y="76"/>
                  </a:lnTo>
                  <a:lnTo>
                    <a:pt x="932" y="76"/>
                  </a:lnTo>
                  <a:lnTo>
                    <a:pt x="934" y="76"/>
                  </a:lnTo>
                  <a:lnTo>
                    <a:pt x="935" y="76"/>
                  </a:lnTo>
                  <a:lnTo>
                    <a:pt x="936" y="76"/>
                  </a:lnTo>
                  <a:lnTo>
                    <a:pt x="938" y="76"/>
                  </a:lnTo>
                  <a:lnTo>
                    <a:pt x="939" y="76"/>
                  </a:lnTo>
                  <a:lnTo>
                    <a:pt x="940" y="76"/>
                  </a:lnTo>
                  <a:lnTo>
                    <a:pt x="942" y="76"/>
                  </a:lnTo>
                  <a:lnTo>
                    <a:pt x="943" y="76"/>
                  </a:lnTo>
                  <a:lnTo>
                    <a:pt x="944" y="76"/>
                  </a:lnTo>
                  <a:lnTo>
                    <a:pt x="946" y="76"/>
                  </a:lnTo>
                  <a:lnTo>
                    <a:pt x="947" y="76"/>
                  </a:lnTo>
                  <a:lnTo>
                    <a:pt x="948" y="76"/>
                  </a:lnTo>
                  <a:lnTo>
                    <a:pt x="950" y="76"/>
                  </a:lnTo>
                  <a:lnTo>
                    <a:pt x="951" y="76"/>
                  </a:lnTo>
                  <a:lnTo>
                    <a:pt x="952" y="76"/>
                  </a:lnTo>
                  <a:lnTo>
                    <a:pt x="954" y="76"/>
                  </a:lnTo>
                  <a:lnTo>
                    <a:pt x="955" y="76"/>
                  </a:lnTo>
                  <a:lnTo>
                    <a:pt x="956" y="76"/>
                  </a:lnTo>
                  <a:lnTo>
                    <a:pt x="958" y="76"/>
                  </a:lnTo>
                  <a:lnTo>
                    <a:pt x="959" y="76"/>
                  </a:lnTo>
                  <a:lnTo>
                    <a:pt x="961" y="76"/>
                  </a:lnTo>
                  <a:lnTo>
                    <a:pt x="962" y="76"/>
                  </a:lnTo>
                  <a:lnTo>
                    <a:pt x="963" y="76"/>
                  </a:lnTo>
                  <a:lnTo>
                    <a:pt x="965" y="76"/>
                  </a:lnTo>
                  <a:lnTo>
                    <a:pt x="966" y="76"/>
                  </a:lnTo>
                  <a:lnTo>
                    <a:pt x="967" y="76"/>
                  </a:lnTo>
                  <a:lnTo>
                    <a:pt x="969" y="76"/>
                  </a:lnTo>
                  <a:lnTo>
                    <a:pt x="970" y="76"/>
                  </a:lnTo>
                  <a:lnTo>
                    <a:pt x="971" y="76"/>
                  </a:lnTo>
                  <a:lnTo>
                    <a:pt x="973" y="76"/>
                  </a:lnTo>
                  <a:lnTo>
                    <a:pt x="974" y="76"/>
                  </a:lnTo>
                  <a:lnTo>
                    <a:pt x="975" y="76"/>
                  </a:lnTo>
                  <a:lnTo>
                    <a:pt x="977" y="76"/>
                  </a:lnTo>
                  <a:lnTo>
                    <a:pt x="978" y="76"/>
                  </a:lnTo>
                  <a:lnTo>
                    <a:pt x="979" y="77"/>
                  </a:lnTo>
                  <a:lnTo>
                    <a:pt x="981" y="77"/>
                  </a:lnTo>
                  <a:lnTo>
                    <a:pt x="982" y="77"/>
                  </a:lnTo>
                  <a:lnTo>
                    <a:pt x="983" y="77"/>
                  </a:lnTo>
                  <a:lnTo>
                    <a:pt x="985" y="77"/>
                  </a:lnTo>
                  <a:lnTo>
                    <a:pt x="986" y="77"/>
                  </a:lnTo>
                  <a:lnTo>
                    <a:pt x="987" y="77"/>
                  </a:lnTo>
                  <a:lnTo>
                    <a:pt x="989" y="77"/>
                  </a:lnTo>
                  <a:lnTo>
                    <a:pt x="990" y="77"/>
                  </a:lnTo>
                  <a:lnTo>
                    <a:pt x="991" y="76"/>
                  </a:lnTo>
                  <a:lnTo>
                    <a:pt x="993" y="76"/>
                  </a:lnTo>
                  <a:lnTo>
                    <a:pt x="994" y="77"/>
                  </a:lnTo>
                  <a:lnTo>
                    <a:pt x="996" y="77"/>
                  </a:lnTo>
                  <a:lnTo>
                    <a:pt x="997" y="77"/>
                  </a:lnTo>
                  <a:lnTo>
                    <a:pt x="998" y="77"/>
                  </a:lnTo>
                  <a:lnTo>
                    <a:pt x="1000" y="77"/>
                  </a:lnTo>
                  <a:lnTo>
                    <a:pt x="1001" y="77"/>
                  </a:lnTo>
                  <a:lnTo>
                    <a:pt x="1002" y="77"/>
                  </a:lnTo>
                  <a:lnTo>
                    <a:pt x="1004" y="77"/>
                  </a:lnTo>
                  <a:lnTo>
                    <a:pt x="1005" y="77"/>
                  </a:lnTo>
                  <a:lnTo>
                    <a:pt x="1006" y="77"/>
                  </a:lnTo>
                  <a:lnTo>
                    <a:pt x="1008" y="77"/>
                  </a:lnTo>
                  <a:lnTo>
                    <a:pt x="1009" y="77"/>
                  </a:lnTo>
                  <a:lnTo>
                    <a:pt x="1010" y="77"/>
                  </a:lnTo>
                  <a:lnTo>
                    <a:pt x="1012" y="77"/>
                  </a:lnTo>
                  <a:lnTo>
                    <a:pt x="1013" y="77"/>
                  </a:lnTo>
                  <a:lnTo>
                    <a:pt x="1014" y="77"/>
                  </a:lnTo>
                  <a:lnTo>
                    <a:pt x="1016" y="77"/>
                  </a:lnTo>
                  <a:lnTo>
                    <a:pt x="1017" y="77"/>
                  </a:lnTo>
                  <a:lnTo>
                    <a:pt x="1018" y="77"/>
                  </a:lnTo>
                  <a:lnTo>
                    <a:pt x="1020" y="77"/>
                  </a:lnTo>
                  <a:lnTo>
                    <a:pt x="1021" y="77"/>
                  </a:lnTo>
                  <a:lnTo>
                    <a:pt x="1022" y="77"/>
                  </a:lnTo>
                  <a:lnTo>
                    <a:pt x="1024" y="77"/>
                  </a:lnTo>
                  <a:lnTo>
                    <a:pt x="1025" y="77"/>
                  </a:lnTo>
                  <a:lnTo>
                    <a:pt x="1026" y="77"/>
                  </a:lnTo>
                  <a:lnTo>
                    <a:pt x="1028" y="77"/>
                  </a:lnTo>
                  <a:lnTo>
                    <a:pt x="1029" y="77"/>
                  </a:lnTo>
                  <a:lnTo>
                    <a:pt x="1031" y="77"/>
                  </a:lnTo>
                  <a:lnTo>
                    <a:pt x="1032" y="77"/>
                  </a:lnTo>
                  <a:lnTo>
                    <a:pt x="1033" y="77"/>
                  </a:lnTo>
                  <a:lnTo>
                    <a:pt x="1035" y="77"/>
                  </a:lnTo>
                  <a:lnTo>
                    <a:pt x="1036" y="77"/>
                  </a:lnTo>
                  <a:lnTo>
                    <a:pt x="1037" y="77"/>
                  </a:lnTo>
                  <a:lnTo>
                    <a:pt x="1039" y="77"/>
                  </a:lnTo>
                  <a:lnTo>
                    <a:pt x="1040" y="77"/>
                  </a:lnTo>
                  <a:lnTo>
                    <a:pt x="1041" y="77"/>
                  </a:lnTo>
                  <a:lnTo>
                    <a:pt x="1043" y="77"/>
                  </a:lnTo>
                  <a:lnTo>
                    <a:pt x="1044" y="77"/>
                  </a:lnTo>
                  <a:lnTo>
                    <a:pt x="1045" y="77"/>
                  </a:lnTo>
                  <a:lnTo>
                    <a:pt x="1047" y="77"/>
                  </a:lnTo>
                  <a:lnTo>
                    <a:pt x="1048" y="77"/>
                  </a:lnTo>
                  <a:lnTo>
                    <a:pt x="1049" y="77"/>
                  </a:lnTo>
                  <a:lnTo>
                    <a:pt x="1051" y="77"/>
                  </a:lnTo>
                  <a:lnTo>
                    <a:pt x="1052" y="77"/>
                  </a:lnTo>
                  <a:lnTo>
                    <a:pt x="1053" y="77"/>
                  </a:lnTo>
                  <a:lnTo>
                    <a:pt x="1055" y="77"/>
                  </a:lnTo>
                  <a:lnTo>
                    <a:pt x="1056" y="77"/>
                  </a:lnTo>
                  <a:lnTo>
                    <a:pt x="1057" y="77"/>
                  </a:lnTo>
                  <a:lnTo>
                    <a:pt x="1059" y="77"/>
                  </a:lnTo>
                  <a:lnTo>
                    <a:pt x="1060" y="77"/>
                  </a:lnTo>
                  <a:lnTo>
                    <a:pt x="1061" y="77"/>
                  </a:lnTo>
                  <a:lnTo>
                    <a:pt x="1063" y="77"/>
                  </a:lnTo>
                  <a:lnTo>
                    <a:pt x="1064" y="77"/>
                  </a:lnTo>
                  <a:lnTo>
                    <a:pt x="1065" y="77"/>
                  </a:lnTo>
                  <a:lnTo>
                    <a:pt x="1067" y="77"/>
                  </a:lnTo>
                  <a:lnTo>
                    <a:pt x="1068" y="77"/>
                  </a:lnTo>
                  <a:lnTo>
                    <a:pt x="1070" y="77"/>
                  </a:lnTo>
                  <a:lnTo>
                    <a:pt x="1071" y="77"/>
                  </a:lnTo>
                  <a:lnTo>
                    <a:pt x="1072" y="77"/>
                  </a:lnTo>
                  <a:lnTo>
                    <a:pt x="1074" y="77"/>
                  </a:lnTo>
                  <a:lnTo>
                    <a:pt x="1075" y="77"/>
                  </a:lnTo>
                  <a:lnTo>
                    <a:pt x="1076" y="77"/>
                  </a:lnTo>
                  <a:lnTo>
                    <a:pt x="1078" y="77"/>
                  </a:lnTo>
                  <a:lnTo>
                    <a:pt x="1079" y="77"/>
                  </a:lnTo>
                  <a:lnTo>
                    <a:pt x="1080" y="77"/>
                  </a:lnTo>
                  <a:lnTo>
                    <a:pt x="1082" y="77"/>
                  </a:lnTo>
                  <a:lnTo>
                    <a:pt x="1083" y="77"/>
                  </a:lnTo>
                  <a:lnTo>
                    <a:pt x="1084" y="77"/>
                  </a:lnTo>
                  <a:lnTo>
                    <a:pt x="1086" y="77"/>
                  </a:lnTo>
                  <a:lnTo>
                    <a:pt x="1087" y="77"/>
                  </a:lnTo>
                  <a:lnTo>
                    <a:pt x="1088" y="77"/>
                  </a:lnTo>
                  <a:lnTo>
                    <a:pt x="1090" y="77"/>
                  </a:lnTo>
                  <a:lnTo>
                    <a:pt x="1091" y="77"/>
                  </a:lnTo>
                  <a:lnTo>
                    <a:pt x="1092" y="77"/>
                  </a:lnTo>
                  <a:lnTo>
                    <a:pt x="1094" y="77"/>
                  </a:lnTo>
                  <a:lnTo>
                    <a:pt x="1095" y="77"/>
                  </a:lnTo>
                  <a:lnTo>
                    <a:pt x="1096" y="77"/>
                  </a:lnTo>
                  <a:lnTo>
                    <a:pt x="1098" y="77"/>
                  </a:lnTo>
                  <a:lnTo>
                    <a:pt x="1099" y="77"/>
                  </a:lnTo>
                  <a:lnTo>
                    <a:pt x="1100" y="77"/>
                  </a:lnTo>
                  <a:lnTo>
                    <a:pt x="1102" y="77"/>
                  </a:lnTo>
                  <a:lnTo>
                    <a:pt x="1103" y="77"/>
                  </a:lnTo>
                  <a:lnTo>
                    <a:pt x="1105" y="77"/>
                  </a:lnTo>
                  <a:lnTo>
                    <a:pt x="1106" y="77"/>
                  </a:lnTo>
                  <a:lnTo>
                    <a:pt x="1107" y="77"/>
                  </a:lnTo>
                  <a:lnTo>
                    <a:pt x="1109" y="77"/>
                  </a:lnTo>
                  <a:lnTo>
                    <a:pt x="1110" y="77"/>
                  </a:lnTo>
                  <a:lnTo>
                    <a:pt x="1111" y="77"/>
                  </a:lnTo>
                  <a:lnTo>
                    <a:pt x="1113" y="77"/>
                  </a:lnTo>
                  <a:lnTo>
                    <a:pt x="1114" y="77"/>
                  </a:lnTo>
                  <a:lnTo>
                    <a:pt x="1115" y="77"/>
                  </a:lnTo>
                  <a:lnTo>
                    <a:pt x="1117" y="77"/>
                  </a:lnTo>
                  <a:lnTo>
                    <a:pt x="1118" y="77"/>
                  </a:lnTo>
                  <a:lnTo>
                    <a:pt x="1119" y="77"/>
                  </a:lnTo>
                  <a:lnTo>
                    <a:pt x="1121" y="77"/>
                  </a:lnTo>
                  <a:lnTo>
                    <a:pt x="1122" y="77"/>
                  </a:lnTo>
                  <a:lnTo>
                    <a:pt x="1123" y="77"/>
                  </a:lnTo>
                  <a:lnTo>
                    <a:pt x="1125" y="77"/>
                  </a:lnTo>
                  <a:lnTo>
                    <a:pt x="1126" y="77"/>
                  </a:lnTo>
                  <a:lnTo>
                    <a:pt x="1127" y="77"/>
                  </a:lnTo>
                  <a:lnTo>
                    <a:pt x="1129" y="77"/>
                  </a:lnTo>
                  <a:lnTo>
                    <a:pt x="1130" y="77"/>
                  </a:lnTo>
                  <a:lnTo>
                    <a:pt x="1131" y="77"/>
                  </a:lnTo>
                  <a:lnTo>
                    <a:pt x="1133" y="77"/>
                  </a:lnTo>
                  <a:lnTo>
                    <a:pt x="1134" y="77"/>
                  </a:lnTo>
                  <a:lnTo>
                    <a:pt x="1135" y="77"/>
                  </a:lnTo>
                  <a:lnTo>
                    <a:pt x="1137" y="77"/>
                  </a:lnTo>
                  <a:lnTo>
                    <a:pt x="1138" y="77"/>
                  </a:lnTo>
                  <a:lnTo>
                    <a:pt x="1140" y="77"/>
                  </a:lnTo>
                  <a:lnTo>
                    <a:pt x="1141" y="77"/>
                  </a:lnTo>
                  <a:lnTo>
                    <a:pt x="1142" y="77"/>
                  </a:lnTo>
                  <a:lnTo>
                    <a:pt x="1144" y="77"/>
                  </a:lnTo>
                  <a:lnTo>
                    <a:pt x="1145" y="77"/>
                  </a:lnTo>
                  <a:lnTo>
                    <a:pt x="1146" y="77"/>
                  </a:lnTo>
                  <a:lnTo>
                    <a:pt x="1148" y="77"/>
                  </a:lnTo>
                  <a:lnTo>
                    <a:pt x="1149" y="77"/>
                  </a:lnTo>
                  <a:lnTo>
                    <a:pt x="1150" y="77"/>
                  </a:lnTo>
                  <a:lnTo>
                    <a:pt x="1152" y="77"/>
                  </a:lnTo>
                  <a:lnTo>
                    <a:pt x="1153" y="77"/>
                  </a:lnTo>
                  <a:lnTo>
                    <a:pt x="1154" y="77"/>
                  </a:lnTo>
                  <a:lnTo>
                    <a:pt x="1156" y="77"/>
                  </a:lnTo>
                  <a:lnTo>
                    <a:pt x="1157" y="77"/>
                  </a:lnTo>
                  <a:lnTo>
                    <a:pt x="1158" y="77"/>
                  </a:lnTo>
                  <a:lnTo>
                    <a:pt x="1160" y="77"/>
                  </a:lnTo>
                  <a:lnTo>
                    <a:pt x="1161" y="77"/>
                  </a:lnTo>
                  <a:lnTo>
                    <a:pt x="1162" y="77"/>
                  </a:lnTo>
                  <a:lnTo>
                    <a:pt x="1164" y="77"/>
                  </a:lnTo>
                  <a:lnTo>
                    <a:pt x="1165" y="77"/>
                  </a:lnTo>
                  <a:lnTo>
                    <a:pt x="1166" y="77"/>
                  </a:lnTo>
                  <a:lnTo>
                    <a:pt x="1168" y="77"/>
                  </a:lnTo>
                  <a:lnTo>
                    <a:pt x="1169" y="77"/>
                  </a:lnTo>
                  <a:lnTo>
                    <a:pt x="1170" y="78"/>
                  </a:lnTo>
                  <a:lnTo>
                    <a:pt x="1172" y="78"/>
                  </a:lnTo>
                  <a:lnTo>
                    <a:pt x="1173" y="78"/>
                  </a:lnTo>
                  <a:lnTo>
                    <a:pt x="1175" y="77"/>
                  </a:lnTo>
                  <a:lnTo>
                    <a:pt x="1176" y="77"/>
                  </a:lnTo>
                  <a:lnTo>
                    <a:pt x="1177" y="78"/>
                  </a:lnTo>
                  <a:lnTo>
                    <a:pt x="1179" y="77"/>
                  </a:lnTo>
                  <a:lnTo>
                    <a:pt x="1180" y="77"/>
                  </a:lnTo>
                  <a:lnTo>
                    <a:pt x="1181" y="77"/>
                  </a:lnTo>
                  <a:lnTo>
                    <a:pt x="1183" y="77"/>
                  </a:lnTo>
                  <a:lnTo>
                    <a:pt x="1184" y="77"/>
                  </a:lnTo>
                  <a:lnTo>
                    <a:pt x="1185" y="78"/>
                  </a:lnTo>
                  <a:lnTo>
                    <a:pt x="1187" y="77"/>
                  </a:lnTo>
                  <a:lnTo>
                    <a:pt x="1188" y="78"/>
                  </a:lnTo>
                  <a:lnTo>
                    <a:pt x="1189" y="78"/>
                  </a:lnTo>
                  <a:lnTo>
                    <a:pt x="1191" y="77"/>
                  </a:lnTo>
                  <a:lnTo>
                    <a:pt x="1192" y="78"/>
                  </a:lnTo>
                  <a:lnTo>
                    <a:pt x="1193" y="77"/>
                  </a:lnTo>
                  <a:lnTo>
                    <a:pt x="1195" y="77"/>
                  </a:lnTo>
                  <a:lnTo>
                    <a:pt x="1196" y="77"/>
                  </a:lnTo>
                  <a:lnTo>
                    <a:pt x="1197" y="77"/>
                  </a:lnTo>
                  <a:lnTo>
                    <a:pt x="1199" y="77"/>
                  </a:lnTo>
                  <a:lnTo>
                    <a:pt x="1200" y="77"/>
                  </a:lnTo>
                  <a:lnTo>
                    <a:pt x="1201" y="77"/>
                  </a:lnTo>
                  <a:lnTo>
                    <a:pt x="1203" y="77"/>
                  </a:lnTo>
                  <a:lnTo>
                    <a:pt x="1204" y="77"/>
                  </a:lnTo>
                  <a:lnTo>
                    <a:pt x="1205" y="77"/>
                  </a:lnTo>
                  <a:lnTo>
                    <a:pt x="1207" y="77"/>
                  </a:lnTo>
                  <a:lnTo>
                    <a:pt x="1208" y="77"/>
                  </a:lnTo>
                  <a:lnTo>
                    <a:pt x="1209" y="77"/>
                  </a:lnTo>
                  <a:lnTo>
                    <a:pt x="1211" y="77"/>
                  </a:lnTo>
                  <a:lnTo>
                    <a:pt x="1212" y="77"/>
                  </a:lnTo>
                  <a:lnTo>
                    <a:pt x="1214" y="77"/>
                  </a:lnTo>
                  <a:lnTo>
                    <a:pt x="1215" y="77"/>
                  </a:lnTo>
                  <a:lnTo>
                    <a:pt x="1216" y="77"/>
                  </a:lnTo>
                  <a:lnTo>
                    <a:pt x="1218" y="77"/>
                  </a:lnTo>
                  <a:lnTo>
                    <a:pt x="1219" y="77"/>
                  </a:lnTo>
                  <a:lnTo>
                    <a:pt x="1220" y="77"/>
                  </a:lnTo>
                  <a:lnTo>
                    <a:pt x="1222" y="77"/>
                  </a:lnTo>
                  <a:lnTo>
                    <a:pt x="1223" y="78"/>
                  </a:lnTo>
                  <a:lnTo>
                    <a:pt x="1224" y="77"/>
                  </a:lnTo>
                  <a:lnTo>
                    <a:pt x="1226" y="78"/>
                  </a:lnTo>
                  <a:lnTo>
                    <a:pt x="1227" y="78"/>
                  </a:lnTo>
                  <a:lnTo>
                    <a:pt x="1228" y="78"/>
                  </a:lnTo>
                  <a:lnTo>
                    <a:pt x="1230" y="78"/>
                  </a:lnTo>
                  <a:lnTo>
                    <a:pt x="1231" y="78"/>
                  </a:lnTo>
                  <a:lnTo>
                    <a:pt x="1232" y="78"/>
                  </a:lnTo>
                  <a:lnTo>
                    <a:pt x="1234" y="78"/>
                  </a:lnTo>
                  <a:lnTo>
                    <a:pt x="1235" y="78"/>
                  </a:lnTo>
                  <a:lnTo>
                    <a:pt x="1236" y="78"/>
                  </a:lnTo>
                  <a:lnTo>
                    <a:pt x="1238" y="78"/>
                  </a:lnTo>
                  <a:lnTo>
                    <a:pt x="1239" y="78"/>
                  </a:lnTo>
                  <a:lnTo>
                    <a:pt x="1240" y="78"/>
                  </a:lnTo>
                  <a:lnTo>
                    <a:pt x="1242" y="78"/>
                  </a:lnTo>
                  <a:lnTo>
                    <a:pt x="1243" y="78"/>
                  </a:lnTo>
                  <a:lnTo>
                    <a:pt x="1244" y="78"/>
                  </a:lnTo>
                  <a:lnTo>
                    <a:pt x="1246" y="78"/>
                  </a:lnTo>
                  <a:lnTo>
                    <a:pt x="1247" y="78"/>
                  </a:lnTo>
                  <a:lnTo>
                    <a:pt x="1249" y="78"/>
                  </a:lnTo>
                  <a:lnTo>
                    <a:pt x="1250" y="78"/>
                  </a:lnTo>
                  <a:lnTo>
                    <a:pt x="1251" y="78"/>
                  </a:lnTo>
                  <a:lnTo>
                    <a:pt x="1253" y="78"/>
                  </a:lnTo>
                  <a:lnTo>
                    <a:pt x="1254" y="78"/>
                  </a:lnTo>
                  <a:lnTo>
                    <a:pt x="1255" y="78"/>
                  </a:lnTo>
                  <a:lnTo>
                    <a:pt x="1257" y="78"/>
                  </a:lnTo>
                  <a:lnTo>
                    <a:pt x="1258" y="78"/>
                  </a:lnTo>
                  <a:lnTo>
                    <a:pt x="1259" y="78"/>
                  </a:lnTo>
                  <a:lnTo>
                    <a:pt x="1261" y="78"/>
                  </a:lnTo>
                  <a:lnTo>
                    <a:pt x="1262" y="78"/>
                  </a:lnTo>
                  <a:lnTo>
                    <a:pt x="1263" y="78"/>
                  </a:lnTo>
                  <a:lnTo>
                    <a:pt x="1265" y="78"/>
                  </a:lnTo>
                  <a:lnTo>
                    <a:pt x="1266" y="78"/>
                  </a:lnTo>
                  <a:lnTo>
                    <a:pt x="1267" y="78"/>
                  </a:lnTo>
                  <a:lnTo>
                    <a:pt x="1269" y="78"/>
                  </a:lnTo>
                  <a:lnTo>
                    <a:pt x="1270" y="78"/>
                  </a:lnTo>
                  <a:lnTo>
                    <a:pt x="1271" y="78"/>
                  </a:lnTo>
                  <a:lnTo>
                    <a:pt x="1273" y="78"/>
                  </a:lnTo>
                  <a:lnTo>
                    <a:pt x="1274" y="78"/>
                  </a:lnTo>
                  <a:lnTo>
                    <a:pt x="1275" y="78"/>
                  </a:lnTo>
                  <a:lnTo>
                    <a:pt x="1277" y="78"/>
                  </a:lnTo>
                  <a:lnTo>
                    <a:pt x="1278" y="78"/>
                  </a:lnTo>
                  <a:lnTo>
                    <a:pt x="1279" y="78"/>
                  </a:lnTo>
                  <a:lnTo>
                    <a:pt x="1281" y="78"/>
                  </a:lnTo>
                  <a:lnTo>
                    <a:pt x="1282" y="78"/>
                  </a:lnTo>
                  <a:lnTo>
                    <a:pt x="1284" y="78"/>
                  </a:lnTo>
                  <a:lnTo>
                    <a:pt x="1285" y="78"/>
                  </a:lnTo>
                  <a:lnTo>
                    <a:pt x="1286" y="78"/>
                  </a:lnTo>
                  <a:lnTo>
                    <a:pt x="1288" y="78"/>
                  </a:lnTo>
                  <a:lnTo>
                    <a:pt x="1289" y="78"/>
                  </a:lnTo>
                  <a:lnTo>
                    <a:pt x="1290" y="78"/>
                  </a:lnTo>
                  <a:lnTo>
                    <a:pt x="1292" y="78"/>
                  </a:lnTo>
                  <a:lnTo>
                    <a:pt x="1293" y="78"/>
                  </a:lnTo>
                  <a:lnTo>
                    <a:pt x="1294" y="78"/>
                  </a:lnTo>
                  <a:lnTo>
                    <a:pt x="1296" y="78"/>
                  </a:lnTo>
                  <a:lnTo>
                    <a:pt x="1297" y="78"/>
                  </a:lnTo>
                  <a:lnTo>
                    <a:pt x="1298" y="78"/>
                  </a:lnTo>
                  <a:lnTo>
                    <a:pt x="1300" y="78"/>
                  </a:lnTo>
                  <a:lnTo>
                    <a:pt x="1301" y="78"/>
                  </a:lnTo>
                  <a:lnTo>
                    <a:pt x="1302" y="78"/>
                  </a:lnTo>
                  <a:lnTo>
                    <a:pt x="1304" y="78"/>
                  </a:lnTo>
                  <a:lnTo>
                    <a:pt x="1305" y="78"/>
                  </a:lnTo>
                  <a:lnTo>
                    <a:pt x="1306" y="78"/>
                  </a:lnTo>
                  <a:lnTo>
                    <a:pt x="1308" y="78"/>
                  </a:lnTo>
                  <a:lnTo>
                    <a:pt x="1309" y="78"/>
                  </a:lnTo>
                  <a:lnTo>
                    <a:pt x="1310" y="78"/>
                  </a:lnTo>
                  <a:lnTo>
                    <a:pt x="1312" y="78"/>
                  </a:lnTo>
                  <a:lnTo>
                    <a:pt x="1313" y="78"/>
                  </a:lnTo>
                  <a:lnTo>
                    <a:pt x="1314" y="78"/>
                  </a:lnTo>
                  <a:lnTo>
                    <a:pt x="1316" y="78"/>
                  </a:lnTo>
                  <a:lnTo>
                    <a:pt x="1317" y="78"/>
                  </a:lnTo>
                  <a:lnTo>
                    <a:pt x="1319" y="78"/>
                  </a:lnTo>
                  <a:lnTo>
                    <a:pt x="1320" y="78"/>
                  </a:lnTo>
                  <a:lnTo>
                    <a:pt x="1321" y="78"/>
                  </a:lnTo>
                  <a:lnTo>
                    <a:pt x="1323" y="78"/>
                  </a:lnTo>
                  <a:lnTo>
                    <a:pt x="1324" y="78"/>
                  </a:lnTo>
                  <a:lnTo>
                    <a:pt x="1325" y="78"/>
                  </a:lnTo>
                  <a:lnTo>
                    <a:pt x="1327" y="78"/>
                  </a:lnTo>
                  <a:lnTo>
                    <a:pt x="1328" y="78"/>
                  </a:lnTo>
                  <a:lnTo>
                    <a:pt x="1329" y="78"/>
                  </a:lnTo>
                  <a:lnTo>
                    <a:pt x="1331" y="78"/>
                  </a:lnTo>
                  <a:lnTo>
                    <a:pt x="1332" y="78"/>
                  </a:lnTo>
                  <a:lnTo>
                    <a:pt x="1333" y="78"/>
                  </a:lnTo>
                  <a:lnTo>
                    <a:pt x="1335" y="78"/>
                  </a:lnTo>
                  <a:lnTo>
                    <a:pt x="1336" y="78"/>
                  </a:lnTo>
                  <a:lnTo>
                    <a:pt x="1337" y="78"/>
                  </a:lnTo>
                  <a:lnTo>
                    <a:pt x="1339" y="78"/>
                  </a:lnTo>
                  <a:lnTo>
                    <a:pt x="1340" y="78"/>
                  </a:lnTo>
                  <a:lnTo>
                    <a:pt x="1341" y="78"/>
                  </a:lnTo>
                  <a:lnTo>
                    <a:pt x="1343" y="78"/>
                  </a:lnTo>
                  <a:lnTo>
                    <a:pt x="1344" y="78"/>
                  </a:lnTo>
                  <a:lnTo>
                    <a:pt x="1345" y="78"/>
                  </a:lnTo>
                  <a:lnTo>
                    <a:pt x="1347" y="78"/>
                  </a:lnTo>
                  <a:lnTo>
                    <a:pt x="1348" y="78"/>
                  </a:lnTo>
                  <a:lnTo>
                    <a:pt x="1349" y="78"/>
                  </a:lnTo>
                  <a:lnTo>
                    <a:pt x="1351" y="78"/>
                  </a:lnTo>
                  <a:lnTo>
                    <a:pt x="1352" y="78"/>
                  </a:lnTo>
                  <a:lnTo>
                    <a:pt x="1353" y="78"/>
                  </a:lnTo>
                  <a:lnTo>
                    <a:pt x="1355" y="78"/>
                  </a:lnTo>
                  <a:lnTo>
                    <a:pt x="1356" y="78"/>
                  </a:lnTo>
                  <a:lnTo>
                    <a:pt x="1358" y="78"/>
                  </a:lnTo>
                  <a:lnTo>
                    <a:pt x="1359" y="78"/>
                  </a:lnTo>
                  <a:lnTo>
                    <a:pt x="1360" y="78"/>
                  </a:lnTo>
                  <a:lnTo>
                    <a:pt x="1362" y="78"/>
                  </a:lnTo>
                  <a:lnTo>
                    <a:pt x="1363" y="78"/>
                  </a:lnTo>
                  <a:lnTo>
                    <a:pt x="1364" y="78"/>
                  </a:lnTo>
                  <a:lnTo>
                    <a:pt x="1366" y="78"/>
                  </a:lnTo>
                  <a:lnTo>
                    <a:pt x="1367" y="78"/>
                  </a:lnTo>
                  <a:lnTo>
                    <a:pt x="1368" y="78"/>
                  </a:lnTo>
                  <a:lnTo>
                    <a:pt x="1370" y="79"/>
                  </a:lnTo>
                  <a:lnTo>
                    <a:pt x="1371" y="79"/>
                  </a:lnTo>
                  <a:lnTo>
                    <a:pt x="1372" y="78"/>
                  </a:lnTo>
                  <a:lnTo>
                    <a:pt x="1374" y="79"/>
                  </a:lnTo>
                  <a:lnTo>
                    <a:pt x="1375" y="78"/>
                  </a:lnTo>
                  <a:lnTo>
                    <a:pt x="1376" y="78"/>
                  </a:lnTo>
                  <a:lnTo>
                    <a:pt x="1378" y="78"/>
                  </a:lnTo>
                  <a:lnTo>
                    <a:pt x="1379" y="78"/>
                  </a:lnTo>
                  <a:lnTo>
                    <a:pt x="1380" y="78"/>
                  </a:lnTo>
                  <a:lnTo>
                    <a:pt x="1382" y="78"/>
                  </a:lnTo>
                  <a:lnTo>
                    <a:pt x="1383" y="78"/>
                  </a:lnTo>
                  <a:lnTo>
                    <a:pt x="1384" y="78"/>
                  </a:lnTo>
                  <a:lnTo>
                    <a:pt x="1386" y="78"/>
                  </a:lnTo>
                  <a:lnTo>
                    <a:pt x="1387" y="78"/>
                  </a:lnTo>
                  <a:lnTo>
                    <a:pt x="1388" y="79"/>
                  </a:lnTo>
                  <a:lnTo>
                    <a:pt x="1390" y="79"/>
                  </a:lnTo>
                  <a:lnTo>
                    <a:pt x="1391" y="79"/>
                  </a:lnTo>
                  <a:lnTo>
                    <a:pt x="1393" y="79"/>
                  </a:lnTo>
                  <a:lnTo>
                    <a:pt x="1394" y="79"/>
                  </a:lnTo>
                  <a:lnTo>
                    <a:pt x="1395" y="79"/>
                  </a:lnTo>
                  <a:lnTo>
                    <a:pt x="1397" y="79"/>
                  </a:lnTo>
                  <a:lnTo>
                    <a:pt x="1398" y="78"/>
                  </a:lnTo>
                  <a:lnTo>
                    <a:pt x="1399" y="78"/>
                  </a:lnTo>
                  <a:lnTo>
                    <a:pt x="1401" y="78"/>
                  </a:lnTo>
                  <a:lnTo>
                    <a:pt x="1402" y="78"/>
                  </a:lnTo>
                  <a:lnTo>
                    <a:pt x="1403" y="78"/>
                  </a:lnTo>
                  <a:lnTo>
                    <a:pt x="1405" y="78"/>
                  </a:lnTo>
                  <a:lnTo>
                    <a:pt x="1406" y="78"/>
                  </a:lnTo>
                  <a:lnTo>
                    <a:pt x="1407" y="78"/>
                  </a:lnTo>
                  <a:lnTo>
                    <a:pt x="1409" y="78"/>
                  </a:lnTo>
                  <a:lnTo>
                    <a:pt x="1410" y="78"/>
                  </a:lnTo>
                  <a:lnTo>
                    <a:pt x="1411" y="78"/>
                  </a:lnTo>
                  <a:lnTo>
                    <a:pt x="1413" y="78"/>
                  </a:lnTo>
                  <a:lnTo>
                    <a:pt x="1414" y="78"/>
                  </a:lnTo>
                  <a:lnTo>
                    <a:pt x="1415" y="79"/>
                  </a:lnTo>
                  <a:lnTo>
                    <a:pt x="1417" y="79"/>
                  </a:lnTo>
                  <a:lnTo>
                    <a:pt x="1418" y="79"/>
                  </a:lnTo>
                  <a:lnTo>
                    <a:pt x="1419" y="79"/>
                  </a:lnTo>
                  <a:lnTo>
                    <a:pt x="1421" y="79"/>
                  </a:lnTo>
                  <a:lnTo>
                    <a:pt x="1422" y="79"/>
                  </a:lnTo>
                </a:path>
              </a:pathLst>
            </a:custGeom>
            <a:noFill/>
            <a:ln cap="flat" cmpd="sng" w="254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 flipH="1" rot="10800000">
              <a:off x="6845301" y="5776913"/>
              <a:ext cx="3756025" cy="285750"/>
            </a:xfrm>
            <a:custGeom>
              <a:rect b="b" l="l" r="r" t="t"/>
              <a:pathLst>
                <a:path extrusionOk="0" h="130" w="1422">
                  <a:moveTo>
                    <a:pt x="0" y="6"/>
                  </a:moveTo>
                  <a:lnTo>
                    <a:pt x="1" y="6"/>
                  </a:lnTo>
                  <a:lnTo>
                    <a:pt x="2" y="6"/>
                  </a:lnTo>
                  <a:lnTo>
                    <a:pt x="4" y="6"/>
                  </a:lnTo>
                  <a:lnTo>
                    <a:pt x="5" y="6"/>
                  </a:lnTo>
                  <a:lnTo>
                    <a:pt x="6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17" y="6"/>
                  </a:lnTo>
                  <a:lnTo>
                    <a:pt x="18" y="6"/>
                  </a:lnTo>
                  <a:lnTo>
                    <a:pt x="20" y="6"/>
                  </a:lnTo>
                  <a:lnTo>
                    <a:pt x="21" y="6"/>
                  </a:lnTo>
                  <a:lnTo>
                    <a:pt x="23" y="6"/>
                  </a:lnTo>
                  <a:lnTo>
                    <a:pt x="24" y="6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28" y="6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32" y="6"/>
                  </a:lnTo>
                  <a:lnTo>
                    <a:pt x="33" y="6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7" y="6"/>
                  </a:lnTo>
                  <a:lnTo>
                    <a:pt x="39" y="6"/>
                  </a:lnTo>
                  <a:lnTo>
                    <a:pt x="40" y="6"/>
                  </a:lnTo>
                  <a:lnTo>
                    <a:pt x="41" y="6"/>
                  </a:lnTo>
                  <a:lnTo>
                    <a:pt x="43" y="6"/>
                  </a:lnTo>
                  <a:lnTo>
                    <a:pt x="44" y="6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6"/>
                  </a:lnTo>
                  <a:lnTo>
                    <a:pt x="49" y="6"/>
                  </a:lnTo>
                  <a:lnTo>
                    <a:pt x="51" y="6"/>
                  </a:lnTo>
                  <a:lnTo>
                    <a:pt x="52" y="6"/>
                  </a:lnTo>
                  <a:lnTo>
                    <a:pt x="53" y="6"/>
                  </a:lnTo>
                  <a:lnTo>
                    <a:pt x="55" y="6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59" y="6"/>
                  </a:lnTo>
                  <a:lnTo>
                    <a:pt x="60" y="6"/>
                  </a:lnTo>
                  <a:lnTo>
                    <a:pt x="62" y="6"/>
                  </a:lnTo>
                  <a:lnTo>
                    <a:pt x="63" y="6"/>
                  </a:lnTo>
                  <a:lnTo>
                    <a:pt x="64" y="6"/>
                  </a:lnTo>
                  <a:lnTo>
                    <a:pt x="66" y="6"/>
                  </a:lnTo>
                  <a:lnTo>
                    <a:pt x="67" y="6"/>
                  </a:lnTo>
                  <a:lnTo>
                    <a:pt x="68" y="6"/>
                  </a:lnTo>
                  <a:lnTo>
                    <a:pt x="70" y="6"/>
                  </a:lnTo>
                  <a:lnTo>
                    <a:pt x="71" y="6"/>
                  </a:lnTo>
                  <a:lnTo>
                    <a:pt x="72" y="6"/>
                  </a:lnTo>
                  <a:lnTo>
                    <a:pt x="74" y="6"/>
                  </a:lnTo>
                  <a:lnTo>
                    <a:pt x="75" y="6"/>
                  </a:lnTo>
                  <a:lnTo>
                    <a:pt x="76" y="6"/>
                  </a:lnTo>
                  <a:lnTo>
                    <a:pt x="78" y="6"/>
                  </a:lnTo>
                  <a:lnTo>
                    <a:pt x="79" y="6"/>
                  </a:lnTo>
                  <a:lnTo>
                    <a:pt x="80" y="6"/>
                  </a:lnTo>
                  <a:lnTo>
                    <a:pt x="82" y="6"/>
                  </a:lnTo>
                  <a:lnTo>
                    <a:pt x="83" y="6"/>
                  </a:lnTo>
                  <a:lnTo>
                    <a:pt x="84" y="6"/>
                  </a:lnTo>
                  <a:lnTo>
                    <a:pt x="86" y="6"/>
                  </a:lnTo>
                  <a:lnTo>
                    <a:pt x="87" y="6"/>
                  </a:lnTo>
                  <a:lnTo>
                    <a:pt x="88" y="6"/>
                  </a:lnTo>
                  <a:lnTo>
                    <a:pt x="90" y="6"/>
                  </a:lnTo>
                  <a:lnTo>
                    <a:pt x="91" y="6"/>
                  </a:lnTo>
                  <a:lnTo>
                    <a:pt x="92" y="6"/>
                  </a:lnTo>
                  <a:lnTo>
                    <a:pt x="94" y="6"/>
                  </a:lnTo>
                  <a:lnTo>
                    <a:pt x="95" y="6"/>
                  </a:lnTo>
                  <a:lnTo>
                    <a:pt x="97" y="6"/>
                  </a:lnTo>
                  <a:lnTo>
                    <a:pt x="98" y="6"/>
                  </a:lnTo>
                  <a:lnTo>
                    <a:pt x="99" y="6"/>
                  </a:lnTo>
                  <a:lnTo>
                    <a:pt x="101" y="6"/>
                  </a:lnTo>
                  <a:lnTo>
                    <a:pt x="102" y="6"/>
                  </a:lnTo>
                  <a:lnTo>
                    <a:pt x="103" y="6"/>
                  </a:lnTo>
                  <a:lnTo>
                    <a:pt x="105" y="6"/>
                  </a:lnTo>
                  <a:lnTo>
                    <a:pt x="106" y="6"/>
                  </a:lnTo>
                  <a:lnTo>
                    <a:pt x="107" y="6"/>
                  </a:lnTo>
                  <a:lnTo>
                    <a:pt x="109" y="6"/>
                  </a:lnTo>
                  <a:lnTo>
                    <a:pt x="110" y="6"/>
                  </a:lnTo>
                  <a:lnTo>
                    <a:pt x="111" y="6"/>
                  </a:lnTo>
                  <a:lnTo>
                    <a:pt x="113" y="6"/>
                  </a:lnTo>
                  <a:lnTo>
                    <a:pt x="114" y="6"/>
                  </a:lnTo>
                  <a:lnTo>
                    <a:pt x="115" y="6"/>
                  </a:lnTo>
                  <a:lnTo>
                    <a:pt x="117" y="0"/>
                  </a:lnTo>
                  <a:lnTo>
                    <a:pt x="118" y="5"/>
                  </a:lnTo>
                  <a:lnTo>
                    <a:pt x="119" y="5"/>
                  </a:lnTo>
                  <a:lnTo>
                    <a:pt x="121" y="5"/>
                  </a:lnTo>
                  <a:lnTo>
                    <a:pt x="122" y="5"/>
                  </a:lnTo>
                  <a:lnTo>
                    <a:pt x="123" y="5"/>
                  </a:lnTo>
                  <a:lnTo>
                    <a:pt x="125" y="5"/>
                  </a:lnTo>
                  <a:lnTo>
                    <a:pt x="126" y="5"/>
                  </a:lnTo>
                  <a:lnTo>
                    <a:pt x="127" y="5"/>
                  </a:lnTo>
                  <a:lnTo>
                    <a:pt x="129" y="5"/>
                  </a:lnTo>
                  <a:lnTo>
                    <a:pt x="130" y="6"/>
                  </a:lnTo>
                  <a:lnTo>
                    <a:pt x="132" y="6"/>
                  </a:lnTo>
                  <a:lnTo>
                    <a:pt x="133" y="6"/>
                  </a:lnTo>
                  <a:lnTo>
                    <a:pt x="134" y="7"/>
                  </a:lnTo>
                  <a:lnTo>
                    <a:pt x="136" y="7"/>
                  </a:lnTo>
                  <a:lnTo>
                    <a:pt x="137" y="7"/>
                  </a:lnTo>
                  <a:lnTo>
                    <a:pt x="138" y="8"/>
                  </a:lnTo>
                  <a:lnTo>
                    <a:pt x="140" y="8"/>
                  </a:lnTo>
                  <a:lnTo>
                    <a:pt x="141" y="9"/>
                  </a:lnTo>
                  <a:lnTo>
                    <a:pt x="142" y="10"/>
                  </a:lnTo>
                  <a:lnTo>
                    <a:pt x="144" y="11"/>
                  </a:lnTo>
                  <a:lnTo>
                    <a:pt x="145" y="11"/>
                  </a:lnTo>
                  <a:lnTo>
                    <a:pt x="146" y="12"/>
                  </a:lnTo>
                  <a:lnTo>
                    <a:pt x="148" y="13"/>
                  </a:lnTo>
                  <a:lnTo>
                    <a:pt x="149" y="14"/>
                  </a:lnTo>
                  <a:lnTo>
                    <a:pt x="150" y="14"/>
                  </a:lnTo>
                  <a:lnTo>
                    <a:pt x="152" y="15"/>
                  </a:lnTo>
                  <a:lnTo>
                    <a:pt x="153" y="16"/>
                  </a:lnTo>
                  <a:lnTo>
                    <a:pt x="154" y="17"/>
                  </a:lnTo>
                  <a:lnTo>
                    <a:pt x="156" y="18"/>
                  </a:lnTo>
                  <a:lnTo>
                    <a:pt x="157" y="19"/>
                  </a:lnTo>
                  <a:lnTo>
                    <a:pt x="158" y="20"/>
                  </a:lnTo>
                  <a:lnTo>
                    <a:pt x="160" y="21"/>
                  </a:lnTo>
                  <a:lnTo>
                    <a:pt x="161" y="22"/>
                  </a:lnTo>
                  <a:lnTo>
                    <a:pt x="162" y="22"/>
                  </a:lnTo>
                  <a:lnTo>
                    <a:pt x="164" y="23"/>
                  </a:lnTo>
                  <a:lnTo>
                    <a:pt x="165" y="24"/>
                  </a:lnTo>
                  <a:lnTo>
                    <a:pt x="167" y="25"/>
                  </a:lnTo>
                  <a:lnTo>
                    <a:pt x="168" y="26"/>
                  </a:lnTo>
                  <a:lnTo>
                    <a:pt x="169" y="27"/>
                  </a:lnTo>
                  <a:lnTo>
                    <a:pt x="171" y="28"/>
                  </a:lnTo>
                  <a:lnTo>
                    <a:pt x="172" y="29"/>
                  </a:lnTo>
                  <a:lnTo>
                    <a:pt x="173" y="30"/>
                  </a:lnTo>
                  <a:lnTo>
                    <a:pt x="175" y="31"/>
                  </a:lnTo>
                  <a:lnTo>
                    <a:pt x="176" y="32"/>
                  </a:lnTo>
                  <a:lnTo>
                    <a:pt x="177" y="33"/>
                  </a:lnTo>
                  <a:lnTo>
                    <a:pt x="179" y="34"/>
                  </a:lnTo>
                  <a:lnTo>
                    <a:pt x="180" y="35"/>
                  </a:lnTo>
                  <a:lnTo>
                    <a:pt x="181" y="36"/>
                  </a:lnTo>
                  <a:lnTo>
                    <a:pt x="183" y="37"/>
                  </a:lnTo>
                  <a:lnTo>
                    <a:pt x="184" y="38"/>
                  </a:lnTo>
                  <a:lnTo>
                    <a:pt x="185" y="39"/>
                  </a:lnTo>
                  <a:lnTo>
                    <a:pt x="187" y="40"/>
                  </a:lnTo>
                  <a:lnTo>
                    <a:pt x="188" y="41"/>
                  </a:lnTo>
                  <a:lnTo>
                    <a:pt x="189" y="42"/>
                  </a:lnTo>
                  <a:lnTo>
                    <a:pt x="191" y="43"/>
                  </a:lnTo>
                  <a:lnTo>
                    <a:pt x="192" y="44"/>
                  </a:lnTo>
                  <a:lnTo>
                    <a:pt x="193" y="45"/>
                  </a:lnTo>
                  <a:lnTo>
                    <a:pt x="195" y="46"/>
                  </a:lnTo>
                  <a:lnTo>
                    <a:pt x="196" y="47"/>
                  </a:lnTo>
                  <a:lnTo>
                    <a:pt x="197" y="48"/>
                  </a:lnTo>
                  <a:lnTo>
                    <a:pt x="199" y="49"/>
                  </a:lnTo>
                  <a:lnTo>
                    <a:pt x="200" y="50"/>
                  </a:lnTo>
                  <a:lnTo>
                    <a:pt x="202" y="51"/>
                  </a:lnTo>
                  <a:lnTo>
                    <a:pt x="203" y="52"/>
                  </a:lnTo>
                  <a:lnTo>
                    <a:pt x="204" y="53"/>
                  </a:lnTo>
                  <a:lnTo>
                    <a:pt x="206" y="54"/>
                  </a:lnTo>
                  <a:lnTo>
                    <a:pt x="207" y="54"/>
                  </a:lnTo>
                  <a:lnTo>
                    <a:pt x="208" y="55"/>
                  </a:lnTo>
                  <a:lnTo>
                    <a:pt x="210" y="56"/>
                  </a:lnTo>
                  <a:lnTo>
                    <a:pt x="211" y="57"/>
                  </a:lnTo>
                  <a:lnTo>
                    <a:pt x="212" y="58"/>
                  </a:lnTo>
                  <a:lnTo>
                    <a:pt x="214" y="59"/>
                  </a:lnTo>
                  <a:lnTo>
                    <a:pt x="215" y="60"/>
                  </a:lnTo>
                  <a:lnTo>
                    <a:pt x="216" y="61"/>
                  </a:lnTo>
                  <a:lnTo>
                    <a:pt x="218" y="62"/>
                  </a:lnTo>
                  <a:lnTo>
                    <a:pt x="219" y="63"/>
                  </a:lnTo>
                  <a:lnTo>
                    <a:pt x="220" y="64"/>
                  </a:lnTo>
                  <a:lnTo>
                    <a:pt x="222" y="65"/>
                  </a:lnTo>
                  <a:lnTo>
                    <a:pt x="223" y="66"/>
                  </a:lnTo>
                  <a:lnTo>
                    <a:pt x="224" y="67"/>
                  </a:lnTo>
                  <a:lnTo>
                    <a:pt x="226" y="68"/>
                  </a:lnTo>
                  <a:lnTo>
                    <a:pt x="227" y="68"/>
                  </a:lnTo>
                  <a:lnTo>
                    <a:pt x="228" y="69"/>
                  </a:lnTo>
                  <a:lnTo>
                    <a:pt x="230" y="70"/>
                  </a:lnTo>
                  <a:lnTo>
                    <a:pt x="231" y="71"/>
                  </a:lnTo>
                  <a:lnTo>
                    <a:pt x="232" y="72"/>
                  </a:lnTo>
                  <a:lnTo>
                    <a:pt x="234" y="73"/>
                  </a:lnTo>
                  <a:lnTo>
                    <a:pt x="235" y="74"/>
                  </a:lnTo>
                  <a:lnTo>
                    <a:pt x="236" y="75"/>
                  </a:lnTo>
                  <a:lnTo>
                    <a:pt x="238" y="75"/>
                  </a:lnTo>
                  <a:lnTo>
                    <a:pt x="239" y="76"/>
                  </a:lnTo>
                  <a:lnTo>
                    <a:pt x="241" y="77"/>
                  </a:lnTo>
                  <a:lnTo>
                    <a:pt x="242" y="78"/>
                  </a:lnTo>
                  <a:lnTo>
                    <a:pt x="243" y="79"/>
                  </a:lnTo>
                  <a:lnTo>
                    <a:pt x="245" y="80"/>
                  </a:lnTo>
                  <a:lnTo>
                    <a:pt x="246" y="81"/>
                  </a:lnTo>
                  <a:lnTo>
                    <a:pt x="247" y="82"/>
                  </a:lnTo>
                  <a:lnTo>
                    <a:pt x="249" y="83"/>
                  </a:lnTo>
                  <a:lnTo>
                    <a:pt x="250" y="83"/>
                  </a:lnTo>
                  <a:lnTo>
                    <a:pt x="251" y="84"/>
                  </a:lnTo>
                  <a:lnTo>
                    <a:pt x="253" y="85"/>
                  </a:lnTo>
                  <a:lnTo>
                    <a:pt x="254" y="86"/>
                  </a:lnTo>
                  <a:lnTo>
                    <a:pt x="255" y="87"/>
                  </a:lnTo>
                  <a:lnTo>
                    <a:pt x="257" y="87"/>
                  </a:lnTo>
                  <a:lnTo>
                    <a:pt x="258" y="88"/>
                  </a:lnTo>
                  <a:lnTo>
                    <a:pt x="259" y="89"/>
                  </a:lnTo>
                  <a:lnTo>
                    <a:pt x="261" y="90"/>
                  </a:lnTo>
                  <a:lnTo>
                    <a:pt x="262" y="91"/>
                  </a:lnTo>
                  <a:lnTo>
                    <a:pt x="263" y="92"/>
                  </a:lnTo>
                  <a:lnTo>
                    <a:pt x="265" y="93"/>
                  </a:lnTo>
                  <a:lnTo>
                    <a:pt x="266" y="93"/>
                  </a:lnTo>
                  <a:lnTo>
                    <a:pt x="267" y="94"/>
                  </a:lnTo>
                  <a:lnTo>
                    <a:pt x="269" y="95"/>
                  </a:lnTo>
                  <a:lnTo>
                    <a:pt x="270" y="96"/>
                  </a:lnTo>
                  <a:lnTo>
                    <a:pt x="271" y="97"/>
                  </a:lnTo>
                  <a:lnTo>
                    <a:pt x="273" y="98"/>
                  </a:lnTo>
                  <a:lnTo>
                    <a:pt x="274" y="98"/>
                  </a:lnTo>
                  <a:lnTo>
                    <a:pt x="276" y="99"/>
                  </a:lnTo>
                  <a:lnTo>
                    <a:pt x="277" y="100"/>
                  </a:lnTo>
                  <a:lnTo>
                    <a:pt x="278" y="100"/>
                  </a:lnTo>
                  <a:lnTo>
                    <a:pt x="280" y="101"/>
                  </a:lnTo>
                  <a:lnTo>
                    <a:pt x="281" y="101"/>
                  </a:lnTo>
                  <a:lnTo>
                    <a:pt x="282" y="102"/>
                  </a:lnTo>
                  <a:lnTo>
                    <a:pt x="284" y="103"/>
                  </a:lnTo>
                  <a:lnTo>
                    <a:pt x="285" y="103"/>
                  </a:lnTo>
                  <a:lnTo>
                    <a:pt x="286" y="104"/>
                  </a:lnTo>
                  <a:lnTo>
                    <a:pt x="288" y="105"/>
                  </a:lnTo>
                  <a:lnTo>
                    <a:pt x="289" y="105"/>
                  </a:lnTo>
                  <a:lnTo>
                    <a:pt x="290" y="106"/>
                  </a:lnTo>
                  <a:lnTo>
                    <a:pt x="292" y="107"/>
                  </a:lnTo>
                  <a:lnTo>
                    <a:pt x="293" y="107"/>
                  </a:lnTo>
                  <a:lnTo>
                    <a:pt x="294" y="108"/>
                  </a:lnTo>
                  <a:lnTo>
                    <a:pt x="296" y="109"/>
                  </a:lnTo>
                  <a:lnTo>
                    <a:pt x="297" y="109"/>
                  </a:lnTo>
                  <a:lnTo>
                    <a:pt x="298" y="110"/>
                  </a:lnTo>
                  <a:lnTo>
                    <a:pt x="300" y="110"/>
                  </a:lnTo>
                  <a:lnTo>
                    <a:pt x="301" y="111"/>
                  </a:lnTo>
                  <a:lnTo>
                    <a:pt x="302" y="111"/>
                  </a:lnTo>
                  <a:lnTo>
                    <a:pt x="304" y="112"/>
                  </a:lnTo>
                  <a:lnTo>
                    <a:pt x="305" y="112"/>
                  </a:lnTo>
                  <a:lnTo>
                    <a:pt x="306" y="113"/>
                  </a:lnTo>
                  <a:lnTo>
                    <a:pt x="308" y="113"/>
                  </a:lnTo>
                  <a:lnTo>
                    <a:pt x="309" y="114"/>
                  </a:lnTo>
                  <a:lnTo>
                    <a:pt x="311" y="114"/>
                  </a:lnTo>
                  <a:lnTo>
                    <a:pt x="312" y="115"/>
                  </a:lnTo>
                  <a:lnTo>
                    <a:pt x="313" y="115"/>
                  </a:lnTo>
                  <a:lnTo>
                    <a:pt x="315" y="115"/>
                  </a:lnTo>
                  <a:lnTo>
                    <a:pt x="316" y="116"/>
                  </a:lnTo>
                  <a:lnTo>
                    <a:pt x="317" y="116"/>
                  </a:lnTo>
                  <a:lnTo>
                    <a:pt x="319" y="117"/>
                  </a:lnTo>
                  <a:lnTo>
                    <a:pt x="320" y="117"/>
                  </a:lnTo>
                  <a:lnTo>
                    <a:pt x="321" y="117"/>
                  </a:lnTo>
                  <a:lnTo>
                    <a:pt x="323" y="118"/>
                  </a:lnTo>
                  <a:lnTo>
                    <a:pt x="324" y="118"/>
                  </a:lnTo>
                  <a:lnTo>
                    <a:pt x="325" y="118"/>
                  </a:lnTo>
                  <a:lnTo>
                    <a:pt x="327" y="119"/>
                  </a:lnTo>
                  <a:lnTo>
                    <a:pt x="328" y="119"/>
                  </a:lnTo>
                  <a:lnTo>
                    <a:pt x="329" y="119"/>
                  </a:lnTo>
                  <a:lnTo>
                    <a:pt x="331" y="120"/>
                  </a:lnTo>
                  <a:lnTo>
                    <a:pt x="332" y="120"/>
                  </a:lnTo>
                  <a:lnTo>
                    <a:pt x="333" y="121"/>
                  </a:lnTo>
                  <a:lnTo>
                    <a:pt x="335" y="121"/>
                  </a:lnTo>
                  <a:lnTo>
                    <a:pt x="336" y="121"/>
                  </a:lnTo>
                  <a:lnTo>
                    <a:pt x="337" y="121"/>
                  </a:lnTo>
                  <a:lnTo>
                    <a:pt x="339" y="122"/>
                  </a:lnTo>
                  <a:lnTo>
                    <a:pt x="340" y="122"/>
                  </a:lnTo>
                  <a:lnTo>
                    <a:pt x="341" y="122"/>
                  </a:lnTo>
                  <a:lnTo>
                    <a:pt x="343" y="122"/>
                  </a:lnTo>
                  <a:lnTo>
                    <a:pt x="344" y="123"/>
                  </a:lnTo>
                  <a:lnTo>
                    <a:pt x="346" y="123"/>
                  </a:lnTo>
                  <a:lnTo>
                    <a:pt x="347" y="123"/>
                  </a:lnTo>
                  <a:lnTo>
                    <a:pt x="348" y="123"/>
                  </a:lnTo>
                  <a:lnTo>
                    <a:pt x="350" y="124"/>
                  </a:lnTo>
                  <a:lnTo>
                    <a:pt x="351" y="124"/>
                  </a:lnTo>
                  <a:lnTo>
                    <a:pt x="352" y="124"/>
                  </a:lnTo>
                  <a:lnTo>
                    <a:pt x="354" y="124"/>
                  </a:lnTo>
                  <a:lnTo>
                    <a:pt x="355" y="124"/>
                  </a:lnTo>
                  <a:lnTo>
                    <a:pt x="356" y="125"/>
                  </a:lnTo>
                  <a:lnTo>
                    <a:pt x="358" y="125"/>
                  </a:lnTo>
                  <a:lnTo>
                    <a:pt x="359" y="125"/>
                  </a:lnTo>
                  <a:lnTo>
                    <a:pt x="360" y="125"/>
                  </a:lnTo>
                  <a:lnTo>
                    <a:pt x="362" y="125"/>
                  </a:lnTo>
                  <a:lnTo>
                    <a:pt x="363" y="126"/>
                  </a:lnTo>
                  <a:lnTo>
                    <a:pt x="364" y="126"/>
                  </a:lnTo>
                  <a:lnTo>
                    <a:pt x="366" y="126"/>
                  </a:lnTo>
                  <a:lnTo>
                    <a:pt x="367" y="126"/>
                  </a:lnTo>
                  <a:lnTo>
                    <a:pt x="368" y="126"/>
                  </a:lnTo>
                  <a:lnTo>
                    <a:pt x="370" y="126"/>
                  </a:lnTo>
                  <a:lnTo>
                    <a:pt x="371" y="127"/>
                  </a:lnTo>
                  <a:lnTo>
                    <a:pt x="372" y="127"/>
                  </a:lnTo>
                  <a:lnTo>
                    <a:pt x="374" y="127"/>
                  </a:lnTo>
                  <a:lnTo>
                    <a:pt x="375" y="127"/>
                  </a:lnTo>
                  <a:lnTo>
                    <a:pt x="376" y="127"/>
                  </a:lnTo>
                  <a:lnTo>
                    <a:pt x="378" y="127"/>
                  </a:lnTo>
                  <a:lnTo>
                    <a:pt x="379" y="127"/>
                  </a:lnTo>
                  <a:lnTo>
                    <a:pt x="380" y="128"/>
                  </a:lnTo>
                  <a:lnTo>
                    <a:pt x="382" y="128"/>
                  </a:lnTo>
                  <a:lnTo>
                    <a:pt x="383" y="128"/>
                  </a:lnTo>
                  <a:lnTo>
                    <a:pt x="385" y="128"/>
                  </a:lnTo>
                  <a:lnTo>
                    <a:pt x="386" y="128"/>
                  </a:lnTo>
                  <a:lnTo>
                    <a:pt x="387" y="128"/>
                  </a:lnTo>
                  <a:lnTo>
                    <a:pt x="389" y="128"/>
                  </a:lnTo>
                  <a:lnTo>
                    <a:pt x="390" y="128"/>
                  </a:lnTo>
                  <a:lnTo>
                    <a:pt x="391" y="128"/>
                  </a:lnTo>
                  <a:lnTo>
                    <a:pt x="393" y="128"/>
                  </a:lnTo>
                  <a:lnTo>
                    <a:pt x="394" y="128"/>
                  </a:lnTo>
                  <a:lnTo>
                    <a:pt x="395" y="128"/>
                  </a:lnTo>
                  <a:lnTo>
                    <a:pt x="397" y="128"/>
                  </a:lnTo>
                  <a:lnTo>
                    <a:pt x="398" y="128"/>
                  </a:lnTo>
                  <a:lnTo>
                    <a:pt x="399" y="129"/>
                  </a:lnTo>
                  <a:lnTo>
                    <a:pt x="401" y="129"/>
                  </a:lnTo>
                  <a:lnTo>
                    <a:pt x="402" y="129"/>
                  </a:lnTo>
                  <a:lnTo>
                    <a:pt x="403" y="129"/>
                  </a:lnTo>
                  <a:lnTo>
                    <a:pt x="405" y="129"/>
                  </a:lnTo>
                  <a:lnTo>
                    <a:pt x="406" y="129"/>
                  </a:lnTo>
                  <a:lnTo>
                    <a:pt x="407" y="129"/>
                  </a:lnTo>
                  <a:lnTo>
                    <a:pt x="409" y="129"/>
                  </a:lnTo>
                  <a:lnTo>
                    <a:pt x="410" y="129"/>
                  </a:lnTo>
                  <a:lnTo>
                    <a:pt x="411" y="129"/>
                  </a:lnTo>
                  <a:lnTo>
                    <a:pt x="413" y="129"/>
                  </a:lnTo>
                  <a:lnTo>
                    <a:pt x="414" y="129"/>
                  </a:lnTo>
                  <a:lnTo>
                    <a:pt x="415" y="129"/>
                  </a:lnTo>
                  <a:lnTo>
                    <a:pt x="417" y="129"/>
                  </a:lnTo>
                  <a:lnTo>
                    <a:pt x="418" y="130"/>
                  </a:lnTo>
                  <a:lnTo>
                    <a:pt x="420" y="129"/>
                  </a:lnTo>
                  <a:lnTo>
                    <a:pt x="421" y="129"/>
                  </a:lnTo>
                  <a:lnTo>
                    <a:pt x="422" y="129"/>
                  </a:lnTo>
                  <a:lnTo>
                    <a:pt x="424" y="129"/>
                  </a:lnTo>
                  <a:lnTo>
                    <a:pt x="425" y="129"/>
                  </a:lnTo>
                  <a:lnTo>
                    <a:pt x="426" y="129"/>
                  </a:lnTo>
                  <a:lnTo>
                    <a:pt x="428" y="129"/>
                  </a:lnTo>
                  <a:lnTo>
                    <a:pt x="429" y="129"/>
                  </a:lnTo>
                  <a:lnTo>
                    <a:pt x="430" y="129"/>
                  </a:lnTo>
                  <a:lnTo>
                    <a:pt x="432" y="129"/>
                  </a:lnTo>
                  <a:lnTo>
                    <a:pt x="433" y="129"/>
                  </a:lnTo>
                  <a:lnTo>
                    <a:pt x="434" y="129"/>
                  </a:lnTo>
                  <a:lnTo>
                    <a:pt x="436" y="129"/>
                  </a:lnTo>
                  <a:lnTo>
                    <a:pt x="437" y="129"/>
                  </a:lnTo>
                  <a:lnTo>
                    <a:pt x="438" y="129"/>
                  </a:lnTo>
                  <a:lnTo>
                    <a:pt x="440" y="129"/>
                  </a:lnTo>
                  <a:lnTo>
                    <a:pt x="441" y="129"/>
                  </a:lnTo>
                  <a:lnTo>
                    <a:pt x="442" y="129"/>
                  </a:lnTo>
                  <a:lnTo>
                    <a:pt x="444" y="129"/>
                  </a:lnTo>
                  <a:lnTo>
                    <a:pt x="445" y="129"/>
                  </a:lnTo>
                  <a:lnTo>
                    <a:pt x="446" y="129"/>
                  </a:lnTo>
                  <a:lnTo>
                    <a:pt x="448" y="129"/>
                  </a:lnTo>
                  <a:lnTo>
                    <a:pt x="449" y="129"/>
                  </a:lnTo>
                  <a:lnTo>
                    <a:pt x="450" y="129"/>
                  </a:lnTo>
                  <a:lnTo>
                    <a:pt x="452" y="129"/>
                  </a:lnTo>
                  <a:lnTo>
                    <a:pt x="453" y="129"/>
                  </a:lnTo>
                  <a:lnTo>
                    <a:pt x="455" y="129"/>
                  </a:lnTo>
                  <a:lnTo>
                    <a:pt x="456" y="129"/>
                  </a:lnTo>
                  <a:lnTo>
                    <a:pt x="457" y="129"/>
                  </a:lnTo>
                  <a:lnTo>
                    <a:pt x="459" y="129"/>
                  </a:lnTo>
                  <a:lnTo>
                    <a:pt x="460" y="129"/>
                  </a:lnTo>
                  <a:lnTo>
                    <a:pt x="461" y="129"/>
                  </a:lnTo>
                  <a:lnTo>
                    <a:pt x="463" y="129"/>
                  </a:lnTo>
                  <a:lnTo>
                    <a:pt x="464" y="129"/>
                  </a:lnTo>
                  <a:lnTo>
                    <a:pt x="465" y="129"/>
                  </a:lnTo>
                  <a:lnTo>
                    <a:pt x="467" y="129"/>
                  </a:lnTo>
                  <a:lnTo>
                    <a:pt x="468" y="129"/>
                  </a:lnTo>
                  <a:lnTo>
                    <a:pt x="469" y="129"/>
                  </a:lnTo>
                  <a:lnTo>
                    <a:pt x="471" y="129"/>
                  </a:lnTo>
                  <a:lnTo>
                    <a:pt x="472" y="129"/>
                  </a:lnTo>
                  <a:lnTo>
                    <a:pt x="473" y="129"/>
                  </a:lnTo>
                  <a:lnTo>
                    <a:pt x="475" y="129"/>
                  </a:lnTo>
                  <a:lnTo>
                    <a:pt x="476" y="129"/>
                  </a:lnTo>
                  <a:lnTo>
                    <a:pt x="477" y="129"/>
                  </a:lnTo>
                  <a:lnTo>
                    <a:pt x="479" y="129"/>
                  </a:lnTo>
                  <a:lnTo>
                    <a:pt x="480" y="129"/>
                  </a:lnTo>
                  <a:lnTo>
                    <a:pt x="481" y="129"/>
                  </a:lnTo>
                  <a:lnTo>
                    <a:pt x="483" y="129"/>
                  </a:lnTo>
                  <a:lnTo>
                    <a:pt x="484" y="129"/>
                  </a:lnTo>
                  <a:lnTo>
                    <a:pt x="485" y="129"/>
                  </a:lnTo>
                  <a:lnTo>
                    <a:pt x="487" y="129"/>
                  </a:lnTo>
                  <a:lnTo>
                    <a:pt x="488" y="129"/>
                  </a:lnTo>
                  <a:lnTo>
                    <a:pt x="490" y="129"/>
                  </a:lnTo>
                  <a:lnTo>
                    <a:pt x="491" y="129"/>
                  </a:lnTo>
                  <a:lnTo>
                    <a:pt x="492" y="129"/>
                  </a:lnTo>
                  <a:lnTo>
                    <a:pt x="494" y="129"/>
                  </a:lnTo>
                  <a:lnTo>
                    <a:pt x="495" y="129"/>
                  </a:lnTo>
                  <a:lnTo>
                    <a:pt x="496" y="129"/>
                  </a:lnTo>
                  <a:lnTo>
                    <a:pt x="498" y="129"/>
                  </a:lnTo>
                  <a:lnTo>
                    <a:pt x="499" y="129"/>
                  </a:lnTo>
                  <a:lnTo>
                    <a:pt x="500" y="129"/>
                  </a:lnTo>
                  <a:lnTo>
                    <a:pt x="502" y="129"/>
                  </a:lnTo>
                  <a:lnTo>
                    <a:pt x="503" y="129"/>
                  </a:lnTo>
                  <a:lnTo>
                    <a:pt x="504" y="129"/>
                  </a:lnTo>
                  <a:lnTo>
                    <a:pt x="506" y="129"/>
                  </a:lnTo>
                  <a:lnTo>
                    <a:pt x="507" y="129"/>
                  </a:lnTo>
                  <a:lnTo>
                    <a:pt x="508" y="129"/>
                  </a:lnTo>
                  <a:lnTo>
                    <a:pt x="510" y="129"/>
                  </a:lnTo>
                  <a:lnTo>
                    <a:pt x="511" y="129"/>
                  </a:lnTo>
                  <a:lnTo>
                    <a:pt x="512" y="129"/>
                  </a:lnTo>
                  <a:lnTo>
                    <a:pt x="514" y="129"/>
                  </a:lnTo>
                  <a:lnTo>
                    <a:pt x="515" y="129"/>
                  </a:lnTo>
                  <a:lnTo>
                    <a:pt x="516" y="129"/>
                  </a:lnTo>
                  <a:lnTo>
                    <a:pt x="518" y="129"/>
                  </a:lnTo>
                  <a:lnTo>
                    <a:pt x="519" y="129"/>
                  </a:lnTo>
                  <a:lnTo>
                    <a:pt x="520" y="129"/>
                  </a:lnTo>
                  <a:lnTo>
                    <a:pt x="522" y="129"/>
                  </a:lnTo>
                  <a:lnTo>
                    <a:pt x="523" y="129"/>
                  </a:lnTo>
                  <a:lnTo>
                    <a:pt x="524" y="129"/>
                  </a:lnTo>
                  <a:lnTo>
                    <a:pt x="526" y="129"/>
                  </a:lnTo>
                  <a:lnTo>
                    <a:pt x="527" y="129"/>
                  </a:lnTo>
                  <a:lnTo>
                    <a:pt x="529" y="129"/>
                  </a:lnTo>
                  <a:lnTo>
                    <a:pt x="530" y="129"/>
                  </a:lnTo>
                  <a:lnTo>
                    <a:pt x="531" y="129"/>
                  </a:lnTo>
                  <a:lnTo>
                    <a:pt x="533" y="129"/>
                  </a:lnTo>
                  <a:lnTo>
                    <a:pt x="534" y="129"/>
                  </a:lnTo>
                  <a:lnTo>
                    <a:pt x="535" y="129"/>
                  </a:lnTo>
                  <a:lnTo>
                    <a:pt x="537" y="129"/>
                  </a:lnTo>
                  <a:lnTo>
                    <a:pt x="538" y="129"/>
                  </a:lnTo>
                  <a:lnTo>
                    <a:pt x="539" y="129"/>
                  </a:lnTo>
                  <a:lnTo>
                    <a:pt x="541" y="129"/>
                  </a:lnTo>
                  <a:lnTo>
                    <a:pt x="542" y="129"/>
                  </a:lnTo>
                  <a:lnTo>
                    <a:pt x="543" y="129"/>
                  </a:lnTo>
                  <a:lnTo>
                    <a:pt x="545" y="129"/>
                  </a:lnTo>
                  <a:lnTo>
                    <a:pt x="546" y="129"/>
                  </a:lnTo>
                  <a:lnTo>
                    <a:pt x="547" y="129"/>
                  </a:lnTo>
                  <a:lnTo>
                    <a:pt x="549" y="129"/>
                  </a:lnTo>
                  <a:lnTo>
                    <a:pt x="550" y="129"/>
                  </a:lnTo>
                  <a:lnTo>
                    <a:pt x="551" y="129"/>
                  </a:lnTo>
                  <a:lnTo>
                    <a:pt x="553" y="129"/>
                  </a:lnTo>
                  <a:lnTo>
                    <a:pt x="554" y="128"/>
                  </a:lnTo>
                  <a:lnTo>
                    <a:pt x="555" y="129"/>
                  </a:lnTo>
                  <a:lnTo>
                    <a:pt x="557" y="128"/>
                  </a:lnTo>
                  <a:lnTo>
                    <a:pt x="558" y="128"/>
                  </a:lnTo>
                  <a:lnTo>
                    <a:pt x="559" y="129"/>
                  </a:lnTo>
                  <a:lnTo>
                    <a:pt x="561" y="128"/>
                  </a:lnTo>
                  <a:lnTo>
                    <a:pt x="562" y="129"/>
                  </a:lnTo>
                  <a:lnTo>
                    <a:pt x="564" y="129"/>
                  </a:lnTo>
                  <a:lnTo>
                    <a:pt x="565" y="129"/>
                  </a:lnTo>
                  <a:lnTo>
                    <a:pt x="566" y="129"/>
                  </a:lnTo>
                  <a:lnTo>
                    <a:pt x="568" y="129"/>
                  </a:lnTo>
                  <a:lnTo>
                    <a:pt x="569" y="129"/>
                  </a:lnTo>
                  <a:lnTo>
                    <a:pt x="570" y="129"/>
                  </a:lnTo>
                  <a:lnTo>
                    <a:pt x="572" y="128"/>
                  </a:lnTo>
                  <a:lnTo>
                    <a:pt x="573" y="128"/>
                  </a:lnTo>
                  <a:lnTo>
                    <a:pt x="574" y="129"/>
                  </a:lnTo>
                  <a:lnTo>
                    <a:pt x="576" y="129"/>
                  </a:lnTo>
                  <a:lnTo>
                    <a:pt x="577" y="128"/>
                  </a:lnTo>
                  <a:lnTo>
                    <a:pt x="578" y="128"/>
                  </a:lnTo>
                  <a:lnTo>
                    <a:pt x="580" y="128"/>
                  </a:lnTo>
                  <a:lnTo>
                    <a:pt x="581" y="128"/>
                  </a:lnTo>
                  <a:lnTo>
                    <a:pt x="582" y="129"/>
                  </a:lnTo>
                  <a:lnTo>
                    <a:pt x="584" y="128"/>
                  </a:lnTo>
                  <a:lnTo>
                    <a:pt x="585" y="128"/>
                  </a:lnTo>
                  <a:lnTo>
                    <a:pt x="586" y="129"/>
                  </a:lnTo>
                  <a:lnTo>
                    <a:pt x="588" y="128"/>
                  </a:lnTo>
                  <a:lnTo>
                    <a:pt x="589" y="128"/>
                  </a:lnTo>
                  <a:lnTo>
                    <a:pt x="590" y="128"/>
                  </a:lnTo>
                  <a:lnTo>
                    <a:pt x="592" y="128"/>
                  </a:lnTo>
                  <a:lnTo>
                    <a:pt x="593" y="128"/>
                  </a:lnTo>
                  <a:lnTo>
                    <a:pt x="594" y="128"/>
                  </a:lnTo>
                  <a:lnTo>
                    <a:pt x="596" y="128"/>
                  </a:lnTo>
                  <a:lnTo>
                    <a:pt x="597" y="128"/>
                  </a:lnTo>
                  <a:lnTo>
                    <a:pt x="599" y="128"/>
                  </a:lnTo>
                  <a:lnTo>
                    <a:pt x="600" y="128"/>
                  </a:lnTo>
                  <a:lnTo>
                    <a:pt x="601" y="128"/>
                  </a:lnTo>
                  <a:lnTo>
                    <a:pt x="603" y="128"/>
                  </a:lnTo>
                  <a:lnTo>
                    <a:pt x="604" y="129"/>
                  </a:lnTo>
                  <a:lnTo>
                    <a:pt x="605" y="129"/>
                  </a:lnTo>
                  <a:lnTo>
                    <a:pt x="607" y="128"/>
                  </a:lnTo>
                  <a:lnTo>
                    <a:pt x="608" y="128"/>
                  </a:lnTo>
                  <a:lnTo>
                    <a:pt x="609" y="128"/>
                  </a:lnTo>
                  <a:lnTo>
                    <a:pt x="611" y="128"/>
                  </a:lnTo>
                  <a:lnTo>
                    <a:pt x="612" y="129"/>
                  </a:lnTo>
                  <a:lnTo>
                    <a:pt x="613" y="129"/>
                  </a:lnTo>
                  <a:lnTo>
                    <a:pt x="615" y="129"/>
                  </a:lnTo>
                  <a:lnTo>
                    <a:pt x="616" y="129"/>
                  </a:lnTo>
                  <a:lnTo>
                    <a:pt x="617" y="129"/>
                  </a:lnTo>
                  <a:lnTo>
                    <a:pt x="619" y="129"/>
                  </a:lnTo>
                  <a:lnTo>
                    <a:pt x="620" y="129"/>
                  </a:lnTo>
                  <a:lnTo>
                    <a:pt x="621" y="129"/>
                  </a:lnTo>
                  <a:lnTo>
                    <a:pt x="623" y="129"/>
                  </a:lnTo>
                  <a:lnTo>
                    <a:pt x="624" y="129"/>
                  </a:lnTo>
                  <a:lnTo>
                    <a:pt x="625" y="129"/>
                  </a:lnTo>
                  <a:lnTo>
                    <a:pt x="627" y="129"/>
                  </a:lnTo>
                  <a:lnTo>
                    <a:pt x="628" y="129"/>
                  </a:lnTo>
                  <a:lnTo>
                    <a:pt x="629" y="129"/>
                  </a:lnTo>
                  <a:lnTo>
                    <a:pt x="631" y="129"/>
                  </a:lnTo>
                  <a:lnTo>
                    <a:pt x="632" y="129"/>
                  </a:lnTo>
                  <a:lnTo>
                    <a:pt x="634" y="129"/>
                  </a:lnTo>
                  <a:lnTo>
                    <a:pt x="635" y="129"/>
                  </a:lnTo>
                  <a:lnTo>
                    <a:pt x="636" y="129"/>
                  </a:lnTo>
                  <a:lnTo>
                    <a:pt x="638" y="129"/>
                  </a:lnTo>
                  <a:lnTo>
                    <a:pt x="639" y="129"/>
                  </a:lnTo>
                  <a:lnTo>
                    <a:pt x="640" y="129"/>
                  </a:lnTo>
                  <a:lnTo>
                    <a:pt x="642" y="129"/>
                  </a:lnTo>
                  <a:lnTo>
                    <a:pt x="643" y="129"/>
                  </a:lnTo>
                  <a:lnTo>
                    <a:pt x="644" y="129"/>
                  </a:lnTo>
                  <a:lnTo>
                    <a:pt x="646" y="129"/>
                  </a:lnTo>
                  <a:lnTo>
                    <a:pt x="647" y="129"/>
                  </a:lnTo>
                  <a:lnTo>
                    <a:pt x="648" y="129"/>
                  </a:lnTo>
                  <a:lnTo>
                    <a:pt x="650" y="129"/>
                  </a:lnTo>
                  <a:lnTo>
                    <a:pt x="651" y="129"/>
                  </a:lnTo>
                  <a:lnTo>
                    <a:pt x="652" y="129"/>
                  </a:lnTo>
                  <a:lnTo>
                    <a:pt x="654" y="129"/>
                  </a:lnTo>
                  <a:lnTo>
                    <a:pt x="655" y="129"/>
                  </a:lnTo>
                  <a:lnTo>
                    <a:pt x="656" y="129"/>
                  </a:lnTo>
                  <a:lnTo>
                    <a:pt x="658" y="129"/>
                  </a:lnTo>
                  <a:lnTo>
                    <a:pt x="659" y="129"/>
                  </a:lnTo>
                  <a:lnTo>
                    <a:pt x="660" y="129"/>
                  </a:lnTo>
                  <a:lnTo>
                    <a:pt x="662" y="129"/>
                  </a:lnTo>
                  <a:lnTo>
                    <a:pt x="663" y="129"/>
                  </a:lnTo>
                  <a:lnTo>
                    <a:pt x="664" y="129"/>
                  </a:lnTo>
                  <a:lnTo>
                    <a:pt x="666" y="129"/>
                  </a:lnTo>
                  <a:lnTo>
                    <a:pt x="667" y="129"/>
                  </a:lnTo>
                  <a:lnTo>
                    <a:pt x="668" y="129"/>
                  </a:lnTo>
                  <a:lnTo>
                    <a:pt x="670" y="129"/>
                  </a:lnTo>
                  <a:lnTo>
                    <a:pt x="671" y="129"/>
                  </a:lnTo>
                  <a:lnTo>
                    <a:pt x="673" y="129"/>
                  </a:lnTo>
                  <a:lnTo>
                    <a:pt x="674" y="129"/>
                  </a:lnTo>
                  <a:lnTo>
                    <a:pt x="675" y="129"/>
                  </a:lnTo>
                  <a:lnTo>
                    <a:pt x="677" y="129"/>
                  </a:lnTo>
                  <a:lnTo>
                    <a:pt x="678" y="129"/>
                  </a:lnTo>
                  <a:lnTo>
                    <a:pt x="679" y="129"/>
                  </a:lnTo>
                  <a:lnTo>
                    <a:pt x="681" y="129"/>
                  </a:lnTo>
                  <a:lnTo>
                    <a:pt x="682" y="129"/>
                  </a:lnTo>
                  <a:lnTo>
                    <a:pt x="683" y="129"/>
                  </a:lnTo>
                  <a:lnTo>
                    <a:pt x="685" y="129"/>
                  </a:lnTo>
                  <a:lnTo>
                    <a:pt x="686" y="129"/>
                  </a:lnTo>
                  <a:lnTo>
                    <a:pt x="687" y="129"/>
                  </a:lnTo>
                  <a:lnTo>
                    <a:pt x="689" y="129"/>
                  </a:lnTo>
                  <a:lnTo>
                    <a:pt x="690" y="129"/>
                  </a:lnTo>
                  <a:lnTo>
                    <a:pt x="691" y="129"/>
                  </a:lnTo>
                  <a:lnTo>
                    <a:pt x="693" y="129"/>
                  </a:lnTo>
                  <a:lnTo>
                    <a:pt x="694" y="129"/>
                  </a:lnTo>
                  <a:lnTo>
                    <a:pt x="695" y="129"/>
                  </a:lnTo>
                  <a:lnTo>
                    <a:pt x="697" y="129"/>
                  </a:lnTo>
                  <a:lnTo>
                    <a:pt x="698" y="129"/>
                  </a:lnTo>
                  <a:lnTo>
                    <a:pt x="699" y="129"/>
                  </a:lnTo>
                  <a:lnTo>
                    <a:pt x="701" y="129"/>
                  </a:lnTo>
                  <a:lnTo>
                    <a:pt x="702" y="129"/>
                  </a:lnTo>
                  <a:lnTo>
                    <a:pt x="703" y="129"/>
                  </a:lnTo>
                  <a:lnTo>
                    <a:pt x="705" y="129"/>
                  </a:lnTo>
                  <a:lnTo>
                    <a:pt x="706" y="129"/>
                  </a:lnTo>
                  <a:lnTo>
                    <a:pt x="708" y="129"/>
                  </a:lnTo>
                  <a:lnTo>
                    <a:pt x="709" y="129"/>
                  </a:lnTo>
                  <a:lnTo>
                    <a:pt x="710" y="129"/>
                  </a:lnTo>
                  <a:lnTo>
                    <a:pt x="712" y="129"/>
                  </a:lnTo>
                  <a:lnTo>
                    <a:pt x="713" y="129"/>
                  </a:lnTo>
                  <a:lnTo>
                    <a:pt x="714" y="129"/>
                  </a:lnTo>
                  <a:lnTo>
                    <a:pt x="716" y="129"/>
                  </a:lnTo>
                  <a:lnTo>
                    <a:pt x="717" y="129"/>
                  </a:lnTo>
                  <a:lnTo>
                    <a:pt x="718" y="129"/>
                  </a:lnTo>
                  <a:lnTo>
                    <a:pt x="720" y="129"/>
                  </a:lnTo>
                  <a:lnTo>
                    <a:pt x="721" y="129"/>
                  </a:lnTo>
                  <a:lnTo>
                    <a:pt x="722" y="129"/>
                  </a:lnTo>
                  <a:lnTo>
                    <a:pt x="724" y="129"/>
                  </a:lnTo>
                  <a:lnTo>
                    <a:pt x="725" y="129"/>
                  </a:lnTo>
                  <a:lnTo>
                    <a:pt x="726" y="129"/>
                  </a:lnTo>
                  <a:lnTo>
                    <a:pt x="728" y="129"/>
                  </a:lnTo>
                  <a:lnTo>
                    <a:pt x="729" y="129"/>
                  </a:lnTo>
                  <a:lnTo>
                    <a:pt x="730" y="129"/>
                  </a:lnTo>
                  <a:lnTo>
                    <a:pt x="732" y="129"/>
                  </a:lnTo>
                  <a:lnTo>
                    <a:pt x="733" y="129"/>
                  </a:lnTo>
                  <a:lnTo>
                    <a:pt x="734" y="129"/>
                  </a:lnTo>
                  <a:lnTo>
                    <a:pt x="736" y="129"/>
                  </a:lnTo>
                  <a:lnTo>
                    <a:pt x="737" y="129"/>
                  </a:lnTo>
                  <a:lnTo>
                    <a:pt x="738" y="129"/>
                  </a:lnTo>
                  <a:lnTo>
                    <a:pt x="740" y="129"/>
                  </a:lnTo>
                  <a:lnTo>
                    <a:pt x="741" y="129"/>
                  </a:lnTo>
                  <a:lnTo>
                    <a:pt x="743" y="129"/>
                  </a:lnTo>
                  <a:lnTo>
                    <a:pt x="744" y="129"/>
                  </a:lnTo>
                  <a:lnTo>
                    <a:pt x="745" y="129"/>
                  </a:lnTo>
                  <a:lnTo>
                    <a:pt x="747" y="129"/>
                  </a:lnTo>
                  <a:lnTo>
                    <a:pt x="748" y="129"/>
                  </a:lnTo>
                  <a:lnTo>
                    <a:pt x="749" y="129"/>
                  </a:lnTo>
                  <a:lnTo>
                    <a:pt x="751" y="129"/>
                  </a:lnTo>
                  <a:lnTo>
                    <a:pt x="752" y="129"/>
                  </a:lnTo>
                  <a:lnTo>
                    <a:pt x="753" y="129"/>
                  </a:lnTo>
                  <a:lnTo>
                    <a:pt x="755" y="129"/>
                  </a:lnTo>
                  <a:lnTo>
                    <a:pt x="756" y="129"/>
                  </a:lnTo>
                  <a:lnTo>
                    <a:pt x="757" y="129"/>
                  </a:lnTo>
                  <a:lnTo>
                    <a:pt x="759" y="129"/>
                  </a:lnTo>
                  <a:lnTo>
                    <a:pt x="760" y="129"/>
                  </a:lnTo>
                  <a:lnTo>
                    <a:pt x="761" y="129"/>
                  </a:lnTo>
                  <a:lnTo>
                    <a:pt x="763" y="129"/>
                  </a:lnTo>
                  <a:lnTo>
                    <a:pt x="764" y="129"/>
                  </a:lnTo>
                  <a:lnTo>
                    <a:pt x="765" y="129"/>
                  </a:lnTo>
                  <a:lnTo>
                    <a:pt x="767" y="129"/>
                  </a:lnTo>
                  <a:lnTo>
                    <a:pt x="768" y="129"/>
                  </a:lnTo>
                  <a:lnTo>
                    <a:pt x="769" y="129"/>
                  </a:lnTo>
                  <a:lnTo>
                    <a:pt x="771" y="129"/>
                  </a:lnTo>
                  <a:lnTo>
                    <a:pt x="772" y="129"/>
                  </a:lnTo>
                  <a:lnTo>
                    <a:pt x="773" y="129"/>
                  </a:lnTo>
                  <a:lnTo>
                    <a:pt x="775" y="129"/>
                  </a:lnTo>
                  <a:lnTo>
                    <a:pt x="776" y="129"/>
                  </a:lnTo>
                  <a:lnTo>
                    <a:pt x="777" y="129"/>
                  </a:lnTo>
                  <a:lnTo>
                    <a:pt x="779" y="129"/>
                  </a:lnTo>
                  <a:lnTo>
                    <a:pt x="780" y="129"/>
                  </a:lnTo>
                  <a:lnTo>
                    <a:pt x="782" y="129"/>
                  </a:lnTo>
                  <a:lnTo>
                    <a:pt x="783" y="129"/>
                  </a:lnTo>
                  <a:lnTo>
                    <a:pt x="784" y="129"/>
                  </a:lnTo>
                  <a:lnTo>
                    <a:pt x="786" y="129"/>
                  </a:lnTo>
                  <a:lnTo>
                    <a:pt x="787" y="129"/>
                  </a:lnTo>
                  <a:lnTo>
                    <a:pt x="788" y="129"/>
                  </a:lnTo>
                  <a:lnTo>
                    <a:pt x="790" y="129"/>
                  </a:lnTo>
                  <a:lnTo>
                    <a:pt x="791" y="129"/>
                  </a:lnTo>
                  <a:lnTo>
                    <a:pt x="792" y="129"/>
                  </a:lnTo>
                  <a:lnTo>
                    <a:pt x="794" y="129"/>
                  </a:lnTo>
                  <a:lnTo>
                    <a:pt x="795" y="129"/>
                  </a:lnTo>
                  <a:lnTo>
                    <a:pt x="796" y="129"/>
                  </a:lnTo>
                  <a:lnTo>
                    <a:pt x="798" y="129"/>
                  </a:lnTo>
                  <a:lnTo>
                    <a:pt x="799" y="129"/>
                  </a:lnTo>
                  <a:lnTo>
                    <a:pt x="800" y="129"/>
                  </a:lnTo>
                  <a:lnTo>
                    <a:pt x="802" y="129"/>
                  </a:lnTo>
                  <a:lnTo>
                    <a:pt x="803" y="129"/>
                  </a:lnTo>
                  <a:lnTo>
                    <a:pt x="804" y="129"/>
                  </a:lnTo>
                  <a:lnTo>
                    <a:pt x="806" y="129"/>
                  </a:lnTo>
                  <a:lnTo>
                    <a:pt x="807" y="129"/>
                  </a:lnTo>
                  <a:lnTo>
                    <a:pt x="808" y="129"/>
                  </a:lnTo>
                  <a:lnTo>
                    <a:pt x="810" y="129"/>
                  </a:lnTo>
                  <a:lnTo>
                    <a:pt x="811" y="129"/>
                  </a:lnTo>
                  <a:lnTo>
                    <a:pt x="812" y="129"/>
                  </a:lnTo>
                  <a:lnTo>
                    <a:pt x="814" y="129"/>
                  </a:lnTo>
                  <a:lnTo>
                    <a:pt x="815" y="129"/>
                  </a:lnTo>
                  <a:lnTo>
                    <a:pt x="817" y="129"/>
                  </a:lnTo>
                  <a:lnTo>
                    <a:pt x="818" y="129"/>
                  </a:lnTo>
                  <a:lnTo>
                    <a:pt x="819" y="129"/>
                  </a:lnTo>
                  <a:lnTo>
                    <a:pt x="821" y="129"/>
                  </a:lnTo>
                  <a:lnTo>
                    <a:pt x="822" y="129"/>
                  </a:lnTo>
                  <a:lnTo>
                    <a:pt x="823" y="129"/>
                  </a:lnTo>
                  <a:lnTo>
                    <a:pt x="825" y="129"/>
                  </a:lnTo>
                  <a:lnTo>
                    <a:pt x="826" y="129"/>
                  </a:lnTo>
                  <a:lnTo>
                    <a:pt x="827" y="129"/>
                  </a:lnTo>
                  <a:lnTo>
                    <a:pt x="829" y="129"/>
                  </a:lnTo>
                  <a:lnTo>
                    <a:pt x="830" y="129"/>
                  </a:lnTo>
                  <a:lnTo>
                    <a:pt x="831" y="129"/>
                  </a:lnTo>
                  <a:lnTo>
                    <a:pt x="833" y="129"/>
                  </a:lnTo>
                  <a:lnTo>
                    <a:pt x="834" y="129"/>
                  </a:lnTo>
                  <a:lnTo>
                    <a:pt x="835" y="129"/>
                  </a:lnTo>
                  <a:lnTo>
                    <a:pt x="837" y="129"/>
                  </a:lnTo>
                  <a:lnTo>
                    <a:pt x="838" y="129"/>
                  </a:lnTo>
                  <a:lnTo>
                    <a:pt x="839" y="129"/>
                  </a:lnTo>
                  <a:lnTo>
                    <a:pt x="841" y="129"/>
                  </a:lnTo>
                  <a:lnTo>
                    <a:pt x="842" y="129"/>
                  </a:lnTo>
                  <a:lnTo>
                    <a:pt x="843" y="129"/>
                  </a:lnTo>
                  <a:lnTo>
                    <a:pt x="845" y="129"/>
                  </a:lnTo>
                  <a:lnTo>
                    <a:pt x="846" y="129"/>
                  </a:lnTo>
                  <a:lnTo>
                    <a:pt x="847" y="129"/>
                  </a:lnTo>
                  <a:lnTo>
                    <a:pt x="849" y="129"/>
                  </a:lnTo>
                  <a:lnTo>
                    <a:pt x="850" y="129"/>
                  </a:lnTo>
                  <a:lnTo>
                    <a:pt x="852" y="129"/>
                  </a:lnTo>
                  <a:lnTo>
                    <a:pt x="853" y="129"/>
                  </a:lnTo>
                  <a:lnTo>
                    <a:pt x="854" y="129"/>
                  </a:lnTo>
                  <a:lnTo>
                    <a:pt x="856" y="129"/>
                  </a:lnTo>
                  <a:lnTo>
                    <a:pt x="857" y="129"/>
                  </a:lnTo>
                  <a:lnTo>
                    <a:pt x="858" y="129"/>
                  </a:lnTo>
                  <a:lnTo>
                    <a:pt x="860" y="129"/>
                  </a:lnTo>
                  <a:lnTo>
                    <a:pt x="861" y="129"/>
                  </a:lnTo>
                  <a:lnTo>
                    <a:pt x="862" y="129"/>
                  </a:lnTo>
                  <a:lnTo>
                    <a:pt x="864" y="129"/>
                  </a:lnTo>
                  <a:lnTo>
                    <a:pt x="865" y="129"/>
                  </a:lnTo>
                  <a:lnTo>
                    <a:pt x="866" y="129"/>
                  </a:lnTo>
                  <a:lnTo>
                    <a:pt x="868" y="129"/>
                  </a:lnTo>
                  <a:lnTo>
                    <a:pt x="869" y="129"/>
                  </a:lnTo>
                  <a:lnTo>
                    <a:pt x="870" y="129"/>
                  </a:lnTo>
                  <a:lnTo>
                    <a:pt x="872" y="129"/>
                  </a:lnTo>
                  <a:lnTo>
                    <a:pt x="873" y="129"/>
                  </a:lnTo>
                  <a:lnTo>
                    <a:pt x="874" y="129"/>
                  </a:lnTo>
                  <a:lnTo>
                    <a:pt x="876" y="129"/>
                  </a:lnTo>
                  <a:lnTo>
                    <a:pt x="877" y="129"/>
                  </a:lnTo>
                  <a:lnTo>
                    <a:pt x="878" y="129"/>
                  </a:lnTo>
                  <a:lnTo>
                    <a:pt x="880" y="129"/>
                  </a:lnTo>
                  <a:lnTo>
                    <a:pt x="881" y="129"/>
                  </a:lnTo>
                  <a:lnTo>
                    <a:pt x="882" y="129"/>
                  </a:lnTo>
                  <a:lnTo>
                    <a:pt x="884" y="129"/>
                  </a:lnTo>
                  <a:lnTo>
                    <a:pt x="885" y="129"/>
                  </a:lnTo>
                  <a:lnTo>
                    <a:pt x="887" y="129"/>
                  </a:lnTo>
                  <a:lnTo>
                    <a:pt x="888" y="129"/>
                  </a:lnTo>
                  <a:lnTo>
                    <a:pt x="889" y="129"/>
                  </a:lnTo>
                  <a:lnTo>
                    <a:pt x="891" y="129"/>
                  </a:lnTo>
                  <a:lnTo>
                    <a:pt x="892" y="129"/>
                  </a:lnTo>
                  <a:lnTo>
                    <a:pt x="893" y="129"/>
                  </a:lnTo>
                  <a:lnTo>
                    <a:pt x="895" y="129"/>
                  </a:lnTo>
                  <a:lnTo>
                    <a:pt x="896" y="129"/>
                  </a:lnTo>
                  <a:lnTo>
                    <a:pt x="897" y="129"/>
                  </a:lnTo>
                  <a:lnTo>
                    <a:pt x="899" y="129"/>
                  </a:lnTo>
                  <a:lnTo>
                    <a:pt x="900" y="129"/>
                  </a:lnTo>
                  <a:lnTo>
                    <a:pt x="901" y="129"/>
                  </a:lnTo>
                  <a:lnTo>
                    <a:pt x="903" y="129"/>
                  </a:lnTo>
                  <a:lnTo>
                    <a:pt x="904" y="129"/>
                  </a:lnTo>
                  <a:lnTo>
                    <a:pt x="905" y="129"/>
                  </a:lnTo>
                  <a:lnTo>
                    <a:pt x="907" y="129"/>
                  </a:lnTo>
                  <a:lnTo>
                    <a:pt x="908" y="129"/>
                  </a:lnTo>
                  <a:lnTo>
                    <a:pt x="909" y="129"/>
                  </a:lnTo>
                  <a:lnTo>
                    <a:pt x="911" y="129"/>
                  </a:lnTo>
                  <a:lnTo>
                    <a:pt x="912" y="129"/>
                  </a:lnTo>
                  <a:lnTo>
                    <a:pt x="913" y="129"/>
                  </a:lnTo>
                  <a:lnTo>
                    <a:pt x="915" y="129"/>
                  </a:lnTo>
                  <a:lnTo>
                    <a:pt x="916" y="129"/>
                  </a:lnTo>
                  <a:lnTo>
                    <a:pt x="917" y="129"/>
                  </a:lnTo>
                  <a:lnTo>
                    <a:pt x="919" y="129"/>
                  </a:lnTo>
                  <a:lnTo>
                    <a:pt x="920" y="129"/>
                  </a:lnTo>
                  <a:lnTo>
                    <a:pt x="921" y="129"/>
                  </a:lnTo>
                  <a:lnTo>
                    <a:pt x="923" y="129"/>
                  </a:lnTo>
                  <a:lnTo>
                    <a:pt x="924" y="129"/>
                  </a:lnTo>
                  <a:lnTo>
                    <a:pt x="926" y="129"/>
                  </a:lnTo>
                  <a:lnTo>
                    <a:pt x="927" y="129"/>
                  </a:lnTo>
                  <a:lnTo>
                    <a:pt x="928" y="129"/>
                  </a:lnTo>
                  <a:lnTo>
                    <a:pt x="930" y="129"/>
                  </a:lnTo>
                  <a:lnTo>
                    <a:pt x="931" y="129"/>
                  </a:lnTo>
                  <a:lnTo>
                    <a:pt x="932" y="129"/>
                  </a:lnTo>
                  <a:lnTo>
                    <a:pt x="934" y="129"/>
                  </a:lnTo>
                  <a:lnTo>
                    <a:pt x="935" y="129"/>
                  </a:lnTo>
                  <a:lnTo>
                    <a:pt x="936" y="129"/>
                  </a:lnTo>
                  <a:lnTo>
                    <a:pt x="938" y="129"/>
                  </a:lnTo>
                  <a:lnTo>
                    <a:pt x="939" y="129"/>
                  </a:lnTo>
                  <a:lnTo>
                    <a:pt x="940" y="129"/>
                  </a:lnTo>
                  <a:lnTo>
                    <a:pt x="942" y="129"/>
                  </a:lnTo>
                  <a:lnTo>
                    <a:pt x="943" y="129"/>
                  </a:lnTo>
                  <a:lnTo>
                    <a:pt x="944" y="129"/>
                  </a:lnTo>
                  <a:lnTo>
                    <a:pt x="946" y="129"/>
                  </a:lnTo>
                  <a:lnTo>
                    <a:pt x="947" y="129"/>
                  </a:lnTo>
                  <a:lnTo>
                    <a:pt x="948" y="129"/>
                  </a:lnTo>
                  <a:lnTo>
                    <a:pt x="950" y="129"/>
                  </a:lnTo>
                  <a:lnTo>
                    <a:pt x="951" y="129"/>
                  </a:lnTo>
                  <a:lnTo>
                    <a:pt x="952" y="129"/>
                  </a:lnTo>
                  <a:lnTo>
                    <a:pt x="954" y="129"/>
                  </a:lnTo>
                  <a:lnTo>
                    <a:pt x="955" y="129"/>
                  </a:lnTo>
                  <a:lnTo>
                    <a:pt x="956" y="129"/>
                  </a:lnTo>
                  <a:lnTo>
                    <a:pt x="958" y="129"/>
                  </a:lnTo>
                  <a:lnTo>
                    <a:pt x="959" y="129"/>
                  </a:lnTo>
                  <a:lnTo>
                    <a:pt x="961" y="129"/>
                  </a:lnTo>
                  <a:lnTo>
                    <a:pt x="962" y="129"/>
                  </a:lnTo>
                  <a:lnTo>
                    <a:pt x="963" y="129"/>
                  </a:lnTo>
                  <a:lnTo>
                    <a:pt x="965" y="129"/>
                  </a:lnTo>
                  <a:lnTo>
                    <a:pt x="966" y="129"/>
                  </a:lnTo>
                  <a:lnTo>
                    <a:pt x="967" y="129"/>
                  </a:lnTo>
                  <a:lnTo>
                    <a:pt x="969" y="129"/>
                  </a:lnTo>
                  <a:lnTo>
                    <a:pt x="970" y="129"/>
                  </a:lnTo>
                  <a:lnTo>
                    <a:pt x="971" y="129"/>
                  </a:lnTo>
                  <a:lnTo>
                    <a:pt x="973" y="129"/>
                  </a:lnTo>
                  <a:lnTo>
                    <a:pt x="974" y="129"/>
                  </a:lnTo>
                  <a:lnTo>
                    <a:pt x="975" y="129"/>
                  </a:lnTo>
                  <a:lnTo>
                    <a:pt x="977" y="129"/>
                  </a:lnTo>
                  <a:lnTo>
                    <a:pt x="978" y="129"/>
                  </a:lnTo>
                  <a:lnTo>
                    <a:pt x="979" y="129"/>
                  </a:lnTo>
                  <a:lnTo>
                    <a:pt x="981" y="129"/>
                  </a:lnTo>
                  <a:lnTo>
                    <a:pt x="982" y="129"/>
                  </a:lnTo>
                  <a:lnTo>
                    <a:pt x="983" y="129"/>
                  </a:lnTo>
                  <a:lnTo>
                    <a:pt x="985" y="129"/>
                  </a:lnTo>
                  <a:lnTo>
                    <a:pt x="986" y="129"/>
                  </a:lnTo>
                  <a:lnTo>
                    <a:pt x="987" y="129"/>
                  </a:lnTo>
                  <a:lnTo>
                    <a:pt x="989" y="129"/>
                  </a:lnTo>
                  <a:lnTo>
                    <a:pt x="990" y="129"/>
                  </a:lnTo>
                  <a:lnTo>
                    <a:pt x="991" y="129"/>
                  </a:lnTo>
                  <a:lnTo>
                    <a:pt x="993" y="129"/>
                  </a:lnTo>
                  <a:lnTo>
                    <a:pt x="994" y="129"/>
                  </a:lnTo>
                  <a:lnTo>
                    <a:pt x="996" y="129"/>
                  </a:lnTo>
                  <a:lnTo>
                    <a:pt x="997" y="129"/>
                  </a:lnTo>
                  <a:lnTo>
                    <a:pt x="998" y="129"/>
                  </a:lnTo>
                  <a:lnTo>
                    <a:pt x="1000" y="129"/>
                  </a:lnTo>
                  <a:lnTo>
                    <a:pt x="1001" y="129"/>
                  </a:lnTo>
                  <a:lnTo>
                    <a:pt x="1002" y="129"/>
                  </a:lnTo>
                  <a:lnTo>
                    <a:pt x="1004" y="129"/>
                  </a:lnTo>
                  <a:lnTo>
                    <a:pt x="1005" y="129"/>
                  </a:lnTo>
                  <a:lnTo>
                    <a:pt x="1006" y="129"/>
                  </a:lnTo>
                  <a:lnTo>
                    <a:pt x="1008" y="129"/>
                  </a:lnTo>
                  <a:lnTo>
                    <a:pt x="1009" y="129"/>
                  </a:lnTo>
                  <a:lnTo>
                    <a:pt x="1010" y="129"/>
                  </a:lnTo>
                  <a:lnTo>
                    <a:pt x="1012" y="129"/>
                  </a:lnTo>
                  <a:lnTo>
                    <a:pt x="1013" y="129"/>
                  </a:lnTo>
                  <a:lnTo>
                    <a:pt x="1014" y="129"/>
                  </a:lnTo>
                  <a:lnTo>
                    <a:pt x="1016" y="129"/>
                  </a:lnTo>
                  <a:lnTo>
                    <a:pt x="1017" y="129"/>
                  </a:lnTo>
                  <a:lnTo>
                    <a:pt x="1018" y="129"/>
                  </a:lnTo>
                  <a:lnTo>
                    <a:pt x="1020" y="129"/>
                  </a:lnTo>
                  <a:lnTo>
                    <a:pt x="1021" y="129"/>
                  </a:lnTo>
                  <a:lnTo>
                    <a:pt x="1022" y="129"/>
                  </a:lnTo>
                  <a:lnTo>
                    <a:pt x="1024" y="129"/>
                  </a:lnTo>
                  <a:lnTo>
                    <a:pt x="1025" y="129"/>
                  </a:lnTo>
                  <a:lnTo>
                    <a:pt x="1026" y="129"/>
                  </a:lnTo>
                  <a:lnTo>
                    <a:pt x="1028" y="129"/>
                  </a:lnTo>
                  <a:lnTo>
                    <a:pt x="1029" y="129"/>
                  </a:lnTo>
                  <a:lnTo>
                    <a:pt x="1031" y="129"/>
                  </a:lnTo>
                  <a:lnTo>
                    <a:pt x="1032" y="129"/>
                  </a:lnTo>
                  <a:lnTo>
                    <a:pt x="1033" y="129"/>
                  </a:lnTo>
                  <a:lnTo>
                    <a:pt x="1035" y="129"/>
                  </a:lnTo>
                  <a:lnTo>
                    <a:pt x="1036" y="129"/>
                  </a:lnTo>
                  <a:lnTo>
                    <a:pt x="1037" y="129"/>
                  </a:lnTo>
                  <a:lnTo>
                    <a:pt x="1039" y="129"/>
                  </a:lnTo>
                  <a:lnTo>
                    <a:pt x="1040" y="129"/>
                  </a:lnTo>
                  <a:lnTo>
                    <a:pt x="1041" y="129"/>
                  </a:lnTo>
                  <a:lnTo>
                    <a:pt x="1043" y="129"/>
                  </a:lnTo>
                  <a:lnTo>
                    <a:pt x="1044" y="129"/>
                  </a:lnTo>
                  <a:lnTo>
                    <a:pt x="1045" y="129"/>
                  </a:lnTo>
                  <a:lnTo>
                    <a:pt x="1047" y="129"/>
                  </a:lnTo>
                  <a:lnTo>
                    <a:pt x="1048" y="129"/>
                  </a:lnTo>
                  <a:lnTo>
                    <a:pt x="1049" y="129"/>
                  </a:lnTo>
                  <a:lnTo>
                    <a:pt x="1051" y="129"/>
                  </a:lnTo>
                  <a:lnTo>
                    <a:pt x="1052" y="129"/>
                  </a:lnTo>
                  <a:lnTo>
                    <a:pt x="1053" y="129"/>
                  </a:lnTo>
                  <a:lnTo>
                    <a:pt x="1055" y="129"/>
                  </a:lnTo>
                  <a:lnTo>
                    <a:pt x="1056" y="129"/>
                  </a:lnTo>
                  <a:lnTo>
                    <a:pt x="1057" y="129"/>
                  </a:lnTo>
                  <a:lnTo>
                    <a:pt x="1059" y="129"/>
                  </a:lnTo>
                  <a:lnTo>
                    <a:pt x="1060" y="129"/>
                  </a:lnTo>
                  <a:lnTo>
                    <a:pt x="1061" y="129"/>
                  </a:lnTo>
                  <a:lnTo>
                    <a:pt x="1063" y="129"/>
                  </a:lnTo>
                  <a:lnTo>
                    <a:pt x="1064" y="129"/>
                  </a:lnTo>
                  <a:lnTo>
                    <a:pt x="1065" y="129"/>
                  </a:lnTo>
                  <a:lnTo>
                    <a:pt x="1067" y="129"/>
                  </a:lnTo>
                  <a:lnTo>
                    <a:pt x="1068" y="129"/>
                  </a:lnTo>
                  <a:lnTo>
                    <a:pt x="1070" y="129"/>
                  </a:lnTo>
                  <a:lnTo>
                    <a:pt x="1071" y="129"/>
                  </a:lnTo>
                  <a:lnTo>
                    <a:pt x="1072" y="129"/>
                  </a:lnTo>
                  <a:lnTo>
                    <a:pt x="1074" y="129"/>
                  </a:lnTo>
                  <a:lnTo>
                    <a:pt x="1075" y="129"/>
                  </a:lnTo>
                  <a:lnTo>
                    <a:pt x="1076" y="129"/>
                  </a:lnTo>
                  <a:lnTo>
                    <a:pt x="1078" y="129"/>
                  </a:lnTo>
                  <a:lnTo>
                    <a:pt x="1079" y="129"/>
                  </a:lnTo>
                  <a:lnTo>
                    <a:pt x="1080" y="129"/>
                  </a:lnTo>
                  <a:lnTo>
                    <a:pt x="1082" y="129"/>
                  </a:lnTo>
                  <a:lnTo>
                    <a:pt x="1083" y="129"/>
                  </a:lnTo>
                  <a:lnTo>
                    <a:pt x="1084" y="129"/>
                  </a:lnTo>
                  <a:lnTo>
                    <a:pt x="1086" y="129"/>
                  </a:lnTo>
                  <a:lnTo>
                    <a:pt x="1087" y="129"/>
                  </a:lnTo>
                  <a:lnTo>
                    <a:pt x="1088" y="129"/>
                  </a:lnTo>
                  <a:lnTo>
                    <a:pt x="1090" y="129"/>
                  </a:lnTo>
                  <a:lnTo>
                    <a:pt x="1091" y="129"/>
                  </a:lnTo>
                  <a:lnTo>
                    <a:pt x="1092" y="130"/>
                  </a:lnTo>
                  <a:lnTo>
                    <a:pt x="1094" y="129"/>
                  </a:lnTo>
                  <a:lnTo>
                    <a:pt x="1095" y="130"/>
                  </a:lnTo>
                  <a:lnTo>
                    <a:pt x="1096" y="130"/>
                  </a:lnTo>
                  <a:lnTo>
                    <a:pt x="1098" y="130"/>
                  </a:lnTo>
                  <a:lnTo>
                    <a:pt x="1099" y="130"/>
                  </a:lnTo>
                  <a:lnTo>
                    <a:pt x="1100" y="130"/>
                  </a:lnTo>
                  <a:lnTo>
                    <a:pt x="1102" y="130"/>
                  </a:lnTo>
                  <a:lnTo>
                    <a:pt x="1103" y="130"/>
                  </a:lnTo>
                  <a:lnTo>
                    <a:pt x="1105" y="130"/>
                  </a:lnTo>
                  <a:lnTo>
                    <a:pt x="1106" y="130"/>
                  </a:lnTo>
                  <a:lnTo>
                    <a:pt x="1107" y="129"/>
                  </a:lnTo>
                  <a:lnTo>
                    <a:pt x="1109" y="129"/>
                  </a:lnTo>
                  <a:lnTo>
                    <a:pt x="1110" y="129"/>
                  </a:lnTo>
                  <a:lnTo>
                    <a:pt x="1111" y="129"/>
                  </a:lnTo>
                  <a:lnTo>
                    <a:pt x="1113" y="130"/>
                  </a:lnTo>
                  <a:lnTo>
                    <a:pt x="1114" y="130"/>
                  </a:lnTo>
                  <a:lnTo>
                    <a:pt x="1115" y="130"/>
                  </a:lnTo>
                  <a:lnTo>
                    <a:pt x="1117" y="130"/>
                  </a:lnTo>
                  <a:lnTo>
                    <a:pt x="1118" y="130"/>
                  </a:lnTo>
                  <a:lnTo>
                    <a:pt x="1119" y="130"/>
                  </a:lnTo>
                  <a:lnTo>
                    <a:pt x="1121" y="130"/>
                  </a:lnTo>
                  <a:lnTo>
                    <a:pt x="1122" y="130"/>
                  </a:lnTo>
                  <a:lnTo>
                    <a:pt x="1123" y="130"/>
                  </a:lnTo>
                  <a:lnTo>
                    <a:pt x="1125" y="130"/>
                  </a:lnTo>
                  <a:lnTo>
                    <a:pt x="1126" y="130"/>
                  </a:lnTo>
                  <a:lnTo>
                    <a:pt x="1127" y="130"/>
                  </a:lnTo>
                  <a:lnTo>
                    <a:pt x="1129" y="130"/>
                  </a:lnTo>
                  <a:lnTo>
                    <a:pt x="1130" y="130"/>
                  </a:lnTo>
                  <a:lnTo>
                    <a:pt x="1131" y="130"/>
                  </a:lnTo>
                  <a:lnTo>
                    <a:pt x="1133" y="129"/>
                  </a:lnTo>
                  <a:lnTo>
                    <a:pt x="1134" y="129"/>
                  </a:lnTo>
                  <a:lnTo>
                    <a:pt x="1135" y="129"/>
                  </a:lnTo>
                  <a:lnTo>
                    <a:pt x="1137" y="129"/>
                  </a:lnTo>
                  <a:lnTo>
                    <a:pt x="1138" y="129"/>
                  </a:lnTo>
                  <a:lnTo>
                    <a:pt x="1140" y="129"/>
                  </a:lnTo>
                  <a:lnTo>
                    <a:pt x="1141" y="129"/>
                  </a:lnTo>
                  <a:lnTo>
                    <a:pt x="1142" y="130"/>
                  </a:lnTo>
                  <a:lnTo>
                    <a:pt x="1144" y="130"/>
                  </a:lnTo>
                  <a:lnTo>
                    <a:pt x="1145" y="130"/>
                  </a:lnTo>
                  <a:lnTo>
                    <a:pt x="1146" y="130"/>
                  </a:lnTo>
                  <a:lnTo>
                    <a:pt x="1148" y="130"/>
                  </a:lnTo>
                  <a:lnTo>
                    <a:pt x="1149" y="130"/>
                  </a:lnTo>
                  <a:lnTo>
                    <a:pt x="1150" y="130"/>
                  </a:lnTo>
                  <a:lnTo>
                    <a:pt x="1152" y="130"/>
                  </a:lnTo>
                  <a:lnTo>
                    <a:pt x="1153" y="129"/>
                  </a:lnTo>
                  <a:lnTo>
                    <a:pt x="1154" y="130"/>
                  </a:lnTo>
                  <a:lnTo>
                    <a:pt x="1156" y="130"/>
                  </a:lnTo>
                  <a:lnTo>
                    <a:pt x="1157" y="130"/>
                  </a:lnTo>
                  <a:lnTo>
                    <a:pt x="1158" y="130"/>
                  </a:lnTo>
                  <a:lnTo>
                    <a:pt x="1160" y="130"/>
                  </a:lnTo>
                  <a:lnTo>
                    <a:pt x="1161" y="130"/>
                  </a:lnTo>
                  <a:lnTo>
                    <a:pt x="1162" y="130"/>
                  </a:lnTo>
                  <a:lnTo>
                    <a:pt x="1164" y="130"/>
                  </a:lnTo>
                  <a:lnTo>
                    <a:pt x="1165" y="130"/>
                  </a:lnTo>
                  <a:lnTo>
                    <a:pt x="1166" y="130"/>
                  </a:lnTo>
                  <a:lnTo>
                    <a:pt x="1168" y="130"/>
                  </a:lnTo>
                  <a:lnTo>
                    <a:pt x="1169" y="130"/>
                  </a:lnTo>
                  <a:lnTo>
                    <a:pt x="1170" y="130"/>
                  </a:lnTo>
                  <a:lnTo>
                    <a:pt x="1172" y="130"/>
                  </a:lnTo>
                  <a:lnTo>
                    <a:pt x="1173" y="130"/>
                  </a:lnTo>
                  <a:lnTo>
                    <a:pt x="1175" y="130"/>
                  </a:lnTo>
                  <a:lnTo>
                    <a:pt x="1176" y="130"/>
                  </a:lnTo>
                  <a:lnTo>
                    <a:pt x="1177" y="130"/>
                  </a:lnTo>
                  <a:lnTo>
                    <a:pt x="1179" y="129"/>
                  </a:lnTo>
                  <a:lnTo>
                    <a:pt x="1180" y="129"/>
                  </a:lnTo>
                  <a:lnTo>
                    <a:pt x="1181" y="130"/>
                  </a:lnTo>
                  <a:lnTo>
                    <a:pt x="1183" y="130"/>
                  </a:lnTo>
                  <a:lnTo>
                    <a:pt x="1184" y="130"/>
                  </a:lnTo>
                  <a:lnTo>
                    <a:pt x="1185" y="130"/>
                  </a:lnTo>
                  <a:lnTo>
                    <a:pt x="1187" y="130"/>
                  </a:lnTo>
                  <a:lnTo>
                    <a:pt x="1188" y="130"/>
                  </a:lnTo>
                  <a:lnTo>
                    <a:pt x="1189" y="130"/>
                  </a:lnTo>
                  <a:lnTo>
                    <a:pt x="1191" y="130"/>
                  </a:lnTo>
                  <a:lnTo>
                    <a:pt x="1192" y="129"/>
                  </a:lnTo>
                  <a:lnTo>
                    <a:pt x="1193" y="129"/>
                  </a:lnTo>
                  <a:lnTo>
                    <a:pt x="1195" y="129"/>
                  </a:lnTo>
                  <a:lnTo>
                    <a:pt x="1196" y="129"/>
                  </a:lnTo>
                  <a:lnTo>
                    <a:pt x="1197" y="129"/>
                  </a:lnTo>
                  <a:lnTo>
                    <a:pt x="1199" y="129"/>
                  </a:lnTo>
                  <a:lnTo>
                    <a:pt x="1200" y="129"/>
                  </a:lnTo>
                  <a:lnTo>
                    <a:pt x="1201" y="129"/>
                  </a:lnTo>
                  <a:lnTo>
                    <a:pt x="1203" y="129"/>
                  </a:lnTo>
                  <a:lnTo>
                    <a:pt x="1204" y="129"/>
                  </a:lnTo>
                  <a:lnTo>
                    <a:pt x="1205" y="129"/>
                  </a:lnTo>
                  <a:lnTo>
                    <a:pt x="1207" y="129"/>
                  </a:lnTo>
                  <a:lnTo>
                    <a:pt x="1208" y="129"/>
                  </a:lnTo>
                  <a:lnTo>
                    <a:pt x="1209" y="129"/>
                  </a:lnTo>
                  <a:lnTo>
                    <a:pt x="1211" y="129"/>
                  </a:lnTo>
                  <a:lnTo>
                    <a:pt x="1212" y="129"/>
                  </a:lnTo>
                  <a:lnTo>
                    <a:pt x="1214" y="129"/>
                  </a:lnTo>
                  <a:lnTo>
                    <a:pt x="1215" y="129"/>
                  </a:lnTo>
                  <a:lnTo>
                    <a:pt x="1216" y="129"/>
                  </a:lnTo>
                  <a:lnTo>
                    <a:pt x="1218" y="129"/>
                  </a:lnTo>
                  <a:lnTo>
                    <a:pt x="1219" y="129"/>
                  </a:lnTo>
                  <a:lnTo>
                    <a:pt x="1220" y="129"/>
                  </a:lnTo>
                  <a:lnTo>
                    <a:pt x="1222" y="129"/>
                  </a:lnTo>
                  <a:lnTo>
                    <a:pt x="1223" y="129"/>
                  </a:lnTo>
                  <a:lnTo>
                    <a:pt x="1224" y="129"/>
                  </a:lnTo>
                  <a:lnTo>
                    <a:pt x="1226" y="129"/>
                  </a:lnTo>
                  <a:lnTo>
                    <a:pt x="1227" y="129"/>
                  </a:lnTo>
                  <a:lnTo>
                    <a:pt x="1228" y="129"/>
                  </a:lnTo>
                  <a:lnTo>
                    <a:pt x="1230" y="130"/>
                  </a:lnTo>
                  <a:lnTo>
                    <a:pt x="1231" y="130"/>
                  </a:lnTo>
                  <a:lnTo>
                    <a:pt x="1232" y="130"/>
                  </a:lnTo>
                  <a:lnTo>
                    <a:pt x="1234" y="130"/>
                  </a:lnTo>
                  <a:lnTo>
                    <a:pt x="1235" y="129"/>
                  </a:lnTo>
                  <a:lnTo>
                    <a:pt x="1236" y="129"/>
                  </a:lnTo>
                  <a:lnTo>
                    <a:pt x="1238" y="129"/>
                  </a:lnTo>
                  <a:lnTo>
                    <a:pt x="1239" y="129"/>
                  </a:lnTo>
                  <a:lnTo>
                    <a:pt x="1240" y="129"/>
                  </a:lnTo>
                  <a:lnTo>
                    <a:pt x="1242" y="129"/>
                  </a:lnTo>
                  <a:lnTo>
                    <a:pt x="1243" y="129"/>
                  </a:lnTo>
                  <a:lnTo>
                    <a:pt x="1244" y="129"/>
                  </a:lnTo>
                  <a:lnTo>
                    <a:pt x="1246" y="129"/>
                  </a:lnTo>
                  <a:lnTo>
                    <a:pt x="1247" y="129"/>
                  </a:lnTo>
                  <a:lnTo>
                    <a:pt x="1249" y="129"/>
                  </a:lnTo>
                  <a:lnTo>
                    <a:pt x="1250" y="129"/>
                  </a:lnTo>
                  <a:lnTo>
                    <a:pt x="1251" y="129"/>
                  </a:lnTo>
                  <a:lnTo>
                    <a:pt x="1253" y="129"/>
                  </a:lnTo>
                  <a:lnTo>
                    <a:pt x="1254" y="129"/>
                  </a:lnTo>
                  <a:lnTo>
                    <a:pt x="1255" y="129"/>
                  </a:lnTo>
                  <a:lnTo>
                    <a:pt x="1257" y="129"/>
                  </a:lnTo>
                  <a:lnTo>
                    <a:pt x="1258" y="130"/>
                  </a:lnTo>
                  <a:lnTo>
                    <a:pt x="1259" y="130"/>
                  </a:lnTo>
                  <a:lnTo>
                    <a:pt x="1261" y="130"/>
                  </a:lnTo>
                  <a:lnTo>
                    <a:pt x="1262" y="130"/>
                  </a:lnTo>
                  <a:lnTo>
                    <a:pt x="1263" y="129"/>
                  </a:lnTo>
                  <a:lnTo>
                    <a:pt x="1265" y="130"/>
                  </a:lnTo>
                  <a:lnTo>
                    <a:pt x="1266" y="129"/>
                  </a:lnTo>
                  <a:lnTo>
                    <a:pt x="1267" y="129"/>
                  </a:lnTo>
                  <a:lnTo>
                    <a:pt x="1269" y="129"/>
                  </a:lnTo>
                  <a:lnTo>
                    <a:pt x="1270" y="129"/>
                  </a:lnTo>
                  <a:lnTo>
                    <a:pt x="1271" y="129"/>
                  </a:lnTo>
                  <a:lnTo>
                    <a:pt x="1273" y="129"/>
                  </a:lnTo>
                  <a:lnTo>
                    <a:pt x="1274" y="129"/>
                  </a:lnTo>
                  <a:lnTo>
                    <a:pt x="1275" y="129"/>
                  </a:lnTo>
                  <a:lnTo>
                    <a:pt x="1277" y="129"/>
                  </a:lnTo>
                  <a:lnTo>
                    <a:pt x="1278" y="130"/>
                  </a:lnTo>
                  <a:lnTo>
                    <a:pt x="1279" y="129"/>
                  </a:lnTo>
                  <a:lnTo>
                    <a:pt x="1281" y="129"/>
                  </a:lnTo>
                  <a:lnTo>
                    <a:pt x="1282" y="130"/>
                  </a:lnTo>
                  <a:lnTo>
                    <a:pt x="1284" y="130"/>
                  </a:lnTo>
                  <a:lnTo>
                    <a:pt x="1285" y="130"/>
                  </a:lnTo>
                  <a:lnTo>
                    <a:pt x="1286" y="129"/>
                  </a:lnTo>
                  <a:lnTo>
                    <a:pt x="1288" y="129"/>
                  </a:lnTo>
                  <a:lnTo>
                    <a:pt x="1289" y="130"/>
                  </a:lnTo>
                  <a:lnTo>
                    <a:pt x="1290" y="130"/>
                  </a:lnTo>
                  <a:lnTo>
                    <a:pt x="1292" y="130"/>
                  </a:lnTo>
                  <a:lnTo>
                    <a:pt x="1293" y="130"/>
                  </a:lnTo>
                  <a:lnTo>
                    <a:pt x="1294" y="130"/>
                  </a:lnTo>
                  <a:lnTo>
                    <a:pt x="1296" y="130"/>
                  </a:lnTo>
                  <a:lnTo>
                    <a:pt x="1297" y="130"/>
                  </a:lnTo>
                  <a:lnTo>
                    <a:pt x="1298" y="130"/>
                  </a:lnTo>
                  <a:lnTo>
                    <a:pt x="1300" y="130"/>
                  </a:lnTo>
                  <a:lnTo>
                    <a:pt x="1301" y="130"/>
                  </a:lnTo>
                  <a:lnTo>
                    <a:pt x="1302" y="130"/>
                  </a:lnTo>
                  <a:lnTo>
                    <a:pt x="1304" y="130"/>
                  </a:lnTo>
                  <a:lnTo>
                    <a:pt x="1305" y="130"/>
                  </a:lnTo>
                  <a:lnTo>
                    <a:pt x="1306" y="130"/>
                  </a:lnTo>
                  <a:lnTo>
                    <a:pt x="1308" y="130"/>
                  </a:lnTo>
                  <a:lnTo>
                    <a:pt x="1309" y="130"/>
                  </a:lnTo>
                  <a:lnTo>
                    <a:pt x="1310" y="130"/>
                  </a:lnTo>
                  <a:lnTo>
                    <a:pt x="1312" y="130"/>
                  </a:lnTo>
                  <a:lnTo>
                    <a:pt x="1313" y="130"/>
                  </a:lnTo>
                  <a:lnTo>
                    <a:pt x="1314" y="130"/>
                  </a:lnTo>
                  <a:lnTo>
                    <a:pt x="1316" y="130"/>
                  </a:lnTo>
                  <a:lnTo>
                    <a:pt x="1317" y="130"/>
                  </a:lnTo>
                  <a:lnTo>
                    <a:pt x="1319" y="130"/>
                  </a:lnTo>
                  <a:lnTo>
                    <a:pt x="1320" y="130"/>
                  </a:lnTo>
                  <a:lnTo>
                    <a:pt x="1321" y="130"/>
                  </a:lnTo>
                  <a:lnTo>
                    <a:pt x="1323" y="130"/>
                  </a:lnTo>
                  <a:lnTo>
                    <a:pt x="1324" y="130"/>
                  </a:lnTo>
                  <a:lnTo>
                    <a:pt x="1325" y="129"/>
                  </a:lnTo>
                  <a:lnTo>
                    <a:pt x="1327" y="130"/>
                  </a:lnTo>
                  <a:lnTo>
                    <a:pt x="1328" y="130"/>
                  </a:lnTo>
                  <a:lnTo>
                    <a:pt x="1329" y="130"/>
                  </a:lnTo>
                  <a:lnTo>
                    <a:pt x="1331" y="130"/>
                  </a:lnTo>
                  <a:lnTo>
                    <a:pt x="1332" y="130"/>
                  </a:lnTo>
                  <a:lnTo>
                    <a:pt x="1333" y="130"/>
                  </a:lnTo>
                  <a:lnTo>
                    <a:pt x="1335" y="130"/>
                  </a:lnTo>
                  <a:lnTo>
                    <a:pt x="1336" y="130"/>
                  </a:lnTo>
                  <a:lnTo>
                    <a:pt x="1337" y="130"/>
                  </a:lnTo>
                  <a:lnTo>
                    <a:pt x="1339" y="130"/>
                  </a:lnTo>
                  <a:lnTo>
                    <a:pt x="1340" y="130"/>
                  </a:lnTo>
                  <a:lnTo>
                    <a:pt x="1341" y="130"/>
                  </a:lnTo>
                  <a:lnTo>
                    <a:pt x="1343" y="130"/>
                  </a:lnTo>
                  <a:lnTo>
                    <a:pt x="1344" y="130"/>
                  </a:lnTo>
                  <a:lnTo>
                    <a:pt x="1345" y="130"/>
                  </a:lnTo>
                  <a:lnTo>
                    <a:pt x="1347" y="130"/>
                  </a:lnTo>
                  <a:lnTo>
                    <a:pt x="1348" y="130"/>
                  </a:lnTo>
                  <a:lnTo>
                    <a:pt x="1349" y="130"/>
                  </a:lnTo>
                  <a:lnTo>
                    <a:pt x="1351" y="130"/>
                  </a:lnTo>
                  <a:lnTo>
                    <a:pt x="1352" y="130"/>
                  </a:lnTo>
                  <a:lnTo>
                    <a:pt x="1353" y="130"/>
                  </a:lnTo>
                  <a:lnTo>
                    <a:pt x="1355" y="130"/>
                  </a:lnTo>
                  <a:lnTo>
                    <a:pt x="1356" y="130"/>
                  </a:lnTo>
                  <a:lnTo>
                    <a:pt x="1358" y="130"/>
                  </a:lnTo>
                  <a:lnTo>
                    <a:pt x="1359" y="130"/>
                  </a:lnTo>
                  <a:lnTo>
                    <a:pt x="1360" y="130"/>
                  </a:lnTo>
                  <a:lnTo>
                    <a:pt x="1362" y="130"/>
                  </a:lnTo>
                  <a:lnTo>
                    <a:pt x="1363" y="130"/>
                  </a:lnTo>
                  <a:lnTo>
                    <a:pt x="1364" y="130"/>
                  </a:lnTo>
                  <a:lnTo>
                    <a:pt x="1366" y="130"/>
                  </a:lnTo>
                  <a:lnTo>
                    <a:pt x="1367" y="130"/>
                  </a:lnTo>
                  <a:lnTo>
                    <a:pt x="1368" y="130"/>
                  </a:lnTo>
                  <a:lnTo>
                    <a:pt x="1370" y="130"/>
                  </a:lnTo>
                  <a:lnTo>
                    <a:pt x="1371" y="130"/>
                  </a:lnTo>
                  <a:lnTo>
                    <a:pt x="1372" y="130"/>
                  </a:lnTo>
                  <a:lnTo>
                    <a:pt x="1374" y="130"/>
                  </a:lnTo>
                  <a:lnTo>
                    <a:pt x="1375" y="129"/>
                  </a:lnTo>
                  <a:lnTo>
                    <a:pt x="1376" y="129"/>
                  </a:lnTo>
                  <a:lnTo>
                    <a:pt x="1378" y="129"/>
                  </a:lnTo>
                  <a:lnTo>
                    <a:pt x="1379" y="129"/>
                  </a:lnTo>
                  <a:lnTo>
                    <a:pt x="1380" y="129"/>
                  </a:lnTo>
                  <a:lnTo>
                    <a:pt x="1382" y="129"/>
                  </a:lnTo>
                  <a:lnTo>
                    <a:pt x="1383" y="129"/>
                  </a:lnTo>
                  <a:lnTo>
                    <a:pt x="1384" y="129"/>
                  </a:lnTo>
                  <a:lnTo>
                    <a:pt x="1386" y="129"/>
                  </a:lnTo>
                  <a:lnTo>
                    <a:pt x="1387" y="130"/>
                  </a:lnTo>
                  <a:lnTo>
                    <a:pt x="1388" y="130"/>
                  </a:lnTo>
                  <a:lnTo>
                    <a:pt x="1390" y="130"/>
                  </a:lnTo>
                  <a:lnTo>
                    <a:pt x="1391" y="130"/>
                  </a:lnTo>
                  <a:lnTo>
                    <a:pt x="1393" y="130"/>
                  </a:lnTo>
                  <a:lnTo>
                    <a:pt x="1394" y="130"/>
                  </a:lnTo>
                  <a:lnTo>
                    <a:pt x="1395" y="130"/>
                  </a:lnTo>
                  <a:lnTo>
                    <a:pt x="1397" y="130"/>
                  </a:lnTo>
                  <a:lnTo>
                    <a:pt x="1398" y="129"/>
                  </a:lnTo>
                  <a:lnTo>
                    <a:pt x="1399" y="129"/>
                  </a:lnTo>
                  <a:lnTo>
                    <a:pt x="1401" y="129"/>
                  </a:lnTo>
                  <a:lnTo>
                    <a:pt x="1402" y="129"/>
                  </a:lnTo>
                  <a:lnTo>
                    <a:pt x="1403" y="129"/>
                  </a:lnTo>
                  <a:lnTo>
                    <a:pt x="1405" y="129"/>
                  </a:lnTo>
                  <a:lnTo>
                    <a:pt x="1406" y="129"/>
                  </a:lnTo>
                  <a:lnTo>
                    <a:pt x="1407" y="129"/>
                  </a:lnTo>
                  <a:lnTo>
                    <a:pt x="1409" y="129"/>
                  </a:lnTo>
                  <a:lnTo>
                    <a:pt x="1410" y="129"/>
                  </a:lnTo>
                  <a:lnTo>
                    <a:pt x="1411" y="129"/>
                  </a:lnTo>
                  <a:lnTo>
                    <a:pt x="1413" y="130"/>
                  </a:lnTo>
                  <a:lnTo>
                    <a:pt x="1414" y="130"/>
                  </a:lnTo>
                  <a:lnTo>
                    <a:pt x="1415" y="130"/>
                  </a:lnTo>
                  <a:lnTo>
                    <a:pt x="1417" y="130"/>
                  </a:lnTo>
                  <a:lnTo>
                    <a:pt x="1418" y="130"/>
                  </a:lnTo>
                  <a:lnTo>
                    <a:pt x="1419" y="130"/>
                  </a:lnTo>
                  <a:lnTo>
                    <a:pt x="1421" y="130"/>
                  </a:lnTo>
                  <a:lnTo>
                    <a:pt x="1422" y="129"/>
                  </a:lnTo>
                </a:path>
              </a:pathLst>
            </a:custGeom>
            <a:noFill/>
            <a:ln cap="flat" cmpd="sng" w="2540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 flipH="1" rot="10800000">
              <a:off x="6845301" y="5607051"/>
              <a:ext cx="3756025" cy="454025"/>
            </a:xfrm>
            <a:custGeom>
              <a:rect b="b" l="l" r="r" t="t"/>
              <a:pathLst>
                <a:path extrusionOk="0" h="206" w="1422">
                  <a:moveTo>
                    <a:pt x="0" y="4"/>
                  </a:moveTo>
                  <a:lnTo>
                    <a:pt x="1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1" y="5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1" y="5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5"/>
                  </a:lnTo>
                  <a:lnTo>
                    <a:pt x="43" y="5"/>
                  </a:lnTo>
                  <a:lnTo>
                    <a:pt x="44" y="5"/>
                  </a:lnTo>
                  <a:lnTo>
                    <a:pt x="45" y="5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5"/>
                  </a:lnTo>
                  <a:lnTo>
                    <a:pt x="51" y="5"/>
                  </a:lnTo>
                  <a:lnTo>
                    <a:pt x="52" y="5"/>
                  </a:lnTo>
                  <a:lnTo>
                    <a:pt x="53" y="5"/>
                  </a:lnTo>
                  <a:lnTo>
                    <a:pt x="55" y="5"/>
                  </a:lnTo>
                  <a:lnTo>
                    <a:pt x="56" y="5"/>
                  </a:lnTo>
                  <a:lnTo>
                    <a:pt x="58" y="5"/>
                  </a:lnTo>
                  <a:lnTo>
                    <a:pt x="59" y="5"/>
                  </a:lnTo>
                  <a:lnTo>
                    <a:pt x="60" y="5"/>
                  </a:lnTo>
                  <a:lnTo>
                    <a:pt x="62" y="5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6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5"/>
                  </a:lnTo>
                  <a:lnTo>
                    <a:pt x="71" y="5"/>
                  </a:lnTo>
                  <a:lnTo>
                    <a:pt x="72" y="5"/>
                  </a:lnTo>
                  <a:lnTo>
                    <a:pt x="74" y="5"/>
                  </a:lnTo>
                  <a:lnTo>
                    <a:pt x="75" y="5"/>
                  </a:lnTo>
                  <a:lnTo>
                    <a:pt x="76" y="5"/>
                  </a:lnTo>
                  <a:lnTo>
                    <a:pt x="78" y="5"/>
                  </a:lnTo>
                  <a:lnTo>
                    <a:pt x="79" y="5"/>
                  </a:lnTo>
                  <a:lnTo>
                    <a:pt x="80" y="5"/>
                  </a:lnTo>
                  <a:lnTo>
                    <a:pt x="82" y="5"/>
                  </a:lnTo>
                  <a:lnTo>
                    <a:pt x="83" y="5"/>
                  </a:lnTo>
                  <a:lnTo>
                    <a:pt x="84" y="5"/>
                  </a:lnTo>
                  <a:lnTo>
                    <a:pt x="86" y="5"/>
                  </a:lnTo>
                  <a:lnTo>
                    <a:pt x="87" y="5"/>
                  </a:lnTo>
                  <a:lnTo>
                    <a:pt x="88" y="5"/>
                  </a:lnTo>
                  <a:lnTo>
                    <a:pt x="90" y="5"/>
                  </a:lnTo>
                  <a:lnTo>
                    <a:pt x="91" y="5"/>
                  </a:lnTo>
                  <a:lnTo>
                    <a:pt x="92" y="5"/>
                  </a:lnTo>
                  <a:lnTo>
                    <a:pt x="94" y="5"/>
                  </a:lnTo>
                  <a:lnTo>
                    <a:pt x="95" y="5"/>
                  </a:lnTo>
                  <a:lnTo>
                    <a:pt x="97" y="5"/>
                  </a:lnTo>
                  <a:lnTo>
                    <a:pt x="98" y="5"/>
                  </a:lnTo>
                  <a:lnTo>
                    <a:pt x="99" y="5"/>
                  </a:lnTo>
                  <a:lnTo>
                    <a:pt x="101" y="5"/>
                  </a:lnTo>
                  <a:lnTo>
                    <a:pt x="102" y="5"/>
                  </a:lnTo>
                  <a:lnTo>
                    <a:pt x="103" y="5"/>
                  </a:lnTo>
                  <a:lnTo>
                    <a:pt x="105" y="5"/>
                  </a:lnTo>
                  <a:lnTo>
                    <a:pt x="106" y="5"/>
                  </a:lnTo>
                  <a:lnTo>
                    <a:pt x="107" y="5"/>
                  </a:lnTo>
                  <a:lnTo>
                    <a:pt x="109" y="5"/>
                  </a:lnTo>
                  <a:lnTo>
                    <a:pt x="110" y="5"/>
                  </a:lnTo>
                  <a:lnTo>
                    <a:pt x="111" y="5"/>
                  </a:lnTo>
                  <a:lnTo>
                    <a:pt x="113" y="5"/>
                  </a:lnTo>
                  <a:lnTo>
                    <a:pt x="114" y="5"/>
                  </a:lnTo>
                  <a:lnTo>
                    <a:pt x="115" y="5"/>
                  </a:lnTo>
                  <a:lnTo>
                    <a:pt x="117" y="0"/>
                  </a:lnTo>
                  <a:lnTo>
                    <a:pt x="118" y="3"/>
                  </a:lnTo>
                  <a:lnTo>
                    <a:pt x="119" y="3"/>
                  </a:lnTo>
                  <a:lnTo>
                    <a:pt x="121" y="3"/>
                  </a:lnTo>
                  <a:lnTo>
                    <a:pt x="122" y="3"/>
                  </a:lnTo>
                  <a:lnTo>
                    <a:pt x="123" y="4"/>
                  </a:lnTo>
                  <a:lnTo>
                    <a:pt x="125" y="4"/>
                  </a:lnTo>
                  <a:lnTo>
                    <a:pt x="126" y="5"/>
                  </a:lnTo>
                  <a:lnTo>
                    <a:pt x="127" y="6"/>
                  </a:lnTo>
                  <a:lnTo>
                    <a:pt x="129" y="7"/>
                  </a:lnTo>
                  <a:lnTo>
                    <a:pt x="130" y="8"/>
                  </a:lnTo>
                  <a:lnTo>
                    <a:pt x="132" y="9"/>
                  </a:lnTo>
                  <a:lnTo>
                    <a:pt x="133" y="11"/>
                  </a:lnTo>
                  <a:lnTo>
                    <a:pt x="134" y="12"/>
                  </a:lnTo>
                  <a:lnTo>
                    <a:pt x="136" y="14"/>
                  </a:lnTo>
                  <a:lnTo>
                    <a:pt x="137" y="15"/>
                  </a:lnTo>
                  <a:lnTo>
                    <a:pt x="138" y="17"/>
                  </a:lnTo>
                  <a:lnTo>
                    <a:pt x="140" y="19"/>
                  </a:lnTo>
                  <a:lnTo>
                    <a:pt x="141" y="20"/>
                  </a:lnTo>
                  <a:lnTo>
                    <a:pt x="142" y="22"/>
                  </a:lnTo>
                  <a:lnTo>
                    <a:pt x="144" y="24"/>
                  </a:lnTo>
                  <a:lnTo>
                    <a:pt x="145" y="26"/>
                  </a:lnTo>
                  <a:lnTo>
                    <a:pt x="146" y="28"/>
                  </a:lnTo>
                  <a:lnTo>
                    <a:pt x="148" y="30"/>
                  </a:lnTo>
                  <a:lnTo>
                    <a:pt x="149" y="31"/>
                  </a:lnTo>
                  <a:lnTo>
                    <a:pt x="150" y="34"/>
                  </a:lnTo>
                  <a:lnTo>
                    <a:pt x="152" y="36"/>
                  </a:lnTo>
                  <a:lnTo>
                    <a:pt x="153" y="37"/>
                  </a:lnTo>
                  <a:lnTo>
                    <a:pt x="154" y="39"/>
                  </a:lnTo>
                  <a:lnTo>
                    <a:pt x="156" y="41"/>
                  </a:lnTo>
                  <a:lnTo>
                    <a:pt x="157" y="43"/>
                  </a:lnTo>
                  <a:lnTo>
                    <a:pt x="158" y="45"/>
                  </a:lnTo>
                  <a:lnTo>
                    <a:pt x="160" y="47"/>
                  </a:lnTo>
                  <a:lnTo>
                    <a:pt x="161" y="49"/>
                  </a:lnTo>
                  <a:lnTo>
                    <a:pt x="162" y="50"/>
                  </a:lnTo>
                  <a:lnTo>
                    <a:pt x="164" y="52"/>
                  </a:lnTo>
                  <a:lnTo>
                    <a:pt x="165" y="54"/>
                  </a:lnTo>
                  <a:lnTo>
                    <a:pt x="167" y="56"/>
                  </a:lnTo>
                  <a:lnTo>
                    <a:pt x="168" y="58"/>
                  </a:lnTo>
                  <a:lnTo>
                    <a:pt x="169" y="60"/>
                  </a:lnTo>
                  <a:lnTo>
                    <a:pt x="171" y="62"/>
                  </a:lnTo>
                  <a:lnTo>
                    <a:pt x="172" y="64"/>
                  </a:lnTo>
                  <a:lnTo>
                    <a:pt x="173" y="65"/>
                  </a:lnTo>
                  <a:lnTo>
                    <a:pt x="175" y="67"/>
                  </a:lnTo>
                  <a:lnTo>
                    <a:pt x="176" y="69"/>
                  </a:lnTo>
                  <a:lnTo>
                    <a:pt x="177" y="71"/>
                  </a:lnTo>
                  <a:lnTo>
                    <a:pt x="179" y="73"/>
                  </a:lnTo>
                  <a:lnTo>
                    <a:pt x="180" y="75"/>
                  </a:lnTo>
                  <a:lnTo>
                    <a:pt x="181" y="77"/>
                  </a:lnTo>
                  <a:lnTo>
                    <a:pt x="183" y="79"/>
                  </a:lnTo>
                  <a:lnTo>
                    <a:pt x="184" y="80"/>
                  </a:lnTo>
                  <a:lnTo>
                    <a:pt x="185" y="82"/>
                  </a:lnTo>
                  <a:lnTo>
                    <a:pt x="187" y="84"/>
                  </a:lnTo>
                  <a:lnTo>
                    <a:pt x="188" y="86"/>
                  </a:lnTo>
                  <a:lnTo>
                    <a:pt x="189" y="88"/>
                  </a:lnTo>
                  <a:lnTo>
                    <a:pt x="191" y="89"/>
                  </a:lnTo>
                  <a:lnTo>
                    <a:pt x="192" y="91"/>
                  </a:lnTo>
                  <a:lnTo>
                    <a:pt x="193" y="93"/>
                  </a:lnTo>
                  <a:lnTo>
                    <a:pt x="195" y="94"/>
                  </a:lnTo>
                  <a:lnTo>
                    <a:pt x="196" y="96"/>
                  </a:lnTo>
                  <a:lnTo>
                    <a:pt x="197" y="98"/>
                  </a:lnTo>
                  <a:lnTo>
                    <a:pt x="199" y="99"/>
                  </a:lnTo>
                  <a:lnTo>
                    <a:pt x="200" y="101"/>
                  </a:lnTo>
                  <a:lnTo>
                    <a:pt x="202" y="103"/>
                  </a:lnTo>
                  <a:lnTo>
                    <a:pt x="203" y="104"/>
                  </a:lnTo>
                  <a:lnTo>
                    <a:pt x="204" y="106"/>
                  </a:lnTo>
                  <a:lnTo>
                    <a:pt x="206" y="108"/>
                  </a:lnTo>
                  <a:lnTo>
                    <a:pt x="207" y="109"/>
                  </a:lnTo>
                  <a:lnTo>
                    <a:pt x="208" y="111"/>
                  </a:lnTo>
                  <a:lnTo>
                    <a:pt x="210" y="112"/>
                  </a:lnTo>
                  <a:lnTo>
                    <a:pt x="211" y="114"/>
                  </a:lnTo>
                  <a:lnTo>
                    <a:pt x="212" y="116"/>
                  </a:lnTo>
                  <a:lnTo>
                    <a:pt x="214" y="117"/>
                  </a:lnTo>
                  <a:lnTo>
                    <a:pt x="215" y="119"/>
                  </a:lnTo>
                  <a:lnTo>
                    <a:pt x="216" y="120"/>
                  </a:lnTo>
                  <a:lnTo>
                    <a:pt x="218" y="122"/>
                  </a:lnTo>
                  <a:lnTo>
                    <a:pt x="219" y="123"/>
                  </a:lnTo>
                  <a:lnTo>
                    <a:pt x="220" y="125"/>
                  </a:lnTo>
                  <a:lnTo>
                    <a:pt x="222" y="126"/>
                  </a:lnTo>
                  <a:lnTo>
                    <a:pt x="223" y="128"/>
                  </a:lnTo>
                  <a:lnTo>
                    <a:pt x="224" y="130"/>
                  </a:lnTo>
                  <a:lnTo>
                    <a:pt x="226" y="131"/>
                  </a:lnTo>
                  <a:lnTo>
                    <a:pt x="227" y="133"/>
                  </a:lnTo>
                  <a:lnTo>
                    <a:pt x="228" y="134"/>
                  </a:lnTo>
                  <a:lnTo>
                    <a:pt x="230" y="135"/>
                  </a:lnTo>
                  <a:lnTo>
                    <a:pt x="231" y="137"/>
                  </a:lnTo>
                  <a:lnTo>
                    <a:pt x="232" y="138"/>
                  </a:lnTo>
                  <a:lnTo>
                    <a:pt x="234" y="139"/>
                  </a:lnTo>
                  <a:lnTo>
                    <a:pt x="235" y="141"/>
                  </a:lnTo>
                  <a:lnTo>
                    <a:pt x="236" y="142"/>
                  </a:lnTo>
                  <a:lnTo>
                    <a:pt x="238" y="143"/>
                  </a:lnTo>
                  <a:lnTo>
                    <a:pt x="239" y="145"/>
                  </a:lnTo>
                  <a:lnTo>
                    <a:pt x="241" y="146"/>
                  </a:lnTo>
                  <a:lnTo>
                    <a:pt x="242" y="147"/>
                  </a:lnTo>
                  <a:lnTo>
                    <a:pt x="243" y="149"/>
                  </a:lnTo>
                  <a:lnTo>
                    <a:pt x="245" y="150"/>
                  </a:lnTo>
                  <a:lnTo>
                    <a:pt x="246" y="151"/>
                  </a:lnTo>
                  <a:lnTo>
                    <a:pt x="247" y="152"/>
                  </a:lnTo>
                  <a:lnTo>
                    <a:pt x="249" y="154"/>
                  </a:lnTo>
                  <a:lnTo>
                    <a:pt x="250" y="155"/>
                  </a:lnTo>
                  <a:lnTo>
                    <a:pt x="251" y="156"/>
                  </a:lnTo>
                  <a:lnTo>
                    <a:pt x="253" y="157"/>
                  </a:lnTo>
                  <a:lnTo>
                    <a:pt x="254" y="158"/>
                  </a:lnTo>
                  <a:lnTo>
                    <a:pt x="255" y="160"/>
                  </a:lnTo>
                  <a:lnTo>
                    <a:pt x="257" y="161"/>
                  </a:lnTo>
                  <a:lnTo>
                    <a:pt x="258" y="162"/>
                  </a:lnTo>
                  <a:lnTo>
                    <a:pt x="259" y="163"/>
                  </a:lnTo>
                  <a:lnTo>
                    <a:pt x="261" y="164"/>
                  </a:lnTo>
                  <a:lnTo>
                    <a:pt x="262" y="166"/>
                  </a:lnTo>
                  <a:lnTo>
                    <a:pt x="263" y="167"/>
                  </a:lnTo>
                  <a:lnTo>
                    <a:pt x="265" y="168"/>
                  </a:lnTo>
                  <a:lnTo>
                    <a:pt x="266" y="169"/>
                  </a:lnTo>
                  <a:lnTo>
                    <a:pt x="267" y="170"/>
                  </a:lnTo>
                  <a:lnTo>
                    <a:pt x="269" y="171"/>
                  </a:lnTo>
                  <a:lnTo>
                    <a:pt x="270" y="172"/>
                  </a:lnTo>
                  <a:lnTo>
                    <a:pt x="271" y="174"/>
                  </a:lnTo>
                  <a:lnTo>
                    <a:pt x="273" y="175"/>
                  </a:lnTo>
                  <a:lnTo>
                    <a:pt x="274" y="176"/>
                  </a:lnTo>
                  <a:lnTo>
                    <a:pt x="276" y="176"/>
                  </a:lnTo>
                  <a:lnTo>
                    <a:pt x="277" y="178"/>
                  </a:lnTo>
                  <a:lnTo>
                    <a:pt x="278" y="178"/>
                  </a:lnTo>
                  <a:lnTo>
                    <a:pt x="280" y="179"/>
                  </a:lnTo>
                  <a:lnTo>
                    <a:pt x="281" y="180"/>
                  </a:lnTo>
                  <a:lnTo>
                    <a:pt x="282" y="181"/>
                  </a:lnTo>
                  <a:lnTo>
                    <a:pt x="284" y="182"/>
                  </a:lnTo>
                  <a:lnTo>
                    <a:pt x="285" y="183"/>
                  </a:lnTo>
                  <a:lnTo>
                    <a:pt x="286" y="183"/>
                  </a:lnTo>
                  <a:lnTo>
                    <a:pt x="288" y="184"/>
                  </a:lnTo>
                  <a:lnTo>
                    <a:pt x="289" y="185"/>
                  </a:lnTo>
                  <a:lnTo>
                    <a:pt x="290" y="186"/>
                  </a:lnTo>
                  <a:lnTo>
                    <a:pt x="292" y="187"/>
                  </a:lnTo>
                  <a:lnTo>
                    <a:pt x="293" y="187"/>
                  </a:lnTo>
                  <a:lnTo>
                    <a:pt x="294" y="188"/>
                  </a:lnTo>
                  <a:lnTo>
                    <a:pt x="296" y="189"/>
                  </a:lnTo>
                  <a:lnTo>
                    <a:pt x="297" y="189"/>
                  </a:lnTo>
                  <a:lnTo>
                    <a:pt x="298" y="190"/>
                  </a:lnTo>
                  <a:lnTo>
                    <a:pt x="300" y="191"/>
                  </a:lnTo>
                  <a:lnTo>
                    <a:pt x="301" y="191"/>
                  </a:lnTo>
                  <a:lnTo>
                    <a:pt x="302" y="192"/>
                  </a:lnTo>
                  <a:lnTo>
                    <a:pt x="304" y="193"/>
                  </a:lnTo>
                  <a:lnTo>
                    <a:pt x="305" y="193"/>
                  </a:lnTo>
                  <a:lnTo>
                    <a:pt x="306" y="194"/>
                  </a:lnTo>
                  <a:lnTo>
                    <a:pt x="308" y="194"/>
                  </a:lnTo>
                  <a:lnTo>
                    <a:pt x="309" y="195"/>
                  </a:lnTo>
                  <a:lnTo>
                    <a:pt x="311" y="195"/>
                  </a:lnTo>
                  <a:lnTo>
                    <a:pt x="312" y="196"/>
                  </a:lnTo>
                  <a:lnTo>
                    <a:pt x="313" y="197"/>
                  </a:lnTo>
                  <a:lnTo>
                    <a:pt x="315" y="197"/>
                  </a:lnTo>
                  <a:lnTo>
                    <a:pt x="316" y="197"/>
                  </a:lnTo>
                  <a:lnTo>
                    <a:pt x="317" y="198"/>
                  </a:lnTo>
                  <a:lnTo>
                    <a:pt x="319" y="198"/>
                  </a:lnTo>
                  <a:lnTo>
                    <a:pt x="320" y="199"/>
                  </a:lnTo>
                  <a:lnTo>
                    <a:pt x="321" y="199"/>
                  </a:lnTo>
                  <a:lnTo>
                    <a:pt x="323" y="199"/>
                  </a:lnTo>
                  <a:lnTo>
                    <a:pt x="324" y="199"/>
                  </a:lnTo>
                  <a:lnTo>
                    <a:pt x="325" y="200"/>
                  </a:lnTo>
                  <a:lnTo>
                    <a:pt x="327" y="200"/>
                  </a:lnTo>
                  <a:lnTo>
                    <a:pt x="328" y="200"/>
                  </a:lnTo>
                  <a:lnTo>
                    <a:pt x="329" y="201"/>
                  </a:lnTo>
                  <a:lnTo>
                    <a:pt x="331" y="201"/>
                  </a:lnTo>
                  <a:lnTo>
                    <a:pt x="332" y="201"/>
                  </a:lnTo>
                  <a:lnTo>
                    <a:pt x="333" y="202"/>
                  </a:lnTo>
                  <a:lnTo>
                    <a:pt x="335" y="202"/>
                  </a:lnTo>
                  <a:lnTo>
                    <a:pt x="336" y="202"/>
                  </a:lnTo>
                  <a:lnTo>
                    <a:pt x="337" y="202"/>
                  </a:lnTo>
                  <a:lnTo>
                    <a:pt x="339" y="203"/>
                  </a:lnTo>
                  <a:lnTo>
                    <a:pt x="340" y="203"/>
                  </a:lnTo>
                  <a:lnTo>
                    <a:pt x="341" y="203"/>
                  </a:lnTo>
                  <a:lnTo>
                    <a:pt x="343" y="203"/>
                  </a:lnTo>
                  <a:lnTo>
                    <a:pt x="344" y="203"/>
                  </a:lnTo>
                  <a:lnTo>
                    <a:pt x="346" y="204"/>
                  </a:lnTo>
                  <a:lnTo>
                    <a:pt x="347" y="204"/>
                  </a:lnTo>
                  <a:lnTo>
                    <a:pt x="348" y="204"/>
                  </a:lnTo>
                  <a:lnTo>
                    <a:pt x="350" y="204"/>
                  </a:lnTo>
                  <a:lnTo>
                    <a:pt x="351" y="204"/>
                  </a:lnTo>
                  <a:lnTo>
                    <a:pt x="352" y="205"/>
                  </a:lnTo>
                  <a:lnTo>
                    <a:pt x="354" y="205"/>
                  </a:lnTo>
                  <a:lnTo>
                    <a:pt x="355" y="205"/>
                  </a:lnTo>
                  <a:lnTo>
                    <a:pt x="356" y="205"/>
                  </a:lnTo>
                  <a:lnTo>
                    <a:pt x="358" y="205"/>
                  </a:lnTo>
                  <a:lnTo>
                    <a:pt x="359" y="205"/>
                  </a:lnTo>
                  <a:lnTo>
                    <a:pt x="360" y="205"/>
                  </a:lnTo>
                  <a:lnTo>
                    <a:pt x="362" y="205"/>
                  </a:lnTo>
                  <a:lnTo>
                    <a:pt x="363" y="205"/>
                  </a:lnTo>
                  <a:lnTo>
                    <a:pt x="364" y="205"/>
                  </a:lnTo>
                  <a:lnTo>
                    <a:pt x="366" y="206"/>
                  </a:lnTo>
                  <a:lnTo>
                    <a:pt x="367" y="206"/>
                  </a:lnTo>
                  <a:lnTo>
                    <a:pt x="368" y="206"/>
                  </a:lnTo>
                  <a:lnTo>
                    <a:pt x="370" y="206"/>
                  </a:lnTo>
                  <a:lnTo>
                    <a:pt x="371" y="206"/>
                  </a:lnTo>
                  <a:lnTo>
                    <a:pt x="372" y="206"/>
                  </a:lnTo>
                  <a:lnTo>
                    <a:pt x="374" y="206"/>
                  </a:lnTo>
                  <a:lnTo>
                    <a:pt x="375" y="206"/>
                  </a:lnTo>
                  <a:lnTo>
                    <a:pt x="376" y="206"/>
                  </a:lnTo>
                  <a:lnTo>
                    <a:pt x="378" y="206"/>
                  </a:lnTo>
                  <a:lnTo>
                    <a:pt x="379" y="206"/>
                  </a:lnTo>
                  <a:lnTo>
                    <a:pt x="380" y="206"/>
                  </a:lnTo>
                  <a:lnTo>
                    <a:pt x="382" y="206"/>
                  </a:lnTo>
                  <a:lnTo>
                    <a:pt x="383" y="206"/>
                  </a:lnTo>
                  <a:lnTo>
                    <a:pt x="385" y="206"/>
                  </a:lnTo>
                  <a:lnTo>
                    <a:pt x="386" y="206"/>
                  </a:lnTo>
                  <a:lnTo>
                    <a:pt x="387" y="206"/>
                  </a:lnTo>
                  <a:lnTo>
                    <a:pt x="389" y="206"/>
                  </a:lnTo>
                  <a:lnTo>
                    <a:pt x="390" y="206"/>
                  </a:lnTo>
                  <a:lnTo>
                    <a:pt x="391" y="206"/>
                  </a:lnTo>
                  <a:lnTo>
                    <a:pt x="393" y="206"/>
                  </a:lnTo>
                  <a:lnTo>
                    <a:pt x="394" y="206"/>
                  </a:lnTo>
                  <a:lnTo>
                    <a:pt x="395" y="206"/>
                  </a:lnTo>
                  <a:lnTo>
                    <a:pt x="397" y="206"/>
                  </a:lnTo>
                  <a:lnTo>
                    <a:pt x="398" y="206"/>
                  </a:lnTo>
                  <a:lnTo>
                    <a:pt x="399" y="206"/>
                  </a:lnTo>
                  <a:lnTo>
                    <a:pt x="401" y="206"/>
                  </a:lnTo>
                  <a:lnTo>
                    <a:pt x="402" y="206"/>
                  </a:lnTo>
                  <a:lnTo>
                    <a:pt x="403" y="205"/>
                  </a:lnTo>
                  <a:lnTo>
                    <a:pt x="405" y="205"/>
                  </a:lnTo>
                  <a:lnTo>
                    <a:pt x="406" y="205"/>
                  </a:lnTo>
                  <a:lnTo>
                    <a:pt x="407" y="205"/>
                  </a:lnTo>
                  <a:lnTo>
                    <a:pt x="409" y="205"/>
                  </a:lnTo>
                  <a:lnTo>
                    <a:pt x="410" y="205"/>
                  </a:lnTo>
                  <a:lnTo>
                    <a:pt x="411" y="205"/>
                  </a:lnTo>
                  <a:lnTo>
                    <a:pt x="413" y="205"/>
                  </a:lnTo>
                  <a:lnTo>
                    <a:pt x="414" y="205"/>
                  </a:lnTo>
                  <a:lnTo>
                    <a:pt x="415" y="205"/>
                  </a:lnTo>
                  <a:lnTo>
                    <a:pt x="417" y="205"/>
                  </a:lnTo>
                  <a:lnTo>
                    <a:pt x="418" y="205"/>
                  </a:lnTo>
                  <a:lnTo>
                    <a:pt x="420" y="205"/>
                  </a:lnTo>
                  <a:lnTo>
                    <a:pt x="421" y="205"/>
                  </a:lnTo>
                  <a:lnTo>
                    <a:pt x="422" y="205"/>
                  </a:lnTo>
                  <a:lnTo>
                    <a:pt x="424" y="204"/>
                  </a:lnTo>
                  <a:lnTo>
                    <a:pt x="425" y="204"/>
                  </a:lnTo>
                  <a:lnTo>
                    <a:pt x="426" y="204"/>
                  </a:lnTo>
                  <a:lnTo>
                    <a:pt x="428" y="204"/>
                  </a:lnTo>
                  <a:lnTo>
                    <a:pt x="429" y="204"/>
                  </a:lnTo>
                  <a:lnTo>
                    <a:pt x="430" y="204"/>
                  </a:lnTo>
                  <a:lnTo>
                    <a:pt x="432" y="204"/>
                  </a:lnTo>
                  <a:lnTo>
                    <a:pt x="433" y="204"/>
                  </a:lnTo>
                  <a:lnTo>
                    <a:pt x="434" y="204"/>
                  </a:lnTo>
                  <a:lnTo>
                    <a:pt x="436" y="203"/>
                  </a:lnTo>
                  <a:lnTo>
                    <a:pt x="437" y="203"/>
                  </a:lnTo>
                  <a:lnTo>
                    <a:pt x="438" y="203"/>
                  </a:lnTo>
                  <a:lnTo>
                    <a:pt x="440" y="203"/>
                  </a:lnTo>
                  <a:lnTo>
                    <a:pt x="441" y="203"/>
                  </a:lnTo>
                  <a:lnTo>
                    <a:pt x="442" y="203"/>
                  </a:lnTo>
                  <a:lnTo>
                    <a:pt x="444" y="203"/>
                  </a:lnTo>
                  <a:lnTo>
                    <a:pt x="445" y="203"/>
                  </a:lnTo>
                  <a:lnTo>
                    <a:pt x="446" y="203"/>
                  </a:lnTo>
                  <a:lnTo>
                    <a:pt x="448" y="203"/>
                  </a:lnTo>
                  <a:lnTo>
                    <a:pt x="449" y="203"/>
                  </a:lnTo>
                  <a:lnTo>
                    <a:pt x="450" y="203"/>
                  </a:lnTo>
                  <a:lnTo>
                    <a:pt x="452" y="202"/>
                  </a:lnTo>
                  <a:lnTo>
                    <a:pt x="453" y="202"/>
                  </a:lnTo>
                  <a:lnTo>
                    <a:pt x="455" y="202"/>
                  </a:lnTo>
                  <a:lnTo>
                    <a:pt x="456" y="202"/>
                  </a:lnTo>
                  <a:lnTo>
                    <a:pt x="457" y="202"/>
                  </a:lnTo>
                  <a:lnTo>
                    <a:pt x="459" y="202"/>
                  </a:lnTo>
                  <a:lnTo>
                    <a:pt x="460" y="202"/>
                  </a:lnTo>
                  <a:lnTo>
                    <a:pt x="461" y="202"/>
                  </a:lnTo>
                  <a:lnTo>
                    <a:pt x="463" y="202"/>
                  </a:lnTo>
                  <a:lnTo>
                    <a:pt x="464" y="202"/>
                  </a:lnTo>
                  <a:lnTo>
                    <a:pt x="465" y="202"/>
                  </a:lnTo>
                  <a:lnTo>
                    <a:pt x="467" y="202"/>
                  </a:lnTo>
                  <a:lnTo>
                    <a:pt x="468" y="202"/>
                  </a:lnTo>
                  <a:lnTo>
                    <a:pt x="469" y="202"/>
                  </a:lnTo>
                  <a:lnTo>
                    <a:pt x="471" y="201"/>
                  </a:lnTo>
                  <a:lnTo>
                    <a:pt x="472" y="201"/>
                  </a:lnTo>
                  <a:lnTo>
                    <a:pt x="473" y="201"/>
                  </a:lnTo>
                  <a:lnTo>
                    <a:pt x="475" y="201"/>
                  </a:lnTo>
                  <a:lnTo>
                    <a:pt x="476" y="201"/>
                  </a:lnTo>
                  <a:lnTo>
                    <a:pt x="477" y="201"/>
                  </a:lnTo>
                  <a:lnTo>
                    <a:pt x="479" y="201"/>
                  </a:lnTo>
                  <a:lnTo>
                    <a:pt x="480" y="201"/>
                  </a:lnTo>
                  <a:lnTo>
                    <a:pt x="481" y="201"/>
                  </a:lnTo>
                  <a:lnTo>
                    <a:pt x="483" y="201"/>
                  </a:lnTo>
                  <a:lnTo>
                    <a:pt x="484" y="201"/>
                  </a:lnTo>
                  <a:lnTo>
                    <a:pt x="485" y="201"/>
                  </a:lnTo>
                  <a:lnTo>
                    <a:pt x="487" y="201"/>
                  </a:lnTo>
                  <a:lnTo>
                    <a:pt x="488" y="200"/>
                  </a:lnTo>
                  <a:lnTo>
                    <a:pt x="490" y="200"/>
                  </a:lnTo>
                  <a:lnTo>
                    <a:pt x="491" y="200"/>
                  </a:lnTo>
                  <a:lnTo>
                    <a:pt x="492" y="200"/>
                  </a:lnTo>
                  <a:lnTo>
                    <a:pt x="494" y="200"/>
                  </a:lnTo>
                  <a:lnTo>
                    <a:pt x="495" y="200"/>
                  </a:lnTo>
                  <a:lnTo>
                    <a:pt x="496" y="200"/>
                  </a:lnTo>
                  <a:lnTo>
                    <a:pt x="498" y="200"/>
                  </a:lnTo>
                  <a:lnTo>
                    <a:pt x="499" y="200"/>
                  </a:lnTo>
                  <a:lnTo>
                    <a:pt x="500" y="200"/>
                  </a:lnTo>
                  <a:lnTo>
                    <a:pt x="502" y="200"/>
                  </a:lnTo>
                  <a:lnTo>
                    <a:pt x="503" y="200"/>
                  </a:lnTo>
                  <a:lnTo>
                    <a:pt x="504" y="200"/>
                  </a:lnTo>
                  <a:lnTo>
                    <a:pt x="506" y="200"/>
                  </a:lnTo>
                  <a:lnTo>
                    <a:pt x="507" y="200"/>
                  </a:lnTo>
                  <a:lnTo>
                    <a:pt x="508" y="200"/>
                  </a:lnTo>
                  <a:lnTo>
                    <a:pt x="510" y="200"/>
                  </a:lnTo>
                  <a:lnTo>
                    <a:pt x="511" y="200"/>
                  </a:lnTo>
                  <a:lnTo>
                    <a:pt x="512" y="200"/>
                  </a:lnTo>
                  <a:lnTo>
                    <a:pt x="514" y="200"/>
                  </a:lnTo>
                  <a:lnTo>
                    <a:pt x="515" y="199"/>
                  </a:lnTo>
                  <a:lnTo>
                    <a:pt x="516" y="199"/>
                  </a:lnTo>
                  <a:lnTo>
                    <a:pt x="518" y="199"/>
                  </a:lnTo>
                  <a:lnTo>
                    <a:pt x="519" y="199"/>
                  </a:lnTo>
                  <a:lnTo>
                    <a:pt x="520" y="199"/>
                  </a:lnTo>
                  <a:lnTo>
                    <a:pt x="522" y="199"/>
                  </a:lnTo>
                  <a:lnTo>
                    <a:pt x="523" y="199"/>
                  </a:lnTo>
                  <a:lnTo>
                    <a:pt x="524" y="199"/>
                  </a:lnTo>
                  <a:lnTo>
                    <a:pt x="526" y="199"/>
                  </a:lnTo>
                  <a:lnTo>
                    <a:pt x="527" y="199"/>
                  </a:lnTo>
                  <a:lnTo>
                    <a:pt x="529" y="199"/>
                  </a:lnTo>
                  <a:lnTo>
                    <a:pt x="530" y="199"/>
                  </a:lnTo>
                  <a:lnTo>
                    <a:pt x="531" y="199"/>
                  </a:lnTo>
                  <a:lnTo>
                    <a:pt x="533" y="199"/>
                  </a:lnTo>
                  <a:lnTo>
                    <a:pt x="534" y="199"/>
                  </a:lnTo>
                  <a:lnTo>
                    <a:pt x="535" y="198"/>
                  </a:lnTo>
                  <a:lnTo>
                    <a:pt x="537" y="198"/>
                  </a:lnTo>
                  <a:lnTo>
                    <a:pt x="538" y="198"/>
                  </a:lnTo>
                  <a:lnTo>
                    <a:pt x="539" y="198"/>
                  </a:lnTo>
                  <a:lnTo>
                    <a:pt x="541" y="198"/>
                  </a:lnTo>
                  <a:lnTo>
                    <a:pt x="542" y="198"/>
                  </a:lnTo>
                  <a:lnTo>
                    <a:pt x="543" y="198"/>
                  </a:lnTo>
                  <a:lnTo>
                    <a:pt x="545" y="198"/>
                  </a:lnTo>
                  <a:lnTo>
                    <a:pt x="546" y="198"/>
                  </a:lnTo>
                  <a:lnTo>
                    <a:pt x="547" y="198"/>
                  </a:lnTo>
                  <a:lnTo>
                    <a:pt x="549" y="198"/>
                  </a:lnTo>
                  <a:lnTo>
                    <a:pt x="550" y="198"/>
                  </a:lnTo>
                  <a:lnTo>
                    <a:pt x="551" y="198"/>
                  </a:lnTo>
                  <a:lnTo>
                    <a:pt x="553" y="198"/>
                  </a:lnTo>
                  <a:lnTo>
                    <a:pt x="554" y="198"/>
                  </a:lnTo>
                  <a:lnTo>
                    <a:pt x="555" y="198"/>
                  </a:lnTo>
                  <a:lnTo>
                    <a:pt x="557" y="197"/>
                  </a:lnTo>
                  <a:lnTo>
                    <a:pt x="558" y="197"/>
                  </a:lnTo>
                  <a:lnTo>
                    <a:pt x="559" y="197"/>
                  </a:lnTo>
                  <a:lnTo>
                    <a:pt x="561" y="197"/>
                  </a:lnTo>
                  <a:lnTo>
                    <a:pt x="562" y="197"/>
                  </a:lnTo>
                  <a:lnTo>
                    <a:pt x="564" y="197"/>
                  </a:lnTo>
                  <a:lnTo>
                    <a:pt x="565" y="197"/>
                  </a:lnTo>
                  <a:lnTo>
                    <a:pt x="566" y="197"/>
                  </a:lnTo>
                  <a:lnTo>
                    <a:pt x="568" y="197"/>
                  </a:lnTo>
                  <a:lnTo>
                    <a:pt x="569" y="197"/>
                  </a:lnTo>
                  <a:lnTo>
                    <a:pt x="570" y="197"/>
                  </a:lnTo>
                  <a:lnTo>
                    <a:pt x="572" y="197"/>
                  </a:lnTo>
                  <a:lnTo>
                    <a:pt x="573" y="197"/>
                  </a:lnTo>
                  <a:lnTo>
                    <a:pt x="574" y="197"/>
                  </a:lnTo>
                  <a:lnTo>
                    <a:pt x="576" y="197"/>
                  </a:lnTo>
                  <a:lnTo>
                    <a:pt x="577" y="197"/>
                  </a:lnTo>
                  <a:lnTo>
                    <a:pt x="578" y="197"/>
                  </a:lnTo>
                  <a:lnTo>
                    <a:pt x="580" y="197"/>
                  </a:lnTo>
                  <a:lnTo>
                    <a:pt x="581" y="197"/>
                  </a:lnTo>
                  <a:lnTo>
                    <a:pt x="582" y="197"/>
                  </a:lnTo>
                  <a:lnTo>
                    <a:pt x="584" y="197"/>
                  </a:lnTo>
                  <a:lnTo>
                    <a:pt x="585" y="197"/>
                  </a:lnTo>
                  <a:lnTo>
                    <a:pt x="586" y="197"/>
                  </a:lnTo>
                  <a:lnTo>
                    <a:pt x="588" y="197"/>
                  </a:lnTo>
                  <a:lnTo>
                    <a:pt x="589" y="197"/>
                  </a:lnTo>
                  <a:lnTo>
                    <a:pt x="590" y="196"/>
                  </a:lnTo>
                  <a:lnTo>
                    <a:pt x="592" y="197"/>
                  </a:lnTo>
                  <a:lnTo>
                    <a:pt x="593" y="196"/>
                  </a:lnTo>
                  <a:lnTo>
                    <a:pt x="594" y="196"/>
                  </a:lnTo>
                  <a:lnTo>
                    <a:pt x="596" y="196"/>
                  </a:lnTo>
                  <a:lnTo>
                    <a:pt x="597" y="196"/>
                  </a:lnTo>
                  <a:lnTo>
                    <a:pt x="599" y="196"/>
                  </a:lnTo>
                  <a:lnTo>
                    <a:pt x="600" y="196"/>
                  </a:lnTo>
                  <a:lnTo>
                    <a:pt x="601" y="196"/>
                  </a:lnTo>
                  <a:lnTo>
                    <a:pt x="603" y="196"/>
                  </a:lnTo>
                  <a:lnTo>
                    <a:pt x="604" y="196"/>
                  </a:lnTo>
                  <a:lnTo>
                    <a:pt x="605" y="196"/>
                  </a:lnTo>
                  <a:lnTo>
                    <a:pt x="607" y="196"/>
                  </a:lnTo>
                  <a:lnTo>
                    <a:pt x="608" y="196"/>
                  </a:lnTo>
                  <a:lnTo>
                    <a:pt x="609" y="196"/>
                  </a:lnTo>
                  <a:lnTo>
                    <a:pt x="611" y="196"/>
                  </a:lnTo>
                  <a:lnTo>
                    <a:pt x="612" y="196"/>
                  </a:lnTo>
                  <a:lnTo>
                    <a:pt x="613" y="196"/>
                  </a:lnTo>
                  <a:lnTo>
                    <a:pt x="615" y="196"/>
                  </a:lnTo>
                  <a:lnTo>
                    <a:pt x="616" y="196"/>
                  </a:lnTo>
                  <a:lnTo>
                    <a:pt x="617" y="196"/>
                  </a:lnTo>
                  <a:lnTo>
                    <a:pt x="619" y="196"/>
                  </a:lnTo>
                  <a:lnTo>
                    <a:pt x="620" y="196"/>
                  </a:lnTo>
                  <a:lnTo>
                    <a:pt x="621" y="196"/>
                  </a:lnTo>
                  <a:lnTo>
                    <a:pt x="623" y="196"/>
                  </a:lnTo>
                  <a:lnTo>
                    <a:pt x="624" y="196"/>
                  </a:lnTo>
                  <a:lnTo>
                    <a:pt x="625" y="195"/>
                  </a:lnTo>
                  <a:lnTo>
                    <a:pt x="627" y="195"/>
                  </a:lnTo>
                  <a:lnTo>
                    <a:pt x="628" y="196"/>
                  </a:lnTo>
                  <a:lnTo>
                    <a:pt x="629" y="195"/>
                  </a:lnTo>
                  <a:lnTo>
                    <a:pt x="631" y="195"/>
                  </a:lnTo>
                  <a:lnTo>
                    <a:pt x="632" y="195"/>
                  </a:lnTo>
                  <a:lnTo>
                    <a:pt x="634" y="195"/>
                  </a:lnTo>
                  <a:lnTo>
                    <a:pt x="635" y="195"/>
                  </a:lnTo>
                  <a:lnTo>
                    <a:pt x="636" y="195"/>
                  </a:lnTo>
                  <a:lnTo>
                    <a:pt x="638" y="195"/>
                  </a:lnTo>
                  <a:lnTo>
                    <a:pt x="639" y="195"/>
                  </a:lnTo>
                  <a:lnTo>
                    <a:pt x="640" y="195"/>
                  </a:lnTo>
                  <a:lnTo>
                    <a:pt x="642" y="195"/>
                  </a:lnTo>
                  <a:lnTo>
                    <a:pt x="643" y="195"/>
                  </a:lnTo>
                  <a:lnTo>
                    <a:pt x="644" y="195"/>
                  </a:lnTo>
                  <a:lnTo>
                    <a:pt x="646" y="195"/>
                  </a:lnTo>
                  <a:lnTo>
                    <a:pt x="647" y="195"/>
                  </a:lnTo>
                  <a:lnTo>
                    <a:pt x="648" y="195"/>
                  </a:lnTo>
                  <a:lnTo>
                    <a:pt x="650" y="195"/>
                  </a:lnTo>
                  <a:lnTo>
                    <a:pt x="651" y="195"/>
                  </a:lnTo>
                  <a:lnTo>
                    <a:pt x="652" y="195"/>
                  </a:lnTo>
                  <a:lnTo>
                    <a:pt x="654" y="195"/>
                  </a:lnTo>
                  <a:lnTo>
                    <a:pt x="655" y="195"/>
                  </a:lnTo>
                  <a:lnTo>
                    <a:pt x="656" y="195"/>
                  </a:lnTo>
                  <a:lnTo>
                    <a:pt x="658" y="195"/>
                  </a:lnTo>
                  <a:lnTo>
                    <a:pt x="659" y="195"/>
                  </a:lnTo>
                  <a:lnTo>
                    <a:pt x="660" y="195"/>
                  </a:lnTo>
                  <a:lnTo>
                    <a:pt x="662" y="195"/>
                  </a:lnTo>
                  <a:lnTo>
                    <a:pt x="663" y="194"/>
                  </a:lnTo>
                  <a:lnTo>
                    <a:pt x="664" y="194"/>
                  </a:lnTo>
                  <a:lnTo>
                    <a:pt x="666" y="194"/>
                  </a:lnTo>
                  <a:lnTo>
                    <a:pt x="667" y="194"/>
                  </a:lnTo>
                  <a:lnTo>
                    <a:pt x="668" y="194"/>
                  </a:lnTo>
                  <a:lnTo>
                    <a:pt x="670" y="194"/>
                  </a:lnTo>
                  <a:lnTo>
                    <a:pt x="671" y="194"/>
                  </a:lnTo>
                  <a:lnTo>
                    <a:pt x="673" y="194"/>
                  </a:lnTo>
                  <a:lnTo>
                    <a:pt x="674" y="194"/>
                  </a:lnTo>
                  <a:lnTo>
                    <a:pt x="675" y="194"/>
                  </a:lnTo>
                  <a:lnTo>
                    <a:pt x="677" y="194"/>
                  </a:lnTo>
                  <a:lnTo>
                    <a:pt x="678" y="194"/>
                  </a:lnTo>
                  <a:lnTo>
                    <a:pt x="679" y="194"/>
                  </a:lnTo>
                  <a:lnTo>
                    <a:pt x="681" y="194"/>
                  </a:lnTo>
                  <a:lnTo>
                    <a:pt x="682" y="194"/>
                  </a:lnTo>
                  <a:lnTo>
                    <a:pt x="683" y="194"/>
                  </a:lnTo>
                  <a:lnTo>
                    <a:pt x="685" y="194"/>
                  </a:lnTo>
                  <a:lnTo>
                    <a:pt x="686" y="194"/>
                  </a:lnTo>
                  <a:lnTo>
                    <a:pt x="687" y="194"/>
                  </a:lnTo>
                  <a:lnTo>
                    <a:pt x="689" y="194"/>
                  </a:lnTo>
                  <a:lnTo>
                    <a:pt x="690" y="194"/>
                  </a:lnTo>
                  <a:lnTo>
                    <a:pt x="691" y="194"/>
                  </a:lnTo>
                  <a:lnTo>
                    <a:pt x="693" y="194"/>
                  </a:lnTo>
                  <a:lnTo>
                    <a:pt x="694" y="194"/>
                  </a:lnTo>
                  <a:lnTo>
                    <a:pt x="695" y="194"/>
                  </a:lnTo>
                  <a:lnTo>
                    <a:pt x="697" y="194"/>
                  </a:lnTo>
                  <a:lnTo>
                    <a:pt x="698" y="194"/>
                  </a:lnTo>
                  <a:lnTo>
                    <a:pt x="699" y="194"/>
                  </a:lnTo>
                  <a:lnTo>
                    <a:pt x="701" y="194"/>
                  </a:lnTo>
                  <a:lnTo>
                    <a:pt x="702" y="194"/>
                  </a:lnTo>
                  <a:lnTo>
                    <a:pt x="703" y="194"/>
                  </a:lnTo>
                  <a:lnTo>
                    <a:pt x="705" y="194"/>
                  </a:lnTo>
                  <a:lnTo>
                    <a:pt x="706" y="194"/>
                  </a:lnTo>
                  <a:lnTo>
                    <a:pt x="708" y="194"/>
                  </a:lnTo>
                  <a:lnTo>
                    <a:pt x="709" y="194"/>
                  </a:lnTo>
                  <a:lnTo>
                    <a:pt x="710" y="194"/>
                  </a:lnTo>
                  <a:lnTo>
                    <a:pt x="712" y="193"/>
                  </a:lnTo>
                  <a:lnTo>
                    <a:pt x="713" y="193"/>
                  </a:lnTo>
                  <a:lnTo>
                    <a:pt x="714" y="193"/>
                  </a:lnTo>
                  <a:lnTo>
                    <a:pt x="716" y="193"/>
                  </a:lnTo>
                  <a:lnTo>
                    <a:pt x="717" y="193"/>
                  </a:lnTo>
                  <a:lnTo>
                    <a:pt x="718" y="193"/>
                  </a:lnTo>
                  <a:lnTo>
                    <a:pt x="720" y="193"/>
                  </a:lnTo>
                  <a:lnTo>
                    <a:pt x="721" y="193"/>
                  </a:lnTo>
                  <a:lnTo>
                    <a:pt x="722" y="193"/>
                  </a:lnTo>
                  <a:lnTo>
                    <a:pt x="724" y="193"/>
                  </a:lnTo>
                  <a:lnTo>
                    <a:pt x="725" y="193"/>
                  </a:lnTo>
                  <a:lnTo>
                    <a:pt x="726" y="193"/>
                  </a:lnTo>
                  <a:lnTo>
                    <a:pt x="728" y="193"/>
                  </a:lnTo>
                  <a:lnTo>
                    <a:pt x="729" y="193"/>
                  </a:lnTo>
                  <a:lnTo>
                    <a:pt x="730" y="193"/>
                  </a:lnTo>
                  <a:lnTo>
                    <a:pt x="732" y="193"/>
                  </a:lnTo>
                  <a:lnTo>
                    <a:pt x="733" y="193"/>
                  </a:lnTo>
                  <a:lnTo>
                    <a:pt x="734" y="193"/>
                  </a:lnTo>
                  <a:lnTo>
                    <a:pt x="736" y="193"/>
                  </a:lnTo>
                  <a:lnTo>
                    <a:pt x="737" y="193"/>
                  </a:lnTo>
                  <a:lnTo>
                    <a:pt x="738" y="193"/>
                  </a:lnTo>
                  <a:lnTo>
                    <a:pt x="740" y="193"/>
                  </a:lnTo>
                  <a:lnTo>
                    <a:pt x="741" y="193"/>
                  </a:lnTo>
                  <a:lnTo>
                    <a:pt x="743" y="193"/>
                  </a:lnTo>
                  <a:lnTo>
                    <a:pt x="744" y="192"/>
                  </a:lnTo>
                  <a:lnTo>
                    <a:pt x="745" y="192"/>
                  </a:lnTo>
                  <a:lnTo>
                    <a:pt x="747" y="192"/>
                  </a:lnTo>
                  <a:lnTo>
                    <a:pt x="748" y="192"/>
                  </a:lnTo>
                  <a:lnTo>
                    <a:pt x="749" y="192"/>
                  </a:lnTo>
                  <a:lnTo>
                    <a:pt x="751" y="192"/>
                  </a:lnTo>
                  <a:lnTo>
                    <a:pt x="752" y="192"/>
                  </a:lnTo>
                  <a:lnTo>
                    <a:pt x="753" y="192"/>
                  </a:lnTo>
                  <a:lnTo>
                    <a:pt x="755" y="192"/>
                  </a:lnTo>
                  <a:lnTo>
                    <a:pt x="756" y="192"/>
                  </a:lnTo>
                  <a:lnTo>
                    <a:pt x="757" y="192"/>
                  </a:lnTo>
                  <a:lnTo>
                    <a:pt x="759" y="192"/>
                  </a:lnTo>
                  <a:lnTo>
                    <a:pt x="760" y="192"/>
                  </a:lnTo>
                  <a:lnTo>
                    <a:pt x="761" y="192"/>
                  </a:lnTo>
                  <a:lnTo>
                    <a:pt x="763" y="192"/>
                  </a:lnTo>
                  <a:lnTo>
                    <a:pt x="764" y="192"/>
                  </a:lnTo>
                  <a:lnTo>
                    <a:pt x="765" y="192"/>
                  </a:lnTo>
                  <a:lnTo>
                    <a:pt x="767" y="192"/>
                  </a:lnTo>
                  <a:lnTo>
                    <a:pt x="768" y="192"/>
                  </a:lnTo>
                  <a:lnTo>
                    <a:pt x="769" y="192"/>
                  </a:lnTo>
                  <a:lnTo>
                    <a:pt x="771" y="192"/>
                  </a:lnTo>
                  <a:lnTo>
                    <a:pt x="772" y="192"/>
                  </a:lnTo>
                  <a:lnTo>
                    <a:pt x="773" y="192"/>
                  </a:lnTo>
                  <a:lnTo>
                    <a:pt x="775" y="192"/>
                  </a:lnTo>
                  <a:lnTo>
                    <a:pt x="776" y="192"/>
                  </a:lnTo>
                  <a:lnTo>
                    <a:pt x="777" y="192"/>
                  </a:lnTo>
                  <a:lnTo>
                    <a:pt x="779" y="192"/>
                  </a:lnTo>
                  <a:lnTo>
                    <a:pt x="780" y="192"/>
                  </a:lnTo>
                  <a:lnTo>
                    <a:pt x="782" y="192"/>
                  </a:lnTo>
                  <a:lnTo>
                    <a:pt x="783" y="192"/>
                  </a:lnTo>
                  <a:lnTo>
                    <a:pt x="784" y="192"/>
                  </a:lnTo>
                  <a:lnTo>
                    <a:pt x="786" y="192"/>
                  </a:lnTo>
                  <a:lnTo>
                    <a:pt x="787" y="192"/>
                  </a:lnTo>
                  <a:lnTo>
                    <a:pt x="788" y="192"/>
                  </a:lnTo>
                  <a:lnTo>
                    <a:pt x="790" y="192"/>
                  </a:lnTo>
                  <a:lnTo>
                    <a:pt x="791" y="192"/>
                  </a:lnTo>
                  <a:lnTo>
                    <a:pt x="792" y="192"/>
                  </a:lnTo>
                  <a:lnTo>
                    <a:pt x="794" y="192"/>
                  </a:lnTo>
                  <a:lnTo>
                    <a:pt x="795" y="192"/>
                  </a:lnTo>
                  <a:lnTo>
                    <a:pt x="796" y="192"/>
                  </a:lnTo>
                  <a:lnTo>
                    <a:pt x="798" y="192"/>
                  </a:lnTo>
                  <a:lnTo>
                    <a:pt x="799" y="192"/>
                  </a:lnTo>
                  <a:lnTo>
                    <a:pt x="800" y="191"/>
                  </a:lnTo>
                  <a:lnTo>
                    <a:pt x="802" y="191"/>
                  </a:lnTo>
                  <a:lnTo>
                    <a:pt x="803" y="191"/>
                  </a:lnTo>
                  <a:lnTo>
                    <a:pt x="804" y="191"/>
                  </a:lnTo>
                  <a:lnTo>
                    <a:pt x="806" y="191"/>
                  </a:lnTo>
                  <a:lnTo>
                    <a:pt x="807" y="191"/>
                  </a:lnTo>
                  <a:lnTo>
                    <a:pt x="808" y="191"/>
                  </a:lnTo>
                  <a:lnTo>
                    <a:pt x="810" y="191"/>
                  </a:lnTo>
                  <a:lnTo>
                    <a:pt x="811" y="191"/>
                  </a:lnTo>
                  <a:lnTo>
                    <a:pt x="812" y="191"/>
                  </a:lnTo>
                  <a:lnTo>
                    <a:pt x="814" y="191"/>
                  </a:lnTo>
                  <a:lnTo>
                    <a:pt x="815" y="191"/>
                  </a:lnTo>
                  <a:lnTo>
                    <a:pt x="817" y="191"/>
                  </a:lnTo>
                  <a:lnTo>
                    <a:pt x="818" y="191"/>
                  </a:lnTo>
                  <a:lnTo>
                    <a:pt x="819" y="191"/>
                  </a:lnTo>
                  <a:lnTo>
                    <a:pt x="821" y="191"/>
                  </a:lnTo>
                  <a:lnTo>
                    <a:pt x="822" y="191"/>
                  </a:lnTo>
                  <a:lnTo>
                    <a:pt x="823" y="191"/>
                  </a:lnTo>
                  <a:lnTo>
                    <a:pt x="825" y="191"/>
                  </a:lnTo>
                  <a:lnTo>
                    <a:pt x="826" y="191"/>
                  </a:lnTo>
                  <a:lnTo>
                    <a:pt x="827" y="191"/>
                  </a:lnTo>
                  <a:lnTo>
                    <a:pt x="829" y="191"/>
                  </a:lnTo>
                  <a:lnTo>
                    <a:pt x="830" y="191"/>
                  </a:lnTo>
                  <a:lnTo>
                    <a:pt x="831" y="191"/>
                  </a:lnTo>
                  <a:lnTo>
                    <a:pt x="833" y="191"/>
                  </a:lnTo>
                  <a:lnTo>
                    <a:pt x="834" y="191"/>
                  </a:lnTo>
                  <a:lnTo>
                    <a:pt x="835" y="191"/>
                  </a:lnTo>
                  <a:lnTo>
                    <a:pt x="837" y="191"/>
                  </a:lnTo>
                  <a:lnTo>
                    <a:pt x="838" y="191"/>
                  </a:lnTo>
                  <a:lnTo>
                    <a:pt x="839" y="191"/>
                  </a:lnTo>
                  <a:lnTo>
                    <a:pt x="841" y="191"/>
                  </a:lnTo>
                  <a:lnTo>
                    <a:pt x="842" y="191"/>
                  </a:lnTo>
                  <a:lnTo>
                    <a:pt x="843" y="191"/>
                  </a:lnTo>
                  <a:lnTo>
                    <a:pt x="845" y="191"/>
                  </a:lnTo>
                  <a:lnTo>
                    <a:pt x="846" y="191"/>
                  </a:lnTo>
                  <a:lnTo>
                    <a:pt x="847" y="191"/>
                  </a:lnTo>
                  <a:lnTo>
                    <a:pt x="849" y="191"/>
                  </a:lnTo>
                  <a:lnTo>
                    <a:pt x="850" y="191"/>
                  </a:lnTo>
                  <a:lnTo>
                    <a:pt x="852" y="191"/>
                  </a:lnTo>
                  <a:lnTo>
                    <a:pt x="853" y="191"/>
                  </a:lnTo>
                  <a:lnTo>
                    <a:pt x="854" y="191"/>
                  </a:lnTo>
                  <a:lnTo>
                    <a:pt x="856" y="191"/>
                  </a:lnTo>
                  <a:lnTo>
                    <a:pt x="857" y="190"/>
                  </a:lnTo>
                  <a:lnTo>
                    <a:pt x="858" y="190"/>
                  </a:lnTo>
                  <a:lnTo>
                    <a:pt x="860" y="190"/>
                  </a:lnTo>
                  <a:lnTo>
                    <a:pt x="861" y="190"/>
                  </a:lnTo>
                  <a:lnTo>
                    <a:pt x="862" y="190"/>
                  </a:lnTo>
                  <a:lnTo>
                    <a:pt x="864" y="190"/>
                  </a:lnTo>
                  <a:lnTo>
                    <a:pt x="865" y="190"/>
                  </a:lnTo>
                  <a:lnTo>
                    <a:pt x="866" y="190"/>
                  </a:lnTo>
                  <a:lnTo>
                    <a:pt x="868" y="190"/>
                  </a:lnTo>
                  <a:lnTo>
                    <a:pt x="869" y="190"/>
                  </a:lnTo>
                  <a:lnTo>
                    <a:pt x="870" y="190"/>
                  </a:lnTo>
                  <a:lnTo>
                    <a:pt x="872" y="190"/>
                  </a:lnTo>
                  <a:lnTo>
                    <a:pt x="873" y="190"/>
                  </a:lnTo>
                  <a:lnTo>
                    <a:pt x="874" y="190"/>
                  </a:lnTo>
                  <a:lnTo>
                    <a:pt x="876" y="190"/>
                  </a:lnTo>
                  <a:lnTo>
                    <a:pt x="877" y="190"/>
                  </a:lnTo>
                  <a:lnTo>
                    <a:pt x="878" y="190"/>
                  </a:lnTo>
                  <a:lnTo>
                    <a:pt x="880" y="190"/>
                  </a:lnTo>
                  <a:lnTo>
                    <a:pt x="881" y="190"/>
                  </a:lnTo>
                  <a:lnTo>
                    <a:pt x="882" y="190"/>
                  </a:lnTo>
                  <a:lnTo>
                    <a:pt x="884" y="190"/>
                  </a:lnTo>
                  <a:lnTo>
                    <a:pt x="885" y="190"/>
                  </a:lnTo>
                  <a:lnTo>
                    <a:pt x="887" y="190"/>
                  </a:lnTo>
                  <a:lnTo>
                    <a:pt x="888" y="190"/>
                  </a:lnTo>
                  <a:lnTo>
                    <a:pt x="889" y="190"/>
                  </a:lnTo>
                  <a:lnTo>
                    <a:pt x="891" y="190"/>
                  </a:lnTo>
                  <a:lnTo>
                    <a:pt x="892" y="190"/>
                  </a:lnTo>
                  <a:lnTo>
                    <a:pt x="893" y="190"/>
                  </a:lnTo>
                  <a:lnTo>
                    <a:pt x="895" y="190"/>
                  </a:lnTo>
                  <a:lnTo>
                    <a:pt x="896" y="190"/>
                  </a:lnTo>
                  <a:lnTo>
                    <a:pt x="897" y="190"/>
                  </a:lnTo>
                  <a:lnTo>
                    <a:pt x="899" y="190"/>
                  </a:lnTo>
                  <a:lnTo>
                    <a:pt x="900" y="189"/>
                  </a:lnTo>
                  <a:lnTo>
                    <a:pt x="901" y="189"/>
                  </a:lnTo>
                  <a:lnTo>
                    <a:pt x="903" y="189"/>
                  </a:lnTo>
                  <a:lnTo>
                    <a:pt x="904" y="189"/>
                  </a:lnTo>
                  <a:lnTo>
                    <a:pt x="905" y="189"/>
                  </a:lnTo>
                  <a:lnTo>
                    <a:pt x="907" y="189"/>
                  </a:lnTo>
                  <a:lnTo>
                    <a:pt x="908" y="189"/>
                  </a:lnTo>
                  <a:lnTo>
                    <a:pt x="909" y="189"/>
                  </a:lnTo>
                  <a:lnTo>
                    <a:pt x="911" y="189"/>
                  </a:lnTo>
                  <a:lnTo>
                    <a:pt x="912" y="189"/>
                  </a:lnTo>
                  <a:lnTo>
                    <a:pt x="913" y="189"/>
                  </a:lnTo>
                  <a:lnTo>
                    <a:pt x="915" y="189"/>
                  </a:lnTo>
                  <a:lnTo>
                    <a:pt x="916" y="189"/>
                  </a:lnTo>
                  <a:lnTo>
                    <a:pt x="917" y="189"/>
                  </a:lnTo>
                  <a:lnTo>
                    <a:pt x="919" y="189"/>
                  </a:lnTo>
                  <a:lnTo>
                    <a:pt x="920" y="189"/>
                  </a:lnTo>
                  <a:lnTo>
                    <a:pt x="921" y="189"/>
                  </a:lnTo>
                  <a:lnTo>
                    <a:pt x="923" y="189"/>
                  </a:lnTo>
                  <a:lnTo>
                    <a:pt x="924" y="189"/>
                  </a:lnTo>
                  <a:lnTo>
                    <a:pt x="926" y="189"/>
                  </a:lnTo>
                  <a:lnTo>
                    <a:pt x="927" y="189"/>
                  </a:lnTo>
                  <a:lnTo>
                    <a:pt x="928" y="189"/>
                  </a:lnTo>
                  <a:lnTo>
                    <a:pt x="930" y="189"/>
                  </a:lnTo>
                  <a:lnTo>
                    <a:pt x="931" y="189"/>
                  </a:lnTo>
                  <a:lnTo>
                    <a:pt x="932" y="189"/>
                  </a:lnTo>
                  <a:lnTo>
                    <a:pt x="934" y="189"/>
                  </a:lnTo>
                  <a:lnTo>
                    <a:pt x="935" y="189"/>
                  </a:lnTo>
                  <a:lnTo>
                    <a:pt x="936" y="189"/>
                  </a:lnTo>
                  <a:lnTo>
                    <a:pt x="938" y="189"/>
                  </a:lnTo>
                  <a:lnTo>
                    <a:pt x="939" y="189"/>
                  </a:lnTo>
                  <a:lnTo>
                    <a:pt x="940" y="189"/>
                  </a:lnTo>
                  <a:lnTo>
                    <a:pt x="942" y="189"/>
                  </a:lnTo>
                  <a:lnTo>
                    <a:pt x="943" y="189"/>
                  </a:lnTo>
                  <a:lnTo>
                    <a:pt x="944" y="189"/>
                  </a:lnTo>
                  <a:lnTo>
                    <a:pt x="946" y="189"/>
                  </a:lnTo>
                  <a:lnTo>
                    <a:pt x="947" y="189"/>
                  </a:lnTo>
                  <a:lnTo>
                    <a:pt x="948" y="189"/>
                  </a:lnTo>
                  <a:lnTo>
                    <a:pt x="950" y="189"/>
                  </a:lnTo>
                  <a:lnTo>
                    <a:pt x="951" y="189"/>
                  </a:lnTo>
                  <a:lnTo>
                    <a:pt x="952" y="188"/>
                  </a:lnTo>
                  <a:lnTo>
                    <a:pt x="954" y="188"/>
                  </a:lnTo>
                  <a:lnTo>
                    <a:pt x="955" y="188"/>
                  </a:lnTo>
                  <a:lnTo>
                    <a:pt x="956" y="188"/>
                  </a:lnTo>
                  <a:lnTo>
                    <a:pt x="958" y="188"/>
                  </a:lnTo>
                  <a:lnTo>
                    <a:pt x="959" y="188"/>
                  </a:lnTo>
                  <a:lnTo>
                    <a:pt x="961" y="188"/>
                  </a:lnTo>
                  <a:lnTo>
                    <a:pt x="962" y="188"/>
                  </a:lnTo>
                  <a:lnTo>
                    <a:pt x="963" y="188"/>
                  </a:lnTo>
                  <a:lnTo>
                    <a:pt x="965" y="188"/>
                  </a:lnTo>
                  <a:lnTo>
                    <a:pt x="966" y="188"/>
                  </a:lnTo>
                  <a:lnTo>
                    <a:pt x="967" y="188"/>
                  </a:lnTo>
                  <a:lnTo>
                    <a:pt x="969" y="188"/>
                  </a:lnTo>
                  <a:lnTo>
                    <a:pt x="970" y="188"/>
                  </a:lnTo>
                  <a:lnTo>
                    <a:pt x="971" y="188"/>
                  </a:lnTo>
                  <a:lnTo>
                    <a:pt x="973" y="188"/>
                  </a:lnTo>
                  <a:lnTo>
                    <a:pt x="974" y="188"/>
                  </a:lnTo>
                  <a:lnTo>
                    <a:pt x="975" y="188"/>
                  </a:lnTo>
                  <a:lnTo>
                    <a:pt x="977" y="188"/>
                  </a:lnTo>
                  <a:lnTo>
                    <a:pt x="978" y="188"/>
                  </a:lnTo>
                  <a:lnTo>
                    <a:pt x="979" y="188"/>
                  </a:lnTo>
                  <a:lnTo>
                    <a:pt x="981" y="188"/>
                  </a:lnTo>
                  <a:lnTo>
                    <a:pt x="982" y="188"/>
                  </a:lnTo>
                  <a:lnTo>
                    <a:pt x="983" y="188"/>
                  </a:lnTo>
                  <a:lnTo>
                    <a:pt x="985" y="189"/>
                  </a:lnTo>
                  <a:lnTo>
                    <a:pt x="986" y="188"/>
                  </a:lnTo>
                  <a:lnTo>
                    <a:pt x="987" y="188"/>
                  </a:lnTo>
                  <a:lnTo>
                    <a:pt x="989" y="188"/>
                  </a:lnTo>
                  <a:lnTo>
                    <a:pt x="990" y="188"/>
                  </a:lnTo>
                  <a:lnTo>
                    <a:pt x="991" y="188"/>
                  </a:lnTo>
                  <a:lnTo>
                    <a:pt x="993" y="188"/>
                  </a:lnTo>
                  <a:lnTo>
                    <a:pt x="994" y="188"/>
                  </a:lnTo>
                  <a:lnTo>
                    <a:pt x="996" y="188"/>
                  </a:lnTo>
                  <a:lnTo>
                    <a:pt x="997" y="188"/>
                  </a:lnTo>
                  <a:lnTo>
                    <a:pt x="998" y="188"/>
                  </a:lnTo>
                  <a:lnTo>
                    <a:pt x="1000" y="188"/>
                  </a:lnTo>
                  <a:lnTo>
                    <a:pt x="1001" y="188"/>
                  </a:lnTo>
                  <a:lnTo>
                    <a:pt x="1002" y="188"/>
                  </a:lnTo>
                  <a:lnTo>
                    <a:pt x="1004" y="188"/>
                  </a:lnTo>
                  <a:lnTo>
                    <a:pt x="1005" y="188"/>
                  </a:lnTo>
                  <a:lnTo>
                    <a:pt x="1006" y="188"/>
                  </a:lnTo>
                  <a:lnTo>
                    <a:pt x="1008" y="188"/>
                  </a:lnTo>
                  <a:lnTo>
                    <a:pt x="1009" y="188"/>
                  </a:lnTo>
                  <a:lnTo>
                    <a:pt x="1010" y="188"/>
                  </a:lnTo>
                  <a:lnTo>
                    <a:pt x="1012" y="188"/>
                  </a:lnTo>
                  <a:lnTo>
                    <a:pt x="1013" y="188"/>
                  </a:lnTo>
                  <a:lnTo>
                    <a:pt x="1014" y="188"/>
                  </a:lnTo>
                  <a:lnTo>
                    <a:pt x="1016" y="188"/>
                  </a:lnTo>
                  <a:lnTo>
                    <a:pt x="1017" y="188"/>
                  </a:lnTo>
                  <a:lnTo>
                    <a:pt x="1018" y="188"/>
                  </a:lnTo>
                  <a:lnTo>
                    <a:pt x="1020" y="188"/>
                  </a:lnTo>
                  <a:lnTo>
                    <a:pt x="1021" y="188"/>
                  </a:lnTo>
                  <a:lnTo>
                    <a:pt x="1022" y="188"/>
                  </a:lnTo>
                  <a:lnTo>
                    <a:pt x="1024" y="188"/>
                  </a:lnTo>
                  <a:lnTo>
                    <a:pt x="1025" y="188"/>
                  </a:lnTo>
                  <a:lnTo>
                    <a:pt x="1026" y="188"/>
                  </a:lnTo>
                  <a:lnTo>
                    <a:pt x="1028" y="188"/>
                  </a:lnTo>
                  <a:lnTo>
                    <a:pt x="1029" y="188"/>
                  </a:lnTo>
                  <a:lnTo>
                    <a:pt x="1031" y="188"/>
                  </a:lnTo>
                  <a:lnTo>
                    <a:pt x="1032" y="188"/>
                  </a:lnTo>
                  <a:lnTo>
                    <a:pt x="1033" y="188"/>
                  </a:lnTo>
                  <a:lnTo>
                    <a:pt x="1035" y="187"/>
                  </a:lnTo>
                  <a:lnTo>
                    <a:pt x="1036" y="187"/>
                  </a:lnTo>
                  <a:lnTo>
                    <a:pt x="1037" y="187"/>
                  </a:lnTo>
                  <a:lnTo>
                    <a:pt x="1039" y="187"/>
                  </a:lnTo>
                  <a:lnTo>
                    <a:pt x="1040" y="187"/>
                  </a:lnTo>
                  <a:lnTo>
                    <a:pt x="1041" y="187"/>
                  </a:lnTo>
                  <a:lnTo>
                    <a:pt x="1043" y="187"/>
                  </a:lnTo>
                  <a:lnTo>
                    <a:pt x="1044" y="187"/>
                  </a:lnTo>
                  <a:lnTo>
                    <a:pt x="1045" y="187"/>
                  </a:lnTo>
                  <a:lnTo>
                    <a:pt x="1047" y="187"/>
                  </a:lnTo>
                  <a:lnTo>
                    <a:pt x="1048" y="187"/>
                  </a:lnTo>
                  <a:lnTo>
                    <a:pt x="1049" y="187"/>
                  </a:lnTo>
                  <a:lnTo>
                    <a:pt x="1051" y="187"/>
                  </a:lnTo>
                  <a:lnTo>
                    <a:pt x="1052" y="187"/>
                  </a:lnTo>
                  <a:lnTo>
                    <a:pt x="1053" y="187"/>
                  </a:lnTo>
                  <a:lnTo>
                    <a:pt x="1055" y="187"/>
                  </a:lnTo>
                  <a:lnTo>
                    <a:pt x="1056" y="187"/>
                  </a:lnTo>
                  <a:lnTo>
                    <a:pt x="1057" y="187"/>
                  </a:lnTo>
                  <a:lnTo>
                    <a:pt x="1059" y="187"/>
                  </a:lnTo>
                  <a:lnTo>
                    <a:pt x="1060" y="187"/>
                  </a:lnTo>
                  <a:lnTo>
                    <a:pt x="1061" y="187"/>
                  </a:lnTo>
                  <a:lnTo>
                    <a:pt x="1063" y="187"/>
                  </a:lnTo>
                  <a:lnTo>
                    <a:pt x="1064" y="187"/>
                  </a:lnTo>
                  <a:lnTo>
                    <a:pt x="1065" y="187"/>
                  </a:lnTo>
                  <a:lnTo>
                    <a:pt x="1067" y="187"/>
                  </a:lnTo>
                  <a:lnTo>
                    <a:pt x="1068" y="187"/>
                  </a:lnTo>
                  <a:lnTo>
                    <a:pt x="1070" y="187"/>
                  </a:lnTo>
                  <a:lnTo>
                    <a:pt x="1071" y="187"/>
                  </a:lnTo>
                  <a:lnTo>
                    <a:pt x="1072" y="187"/>
                  </a:lnTo>
                  <a:lnTo>
                    <a:pt x="1074" y="187"/>
                  </a:lnTo>
                  <a:lnTo>
                    <a:pt x="1075" y="187"/>
                  </a:lnTo>
                  <a:lnTo>
                    <a:pt x="1076" y="187"/>
                  </a:lnTo>
                  <a:lnTo>
                    <a:pt x="1078" y="187"/>
                  </a:lnTo>
                  <a:lnTo>
                    <a:pt x="1079" y="187"/>
                  </a:lnTo>
                  <a:lnTo>
                    <a:pt x="1080" y="187"/>
                  </a:lnTo>
                  <a:lnTo>
                    <a:pt x="1082" y="187"/>
                  </a:lnTo>
                  <a:lnTo>
                    <a:pt x="1083" y="187"/>
                  </a:lnTo>
                  <a:lnTo>
                    <a:pt x="1084" y="187"/>
                  </a:lnTo>
                  <a:lnTo>
                    <a:pt x="1086" y="187"/>
                  </a:lnTo>
                  <a:lnTo>
                    <a:pt x="1087" y="187"/>
                  </a:lnTo>
                  <a:lnTo>
                    <a:pt x="1088" y="187"/>
                  </a:lnTo>
                  <a:lnTo>
                    <a:pt x="1090" y="187"/>
                  </a:lnTo>
                  <a:lnTo>
                    <a:pt x="1091" y="187"/>
                  </a:lnTo>
                  <a:lnTo>
                    <a:pt x="1092" y="187"/>
                  </a:lnTo>
                  <a:lnTo>
                    <a:pt x="1094" y="186"/>
                  </a:lnTo>
                  <a:lnTo>
                    <a:pt x="1095" y="186"/>
                  </a:lnTo>
                  <a:lnTo>
                    <a:pt x="1096" y="186"/>
                  </a:lnTo>
                  <a:lnTo>
                    <a:pt x="1098" y="187"/>
                  </a:lnTo>
                  <a:lnTo>
                    <a:pt x="1099" y="186"/>
                  </a:lnTo>
                  <a:lnTo>
                    <a:pt x="1100" y="186"/>
                  </a:lnTo>
                  <a:lnTo>
                    <a:pt x="1102" y="186"/>
                  </a:lnTo>
                  <a:lnTo>
                    <a:pt x="1103" y="186"/>
                  </a:lnTo>
                  <a:lnTo>
                    <a:pt x="1105" y="186"/>
                  </a:lnTo>
                  <a:lnTo>
                    <a:pt x="1106" y="186"/>
                  </a:lnTo>
                  <a:lnTo>
                    <a:pt x="1107" y="186"/>
                  </a:lnTo>
                  <a:lnTo>
                    <a:pt x="1109" y="186"/>
                  </a:lnTo>
                  <a:lnTo>
                    <a:pt x="1110" y="186"/>
                  </a:lnTo>
                  <a:lnTo>
                    <a:pt x="1111" y="186"/>
                  </a:lnTo>
                  <a:lnTo>
                    <a:pt x="1113" y="186"/>
                  </a:lnTo>
                  <a:lnTo>
                    <a:pt x="1114" y="186"/>
                  </a:lnTo>
                  <a:lnTo>
                    <a:pt x="1115" y="186"/>
                  </a:lnTo>
                  <a:lnTo>
                    <a:pt x="1117" y="186"/>
                  </a:lnTo>
                  <a:lnTo>
                    <a:pt x="1118" y="186"/>
                  </a:lnTo>
                  <a:lnTo>
                    <a:pt x="1119" y="186"/>
                  </a:lnTo>
                  <a:lnTo>
                    <a:pt x="1121" y="186"/>
                  </a:lnTo>
                  <a:lnTo>
                    <a:pt x="1122" y="186"/>
                  </a:lnTo>
                  <a:lnTo>
                    <a:pt x="1123" y="186"/>
                  </a:lnTo>
                  <a:lnTo>
                    <a:pt x="1125" y="186"/>
                  </a:lnTo>
                  <a:lnTo>
                    <a:pt x="1126" y="186"/>
                  </a:lnTo>
                  <a:lnTo>
                    <a:pt x="1127" y="186"/>
                  </a:lnTo>
                  <a:lnTo>
                    <a:pt x="1129" y="186"/>
                  </a:lnTo>
                  <a:lnTo>
                    <a:pt x="1130" y="186"/>
                  </a:lnTo>
                  <a:lnTo>
                    <a:pt x="1131" y="186"/>
                  </a:lnTo>
                  <a:lnTo>
                    <a:pt x="1133" y="186"/>
                  </a:lnTo>
                  <a:lnTo>
                    <a:pt x="1134" y="186"/>
                  </a:lnTo>
                  <a:lnTo>
                    <a:pt x="1135" y="186"/>
                  </a:lnTo>
                  <a:lnTo>
                    <a:pt x="1137" y="186"/>
                  </a:lnTo>
                  <a:lnTo>
                    <a:pt x="1138" y="185"/>
                  </a:lnTo>
                  <a:lnTo>
                    <a:pt x="1140" y="185"/>
                  </a:lnTo>
                  <a:lnTo>
                    <a:pt x="1141" y="185"/>
                  </a:lnTo>
                  <a:lnTo>
                    <a:pt x="1142" y="185"/>
                  </a:lnTo>
                  <a:lnTo>
                    <a:pt x="1144" y="185"/>
                  </a:lnTo>
                  <a:lnTo>
                    <a:pt x="1145" y="185"/>
                  </a:lnTo>
                  <a:lnTo>
                    <a:pt x="1146" y="185"/>
                  </a:lnTo>
                  <a:lnTo>
                    <a:pt x="1148" y="185"/>
                  </a:lnTo>
                  <a:lnTo>
                    <a:pt x="1149" y="185"/>
                  </a:lnTo>
                  <a:lnTo>
                    <a:pt x="1150" y="185"/>
                  </a:lnTo>
                  <a:lnTo>
                    <a:pt x="1152" y="185"/>
                  </a:lnTo>
                  <a:lnTo>
                    <a:pt x="1153" y="185"/>
                  </a:lnTo>
                  <a:lnTo>
                    <a:pt x="1154" y="185"/>
                  </a:lnTo>
                  <a:lnTo>
                    <a:pt x="1156" y="185"/>
                  </a:lnTo>
                  <a:lnTo>
                    <a:pt x="1157" y="185"/>
                  </a:lnTo>
                  <a:lnTo>
                    <a:pt x="1158" y="185"/>
                  </a:lnTo>
                  <a:lnTo>
                    <a:pt x="1160" y="185"/>
                  </a:lnTo>
                  <a:lnTo>
                    <a:pt x="1161" y="185"/>
                  </a:lnTo>
                  <a:lnTo>
                    <a:pt x="1162" y="185"/>
                  </a:lnTo>
                  <a:lnTo>
                    <a:pt x="1164" y="185"/>
                  </a:lnTo>
                  <a:lnTo>
                    <a:pt x="1165" y="185"/>
                  </a:lnTo>
                  <a:lnTo>
                    <a:pt x="1166" y="185"/>
                  </a:lnTo>
                  <a:lnTo>
                    <a:pt x="1168" y="185"/>
                  </a:lnTo>
                  <a:lnTo>
                    <a:pt x="1169" y="185"/>
                  </a:lnTo>
                  <a:lnTo>
                    <a:pt x="1170" y="185"/>
                  </a:lnTo>
                  <a:lnTo>
                    <a:pt x="1172" y="185"/>
                  </a:lnTo>
                  <a:lnTo>
                    <a:pt x="1173" y="185"/>
                  </a:lnTo>
                  <a:lnTo>
                    <a:pt x="1175" y="185"/>
                  </a:lnTo>
                  <a:lnTo>
                    <a:pt x="1176" y="185"/>
                  </a:lnTo>
                  <a:lnTo>
                    <a:pt x="1177" y="185"/>
                  </a:lnTo>
                  <a:lnTo>
                    <a:pt x="1179" y="185"/>
                  </a:lnTo>
                  <a:lnTo>
                    <a:pt x="1180" y="185"/>
                  </a:lnTo>
                  <a:lnTo>
                    <a:pt x="1181" y="185"/>
                  </a:lnTo>
                  <a:lnTo>
                    <a:pt x="1183" y="185"/>
                  </a:lnTo>
                  <a:lnTo>
                    <a:pt x="1184" y="185"/>
                  </a:lnTo>
                  <a:lnTo>
                    <a:pt x="1185" y="185"/>
                  </a:lnTo>
                  <a:lnTo>
                    <a:pt x="1187" y="185"/>
                  </a:lnTo>
                  <a:lnTo>
                    <a:pt x="1188" y="185"/>
                  </a:lnTo>
                  <a:lnTo>
                    <a:pt x="1189" y="185"/>
                  </a:lnTo>
                  <a:lnTo>
                    <a:pt x="1191" y="185"/>
                  </a:lnTo>
                  <a:lnTo>
                    <a:pt x="1192" y="185"/>
                  </a:lnTo>
                  <a:lnTo>
                    <a:pt x="1193" y="185"/>
                  </a:lnTo>
                  <a:lnTo>
                    <a:pt x="1195" y="185"/>
                  </a:lnTo>
                  <a:lnTo>
                    <a:pt x="1196" y="185"/>
                  </a:lnTo>
                  <a:lnTo>
                    <a:pt x="1197" y="185"/>
                  </a:lnTo>
                  <a:lnTo>
                    <a:pt x="1199" y="185"/>
                  </a:lnTo>
                  <a:lnTo>
                    <a:pt x="1200" y="185"/>
                  </a:lnTo>
                  <a:lnTo>
                    <a:pt x="1201" y="184"/>
                  </a:lnTo>
                  <a:lnTo>
                    <a:pt x="1203" y="184"/>
                  </a:lnTo>
                  <a:lnTo>
                    <a:pt x="1204" y="184"/>
                  </a:lnTo>
                  <a:lnTo>
                    <a:pt x="1205" y="184"/>
                  </a:lnTo>
                  <a:lnTo>
                    <a:pt x="1207" y="184"/>
                  </a:lnTo>
                  <a:lnTo>
                    <a:pt x="1208" y="184"/>
                  </a:lnTo>
                  <a:lnTo>
                    <a:pt x="1209" y="184"/>
                  </a:lnTo>
                  <a:lnTo>
                    <a:pt x="1211" y="184"/>
                  </a:lnTo>
                  <a:lnTo>
                    <a:pt x="1212" y="184"/>
                  </a:lnTo>
                  <a:lnTo>
                    <a:pt x="1214" y="184"/>
                  </a:lnTo>
                  <a:lnTo>
                    <a:pt x="1215" y="184"/>
                  </a:lnTo>
                  <a:lnTo>
                    <a:pt x="1216" y="184"/>
                  </a:lnTo>
                  <a:lnTo>
                    <a:pt x="1218" y="184"/>
                  </a:lnTo>
                  <a:lnTo>
                    <a:pt x="1219" y="184"/>
                  </a:lnTo>
                  <a:lnTo>
                    <a:pt x="1220" y="184"/>
                  </a:lnTo>
                  <a:lnTo>
                    <a:pt x="1222" y="184"/>
                  </a:lnTo>
                  <a:lnTo>
                    <a:pt x="1223" y="184"/>
                  </a:lnTo>
                  <a:lnTo>
                    <a:pt x="1224" y="184"/>
                  </a:lnTo>
                  <a:lnTo>
                    <a:pt x="1226" y="184"/>
                  </a:lnTo>
                  <a:lnTo>
                    <a:pt x="1227" y="184"/>
                  </a:lnTo>
                  <a:lnTo>
                    <a:pt x="1228" y="184"/>
                  </a:lnTo>
                  <a:lnTo>
                    <a:pt x="1230" y="184"/>
                  </a:lnTo>
                  <a:lnTo>
                    <a:pt x="1231" y="184"/>
                  </a:lnTo>
                  <a:lnTo>
                    <a:pt x="1232" y="184"/>
                  </a:lnTo>
                  <a:lnTo>
                    <a:pt x="1234" y="184"/>
                  </a:lnTo>
                  <a:lnTo>
                    <a:pt x="1235" y="184"/>
                  </a:lnTo>
                  <a:lnTo>
                    <a:pt x="1236" y="184"/>
                  </a:lnTo>
                  <a:lnTo>
                    <a:pt x="1238" y="184"/>
                  </a:lnTo>
                  <a:lnTo>
                    <a:pt x="1239" y="184"/>
                  </a:lnTo>
                  <a:lnTo>
                    <a:pt x="1240" y="184"/>
                  </a:lnTo>
                  <a:lnTo>
                    <a:pt x="1242" y="184"/>
                  </a:lnTo>
                  <a:lnTo>
                    <a:pt x="1243" y="184"/>
                  </a:lnTo>
                  <a:lnTo>
                    <a:pt x="1244" y="184"/>
                  </a:lnTo>
                  <a:lnTo>
                    <a:pt x="1246" y="184"/>
                  </a:lnTo>
                  <a:lnTo>
                    <a:pt x="1247" y="184"/>
                  </a:lnTo>
                  <a:lnTo>
                    <a:pt x="1249" y="184"/>
                  </a:lnTo>
                  <a:lnTo>
                    <a:pt x="1250" y="183"/>
                  </a:lnTo>
                  <a:lnTo>
                    <a:pt x="1251" y="183"/>
                  </a:lnTo>
                  <a:lnTo>
                    <a:pt x="1253" y="183"/>
                  </a:lnTo>
                  <a:lnTo>
                    <a:pt x="1254" y="183"/>
                  </a:lnTo>
                  <a:lnTo>
                    <a:pt x="1255" y="183"/>
                  </a:lnTo>
                  <a:lnTo>
                    <a:pt x="1257" y="183"/>
                  </a:lnTo>
                  <a:lnTo>
                    <a:pt x="1258" y="183"/>
                  </a:lnTo>
                  <a:lnTo>
                    <a:pt x="1259" y="183"/>
                  </a:lnTo>
                  <a:lnTo>
                    <a:pt x="1261" y="183"/>
                  </a:lnTo>
                  <a:lnTo>
                    <a:pt x="1262" y="183"/>
                  </a:lnTo>
                  <a:lnTo>
                    <a:pt x="1263" y="183"/>
                  </a:lnTo>
                  <a:lnTo>
                    <a:pt x="1265" y="183"/>
                  </a:lnTo>
                  <a:lnTo>
                    <a:pt x="1266" y="183"/>
                  </a:lnTo>
                  <a:lnTo>
                    <a:pt x="1267" y="183"/>
                  </a:lnTo>
                  <a:lnTo>
                    <a:pt x="1269" y="183"/>
                  </a:lnTo>
                  <a:lnTo>
                    <a:pt x="1270" y="183"/>
                  </a:lnTo>
                  <a:lnTo>
                    <a:pt x="1271" y="183"/>
                  </a:lnTo>
                  <a:lnTo>
                    <a:pt x="1273" y="183"/>
                  </a:lnTo>
                  <a:lnTo>
                    <a:pt x="1274" y="183"/>
                  </a:lnTo>
                  <a:lnTo>
                    <a:pt x="1275" y="183"/>
                  </a:lnTo>
                  <a:lnTo>
                    <a:pt x="1277" y="183"/>
                  </a:lnTo>
                  <a:lnTo>
                    <a:pt x="1278" y="183"/>
                  </a:lnTo>
                  <a:lnTo>
                    <a:pt x="1279" y="183"/>
                  </a:lnTo>
                  <a:lnTo>
                    <a:pt x="1281" y="183"/>
                  </a:lnTo>
                  <a:lnTo>
                    <a:pt x="1282" y="183"/>
                  </a:lnTo>
                  <a:lnTo>
                    <a:pt x="1284" y="183"/>
                  </a:lnTo>
                  <a:lnTo>
                    <a:pt x="1285" y="183"/>
                  </a:lnTo>
                  <a:lnTo>
                    <a:pt x="1286" y="183"/>
                  </a:lnTo>
                  <a:lnTo>
                    <a:pt x="1288" y="183"/>
                  </a:lnTo>
                  <a:lnTo>
                    <a:pt x="1289" y="183"/>
                  </a:lnTo>
                  <a:lnTo>
                    <a:pt x="1290" y="183"/>
                  </a:lnTo>
                  <a:lnTo>
                    <a:pt x="1292" y="183"/>
                  </a:lnTo>
                  <a:lnTo>
                    <a:pt x="1293" y="183"/>
                  </a:lnTo>
                  <a:lnTo>
                    <a:pt x="1294" y="183"/>
                  </a:lnTo>
                  <a:lnTo>
                    <a:pt x="1296" y="183"/>
                  </a:lnTo>
                  <a:lnTo>
                    <a:pt x="1297" y="183"/>
                  </a:lnTo>
                  <a:lnTo>
                    <a:pt x="1298" y="183"/>
                  </a:lnTo>
                  <a:lnTo>
                    <a:pt x="1300" y="183"/>
                  </a:lnTo>
                  <a:lnTo>
                    <a:pt x="1301" y="183"/>
                  </a:lnTo>
                  <a:lnTo>
                    <a:pt x="1302" y="183"/>
                  </a:lnTo>
                  <a:lnTo>
                    <a:pt x="1304" y="183"/>
                  </a:lnTo>
                  <a:lnTo>
                    <a:pt x="1305" y="183"/>
                  </a:lnTo>
                  <a:lnTo>
                    <a:pt x="1306" y="183"/>
                  </a:lnTo>
                  <a:lnTo>
                    <a:pt x="1308" y="183"/>
                  </a:lnTo>
                  <a:lnTo>
                    <a:pt x="1309" y="183"/>
                  </a:lnTo>
                  <a:lnTo>
                    <a:pt x="1310" y="183"/>
                  </a:lnTo>
                  <a:lnTo>
                    <a:pt x="1312" y="183"/>
                  </a:lnTo>
                  <a:lnTo>
                    <a:pt x="1313" y="182"/>
                  </a:lnTo>
                  <a:lnTo>
                    <a:pt x="1314" y="182"/>
                  </a:lnTo>
                  <a:lnTo>
                    <a:pt x="1316" y="182"/>
                  </a:lnTo>
                  <a:lnTo>
                    <a:pt x="1317" y="182"/>
                  </a:lnTo>
                  <a:lnTo>
                    <a:pt x="1319" y="182"/>
                  </a:lnTo>
                  <a:lnTo>
                    <a:pt x="1320" y="182"/>
                  </a:lnTo>
                  <a:lnTo>
                    <a:pt x="1321" y="182"/>
                  </a:lnTo>
                  <a:lnTo>
                    <a:pt x="1323" y="182"/>
                  </a:lnTo>
                  <a:lnTo>
                    <a:pt x="1324" y="182"/>
                  </a:lnTo>
                  <a:lnTo>
                    <a:pt x="1325" y="182"/>
                  </a:lnTo>
                  <a:lnTo>
                    <a:pt x="1327" y="182"/>
                  </a:lnTo>
                  <a:lnTo>
                    <a:pt x="1328" y="182"/>
                  </a:lnTo>
                  <a:lnTo>
                    <a:pt x="1329" y="182"/>
                  </a:lnTo>
                  <a:lnTo>
                    <a:pt x="1331" y="182"/>
                  </a:lnTo>
                  <a:lnTo>
                    <a:pt x="1332" y="182"/>
                  </a:lnTo>
                  <a:lnTo>
                    <a:pt x="1333" y="182"/>
                  </a:lnTo>
                  <a:lnTo>
                    <a:pt x="1335" y="182"/>
                  </a:lnTo>
                  <a:lnTo>
                    <a:pt x="1336" y="182"/>
                  </a:lnTo>
                  <a:lnTo>
                    <a:pt x="1337" y="182"/>
                  </a:lnTo>
                  <a:lnTo>
                    <a:pt x="1339" y="182"/>
                  </a:lnTo>
                  <a:lnTo>
                    <a:pt x="1340" y="182"/>
                  </a:lnTo>
                  <a:lnTo>
                    <a:pt x="1341" y="182"/>
                  </a:lnTo>
                  <a:lnTo>
                    <a:pt x="1343" y="182"/>
                  </a:lnTo>
                  <a:lnTo>
                    <a:pt x="1344" y="182"/>
                  </a:lnTo>
                  <a:lnTo>
                    <a:pt x="1345" y="182"/>
                  </a:lnTo>
                  <a:lnTo>
                    <a:pt x="1347" y="182"/>
                  </a:lnTo>
                  <a:lnTo>
                    <a:pt x="1348" y="182"/>
                  </a:lnTo>
                  <a:lnTo>
                    <a:pt x="1349" y="182"/>
                  </a:lnTo>
                  <a:lnTo>
                    <a:pt x="1351" y="182"/>
                  </a:lnTo>
                  <a:lnTo>
                    <a:pt x="1352" y="182"/>
                  </a:lnTo>
                  <a:lnTo>
                    <a:pt x="1353" y="182"/>
                  </a:lnTo>
                  <a:lnTo>
                    <a:pt x="1355" y="182"/>
                  </a:lnTo>
                  <a:lnTo>
                    <a:pt x="1356" y="182"/>
                  </a:lnTo>
                  <a:lnTo>
                    <a:pt x="1358" y="182"/>
                  </a:lnTo>
                  <a:lnTo>
                    <a:pt x="1359" y="182"/>
                  </a:lnTo>
                  <a:lnTo>
                    <a:pt x="1360" y="182"/>
                  </a:lnTo>
                  <a:lnTo>
                    <a:pt x="1362" y="182"/>
                  </a:lnTo>
                  <a:lnTo>
                    <a:pt x="1363" y="182"/>
                  </a:lnTo>
                  <a:lnTo>
                    <a:pt x="1364" y="182"/>
                  </a:lnTo>
                  <a:lnTo>
                    <a:pt x="1366" y="182"/>
                  </a:lnTo>
                  <a:lnTo>
                    <a:pt x="1367" y="182"/>
                  </a:lnTo>
                  <a:lnTo>
                    <a:pt x="1368" y="182"/>
                  </a:lnTo>
                  <a:lnTo>
                    <a:pt x="1370" y="182"/>
                  </a:lnTo>
                  <a:lnTo>
                    <a:pt x="1371" y="182"/>
                  </a:lnTo>
                  <a:lnTo>
                    <a:pt x="1372" y="182"/>
                  </a:lnTo>
                  <a:lnTo>
                    <a:pt x="1374" y="182"/>
                  </a:lnTo>
                  <a:lnTo>
                    <a:pt x="1375" y="181"/>
                  </a:lnTo>
                  <a:lnTo>
                    <a:pt x="1376" y="181"/>
                  </a:lnTo>
                  <a:lnTo>
                    <a:pt x="1378" y="181"/>
                  </a:lnTo>
                  <a:lnTo>
                    <a:pt x="1379" y="181"/>
                  </a:lnTo>
                  <a:lnTo>
                    <a:pt x="1380" y="181"/>
                  </a:lnTo>
                  <a:lnTo>
                    <a:pt x="1382" y="181"/>
                  </a:lnTo>
                  <a:lnTo>
                    <a:pt x="1383" y="181"/>
                  </a:lnTo>
                  <a:lnTo>
                    <a:pt x="1384" y="181"/>
                  </a:lnTo>
                  <a:lnTo>
                    <a:pt x="1386" y="181"/>
                  </a:lnTo>
                  <a:lnTo>
                    <a:pt x="1387" y="181"/>
                  </a:lnTo>
                  <a:lnTo>
                    <a:pt x="1388" y="181"/>
                  </a:lnTo>
                  <a:lnTo>
                    <a:pt x="1390" y="181"/>
                  </a:lnTo>
                  <a:lnTo>
                    <a:pt x="1391" y="181"/>
                  </a:lnTo>
                  <a:lnTo>
                    <a:pt x="1393" y="181"/>
                  </a:lnTo>
                  <a:lnTo>
                    <a:pt x="1394" y="181"/>
                  </a:lnTo>
                  <a:lnTo>
                    <a:pt x="1395" y="181"/>
                  </a:lnTo>
                  <a:lnTo>
                    <a:pt x="1397" y="181"/>
                  </a:lnTo>
                  <a:lnTo>
                    <a:pt x="1398" y="181"/>
                  </a:lnTo>
                  <a:lnTo>
                    <a:pt x="1399" y="181"/>
                  </a:lnTo>
                  <a:lnTo>
                    <a:pt x="1401" y="180"/>
                  </a:lnTo>
                  <a:lnTo>
                    <a:pt x="1402" y="180"/>
                  </a:lnTo>
                  <a:lnTo>
                    <a:pt x="1403" y="180"/>
                  </a:lnTo>
                  <a:lnTo>
                    <a:pt x="1405" y="180"/>
                  </a:lnTo>
                  <a:lnTo>
                    <a:pt x="1406" y="180"/>
                  </a:lnTo>
                  <a:lnTo>
                    <a:pt x="1407" y="180"/>
                  </a:lnTo>
                  <a:lnTo>
                    <a:pt x="1409" y="181"/>
                  </a:lnTo>
                  <a:lnTo>
                    <a:pt x="1410" y="181"/>
                  </a:lnTo>
                  <a:lnTo>
                    <a:pt x="1411" y="181"/>
                  </a:lnTo>
                  <a:lnTo>
                    <a:pt x="1413" y="180"/>
                  </a:lnTo>
                  <a:lnTo>
                    <a:pt x="1414" y="181"/>
                  </a:lnTo>
                  <a:lnTo>
                    <a:pt x="1415" y="180"/>
                  </a:lnTo>
                  <a:lnTo>
                    <a:pt x="1417" y="180"/>
                  </a:lnTo>
                  <a:lnTo>
                    <a:pt x="1418" y="180"/>
                  </a:lnTo>
                  <a:lnTo>
                    <a:pt x="1419" y="180"/>
                  </a:lnTo>
                  <a:lnTo>
                    <a:pt x="1421" y="180"/>
                  </a:lnTo>
                  <a:lnTo>
                    <a:pt x="1422" y="180"/>
                  </a:lnTo>
                </a:path>
              </a:pathLst>
            </a:custGeom>
            <a:noFill/>
            <a:ln cap="flat" cmpd="sng" w="25400">
              <a:solidFill>
                <a:srgbClr val="00CED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6"/>
            <p:cNvSpPr/>
            <p:nvPr/>
          </p:nvSpPr>
          <p:spPr>
            <a:xfrm flipH="1" rot="10800000">
              <a:off x="6845301" y="5432426"/>
              <a:ext cx="3756025" cy="628650"/>
            </a:xfrm>
            <a:custGeom>
              <a:rect b="b" l="l" r="r" t="t"/>
              <a:pathLst>
                <a:path extrusionOk="0" h="285" w="1422">
                  <a:moveTo>
                    <a:pt x="0" y="5"/>
                  </a:moveTo>
                  <a:lnTo>
                    <a:pt x="1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1" y="5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7" y="5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1" y="5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5"/>
                  </a:lnTo>
                  <a:lnTo>
                    <a:pt x="41" y="5"/>
                  </a:lnTo>
                  <a:lnTo>
                    <a:pt x="43" y="5"/>
                  </a:lnTo>
                  <a:lnTo>
                    <a:pt x="44" y="5"/>
                  </a:lnTo>
                  <a:lnTo>
                    <a:pt x="45" y="5"/>
                  </a:lnTo>
                  <a:lnTo>
                    <a:pt x="47" y="5"/>
                  </a:lnTo>
                  <a:lnTo>
                    <a:pt x="48" y="5"/>
                  </a:lnTo>
                  <a:lnTo>
                    <a:pt x="49" y="5"/>
                  </a:lnTo>
                  <a:lnTo>
                    <a:pt x="51" y="5"/>
                  </a:lnTo>
                  <a:lnTo>
                    <a:pt x="52" y="5"/>
                  </a:lnTo>
                  <a:lnTo>
                    <a:pt x="53" y="5"/>
                  </a:lnTo>
                  <a:lnTo>
                    <a:pt x="55" y="5"/>
                  </a:lnTo>
                  <a:lnTo>
                    <a:pt x="56" y="5"/>
                  </a:lnTo>
                  <a:lnTo>
                    <a:pt x="58" y="5"/>
                  </a:lnTo>
                  <a:lnTo>
                    <a:pt x="59" y="5"/>
                  </a:lnTo>
                  <a:lnTo>
                    <a:pt x="60" y="5"/>
                  </a:lnTo>
                  <a:lnTo>
                    <a:pt x="62" y="5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6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5"/>
                  </a:lnTo>
                  <a:lnTo>
                    <a:pt x="71" y="5"/>
                  </a:lnTo>
                  <a:lnTo>
                    <a:pt x="72" y="5"/>
                  </a:lnTo>
                  <a:lnTo>
                    <a:pt x="74" y="5"/>
                  </a:lnTo>
                  <a:lnTo>
                    <a:pt x="75" y="5"/>
                  </a:lnTo>
                  <a:lnTo>
                    <a:pt x="76" y="5"/>
                  </a:lnTo>
                  <a:lnTo>
                    <a:pt x="78" y="5"/>
                  </a:lnTo>
                  <a:lnTo>
                    <a:pt x="79" y="5"/>
                  </a:lnTo>
                  <a:lnTo>
                    <a:pt x="80" y="5"/>
                  </a:lnTo>
                  <a:lnTo>
                    <a:pt x="82" y="5"/>
                  </a:lnTo>
                  <a:lnTo>
                    <a:pt x="83" y="5"/>
                  </a:lnTo>
                  <a:lnTo>
                    <a:pt x="84" y="5"/>
                  </a:lnTo>
                  <a:lnTo>
                    <a:pt x="86" y="5"/>
                  </a:lnTo>
                  <a:lnTo>
                    <a:pt x="87" y="5"/>
                  </a:lnTo>
                  <a:lnTo>
                    <a:pt x="88" y="5"/>
                  </a:lnTo>
                  <a:lnTo>
                    <a:pt x="90" y="5"/>
                  </a:lnTo>
                  <a:lnTo>
                    <a:pt x="91" y="5"/>
                  </a:lnTo>
                  <a:lnTo>
                    <a:pt x="92" y="5"/>
                  </a:lnTo>
                  <a:lnTo>
                    <a:pt x="94" y="5"/>
                  </a:lnTo>
                  <a:lnTo>
                    <a:pt x="95" y="5"/>
                  </a:lnTo>
                  <a:lnTo>
                    <a:pt x="97" y="5"/>
                  </a:lnTo>
                  <a:lnTo>
                    <a:pt x="98" y="5"/>
                  </a:lnTo>
                  <a:lnTo>
                    <a:pt x="99" y="5"/>
                  </a:lnTo>
                  <a:lnTo>
                    <a:pt x="101" y="5"/>
                  </a:lnTo>
                  <a:lnTo>
                    <a:pt x="102" y="5"/>
                  </a:lnTo>
                  <a:lnTo>
                    <a:pt x="103" y="5"/>
                  </a:lnTo>
                  <a:lnTo>
                    <a:pt x="105" y="5"/>
                  </a:lnTo>
                  <a:lnTo>
                    <a:pt x="106" y="5"/>
                  </a:lnTo>
                  <a:lnTo>
                    <a:pt x="107" y="5"/>
                  </a:lnTo>
                  <a:lnTo>
                    <a:pt x="109" y="5"/>
                  </a:lnTo>
                  <a:lnTo>
                    <a:pt x="110" y="5"/>
                  </a:lnTo>
                  <a:lnTo>
                    <a:pt x="111" y="5"/>
                  </a:lnTo>
                  <a:lnTo>
                    <a:pt x="113" y="5"/>
                  </a:lnTo>
                  <a:lnTo>
                    <a:pt x="114" y="5"/>
                  </a:lnTo>
                  <a:lnTo>
                    <a:pt x="115" y="4"/>
                  </a:lnTo>
                  <a:lnTo>
                    <a:pt x="117" y="0"/>
                  </a:lnTo>
                  <a:lnTo>
                    <a:pt x="118" y="2"/>
                  </a:lnTo>
                  <a:lnTo>
                    <a:pt x="119" y="2"/>
                  </a:lnTo>
                  <a:lnTo>
                    <a:pt x="121" y="2"/>
                  </a:lnTo>
                  <a:lnTo>
                    <a:pt x="122" y="3"/>
                  </a:lnTo>
                  <a:lnTo>
                    <a:pt x="123" y="5"/>
                  </a:lnTo>
                  <a:lnTo>
                    <a:pt x="125" y="8"/>
                  </a:lnTo>
                  <a:lnTo>
                    <a:pt x="126" y="10"/>
                  </a:lnTo>
                  <a:lnTo>
                    <a:pt x="127" y="13"/>
                  </a:lnTo>
                  <a:lnTo>
                    <a:pt x="129" y="17"/>
                  </a:lnTo>
                  <a:lnTo>
                    <a:pt x="130" y="20"/>
                  </a:lnTo>
                  <a:lnTo>
                    <a:pt x="132" y="23"/>
                  </a:lnTo>
                  <a:lnTo>
                    <a:pt x="133" y="27"/>
                  </a:lnTo>
                  <a:lnTo>
                    <a:pt x="134" y="31"/>
                  </a:lnTo>
                  <a:lnTo>
                    <a:pt x="136" y="34"/>
                  </a:lnTo>
                  <a:lnTo>
                    <a:pt x="137" y="38"/>
                  </a:lnTo>
                  <a:lnTo>
                    <a:pt x="138" y="41"/>
                  </a:lnTo>
                  <a:lnTo>
                    <a:pt x="140" y="45"/>
                  </a:lnTo>
                  <a:lnTo>
                    <a:pt x="141" y="49"/>
                  </a:lnTo>
                  <a:lnTo>
                    <a:pt x="142" y="53"/>
                  </a:lnTo>
                  <a:lnTo>
                    <a:pt x="144" y="57"/>
                  </a:lnTo>
                  <a:lnTo>
                    <a:pt x="145" y="61"/>
                  </a:lnTo>
                  <a:lnTo>
                    <a:pt x="146" y="65"/>
                  </a:lnTo>
                  <a:lnTo>
                    <a:pt x="148" y="69"/>
                  </a:lnTo>
                  <a:lnTo>
                    <a:pt x="149" y="72"/>
                  </a:lnTo>
                  <a:lnTo>
                    <a:pt x="150" y="76"/>
                  </a:lnTo>
                  <a:lnTo>
                    <a:pt x="152" y="80"/>
                  </a:lnTo>
                  <a:lnTo>
                    <a:pt x="153" y="84"/>
                  </a:lnTo>
                  <a:lnTo>
                    <a:pt x="154" y="88"/>
                  </a:lnTo>
                  <a:lnTo>
                    <a:pt x="156" y="91"/>
                  </a:lnTo>
                  <a:lnTo>
                    <a:pt x="157" y="95"/>
                  </a:lnTo>
                  <a:lnTo>
                    <a:pt x="158" y="99"/>
                  </a:lnTo>
                  <a:lnTo>
                    <a:pt x="160" y="103"/>
                  </a:lnTo>
                  <a:lnTo>
                    <a:pt x="161" y="106"/>
                  </a:lnTo>
                  <a:lnTo>
                    <a:pt x="162" y="110"/>
                  </a:lnTo>
                  <a:lnTo>
                    <a:pt x="164" y="113"/>
                  </a:lnTo>
                  <a:lnTo>
                    <a:pt x="165" y="117"/>
                  </a:lnTo>
                  <a:lnTo>
                    <a:pt x="167" y="120"/>
                  </a:lnTo>
                  <a:lnTo>
                    <a:pt x="168" y="124"/>
                  </a:lnTo>
                  <a:lnTo>
                    <a:pt x="169" y="127"/>
                  </a:lnTo>
                  <a:lnTo>
                    <a:pt x="171" y="131"/>
                  </a:lnTo>
                  <a:lnTo>
                    <a:pt x="172" y="134"/>
                  </a:lnTo>
                  <a:lnTo>
                    <a:pt x="173" y="138"/>
                  </a:lnTo>
                  <a:lnTo>
                    <a:pt x="175" y="141"/>
                  </a:lnTo>
                  <a:lnTo>
                    <a:pt x="176" y="144"/>
                  </a:lnTo>
                  <a:lnTo>
                    <a:pt x="177" y="147"/>
                  </a:lnTo>
                  <a:lnTo>
                    <a:pt x="179" y="150"/>
                  </a:lnTo>
                  <a:lnTo>
                    <a:pt x="180" y="153"/>
                  </a:lnTo>
                  <a:lnTo>
                    <a:pt x="181" y="156"/>
                  </a:lnTo>
                  <a:lnTo>
                    <a:pt x="183" y="160"/>
                  </a:lnTo>
                  <a:lnTo>
                    <a:pt x="184" y="163"/>
                  </a:lnTo>
                  <a:lnTo>
                    <a:pt x="185" y="166"/>
                  </a:lnTo>
                  <a:lnTo>
                    <a:pt x="187" y="169"/>
                  </a:lnTo>
                  <a:lnTo>
                    <a:pt x="188" y="171"/>
                  </a:lnTo>
                  <a:lnTo>
                    <a:pt x="189" y="174"/>
                  </a:lnTo>
                  <a:lnTo>
                    <a:pt x="191" y="177"/>
                  </a:lnTo>
                  <a:lnTo>
                    <a:pt x="192" y="180"/>
                  </a:lnTo>
                  <a:lnTo>
                    <a:pt x="193" y="182"/>
                  </a:lnTo>
                  <a:lnTo>
                    <a:pt x="195" y="185"/>
                  </a:lnTo>
                  <a:lnTo>
                    <a:pt x="196" y="188"/>
                  </a:lnTo>
                  <a:lnTo>
                    <a:pt x="197" y="190"/>
                  </a:lnTo>
                  <a:lnTo>
                    <a:pt x="199" y="193"/>
                  </a:lnTo>
                  <a:lnTo>
                    <a:pt x="200" y="195"/>
                  </a:lnTo>
                  <a:lnTo>
                    <a:pt x="202" y="198"/>
                  </a:lnTo>
                  <a:lnTo>
                    <a:pt x="203" y="200"/>
                  </a:lnTo>
                  <a:lnTo>
                    <a:pt x="204" y="202"/>
                  </a:lnTo>
                  <a:lnTo>
                    <a:pt x="206" y="205"/>
                  </a:lnTo>
                  <a:lnTo>
                    <a:pt x="207" y="207"/>
                  </a:lnTo>
                  <a:lnTo>
                    <a:pt x="208" y="209"/>
                  </a:lnTo>
                  <a:lnTo>
                    <a:pt x="210" y="212"/>
                  </a:lnTo>
                  <a:lnTo>
                    <a:pt x="211" y="214"/>
                  </a:lnTo>
                  <a:lnTo>
                    <a:pt x="212" y="216"/>
                  </a:lnTo>
                  <a:lnTo>
                    <a:pt x="214" y="218"/>
                  </a:lnTo>
                  <a:lnTo>
                    <a:pt x="215" y="220"/>
                  </a:lnTo>
                  <a:lnTo>
                    <a:pt x="216" y="222"/>
                  </a:lnTo>
                  <a:lnTo>
                    <a:pt x="218" y="224"/>
                  </a:lnTo>
                  <a:lnTo>
                    <a:pt x="219" y="226"/>
                  </a:lnTo>
                  <a:lnTo>
                    <a:pt x="220" y="228"/>
                  </a:lnTo>
                  <a:lnTo>
                    <a:pt x="222" y="230"/>
                  </a:lnTo>
                  <a:lnTo>
                    <a:pt x="223" y="232"/>
                  </a:lnTo>
                  <a:lnTo>
                    <a:pt x="224" y="234"/>
                  </a:lnTo>
                  <a:lnTo>
                    <a:pt x="226" y="236"/>
                  </a:lnTo>
                  <a:lnTo>
                    <a:pt x="227" y="237"/>
                  </a:lnTo>
                  <a:lnTo>
                    <a:pt x="228" y="239"/>
                  </a:lnTo>
                  <a:lnTo>
                    <a:pt x="230" y="241"/>
                  </a:lnTo>
                  <a:lnTo>
                    <a:pt x="231" y="242"/>
                  </a:lnTo>
                  <a:lnTo>
                    <a:pt x="232" y="243"/>
                  </a:lnTo>
                  <a:lnTo>
                    <a:pt x="234" y="245"/>
                  </a:lnTo>
                  <a:lnTo>
                    <a:pt x="235" y="247"/>
                  </a:lnTo>
                  <a:lnTo>
                    <a:pt x="236" y="248"/>
                  </a:lnTo>
                  <a:lnTo>
                    <a:pt x="238" y="249"/>
                  </a:lnTo>
                  <a:lnTo>
                    <a:pt x="239" y="251"/>
                  </a:lnTo>
                  <a:lnTo>
                    <a:pt x="241" y="252"/>
                  </a:lnTo>
                  <a:lnTo>
                    <a:pt x="242" y="253"/>
                  </a:lnTo>
                  <a:lnTo>
                    <a:pt x="243" y="254"/>
                  </a:lnTo>
                  <a:lnTo>
                    <a:pt x="245" y="255"/>
                  </a:lnTo>
                  <a:lnTo>
                    <a:pt x="246" y="257"/>
                  </a:lnTo>
                  <a:lnTo>
                    <a:pt x="247" y="258"/>
                  </a:lnTo>
                  <a:lnTo>
                    <a:pt x="249" y="259"/>
                  </a:lnTo>
                  <a:lnTo>
                    <a:pt x="250" y="260"/>
                  </a:lnTo>
                  <a:lnTo>
                    <a:pt x="251" y="261"/>
                  </a:lnTo>
                  <a:lnTo>
                    <a:pt x="253" y="262"/>
                  </a:lnTo>
                  <a:lnTo>
                    <a:pt x="254" y="263"/>
                  </a:lnTo>
                  <a:lnTo>
                    <a:pt x="255" y="264"/>
                  </a:lnTo>
                  <a:lnTo>
                    <a:pt x="257" y="265"/>
                  </a:lnTo>
                  <a:lnTo>
                    <a:pt x="258" y="266"/>
                  </a:lnTo>
                  <a:lnTo>
                    <a:pt x="259" y="267"/>
                  </a:lnTo>
                  <a:lnTo>
                    <a:pt x="261" y="268"/>
                  </a:lnTo>
                  <a:lnTo>
                    <a:pt x="262" y="269"/>
                  </a:lnTo>
                  <a:lnTo>
                    <a:pt x="263" y="270"/>
                  </a:lnTo>
                  <a:lnTo>
                    <a:pt x="265" y="270"/>
                  </a:lnTo>
                  <a:lnTo>
                    <a:pt x="266" y="271"/>
                  </a:lnTo>
                  <a:lnTo>
                    <a:pt x="267" y="272"/>
                  </a:lnTo>
                  <a:lnTo>
                    <a:pt x="269" y="273"/>
                  </a:lnTo>
                  <a:lnTo>
                    <a:pt x="270" y="274"/>
                  </a:lnTo>
                  <a:lnTo>
                    <a:pt x="271" y="274"/>
                  </a:lnTo>
                  <a:lnTo>
                    <a:pt x="273" y="275"/>
                  </a:lnTo>
                  <a:lnTo>
                    <a:pt x="274" y="276"/>
                  </a:lnTo>
                  <a:lnTo>
                    <a:pt x="276" y="276"/>
                  </a:lnTo>
                  <a:lnTo>
                    <a:pt x="277" y="277"/>
                  </a:lnTo>
                  <a:lnTo>
                    <a:pt x="278" y="277"/>
                  </a:lnTo>
                  <a:lnTo>
                    <a:pt x="280" y="278"/>
                  </a:lnTo>
                  <a:lnTo>
                    <a:pt x="281" y="278"/>
                  </a:lnTo>
                  <a:lnTo>
                    <a:pt x="282" y="279"/>
                  </a:lnTo>
                  <a:lnTo>
                    <a:pt x="284" y="279"/>
                  </a:lnTo>
                  <a:lnTo>
                    <a:pt x="285" y="280"/>
                  </a:lnTo>
                  <a:lnTo>
                    <a:pt x="286" y="280"/>
                  </a:lnTo>
                  <a:lnTo>
                    <a:pt x="288" y="281"/>
                  </a:lnTo>
                  <a:lnTo>
                    <a:pt x="289" y="281"/>
                  </a:lnTo>
                  <a:lnTo>
                    <a:pt x="290" y="281"/>
                  </a:lnTo>
                  <a:lnTo>
                    <a:pt x="292" y="282"/>
                  </a:lnTo>
                  <a:lnTo>
                    <a:pt x="293" y="282"/>
                  </a:lnTo>
                  <a:lnTo>
                    <a:pt x="294" y="282"/>
                  </a:lnTo>
                  <a:lnTo>
                    <a:pt x="296" y="283"/>
                  </a:lnTo>
                  <a:lnTo>
                    <a:pt x="297" y="283"/>
                  </a:lnTo>
                  <a:lnTo>
                    <a:pt x="298" y="283"/>
                  </a:lnTo>
                  <a:lnTo>
                    <a:pt x="300" y="284"/>
                  </a:lnTo>
                  <a:lnTo>
                    <a:pt x="301" y="284"/>
                  </a:lnTo>
                  <a:lnTo>
                    <a:pt x="302" y="284"/>
                  </a:lnTo>
                  <a:lnTo>
                    <a:pt x="304" y="284"/>
                  </a:lnTo>
                  <a:lnTo>
                    <a:pt x="305" y="284"/>
                  </a:lnTo>
                  <a:lnTo>
                    <a:pt x="306" y="284"/>
                  </a:lnTo>
                  <a:lnTo>
                    <a:pt x="308" y="285"/>
                  </a:lnTo>
                  <a:lnTo>
                    <a:pt x="309" y="285"/>
                  </a:lnTo>
                  <a:lnTo>
                    <a:pt x="311" y="285"/>
                  </a:lnTo>
                  <a:lnTo>
                    <a:pt x="312" y="285"/>
                  </a:lnTo>
                  <a:lnTo>
                    <a:pt x="313" y="285"/>
                  </a:lnTo>
                  <a:lnTo>
                    <a:pt x="315" y="285"/>
                  </a:lnTo>
                  <a:lnTo>
                    <a:pt x="316" y="285"/>
                  </a:lnTo>
                  <a:lnTo>
                    <a:pt x="317" y="285"/>
                  </a:lnTo>
                  <a:lnTo>
                    <a:pt x="319" y="285"/>
                  </a:lnTo>
                  <a:lnTo>
                    <a:pt x="320" y="285"/>
                  </a:lnTo>
                  <a:lnTo>
                    <a:pt x="321" y="285"/>
                  </a:lnTo>
                  <a:lnTo>
                    <a:pt x="323" y="285"/>
                  </a:lnTo>
                  <a:lnTo>
                    <a:pt x="324" y="285"/>
                  </a:lnTo>
                  <a:lnTo>
                    <a:pt x="325" y="285"/>
                  </a:lnTo>
                  <a:lnTo>
                    <a:pt x="327" y="285"/>
                  </a:lnTo>
                  <a:lnTo>
                    <a:pt x="328" y="285"/>
                  </a:lnTo>
                  <a:lnTo>
                    <a:pt x="329" y="285"/>
                  </a:lnTo>
                  <a:lnTo>
                    <a:pt x="331" y="285"/>
                  </a:lnTo>
                  <a:lnTo>
                    <a:pt x="332" y="285"/>
                  </a:lnTo>
                  <a:lnTo>
                    <a:pt x="333" y="285"/>
                  </a:lnTo>
                  <a:lnTo>
                    <a:pt x="335" y="285"/>
                  </a:lnTo>
                  <a:lnTo>
                    <a:pt x="336" y="285"/>
                  </a:lnTo>
                  <a:lnTo>
                    <a:pt x="337" y="285"/>
                  </a:lnTo>
                  <a:lnTo>
                    <a:pt x="339" y="285"/>
                  </a:lnTo>
                  <a:lnTo>
                    <a:pt x="340" y="285"/>
                  </a:lnTo>
                  <a:lnTo>
                    <a:pt x="341" y="284"/>
                  </a:lnTo>
                  <a:lnTo>
                    <a:pt x="343" y="284"/>
                  </a:lnTo>
                  <a:lnTo>
                    <a:pt x="344" y="284"/>
                  </a:lnTo>
                  <a:lnTo>
                    <a:pt x="346" y="284"/>
                  </a:lnTo>
                  <a:lnTo>
                    <a:pt x="347" y="284"/>
                  </a:lnTo>
                  <a:lnTo>
                    <a:pt x="348" y="284"/>
                  </a:lnTo>
                  <a:lnTo>
                    <a:pt x="350" y="284"/>
                  </a:lnTo>
                  <a:lnTo>
                    <a:pt x="351" y="284"/>
                  </a:lnTo>
                  <a:lnTo>
                    <a:pt x="352" y="283"/>
                  </a:lnTo>
                  <a:lnTo>
                    <a:pt x="354" y="283"/>
                  </a:lnTo>
                  <a:lnTo>
                    <a:pt x="355" y="283"/>
                  </a:lnTo>
                  <a:lnTo>
                    <a:pt x="356" y="283"/>
                  </a:lnTo>
                  <a:lnTo>
                    <a:pt x="358" y="283"/>
                  </a:lnTo>
                  <a:lnTo>
                    <a:pt x="359" y="283"/>
                  </a:lnTo>
                  <a:lnTo>
                    <a:pt x="360" y="282"/>
                  </a:lnTo>
                  <a:lnTo>
                    <a:pt x="362" y="282"/>
                  </a:lnTo>
                  <a:lnTo>
                    <a:pt x="363" y="282"/>
                  </a:lnTo>
                  <a:lnTo>
                    <a:pt x="364" y="282"/>
                  </a:lnTo>
                  <a:lnTo>
                    <a:pt x="366" y="282"/>
                  </a:lnTo>
                  <a:lnTo>
                    <a:pt x="367" y="282"/>
                  </a:lnTo>
                  <a:lnTo>
                    <a:pt x="368" y="281"/>
                  </a:lnTo>
                  <a:lnTo>
                    <a:pt x="370" y="281"/>
                  </a:lnTo>
                  <a:lnTo>
                    <a:pt x="371" y="281"/>
                  </a:lnTo>
                  <a:lnTo>
                    <a:pt x="372" y="281"/>
                  </a:lnTo>
                  <a:lnTo>
                    <a:pt x="374" y="280"/>
                  </a:lnTo>
                  <a:lnTo>
                    <a:pt x="375" y="280"/>
                  </a:lnTo>
                  <a:lnTo>
                    <a:pt x="376" y="280"/>
                  </a:lnTo>
                  <a:lnTo>
                    <a:pt x="378" y="280"/>
                  </a:lnTo>
                  <a:lnTo>
                    <a:pt x="379" y="279"/>
                  </a:lnTo>
                  <a:lnTo>
                    <a:pt x="380" y="279"/>
                  </a:lnTo>
                  <a:lnTo>
                    <a:pt x="382" y="279"/>
                  </a:lnTo>
                  <a:lnTo>
                    <a:pt x="383" y="279"/>
                  </a:lnTo>
                  <a:lnTo>
                    <a:pt x="385" y="278"/>
                  </a:lnTo>
                  <a:lnTo>
                    <a:pt x="386" y="278"/>
                  </a:lnTo>
                  <a:lnTo>
                    <a:pt x="387" y="278"/>
                  </a:lnTo>
                  <a:lnTo>
                    <a:pt x="389" y="278"/>
                  </a:lnTo>
                  <a:lnTo>
                    <a:pt x="390" y="277"/>
                  </a:lnTo>
                  <a:lnTo>
                    <a:pt x="391" y="277"/>
                  </a:lnTo>
                  <a:lnTo>
                    <a:pt x="393" y="277"/>
                  </a:lnTo>
                  <a:lnTo>
                    <a:pt x="394" y="277"/>
                  </a:lnTo>
                  <a:lnTo>
                    <a:pt x="395" y="276"/>
                  </a:lnTo>
                  <a:lnTo>
                    <a:pt x="397" y="276"/>
                  </a:lnTo>
                  <a:lnTo>
                    <a:pt x="398" y="276"/>
                  </a:lnTo>
                  <a:lnTo>
                    <a:pt x="399" y="276"/>
                  </a:lnTo>
                  <a:lnTo>
                    <a:pt x="401" y="275"/>
                  </a:lnTo>
                  <a:lnTo>
                    <a:pt x="402" y="275"/>
                  </a:lnTo>
                  <a:lnTo>
                    <a:pt x="403" y="275"/>
                  </a:lnTo>
                  <a:lnTo>
                    <a:pt x="405" y="274"/>
                  </a:lnTo>
                  <a:lnTo>
                    <a:pt x="406" y="274"/>
                  </a:lnTo>
                  <a:lnTo>
                    <a:pt x="407" y="274"/>
                  </a:lnTo>
                  <a:lnTo>
                    <a:pt x="409" y="274"/>
                  </a:lnTo>
                  <a:lnTo>
                    <a:pt x="410" y="273"/>
                  </a:lnTo>
                  <a:lnTo>
                    <a:pt x="411" y="273"/>
                  </a:lnTo>
                  <a:lnTo>
                    <a:pt x="413" y="273"/>
                  </a:lnTo>
                  <a:lnTo>
                    <a:pt x="414" y="272"/>
                  </a:lnTo>
                  <a:lnTo>
                    <a:pt x="415" y="272"/>
                  </a:lnTo>
                  <a:lnTo>
                    <a:pt x="417" y="272"/>
                  </a:lnTo>
                  <a:lnTo>
                    <a:pt x="418" y="271"/>
                  </a:lnTo>
                  <a:lnTo>
                    <a:pt x="420" y="271"/>
                  </a:lnTo>
                  <a:lnTo>
                    <a:pt x="421" y="271"/>
                  </a:lnTo>
                  <a:lnTo>
                    <a:pt x="422" y="271"/>
                  </a:lnTo>
                  <a:lnTo>
                    <a:pt x="424" y="270"/>
                  </a:lnTo>
                  <a:lnTo>
                    <a:pt x="425" y="270"/>
                  </a:lnTo>
                  <a:lnTo>
                    <a:pt x="426" y="270"/>
                  </a:lnTo>
                  <a:lnTo>
                    <a:pt x="428" y="269"/>
                  </a:lnTo>
                  <a:lnTo>
                    <a:pt x="429" y="269"/>
                  </a:lnTo>
                  <a:lnTo>
                    <a:pt x="430" y="269"/>
                  </a:lnTo>
                  <a:lnTo>
                    <a:pt x="432" y="269"/>
                  </a:lnTo>
                  <a:lnTo>
                    <a:pt x="433" y="268"/>
                  </a:lnTo>
                  <a:lnTo>
                    <a:pt x="434" y="268"/>
                  </a:lnTo>
                  <a:lnTo>
                    <a:pt x="436" y="268"/>
                  </a:lnTo>
                  <a:lnTo>
                    <a:pt x="437" y="268"/>
                  </a:lnTo>
                  <a:lnTo>
                    <a:pt x="438" y="267"/>
                  </a:lnTo>
                  <a:lnTo>
                    <a:pt x="440" y="267"/>
                  </a:lnTo>
                  <a:lnTo>
                    <a:pt x="441" y="267"/>
                  </a:lnTo>
                  <a:lnTo>
                    <a:pt x="442" y="267"/>
                  </a:lnTo>
                  <a:lnTo>
                    <a:pt x="444" y="266"/>
                  </a:lnTo>
                  <a:lnTo>
                    <a:pt x="445" y="266"/>
                  </a:lnTo>
                  <a:lnTo>
                    <a:pt x="446" y="266"/>
                  </a:lnTo>
                  <a:lnTo>
                    <a:pt x="448" y="266"/>
                  </a:lnTo>
                  <a:lnTo>
                    <a:pt x="449" y="266"/>
                  </a:lnTo>
                  <a:lnTo>
                    <a:pt x="450" y="266"/>
                  </a:lnTo>
                  <a:lnTo>
                    <a:pt x="452" y="265"/>
                  </a:lnTo>
                  <a:lnTo>
                    <a:pt x="453" y="265"/>
                  </a:lnTo>
                  <a:lnTo>
                    <a:pt x="455" y="265"/>
                  </a:lnTo>
                  <a:lnTo>
                    <a:pt x="456" y="265"/>
                  </a:lnTo>
                  <a:lnTo>
                    <a:pt x="457" y="264"/>
                  </a:lnTo>
                  <a:lnTo>
                    <a:pt x="459" y="264"/>
                  </a:lnTo>
                  <a:lnTo>
                    <a:pt x="460" y="264"/>
                  </a:lnTo>
                  <a:lnTo>
                    <a:pt x="461" y="264"/>
                  </a:lnTo>
                  <a:lnTo>
                    <a:pt x="463" y="264"/>
                  </a:lnTo>
                  <a:lnTo>
                    <a:pt x="464" y="264"/>
                  </a:lnTo>
                  <a:lnTo>
                    <a:pt x="465" y="263"/>
                  </a:lnTo>
                  <a:lnTo>
                    <a:pt x="467" y="263"/>
                  </a:lnTo>
                  <a:lnTo>
                    <a:pt x="468" y="263"/>
                  </a:lnTo>
                  <a:lnTo>
                    <a:pt x="469" y="263"/>
                  </a:lnTo>
                  <a:lnTo>
                    <a:pt x="471" y="263"/>
                  </a:lnTo>
                  <a:lnTo>
                    <a:pt x="472" y="263"/>
                  </a:lnTo>
                  <a:lnTo>
                    <a:pt x="473" y="262"/>
                  </a:lnTo>
                  <a:lnTo>
                    <a:pt x="475" y="262"/>
                  </a:lnTo>
                  <a:lnTo>
                    <a:pt x="476" y="262"/>
                  </a:lnTo>
                  <a:lnTo>
                    <a:pt x="477" y="262"/>
                  </a:lnTo>
                  <a:lnTo>
                    <a:pt x="479" y="262"/>
                  </a:lnTo>
                  <a:lnTo>
                    <a:pt x="480" y="261"/>
                  </a:lnTo>
                  <a:lnTo>
                    <a:pt x="481" y="261"/>
                  </a:lnTo>
                  <a:lnTo>
                    <a:pt x="483" y="261"/>
                  </a:lnTo>
                  <a:lnTo>
                    <a:pt x="484" y="261"/>
                  </a:lnTo>
                  <a:lnTo>
                    <a:pt x="485" y="261"/>
                  </a:lnTo>
                  <a:lnTo>
                    <a:pt x="487" y="261"/>
                  </a:lnTo>
                  <a:lnTo>
                    <a:pt x="488" y="260"/>
                  </a:lnTo>
                  <a:lnTo>
                    <a:pt x="490" y="260"/>
                  </a:lnTo>
                  <a:lnTo>
                    <a:pt x="491" y="260"/>
                  </a:lnTo>
                  <a:lnTo>
                    <a:pt x="492" y="260"/>
                  </a:lnTo>
                  <a:lnTo>
                    <a:pt x="494" y="260"/>
                  </a:lnTo>
                  <a:lnTo>
                    <a:pt x="495" y="260"/>
                  </a:lnTo>
                  <a:lnTo>
                    <a:pt x="496" y="260"/>
                  </a:lnTo>
                  <a:lnTo>
                    <a:pt x="498" y="259"/>
                  </a:lnTo>
                  <a:lnTo>
                    <a:pt x="499" y="259"/>
                  </a:lnTo>
                  <a:lnTo>
                    <a:pt x="500" y="259"/>
                  </a:lnTo>
                  <a:lnTo>
                    <a:pt x="502" y="259"/>
                  </a:lnTo>
                  <a:lnTo>
                    <a:pt x="503" y="259"/>
                  </a:lnTo>
                  <a:lnTo>
                    <a:pt x="504" y="259"/>
                  </a:lnTo>
                  <a:lnTo>
                    <a:pt x="506" y="258"/>
                  </a:lnTo>
                  <a:lnTo>
                    <a:pt x="507" y="258"/>
                  </a:lnTo>
                  <a:lnTo>
                    <a:pt x="508" y="258"/>
                  </a:lnTo>
                  <a:lnTo>
                    <a:pt x="510" y="258"/>
                  </a:lnTo>
                  <a:lnTo>
                    <a:pt x="511" y="258"/>
                  </a:lnTo>
                  <a:lnTo>
                    <a:pt x="512" y="258"/>
                  </a:lnTo>
                  <a:lnTo>
                    <a:pt x="514" y="258"/>
                  </a:lnTo>
                  <a:lnTo>
                    <a:pt x="515" y="257"/>
                  </a:lnTo>
                  <a:lnTo>
                    <a:pt x="516" y="257"/>
                  </a:lnTo>
                  <a:lnTo>
                    <a:pt x="518" y="257"/>
                  </a:lnTo>
                  <a:lnTo>
                    <a:pt x="519" y="257"/>
                  </a:lnTo>
                  <a:lnTo>
                    <a:pt x="520" y="257"/>
                  </a:lnTo>
                  <a:lnTo>
                    <a:pt x="522" y="257"/>
                  </a:lnTo>
                  <a:lnTo>
                    <a:pt x="523" y="257"/>
                  </a:lnTo>
                  <a:lnTo>
                    <a:pt x="524" y="256"/>
                  </a:lnTo>
                  <a:lnTo>
                    <a:pt x="526" y="256"/>
                  </a:lnTo>
                  <a:lnTo>
                    <a:pt x="527" y="256"/>
                  </a:lnTo>
                  <a:lnTo>
                    <a:pt x="529" y="256"/>
                  </a:lnTo>
                  <a:lnTo>
                    <a:pt x="530" y="256"/>
                  </a:lnTo>
                  <a:lnTo>
                    <a:pt x="531" y="256"/>
                  </a:lnTo>
                  <a:lnTo>
                    <a:pt x="533" y="255"/>
                  </a:lnTo>
                  <a:lnTo>
                    <a:pt x="534" y="255"/>
                  </a:lnTo>
                  <a:lnTo>
                    <a:pt x="535" y="255"/>
                  </a:lnTo>
                  <a:lnTo>
                    <a:pt x="537" y="255"/>
                  </a:lnTo>
                  <a:lnTo>
                    <a:pt x="538" y="255"/>
                  </a:lnTo>
                  <a:lnTo>
                    <a:pt x="539" y="255"/>
                  </a:lnTo>
                  <a:lnTo>
                    <a:pt x="541" y="255"/>
                  </a:lnTo>
                  <a:lnTo>
                    <a:pt x="542" y="255"/>
                  </a:lnTo>
                  <a:lnTo>
                    <a:pt x="543" y="255"/>
                  </a:lnTo>
                  <a:lnTo>
                    <a:pt x="545" y="255"/>
                  </a:lnTo>
                  <a:lnTo>
                    <a:pt x="546" y="254"/>
                  </a:lnTo>
                  <a:lnTo>
                    <a:pt x="547" y="254"/>
                  </a:lnTo>
                  <a:lnTo>
                    <a:pt x="549" y="254"/>
                  </a:lnTo>
                  <a:lnTo>
                    <a:pt x="550" y="254"/>
                  </a:lnTo>
                  <a:lnTo>
                    <a:pt x="551" y="254"/>
                  </a:lnTo>
                  <a:lnTo>
                    <a:pt x="553" y="254"/>
                  </a:lnTo>
                  <a:lnTo>
                    <a:pt x="554" y="254"/>
                  </a:lnTo>
                  <a:lnTo>
                    <a:pt x="555" y="253"/>
                  </a:lnTo>
                  <a:lnTo>
                    <a:pt x="557" y="253"/>
                  </a:lnTo>
                  <a:lnTo>
                    <a:pt x="558" y="253"/>
                  </a:lnTo>
                  <a:lnTo>
                    <a:pt x="559" y="253"/>
                  </a:lnTo>
                  <a:lnTo>
                    <a:pt x="561" y="253"/>
                  </a:lnTo>
                  <a:lnTo>
                    <a:pt x="562" y="253"/>
                  </a:lnTo>
                  <a:lnTo>
                    <a:pt x="564" y="253"/>
                  </a:lnTo>
                  <a:lnTo>
                    <a:pt x="565" y="253"/>
                  </a:lnTo>
                  <a:lnTo>
                    <a:pt x="566" y="253"/>
                  </a:lnTo>
                  <a:lnTo>
                    <a:pt x="568" y="252"/>
                  </a:lnTo>
                  <a:lnTo>
                    <a:pt x="569" y="252"/>
                  </a:lnTo>
                  <a:lnTo>
                    <a:pt x="570" y="252"/>
                  </a:lnTo>
                  <a:lnTo>
                    <a:pt x="572" y="252"/>
                  </a:lnTo>
                  <a:lnTo>
                    <a:pt x="573" y="252"/>
                  </a:lnTo>
                  <a:lnTo>
                    <a:pt x="574" y="252"/>
                  </a:lnTo>
                  <a:lnTo>
                    <a:pt x="576" y="252"/>
                  </a:lnTo>
                  <a:lnTo>
                    <a:pt x="577" y="252"/>
                  </a:lnTo>
                  <a:lnTo>
                    <a:pt x="578" y="252"/>
                  </a:lnTo>
                  <a:lnTo>
                    <a:pt x="580" y="251"/>
                  </a:lnTo>
                  <a:lnTo>
                    <a:pt x="581" y="251"/>
                  </a:lnTo>
                  <a:lnTo>
                    <a:pt x="582" y="251"/>
                  </a:lnTo>
                  <a:lnTo>
                    <a:pt x="584" y="251"/>
                  </a:lnTo>
                  <a:lnTo>
                    <a:pt x="585" y="251"/>
                  </a:lnTo>
                  <a:lnTo>
                    <a:pt x="586" y="251"/>
                  </a:lnTo>
                  <a:lnTo>
                    <a:pt x="588" y="251"/>
                  </a:lnTo>
                  <a:lnTo>
                    <a:pt x="589" y="251"/>
                  </a:lnTo>
                  <a:lnTo>
                    <a:pt x="590" y="251"/>
                  </a:lnTo>
                  <a:lnTo>
                    <a:pt x="592" y="251"/>
                  </a:lnTo>
                  <a:lnTo>
                    <a:pt x="593" y="250"/>
                  </a:lnTo>
                  <a:lnTo>
                    <a:pt x="594" y="250"/>
                  </a:lnTo>
                  <a:lnTo>
                    <a:pt x="596" y="250"/>
                  </a:lnTo>
                  <a:lnTo>
                    <a:pt x="597" y="250"/>
                  </a:lnTo>
                  <a:lnTo>
                    <a:pt x="599" y="250"/>
                  </a:lnTo>
                  <a:lnTo>
                    <a:pt x="600" y="250"/>
                  </a:lnTo>
                  <a:lnTo>
                    <a:pt x="601" y="250"/>
                  </a:lnTo>
                  <a:lnTo>
                    <a:pt x="603" y="250"/>
                  </a:lnTo>
                  <a:lnTo>
                    <a:pt x="604" y="250"/>
                  </a:lnTo>
                  <a:lnTo>
                    <a:pt x="605" y="249"/>
                  </a:lnTo>
                  <a:lnTo>
                    <a:pt x="607" y="249"/>
                  </a:lnTo>
                  <a:lnTo>
                    <a:pt x="608" y="249"/>
                  </a:lnTo>
                  <a:lnTo>
                    <a:pt x="609" y="249"/>
                  </a:lnTo>
                  <a:lnTo>
                    <a:pt x="611" y="249"/>
                  </a:lnTo>
                  <a:lnTo>
                    <a:pt x="612" y="249"/>
                  </a:lnTo>
                  <a:lnTo>
                    <a:pt x="613" y="249"/>
                  </a:lnTo>
                  <a:lnTo>
                    <a:pt x="615" y="249"/>
                  </a:lnTo>
                  <a:lnTo>
                    <a:pt x="616" y="249"/>
                  </a:lnTo>
                  <a:lnTo>
                    <a:pt x="617" y="249"/>
                  </a:lnTo>
                  <a:lnTo>
                    <a:pt x="619" y="248"/>
                  </a:lnTo>
                  <a:lnTo>
                    <a:pt x="620" y="248"/>
                  </a:lnTo>
                  <a:lnTo>
                    <a:pt x="621" y="248"/>
                  </a:lnTo>
                  <a:lnTo>
                    <a:pt x="623" y="248"/>
                  </a:lnTo>
                  <a:lnTo>
                    <a:pt x="624" y="248"/>
                  </a:lnTo>
                  <a:lnTo>
                    <a:pt x="625" y="248"/>
                  </a:lnTo>
                  <a:lnTo>
                    <a:pt x="627" y="248"/>
                  </a:lnTo>
                  <a:lnTo>
                    <a:pt x="628" y="248"/>
                  </a:lnTo>
                  <a:lnTo>
                    <a:pt x="629" y="248"/>
                  </a:lnTo>
                  <a:lnTo>
                    <a:pt x="631" y="248"/>
                  </a:lnTo>
                  <a:lnTo>
                    <a:pt x="632" y="248"/>
                  </a:lnTo>
                  <a:lnTo>
                    <a:pt x="634" y="248"/>
                  </a:lnTo>
                  <a:lnTo>
                    <a:pt x="635" y="248"/>
                  </a:lnTo>
                  <a:lnTo>
                    <a:pt x="636" y="248"/>
                  </a:lnTo>
                  <a:lnTo>
                    <a:pt x="638" y="247"/>
                  </a:lnTo>
                  <a:lnTo>
                    <a:pt x="639" y="247"/>
                  </a:lnTo>
                  <a:lnTo>
                    <a:pt x="640" y="247"/>
                  </a:lnTo>
                  <a:lnTo>
                    <a:pt x="642" y="247"/>
                  </a:lnTo>
                  <a:lnTo>
                    <a:pt x="643" y="247"/>
                  </a:lnTo>
                  <a:lnTo>
                    <a:pt x="644" y="247"/>
                  </a:lnTo>
                  <a:lnTo>
                    <a:pt x="646" y="247"/>
                  </a:lnTo>
                  <a:lnTo>
                    <a:pt x="647" y="247"/>
                  </a:lnTo>
                  <a:lnTo>
                    <a:pt x="648" y="247"/>
                  </a:lnTo>
                  <a:lnTo>
                    <a:pt x="650" y="247"/>
                  </a:lnTo>
                  <a:lnTo>
                    <a:pt x="651" y="246"/>
                  </a:lnTo>
                  <a:lnTo>
                    <a:pt x="652" y="246"/>
                  </a:lnTo>
                  <a:lnTo>
                    <a:pt x="654" y="246"/>
                  </a:lnTo>
                  <a:lnTo>
                    <a:pt x="655" y="246"/>
                  </a:lnTo>
                  <a:lnTo>
                    <a:pt x="656" y="246"/>
                  </a:lnTo>
                  <a:lnTo>
                    <a:pt x="658" y="246"/>
                  </a:lnTo>
                  <a:lnTo>
                    <a:pt x="659" y="246"/>
                  </a:lnTo>
                  <a:lnTo>
                    <a:pt x="660" y="246"/>
                  </a:lnTo>
                  <a:lnTo>
                    <a:pt x="662" y="246"/>
                  </a:lnTo>
                  <a:lnTo>
                    <a:pt x="663" y="246"/>
                  </a:lnTo>
                  <a:lnTo>
                    <a:pt x="664" y="246"/>
                  </a:lnTo>
                  <a:lnTo>
                    <a:pt x="666" y="245"/>
                  </a:lnTo>
                  <a:lnTo>
                    <a:pt x="667" y="245"/>
                  </a:lnTo>
                  <a:lnTo>
                    <a:pt x="668" y="245"/>
                  </a:lnTo>
                  <a:lnTo>
                    <a:pt x="670" y="245"/>
                  </a:lnTo>
                  <a:lnTo>
                    <a:pt x="671" y="245"/>
                  </a:lnTo>
                  <a:lnTo>
                    <a:pt x="673" y="245"/>
                  </a:lnTo>
                  <a:lnTo>
                    <a:pt x="674" y="245"/>
                  </a:lnTo>
                  <a:lnTo>
                    <a:pt x="675" y="245"/>
                  </a:lnTo>
                  <a:lnTo>
                    <a:pt x="677" y="245"/>
                  </a:lnTo>
                  <a:lnTo>
                    <a:pt x="678" y="245"/>
                  </a:lnTo>
                  <a:lnTo>
                    <a:pt x="679" y="245"/>
                  </a:lnTo>
                  <a:lnTo>
                    <a:pt x="681" y="245"/>
                  </a:lnTo>
                  <a:lnTo>
                    <a:pt x="682" y="245"/>
                  </a:lnTo>
                  <a:lnTo>
                    <a:pt x="683" y="245"/>
                  </a:lnTo>
                  <a:lnTo>
                    <a:pt x="685" y="244"/>
                  </a:lnTo>
                  <a:lnTo>
                    <a:pt x="686" y="244"/>
                  </a:lnTo>
                  <a:lnTo>
                    <a:pt x="687" y="244"/>
                  </a:lnTo>
                  <a:lnTo>
                    <a:pt x="689" y="244"/>
                  </a:lnTo>
                  <a:lnTo>
                    <a:pt x="690" y="244"/>
                  </a:lnTo>
                  <a:lnTo>
                    <a:pt x="691" y="244"/>
                  </a:lnTo>
                  <a:lnTo>
                    <a:pt x="693" y="244"/>
                  </a:lnTo>
                  <a:lnTo>
                    <a:pt x="694" y="244"/>
                  </a:lnTo>
                  <a:lnTo>
                    <a:pt x="695" y="244"/>
                  </a:lnTo>
                  <a:lnTo>
                    <a:pt x="697" y="244"/>
                  </a:lnTo>
                  <a:lnTo>
                    <a:pt x="698" y="244"/>
                  </a:lnTo>
                  <a:lnTo>
                    <a:pt x="699" y="244"/>
                  </a:lnTo>
                  <a:lnTo>
                    <a:pt x="701" y="243"/>
                  </a:lnTo>
                  <a:lnTo>
                    <a:pt x="702" y="243"/>
                  </a:lnTo>
                  <a:lnTo>
                    <a:pt x="703" y="243"/>
                  </a:lnTo>
                  <a:lnTo>
                    <a:pt x="705" y="243"/>
                  </a:lnTo>
                  <a:lnTo>
                    <a:pt x="706" y="243"/>
                  </a:lnTo>
                  <a:lnTo>
                    <a:pt x="708" y="243"/>
                  </a:lnTo>
                  <a:lnTo>
                    <a:pt x="709" y="243"/>
                  </a:lnTo>
                  <a:lnTo>
                    <a:pt x="710" y="243"/>
                  </a:lnTo>
                  <a:lnTo>
                    <a:pt x="712" y="243"/>
                  </a:lnTo>
                  <a:lnTo>
                    <a:pt x="713" y="243"/>
                  </a:lnTo>
                  <a:lnTo>
                    <a:pt x="714" y="243"/>
                  </a:lnTo>
                  <a:lnTo>
                    <a:pt x="716" y="243"/>
                  </a:lnTo>
                  <a:lnTo>
                    <a:pt x="717" y="242"/>
                  </a:lnTo>
                  <a:lnTo>
                    <a:pt x="718" y="242"/>
                  </a:lnTo>
                  <a:lnTo>
                    <a:pt x="720" y="242"/>
                  </a:lnTo>
                  <a:lnTo>
                    <a:pt x="721" y="242"/>
                  </a:lnTo>
                  <a:lnTo>
                    <a:pt x="722" y="242"/>
                  </a:lnTo>
                  <a:lnTo>
                    <a:pt x="724" y="242"/>
                  </a:lnTo>
                  <a:lnTo>
                    <a:pt x="725" y="242"/>
                  </a:lnTo>
                  <a:lnTo>
                    <a:pt x="726" y="242"/>
                  </a:lnTo>
                  <a:lnTo>
                    <a:pt x="728" y="242"/>
                  </a:lnTo>
                  <a:lnTo>
                    <a:pt x="729" y="242"/>
                  </a:lnTo>
                  <a:lnTo>
                    <a:pt x="730" y="242"/>
                  </a:lnTo>
                  <a:lnTo>
                    <a:pt x="732" y="242"/>
                  </a:lnTo>
                  <a:lnTo>
                    <a:pt x="733" y="242"/>
                  </a:lnTo>
                  <a:lnTo>
                    <a:pt x="734" y="241"/>
                  </a:lnTo>
                  <a:lnTo>
                    <a:pt x="736" y="241"/>
                  </a:lnTo>
                  <a:lnTo>
                    <a:pt x="737" y="241"/>
                  </a:lnTo>
                  <a:lnTo>
                    <a:pt x="738" y="241"/>
                  </a:lnTo>
                  <a:lnTo>
                    <a:pt x="740" y="241"/>
                  </a:lnTo>
                  <a:lnTo>
                    <a:pt x="741" y="241"/>
                  </a:lnTo>
                  <a:lnTo>
                    <a:pt x="743" y="241"/>
                  </a:lnTo>
                  <a:lnTo>
                    <a:pt x="744" y="241"/>
                  </a:lnTo>
                  <a:lnTo>
                    <a:pt x="745" y="241"/>
                  </a:lnTo>
                  <a:lnTo>
                    <a:pt x="747" y="241"/>
                  </a:lnTo>
                  <a:lnTo>
                    <a:pt x="748" y="241"/>
                  </a:lnTo>
                  <a:lnTo>
                    <a:pt x="749" y="241"/>
                  </a:lnTo>
                  <a:lnTo>
                    <a:pt x="751" y="241"/>
                  </a:lnTo>
                  <a:lnTo>
                    <a:pt x="752" y="241"/>
                  </a:lnTo>
                  <a:lnTo>
                    <a:pt x="753" y="240"/>
                  </a:lnTo>
                  <a:lnTo>
                    <a:pt x="755" y="240"/>
                  </a:lnTo>
                  <a:lnTo>
                    <a:pt x="756" y="240"/>
                  </a:lnTo>
                  <a:lnTo>
                    <a:pt x="757" y="240"/>
                  </a:lnTo>
                  <a:lnTo>
                    <a:pt x="759" y="240"/>
                  </a:lnTo>
                  <a:lnTo>
                    <a:pt x="760" y="240"/>
                  </a:lnTo>
                  <a:lnTo>
                    <a:pt x="761" y="240"/>
                  </a:lnTo>
                  <a:lnTo>
                    <a:pt x="763" y="240"/>
                  </a:lnTo>
                  <a:lnTo>
                    <a:pt x="764" y="240"/>
                  </a:lnTo>
                  <a:lnTo>
                    <a:pt x="765" y="240"/>
                  </a:lnTo>
                  <a:lnTo>
                    <a:pt x="767" y="240"/>
                  </a:lnTo>
                  <a:lnTo>
                    <a:pt x="768" y="240"/>
                  </a:lnTo>
                  <a:lnTo>
                    <a:pt x="769" y="240"/>
                  </a:lnTo>
                  <a:lnTo>
                    <a:pt x="771" y="240"/>
                  </a:lnTo>
                  <a:lnTo>
                    <a:pt x="772" y="239"/>
                  </a:lnTo>
                  <a:lnTo>
                    <a:pt x="773" y="239"/>
                  </a:lnTo>
                  <a:lnTo>
                    <a:pt x="775" y="239"/>
                  </a:lnTo>
                  <a:lnTo>
                    <a:pt x="776" y="239"/>
                  </a:lnTo>
                  <a:lnTo>
                    <a:pt x="777" y="239"/>
                  </a:lnTo>
                  <a:lnTo>
                    <a:pt x="779" y="239"/>
                  </a:lnTo>
                  <a:lnTo>
                    <a:pt x="780" y="239"/>
                  </a:lnTo>
                  <a:lnTo>
                    <a:pt x="782" y="239"/>
                  </a:lnTo>
                  <a:lnTo>
                    <a:pt x="783" y="239"/>
                  </a:lnTo>
                  <a:lnTo>
                    <a:pt x="784" y="239"/>
                  </a:lnTo>
                  <a:lnTo>
                    <a:pt x="786" y="239"/>
                  </a:lnTo>
                  <a:lnTo>
                    <a:pt x="787" y="239"/>
                  </a:lnTo>
                  <a:lnTo>
                    <a:pt x="788" y="239"/>
                  </a:lnTo>
                  <a:lnTo>
                    <a:pt x="790" y="239"/>
                  </a:lnTo>
                  <a:lnTo>
                    <a:pt x="791" y="239"/>
                  </a:lnTo>
                  <a:lnTo>
                    <a:pt x="792" y="238"/>
                  </a:lnTo>
                  <a:lnTo>
                    <a:pt x="794" y="238"/>
                  </a:lnTo>
                  <a:lnTo>
                    <a:pt x="795" y="238"/>
                  </a:lnTo>
                  <a:lnTo>
                    <a:pt x="796" y="238"/>
                  </a:lnTo>
                  <a:lnTo>
                    <a:pt x="798" y="238"/>
                  </a:lnTo>
                  <a:lnTo>
                    <a:pt x="799" y="238"/>
                  </a:lnTo>
                  <a:lnTo>
                    <a:pt x="800" y="238"/>
                  </a:lnTo>
                  <a:lnTo>
                    <a:pt x="802" y="238"/>
                  </a:lnTo>
                  <a:lnTo>
                    <a:pt x="803" y="238"/>
                  </a:lnTo>
                  <a:lnTo>
                    <a:pt x="804" y="238"/>
                  </a:lnTo>
                  <a:lnTo>
                    <a:pt x="806" y="238"/>
                  </a:lnTo>
                  <a:lnTo>
                    <a:pt x="807" y="238"/>
                  </a:lnTo>
                  <a:lnTo>
                    <a:pt x="808" y="238"/>
                  </a:lnTo>
                  <a:lnTo>
                    <a:pt x="810" y="238"/>
                  </a:lnTo>
                  <a:lnTo>
                    <a:pt x="811" y="237"/>
                  </a:lnTo>
                  <a:lnTo>
                    <a:pt x="812" y="237"/>
                  </a:lnTo>
                  <a:lnTo>
                    <a:pt x="814" y="237"/>
                  </a:lnTo>
                  <a:lnTo>
                    <a:pt x="815" y="237"/>
                  </a:lnTo>
                  <a:lnTo>
                    <a:pt x="817" y="237"/>
                  </a:lnTo>
                  <a:lnTo>
                    <a:pt x="818" y="237"/>
                  </a:lnTo>
                  <a:lnTo>
                    <a:pt x="819" y="237"/>
                  </a:lnTo>
                  <a:lnTo>
                    <a:pt x="821" y="237"/>
                  </a:lnTo>
                  <a:lnTo>
                    <a:pt x="822" y="237"/>
                  </a:lnTo>
                  <a:lnTo>
                    <a:pt x="823" y="237"/>
                  </a:lnTo>
                  <a:lnTo>
                    <a:pt x="825" y="237"/>
                  </a:lnTo>
                  <a:lnTo>
                    <a:pt x="826" y="237"/>
                  </a:lnTo>
                  <a:lnTo>
                    <a:pt x="827" y="237"/>
                  </a:lnTo>
                  <a:lnTo>
                    <a:pt x="829" y="237"/>
                  </a:lnTo>
                  <a:lnTo>
                    <a:pt x="830" y="237"/>
                  </a:lnTo>
                  <a:lnTo>
                    <a:pt x="831" y="236"/>
                  </a:lnTo>
                  <a:lnTo>
                    <a:pt x="833" y="236"/>
                  </a:lnTo>
                  <a:lnTo>
                    <a:pt x="834" y="236"/>
                  </a:lnTo>
                  <a:lnTo>
                    <a:pt x="835" y="236"/>
                  </a:lnTo>
                  <a:lnTo>
                    <a:pt x="837" y="236"/>
                  </a:lnTo>
                  <a:lnTo>
                    <a:pt x="838" y="236"/>
                  </a:lnTo>
                  <a:lnTo>
                    <a:pt x="839" y="236"/>
                  </a:lnTo>
                  <a:lnTo>
                    <a:pt x="841" y="236"/>
                  </a:lnTo>
                  <a:lnTo>
                    <a:pt x="842" y="236"/>
                  </a:lnTo>
                  <a:lnTo>
                    <a:pt x="843" y="236"/>
                  </a:lnTo>
                  <a:lnTo>
                    <a:pt x="845" y="236"/>
                  </a:lnTo>
                  <a:lnTo>
                    <a:pt x="846" y="236"/>
                  </a:lnTo>
                  <a:lnTo>
                    <a:pt x="847" y="236"/>
                  </a:lnTo>
                  <a:lnTo>
                    <a:pt x="849" y="236"/>
                  </a:lnTo>
                  <a:lnTo>
                    <a:pt x="850" y="236"/>
                  </a:lnTo>
                  <a:lnTo>
                    <a:pt x="852" y="236"/>
                  </a:lnTo>
                  <a:lnTo>
                    <a:pt x="853" y="235"/>
                  </a:lnTo>
                  <a:lnTo>
                    <a:pt x="854" y="235"/>
                  </a:lnTo>
                  <a:lnTo>
                    <a:pt x="856" y="235"/>
                  </a:lnTo>
                  <a:lnTo>
                    <a:pt x="857" y="235"/>
                  </a:lnTo>
                  <a:lnTo>
                    <a:pt x="858" y="235"/>
                  </a:lnTo>
                  <a:lnTo>
                    <a:pt x="860" y="235"/>
                  </a:lnTo>
                  <a:lnTo>
                    <a:pt x="861" y="235"/>
                  </a:lnTo>
                  <a:lnTo>
                    <a:pt x="862" y="235"/>
                  </a:lnTo>
                  <a:lnTo>
                    <a:pt x="864" y="235"/>
                  </a:lnTo>
                  <a:lnTo>
                    <a:pt x="865" y="235"/>
                  </a:lnTo>
                  <a:lnTo>
                    <a:pt x="866" y="235"/>
                  </a:lnTo>
                  <a:lnTo>
                    <a:pt x="868" y="235"/>
                  </a:lnTo>
                  <a:lnTo>
                    <a:pt x="869" y="235"/>
                  </a:lnTo>
                  <a:lnTo>
                    <a:pt x="870" y="235"/>
                  </a:lnTo>
                  <a:lnTo>
                    <a:pt x="872" y="235"/>
                  </a:lnTo>
                  <a:lnTo>
                    <a:pt x="873" y="235"/>
                  </a:lnTo>
                  <a:lnTo>
                    <a:pt x="874" y="234"/>
                  </a:lnTo>
                  <a:lnTo>
                    <a:pt x="876" y="234"/>
                  </a:lnTo>
                  <a:lnTo>
                    <a:pt x="877" y="234"/>
                  </a:lnTo>
                  <a:lnTo>
                    <a:pt x="878" y="234"/>
                  </a:lnTo>
                  <a:lnTo>
                    <a:pt x="880" y="234"/>
                  </a:lnTo>
                  <a:lnTo>
                    <a:pt x="881" y="234"/>
                  </a:lnTo>
                  <a:lnTo>
                    <a:pt x="882" y="234"/>
                  </a:lnTo>
                  <a:lnTo>
                    <a:pt x="884" y="234"/>
                  </a:lnTo>
                  <a:lnTo>
                    <a:pt x="885" y="234"/>
                  </a:lnTo>
                  <a:lnTo>
                    <a:pt x="887" y="234"/>
                  </a:lnTo>
                  <a:lnTo>
                    <a:pt x="888" y="234"/>
                  </a:lnTo>
                  <a:lnTo>
                    <a:pt x="889" y="234"/>
                  </a:lnTo>
                  <a:lnTo>
                    <a:pt x="891" y="234"/>
                  </a:lnTo>
                  <a:lnTo>
                    <a:pt x="892" y="234"/>
                  </a:lnTo>
                  <a:lnTo>
                    <a:pt x="893" y="234"/>
                  </a:lnTo>
                  <a:lnTo>
                    <a:pt x="895" y="234"/>
                  </a:lnTo>
                  <a:lnTo>
                    <a:pt x="896" y="233"/>
                  </a:lnTo>
                  <a:lnTo>
                    <a:pt x="897" y="233"/>
                  </a:lnTo>
                  <a:lnTo>
                    <a:pt x="899" y="233"/>
                  </a:lnTo>
                  <a:lnTo>
                    <a:pt x="900" y="233"/>
                  </a:lnTo>
                  <a:lnTo>
                    <a:pt x="901" y="233"/>
                  </a:lnTo>
                  <a:lnTo>
                    <a:pt x="903" y="233"/>
                  </a:lnTo>
                  <a:lnTo>
                    <a:pt x="904" y="233"/>
                  </a:lnTo>
                  <a:lnTo>
                    <a:pt x="905" y="233"/>
                  </a:lnTo>
                  <a:lnTo>
                    <a:pt x="907" y="233"/>
                  </a:lnTo>
                  <a:lnTo>
                    <a:pt x="908" y="233"/>
                  </a:lnTo>
                  <a:lnTo>
                    <a:pt x="909" y="233"/>
                  </a:lnTo>
                  <a:lnTo>
                    <a:pt x="911" y="233"/>
                  </a:lnTo>
                  <a:lnTo>
                    <a:pt x="912" y="233"/>
                  </a:lnTo>
                  <a:lnTo>
                    <a:pt x="913" y="233"/>
                  </a:lnTo>
                  <a:lnTo>
                    <a:pt x="915" y="233"/>
                  </a:lnTo>
                  <a:lnTo>
                    <a:pt x="916" y="233"/>
                  </a:lnTo>
                  <a:lnTo>
                    <a:pt x="917" y="232"/>
                  </a:lnTo>
                  <a:lnTo>
                    <a:pt x="919" y="232"/>
                  </a:lnTo>
                  <a:lnTo>
                    <a:pt x="920" y="232"/>
                  </a:lnTo>
                  <a:lnTo>
                    <a:pt x="921" y="232"/>
                  </a:lnTo>
                  <a:lnTo>
                    <a:pt x="923" y="232"/>
                  </a:lnTo>
                  <a:lnTo>
                    <a:pt x="924" y="232"/>
                  </a:lnTo>
                  <a:lnTo>
                    <a:pt x="926" y="232"/>
                  </a:lnTo>
                  <a:lnTo>
                    <a:pt x="927" y="232"/>
                  </a:lnTo>
                  <a:lnTo>
                    <a:pt x="928" y="232"/>
                  </a:lnTo>
                  <a:lnTo>
                    <a:pt x="930" y="232"/>
                  </a:lnTo>
                  <a:lnTo>
                    <a:pt x="931" y="232"/>
                  </a:lnTo>
                  <a:lnTo>
                    <a:pt x="932" y="232"/>
                  </a:lnTo>
                  <a:lnTo>
                    <a:pt x="934" y="232"/>
                  </a:lnTo>
                  <a:lnTo>
                    <a:pt x="935" y="231"/>
                  </a:lnTo>
                  <a:lnTo>
                    <a:pt x="936" y="231"/>
                  </a:lnTo>
                  <a:lnTo>
                    <a:pt x="938" y="231"/>
                  </a:lnTo>
                  <a:lnTo>
                    <a:pt x="939" y="231"/>
                  </a:lnTo>
                  <a:lnTo>
                    <a:pt x="940" y="231"/>
                  </a:lnTo>
                  <a:lnTo>
                    <a:pt x="942" y="231"/>
                  </a:lnTo>
                  <a:lnTo>
                    <a:pt x="943" y="231"/>
                  </a:lnTo>
                  <a:lnTo>
                    <a:pt x="944" y="231"/>
                  </a:lnTo>
                  <a:lnTo>
                    <a:pt x="946" y="231"/>
                  </a:lnTo>
                  <a:lnTo>
                    <a:pt x="947" y="231"/>
                  </a:lnTo>
                  <a:lnTo>
                    <a:pt x="948" y="231"/>
                  </a:lnTo>
                  <a:lnTo>
                    <a:pt x="950" y="231"/>
                  </a:lnTo>
                  <a:lnTo>
                    <a:pt x="951" y="231"/>
                  </a:lnTo>
                  <a:lnTo>
                    <a:pt x="952" y="231"/>
                  </a:lnTo>
                  <a:lnTo>
                    <a:pt x="954" y="230"/>
                  </a:lnTo>
                  <a:lnTo>
                    <a:pt x="955" y="230"/>
                  </a:lnTo>
                  <a:lnTo>
                    <a:pt x="956" y="230"/>
                  </a:lnTo>
                  <a:lnTo>
                    <a:pt x="958" y="230"/>
                  </a:lnTo>
                  <a:lnTo>
                    <a:pt x="959" y="230"/>
                  </a:lnTo>
                  <a:lnTo>
                    <a:pt x="961" y="230"/>
                  </a:lnTo>
                  <a:lnTo>
                    <a:pt x="962" y="230"/>
                  </a:lnTo>
                  <a:lnTo>
                    <a:pt x="963" y="230"/>
                  </a:lnTo>
                  <a:lnTo>
                    <a:pt x="965" y="230"/>
                  </a:lnTo>
                  <a:lnTo>
                    <a:pt x="966" y="230"/>
                  </a:lnTo>
                  <a:lnTo>
                    <a:pt x="967" y="230"/>
                  </a:lnTo>
                  <a:lnTo>
                    <a:pt x="969" y="230"/>
                  </a:lnTo>
                  <a:lnTo>
                    <a:pt x="970" y="230"/>
                  </a:lnTo>
                  <a:lnTo>
                    <a:pt x="971" y="230"/>
                  </a:lnTo>
                  <a:lnTo>
                    <a:pt x="973" y="230"/>
                  </a:lnTo>
                  <a:lnTo>
                    <a:pt x="974" y="230"/>
                  </a:lnTo>
                  <a:lnTo>
                    <a:pt x="975" y="230"/>
                  </a:lnTo>
                  <a:lnTo>
                    <a:pt x="977" y="230"/>
                  </a:lnTo>
                  <a:lnTo>
                    <a:pt x="978" y="230"/>
                  </a:lnTo>
                  <a:lnTo>
                    <a:pt x="979" y="230"/>
                  </a:lnTo>
                  <a:lnTo>
                    <a:pt x="981" y="229"/>
                  </a:lnTo>
                  <a:lnTo>
                    <a:pt x="982" y="230"/>
                  </a:lnTo>
                  <a:lnTo>
                    <a:pt x="983" y="229"/>
                  </a:lnTo>
                  <a:lnTo>
                    <a:pt x="985" y="229"/>
                  </a:lnTo>
                  <a:lnTo>
                    <a:pt x="986" y="229"/>
                  </a:lnTo>
                  <a:lnTo>
                    <a:pt x="987" y="229"/>
                  </a:lnTo>
                  <a:lnTo>
                    <a:pt x="989" y="229"/>
                  </a:lnTo>
                  <a:lnTo>
                    <a:pt x="990" y="229"/>
                  </a:lnTo>
                  <a:lnTo>
                    <a:pt x="991" y="229"/>
                  </a:lnTo>
                  <a:lnTo>
                    <a:pt x="993" y="229"/>
                  </a:lnTo>
                  <a:lnTo>
                    <a:pt x="994" y="229"/>
                  </a:lnTo>
                  <a:lnTo>
                    <a:pt x="996" y="229"/>
                  </a:lnTo>
                  <a:lnTo>
                    <a:pt x="997" y="229"/>
                  </a:lnTo>
                  <a:lnTo>
                    <a:pt x="998" y="229"/>
                  </a:lnTo>
                  <a:lnTo>
                    <a:pt x="1000" y="229"/>
                  </a:lnTo>
                  <a:lnTo>
                    <a:pt x="1001" y="229"/>
                  </a:lnTo>
                  <a:lnTo>
                    <a:pt x="1002" y="229"/>
                  </a:lnTo>
                  <a:lnTo>
                    <a:pt x="1004" y="229"/>
                  </a:lnTo>
                  <a:lnTo>
                    <a:pt x="1005" y="229"/>
                  </a:lnTo>
                  <a:lnTo>
                    <a:pt x="1006" y="228"/>
                  </a:lnTo>
                  <a:lnTo>
                    <a:pt x="1008" y="228"/>
                  </a:lnTo>
                  <a:lnTo>
                    <a:pt x="1009" y="228"/>
                  </a:lnTo>
                  <a:lnTo>
                    <a:pt x="1010" y="228"/>
                  </a:lnTo>
                  <a:lnTo>
                    <a:pt x="1012" y="228"/>
                  </a:lnTo>
                  <a:lnTo>
                    <a:pt x="1013" y="228"/>
                  </a:lnTo>
                  <a:lnTo>
                    <a:pt x="1014" y="228"/>
                  </a:lnTo>
                  <a:lnTo>
                    <a:pt x="1016" y="228"/>
                  </a:lnTo>
                  <a:lnTo>
                    <a:pt x="1017" y="228"/>
                  </a:lnTo>
                  <a:lnTo>
                    <a:pt x="1018" y="228"/>
                  </a:lnTo>
                  <a:lnTo>
                    <a:pt x="1020" y="228"/>
                  </a:lnTo>
                  <a:lnTo>
                    <a:pt x="1021" y="228"/>
                  </a:lnTo>
                  <a:lnTo>
                    <a:pt x="1022" y="228"/>
                  </a:lnTo>
                  <a:lnTo>
                    <a:pt x="1024" y="228"/>
                  </a:lnTo>
                  <a:lnTo>
                    <a:pt x="1025" y="228"/>
                  </a:lnTo>
                  <a:lnTo>
                    <a:pt x="1026" y="228"/>
                  </a:lnTo>
                  <a:lnTo>
                    <a:pt x="1028" y="228"/>
                  </a:lnTo>
                  <a:lnTo>
                    <a:pt x="1029" y="228"/>
                  </a:lnTo>
                  <a:lnTo>
                    <a:pt x="1031" y="227"/>
                  </a:lnTo>
                  <a:lnTo>
                    <a:pt x="1032" y="227"/>
                  </a:lnTo>
                  <a:lnTo>
                    <a:pt x="1033" y="227"/>
                  </a:lnTo>
                  <a:lnTo>
                    <a:pt x="1035" y="227"/>
                  </a:lnTo>
                  <a:lnTo>
                    <a:pt x="1036" y="227"/>
                  </a:lnTo>
                  <a:lnTo>
                    <a:pt x="1037" y="227"/>
                  </a:lnTo>
                  <a:lnTo>
                    <a:pt x="1039" y="227"/>
                  </a:lnTo>
                  <a:lnTo>
                    <a:pt x="1040" y="227"/>
                  </a:lnTo>
                  <a:lnTo>
                    <a:pt x="1041" y="227"/>
                  </a:lnTo>
                  <a:lnTo>
                    <a:pt x="1043" y="227"/>
                  </a:lnTo>
                  <a:lnTo>
                    <a:pt x="1044" y="227"/>
                  </a:lnTo>
                  <a:lnTo>
                    <a:pt x="1045" y="227"/>
                  </a:lnTo>
                  <a:lnTo>
                    <a:pt x="1047" y="226"/>
                  </a:lnTo>
                  <a:lnTo>
                    <a:pt x="1048" y="226"/>
                  </a:lnTo>
                  <a:lnTo>
                    <a:pt x="1049" y="226"/>
                  </a:lnTo>
                  <a:lnTo>
                    <a:pt x="1051" y="226"/>
                  </a:lnTo>
                  <a:lnTo>
                    <a:pt x="1052" y="226"/>
                  </a:lnTo>
                  <a:lnTo>
                    <a:pt x="1053" y="226"/>
                  </a:lnTo>
                  <a:lnTo>
                    <a:pt x="1055" y="226"/>
                  </a:lnTo>
                  <a:lnTo>
                    <a:pt x="1056" y="226"/>
                  </a:lnTo>
                  <a:lnTo>
                    <a:pt x="1057" y="226"/>
                  </a:lnTo>
                  <a:lnTo>
                    <a:pt x="1059" y="226"/>
                  </a:lnTo>
                  <a:lnTo>
                    <a:pt x="1060" y="226"/>
                  </a:lnTo>
                  <a:lnTo>
                    <a:pt x="1061" y="226"/>
                  </a:lnTo>
                  <a:lnTo>
                    <a:pt x="1063" y="226"/>
                  </a:lnTo>
                  <a:lnTo>
                    <a:pt x="1064" y="226"/>
                  </a:lnTo>
                  <a:lnTo>
                    <a:pt x="1065" y="226"/>
                  </a:lnTo>
                  <a:lnTo>
                    <a:pt x="1067" y="226"/>
                  </a:lnTo>
                  <a:lnTo>
                    <a:pt x="1068" y="226"/>
                  </a:lnTo>
                  <a:lnTo>
                    <a:pt x="1070" y="225"/>
                  </a:lnTo>
                  <a:lnTo>
                    <a:pt x="1071" y="225"/>
                  </a:lnTo>
                  <a:lnTo>
                    <a:pt x="1072" y="225"/>
                  </a:lnTo>
                  <a:lnTo>
                    <a:pt x="1074" y="225"/>
                  </a:lnTo>
                  <a:lnTo>
                    <a:pt x="1075" y="225"/>
                  </a:lnTo>
                  <a:lnTo>
                    <a:pt x="1076" y="225"/>
                  </a:lnTo>
                  <a:lnTo>
                    <a:pt x="1078" y="225"/>
                  </a:lnTo>
                  <a:lnTo>
                    <a:pt x="1079" y="225"/>
                  </a:lnTo>
                  <a:lnTo>
                    <a:pt x="1080" y="225"/>
                  </a:lnTo>
                  <a:lnTo>
                    <a:pt x="1082" y="225"/>
                  </a:lnTo>
                  <a:lnTo>
                    <a:pt x="1083" y="225"/>
                  </a:lnTo>
                  <a:lnTo>
                    <a:pt x="1084" y="225"/>
                  </a:lnTo>
                  <a:lnTo>
                    <a:pt x="1086" y="225"/>
                  </a:lnTo>
                  <a:lnTo>
                    <a:pt x="1087" y="225"/>
                  </a:lnTo>
                  <a:lnTo>
                    <a:pt x="1088" y="225"/>
                  </a:lnTo>
                  <a:lnTo>
                    <a:pt x="1090" y="225"/>
                  </a:lnTo>
                  <a:lnTo>
                    <a:pt x="1091" y="224"/>
                  </a:lnTo>
                  <a:lnTo>
                    <a:pt x="1092" y="224"/>
                  </a:lnTo>
                  <a:lnTo>
                    <a:pt x="1094" y="224"/>
                  </a:lnTo>
                  <a:lnTo>
                    <a:pt x="1095" y="224"/>
                  </a:lnTo>
                  <a:lnTo>
                    <a:pt x="1096" y="224"/>
                  </a:lnTo>
                  <a:lnTo>
                    <a:pt x="1098" y="224"/>
                  </a:lnTo>
                  <a:lnTo>
                    <a:pt x="1099" y="224"/>
                  </a:lnTo>
                  <a:lnTo>
                    <a:pt x="1100" y="224"/>
                  </a:lnTo>
                  <a:lnTo>
                    <a:pt x="1102" y="224"/>
                  </a:lnTo>
                  <a:lnTo>
                    <a:pt x="1103" y="224"/>
                  </a:lnTo>
                  <a:lnTo>
                    <a:pt x="1105" y="224"/>
                  </a:lnTo>
                  <a:lnTo>
                    <a:pt x="1106" y="224"/>
                  </a:lnTo>
                  <a:lnTo>
                    <a:pt x="1107" y="224"/>
                  </a:lnTo>
                  <a:lnTo>
                    <a:pt x="1109" y="224"/>
                  </a:lnTo>
                  <a:lnTo>
                    <a:pt x="1110" y="224"/>
                  </a:lnTo>
                  <a:lnTo>
                    <a:pt x="1111" y="223"/>
                  </a:lnTo>
                  <a:lnTo>
                    <a:pt x="1113" y="224"/>
                  </a:lnTo>
                  <a:lnTo>
                    <a:pt x="1114" y="223"/>
                  </a:lnTo>
                  <a:lnTo>
                    <a:pt x="1115" y="223"/>
                  </a:lnTo>
                  <a:lnTo>
                    <a:pt x="1117" y="223"/>
                  </a:lnTo>
                  <a:lnTo>
                    <a:pt x="1118" y="223"/>
                  </a:lnTo>
                  <a:lnTo>
                    <a:pt x="1119" y="223"/>
                  </a:lnTo>
                  <a:lnTo>
                    <a:pt x="1121" y="223"/>
                  </a:lnTo>
                  <a:lnTo>
                    <a:pt x="1122" y="223"/>
                  </a:lnTo>
                  <a:lnTo>
                    <a:pt x="1123" y="223"/>
                  </a:lnTo>
                  <a:lnTo>
                    <a:pt x="1125" y="223"/>
                  </a:lnTo>
                  <a:lnTo>
                    <a:pt x="1126" y="223"/>
                  </a:lnTo>
                  <a:lnTo>
                    <a:pt x="1127" y="223"/>
                  </a:lnTo>
                  <a:lnTo>
                    <a:pt x="1129" y="223"/>
                  </a:lnTo>
                  <a:lnTo>
                    <a:pt x="1130" y="223"/>
                  </a:lnTo>
                  <a:lnTo>
                    <a:pt x="1131" y="223"/>
                  </a:lnTo>
                  <a:lnTo>
                    <a:pt x="1133" y="223"/>
                  </a:lnTo>
                  <a:lnTo>
                    <a:pt x="1134" y="222"/>
                  </a:lnTo>
                  <a:lnTo>
                    <a:pt x="1135" y="222"/>
                  </a:lnTo>
                  <a:lnTo>
                    <a:pt x="1137" y="222"/>
                  </a:lnTo>
                  <a:lnTo>
                    <a:pt x="1138" y="222"/>
                  </a:lnTo>
                  <a:lnTo>
                    <a:pt x="1140" y="222"/>
                  </a:lnTo>
                  <a:lnTo>
                    <a:pt x="1141" y="222"/>
                  </a:lnTo>
                  <a:lnTo>
                    <a:pt x="1142" y="222"/>
                  </a:lnTo>
                  <a:lnTo>
                    <a:pt x="1144" y="222"/>
                  </a:lnTo>
                  <a:lnTo>
                    <a:pt x="1145" y="222"/>
                  </a:lnTo>
                  <a:lnTo>
                    <a:pt x="1146" y="222"/>
                  </a:lnTo>
                  <a:lnTo>
                    <a:pt x="1148" y="222"/>
                  </a:lnTo>
                  <a:lnTo>
                    <a:pt x="1149" y="222"/>
                  </a:lnTo>
                  <a:lnTo>
                    <a:pt x="1150" y="222"/>
                  </a:lnTo>
                  <a:lnTo>
                    <a:pt x="1152" y="222"/>
                  </a:lnTo>
                  <a:lnTo>
                    <a:pt x="1153" y="221"/>
                  </a:lnTo>
                  <a:lnTo>
                    <a:pt x="1154" y="221"/>
                  </a:lnTo>
                  <a:lnTo>
                    <a:pt x="1156" y="221"/>
                  </a:lnTo>
                  <a:lnTo>
                    <a:pt x="1157" y="221"/>
                  </a:lnTo>
                  <a:lnTo>
                    <a:pt x="1158" y="221"/>
                  </a:lnTo>
                  <a:lnTo>
                    <a:pt x="1160" y="221"/>
                  </a:lnTo>
                  <a:lnTo>
                    <a:pt x="1161" y="221"/>
                  </a:lnTo>
                  <a:lnTo>
                    <a:pt x="1162" y="221"/>
                  </a:lnTo>
                  <a:lnTo>
                    <a:pt x="1164" y="221"/>
                  </a:lnTo>
                  <a:lnTo>
                    <a:pt x="1165" y="221"/>
                  </a:lnTo>
                  <a:lnTo>
                    <a:pt x="1166" y="221"/>
                  </a:lnTo>
                  <a:lnTo>
                    <a:pt x="1168" y="221"/>
                  </a:lnTo>
                  <a:lnTo>
                    <a:pt x="1169" y="221"/>
                  </a:lnTo>
                  <a:lnTo>
                    <a:pt x="1170" y="221"/>
                  </a:lnTo>
                  <a:lnTo>
                    <a:pt x="1172" y="221"/>
                  </a:lnTo>
                  <a:lnTo>
                    <a:pt x="1173" y="221"/>
                  </a:lnTo>
                  <a:lnTo>
                    <a:pt x="1175" y="221"/>
                  </a:lnTo>
                  <a:lnTo>
                    <a:pt x="1176" y="221"/>
                  </a:lnTo>
                  <a:lnTo>
                    <a:pt x="1177" y="221"/>
                  </a:lnTo>
                  <a:lnTo>
                    <a:pt x="1179" y="220"/>
                  </a:lnTo>
                  <a:lnTo>
                    <a:pt x="1180" y="220"/>
                  </a:lnTo>
                  <a:lnTo>
                    <a:pt x="1181" y="220"/>
                  </a:lnTo>
                  <a:lnTo>
                    <a:pt x="1183" y="220"/>
                  </a:lnTo>
                  <a:lnTo>
                    <a:pt x="1184" y="220"/>
                  </a:lnTo>
                  <a:lnTo>
                    <a:pt x="1185" y="220"/>
                  </a:lnTo>
                  <a:lnTo>
                    <a:pt x="1187" y="220"/>
                  </a:lnTo>
                  <a:lnTo>
                    <a:pt x="1188" y="220"/>
                  </a:lnTo>
                  <a:lnTo>
                    <a:pt x="1189" y="220"/>
                  </a:lnTo>
                  <a:lnTo>
                    <a:pt x="1191" y="220"/>
                  </a:lnTo>
                  <a:lnTo>
                    <a:pt x="1192" y="220"/>
                  </a:lnTo>
                  <a:lnTo>
                    <a:pt x="1193" y="220"/>
                  </a:lnTo>
                  <a:lnTo>
                    <a:pt x="1195" y="220"/>
                  </a:lnTo>
                  <a:lnTo>
                    <a:pt x="1196" y="220"/>
                  </a:lnTo>
                  <a:lnTo>
                    <a:pt x="1197" y="219"/>
                  </a:lnTo>
                  <a:lnTo>
                    <a:pt x="1199" y="219"/>
                  </a:lnTo>
                  <a:lnTo>
                    <a:pt x="1200" y="219"/>
                  </a:lnTo>
                  <a:lnTo>
                    <a:pt x="1201" y="219"/>
                  </a:lnTo>
                  <a:lnTo>
                    <a:pt x="1203" y="219"/>
                  </a:lnTo>
                  <a:lnTo>
                    <a:pt x="1204" y="219"/>
                  </a:lnTo>
                  <a:lnTo>
                    <a:pt x="1205" y="219"/>
                  </a:lnTo>
                  <a:lnTo>
                    <a:pt x="1207" y="219"/>
                  </a:lnTo>
                  <a:lnTo>
                    <a:pt x="1208" y="219"/>
                  </a:lnTo>
                  <a:lnTo>
                    <a:pt x="1209" y="219"/>
                  </a:lnTo>
                  <a:lnTo>
                    <a:pt x="1211" y="219"/>
                  </a:lnTo>
                  <a:lnTo>
                    <a:pt x="1212" y="219"/>
                  </a:lnTo>
                  <a:lnTo>
                    <a:pt x="1214" y="219"/>
                  </a:lnTo>
                  <a:lnTo>
                    <a:pt x="1215" y="219"/>
                  </a:lnTo>
                  <a:lnTo>
                    <a:pt x="1216" y="219"/>
                  </a:lnTo>
                  <a:lnTo>
                    <a:pt x="1218" y="218"/>
                  </a:lnTo>
                  <a:lnTo>
                    <a:pt x="1219" y="218"/>
                  </a:lnTo>
                  <a:lnTo>
                    <a:pt x="1220" y="218"/>
                  </a:lnTo>
                  <a:lnTo>
                    <a:pt x="1222" y="218"/>
                  </a:lnTo>
                  <a:lnTo>
                    <a:pt x="1223" y="218"/>
                  </a:lnTo>
                  <a:lnTo>
                    <a:pt x="1224" y="218"/>
                  </a:lnTo>
                  <a:lnTo>
                    <a:pt x="1226" y="218"/>
                  </a:lnTo>
                  <a:lnTo>
                    <a:pt x="1227" y="218"/>
                  </a:lnTo>
                  <a:lnTo>
                    <a:pt x="1228" y="218"/>
                  </a:lnTo>
                  <a:lnTo>
                    <a:pt x="1230" y="218"/>
                  </a:lnTo>
                  <a:lnTo>
                    <a:pt x="1231" y="218"/>
                  </a:lnTo>
                  <a:lnTo>
                    <a:pt x="1232" y="218"/>
                  </a:lnTo>
                  <a:lnTo>
                    <a:pt x="1234" y="218"/>
                  </a:lnTo>
                  <a:lnTo>
                    <a:pt x="1235" y="218"/>
                  </a:lnTo>
                  <a:lnTo>
                    <a:pt x="1236" y="218"/>
                  </a:lnTo>
                  <a:lnTo>
                    <a:pt x="1238" y="218"/>
                  </a:lnTo>
                  <a:lnTo>
                    <a:pt x="1239" y="218"/>
                  </a:lnTo>
                  <a:lnTo>
                    <a:pt x="1240" y="217"/>
                  </a:lnTo>
                  <a:lnTo>
                    <a:pt x="1242" y="217"/>
                  </a:lnTo>
                  <a:lnTo>
                    <a:pt x="1243" y="217"/>
                  </a:lnTo>
                  <a:lnTo>
                    <a:pt x="1244" y="217"/>
                  </a:lnTo>
                  <a:lnTo>
                    <a:pt x="1246" y="217"/>
                  </a:lnTo>
                  <a:lnTo>
                    <a:pt x="1247" y="217"/>
                  </a:lnTo>
                  <a:lnTo>
                    <a:pt x="1249" y="217"/>
                  </a:lnTo>
                  <a:lnTo>
                    <a:pt x="1250" y="217"/>
                  </a:lnTo>
                  <a:lnTo>
                    <a:pt x="1251" y="217"/>
                  </a:lnTo>
                  <a:lnTo>
                    <a:pt x="1253" y="217"/>
                  </a:lnTo>
                  <a:lnTo>
                    <a:pt x="1254" y="217"/>
                  </a:lnTo>
                  <a:lnTo>
                    <a:pt x="1255" y="217"/>
                  </a:lnTo>
                  <a:lnTo>
                    <a:pt x="1257" y="217"/>
                  </a:lnTo>
                  <a:lnTo>
                    <a:pt x="1258" y="217"/>
                  </a:lnTo>
                  <a:lnTo>
                    <a:pt x="1259" y="217"/>
                  </a:lnTo>
                  <a:lnTo>
                    <a:pt x="1261" y="217"/>
                  </a:lnTo>
                  <a:lnTo>
                    <a:pt x="1262" y="217"/>
                  </a:lnTo>
                  <a:lnTo>
                    <a:pt x="1263" y="216"/>
                  </a:lnTo>
                  <a:lnTo>
                    <a:pt x="1265" y="216"/>
                  </a:lnTo>
                  <a:lnTo>
                    <a:pt x="1266" y="216"/>
                  </a:lnTo>
                  <a:lnTo>
                    <a:pt x="1267" y="216"/>
                  </a:lnTo>
                  <a:lnTo>
                    <a:pt x="1269" y="216"/>
                  </a:lnTo>
                  <a:lnTo>
                    <a:pt x="1270" y="216"/>
                  </a:lnTo>
                  <a:lnTo>
                    <a:pt x="1271" y="216"/>
                  </a:lnTo>
                  <a:lnTo>
                    <a:pt x="1273" y="216"/>
                  </a:lnTo>
                  <a:lnTo>
                    <a:pt x="1274" y="216"/>
                  </a:lnTo>
                  <a:lnTo>
                    <a:pt x="1275" y="216"/>
                  </a:lnTo>
                  <a:lnTo>
                    <a:pt x="1277" y="216"/>
                  </a:lnTo>
                  <a:lnTo>
                    <a:pt x="1278" y="216"/>
                  </a:lnTo>
                  <a:lnTo>
                    <a:pt x="1279" y="216"/>
                  </a:lnTo>
                  <a:lnTo>
                    <a:pt x="1281" y="215"/>
                  </a:lnTo>
                  <a:lnTo>
                    <a:pt x="1282" y="215"/>
                  </a:lnTo>
                  <a:lnTo>
                    <a:pt x="1284" y="215"/>
                  </a:lnTo>
                  <a:lnTo>
                    <a:pt x="1285" y="215"/>
                  </a:lnTo>
                  <a:lnTo>
                    <a:pt x="1286" y="215"/>
                  </a:lnTo>
                  <a:lnTo>
                    <a:pt x="1288" y="215"/>
                  </a:lnTo>
                  <a:lnTo>
                    <a:pt x="1289" y="215"/>
                  </a:lnTo>
                  <a:lnTo>
                    <a:pt x="1290" y="215"/>
                  </a:lnTo>
                  <a:lnTo>
                    <a:pt x="1292" y="215"/>
                  </a:lnTo>
                  <a:lnTo>
                    <a:pt x="1293" y="215"/>
                  </a:lnTo>
                  <a:lnTo>
                    <a:pt x="1294" y="215"/>
                  </a:lnTo>
                  <a:lnTo>
                    <a:pt x="1296" y="215"/>
                  </a:lnTo>
                  <a:lnTo>
                    <a:pt x="1297" y="215"/>
                  </a:lnTo>
                  <a:lnTo>
                    <a:pt x="1298" y="215"/>
                  </a:lnTo>
                  <a:lnTo>
                    <a:pt x="1300" y="215"/>
                  </a:lnTo>
                  <a:lnTo>
                    <a:pt x="1301" y="215"/>
                  </a:lnTo>
                  <a:lnTo>
                    <a:pt x="1302" y="215"/>
                  </a:lnTo>
                  <a:lnTo>
                    <a:pt x="1304" y="215"/>
                  </a:lnTo>
                  <a:lnTo>
                    <a:pt x="1305" y="214"/>
                  </a:lnTo>
                  <a:lnTo>
                    <a:pt x="1306" y="214"/>
                  </a:lnTo>
                  <a:lnTo>
                    <a:pt x="1308" y="214"/>
                  </a:lnTo>
                  <a:lnTo>
                    <a:pt x="1309" y="214"/>
                  </a:lnTo>
                  <a:lnTo>
                    <a:pt x="1310" y="214"/>
                  </a:lnTo>
                  <a:lnTo>
                    <a:pt x="1312" y="214"/>
                  </a:lnTo>
                  <a:lnTo>
                    <a:pt x="1313" y="214"/>
                  </a:lnTo>
                  <a:lnTo>
                    <a:pt x="1314" y="214"/>
                  </a:lnTo>
                  <a:lnTo>
                    <a:pt x="1316" y="214"/>
                  </a:lnTo>
                  <a:lnTo>
                    <a:pt x="1317" y="214"/>
                  </a:lnTo>
                  <a:lnTo>
                    <a:pt x="1319" y="213"/>
                  </a:lnTo>
                  <a:lnTo>
                    <a:pt x="1320" y="213"/>
                  </a:lnTo>
                  <a:lnTo>
                    <a:pt x="1321" y="213"/>
                  </a:lnTo>
                  <a:lnTo>
                    <a:pt x="1323" y="213"/>
                  </a:lnTo>
                  <a:lnTo>
                    <a:pt x="1324" y="213"/>
                  </a:lnTo>
                  <a:lnTo>
                    <a:pt x="1325" y="213"/>
                  </a:lnTo>
                  <a:lnTo>
                    <a:pt x="1327" y="213"/>
                  </a:lnTo>
                  <a:lnTo>
                    <a:pt x="1328" y="213"/>
                  </a:lnTo>
                  <a:lnTo>
                    <a:pt x="1329" y="213"/>
                  </a:lnTo>
                  <a:lnTo>
                    <a:pt x="1331" y="213"/>
                  </a:lnTo>
                  <a:lnTo>
                    <a:pt x="1332" y="213"/>
                  </a:lnTo>
                  <a:lnTo>
                    <a:pt x="1333" y="213"/>
                  </a:lnTo>
                  <a:lnTo>
                    <a:pt x="1335" y="213"/>
                  </a:lnTo>
                  <a:lnTo>
                    <a:pt x="1336" y="213"/>
                  </a:lnTo>
                  <a:lnTo>
                    <a:pt x="1337" y="213"/>
                  </a:lnTo>
                  <a:lnTo>
                    <a:pt x="1339" y="213"/>
                  </a:lnTo>
                  <a:lnTo>
                    <a:pt x="1340" y="212"/>
                  </a:lnTo>
                  <a:lnTo>
                    <a:pt x="1341" y="212"/>
                  </a:lnTo>
                  <a:lnTo>
                    <a:pt x="1343" y="212"/>
                  </a:lnTo>
                  <a:lnTo>
                    <a:pt x="1344" y="212"/>
                  </a:lnTo>
                  <a:lnTo>
                    <a:pt x="1345" y="212"/>
                  </a:lnTo>
                  <a:lnTo>
                    <a:pt x="1347" y="212"/>
                  </a:lnTo>
                  <a:lnTo>
                    <a:pt x="1348" y="212"/>
                  </a:lnTo>
                  <a:lnTo>
                    <a:pt x="1349" y="212"/>
                  </a:lnTo>
                  <a:lnTo>
                    <a:pt x="1351" y="212"/>
                  </a:lnTo>
                  <a:lnTo>
                    <a:pt x="1352" y="212"/>
                  </a:lnTo>
                  <a:lnTo>
                    <a:pt x="1353" y="212"/>
                  </a:lnTo>
                  <a:lnTo>
                    <a:pt x="1355" y="212"/>
                  </a:lnTo>
                  <a:lnTo>
                    <a:pt x="1356" y="212"/>
                  </a:lnTo>
                  <a:lnTo>
                    <a:pt x="1358" y="212"/>
                  </a:lnTo>
                  <a:lnTo>
                    <a:pt x="1359" y="211"/>
                  </a:lnTo>
                  <a:lnTo>
                    <a:pt x="1360" y="211"/>
                  </a:lnTo>
                  <a:lnTo>
                    <a:pt x="1362" y="211"/>
                  </a:lnTo>
                  <a:lnTo>
                    <a:pt x="1363" y="211"/>
                  </a:lnTo>
                  <a:lnTo>
                    <a:pt x="1364" y="211"/>
                  </a:lnTo>
                  <a:lnTo>
                    <a:pt x="1366" y="211"/>
                  </a:lnTo>
                  <a:lnTo>
                    <a:pt x="1367" y="211"/>
                  </a:lnTo>
                  <a:lnTo>
                    <a:pt x="1368" y="211"/>
                  </a:lnTo>
                  <a:lnTo>
                    <a:pt x="1370" y="211"/>
                  </a:lnTo>
                  <a:lnTo>
                    <a:pt x="1371" y="211"/>
                  </a:lnTo>
                  <a:lnTo>
                    <a:pt x="1372" y="211"/>
                  </a:lnTo>
                  <a:lnTo>
                    <a:pt x="1374" y="211"/>
                  </a:lnTo>
                  <a:lnTo>
                    <a:pt x="1375" y="211"/>
                  </a:lnTo>
                  <a:lnTo>
                    <a:pt x="1376" y="211"/>
                  </a:lnTo>
                  <a:lnTo>
                    <a:pt x="1378" y="210"/>
                  </a:lnTo>
                  <a:lnTo>
                    <a:pt x="1379" y="210"/>
                  </a:lnTo>
                  <a:lnTo>
                    <a:pt x="1380" y="210"/>
                  </a:lnTo>
                  <a:lnTo>
                    <a:pt x="1382" y="210"/>
                  </a:lnTo>
                  <a:lnTo>
                    <a:pt x="1383" y="210"/>
                  </a:lnTo>
                  <a:lnTo>
                    <a:pt x="1384" y="210"/>
                  </a:lnTo>
                  <a:lnTo>
                    <a:pt x="1386" y="210"/>
                  </a:lnTo>
                  <a:lnTo>
                    <a:pt x="1387" y="210"/>
                  </a:lnTo>
                  <a:lnTo>
                    <a:pt x="1388" y="210"/>
                  </a:lnTo>
                  <a:lnTo>
                    <a:pt x="1390" y="210"/>
                  </a:lnTo>
                  <a:lnTo>
                    <a:pt x="1391" y="210"/>
                  </a:lnTo>
                  <a:lnTo>
                    <a:pt x="1393" y="210"/>
                  </a:lnTo>
                  <a:lnTo>
                    <a:pt x="1394" y="209"/>
                  </a:lnTo>
                  <a:lnTo>
                    <a:pt x="1395" y="209"/>
                  </a:lnTo>
                  <a:lnTo>
                    <a:pt x="1397" y="209"/>
                  </a:lnTo>
                  <a:lnTo>
                    <a:pt x="1398" y="209"/>
                  </a:lnTo>
                  <a:lnTo>
                    <a:pt x="1399" y="209"/>
                  </a:lnTo>
                  <a:lnTo>
                    <a:pt x="1401" y="209"/>
                  </a:lnTo>
                  <a:lnTo>
                    <a:pt x="1402" y="209"/>
                  </a:lnTo>
                  <a:lnTo>
                    <a:pt x="1403" y="209"/>
                  </a:lnTo>
                  <a:lnTo>
                    <a:pt x="1405" y="209"/>
                  </a:lnTo>
                  <a:lnTo>
                    <a:pt x="1406" y="209"/>
                  </a:lnTo>
                  <a:lnTo>
                    <a:pt x="1407" y="209"/>
                  </a:lnTo>
                  <a:lnTo>
                    <a:pt x="1409" y="209"/>
                  </a:lnTo>
                  <a:lnTo>
                    <a:pt x="1410" y="208"/>
                  </a:lnTo>
                  <a:lnTo>
                    <a:pt x="1411" y="208"/>
                  </a:lnTo>
                  <a:lnTo>
                    <a:pt x="1413" y="208"/>
                  </a:lnTo>
                  <a:lnTo>
                    <a:pt x="1414" y="208"/>
                  </a:lnTo>
                  <a:lnTo>
                    <a:pt x="1415" y="208"/>
                  </a:lnTo>
                  <a:lnTo>
                    <a:pt x="1417" y="208"/>
                  </a:lnTo>
                  <a:lnTo>
                    <a:pt x="1418" y="208"/>
                  </a:lnTo>
                  <a:lnTo>
                    <a:pt x="1419" y="208"/>
                  </a:lnTo>
                  <a:lnTo>
                    <a:pt x="1421" y="208"/>
                  </a:lnTo>
                  <a:lnTo>
                    <a:pt x="1422" y="208"/>
                  </a:lnTo>
                </a:path>
              </a:pathLst>
            </a:custGeom>
            <a:noFill/>
            <a:ln cap="flat" cmpd="sng" w="25400">
              <a:solidFill>
                <a:srgbClr val="DAA52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6"/>
            <p:cNvSpPr/>
            <p:nvPr/>
          </p:nvSpPr>
          <p:spPr>
            <a:xfrm flipH="1" rot="10800000">
              <a:off x="6845301" y="5065713"/>
              <a:ext cx="3756025" cy="993775"/>
            </a:xfrm>
            <a:custGeom>
              <a:rect b="b" l="l" r="r" t="t"/>
              <a:pathLst>
                <a:path extrusionOk="0" h="451" w="1422">
                  <a:moveTo>
                    <a:pt x="0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3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3" y="4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31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6" y="4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40" y="4"/>
                  </a:lnTo>
                  <a:lnTo>
                    <a:pt x="41" y="4"/>
                  </a:lnTo>
                  <a:lnTo>
                    <a:pt x="43" y="4"/>
                  </a:lnTo>
                  <a:lnTo>
                    <a:pt x="44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8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2" y="4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6" y="4"/>
                  </a:lnTo>
                  <a:lnTo>
                    <a:pt x="67" y="4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1" y="4"/>
                  </a:lnTo>
                  <a:lnTo>
                    <a:pt x="72" y="4"/>
                  </a:lnTo>
                  <a:lnTo>
                    <a:pt x="74" y="4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8" y="4"/>
                  </a:lnTo>
                  <a:lnTo>
                    <a:pt x="79" y="4"/>
                  </a:lnTo>
                  <a:lnTo>
                    <a:pt x="80" y="4"/>
                  </a:lnTo>
                  <a:lnTo>
                    <a:pt x="82" y="4"/>
                  </a:lnTo>
                  <a:lnTo>
                    <a:pt x="83" y="4"/>
                  </a:lnTo>
                  <a:lnTo>
                    <a:pt x="84" y="4"/>
                  </a:lnTo>
                  <a:lnTo>
                    <a:pt x="86" y="4"/>
                  </a:lnTo>
                  <a:lnTo>
                    <a:pt x="87" y="4"/>
                  </a:lnTo>
                  <a:lnTo>
                    <a:pt x="88" y="4"/>
                  </a:lnTo>
                  <a:lnTo>
                    <a:pt x="90" y="4"/>
                  </a:lnTo>
                  <a:lnTo>
                    <a:pt x="91" y="4"/>
                  </a:lnTo>
                  <a:lnTo>
                    <a:pt x="92" y="4"/>
                  </a:lnTo>
                  <a:lnTo>
                    <a:pt x="94" y="4"/>
                  </a:lnTo>
                  <a:lnTo>
                    <a:pt x="95" y="4"/>
                  </a:lnTo>
                  <a:lnTo>
                    <a:pt x="97" y="4"/>
                  </a:lnTo>
                  <a:lnTo>
                    <a:pt x="98" y="4"/>
                  </a:lnTo>
                  <a:lnTo>
                    <a:pt x="99" y="4"/>
                  </a:lnTo>
                  <a:lnTo>
                    <a:pt x="101" y="4"/>
                  </a:lnTo>
                  <a:lnTo>
                    <a:pt x="102" y="4"/>
                  </a:lnTo>
                  <a:lnTo>
                    <a:pt x="103" y="4"/>
                  </a:lnTo>
                  <a:lnTo>
                    <a:pt x="105" y="4"/>
                  </a:lnTo>
                  <a:lnTo>
                    <a:pt x="106" y="4"/>
                  </a:lnTo>
                  <a:lnTo>
                    <a:pt x="107" y="4"/>
                  </a:lnTo>
                  <a:lnTo>
                    <a:pt x="109" y="4"/>
                  </a:lnTo>
                  <a:lnTo>
                    <a:pt x="110" y="4"/>
                  </a:lnTo>
                  <a:lnTo>
                    <a:pt x="111" y="4"/>
                  </a:lnTo>
                  <a:lnTo>
                    <a:pt x="113" y="4"/>
                  </a:lnTo>
                  <a:lnTo>
                    <a:pt x="114" y="4"/>
                  </a:lnTo>
                  <a:lnTo>
                    <a:pt x="115" y="4"/>
                  </a:lnTo>
                  <a:lnTo>
                    <a:pt x="117" y="1"/>
                  </a:lnTo>
                  <a:lnTo>
                    <a:pt x="118" y="0"/>
                  </a:lnTo>
                  <a:lnTo>
                    <a:pt x="119" y="1"/>
                  </a:lnTo>
                  <a:lnTo>
                    <a:pt x="121" y="5"/>
                  </a:lnTo>
                  <a:lnTo>
                    <a:pt x="122" y="10"/>
                  </a:lnTo>
                  <a:lnTo>
                    <a:pt x="123" y="17"/>
                  </a:lnTo>
                  <a:lnTo>
                    <a:pt x="125" y="25"/>
                  </a:lnTo>
                  <a:lnTo>
                    <a:pt x="126" y="33"/>
                  </a:lnTo>
                  <a:lnTo>
                    <a:pt x="127" y="41"/>
                  </a:lnTo>
                  <a:lnTo>
                    <a:pt x="129" y="50"/>
                  </a:lnTo>
                  <a:lnTo>
                    <a:pt x="130" y="59"/>
                  </a:lnTo>
                  <a:lnTo>
                    <a:pt x="132" y="67"/>
                  </a:lnTo>
                  <a:lnTo>
                    <a:pt x="133" y="76"/>
                  </a:lnTo>
                  <a:lnTo>
                    <a:pt x="134" y="85"/>
                  </a:lnTo>
                  <a:lnTo>
                    <a:pt x="136" y="94"/>
                  </a:lnTo>
                  <a:lnTo>
                    <a:pt x="137" y="103"/>
                  </a:lnTo>
                  <a:lnTo>
                    <a:pt x="138" y="112"/>
                  </a:lnTo>
                  <a:lnTo>
                    <a:pt x="140" y="121"/>
                  </a:lnTo>
                  <a:lnTo>
                    <a:pt x="141" y="130"/>
                  </a:lnTo>
                  <a:lnTo>
                    <a:pt x="142" y="138"/>
                  </a:lnTo>
                  <a:lnTo>
                    <a:pt x="144" y="147"/>
                  </a:lnTo>
                  <a:lnTo>
                    <a:pt x="145" y="155"/>
                  </a:lnTo>
                  <a:lnTo>
                    <a:pt x="146" y="163"/>
                  </a:lnTo>
                  <a:lnTo>
                    <a:pt x="148" y="171"/>
                  </a:lnTo>
                  <a:lnTo>
                    <a:pt x="149" y="178"/>
                  </a:lnTo>
                  <a:lnTo>
                    <a:pt x="150" y="186"/>
                  </a:lnTo>
                  <a:lnTo>
                    <a:pt x="152" y="193"/>
                  </a:lnTo>
                  <a:lnTo>
                    <a:pt x="153" y="201"/>
                  </a:lnTo>
                  <a:lnTo>
                    <a:pt x="154" y="207"/>
                  </a:lnTo>
                  <a:lnTo>
                    <a:pt x="156" y="214"/>
                  </a:lnTo>
                  <a:lnTo>
                    <a:pt x="157" y="220"/>
                  </a:lnTo>
                  <a:lnTo>
                    <a:pt x="158" y="226"/>
                  </a:lnTo>
                  <a:lnTo>
                    <a:pt x="160" y="232"/>
                  </a:lnTo>
                  <a:lnTo>
                    <a:pt x="161" y="238"/>
                  </a:lnTo>
                  <a:lnTo>
                    <a:pt x="162" y="244"/>
                  </a:lnTo>
                  <a:lnTo>
                    <a:pt x="164" y="249"/>
                  </a:lnTo>
                  <a:lnTo>
                    <a:pt x="165" y="255"/>
                  </a:lnTo>
                  <a:lnTo>
                    <a:pt x="167" y="260"/>
                  </a:lnTo>
                  <a:lnTo>
                    <a:pt x="168" y="264"/>
                  </a:lnTo>
                  <a:lnTo>
                    <a:pt x="169" y="269"/>
                  </a:lnTo>
                  <a:lnTo>
                    <a:pt x="171" y="273"/>
                  </a:lnTo>
                  <a:lnTo>
                    <a:pt x="172" y="277"/>
                  </a:lnTo>
                  <a:lnTo>
                    <a:pt x="173" y="281"/>
                  </a:lnTo>
                  <a:lnTo>
                    <a:pt x="175" y="285"/>
                  </a:lnTo>
                  <a:lnTo>
                    <a:pt x="176" y="288"/>
                  </a:lnTo>
                  <a:lnTo>
                    <a:pt x="177" y="292"/>
                  </a:lnTo>
                  <a:lnTo>
                    <a:pt x="179" y="294"/>
                  </a:lnTo>
                  <a:lnTo>
                    <a:pt x="180" y="297"/>
                  </a:lnTo>
                  <a:lnTo>
                    <a:pt x="181" y="300"/>
                  </a:lnTo>
                  <a:lnTo>
                    <a:pt x="183" y="303"/>
                  </a:lnTo>
                  <a:lnTo>
                    <a:pt x="184" y="306"/>
                  </a:lnTo>
                  <a:lnTo>
                    <a:pt x="185" y="309"/>
                  </a:lnTo>
                  <a:lnTo>
                    <a:pt x="187" y="311"/>
                  </a:lnTo>
                  <a:lnTo>
                    <a:pt x="188" y="314"/>
                  </a:lnTo>
                  <a:lnTo>
                    <a:pt x="189" y="317"/>
                  </a:lnTo>
                  <a:lnTo>
                    <a:pt x="191" y="319"/>
                  </a:lnTo>
                  <a:lnTo>
                    <a:pt x="192" y="322"/>
                  </a:lnTo>
                  <a:lnTo>
                    <a:pt x="193" y="324"/>
                  </a:lnTo>
                  <a:lnTo>
                    <a:pt x="195" y="326"/>
                  </a:lnTo>
                  <a:lnTo>
                    <a:pt x="196" y="329"/>
                  </a:lnTo>
                  <a:lnTo>
                    <a:pt x="197" y="331"/>
                  </a:lnTo>
                  <a:lnTo>
                    <a:pt x="199" y="334"/>
                  </a:lnTo>
                  <a:lnTo>
                    <a:pt x="200" y="336"/>
                  </a:lnTo>
                  <a:lnTo>
                    <a:pt x="202" y="338"/>
                  </a:lnTo>
                  <a:lnTo>
                    <a:pt x="203" y="340"/>
                  </a:lnTo>
                  <a:lnTo>
                    <a:pt x="204" y="343"/>
                  </a:lnTo>
                  <a:lnTo>
                    <a:pt x="206" y="345"/>
                  </a:lnTo>
                  <a:lnTo>
                    <a:pt x="207" y="347"/>
                  </a:lnTo>
                  <a:lnTo>
                    <a:pt x="208" y="349"/>
                  </a:lnTo>
                  <a:lnTo>
                    <a:pt x="210" y="351"/>
                  </a:lnTo>
                  <a:lnTo>
                    <a:pt x="211" y="354"/>
                  </a:lnTo>
                  <a:lnTo>
                    <a:pt x="212" y="356"/>
                  </a:lnTo>
                  <a:lnTo>
                    <a:pt x="214" y="358"/>
                  </a:lnTo>
                  <a:lnTo>
                    <a:pt x="215" y="360"/>
                  </a:lnTo>
                  <a:lnTo>
                    <a:pt x="216" y="362"/>
                  </a:lnTo>
                  <a:lnTo>
                    <a:pt x="218" y="364"/>
                  </a:lnTo>
                  <a:lnTo>
                    <a:pt x="219" y="366"/>
                  </a:lnTo>
                  <a:lnTo>
                    <a:pt x="220" y="368"/>
                  </a:lnTo>
                  <a:lnTo>
                    <a:pt x="222" y="370"/>
                  </a:lnTo>
                  <a:lnTo>
                    <a:pt x="223" y="372"/>
                  </a:lnTo>
                  <a:lnTo>
                    <a:pt x="224" y="374"/>
                  </a:lnTo>
                  <a:lnTo>
                    <a:pt x="226" y="376"/>
                  </a:lnTo>
                  <a:lnTo>
                    <a:pt x="227" y="378"/>
                  </a:lnTo>
                  <a:lnTo>
                    <a:pt x="228" y="380"/>
                  </a:lnTo>
                  <a:lnTo>
                    <a:pt x="230" y="382"/>
                  </a:lnTo>
                  <a:lnTo>
                    <a:pt x="231" y="384"/>
                  </a:lnTo>
                  <a:lnTo>
                    <a:pt x="232" y="386"/>
                  </a:lnTo>
                  <a:lnTo>
                    <a:pt x="234" y="388"/>
                  </a:lnTo>
                  <a:lnTo>
                    <a:pt x="235" y="389"/>
                  </a:lnTo>
                  <a:lnTo>
                    <a:pt x="236" y="391"/>
                  </a:lnTo>
                  <a:lnTo>
                    <a:pt x="238" y="393"/>
                  </a:lnTo>
                  <a:lnTo>
                    <a:pt x="239" y="395"/>
                  </a:lnTo>
                  <a:lnTo>
                    <a:pt x="241" y="397"/>
                  </a:lnTo>
                  <a:lnTo>
                    <a:pt x="242" y="399"/>
                  </a:lnTo>
                  <a:lnTo>
                    <a:pt x="243" y="400"/>
                  </a:lnTo>
                  <a:lnTo>
                    <a:pt x="245" y="402"/>
                  </a:lnTo>
                  <a:lnTo>
                    <a:pt x="246" y="404"/>
                  </a:lnTo>
                  <a:lnTo>
                    <a:pt x="247" y="406"/>
                  </a:lnTo>
                  <a:lnTo>
                    <a:pt x="249" y="407"/>
                  </a:lnTo>
                  <a:lnTo>
                    <a:pt x="250" y="409"/>
                  </a:lnTo>
                  <a:lnTo>
                    <a:pt x="251" y="411"/>
                  </a:lnTo>
                  <a:lnTo>
                    <a:pt x="253" y="412"/>
                  </a:lnTo>
                  <a:lnTo>
                    <a:pt x="254" y="414"/>
                  </a:lnTo>
                  <a:lnTo>
                    <a:pt x="255" y="416"/>
                  </a:lnTo>
                  <a:lnTo>
                    <a:pt x="257" y="417"/>
                  </a:lnTo>
                  <a:lnTo>
                    <a:pt x="258" y="419"/>
                  </a:lnTo>
                  <a:lnTo>
                    <a:pt x="259" y="421"/>
                  </a:lnTo>
                  <a:lnTo>
                    <a:pt x="261" y="422"/>
                  </a:lnTo>
                  <a:lnTo>
                    <a:pt x="262" y="424"/>
                  </a:lnTo>
                  <a:lnTo>
                    <a:pt x="263" y="425"/>
                  </a:lnTo>
                  <a:lnTo>
                    <a:pt x="265" y="427"/>
                  </a:lnTo>
                  <a:lnTo>
                    <a:pt x="266" y="429"/>
                  </a:lnTo>
                  <a:lnTo>
                    <a:pt x="267" y="430"/>
                  </a:lnTo>
                  <a:lnTo>
                    <a:pt x="269" y="431"/>
                  </a:lnTo>
                  <a:lnTo>
                    <a:pt x="270" y="433"/>
                  </a:lnTo>
                  <a:lnTo>
                    <a:pt x="271" y="434"/>
                  </a:lnTo>
                  <a:lnTo>
                    <a:pt x="273" y="436"/>
                  </a:lnTo>
                  <a:lnTo>
                    <a:pt x="274" y="437"/>
                  </a:lnTo>
                  <a:lnTo>
                    <a:pt x="276" y="438"/>
                  </a:lnTo>
                  <a:lnTo>
                    <a:pt x="277" y="439"/>
                  </a:lnTo>
                  <a:lnTo>
                    <a:pt x="278" y="440"/>
                  </a:lnTo>
                  <a:lnTo>
                    <a:pt x="280" y="441"/>
                  </a:lnTo>
                  <a:lnTo>
                    <a:pt x="281" y="442"/>
                  </a:lnTo>
                  <a:lnTo>
                    <a:pt x="282" y="442"/>
                  </a:lnTo>
                  <a:lnTo>
                    <a:pt x="284" y="443"/>
                  </a:lnTo>
                  <a:lnTo>
                    <a:pt x="285" y="444"/>
                  </a:lnTo>
                  <a:lnTo>
                    <a:pt x="286" y="445"/>
                  </a:lnTo>
                  <a:lnTo>
                    <a:pt x="288" y="446"/>
                  </a:lnTo>
                  <a:lnTo>
                    <a:pt x="289" y="446"/>
                  </a:lnTo>
                  <a:lnTo>
                    <a:pt x="290" y="447"/>
                  </a:lnTo>
                  <a:lnTo>
                    <a:pt x="292" y="447"/>
                  </a:lnTo>
                  <a:lnTo>
                    <a:pt x="293" y="448"/>
                  </a:lnTo>
                  <a:lnTo>
                    <a:pt x="294" y="449"/>
                  </a:lnTo>
                  <a:lnTo>
                    <a:pt x="296" y="449"/>
                  </a:lnTo>
                  <a:lnTo>
                    <a:pt x="297" y="449"/>
                  </a:lnTo>
                  <a:lnTo>
                    <a:pt x="298" y="450"/>
                  </a:lnTo>
                  <a:lnTo>
                    <a:pt x="300" y="450"/>
                  </a:lnTo>
                  <a:lnTo>
                    <a:pt x="301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5" y="451"/>
                  </a:lnTo>
                  <a:lnTo>
                    <a:pt x="306" y="451"/>
                  </a:lnTo>
                  <a:lnTo>
                    <a:pt x="308" y="451"/>
                  </a:lnTo>
                  <a:lnTo>
                    <a:pt x="309" y="451"/>
                  </a:lnTo>
                  <a:lnTo>
                    <a:pt x="311" y="451"/>
                  </a:lnTo>
                  <a:lnTo>
                    <a:pt x="312" y="451"/>
                  </a:lnTo>
                  <a:lnTo>
                    <a:pt x="313" y="451"/>
                  </a:lnTo>
                  <a:lnTo>
                    <a:pt x="315" y="451"/>
                  </a:lnTo>
                  <a:lnTo>
                    <a:pt x="316" y="451"/>
                  </a:lnTo>
                  <a:lnTo>
                    <a:pt x="317" y="451"/>
                  </a:lnTo>
                  <a:lnTo>
                    <a:pt x="319" y="451"/>
                  </a:lnTo>
                  <a:lnTo>
                    <a:pt x="320" y="450"/>
                  </a:lnTo>
                  <a:lnTo>
                    <a:pt x="321" y="450"/>
                  </a:lnTo>
                  <a:lnTo>
                    <a:pt x="323" y="449"/>
                  </a:lnTo>
                  <a:lnTo>
                    <a:pt x="324" y="449"/>
                  </a:lnTo>
                  <a:lnTo>
                    <a:pt x="325" y="449"/>
                  </a:lnTo>
                  <a:lnTo>
                    <a:pt x="327" y="449"/>
                  </a:lnTo>
                  <a:lnTo>
                    <a:pt x="328" y="448"/>
                  </a:lnTo>
                  <a:lnTo>
                    <a:pt x="329" y="448"/>
                  </a:lnTo>
                  <a:lnTo>
                    <a:pt x="331" y="448"/>
                  </a:lnTo>
                  <a:lnTo>
                    <a:pt x="332" y="447"/>
                  </a:lnTo>
                  <a:lnTo>
                    <a:pt x="333" y="447"/>
                  </a:lnTo>
                  <a:lnTo>
                    <a:pt x="335" y="446"/>
                  </a:lnTo>
                  <a:lnTo>
                    <a:pt x="336" y="446"/>
                  </a:lnTo>
                  <a:lnTo>
                    <a:pt x="337" y="445"/>
                  </a:lnTo>
                  <a:lnTo>
                    <a:pt x="339" y="445"/>
                  </a:lnTo>
                  <a:lnTo>
                    <a:pt x="340" y="444"/>
                  </a:lnTo>
                  <a:lnTo>
                    <a:pt x="341" y="444"/>
                  </a:lnTo>
                  <a:lnTo>
                    <a:pt x="343" y="443"/>
                  </a:lnTo>
                  <a:lnTo>
                    <a:pt x="344" y="442"/>
                  </a:lnTo>
                  <a:lnTo>
                    <a:pt x="346" y="442"/>
                  </a:lnTo>
                  <a:lnTo>
                    <a:pt x="347" y="441"/>
                  </a:lnTo>
                  <a:lnTo>
                    <a:pt x="348" y="441"/>
                  </a:lnTo>
                  <a:lnTo>
                    <a:pt x="350" y="440"/>
                  </a:lnTo>
                  <a:lnTo>
                    <a:pt x="351" y="439"/>
                  </a:lnTo>
                  <a:lnTo>
                    <a:pt x="352" y="439"/>
                  </a:lnTo>
                  <a:lnTo>
                    <a:pt x="354" y="438"/>
                  </a:lnTo>
                  <a:lnTo>
                    <a:pt x="355" y="437"/>
                  </a:lnTo>
                  <a:lnTo>
                    <a:pt x="356" y="437"/>
                  </a:lnTo>
                  <a:lnTo>
                    <a:pt x="358" y="436"/>
                  </a:lnTo>
                  <a:lnTo>
                    <a:pt x="359" y="435"/>
                  </a:lnTo>
                  <a:lnTo>
                    <a:pt x="360" y="435"/>
                  </a:lnTo>
                  <a:lnTo>
                    <a:pt x="362" y="434"/>
                  </a:lnTo>
                  <a:lnTo>
                    <a:pt x="363" y="433"/>
                  </a:lnTo>
                  <a:lnTo>
                    <a:pt x="364" y="433"/>
                  </a:lnTo>
                  <a:lnTo>
                    <a:pt x="366" y="432"/>
                  </a:lnTo>
                  <a:lnTo>
                    <a:pt x="367" y="431"/>
                  </a:lnTo>
                  <a:lnTo>
                    <a:pt x="368" y="430"/>
                  </a:lnTo>
                  <a:lnTo>
                    <a:pt x="370" y="430"/>
                  </a:lnTo>
                  <a:lnTo>
                    <a:pt x="371" y="429"/>
                  </a:lnTo>
                  <a:lnTo>
                    <a:pt x="372" y="428"/>
                  </a:lnTo>
                  <a:lnTo>
                    <a:pt x="374" y="427"/>
                  </a:lnTo>
                  <a:lnTo>
                    <a:pt x="375" y="427"/>
                  </a:lnTo>
                  <a:lnTo>
                    <a:pt x="376" y="426"/>
                  </a:lnTo>
                  <a:lnTo>
                    <a:pt x="378" y="425"/>
                  </a:lnTo>
                  <a:lnTo>
                    <a:pt x="379" y="425"/>
                  </a:lnTo>
                  <a:lnTo>
                    <a:pt x="380" y="424"/>
                  </a:lnTo>
                  <a:lnTo>
                    <a:pt x="382" y="423"/>
                  </a:lnTo>
                  <a:lnTo>
                    <a:pt x="383" y="422"/>
                  </a:lnTo>
                  <a:lnTo>
                    <a:pt x="385" y="422"/>
                  </a:lnTo>
                  <a:lnTo>
                    <a:pt x="386" y="421"/>
                  </a:lnTo>
                  <a:lnTo>
                    <a:pt x="387" y="420"/>
                  </a:lnTo>
                  <a:lnTo>
                    <a:pt x="389" y="420"/>
                  </a:lnTo>
                  <a:lnTo>
                    <a:pt x="390" y="419"/>
                  </a:lnTo>
                  <a:lnTo>
                    <a:pt x="391" y="418"/>
                  </a:lnTo>
                  <a:lnTo>
                    <a:pt x="393" y="417"/>
                  </a:lnTo>
                  <a:lnTo>
                    <a:pt x="394" y="416"/>
                  </a:lnTo>
                  <a:lnTo>
                    <a:pt x="395" y="415"/>
                  </a:lnTo>
                  <a:lnTo>
                    <a:pt x="397" y="414"/>
                  </a:lnTo>
                  <a:lnTo>
                    <a:pt x="398" y="413"/>
                  </a:lnTo>
                  <a:lnTo>
                    <a:pt x="399" y="413"/>
                  </a:lnTo>
                  <a:lnTo>
                    <a:pt x="401" y="412"/>
                  </a:lnTo>
                  <a:lnTo>
                    <a:pt x="402" y="411"/>
                  </a:lnTo>
                  <a:lnTo>
                    <a:pt x="403" y="410"/>
                  </a:lnTo>
                  <a:lnTo>
                    <a:pt x="405" y="409"/>
                  </a:lnTo>
                  <a:lnTo>
                    <a:pt x="406" y="409"/>
                  </a:lnTo>
                  <a:lnTo>
                    <a:pt x="407" y="408"/>
                  </a:lnTo>
                  <a:lnTo>
                    <a:pt x="409" y="407"/>
                  </a:lnTo>
                  <a:lnTo>
                    <a:pt x="410" y="406"/>
                  </a:lnTo>
                  <a:lnTo>
                    <a:pt x="411" y="406"/>
                  </a:lnTo>
                  <a:lnTo>
                    <a:pt x="413" y="405"/>
                  </a:lnTo>
                  <a:lnTo>
                    <a:pt x="414" y="404"/>
                  </a:lnTo>
                  <a:lnTo>
                    <a:pt x="415" y="403"/>
                  </a:lnTo>
                  <a:lnTo>
                    <a:pt x="417" y="402"/>
                  </a:lnTo>
                  <a:lnTo>
                    <a:pt x="418" y="402"/>
                  </a:lnTo>
                  <a:lnTo>
                    <a:pt x="420" y="401"/>
                  </a:lnTo>
                  <a:lnTo>
                    <a:pt x="421" y="400"/>
                  </a:lnTo>
                  <a:lnTo>
                    <a:pt x="422" y="399"/>
                  </a:lnTo>
                  <a:lnTo>
                    <a:pt x="424" y="398"/>
                  </a:lnTo>
                  <a:lnTo>
                    <a:pt x="425" y="397"/>
                  </a:lnTo>
                  <a:lnTo>
                    <a:pt x="426" y="396"/>
                  </a:lnTo>
                  <a:lnTo>
                    <a:pt x="428" y="395"/>
                  </a:lnTo>
                  <a:lnTo>
                    <a:pt x="429" y="394"/>
                  </a:lnTo>
                  <a:lnTo>
                    <a:pt x="430" y="394"/>
                  </a:lnTo>
                  <a:lnTo>
                    <a:pt x="432" y="393"/>
                  </a:lnTo>
                  <a:lnTo>
                    <a:pt x="433" y="392"/>
                  </a:lnTo>
                  <a:lnTo>
                    <a:pt x="434" y="391"/>
                  </a:lnTo>
                  <a:lnTo>
                    <a:pt x="436" y="390"/>
                  </a:lnTo>
                  <a:lnTo>
                    <a:pt x="437" y="390"/>
                  </a:lnTo>
                  <a:lnTo>
                    <a:pt x="438" y="389"/>
                  </a:lnTo>
                  <a:lnTo>
                    <a:pt x="440" y="388"/>
                  </a:lnTo>
                  <a:lnTo>
                    <a:pt x="441" y="388"/>
                  </a:lnTo>
                  <a:lnTo>
                    <a:pt x="442" y="387"/>
                  </a:lnTo>
                  <a:lnTo>
                    <a:pt x="444" y="386"/>
                  </a:lnTo>
                  <a:lnTo>
                    <a:pt x="445" y="386"/>
                  </a:lnTo>
                  <a:lnTo>
                    <a:pt x="446" y="385"/>
                  </a:lnTo>
                  <a:lnTo>
                    <a:pt x="448" y="385"/>
                  </a:lnTo>
                  <a:lnTo>
                    <a:pt x="449" y="384"/>
                  </a:lnTo>
                  <a:lnTo>
                    <a:pt x="450" y="383"/>
                  </a:lnTo>
                  <a:lnTo>
                    <a:pt x="452" y="383"/>
                  </a:lnTo>
                  <a:lnTo>
                    <a:pt x="453" y="382"/>
                  </a:lnTo>
                  <a:lnTo>
                    <a:pt x="455" y="381"/>
                  </a:lnTo>
                  <a:lnTo>
                    <a:pt x="456" y="381"/>
                  </a:lnTo>
                  <a:lnTo>
                    <a:pt x="457" y="380"/>
                  </a:lnTo>
                  <a:lnTo>
                    <a:pt x="459" y="380"/>
                  </a:lnTo>
                  <a:lnTo>
                    <a:pt x="460" y="379"/>
                  </a:lnTo>
                  <a:lnTo>
                    <a:pt x="461" y="379"/>
                  </a:lnTo>
                  <a:lnTo>
                    <a:pt x="463" y="378"/>
                  </a:lnTo>
                  <a:lnTo>
                    <a:pt x="464" y="378"/>
                  </a:lnTo>
                  <a:lnTo>
                    <a:pt x="465" y="377"/>
                  </a:lnTo>
                  <a:lnTo>
                    <a:pt x="467" y="377"/>
                  </a:lnTo>
                  <a:lnTo>
                    <a:pt x="468" y="376"/>
                  </a:lnTo>
                  <a:lnTo>
                    <a:pt x="469" y="376"/>
                  </a:lnTo>
                  <a:lnTo>
                    <a:pt x="471" y="375"/>
                  </a:lnTo>
                  <a:lnTo>
                    <a:pt x="472" y="375"/>
                  </a:lnTo>
                  <a:lnTo>
                    <a:pt x="473" y="374"/>
                  </a:lnTo>
                  <a:lnTo>
                    <a:pt x="475" y="373"/>
                  </a:lnTo>
                  <a:lnTo>
                    <a:pt x="476" y="373"/>
                  </a:lnTo>
                  <a:lnTo>
                    <a:pt x="477" y="372"/>
                  </a:lnTo>
                  <a:lnTo>
                    <a:pt x="479" y="372"/>
                  </a:lnTo>
                  <a:lnTo>
                    <a:pt x="480" y="371"/>
                  </a:lnTo>
                  <a:lnTo>
                    <a:pt x="481" y="371"/>
                  </a:lnTo>
                  <a:lnTo>
                    <a:pt x="483" y="371"/>
                  </a:lnTo>
                  <a:lnTo>
                    <a:pt x="484" y="370"/>
                  </a:lnTo>
                  <a:lnTo>
                    <a:pt x="485" y="370"/>
                  </a:lnTo>
                  <a:lnTo>
                    <a:pt x="487" y="369"/>
                  </a:lnTo>
                  <a:lnTo>
                    <a:pt x="488" y="369"/>
                  </a:lnTo>
                  <a:lnTo>
                    <a:pt x="490" y="368"/>
                  </a:lnTo>
                  <a:lnTo>
                    <a:pt x="491" y="368"/>
                  </a:lnTo>
                  <a:lnTo>
                    <a:pt x="492" y="367"/>
                  </a:lnTo>
                  <a:lnTo>
                    <a:pt x="494" y="367"/>
                  </a:lnTo>
                  <a:lnTo>
                    <a:pt x="495" y="367"/>
                  </a:lnTo>
                  <a:lnTo>
                    <a:pt x="496" y="366"/>
                  </a:lnTo>
                  <a:lnTo>
                    <a:pt x="498" y="365"/>
                  </a:lnTo>
                  <a:lnTo>
                    <a:pt x="499" y="365"/>
                  </a:lnTo>
                  <a:lnTo>
                    <a:pt x="500" y="365"/>
                  </a:lnTo>
                  <a:lnTo>
                    <a:pt x="502" y="364"/>
                  </a:lnTo>
                  <a:lnTo>
                    <a:pt x="503" y="364"/>
                  </a:lnTo>
                  <a:lnTo>
                    <a:pt x="504" y="363"/>
                  </a:lnTo>
                  <a:lnTo>
                    <a:pt x="506" y="363"/>
                  </a:lnTo>
                  <a:lnTo>
                    <a:pt x="507" y="363"/>
                  </a:lnTo>
                  <a:lnTo>
                    <a:pt x="508" y="362"/>
                  </a:lnTo>
                  <a:lnTo>
                    <a:pt x="510" y="362"/>
                  </a:lnTo>
                  <a:lnTo>
                    <a:pt x="511" y="361"/>
                  </a:lnTo>
                  <a:lnTo>
                    <a:pt x="512" y="361"/>
                  </a:lnTo>
                  <a:lnTo>
                    <a:pt x="514" y="361"/>
                  </a:lnTo>
                  <a:lnTo>
                    <a:pt x="515" y="360"/>
                  </a:lnTo>
                  <a:lnTo>
                    <a:pt x="516" y="360"/>
                  </a:lnTo>
                  <a:lnTo>
                    <a:pt x="518" y="359"/>
                  </a:lnTo>
                  <a:lnTo>
                    <a:pt x="519" y="359"/>
                  </a:lnTo>
                  <a:lnTo>
                    <a:pt x="520" y="359"/>
                  </a:lnTo>
                  <a:lnTo>
                    <a:pt x="522" y="358"/>
                  </a:lnTo>
                  <a:lnTo>
                    <a:pt x="523" y="358"/>
                  </a:lnTo>
                  <a:lnTo>
                    <a:pt x="524" y="357"/>
                  </a:lnTo>
                  <a:lnTo>
                    <a:pt x="526" y="357"/>
                  </a:lnTo>
                  <a:lnTo>
                    <a:pt x="527" y="357"/>
                  </a:lnTo>
                  <a:lnTo>
                    <a:pt x="529" y="356"/>
                  </a:lnTo>
                  <a:lnTo>
                    <a:pt x="530" y="356"/>
                  </a:lnTo>
                  <a:lnTo>
                    <a:pt x="531" y="356"/>
                  </a:lnTo>
                  <a:lnTo>
                    <a:pt x="533" y="355"/>
                  </a:lnTo>
                  <a:lnTo>
                    <a:pt x="534" y="355"/>
                  </a:lnTo>
                  <a:lnTo>
                    <a:pt x="535" y="355"/>
                  </a:lnTo>
                  <a:lnTo>
                    <a:pt x="537" y="354"/>
                  </a:lnTo>
                  <a:lnTo>
                    <a:pt x="538" y="354"/>
                  </a:lnTo>
                  <a:lnTo>
                    <a:pt x="539" y="354"/>
                  </a:lnTo>
                  <a:lnTo>
                    <a:pt x="541" y="353"/>
                  </a:lnTo>
                  <a:lnTo>
                    <a:pt x="542" y="353"/>
                  </a:lnTo>
                  <a:lnTo>
                    <a:pt x="543" y="353"/>
                  </a:lnTo>
                  <a:lnTo>
                    <a:pt x="545" y="352"/>
                  </a:lnTo>
                  <a:lnTo>
                    <a:pt x="546" y="352"/>
                  </a:lnTo>
                  <a:lnTo>
                    <a:pt x="547" y="352"/>
                  </a:lnTo>
                  <a:lnTo>
                    <a:pt x="549" y="351"/>
                  </a:lnTo>
                  <a:lnTo>
                    <a:pt x="550" y="351"/>
                  </a:lnTo>
                  <a:lnTo>
                    <a:pt x="551" y="351"/>
                  </a:lnTo>
                  <a:lnTo>
                    <a:pt x="553" y="350"/>
                  </a:lnTo>
                  <a:lnTo>
                    <a:pt x="554" y="350"/>
                  </a:lnTo>
                  <a:lnTo>
                    <a:pt x="555" y="349"/>
                  </a:lnTo>
                  <a:lnTo>
                    <a:pt x="557" y="349"/>
                  </a:lnTo>
                  <a:lnTo>
                    <a:pt x="558" y="349"/>
                  </a:lnTo>
                  <a:lnTo>
                    <a:pt x="559" y="348"/>
                  </a:lnTo>
                  <a:lnTo>
                    <a:pt x="561" y="348"/>
                  </a:lnTo>
                  <a:lnTo>
                    <a:pt x="562" y="348"/>
                  </a:lnTo>
                  <a:lnTo>
                    <a:pt x="564" y="347"/>
                  </a:lnTo>
                  <a:lnTo>
                    <a:pt x="565" y="347"/>
                  </a:lnTo>
                  <a:lnTo>
                    <a:pt x="566" y="347"/>
                  </a:lnTo>
                  <a:lnTo>
                    <a:pt x="568" y="347"/>
                  </a:lnTo>
                  <a:lnTo>
                    <a:pt x="569" y="346"/>
                  </a:lnTo>
                  <a:lnTo>
                    <a:pt x="570" y="346"/>
                  </a:lnTo>
                  <a:lnTo>
                    <a:pt x="572" y="346"/>
                  </a:lnTo>
                  <a:lnTo>
                    <a:pt x="573" y="345"/>
                  </a:lnTo>
                  <a:lnTo>
                    <a:pt x="574" y="345"/>
                  </a:lnTo>
                  <a:lnTo>
                    <a:pt x="576" y="345"/>
                  </a:lnTo>
                  <a:lnTo>
                    <a:pt x="577" y="345"/>
                  </a:lnTo>
                  <a:lnTo>
                    <a:pt x="578" y="344"/>
                  </a:lnTo>
                  <a:lnTo>
                    <a:pt x="580" y="344"/>
                  </a:lnTo>
                  <a:lnTo>
                    <a:pt x="581" y="344"/>
                  </a:lnTo>
                  <a:lnTo>
                    <a:pt x="582" y="343"/>
                  </a:lnTo>
                  <a:lnTo>
                    <a:pt x="584" y="343"/>
                  </a:lnTo>
                  <a:lnTo>
                    <a:pt x="585" y="343"/>
                  </a:lnTo>
                  <a:lnTo>
                    <a:pt x="586" y="343"/>
                  </a:lnTo>
                  <a:lnTo>
                    <a:pt x="588" y="342"/>
                  </a:lnTo>
                  <a:lnTo>
                    <a:pt x="589" y="342"/>
                  </a:lnTo>
                  <a:lnTo>
                    <a:pt x="590" y="342"/>
                  </a:lnTo>
                  <a:lnTo>
                    <a:pt x="592" y="342"/>
                  </a:lnTo>
                  <a:lnTo>
                    <a:pt x="593" y="341"/>
                  </a:lnTo>
                  <a:lnTo>
                    <a:pt x="594" y="341"/>
                  </a:lnTo>
                  <a:lnTo>
                    <a:pt x="596" y="341"/>
                  </a:lnTo>
                  <a:lnTo>
                    <a:pt x="597" y="340"/>
                  </a:lnTo>
                  <a:lnTo>
                    <a:pt x="599" y="340"/>
                  </a:lnTo>
                  <a:lnTo>
                    <a:pt x="600" y="340"/>
                  </a:lnTo>
                  <a:lnTo>
                    <a:pt x="601" y="339"/>
                  </a:lnTo>
                  <a:lnTo>
                    <a:pt x="603" y="339"/>
                  </a:lnTo>
                  <a:lnTo>
                    <a:pt x="604" y="339"/>
                  </a:lnTo>
                  <a:lnTo>
                    <a:pt x="605" y="339"/>
                  </a:lnTo>
                  <a:lnTo>
                    <a:pt x="607" y="338"/>
                  </a:lnTo>
                  <a:lnTo>
                    <a:pt x="608" y="338"/>
                  </a:lnTo>
                  <a:lnTo>
                    <a:pt x="609" y="338"/>
                  </a:lnTo>
                  <a:lnTo>
                    <a:pt x="611" y="338"/>
                  </a:lnTo>
                  <a:lnTo>
                    <a:pt x="612" y="337"/>
                  </a:lnTo>
                  <a:lnTo>
                    <a:pt x="613" y="337"/>
                  </a:lnTo>
                  <a:lnTo>
                    <a:pt x="615" y="337"/>
                  </a:lnTo>
                  <a:lnTo>
                    <a:pt x="616" y="336"/>
                  </a:lnTo>
                  <a:lnTo>
                    <a:pt x="617" y="336"/>
                  </a:lnTo>
                  <a:lnTo>
                    <a:pt x="619" y="336"/>
                  </a:lnTo>
                  <a:lnTo>
                    <a:pt x="620" y="336"/>
                  </a:lnTo>
                  <a:lnTo>
                    <a:pt x="621" y="336"/>
                  </a:lnTo>
                  <a:lnTo>
                    <a:pt x="623" y="335"/>
                  </a:lnTo>
                  <a:lnTo>
                    <a:pt x="624" y="335"/>
                  </a:lnTo>
                  <a:lnTo>
                    <a:pt x="625" y="335"/>
                  </a:lnTo>
                  <a:lnTo>
                    <a:pt x="627" y="335"/>
                  </a:lnTo>
                  <a:lnTo>
                    <a:pt x="628" y="334"/>
                  </a:lnTo>
                  <a:lnTo>
                    <a:pt x="629" y="334"/>
                  </a:lnTo>
                  <a:lnTo>
                    <a:pt x="631" y="334"/>
                  </a:lnTo>
                  <a:lnTo>
                    <a:pt x="632" y="334"/>
                  </a:lnTo>
                  <a:lnTo>
                    <a:pt x="634" y="333"/>
                  </a:lnTo>
                  <a:lnTo>
                    <a:pt x="635" y="333"/>
                  </a:lnTo>
                  <a:lnTo>
                    <a:pt x="636" y="333"/>
                  </a:lnTo>
                  <a:lnTo>
                    <a:pt x="638" y="333"/>
                  </a:lnTo>
                  <a:lnTo>
                    <a:pt x="639" y="333"/>
                  </a:lnTo>
                  <a:lnTo>
                    <a:pt x="640" y="332"/>
                  </a:lnTo>
                  <a:lnTo>
                    <a:pt x="642" y="332"/>
                  </a:lnTo>
                  <a:lnTo>
                    <a:pt x="643" y="332"/>
                  </a:lnTo>
                  <a:lnTo>
                    <a:pt x="644" y="332"/>
                  </a:lnTo>
                  <a:lnTo>
                    <a:pt x="646" y="331"/>
                  </a:lnTo>
                  <a:lnTo>
                    <a:pt x="647" y="331"/>
                  </a:lnTo>
                  <a:lnTo>
                    <a:pt x="648" y="331"/>
                  </a:lnTo>
                  <a:lnTo>
                    <a:pt x="650" y="331"/>
                  </a:lnTo>
                  <a:lnTo>
                    <a:pt x="651" y="330"/>
                  </a:lnTo>
                  <a:lnTo>
                    <a:pt x="652" y="330"/>
                  </a:lnTo>
                  <a:lnTo>
                    <a:pt x="654" y="330"/>
                  </a:lnTo>
                  <a:lnTo>
                    <a:pt x="655" y="330"/>
                  </a:lnTo>
                  <a:lnTo>
                    <a:pt x="656" y="329"/>
                  </a:lnTo>
                  <a:lnTo>
                    <a:pt x="658" y="329"/>
                  </a:lnTo>
                  <a:lnTo>
                    <a:pt x="659" y="329"/>
                  </a:lnTo>
                  <a:lnTo>
                    <a:pt x="660" y="329"/>
                  </a:lnTo>
                  <a:lnTo>
                    <a:pt x="662" y="328"/>
                  </a:lnTo>
                  <a:lnTo>
                    <a:pt x="663" y="328"/>
                  </a:lnTo>
                  <a:lnTo>
                    <a:pt x="664" y="328"/>
                  </a:lnTo>
                  <a:lnTo>
                    <a:pt x="666" y="328"/>
                  </a:lnTo>
                  <a:lnTo>
                    <a:pt x="667" y="327"/>
                  </a:lnTo>
                  <a:lnTo>
                    <a:pt x="668" y="327"/>
                  </a:lnTo>
                  <a:lnTo>
                    <a:pt x="670" y="327"/>
                  </a:lnTo>
                  <a:lnTo>
                    <a:pt x="671" y="327"/>
                  </a:lnTo>
                  <a:lnTo>
                    <a:pt x="673" y="326"/>
                  </a:lnTo>
                  <a:lnTo>
                    <a:pt x="674" y="326"/>
                  </a:lnTo>
                  <a:lnTo>
                    <a:pt x="675" y="326"/>
                  </a:lnTo>
                  <a:lnTo>
                    <a:pt x="677" y="326"/>
                  </a:lnTo>
                  <a:lnTo>
                    <a:pt x="678" y="326"/>
                  </a:lnTo>
                  <a:lnTo>
                    <a:pt x="679" y="326"/>
                  </a:lnTo>
                  <a:lnTo>
                    <a:pt x="681" y="325"/>
                  </a:lnTo>
                  <a:lnTo>
                    <a:pt x="682" y="325"/>
                  </a:lnTo>
                  <a:lnTo>
                    <a:pt x="683" y="325"/>
                  </a:lnTo>
                  <a:lnTo>
                    <a:pt x="685" y="325"/>
                  </a:lnTo>
                  <a:lnTo>
                    <a:pt x="686" y="324"/>
                  </a:lnTo>
                  <a:lnTo>
                    <a:pt x="687" y="324"/>
                  </a:lnTo>
                  <a:lnTo>
                    <a:pt x="689" y="324"/>
                  </a:lnTo>
                  <a:lnTo>
                    <a:pt x="690" y="324"/>
                  </a:lnTo>
                  <a:lnTo>
                    <a:pt x="691" y="323"/>
                  </a:lnTo>
                  <a:lnTo>
                    <a:pt x="693" y="323"/>
                  </a:lnTo>
                  <a:lnTo>
                    <a:pt x="694" y="323"/>
                  </a:lnTo>
                  <a:lnTo>
                    <a:pt x="695" y="323"/>
                  </a:lnTo>
                  <a:lnTo>
                    <a:pt x="697" y="323"/>
                  </a:lnTo>
                  <a:lnTo>
                    <a:pt x="698" y="323"/>
                  </a:lnTo>
                  <a:lnTo>
                    <a:pt x="699" y="322"/>
                  </a:lnTo>
                  <a:lnTo>
                    <a:pt x="701" y="322"/>
                  </a:lnTo>
                  <a:lnTo>
                    <a:pt x="702" y="322"/>
                  </a:lnTo>
                  <a:lnTo>
                    <a:pt x="703" y="322"/>
                  </a:lnTo>
                  <a:lnTo>
                    <a:pt x="705" y="321"/>
                  </a:lnTo>
                  <a:lnTo>
                    <a:pt x="706" y="321"/>
                  </a:lnTo>
                  <a:lnTo>
                    <a:pt x="708" y="321"/>
                  </a:lnTo>
                  <a:lnTo>
                    <a:pt x="709" y="321"/>
                  </a:lnTo>
                  <a:lnTo>
                    <a:pt x="710" y="321"/>
                  </a:lnTo>
                  <a:lnTo>
                    <a:pt x="712" y="320"/>
                  </a:lnTo>
                  <a:lnTo>
                    <a:pt x="713" y="320"/>
                  </a:lnTo>
                  <a:lnTo>
                    <a:pt x="714" y="320"/>
                  </a:lnTo>
                  <a:lnTo>
                    <a:pt x="716" y="320"/>
                  </a:lnTo>
                  <a:lnTo>
                    <a:pt x="717" y="319"/>
                  </a:lnTo>
                  <a:lnTo>
                    <a:pt x="718" y="319"/>
                  </a:lnTo>
                  <a:lnTo>
                    <a:pt x="720" y="319"/>
                  </a:lnTo>
                  <a:lnTo>
                    <a:pt x="721" y="319"/>
                  </a:lnTo>
                  <a:lnTo>
                    <a:pt x="722" y="318"/>
                  </a:lnTo>
                  <a:lnTo>
                    <a:pt x="724" y="318"/>
                  </a:lnTo>
                  <a:lnTo>
                    <a:pt x="725" y="318"/>
                  </a:lnTo>
                  <a:lnTo>
                    <a:pt x="726" y="318"/>
                  </a:lnTo>
                  <a:lnTo>
                    <a:pt x="728" y="317"/>
                  </a:lnTo>
                  <a:lnTo>
                    <a:pt x="729" y="317"/>
                  </a:lnTo>
                  <a:lnTo>
                    <a:pt x="730" y="317"/>
                  </a:lnTo>
                  <a:lnTo>
                    <a:pt x="732" y="317"/>
                  </a:lnTo>
                  <a:lnTo>
                    <a:pt x="733" y="317"/>
                  </a:lnTo>
                  <a:lnTo>
                    <a:pt x="734" y="317"/>
                  </a:lnTo>
                  <a:lnTo>
                    <a:pt x="736" y="316"/>
                  </a:lnTo>
                  <a:lnTo>
                    <a:pt x="737" y="316"/>
                  </a:lnTo>
                  <a:lnTo>
                    <a:pt x="738" y="316"/>
                  </a:lnTo>
                  <a:lnTo>
                    <a:pt x="740" y="316"/>
                  </a:lnTo>
                  <a:lnTo>
                    <a:pt x="741" y="316"/>
                  </a:lnTo>
                  <a:lnTo>
                    <a:pt x="743" y="315"/>
                  </a:lnTo>
                  <a:lnTo>
                    <a:pt x="744" y="315"/>
                  </a:lnTo>
                  <a:lnTo>
                    <a:pt x="745" y="315"/>
                  </a:lnTo>
                  <a:lnTo>
                    <a:pt x="747" y="315"/>
                  </a:lnTo>
                  <a:lnTo>
                    <a:pt x="748" y="314"/>
                  </a:lnTo>
                  <a:lnTo>
                    <a:pt x="749" y="314"/>
                  </a:lnTo>
                  <a:lnTo>
                    <a:pt x="751" y="314"/>
                  </a:lnTo>
                  <a:lnTo>
                    <a:pt x="752" y="314"/>
                  </a:lnTo>
                  <a:lnTo>
                    <a:pt x="753" y="314"/>
                  </a:lnTo>
                  <a:lnTo>
                    <a:pt x="755" y="314"/>
                  </a:lnTo>
                  <a:lnTo>
                    <a:pt x="756" y="313"/>
                  </a:lnTo>
                  <a:lnTo>
                    <a:pt x="757" y="313"/>
                  </a:lnTo>
                  <a:lnTo>
                    <a:pt x="759" y="313"/>
                  </a:lnTo>
                  <a:lnTo>
                    <a:pt x="760" y="313"/>
                  </a:lnTo>
                  <a:lnTo>
                    <a:pt x="761" y="313"/>
                  </a:lnTo>
                  <a:lnTo>
                    <a:pt x="763" y="313"/>
                  </a:lnTo>
                  <a:lnTo>
                    <a:pt x="764" y="312"/>
                  </a:lnTo>
                  <a:lnTo>
                    <a:pt x="765" y="312"/>
                  </a:lnTo>
                  <a:lnTo>
                    <a:pt x="767" y="312"/>
                  </a:lnTo>
                  <a:lnTo>
                    <a:pt x="768" y="312"/>
                  </a:lnTo>
                  <a:lnTo>
                    <a:pt x="769" y="312"/>
                  </a:lnTo>
                  <a:lnTo>
                    <a:pt x="771" y="312"/>
                  </a:lnTo>
                  <a:lnTo>
                    <a:pt x="772" y="311"/>
                  </a:lnTo>
                  <a:lnTo>
                    <a:pt x="773" y="311"/>
                  </a:lnTo>
                  <a:lnTo>
                    <a:pt x="775" y="311"/>
                  </a:lnTo>
                  <a:lnTo>
                    <a:pt x="776" y="311"/>
                  </a:lnTo>
                  <a:lnTo>
                    <a:pt x="777" y="311"/>
                  </a:lnTo>
                  <a:lnTo>
                    <a:pt x="779" y="310"/>
                  </a:lnTo>
                  <a:lnTo>
                    <a:pt x="780" y="310"/>
                  </a:lnTo>
                  <a:lnTo>
                    <a:pt x="782" y="310"/>
                  </a:lnTo>
                  <a:lnTo>
                    <a:pt x="783" y="310"/>
                  </a:lnTo>
                  <a:lnTo>
                    <a:pt x="784" y="310"/>
                  </a:lnTo>
                  <a:lnTo>
                    <a:pt x="786" y="310"/>
                  </a:lnTo>
                  <a:lnTo>
                    <a:pt x="787" y="309"/>
                  </a:lnTo>
                  <a:lnTo>
                    <a:pt x="788" y="309"/>
                  </a:lnTo>
                  <a:lnTo>
                    <a:pt x="790" y="309"/>
                  </a:lnTo>
                  <a:lnTo>
                    <a:pt x="791" y="309"/>
                  </a:lnTo>
                  <a:lnTo>
                    <a:pt x="792" y="309"/>
                  </a:lnTo>
                  <a:lnTo>
                    <a:pt x="794" y="308"/>
                  </a:lnTo>
                  <a:lnTo>
                    <a:pt x="795" y="308"/>
                  </a:lnTo>
                  <a:lnTo>
                    <a:pt x="796" y="308"/>
                  </a:lnTo>
                  <a:lnTo>
                    <a:pt x="798" y="308"/>
                  </a:lnTo>
                  <a:lnTo>
                    <a:pt x="799" y="308"/>
                  </a:lnTo>
                  <a:lnTo>
                    <a:pt x="800" y="307"/>
                  </a:lnTo>
                  <a:lnTo>
                    <a:pt x="802" y="307"/>
                  </a:lnTo>
                  <a:lnTo>
                    <a:pt x="803" y="307"/>
                  </a:lnTo>
                  <a:lnTo>
                    <a:pt x="804" y="307"/>
                  </a:lnTo>
                  <a:lnTo>
                    <a:pt x="806" y="307"/>
                  </a:lnTo>
                  <a:lnTo>
                    <a:pt x="807" y="307"/>
                  </a:lnTo>
                  <a:lnTo>
                    <a:pt x="808" y="306"/>
                  </a:lnTo>
                  <a:lnTo>
                    <a:pt x="810" y="306"/>
                  </a:lnTo>
                  <a:lnTo>
                    <a:pt x="811" y="306"/>
                  </a:lnTo>
                  <a:lnTo>
                    <a:pt x="812" y="306"/>
                  </a:lnTo>
                  <a:lnTo>
                    <a:pt x="814" y="306"/>
                  </a:lnTo>
                  <a:lnTo>
                    <a:pt x="815" y="305"/>
                  </a:lnTo>
                  <a:lnTo>
                    <a:pt x="817" y="305"/>
                  </a:lnTo>
                  <a:lnTo>
                    <a:pt x="818" y="305"/>
                  </a:lnTo>
                  <a:lnTo>
                    <a:pt x="819" y="305"/>
                  </a:lnTo>
                  <a:lnTo>
                    <a:pt x="821" y="305"/>
                  </a:lnTo>
                  <a:lnTo>
                    <a:pt x="822" y="305"/>
                  </a:lnTo>
                  <a:lnTo>
                    <a:pt x="823" y="304"/>
                  </a:lnTo>
                  <a:lnTo>
                    <a:pt x="825" y="304"/>
                  </a:lnTo>
                  <a:lnTo>
                    <a:pt x="826" y="304"/>
                  </a:lnTo>
                  <a:lnTo>
                    <a:pt x="827" y="304"/>
                  </a:lnTo>
                  <a:lnTo>
                    <a:pt x="829" y="304"/>
                  </a:lnTo>
                  <a:lnTo>
                    <a:pt x="830" y="304"/>
                  </a:lnTo>
                  <a:lnTo>
                    <a:pt x="831" y="303"/>
                  </a:lnTo>
                  <a:lnTo>
                    <a:pt x="833" y="303"/>
                  </a:lnTo>
                  <a:lnTo>
                    <a:pt x="834" y="303"/>
                  </a:lnTo>
                  <a:lnTo>
                    <a:pt x="835" y="303"/>
                  </a:lnTo>
                  <a:lnTo>
                    <a:pt x="837" y="303"/>
                  </a:lnTo>
                  <a:lnTo>
                    <a:pt x="838" y="302"/>
                  </a:lnTo>
                  <a:lnTo>
                    <a:pt x="839" y="302"/>
                  </a:lnTo>
                  <a:lnTo>
                    <a:pt x="841" y="302"/>
                  </a:lnTo>
                  <a:lnTo>
                    <a:pt x="842" y="302"/>
                  </a:lnTo>
                  <a:lnTo>
                    <a:pt x="843" y="302"/>
                  </a:lnTo>
                  <a:lnTo>
                    <a:pt x="845" y="302"/>
                  </a:lnTo>
                  <a:lnTo>
                    <a:pt x="846" y="301"/>
                  </a:lnTo>
                  <a:lnTo>
                    <a:pt x="847" y="301"/>
                  </a:lnTo>
                  <a:lnTo>
                    <a:pt x="849" y="301"/>
                  </a:lnTo>
                  <a:lnTo>
                    <a:pt x="850" y="301"/>
                  </a:lnTo>
                  <a:lnTo>
                    <a:pt x="852" y="301"/>
                  </a:lnTo>
                  <a:lnTo>
                    <a:pt x="853" y="301"/>
                  </a:lnTo>
                  <a:lnTo>
                    <a:pt x="854" y="300"/>
                  </a:lnTo>
                  <a:lnTo>
                    <a:pt x="856" y="300"/>
                  </a:lnTo>
                  <a:lnTo>
                    <a:pt x="857" y="300"/>
                  </a:lnTo>
                  <a:lnTo>
                    <a:pt x="858" y="300"/>
                  </a:lnTo>
                  <a:lnTo>
                    <a:pt x="860" y="300"/>
                  </a:lnTo>
                  <a:lnTo>
                    <a:pt x="861" y="300"/>
                  </a:lnTo>
                  <a:lnTo>
                    <a:pt x="862" y="300"/>
                  </a:lnTo>
                  <a:lnTo>
                    <a:pt x="864" y="299"/>
                  </a:lnTo>
                  <a:lnTo>
                    <a:pt x="865" y="299"/>
                  </a:lnTo>
                  <a:lnTo>
                    <a:pt x="866" y="299"/>
                  </a:lnTo>
                  <a:lnTo>
                    <a:pt x="868" y="299"/>
                  </a:lnTo>
                  <a:lnTo>
                    <a:pt x="869" y="299"/>
                  </a:lnTo>
                  <a:lnTo>
                    <a:pt x="870" y="299"/>
                  </a:lnTo>
                  <a:lnTo>
                    <a:pt x="872" y="299"/>
                  </a:lnTo>
                  <a:lnTo>
                    <a:pt x="873" y="298"/>
                  </a:lnTo>
                  <a:lnTo>
                    <a:pt x="874" y="298"/>
                  </a:lnTo>
                  <a:lnTo>
                    <a:pt x="876" y="298"/>
                  </a:lnTo>
                  <a:lnTo>
                    <a:pt x="877" y="298"/>
                  </a:lnTo>
                  <a:lnTo>
                    <a:pt x="878" y="298"/>
                  </a:lnTo>
                  <a:lnTo>
                    <a:pt x="880" y="298"/>
                  </a:lnTo>
                  <a:lnTo>
                    <a:pt x="881" y="297"/>
                  </a:lnTo>
                  <a:lnTo>
                    <a:pt x="882" y="297"/>
                  </a:lnTo>
                  <a:lnTo>
                    <a:pt x="884" y="297"/>
                  </a:lnTo>
                  <a:lnTo>
                    <a:pt x="885" y="297"/>
                  </a:lnTo>
                  <a:lnTo>
                    <a:pt x="887" y="297"/>
                  </a:lnTo>
                  <a:lnTo>
                    <a:pt x="888" y="297"/>
                  </a:lnTo>
                  <a:lnTo>
                    <a:pt x="889" y="296"/>
                  </a:lnTo>
                  <a:lnTo>
                    <a:pt x="891" y="296"/>
                  </a:lnTo>
                  <a:lnTo>
                    <a:pt x="892" y="296"/>
                  </a:lnTo>
                  <a:lnTo>
                    <a:pt x="893" y="296"/>
                  </a:lnTo>
                  <a:lnTo>
                    <a:pt x="895" y="296"/>
                  </a:lnTo>
                  <a:lnTo>
                    <a:pt x="896" y="296"/>
                  </a:lnTo>
                  <a:lnTo>
                    <a:pt x="897" y="295"/>
                  </a:lnTo>
                  <a:lnTo>
                    <a:pt x="899" y="295"/>
                  </a:lnTo>
                  <a:lnTo>
                    <a:pt x="900" y="295"/>
                  </a:lnTo>
                  <a:lnTo>
                    <a:pt x="901" y="295"/>
                  </a:lnTo>
                  <a:lnTo>
                    <a:pt x="903" y="295"/>
                  </a:lnTo>
                  <a:lnTo>
                    <a:pt x="904" y="295"/>
                  </a:lnTo>
                  <a:lnTo>
                    <a:pt x="905" y="294"/>
                  </a:lnTo>
                  <a:lnTo>
                    <a:pt x="907" y="294"/>
                  </a:lnTo>
                  <a:lnTo>
                    <a:pt x="908" y="294"/>
                  </a:lnTo>
                  <a:lnTo>
                    <a:pt x="909" y="294"/>
                  </a:lnTo>
                  <a:lnTo>
                    <a:pt x="911" y="294"/>
                  </a:lnTo>
                  <a:lnTo>
                    <a:pt x="912" y="294"/>
                  </a:lnTo>
                  <a:lnTo>
                    <a:pt x="913" y="294"/>
                  </a:lnTo>
                  <a:lnTo>
                    <a:pt x="915" y="293"/>
                  </a:lnTo>
                  <a:lnTo>
                    <a:pt x="916" y="293"/>
                  </a:lnTo>
                  <a:lnTo>
                    <a:pt x="917" y="293"/>
                  </a:lnTo>
                  <a:lnTo>
                    <a:pt x="919" y="293"/>
                  </a:lnTo>
                  <a:lnTo>
                    <a:pt x="920" y="293"/>
                  </a:lnTo>
                  <a:lnTo>
                    <a:pt x="921" y="293"/>
                  </a:lnTo>
                  <a:lnTo>
                    <a:pt x="923" y="292"/>
                  </a:lnTo>
                  <a:lnTo>
                    <a:pt x="924" y="292"/>
                  </a:lnTo>
                  <a:lnTo>
                    <a:pt x="926" y="292"/>
                  </a:lnTo>
                  <a:lnTo>
                    <a:pt x="927" y="292"/>
                  </a:lnTo>
                  <a:lnTo>
                    <a:pt x="928" y="292"/>
                  </a:lnTo>
                  <a:lnTo>
                    <a:pt x="930" y="292"/>
                  </a:lnTo>
                  <a:lnTo>
                    <a:pt x="931" y="292"/>
                  </a:lnTo>
                  <a:lnTo>
                    <a:pt x="932" y="291"/>
                  </a:lnTo>
                  <a:lnTo>
                    <a:pt x="934" y="291"/>
                  </a:lnTo>
                  <a:lnTo>
                    <a:pt x="935" y="291"/>
                  </a:lnTo>
                  <a:lnTo>
                    <a:pt x="936" y="291"/>
                  </a:lnTo>
                  <a:lnTo>
                    <a:pt x="938" y="291"/>
                  </a:lnTo>
                  <a:lnTo>
                    <a:pt x="939" y="291"/>
                  </a:lnTo>
                  <a:lnTo>
                    <a:pt x="940" y="291"/>
                  </a:lnTo>
                  <a:lnTo>
                    <a:pt x="942" y="290"/>
                  </a:lnTo>
                  <a:lnTo>
                    <a:pt x="943" y="290"/>
                  </a:lnTo>
                  <a:lnTo>
                    <a:pt x="944" y="290"/>
                  </a:lnTo>
                  <a:lnTo>
                    <a:pt x="946" y="290"/>
                  </a:lnTo>
                  <a:lnTo>
                    <a:pt x="947" y="290"/>
                  </a:lnTo>
                  <a:lnTo>
                    <a:pt x="948" y="289"/>
                  </a:lnTo>
                  <a:lnTo>
                    <a:pt x="950" y="289"/>
                  </a:lnTo>
                  <a:lnTo>
                    <a:pt x="951" y="289"/>
                  </a:lnTo>
                  <a:lnTo>
                    <a:pt x="952" y="289"/>
                  </a:lnTo>
                  <a:lnTo>
                    <a:pt x="954" y="289"/>
                  </a:lnTo>
                  <a:lnTo>
                    <a:pt x="955" y="289"/>
                  </a:lnTo>
                  <a:lnTo>
                    <a:pt x="956" y="289"/>
                  </a:lnTo>
                  <a:lnTo>
                    <a:pt x="958" y="289"/>
                  </a:lnTo>
                  <a:lnTo>
                    <a:pt x="959" y="288"/>
                  </a:lnTo>
                  <a:lnTo>
                    <a:pt x="961" y="288"/>
                  </a:lnTo>
                  <a:lnTo>
                    <a:pt x="962" y="288"/>
                  </a:lnTo>
                  <a:lnTo>
                    <a:pt x="963" y="288"/>
                  </a:lnTo>
                  <a:lnTo>
                    <a:pt x="965" y="288"/>
                  </a:lnTo>
                  <a:lnTo>
                    <a:pt x="966" y="287"/>
                  </a:lnTo>
                  <a:lnTo>
                    <a:pt x="967" y="287"/>
                  </a:lnTo>
                  <a:lnTo>
                    <a:pt x="969" y="287"/>
                  </a:lnTo>
                  <a:lnTo>
                    <a:pt x="970" y="287"/>
                  </a:lnTo>
                  <a:lnTo>
                    <a:pt x="971" y="287"/>
                  </a:lnTo>
                  <a:lnTo>
                    <a:pt x="973" y="287"/>
                  </a:lnTo>
                  <a:lnTo>
                    <a:pt x="974" y="286"/>
                  </a:lnTo>
                  <a:lnTo>
                    <a:pt x="975" y="286"/>
                  </a:lnTo>
                  <a:lnTo>
                    <a:pt x="977" y="286"/>
                  </a:lnTo>
                  <a:lnTo>
                    <a:pt x="978" y="286"/>
                  </a:lnTo>
                  <a:lnTo>
                    <a:pt x="979" y="286"/>
                  </a:lnTo>
                  <a:lnTo>
                    <a:pt x="981" y="286"/>
                  </a:lnTo>
                  <a:lnTo>
                    <a:pt x="982" y="286"/>
                  </a:lnTo>
                  <a:lnTo>
                    <a:pt x="983" y="286"/>
                  </a:lnTo>
                  <a:lnTo>
                    <a:pt x="985" y="286"/>
                  </a:lnTo>
                  <a:lnTo>
                    <a:pt x="986" y="286"/>
                  </a:lnTo>
                  <a:lnTo>
                    <a:pt x="987" y="285"/>
                  </a:lnTo>
                  <a:lnTo>
                    <a:pt x="989" y="285"/>
                  </a:lnTo>
                  <a:lnTo>
                    <a:pt x="990" y="285"/>
                  </a:lnTo>
                  <a:lnTo>
                    <a:pt x="991" y="285"/>
                  </a:lnTo>
                  <a:lnTo>
                    <a:pt x="993" y="285"/>
                  </a:lnTo>
                  <a:lnTo>
                    <a:pt x="994" y="285"/>
                  </a:lnTo>
                  <a:lnTo>
                    <a:pt x="996" y="284"/>
                  </a:lnTo>
                  <a:lnTo>
                    <a:pt x="997" y="284"/>
                  </a:lnTo>
                  <a:lnTo>
                    <a:pt x="998" y="284"/>
                  </a:lnTo>
                  <a:lnTo>
                    <a:pt x="1000" y="284"/>
                  </a:lnTo>
                  <a:lnTo>
                    <a:pt x="1001" y="284"/>
                  </a:lnTo>
                  <a:lnTo>
                    <a:pt x="1002" y="284"/>
                  </a:lnTo>
                  <a:lnTo>
                    <a:pt x="1004" y="284"/>
                  </a:lnTo>
                  <a:lnTo>
                    <a:pt x="1005" y="284"/>
                  </a:lnTo>
                  <a:lnTo>
                    <a:pt x="1006" y="283"/>
                  </a:lnTo>
                  <a:lnTo>
                    <a:pt x="1008" y="283"/>
                  </a:lnTo>
                  <a:lnTo>
                    <a:pt x="1009" y="283"/>
                  </a:lnTo>
                  <a:lnTo>
                    <a:pt x="1010" y="283"/>
                  </a:lnTo>
                  <a:lnTo>
                    <a:pt x="1012" y="283"/>
                  </a:lnTo>
                  <a:lnTo>
                    <a:pt x="1013" y="283"/>
                  </a:lnTo>
                  <a:lnTo>
                    <a:pt x="1014" y="282"/>
                  </a:lnTo>
                  <a:lnTo>
                    <a:pt x="1016" y="282"/>
                  </a:lnTo>
                  <a:lnTo>
                    <a:pt x="1017" y="282"/>
                  </a:lnTo>
                  <a:lnTo>
                    <a:pt x="1018" y="282"/>
                  </a:lnTo>
                  <a:lnTo>
                    <a:pt x="1020" y="282"/>
                  </a:lnTo>
                  <a:lnTo>
                    <a:pt x="1021" y="282"/>
                  </a:lnTo>
                  <a:lnTo>
                    <a:pt x="1022" y="282"/>
                  </a:lnTo>
                  <a:lnTo>
                    <a:pt x="1024" y="282"/>
                  </a:lnTo>
                  <a:lnTo>
                    <a:pt x="1025" y="281"/>
                  </a:lnTo>
                  <a:lnTo>
                    <a:pt x="1026" y="281"/>
                  </a:lnTo>
                  <a:lnTo>
                    <a:pt x="1028" y="281"/>
                  </a:lnTo>
                  <a:lnTo>
                    <a:pt x="1029" y="281"/>
                  </a:lnTo>
                  <a:lnTo>
                    <a:pt x="1031" y="281"/>
                  </a:lnTo>
                  <a:lnTo>
                    <a:pt x="1032" y="280"/>
                  </a:lnTo>
                  <a:lnTo>
                    <a:pt x="1033" y="280"/>
                  </a:lnTo>
                  <a:lnTo>
                    <a:pt x="1035" y="280"/>
                  </a:lnTo>
                  <a:lnTo>
                    <a:pt x="1036" y="280"/>
                  </a:lnTo>
                  <a:lnTo>
                    <a:pt x="1037" y="280"/>
                  </a:lnTo>
                  <a:lnTo>
                    <a:pt x="1039" y="280"/>
                  </a:lnTo>
                  <a:lnTo>
                    <a:pt x="1040" y="280"/>
                  </a:lnTo>
                  <a:lnTo>
                    <a:pt x="1041" y="280"/>
                  </a:lnTo>
                  <a:lnTo>
                    <a:pt x="1043" y="280"/>
                  </a:lnTo>
                  <a:lnTo>
                    <a:pt x="1044" y="279"/>
                  </a:lnTo>
                  <a:lnTo>
                    <a:pt x="1045" y="279"/>
                  </a:lnTo>
                  <a:lnTo>
                    <a:pt x="1047" y="279"/>
                  </a:lnTo>
                  <a:lnTo>
                    <a:pt x="1048" y="279"/>
                  </a:lnTo>
                  <a:lnTo>
                    <a:pt x="1049" y="279"/>
                  </a:lnTo>
                  <a:lnTo>
                    <a:pt x="1051" y="279"/>
                  </a:lnTo>
                  <a:lnTo>
                    <a:pt x="1052" y="279"/>
                  </a:lnTo>
                  <a:lnTo>
                    <a:pt x="1053" y="278"/>
                  </a:lnTo>
                  <a:lnTo>
                    <a:pt x="1055" y="278"/>
                  </a:lnTo>
                  <a:lnTo>
                    <a:pt x="1056" y="278"/>
                  </a:lnTo>
                  <a:lnTo>
                    <a:pt x="1057" y="278"/>
                  </a:lnTo>
                  <a:lnTo>
                    <a:pt x="1059" y="278"/>
                  </a:lnTo>
                  <a:lnTo>
                    <a:pt x="1060" y="278"/>
                  </a:lnTo>
                  <a:lnTo>
                    <a:pt x="1061" y="278"/>
                  </a:lnTo>
                  <a:lnTo>
                    <a:pt x="1063" y="277"/>
                  </a:lnTo>
                  <a:lnTo>
                    <a:pt x="1064" y="277"/>
                  </a:lnTo>
                  <a:lnTo>
                    <a:pt x="1065" y="277"/>
                  </a:lnTo>
                  <a:lnTo>
                    <a:pt x="1067" y="277"/>
                  </a:lnTo>
                  <a:lnTo>
                    <a:pt x="1068" y="277"/>
                  </a:lnTo>
                  <a:lnTo>
                    <a:pt x="1070" y="277"/>
                  </a:lnTo>
                  <a:lnTo>
                    <a:pt x="1071" y="277"/>
                  </a:lnTo>
                  <a:lnTo>
                    <a:pt x="1072" y="276"/>
                  </a:lnTo>
                  <a:lnTo>
                    <a:pt x="1074" y="276"/>
                  </a:lnTo>
                  <a:lnTo>
                    <a:pt x="1075" y="276"/>
                  </a:lnTo>
                  <a:lnTo>
                    <a:pt x="1076" y="276"/>
                  </a:lnTo>
                  <a:lnTo>
                    <a:pt x="1078" y="276"/>
                  </a:lnTo>
                  <a:lnTo>
                    <a:pt x="1079" y="276"/>
                  </a:lnTo>
                  <a:lnTo>
                    <a:pt x="1080" y="276"/>
                  </a:lnTo>
                  <a:lnTo>
                    <a:pt x="1082" y="275"/>
                  </a:lnTo>
                  <a:lnTo>
                    <a:pt x="1083" y="275"/>
                  </a:lnTo>
                  <a:lnTo>
                    <a:pt x="1084" y="275"/>
                  </a:lnTo>
                  <a:lnTo>
                    <a:pt x="1086" y="275"/>
                  </a:lnTo>
                  <a:lnTo>
                    <a:pt x="1087" y="275"/>
                  </a:lnTo>
                  <a:lnTo>
                    <a:pt x="1088" y="275"/>
                  </a:lnTo>
                  <a:lnTo>
                    <a:pt x="1090" y="275"/>
                  </a:lnTo>
                  <a:lnTo>
                    <a:pt x="1091" y="275"/>
                  </a:lnTo>
                  <a:lnTo>
                    <a:pt x="1092" y="274"/>
                  </a:lnTo>
                  <a:lnTo>
                    <a:pt x="1094" y="274"/>
                  </a:lnTo>
                  <a:lnTo>
                    <a:pt x="1095" y="274"/>
                  </a:lnTo>
                  <a:lnTo>
                    <a:pt x="1096" y="274"/>
                  </a:lnTo>
                  <a:lnTo>
                    <a:pt x="1098" y="274"/>
                  </a:lnTo>
                  <a:lnTo>
                    <a:pt x="1099" y="274"/>
                  </a:lnTo>
                  <a:lnTo>
                    <a:pt x="1100" y="274"/>
                  </a:lnTo>
                  <a:lnTo>
                    <a:pt x="1102" y="274"/>
                  </a:lnTo>
                  <a:lnTo>
                    <a:pt x="1103" y="273"/>
                  </a:lnTo>
                  <a:lnTo>
                    <a:pt x="1105" y="273"/>
                  </a:lnTo>
                  <a:lnTo>
                    <a:pt x="1106" y="273"/>
                  </a:lnTo>
                  <a:lnTo>
                    <a:pt x="1107" y="273"/>
                  </a:lnTo>
                  <a:lnTo>
                    <a:pt x="1109" y="273"/>
                  </a:lnTo>
                  <a:lnTo>
                    <a:pt x="1110" y="273"/>
                  </a:lnTo>
                  <a:lnTo>
                    <a:pt x="1111" y="273"/>
                  </a:lnTo>
                  <a:lnTo>
                    <a:pt x="1113" y="272"/>
                  </a:lnTo>
                  <a:lnTo>
                    <a:pt x="1114" y="272"/>
                  </a:lnTo>
                  <a:lnTo>
                    <a:pt x="1115" y="272"/>
                  </a:lnTo>
                  <a:lnTo>
                    <a:pt x="1117" y="272"/>
                  </a:lnTo>
                  <a:lnTo>
                    <a:pt x="1118" y="272"/>
                  </a:lnTo>
                  <a:lnTo>
                    <a:pt x="1119" y="272"/>
                  </a:lnTo>
                  <a:lnTo>
                    <a:pt x="1121" y="272"/>
                  </a:lnTo>
                  <a:lnTo>
                    <a:pt x="1122" y="271"/>
                  </a:lnTo>
                  <a:lnTo>
                    <a:pt x="1123" y="271"/>
                  </a:lnTo>
                  <a:lnTo>
                    <a:pt x="1125" y="271"/>
                  </a:lnTo>
                  <a:lnTo>
                    <a:pt x="1126" y="271"/>
                  </a:lnTo>
                  <a:lnTo>
                    <a:pt x="1127" y="271"/>
                  </a:lnTo>
                  <a:lnTo>
                    <a:pt x="1129" y="271"/>
                  </a:lnTo>
                  <a:lnTo>
                    <a:pt x="1130" y="271"/>
                  </a:lnTo>
                  <a:lnTo>
                    <a:pt x="1131" y="271"/>
                  </a:lnTo>
                  <a:lnTo>
                    <a:pt x="1133" y="270"/>
                  </a:lnTo>
                  <a:lnTo>
                    <a:pt x="1134" y="270"/>
                  </a:lnTo>
                  <a:lnTo>
                    <a:pt x="1135" y="270"/>
                  </a:lnTo>
                  <a:lnTo>
                    <a:pt x="1137" y="270"/>
                  </a:lnTo>
                  <a:lnTo>
                    <a:pt x="1138" y="270"/>
                  </a:lnTo>
                  <a:lnTo>
                    <a:pt x="1140" y="270"/>
                  </a:lnTo>
                  <a:lnTo>
                    <a:pt x="1141" y="269"/>
                  </a:lnTo>
                  <a:lnTo>
                    <a:pt x="1142" y="269"/>
                  </a:lnTo>
                  <a:lnTo>
                    <a:pt x="1144" y="269"/>
                  </a:lnTo>
                  <a:lnTo>
                    <a:pt x="1145" y="269"/>
                  </a:lnTo>
                  <a:lnTo>
                    <a:pt x="1146" y="269"/>
                  </a:lnTo>
                  <a:lnTo>
                    <a:pt x="1148" y="269"/>
                  </a:lnTo>
                  <a:lnTo>
                    <a:pt x="1149" y="269"/>
                  </a:lnTo>
                  <a:lnTo>
                    <a:pt x="1150" y="269"/>
                  </a:lnTo>
                  <a:lnTo>
                    <a:pt x="1152" y="268"/>
                  </a:lnTo>
                  <a:lnTo>
                    <a:pt x="1153" y="268"/>
                  </a:lnTo>
                  <a:lnTo>
                    <a:pt x="1154" y="268"/>
                  </a:lnTo>
                  <a:lnTo>
                    <a:pt x="1156" y="268"/>
                  </a:lnTo>
                  <a:lnTo>
                    <a:pt x="1157" y="268"/>
                  </a:lnTo>
                  <a:lnTo>
                    <a:pt x="1158" y="268"/>
                  </a:lnTo>
                  <a:lnTo>
                    <a:pt x="1160" y="268"/>
                  </a:lnTo>
                  <a:lnTo>
                    <a:pt x="1161" y="268"/>
                  </a:lnTo>
                  <a:lnTo>
                    <a:pt x="1162" y="268"/>
                  </a:lnTo>
                  <a:lnTo>
                    <a:pt x="1164" y="268"/>
                  </a:lnTo>
                  <a:lnTo>
                    <a:pt x="1165" y="267"/>
                  </a:lnTo>
                  <a:lnTo>
                    <a:pt x="1166" y="267"/>
                  </a:lnTo>
                  <a:lnTo>
                    <a:pt x="1168" y="267"/>
                  </a:lnTo>
                  <a:lnTo>
                    <a:pt x="1169" y="267"/>
                  </a:lnTo>
                  <a:lnTo>
                    <a:pt x="1170" y="267"/>
                  </a:lnTo>
                  <a:lnTo>
                    <a:pt x="1172" y="267"/>
                  </a:lnTo>
                  <a:lnTo>
                    <a:pt x="1173" y="266"/>
                  </a:lnTo>
                  <a:lnTo>
                    <a:pt x="1175" y="266"/>
                  </a:lnTo>
                  <a:lnTo>
                    <a:pt x="1176" y="266"/>
                  </a:lnTo>
                  <a:lnTo>
                    <a:pt x="1177" y="266"/>
                  </a:lnTo>
                  <a:lnTo>
                    <a:pt x="1179" y="266"/>
                  </a:lnTo>
                  <a:lnTo>
                    <a:pt x="1180" y="266"/>
                  </a:lnTo>
                  <a:lnTo>
                    <a:pt x="1181" y="266"/>
                  </a:lnTo>
                  <a:lnTo>
                    <a:pt x="1183" y="265"/>
                  </a:lnTo>
                  <a:lnTo>
                    <a:pt x="1184" y="265"/>
                  </a:lnTo>
                  <a:lnTo>
                    <a:pt x="1185" y="265"/>
                  </a:lnTo>
                  <a:lnTo>
                    <a:pt x="1187" y="265"/>
                  </a:lnTo>
                  <a:lnTo>
                    <a:pt x="1188" y="265"/>
                  </a:lnTo>
                  <a:lnTo>
                    <a:pt x="1189" y="265"/>
                  </a:lnTo>
                  <a:lnTo>
                    <a:pt x="1191" y="265"/>
                  </a:lnTo>
                  <a:lnTo>
                    <a:pt x="1192" y="264"/>
                  </a:lnTo>
                  <a:lnTo>
                    <a:pt x="1193" y="264"/>
                  </a:lnTo>
                  <a:lnTo>
                    <a:pt x="1195" y="264"/>
                  </a:lnTo>
                  <a:lnTo>
                    <a:pt x="1196" y="264"/>
                  </a:lnTo>
                  <a:lnTo>
                    <a:pt x="1197" y="264"/>
                  </a:lnTo>
                  <a:lnTo>
                    <a:pt x="1199" y="264"/>
                  </a:lnTo>
                  <a:lnTo>
                    <a:pt x="1200" y="264"/>
                  </a:lnTo>
                  <a:lnTo>
                    <a:pt x="1201" y="263"/>
                  </a:lnTo>
                  <a:lnTo>
                    <a:pt x="1203" y="263"/>
                  </a:lnTo>
                  <a:lnTo>
                    <a:pt x="1204" y="263"/>
                  </a:lnTo>
                  <a:lnTo>
                    <a:pt x="1205" y="263"/>
                  </a:lnTo>
                  <a:lnTo>
                    <a:pt x="1207" y="263"/>
                  </a:lnTo>
                  <a:lnTo>
                    <a:pt x="1208" y="263"/>
                  </a:lnTo>
                  <a:lnTo>
                    <a:pt x="1209" y="263"/>
                  </a:lnTo>
                  <a:lnTo>
                    <a:pt x="1211" y="263"/>
                  </a:lnTo>
                  <a:lnTo>
                    <a:pt x="1212" y="262"/>
                  </a:lnTo>
                  <a:lnTo>
                    <a:pt x="1214" y="262"/>
                  </a:lnTo>
                  <a:lnTo>
                    <a:pt x="1215" y="262"/>
                  </a:lnTo>
                  <a:lnTo>
                    <a:pt x="1216" y="262"/>
                  </a:lnTo>
                  <a:lnTo>
                    <a:pt x="1218" y="262"/>
                  </a:lnTo>
                  <a:lnTo>
                    <a:pt x="1219" y="262"/>
                  </a:lnTo>
                  <a:lnTo>
                    <a:pt x="1220" y="262"/>
                  </a:lnTo>
                  <a:lnTo>
                    <a:pt x="1222" y="261"/>
                  </a:lnTo>
                  <a:lnTo>
                    <a:pt x="1223" y="261"/>
                  </a:lnTo>
                  <a:lnTo>
                    <a:pt x="1224" y="261"/>
                  </a:lnTo>
                  <a:lnTo>
                    <a:pt x="1226" y="261"/>
                  </a:lnTo>
                  <a:lnTo>
                    <a:pt x="1227" y="261"/>
                  </a:lnTo>
                  <a:lnTo>
                    <a:pt x="1228" y="261"/>
                  </a:lnTo>
                  <a:lnTo>
                    <a:pt x="1230" y="261"/>
                  </a:lnTo>
                  <a:lnTo>
                    <a:pt x="1231" y="261"/>
                  </a:lnTo>
                  <a:lnTo>
                    <a:pt x="1232" y="260"/>
                  </a:lnTo>
                  <a:lnTo>
                    <a:pt x="1234" y="260"/>
                  </a:lnTo>
                  <a:lnTo>
                    <a:pt x="1235" y="260"/>
                  </a:lnTo>
                  <a:lnTo>
                    <a:pt x="1236" y="260"/>
                  </a:lnTo>
                  <a:lnTo>
                    <a:pt x="1238" y="260"/>
                  </a:lnTo>
                  <a:lnTo>
                    <a:pt x="1239" y="260"/>
                  </a:lnTo>
                  <a:lnTo>
                    <a:pt x="1240" y="260"/>
                  </a:lnTo>
                  <a:lnTo>
                    <a:pt x="1242" y="260"/>
                  </a:lnTo>
                  <a:lnTo>
                    <a:pt x="1243" y="259"/>
                  </a:lnTo>
                  <a:lnTo>
                    <a:pt x="1244" y="259"/>
                  </a:lnTo>
                  <a:lnTo>
                    <a:pt x="1246" y="259"/>
                  </a:lnTo>
                  <a:lnTo>
                    <a:pt x="1247" y="259"/>
                  </a:lnTo>
                  <a:lnTo>
                    <a:pt x="1249" y="259"/>
                  </a:lnTo>
                  <a:lnTo>
                    <a:pt x="1250" y="259"/>
                  </a:lnTo>
                  <a:lnTo>
                    <a:pt x="1251" y="259"/>
                  </a:lnTo>
                  <a:lnTo>
                    <a:pt x="1253" y="259"/>
                  </a:lnTo>
                  <a:lnTo>
                    <a:pt x="1254" y="258"/>
                  </a:lnTo>
                  <a:lnTo>
                    <a:pt x="1255" y="258"/>
                  </a:lnTo>
                  <a:lnTo>
                    <a:pt x="1257" y="258"/>
                  </a:lnTo>
                  <a:lnTo>
                    <a:pt x="1258" y="258"/>
                  </a:lnTo>
                  <a:lnTo>
                    <a:pt x="1259" y="258"/>
                  </a:lnTo>
                  <a:lnTo>
                    <a:pt x="1261" y="258"/>
                  </a:lnTo>
                  <a:lnTo>
                    <a:pt x="1262" y="258"/>
                  </a:lnTo>
                  <a:lnTo>
                    <a:pt x="1263" y="257"/>
                  </a:lnTo>
                  <a:lnTo>
                    <a:pt x="1265" y="257"/>
                  </a:lnTo>
                  <a:lnTo>
                    <a:pt x="1266" y="257"/>
                  </a:lnTo>
                  <a:lnTo>
                    <a:pt x="1267" y="257"/>
                  </a:lnTo>
                  <a:lnTo>
                    <a:pt x="1269" y="257"/>
                  </a:lnTo>
                  <a:lnTo>
                    <a:pt x="1270" y="257"/>
                  </a:lnTo>
                  <a:lnTo>
                    <a:pt x="1271" y="257"/>
                  </a:lnTo>
                  <a:lnTo>
                    <a:pt x="1273" y="257"/>
                  </a:lnTo>
                  <a:lnTo>
                    <a:pt x="1274" y="256"/>
                  </a:lnTo>
                  <a:lnTo>
                    <a:pt x="1275" y="256"/>
                  </a:lnTo>
                  <a:lnTo>
                    <a:pt x="1277" y="256"/>
                  </a:lnTo>
                  <a:lnTo>
                    <a:pt x="1278" y="256"/>
                  </a:lnTo>
                  <a:lnTo>
                    <a:pt x="1279" y="256"/>
                  </a:lnTo>
                  <a:lnTo>
                    <a:pt x="1281" y="256"/>
                  </a:lnTo>
                  <a:lnTo>
                    <a:pt x="1282" y="256"/>
                  </a:lnTo>
                  <a:lnTo>
                    <a:pt x="1284" y="255"/>
                  </a:lnTo>
                  <a:lnTo>
                    <a:pt x="1285" y="255"/>
                  </a:lnTo>
                  <a:lnTo>
                    <a:pt x="1286" y="255"/>
                  </a:lnTo>
                  <a:lnTo>
                    <a:pt x="1288" y="255"/>
                  </a:lnTo>
                  <a:lnTo>
                    <a:pt x="1289" y="255"/>
                  </a:lnTo>
                  <a:lnTo>
                    <a:pt x="1290" y="255"/>
                  </a:lnTo>
                  <a:lnTo>
                    <a:pt x="1292" y="255"/>
                  </a:lnTo>
                  <a:lnTo>
                    <a:pt x="1293" y="255"/>
                  </a:lnTo>
                  <a:lnTo>
                    <a:pt x="1294" y="255"/>
                  </a:lnTo>
                  <a:lnTo>
                    <a:pt x="1296" y="255"/>
                  </a:lnTo>
                  <a:lnTo>
                    <a:pt x="1297" y="254"/>
                  </a:lnTo>
                  <a:lnTo>
                    <a:pt x="1298" y="254"/>
                  </a:lnTo>
                  <a:lnTo>
                    <a:pt x="1300" y="254"/>
                  </a:lnTo>
                  <a:lnTo>
                    <a:pt x="1301" y="254"/>
                  </a:lnTo>
                  <a:lnTo>
                    <a:pt x="1302" y="254"/>
                  </a:lnTo>
                  <a:lnTo>
                    <a:pt x="1304" y="254"/>
                  </a:lnTo>
                  <a:lnTo>
                    <a:pt x="1305" y="254"/>
                  </a:lnTo>
                  <a:lnTo>
                    <a:pt x="1306" y="254"/>
                  </a:lnTo>
                  <a:lnTo>
                    <a:pt x="1308" y="253"/>
                  </a:lnTo>
                  <a:lnTo>
                    <a:pt x="1309" y="253"/>
                  </a:lnTo>
                  <a:lnTo>
                    <a:pt x="1310" y="253"/>
                  </a:lnTo>
                  <a:lnTo>
                    <a:pt x="1312" y="253"/>
                  </a:lnTo>
                  <a:lnTo>
                    <a:pt x="1313" y="253"/>
                  </a:lnTo>
                  <a:lnTo>
                    <a:pt x="1314" y="253"/>
                  </a:lnTo>
                  <a:lnTo>
                    <a:pt x="1316" y="253"/>
                  </a:lnTo>
                  <a:lnTo>
                    <a:pt x="1317" y="253"/>
                  </a:lnTo>
                  <a:lnTo>
                    <a:pt x="1319" y="252"/>
                  </a:lnTo>
                  <a:lnTo>
                    <a:pt x="1320" y="252"/>
                  </a:lnTo>
                  <a:lnTo>
                    <a:pt x="1321" y="252"/>
                  </a:lnTo>
                  <a:lnTo>
                    <a:pt x="1323" y="252"/>
                  </a:lnTo>
                  <a:lnTo>
                    <a:pt x="1324" y="252"/>
                  </a:lnTo>
                  <a:lnTo>
                    <a:pt x="1325" y="252"/>
                  </a:lnTo>
                  <a:lnTo>
                    <a:pt x="1327" y="252"/>
                  </a:lnTo>
                  <a:lnTo>
                    <a:pt x="1328" y="251"/>
                  </a:lnTo>
                  <a:lnTo>
                    <a:pt x="1329" y="251"/>
                  </a:lnTo>
                  <a:lnTo>
                    <a:pt x="1331" y="251"/>
                  </a:lnTo>
                  <a:lnTo>
                    <a:pt x="1332" y="251"/>
                  </a:lnTo>
                  <a:lnTo>
                    <a:pt x="1333" y="251"/>
                  </a:lnTo>
                  <a:lnTo>
                    <a:pt x="1335" y="251"/>
                  </a:lnTo>
                  <a:lnTo>
                    <a:pt x="1336" y="251"/>
                  </a:lnTo>
                  <a:lnTo>
                    <a:pt x="1337" y="251"/>
                  </a:lnTo>
                  <a:lnTo>
                    <a:pt x="1339" y="251"/>
                  </a:lnTo>
                  <a:lnTo>
                    <a:pt x="1340" y="250"/>
                  </a:lnTo>
                  <a:lnTo>
                    <a:pt x="1341" y="250"/>
                  </a:lnTo>
                  <a:lnTo>
                    <a:pt x="1343" y="250"/>
                  </a:lnTo>
                  <a:lnTo>
                    <a:pt x="1344" y="250"/>
                  </a:lnTo>
                  <a:lnTo>
                    <a:pt x="1345" y="250"/>
                  </a:lnTo>
                  <a:lnTo>
                    <a:pt x="1347" y="250"/>
                  </a:lnTo>
                  <a:lnTo>
                    <a:pt x="1348" y="250"/>
                  </a:lnTo>
                  <a:lnTo>
                    <a:pt x="1349" y="250"/>
                  </a:lnTo>
                  <a:lnTo>
                    <a:pt x="1351" y="250"/>
                  </a:lnTo>
                  <a:lnTo>
                    <a:pt x="1352" y="249"/>
                  </a:lnTo>
                  <a:lnTo>
                    <a:pt x="1353" y="249"/>
                  </a:lnTo>
                  <a:lnTo>
                    <a:pt x="1355" y="249"/>
                  </a:lnTo>
                  <a:lnTo>
                    <a:pt x="1356" y="249"/>
                  </a:lnTo>
                  <a:lnTo>
                    <a:pt x="1358" y="249"/>
                  </a:lnTo>
                  <a:lnTo>
                    <a:pt x="1359" y="249"/>
                  </a:lnTo>
                  <a:lnTo>
                    <a:pt x="1360" y="249"/>
                  </a:lnTo>
                  <a:lnTo>
                    <a:pt x="1362" y="249"/>
                  </a:lnTo>
                  <a:lnTo>
                    <a:pt x="1363" y="248"/>
                  </a:lnTo>
                  <a:lnTo>
                    <a:pt x="1364" y="248"/>
                  </a:lnTo>
                  <a:lnTo>
                    <a:pt x="1366" y="248"/>
                  </a:lnTo>
                  <a:lnTo>
                    <a:pt x="1367" y="248"/>
                  </a:lnTo>
                  <a:lnTo>
                    <a:pt x="1368" y="248"/>
                  </a:lnTo>
                  <a:lnTo>
                    <a:pt x="1370" y="248"/>
                  </a:lnTo>
                  <a:lnTo>
                    <a:pt x="1371" y="248"/>
                  </a:lnTo>
                  <a:lnTo>
                    <a:pt x="1372" y="247"/>
                  </a:lnTo>
                  <a:lnTo>
                    <a:pt x="1374" y="247"/>
                  </a:lnTo>
                  <a:lnTo>
                    <a:pt x="1375" y="247"/>
                  </a:lnTo>
                  <a:lnTo>
                    <a:pt x="1376" y="247"/>
                  </a:lnTo>
                  <a:lnTo>
                    <a:pt x="1378" y="247"/>
                  </a:lnTo>
                  <a:lnTo>
                    <a:pt x="1379" y="247"/>
                  </a:lnTo>
                  <a:lnTo>
                    <a:pt x="1380" y="247"/>
                  </a:lnTo>
                  <a:lnTo>
                    <a:pt x="1382" y="247"/>
                  </a:lnTo>
                  <a:lnTo>
                    <a:pt x="1383" y="246"/>
                  </a:lnTo>
                  <a:lnTo>
                    <a:pt x="1384" y="246"/>
                  </a:lnTo>
                  <a:lnTo>
                    <a:pt x="1386" y="246"/>
                  </a:lnTo>
                  <a:lnTo>
                    <a:pt x="1387" y="246"/>
                  </a:lnTo>
                  <a:lnTo>
                    <a:pt x="1388" y="246"/>
                  </a:lnTo>
                  <a:lnTo>
                    <a:pt x="1390" y="246"/>
                  </a:lnTo>
                  <a:lnTo>
                    <a:pt x="1391" y="246"/>
                  </a:lnTo>
                  <a:lnTo>
                    <a:pt x="1393" y="246"/>
                  </a:lnTo>
                  <a:lnTo>
                    <a:pt x="1394" y="246"/>
                  </a:lnTo>
                  <a:lnTo>
                    <a:pt x="1395" y="245"/>
                  </a:lnTo>
                  <a:lnTo>
                    <a:pt x="1397" y="245"/>
                  </a:lnTo>
                  <a:lnTo>
                    <a:pt x="1398" y="245"/>
                  </a:lnTo>
                  <a:lnTo>
                    <a:pt x="1399" y="245"/>
                  </a:lnTo>
                  <a:lnTo>
                    <a:pt x="1401" y="245"/>
                  </a:lnTo>
                  <a:lnTo>
                    <a:pt x="1402" y="244"/>
                  </a:lnTo>
                  <a:lnTo>
                    <a:pt x="1403" y="244"/>
                  </a:lnTo>
                  <a:lnTo>
                    <a:pt x="1405" y="244"/>
                  </a:lnTo>
                  <a:lnTo>
                    <a:pt x="1406" y="244"/>
                  </a:lnTo>
                  <a:lnTo>
                    <a:pt x="1407" y="244"/>
                  </a:lnTo>
                  <a:lnTo>
                    <a:pt x="1409" y="244"/>
                  </a:lnTo>
                  <a:lnTo>
                    <a:pt x="1410" y="244"/>
                  </a:lnTo>
                  <a:lnTo>
                    <a:pt x="1411" y="244"/>
                  </a:lnTo>
                  <a:lnTo>
                    <a:pt x="1413" y="243"/>
                  </a:lnTo>
                  <a:lnTo>
                    <a:pt x="1414" y="243"/>
                  </a:lnTo>
                  <a:lnTo>
                    <a:pt x="1415" y="243"/>
                  </a:lnTo>
                  <a:lnTo>
                    <a:pt x="1417" y="243"/>
                  </a:lnTo>
                  <a:lnTo>
                    <a:pt x="1418" y="243"/>
                  </a:lnTo>
                  <a:lnTo>
                    <a:pt x="1419" y="243"/>
                  </a:lnTo>
                  <a:lnTo>
                    <a:pt x="1421" y="243"/>
                  </a:lnTo>
                  <a:lnTo>
                    <a:pt x="1422" y="243"/>
                  </a:lnTo>
                </a:path>
              </a:pathLst>
            </a:custGeom>
            <a:noFill/>
            <a:ln cap="flat" cmpd="sng" w="25400">
              <a:solidFill>
                <a:srgbClr val="A9A9A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6"/>
            <p:cNvSpPr/>
            <p:nvPr/>
          </p:nvSpPr>
          <p:spPr>
            <a:xfrm flipH="1" rot="10800000">
              <a:off x="6845301" y="4754563"/>
              <a:ext cx="3756025" cy="1311275"/>
            </a:xfrm>
            <a:custGeom>
              <a:rect b="b" l="l" r="r" t="t"/>
              <a:pathLst>
                <a:path extrusionOk="0" h="595" w="1422">
                  <a:moveTo>
                    <a:pt x="0" y="7"/>
                  </a:moveTo>
                  <a:lnTo>
                    <a:pt x="1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6" y="7"/>
                  </a:lnTo>
                  <a:lnTo>
                    <a:pt x="8" y="7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2" y="7"/>
                  </a:lnTo>
                  <a:lnTo>
                    <a:pt x="13" y="7"/>
                  </a:lnTo>
                  <a:lnTo>
                    <a:pt x="14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1" y="7"/>
                  </a:lnTo>
                  <a:lnTo>
                    <a:pt x="23" y="7"/>
                  </a:lnTo>
                  <a:lnTo>
                    <a:pt x="24" y="7"/>
                  </a:lnTo>
                  <a:lnTo>
                    <a:pt x="25" y="7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29" y="7"/>
                  </a:lnTo>
                  <a:lnTo>
                    <a:pt x="31" y="7"/>
                  </a:lnTo>
                  <a:lnTo>
                    <a:pt x="32" y="7"/>
                  </a:lnTo>
                  <a:lnTo>
                    <a:pt x="33" y="7"/>
                  </a:lnTo>
                  <a:lnTo>
                    <a:pt x="35" y="7"/>
                  </a:lnTo>
                  <a:lnTo>
                    <a:pt x="36" y="7"/>
                  </a:lnTo>
                  <a:lnTo>
                    <a:pt x="37" y="7"/>
                  </a:lnTo>
                  <a:lnTo>
                    <a:pt x="39" y="7"/>
                  </a:lnTo>
                  <a:lnTo>
                    <a:pt x="40" y="7"/>
                  </a:lnTo>
                  <a:lnTo>
                    <a:pt x="41" y="7"/>
                  </a:lnTo>
                  <a:lnTo>
                    <a:pt x="43" y="7"/>
                  </a:lnTo>
                  <a:lnTo>
                    <a:pt x="44" y="7"/>
                  </a:lnTo>
                  <a:lnTo>
                    <a:pt x="45" y="7"/>
                  </a:lnTo>
                  <a:lnTo>
                    <a:pt x="47" y="7"/>
                  </a:lnTo>
                  <a:lnTo>
                    <a:pt x="48" y="7"/>
                  </a:lnTo>
                  <a:lnTo>
                    <a:pt x="49" y="7"/>
                  </a:lnTo>
                  <a:lnTo>
                    <a:pt x="51" y="7"/>
                  </a:lnTo>
                  <a:lnTo>
                    <a:pt x="52" y="7"/>
                  </a:lnTo>
                  <a:lnTo>
                    <a:pt x="53" y="7"/>
                  </a:lnTo>
                  <a:lnTo>
                    <a:pt x="55" y="7"/>
                  </a:lnTo>
                  <a:lnTo>
                    <a:pt x="56" y="7"/>
                  </a:lnTo>
                  <a:lnTo>
                    <a:pt x="58" y="7"/>
                  </a:lnTo>
                  <a:lnTo>
                    <a:pt x="59" y="7"/>
                  </a:lnTo>
                  <a:lnTo>
                    <a:pt x="60" y="7"/>
                  </a:lnTo>
                  <a:lnTo>
                    <a:pt x="62" y="7"/>
                  </a:lnTo>
                  <a:lnTo>
                    <a:pt x="63" y="7"/>
                  </a:lnTo>
                  <a:lnTo>
                    <a:pt x="64" y="7"/>
                  </a:lnTo>
                  <a:lnTo>
                    <a:pt x="66" y="7"/>
                  </a:lnTo>
                  <a:lnTo>
                    <a:pt x="67" y="7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1" y="7"/>
                  </a:lnTo>
                  <a:lnTo>
                    <a:pt x="72" y="7"/>
                  </a:lnTo>
                  <a:lnTo>
                    <a:pt x="74" y="7"/>
                  </a:lnTo>
                  <a:lnTo>
                    <a:pt x="75" y="7"/>
                  </a:lnTo>
                  <a:lnTo>
                    <a:pt x="76" y="7"/>
                  </a:lnTo>
                  <a:lnTo>
                    <a:pt x="78" y="7"/>
                  </a:lnTo>
                  <a:lnTo>
                    <a:pt x="79" y="7"/>
                  </a:lnTo>
                  <a:lnTo>
                    <a:pt x="80" y="7"/>
                  </a:lnTo>
                  <a:lnTo>
                    <a:pt x="82" y="7"/>
                  </a:lnTo>
                  <a:lnTo>
                    <a:pt x="83" y="7"/>
                  </a:lnTo>
                  <a:lnTo>
                    <a:pt x="84" y="7"/>
                  </a:lnTo>
                  <a:lnTo>
                    <a:pt x="86" y="7"/>
                  </a:lnTo>
                  <a:lnTo>
                    <a:pt x="87" y="7"/>
                  </a:lnTo>
                  <a:lnTo>
                    <a:pt x="88" y="7"/>
                  </a:lnTo>
                  <a:lnTo>
                    <a:pt x="90" y="7"/>
                  </a:lnTo>
                  <a:lnTo>
                    <a:pt x="91" y="7"/>
                  </a:lnTo>
                  <a:lnTo>
                    <a:pt x="92" y="7"/>
                  </a:lnTo>
                  <a:lnTo>
                    <a:pt x="94" y="7"/>
                  </a:lnTo>
                  <a:lnTo>
                    <a:pt x="95" y="7"/>
                  </a:lnTo>
                  <a:lnTo>
                    <a:pt x="97" y="7"/>
                  </a:lnTo>
                  <a:lnTo>
                    <a:pt x="98" y="7"/>
                  </a:lnTo>
                  <a:lnTo>
                    <a:pt x="99" y="7"/>
                  </a:lnTo>
                  <a:lnTo>
                    <a:pt x="101" y="7"/>
                  </a:lnTo>
                  <a:lnTo>
                    <a:pt x="102" y="7"/>
                  </a:lnTo>
                  <a:lnTo>
                    <a:pt x="103" y="7"/>
                  </a:lnTo>
                  <a:lnTo>
                    <a:pt x="105" y="7"/>
                  </a:lnTo>
                  <a:lnTo>
                    <a:pt x="106" y="7"/>
                  </a:lnTo>
                  <a:lnTo>
                    <a:pt x="107" y="7"/>
                  </a:lnTo>
                  <a:lnTo>
                    <a:pt x="109" y="7"/>
                  </a:lnTo>
                  <a:lnTo>
                    <a:pt x="110" y="7"/>
                  </a:lnTo>
                  <a:lnTo>
                    <a:pt x="111" y="7"/>
                  </a:lnTo>
                  <a:lnTo>
                    <a:pt x="113" y="7"/>
                  </a:lnTo>
                  <a:lnTo>
                    <a:pt x="114" y="7"/>
                  </a:lnTo>
                  <a:lnTo>
                    <a:pt x="115" y="7"/>
                  </a:lnTo>
                  <a:lnTo>
                    <a:pt x="117" y="0"/>
                  </a:lnTo>
                  <a:lnTo>
                    <a:pt x="118" y="2"/>
                  </a:lnTo>
                  <a:lnTo>
                    <a:pt x="119" y="12"/>
                  </a:lnTo>
                  <a:lnTo>
                    <a:pt x="121" y="27"/>
                  </a:lnTo>
                  <a:lnTo>
                    <a:pt x="122" y="44"/>
                  </a:lnTo>
                  <a:lnTo>
                    <a:pt x="123" y="62"/>
                  </a:lnTo>
                  <a:lnTo>
                    <a:pt x="125" y="82"/>
                  </a:lnTo>
                  <a:lnTo>
                    <a:pt x="126" y="102"/>
                  </a:lnTo>
                  <a:lnTo>
                    <a:pt x="127" y="123"/>
                  </a:lnTo>
                  <a:lnTo>
                    <a:pt x="129" y="143"/>
                  </a:lnTo>
                  <a:lnTo>
                    <a:pt x="130" y="163"/>
                  </a:lnTo>
                  <a:lnTo>
                    <a:pt x="132" y="182"/>
                  </a:lnTo>
                  <a:lnTo>
                    <a:pt x="133" y="200"/>
                  </a:lnTo>
                  <a:lnTo>
                    <a:pt x="134" y="217"/>
                  </a:lnTo>
                  <a:lnTo>
                    <a:pt x="136" y="233"/>
                  </a:lnTo>
                  <a:lnTo>
                    <a:pt x="137" y="249"/>
                  </a:lnTo>
                  <a:lnTo>
                    <a:pt x="138" y="264"/>
                  </a:lnTo>
                  <a:lnTo>
                    <a:pt x="140" y="277"/>
                  </a:lnTo>
                  <a:lnTo>
                    <a:pt x="141" y="289"/>
                  </a:lnTo>
                  <a:lnTo>
                    <a:pt x="142" y="300"/>
                  </a:lnTo>
                  <a:lnTo>
                    <a:pt x="144" y="310"/>
                  </a:lnTo>
                  <a:lnTo>
                    <a:pt x="145" y="319"/>
                  </a:lnTo>
                  <a:lnTo>
                    <a:pt x="146" y="327"/>
                  </a:lnTo>
                  <a:lnTo>
                    <a:pt x="148" y="335"/>
                  </a:lnTo>
                  <a:lnTo>
                    <a:pt x="149" y="342"/>
                  </a:lnTo>
                  <a:lnTo>
                    <a:pt x="150" y="350"/>
                  </a:lnTo>
                  <a:lnTo>
                    <a:pt x="152" y="357"/>
                  </a:lnTo>
                  <a:lnTo>
                    <a:pt x="153" y="363"/>
                  </a:lnTo>
                  <a:lnTo>
                    <a:pt x="154" y="370"/>
                  </a:lnTo>
                  <a:lnTo>
                    <a:pt x="156" y="377"/>
                  </a:lnTo>
                  <a:lnTo>
                    <a:pt x="157" y="383"/>
                  </a:lnTo>
                  <a:lnTo>
                    <a:pt x="158" y="390"/>
                  </a:lnTo>
                  <a:lnTo>
                    <a:pt x="160" y="396"/>
                  </a:lnTo>
                  <a:lnTo>
                    <a:pt x="161" y="403"/>
                  </a:lnTo>
                  <a:lnTo>
                    <a:pt x="162" y="409"/>
                  </a:lnTo>
                  <a:lnTo>
                    <a:pt x="164" y="415"/>
                  </a:lnTo>
                  <a:lnTo>
                    <a:pt x="165" y="421"/>
                  </a:lnTo>
                  <a:lnTo>
                    <a:pt x="167" y="428"/>
                  </a:lnTo>
                  <a:lnTo>
                    <a:pt x="168" y="434"/>
                  </a:lnTo>
                  <a:lnTo>
                    <a:pt x="169" y="440"/>
                  </a:lnTo>
                  <a:lnTo>
                    <a:pt x="171" y="446"/>
                  </a:lnTo>
                  <a:lnTo>
                    <a:pt x="172" y="452"/>
                  </a:lnTo>
                  <a:lnTo>
                    <a:pt x="173" y="458"/>
                  </a:lnTo>
                  <a:lnTo>
                    <a:pt x="175" y="464"/>
                  </a:lnTo>
                  <a:lnTo>
                    <a:pt x="176" y="469"/>
                  </a:lnTo>
                  <a:lnTo>
                    <a:pt x="177" y="475"/>
                  </a:lnTo>
                  <a:lnTo>
                    <a:pt x="179" y="481"/>
                  </a:lnTo>
                  <a:lnTo>
                    <a:pt x="180" y="487"/>
                  </a:lnTo>
                  <a:lnTo>
                    <a:pt x="181" y="492"/>
                  </a:lnTo>
                  <a:lnTo>
                    <a:pt x="183" y="498"/>
                  </a:lnTo>
                  <a:lnTo>
                    <a:pt x="184" y="503"/>
                  </a:lnTo>
                  <a:lnTo>
                    <a:pt x="185" y="508"/>
                  </a:lnTo>
                  <a:lnTo>
                    <a:pt x="187" y="513"/>
                  </a:lnTo>
                  <a:lnTo>
                    <a:pt x="188" y="518"/>
                  </a:lnTo>
                  <a:lnTo>
                    <a:pt x="189" y="523"/>
                  </a:lnTo>
                  <a:lnTo>
                    <a:pt x="191" y="528"/>
                  </a:lnTo>
                  <a:lnTo>
                    <a:pt x="192" y="532"/>
                  </a:lnTo>
                  <a:lnTo>
                    <a:pt x="193" y="537"/>
                  </a:lnTo>
                  <a:lnTo>
                    <a:pt x="195" y="541"/>
                  </a:lnTo>
                  <a:lnTo>
                    <a:pt x="196" y="545"/>
                  </a:lnTo>
                  <a:lnTo>
                    <a:pt x="197" y="549"/>
                  </a:lnTo>
                  <a:lnTo>
                    <a:pt x="199" y="553"/>
                  </a:lnTo>
                  <a:lnTo>
                    <a:pt x="200" y="556"/>
                  </a:lnTo>
                  <a:lnTo>
                    <a:pt x="202" y="559"/>
                  </a:lnTo>
                  <a:lnTo>
                    <a:pt x="203" y="562"/>
                  </a:lnTo>
                  <a:lnTo>
                    <a:pt x="204" y="565"/>
                  </a:lnTo>
                  <a:lnTo>
                    <a:pt x="206" y="568"/>
                  </a:lnTo>
                  <a:lnTo>
                    <a:pt x="207" y="570"/>
                  </a:lnTo>
                  <a:lnTo>
                    <a:pt x="208" y="572"/>
                  </a:lnTo>
                  <a:lnTo>
                    <a:pt x="210" y="575"/>
                  </a:lnTo>
                  <a:lnTo>
                    <a:pt x="211" y="577"/>
                  </a:lnTo>
                  <a:lnTo>
                    <a:pt x="212" y="579"/>
                  </a:lnTo>
                  <a:lnTo>
                    <a:pt x="214" y="580"/>
                  </a:lnTo>
                  <a:lnTo>
                    <a:pt x="215" y="582"/>
                  </a:lnTo>
                  <a:lnTo>
                    <a:pt x="216" y="583"/>
                  </a:lnTo>
                  <a:lnTo>
                    <a:pt x="218" y="584"/>
                  </a:lnTo>
                  <a:lnTo>
                    <a:pt x="219" y="586"/>
                  </a:lnTo>
                  <a:lnTo>
                    <a:pt x="220" y="586"/>
                  </a:lnTo>
                  <a:lnTo>
                    <a:pt x="222" y="587"/>
                  </a:lnTo>
                  <a:lnTo>
                    <a:pt x="223" y="588"/>
                  </a:lnTo>
                  <a:lnTo>
                    <a:pt x="224" y="589"/>
                  </a:lnTo>
                  <a:lnTo>
                    <a:pt x="226" y="589"/>
                  </a:lnTo>
                  <a:lnTo>
                    <a:pt x="227" y="590"/>
                  </a:lnTo>
                  <a:lnTo>
                    <a:pt x="228" y="590"/>
                  </a:lnTo>
                  <a:lnTo>
                    <a:pt x="230" y="591"/>
                  </a:lnTo>
                  <a:lnTo>
                    <a:pt x="231" y="591"/>
                  </a:lnTo>
                  <a:lnTo>
                    <a:pt x="232" y="591"/>
                  </a:lnTo>
                  <a:lnTo>
                    <a:pt x="234" y="592"/>
                  </a:lnTo>
                  <a:lnTo>
                    <a:pt x="235" y="592"/>
                  </a:lnTo>
                  <a:lnTo>
                    <a:pt x="236" y="592"/>
                  </a:lnTo>
                  <a:lnTo>
                    <a:pt x="238" y="592"/>
                  </a:lnTo>
                  <a:lnTo>
                    <a:pt x="239" y="592"/>
                  </a:lnTo>
                  <a:lnTo>
                    <a:pt x="241" y="593"/>
                  </a:lnTo>
                  <a:lnTo>
                    <a:pt x="242" y="593"/>
                  </a:lnTo>
                  <a:lnTo>
                    <a:pt x="243" y="593"/>
                  </a:lnTo>
                  <a:lnTo>
                    <a:pt x="245" y="593"/>
                  </a:lnTo>
                  <a:lnTo>
                    <a:pt x="246" y="593"/>
                  </a:lnTo>
                  <a:lnTo>
                    <a:pt x="247" y="593"/>
                  </a:lnTo>
                  <a:lnTo>
                    <a:pt x="249" y="593"/>
                  </a:lnTo>
                  <a:lnTo>
                    <a:pt x="250" y="593"/>
                  </a:lnTo>
                  <a:lnTo>
                    <a:pt x="251" y="593"/>
                  </a:lnTo>
                  <a:lnTo>
                    <a:pt x="253" y="593"/>
                  </a:lnTo>
                  <a:lnTo>
                    <a:pt x="254" y="594"/>
                  </a:lnTo>
                  <a:lnTo>
                    <a:pt x="255" y="594"/>
                  </a:lnTo>
                  <a:lnTo>
                    <a:pt x="257" y="594"/>
                  </a:lnTo>
                  <a:lnTo>
                    <a:pt x="258" y="594"/>
                  </a:lnTo>
                  <a:lnTo>
                    <a:pt x="259" y="594"/>
                  </a:lnTo>
                  <a:lnTo>
                    <a:pt x="261" y="594"/>
                  </a:lnTo>
                  <a:lnTo>
                    <a:pt x="262" y="594"/>
                  </a:lnTo>
                  <a:lnTo>
                    <a:pt x="263" y="595"/>
                  </a:lnTo>
                  <a:lnTo>
                    <a:pt x="265" y="595"/>
                  </a:lnTo>
                  <a:lnTo>
                    <a:pt x="266" y="595"/>
                  </a:lnTo>
                  <a:lnTo>
                    <a:pt x="267" y="595"/>
                  </a:lnTo>
                  <a:lnTo>
                    <a:pt x="269" y="595"/>
                  </a:lnTo>
                  <a:lnTo>
                    <a:pt x="270" y="595"/>
                  </a:lnTo>
                  <a:lnTo>
                    <a:pt x="271" y="595"/>
                  </a:lnTo>
                  <a:lnTo>
                    <a:pt x="273" y="595"/>
                  </a:lnTo>
                  <a:lnTo>
                    <a:pt x="274" y="594"/>
                  </a:lnTo>
                  <a:lnTo>
                    <a:pt x="276" y="594"/>
                  </a:lnTo>
                  <a:lnTo>
                    <a:pt x="277" y="593"/>
                  </a:lnTo>
                  <a:lnTo>
                    <a:pt x="278" y="593"/>
                  </a:lnTo>
                  <a:lnTo>
                    <a:pt x="280" y="592"/>
                  </a:lnTo>
                  <a:lnTo>
                    <a:pt x="281" y="592"/>
                  </a:lnTo>
                  <a:lnTo>
                    <a:pt x="282" y="591"/>
                  </a:lnTo>
                  <a:lnTo>
                    <a:pt x="284" y="590"/>
                  </a:lnTo>
                  <a:lnTo>
                    <a:pt x="285" y="590"/>
                  </a:lnTo>
                  <a:lnTo>
                    <a:pt x="286" y="589"/>
                  </a:lnTo>
                  <a:lnTo>
                    <a:pt x="288" y="589"/>
                  </a:lnTo>
                  <a:lnTo>
                    <a:pt x="289" y="588"/>
                  </a:lnTo>
                  <a:lnTo>
                    <a:pt x="290" y="587"/>
                  </a:lnTo>
                  <a:lnTo>
                    <a:pt x="292" y="587"/>
                  </a:lnTo>
                  <a:lnTo>
                    <a:pt x="293" y="586"/>
                  </a:lnTo>
                  <a:lnTo>
                    <a:pt x="294" y="585"/>
                  </a:lnTo>
                  <a:lnTo>
                    <a:pt x="296" y="584"/>
                  </a:lnTo>
                  <a:lnTo>
                    <a:pt x="297" y="584"/>
                  </a:lnTo>
                  <a:lnTo>
                    <a:pt x="298" y="583"/>
                  </a:lnTo>
                  <a:lnTo>
                    <a:pt x="300" y="582"/>
                  </a:lnTo>
                  <a:lnTo>
                    <a:pt x="301" y="581"/>
                  </a:lnTo>
                  <a:lnTo>
                    <a:pt x="302" y="580"/>
                  </a:lnTo>
                  <a:lnTo>
                    <a:pt x="304" y="579"/>
                  </a:lnTo>
                  <a:lnTo>
                    <a:pt x="305" y="578"/>
                  </a:lnTo>
                  <a:lnTo>
                    <a:pt x="306" y="578"/>
                  </a:lnTo>
                  <a:lnTo>
                    <a:pt x="308" y="577"/>
                  </a:lnTo>
                  <a:lnTo>
                    <a:pt x="309" y="575"/>
                  </a:lnTo>
                  <a:lnTo>
                    <a:pt x="311" y="574"/>
                  </a:lnTo>
                  <a:lnTo>
                    <a:pt x="312" y="574"/>
                  </a:lnTo>
                  <a:lnTo>
                    <a:pt x="313" y="573"/>
                  </a:lnTo>
                  <a:lnTo>
                    <a:pt x="315" y="572"/>
                  </a:lnTo>
                  <a:lnTo>
                    <a:pt x="316" y="571"/>
                  </a:lnTo>
                  <a:lnTo>
                    <a:pt x="317" y="569"/>
                  </a:lnTo>
                  <a:lnTo>
                    <a:pt x="319" y="568"/>
                  </a:lnTo>
                  <a:lnTo>
                    <a:pt x="320" y="567"/>
                  </a:lnTo>
                  <a:lnTo>
                    <a:pt x="321" y="566"/>
                  </a:lnTo>
                  <a:lnTo>
                    <a:pt x="323" y="565"/>
                  </a:lnTo>
                  <a:lnTo>
                    <a:pt x="324" y="564"/>
                  </a:lnTo>
                  <a:lnTo>
                    <a:pt x="325" y="563"/>
                  </a:lnTo>
                  <a:lnTo>
                    <a:pt x="327" y="562"/>
                  </a:lnTo>
                  <a:lnTo>
                    <a:pt x="328" y="561"/>
                  </a:lnTo>
                  <a:lnTo>
                    <a:pt x="329" y="560"/>
                  </a:lnTo>
                  <a:lnTo>
                    <a:pt x="331" y="558"/>
                  </a:lnTo>
                  <a:lnTo>
                    <a:pt x="332" y="557"/>
                  </a:lnTo>
                  <a:lnTo>
                    <a:pt x="333" y="556"/>
                  </a:lnTo>
                  <a:lnTo>
                    <a:pt x="335" y="555"/>
                  </a:lnTo>
                  <a:lnTo>
                    <a:pt x="336" y="554"/>
                  </a:lnTo>
                  <a:lnTo>
                    <a:pt x="337" y="553"/>
                  </a:lnTo>
                  <a:lnTo>
                    <a:pt x="339" y="552"/>
                  </a:lnTo>
                  <a:lnTo>
                    <a:pt x="340" y="551"/>
                  </a:lnTo>
                  <a:lnTo>
                    <a:pt x="341" y="550"/>
                  </a:lnTo>
                  <a:lnTo>
                    <a:pt x="343" y="549"/>
                  </a:lnTo>
                  <a:lnTo>
                    <a:pt x="344" y="548"/>
                  </a:lnTo>
                  <a:lnTo>
                    <a:pt x="346" y="547"/>
                  </a:lnTo>
                  <a:lnTo>
                    <a:pt x="347" y="546"/>
                  </a:lnTo>
                  <a:lnTo>
                    <a:pt x="348" y="545"/>
                  </a:lnTo>
                  <a:lnTo>
                    <a:pt x="350" y="544"/>
                  </a:lnTo>
                  <a:lnTo>
                    <a:pt x="351" y="543"/>
                  </a:lnTo>
                  <a:lnTo>
                    <a:pt x="352" y="542"/>
                  </a:lnTo>
                  <a:lnTo>
                    <a:pt x="354" y="541"/>
                  </a:lnTo>
                  <a:lnTo>
                    <a:pt x="355" y="540"/>
                  </a:lnTo>
                  <a:lnTo>
                    <a:pt x="356" y="539"/>
                  </a:lnTo>
                  <a:lnTo>
                    <a:pt x="358" y="538"/>
                  </a:lnTo>
                  <a:lnTo>
                    <a:pt x="359" y="537"/>
                  </a:lnTo>
                  <a:lnTo>
                    <a:pt x="360" y="536"/>
                  </a:lnTo>
                  <a:lnTo>
                    <a:pt x="362" y="535"/>
                  </a:lnTo>
                  <a:lnTo>
                    <a:pt x="363" y="534"/>
                  </a:lnTo>
                  <a:lnTo>
                    <a:pt x="364" y="533"/>
                  </a:lnTo>
                  <a:lnTo>
                    <a:pt x="366" y="532"/>
                  </a:lnTo>
                  <a:lnTo>
                    <a:pt x="367" y="531"/>
                  </a:lnTo>
                  <a:lnTo>
                    <a:pt x="368" y="530"/>
                  </a:lnTo>
                  <a:lnTo>
                    <a:pt x="370" y="529"/>
                  </a:lnTo>
                  <a:lnTo>
                    <a:pt x="371" y="528"/>
                  </a:lnTo>
                  <a:lnTo>
                    <a:pt x="372" y="527"/>
                  </a:lnTo>
                  <a:lnTo>
                    <a:pt x="374" y="526"/>
                  </a:lnTo>
                  <a:lnTo>
                    <a:pt x="375" y="525"/>
                  </a:lnTo>
                  <a:lnTo>
                    <a:pt x="376" y="525"/>
                  </a:lnTo>
                  <a:lnTo>
                    <a:pt x="378" y="524"/>
                  </a:lnTo>
                  <a:lnTo>
                    <a:pt x="379" y="523"/>
                  </a:lnTo>
                  <a:lnTo>
                    <a:pt x="380" y="522"/>
                  </a:lnTo>
                  <a:lnTo>
                    <a:pt x="382" y="521"/>
                  </a:lnTo>
                  <a:lnTo>
                    <a:pt x="383" y="520"/>
                  </a:lnTo>
                  <a:lnTo>
                    <a:pt x="385" y="519"/>
                  </a:lnTo>
                  <a:lnTo>
                    <a:pt x="386" y="519"/>
                  </a:lnTo>
                  <a:lnTo>
                    <a:pt x="387" y="518"/>
                  </a:lnTo>
                  <a:lnTo>
                    <a:pt x="389" y="517"/>
                  </a:lnTo>
                  <a:lnTo>
                    <a:pt x="390" y="516"/>
                  </a:lnTo>
                  <a:lnTo>
                    <a:pt x="391" y="515"/>
                  </a:lnTo>
                  <a:lnTo>
                    <a:pt x="393" y="514"/>
                  </a:lnTo>
                  <a:lnTo>
                    <a:pt x="394" y="513"/>
                  </a:lnTo>
                  <a:lnTo>
                    <a:pt x="395" y="512"/>
                  </a:lnTo>
                  <a:lnTo>
                    <a:pt x="397" y="511"/>
                  </a:lnTo>
                  <a:lnTo>
                    <a:pt x="398" y="510"/>
                  </a:lnTo>
                  <a:lnTo>
                    <a:pt x="399" y="510"/>
                  </a:lnTo>
                  <a:lnTo>
                    <a:pt x="401" y="509"/>
                  </a:lnTo>
                  <a:lnTo>
                    <a:pt x="402" y="508"/>
                  </a:lnTo>
                  <a:lnTo>
                    <a:pt x="403" y="507"/>
                  </a:lnTo>
                  <a:lnTo>
                    <a:pt x="405" y="506"/>
                  </a:lnTo>
                  <a:lnTo>
                    <a:pt x="406" y="505"/>
                  </a:lnTo>
                  <a:lnTo>
                    <a:pt x="407" y="504"/>
                  </a:lnTo>
                  <a:lnTo>
                    <a:pt x="409" y="503"/>
                  </a:lnTo>
                  <a:lnTo>
                    <a:pt x="410" y="502"/>
                  </a:lnTo>
                  <a:lnTo>
                    <a:pt x="411" y="501"/>
                  </a:lnTo>
                  <a:lnTo>
                    <a:pt x="413" y="500"/>
                  </a:lnTo>
                  <a:lnTo>
                    <a:pt x="414" y="499"/>
                  </a:lnTo>
                  <a:lnTo>
                    <a:pt x="415" y="498"/>
                  </a:lnTo>
                  <a:lnTo>
                    <a:pt x="417" y="497"/>
                  </a:lnTo>
                  <a:lnTo>
                    <a:pt x="418" y="497"/>
                  </a:lnTo>
                  <a:lnTo>
                    <a:pt x="420" y="494"/>
                  </a:lnTo>
                  <a:lnTo>
                    <a:pt x="421" y="491"/>
                  </a:lnTo>
                  <a:lnTo>
                    <a:pt x="422" y="488"/>
                  </a:lnTo>
                  <a:lnTo>
                    <a:pt x="424" y="486"/>
                  </a:lnTo>
                  <a:lnTo>
                    <a:pt x="425" y="483"/>
                  </a:lnTo>
                  <a:lnTo>
                    <a:pt x="426" y="481"/>
                  </a:lnTo>
                  <a:lnTo>
                    <a:pt x="428" y="479"/>
                  </a:lnTo>
                  <a:lnTo>
                    <a:pt x="429" y="477"/>
                  </a:lnTo>
                  <a:lnTo>
                    <a:pt x="430" y="476"/>
                  </a:lnTo>
                  <a:lnTo>
                    <a:pt x="432" y="474"/>
                  </a:lnTo>
                  <a:lnTo>
                    <a:pt x="433" y="473"/>
                  </a:lnTo>
                  <a:lnTo>
                    <a:pt x="434" y="471"/>
                  </a:lnTo>
                  <a:lnTo>
                    <a:pt x="436" y="470"/>
                  </a:lnTo>
                  <a:lnTo>
                    <a:pt x="437" y="468"/>
                  </a:lnTo>
                  <a:lnTo>
                    <a:pt x="438" y="467"/>
                  </a:lnTo>
                  <a:lnTo>
                    <a:pt x="440" y="466"/>
                  </a:lnTo>
                  <a:lnTo>
                    <a:pt x="441" y="464"/>
                  </a:lnTo>
                  <a:lnTo>
                    <a:pt x="442" y="463"/>
                  </a:lnTo>
                  <a:lnTo>
                    <a:pt x="444" y="462"/>
                  </a:lnTo>
                  <a:lnTo>
                    <a:pt x="445" y="461"/>
                  </a:lnTo>
                  <a:lnTo>
                    <a:pt x="446" y="460"/>
                  </a:lnTo>
                  <a:lnTo>
                    <a:pt x="448" y="459"/>
                  </a:lnTo>
                  <a:lnTo>
                    <a:pt x="449" y="458"/>
                  </a:lnTo>
                  <a:lnTo>
                    <a:pt x="450" y="457"/>
                  </a:lnTo>
                  <a:lnTo>
                    <a:pt x="452" y="456"/>
                  </a:lnTo>
                  <a:lnTo>
                    <a:pt x="453" y="455"/>
                  </a:lnTo>
                  <a:lnTo>
                    <a:pt x="455" y="453"/>
                  </a:lnTo>
                  <a:lnTo>
                    <a:pt x="456" y="452"/>
                  </a:lnTo>
                  <a:lnTo>
                    <a:pt x="457" y="451"/>
                  </a:lnTo>
                  <a:lnTo>
                    <a:pt x="459" y="451"/>
                  </a:lnTo>
                  <a:lnTo>
                    <a:pt x="460" y="450"/>
                  </a:lnTo>
                  <a:lnTo>
                    <a:pt x="461" y="449"/>
                  </a:lnTo>
                  <a:lnTo>
                    <a:pt x="463" y="448"/>
                  </a:lnTo>
                  <a:lnTo>
                    <a:pt x="464" y="447"/>
                  </a:lnTo>
                  <a:lnTo>
                    <a:pt x="465" y="446"/>
                  </a:lnTo>
                  <a:lnTo>
                    <a:pt x="467" y="445"/>
                  </a:lnTo>
                  <a:lnTo>
                    <a:pt x="468" y="444"/>
                  </a:lnTo>
                  <a:lnTo>
                    <a:pt x="469" y="443"/>
                  </a:lnTo>
                  <a:lnTo>
                    <a:pt x="471" y="442"/>
                  </a:lnTo>
                  <a:lnTo>
                    <a:pt x="472" y="442"/>
                  </a:lnTo>
                  <a:lnTo>
                    <a:pt x="473" y="441"/>
                  </a:lnTo>
                  <a:lnTo>
                    <a:pt x="475" y="440"/>
                  </a:lnTo>
                  <a:lnTo>
                    <a:pt x="476" y="440"/>
                  </a:lnTo>
                  <a:lnTo>
                    <a:pt x="477" y="439"/>
                  </a:lnTo>
                  <a:lnTo>
                    <a:pt x="479" y="438"/>
                  </a:lnTo>
                  <a:lnTo>
                    <a:pt x="480" y="437"/>
                  </a:lnTo>
                  <a:lnTo>
                    <a:pt x="481" y="436"/>
                  </a:lnTo>
                  <a:lnTo>
                    <a:pt x="483" y="436"/>
                  </a:lnTo>
                  <a:lnTo>
                    <a:pt x="484" y="435"/>
                  </a:lnTo>
                  <a:lnTo>
                    <a:pt x="485" y="434"/>
                  </a:lnTo>
                  <a:lnTo>
                    <a:pt x="487" y="434"/>
                  </a:lnTo>
                  <a:lnTo>
                    <a:pt x="488" y="433"/>
                  </a:lnTo>
                  <a:lnTo>
                    <a:pt x="490" y="432"/>
                  </a:lnTo>
                  <a:lnTo>
                    <a:pt x="491" y="431"/>
                  </a:lnTo>
                  <a:lnTo>
                    <a:pt x="492" y="431"/>
                  </a:lnTo>
                  <a:lnTo>
                    <a:pt x="494" y="430"/>
                  </a:lnTo>
                  <a:lnTo>
                    <a:pt x="495" y="429"/>
                  </a:lnTo>
                  <a:lnTo>
                    <a:pt x="496" y="429"/>
                  </a:lnTo>
                  <a:lnTo>
                    <a:pt x="498" y="428"/>
                  </a:lnTo>
                  <a:lnTo>
                    <a:pt x="499" y="427"/>
                  </a:lnTo>
                  <a:lnTo>
                    <a:pt x="500" y="427"/>
                  </a:lnTo>
                  <a:lnTo>
                    <a:pt x="502" y="426"/>
                  </a:lnTo>
                  <a:lnTo>
                    <a:pt x="503" y="425"/>
                  </a:lnTo>
                  <a:lnTo>
                    <a:pt x="504" y="425"/>
                  </a:lnTo>
                  <a:lnTo>
                    <a:pt x="506" y="424"/>
                  </a:lnTo>
                  <a:lnTo>
                    <a:pt x="507" y="424"/>
                  </a:lnTo>
                  <a:lnTo>
                    <a:pt x="508" y="423"/>
                  </a:lnTo>
                  <a:lnTo>
                    <a:pt x="510" y="422"/>
                  </a:lnTo>
                  <a:lnTo>
                    <a:pt x="511" y="422"/>
                  </a:lnTo>
                  <a:lnTo>
                    <a:pt x="512" y="421"/>
                  </a:lnTo>
                  <a:lnTo>
                    <a:pt x="514" y="421"/>
                  </a:lnTo>
                  <a:lnTo>
                    <a:pt x="515" y="420"/>
                  </a:lnTo>
                  <a:lnTo>
                    <a:pt x="516" y="420"/>
                  </a:lnTo>
                  <a:lnTo>
                    <a:pt x="518" y="419"/>
                  </a:lnTo>
                  <a:lnTo>
                    <a:pt x="519" y="418"/>
                  </a:lnTo>
                  <a:lnTo>
                    <a:pt x="520" y="418"/>
                  </a:lnTo>
                  <a:lnTo>
                    <a:pt x="522" y="417"/>
                  </a:lnTo>
                  <a:lnTo>
                    <a:pt x="523" y="417"/>
                  </a:lnTo>
                  <a:lnTo>
                    <a:pt x="524" y="416"/>
                  </a:lnTo>
                  <a:lnTo>
                    <a:pt x="526" y="416"/>
                  </a:lnTo>
                  <a:lnTo>
                    <a:pt x="527" y="415"/>
                  </a:lnTo>
                  <a:lnTo>
                    <a:pt x="529" y="415"/>
                  </a:lnTo>
                  <a:lnTo>
                    <a:pt x="530" y="414"/>
                  </a:lnTo>
                  <a:lnTo>
                    <a:pt x="531" y="414"/>
                  </a:lnTo>
                  <a:lnTo>
                    <a:pt x="533" y="413"/>
                  </a:lnTo>
                  <a:lnTo>
                    <a:pt x="534" y="413"/>
                  </a:lnTo>
                  <a:lnTo>
                    <a:pt x="535" y="412"/>
                  </a:lnTo>
                  <a:lnTo>
                    <a:pt x="537" y="412"/>
                  </a:lnTo>
                  <a:lnTo>
                    <a:pt x="538" y="411"/>
                  </a:lnTo>
                  <a:lnTo>
                    <a:pt x="539" y="411"/>
                  </a:lnTo>
                  <a:lnTo>
                    <a:pt x="541" y="410"/>
                  </a:lnTo>
                  <a:lnTo>
                    <a:pt x="542" y="410"/>
                  </a:lnTo>
                  <a:lnTo>
                    <a:pt x="543" y="409"/>
                  </a:lnTo>
                  <a:lnTo>
                    <a:pt x="545" y="409"/>
                  </a:lnTo>
                  <a:lnTo>
                    <a:pt x="546" y="408"/>
                  </a:lnTo>
                  <a:lnTo>
                    <a:pt x="547" y="408"/>
                  </a:lnTo>
                  <a:lnTo>
                    <a:pt x="549" y="407"/>
                  </a:lnTo>
                  <a:lnTo>
                    <a:pt x="550" y="407"/>
                  </a:lnTo>
                  <a:lnTo>
                    <a:pt x="551" y="406"/>
                  </a:lnTo>
                  <a:lnTo>
                    <a:pt x="553" y="406"/>
                  </a:lnTo>
                  <a:lnTo>
                    <a:pt x="554" y="405"/>
                  </a:lnTo>
                  <a:lnTo>
                    <a:pt x="555" y="404"/>
                  </a:lnTo>
                  <a:lnTo>
                    <a:pt x="557" y="404"/>
                  </a:lnTo>
                  <a:lnTo>
                    <a:pt x="558" y="403"/>
                  </a:lnTo>
                  <a:lnTo>
                    <a:pt x="559" y="403"/>
                  </a:lnTo>
                  <a:lnTo>
                    <a:pt x="561" y="403"/>
                  </a:lnTo>
                  <a:lnTo>
                    <a:pt x="562" y="402"/>
                  </a:lnTo>
                  <a:lnTo>
                    <a:pt x="564" y="402"/>
                  </a:lnTo>
                  <a:lnTo>
                    <a:pt x="565" y="401"/>
                  </a:lnTo>
                  <a:lnTo>
                    <a:pt x="566" y="401"/>
                  </a:lnTo>
                  <a:lnTo>
                    <a:pt x="568" y="401"/>
                  </a:lnTo>
                  <a:lnTo>
                    <a:pt x="569" y="400"/>
                  </a:lnTo>
                  <a:lnTo>
                    <a:pt x="570" y="400"/>
                  </a:lnTo>
                  <a:lnTo>
                    <a:pt x="572" y="399"/>
                  </a:lnTo>
                  <a:lnTo>
                    <a:pt x="573" y="399"/>
                  </a:lnTo>
                  <a:lnTo>
                    <a:pt x="574" y="399"/>
                  </a:lnTo>
                  <a:lnTo>
                    <a:pt x="576" y="398"/>
                  </a:lnTo>
                  <a:lnTo>
                    <a:pt x="577" y="398"/>
                  </a:lnTo>
                  <a:lnTo>
                    <a:pt x="578" y="397"/>
                  </a:lnTo>
                  <a:lnTo>
                    <a:pt x="580" y="397"/>
                  </a:lnTo>
                  <a:lnTo>
                    <a:pt x="581" y="397"/>
                  </a:lnTo>
                  <a:lnTo>
                    <a:pt x="582" y="396"/>
                  </a:lnTo>
                  <a:lnTo>
                    <a:pt x="584" y="396"/>
                  </a:lnTo>
                  <a:lnTo>
                    <a:pt x="585" y="395"/>
                  </a:lnTo>
                  <a:lnTo>
                    <a:pt x="586" y="395"/>
                  </a:lnTo>
                  <a:lnTo>
                    <a:pt x="588" y="394"/>
                  </a:lnTo>
                  <a:lnTo>
                    <a:pt x="589" y="394"/>
                  </a:lnTo>
                  <a:lnTo>
                    <a:pt x="590" y="394"/>
                  </a:lnTo>
                  <a:lnTo>
                    <a:pt x="592" y="393"/>
                  </a:lnTo>
                  <a:lnTo>
                    <a:pt x="593" y="393"/>
                  </a:lnTo>
                  <a:lnTo>
                    <a:pt x="594" y="393"/>
                  </a:lnTo>
                  <a:lnTo>
                    <a:pt x="596" y="392"/>
                  </a:lnTo>
                  <a:lnTo>
                    <a:pt x="597" y="392"/>
                  </a:lnTo>
                  <a:lnTo>
                    <a:pt x="599" y="392"/>
                  </a:lnTo>
                  <a:lnTo>
                    <a:pt x="600" y="391"/>
                  </a:lnTo>
                  <a:lnTo>
                    <a:pt x="601" y="391"/>
                  </a:lnTo>
                  <a:lnTo>
                    <a:pt x="603" y="390"/>
                  </a:lnTo>
                  <a:lnTo>
                    <a:pt x="604" y="390"/>
                  </a:lnTo>
                  <a:lnTo>
                    <a:pt x="605" y="390"/>
                  </a:lnTo>
                  <a:lnTo>
                    <a:pt x="607" y="389"/>
                  </a:lnTo>
                  <a:lnTo>
                    <a:pt x="608" y="389"/>
                  </a:lnTo>
                  <a:lnTo>
                    <a:pt x="609" y="388"/>
                  </a:lnTo>
                  <a:lnTo>
                    <a:pt x="611" y="388"/>
                  </a:lnTo>
                  <a:lnTo>
                    <a:pt x="612" y="388"/>
                  </a:lnTo>
                  <a:lnTo>
                    <a:pt x="613" y="388"/>
                  </a:lnTo>
                  <a:lnTo>
                    <a:pt x="615" y="387"/>
                  </a:lnTo>
                  <a:lnTo>
                    <a:pt x="616" y="387"/>
                  </a:lnTo>
                  <a:lnTo>
                    <a:pt x="617" y="387"/>
                  </a:lnTo>
                  <a:lnTo>
                    <a:pt x="619" y="386"/>
                  </a:lnTo>
                  <a:lnTo>
                    <a:pt x="620" y="386"/>
                  </a:lnTo>
                  <a:lnTo>
                    <a:pt x="621" y="386"/>
                  </a:lnTo>
                  <a:lnTo>
                    <a:pt x="623" y="385"/>
                  </a:lnTo>
                  <a:lnTo>
                    <a:pt x="624" y="385"/>
                  </a:lnTo>
                  <a:lnTo>
                    <a:pt x="625" y="385"/>
                  </a:lnTo>
                  <a:lnTo>
                    <a:pt x="627" y="384"/>
                  </a:lnTo>
                  <a:lnTo>
                    <a:pt x="628" y="384"/>
                  </a:lnTo>
                  <a:lnTo>
                    <a:pt x="629" y="384"/>
                  </a:lnTo>
                  <a:lnTo>
                    <a:pt x="631" y="383"/>
                  </a:lnTo>
                  <a:lnTo>
                    <a:pt x="632" y="383"/>
                  </a:lnTo>
                  <a:lnTo>
                    <a:pt x="634" y="383"/>
                  </a:lnTo>
                  <a:lnTo>
                    <a:pt x="635" y="382"/>
                  </a:lnTo>
                  <a:lnTo>
                    <a:pt x="636" y="382"/>
                  </a:lnTo>
                  <a:lnTo>
                    <a:pt x="638" y="382"/>
                  </a:lnTo>
                  <a:lnTo>
                    <a:pt x="639" y="382"/>
                  </a:lnTo>
                  <a:lnTo>
                    <a:pt x="640" y="381"/>
                  </a:lnTo>
                  <a:lnTo>
                    <a:pt x="642" y="381"/>
                  </a:lnTo>
                  <a:lnTo>
                    <a:pt x="643" y="381"/>
                  </a:lnTo>
                  <a:lnTo>
                    <a:pt x="644" y="380"/>
                  </a:lnTo>
                  <a:lnTo>
                    <a:pt x="646" y="380"/>
                  </a:lnTo>
                  <a:lnTo>
                    <a:pt x="647" y="380"/>
                  </a:lnTo>
                  <a:lnTo>
                    <a:pt x="648" y="379"/>
                  </a:lnTo>
                  <a:lnTo>
                    <a:pt x="650" y="379"/>
                  </a:lnTo>
                  <a:lnTo>
                    <a:pt x="651" y="379"/>
                  </a:lnTo>
                  <a:lnTo>
                    <a:pt x="652" y="378"/>
                  </a:lnTo>
                  <a:lnTo>
                    <a:pt x="654" y="378"/>
                  </a:lnTo>
                  <a:lnTo>
                    <a:pt x="655" y="378"/>
                  </a:lnTo>
                  <a:lnTo>
                    <a:pt x="656" y="377"/>
                  </a:lnTo>
                  <a:lnTo>
                    <a:pt x="658" y="377"/>
                  </a:lnTo>
                  <a:lnTo>
                    <a:pt x="659" y="377"/>
                  </a:lnTo>
                  <a:lnTo>
                    <a:pt x="660" y="377"/>
                  </a:lnTo>
                  <a:lnTo>
                    <a:pt x="662" y="376"/>
                  </a:lnTo>
                  <a:lnTo>
                    <a:pt x="663" y="376"/>
                  </a:lnTo>
                  <a:lnTo>
                    <a:pt x="664" y="376"/>
                  </a:lnTo>
                  <a:lnTo>
                    <a:pt x="666" y="375"/>
                  </a:lnTo>
                  <a:lnTo>
                    <a:pt x="667" y="375"/>
                  </a:lnTo>
                  <a:lnTo>
                    <a:pt x="668" y="375"/>
                  </a:lnTo>
                  <a:lnTo>
                    <a:pt x="670" y="374"/>
                  </a:lnTo>
                  <a:lnTo>
                    <a:pt x="671" y="374"/>
                  </a:lnTo>
                  <a:lnTo>
                    <a:pt x="673" y="374"/>
                  </a:lnTo>
                  <a:lnTo>
                    <a:pt x="674" y="374"/>
                  </a:lnTo>
                  <a:lnTo>
                    <a:pt x="675" y="373"/>
                  </a:lnTo>
                  <a:lnTo>
                    <a:pt x="677" y="373"/>
                  </a:lnTo>
                  <a:lnTo>
                    <a:pt x="678" y="373"/>
                  </a:lnTo>
                  <a:lnTo>
                    <a:pt x="679" y="373"/>
                  </a:lnTo>
                  <a:lnTo>
                    <a:pt x="681" y="372"/>
                  </a:lnTo>
                  <a:lnTo>
                    <a:pt x="682" y="372"/>
                  </a:lnTo>
                  <a:lnTo>
                    <a:pt x="683" y="372"/>
                  </a:lnTo>
                  <a:lnTo>
                    <a:pt x="685" y="372"/>
                  </a:lnTo>
                  <a:lnTo>
                    <a:pt x="686" y="371"/>
                  </a:lnTo>
                  <a:lnTo>
                    <a:pt x="687" y="371"/>
                  </a:lnTo>
                  <a:lnTo>
                    <a:pt x="689" y="371"/>
                  </a:lnTo>
                  <a:lnTo>
                    <a:pt x="690" y="370"/>
                  </a:lnTo>
                  <a:lnTo>
                    <a:pt x="691" y="370"/>
                  </a:lnTo>
                  <a:lnTo>
                    <a:pt x="693" y="370"/>
                  </a:lnTo>
                  <a:lnTo>
                    <a:pt x="694" y="369"/>
                  </a:lnTo>
                  <a:lnTo>
                    <a:pt x="695" y="369"/>
                  </a:lnTo>
                  <a:lnTo>
                    <a:pt x="697" y="369"/>
                  </a:lnTo>
                  <a:lnTo>
                    <a:pt x="698" y="369"/>
                  </a:lnTo>
                  <a:lnTo>
                    <a:pt x="699" y="368"/>
                  </a:lnTo>
                  <a:lnTo>
                    <a:pt x="701" y="368"/>
                  </a:lnTo>
                  <a:lnTo>
                    <a:pt x="702" y="368"/>
                  </a:lnTo>
                  <a:lnTo>
                    <a:pt x="703" y="368"/>
                  </a:lnTo>
                  <a:lnTo>
                    <a:pt x="705" y="367"/>
                  </a:lnTo>
                  <a:lnTo>
                    <a:pt x="706" y="367"/>
                  </a:lnTo>
                  <a:lnTo>
                    <a:pt x="708" y="367"/>
                  </a:lnTo>
                  <a:lnTo>
                    <a:pt x="709" y="367"/>
                  </a:lnTo>
                  <a:lnTo>
                    <a:pt x="710" y="366"/>
                  </a:lnTo>
                  <a:lnTo>
                    <a:pt x="712" y="366"/>
                  </a:lnTo>
                  <a:lnTo>
                    <a:pt x="713" y="366"/>
                  </a:lnTo>
                  <a:lnTo>
                    <a:pt x="714" y="365"/>
                  </a:lnTo>
                  <a:lnTo>
                    <a:pt x="716" y="365"/>
                  </a:lnTo>
                  <a:lnTo>
                    <a:pt x="717" y="365"/>
                  </a:lnTo>
                  <a:lnTo>
                    <a:pt x="718" y="365"/>
                  </a:lnTo>
                  <a:lnTo>
                    <a:pt x="720" y="364"/>
                  </a:lnTo>
                  <a:lnTo>
                    <a:pt x="721" y="364"/>
                  </a:lnTo>
                  <a:lnTo>
                    <a:pt x="722" y="364"/>
                  </a:lnTo>
                  <a:lnTo>
                    <a:pt x="724" y="363"/>
                  </a:lnTo>
                  <a:lnTo>
                    <a:pt x="725" y="363"/>
                  </a:lnTo>
                  <a:lnTo>
                    <a:pt x="726" y="363"/>
                  </a:lnTo>
                  <a:lnTo>
                    <a:pt x="728" y="363"/>
                  </a:lnTo>
                  <a:lnTo>
                    <a:pt x="729" y="362"/>
                  </a:lnTo>
                  <a:lnTo>
                    <a:pt x="730" y="362"/>
                  </a:lnTo>
                  <a:lnTo>
                    <a:pt x="732" y="362"/>
                  </a:lnTo>
                  <a:lnTo>
                    <a:pt x="733" y="362"/>
                  </a:lnTo>
                  <a:lnTo>
                    <a:pt x="734" y="362"/>
                  </a:lnTo>
                  <a:lnTo>
                    <a:pt x="736" y="362"/>
                  </a:lnTo>
                  <a:lnTo>
                    <a:pt x="737" y="361"/>
                  </a:lnTo>
                  <a:lnTo>
                    <a:pt x="738" y="361"/>
                  </a:lnTo>
                  <a:lnTo>
                    <a:pt x="740" y="361"/>
                  </a:lnTo>
                  <a:lnTo>
                    <a:pt x="741" y="361"/>
                  </a:lnTo>
                  <a:lnTo>
                    <a:pt x="743" y="360"/>
                  </a:lnTo>
                  <a:lnTo>
                    <a:pt x="744" y="360"/>
                  </a:lnTo>
                  <a:lnTo>
                    <a:pt x="745" y="360"/>
                  </a:lnTo>
                  <a:lnTo>
                    <a:pt x="747" y="359"/>
                  </a:lnTo>
                  <a:lnTo>
                    <a:pt x="748" y="359"/>
                  </a:lnTo>
                  <a:lnTo>
                    <a:pt x="749" y="359"/>
                  </a:lnTo>
                  <a:lnTo>
                    <a:pt x="751" y="359"/>
                  </a:lnTo>
                  <a:lnTo>
                    <a:pt x="752" y="358"/>
                  </a:lnTo>
                  <a:lnTo>
                    <a:pt x="753" y="358"/>
                  </a:lnTo>
                  <a:lnTo>
                    <a:pt x="755" y="358"/>
                  </a:lnTo>
                  <a:lnTo>
                    <a:pt x="756" y="358"/>
                  </a:lnTo>
                  <a:lnTo>
                    <a:pt x="757" y="358"/>
                  </a:lnTo>
                  <a:lnTo>
                    <a:pt x="759" y="357"/>
                  </a:lnTo>
                  <a:lnTo>
                    <a:pt x="760" y="357"/>
                  </a:lnTo>
                  <a:lnTo>
                    <a:pt x="761" y="357"/>
                  </a:lnTo>
                  <a:lnTo>
                    <a:pt x="763" y="357"/>
                  </a:lnTo>
                  <a:lnTo>
                    <a:pt x="764" y="356"/>
                  </a:lnTo>
                  <a:lnTo>
                    <a:pt x="765" y="356"/>
                  </a:lnTo>
                  <a:lnTo>
                    <a:pt x="767" y="356"/>
                  </a:lnTo>
                  <a:lnTo>
                    <a:pt x="768" y="356"/>
                  </a:lnTo>
                  <a:lnTo>
                    <a:pt x="769" y="356"/>
                  </a:lnTo>
                  <a:lnTo>
                    <a:pt x="771" y="355"/>
                  </a:lnTo>
                  <a:lnTo>
                    <a:pt x="772" y="355"/>
                  </a:lnTo>
                  <a:lnTo>
                    <a:pt x="773" y="355"/>
                  </a:lnTo>
                  <a:lnTo>
                    <a:pt x="775" y="355"/>
                  </a:lnTo>
                  <a:lnTo>
                    <a:pt x="776" y="354"/>
                  </a:lnTo>
                  <a:lnTo>
                    <a:pt x="777" y="354"/>
                  </a:lnTo>
                  <a:lnTo>
                    <a:pt x="779" y="354"/>
                  </a:lnTo>
                  <a:lnTo>
                    <a:pt x="780" y="354"/>
                  </a:lnTo>
                  <a:lnTo>
                    <a:pt x="782" y="354"/>
                  </a:lnTo>
                  <a:lnTo>
                    <a:pt x="783" y="353"/>
                  </a:lnTo>
                  <a:lnTo>
                    <a:pt x="784" y="353"/>
                  </a:lnTo>
                  <a:lnTo>
                    <a:pt x="786" y="353"/>
                  </a:lnTo>
                  <a:lnTo>
                    <a:pt x="787" y="353"/>
                  </a:lnTo>
                  <a:lnTo>
                    <a:pt x="788" y="353"/>
                  </a:lnTo>
                  <a:lnTo>
                    <a:pt x="790" y="352"/>
                  </a:lnTo>
                  <a:lnTo>
                    <a:pt x="791" y="352"/>
                  </a:lnTo>
                  <a:lnTo>
                    <a:pt x="792" y="352"/>
                  </a:lnTo>
                  <a:lnTo>
                    <a:pt x="794" y="352"/>
                  </a:lnTo>
                  <a:lnTo>
                    <a:pt x="795" y="352"/>
                  </a:lnTo>
                  <a:lnTo>
                    <a:pt x="796" y="351"/>
                  </a:lnTo>
                  <a:lnTo>
                    <a:pt x="798" y="351"/>
                  </a:lnTo>
                  <a:lnTo>
                    <a:pt x="799" y="351"/>
                  </a:lnTo>
                  <a:lnTo>
                    <a:pt x="800" y="351"/>
                  </a:lnTo>
                  <a:lnTo>
                    <a:pt x="802" y="351"/>
                  </a:lnTo>
                  <a:lnTo>
                    <a:pt x="803" y="350"/>
                  </a:lnTo>
                  <a:lnTo>
                    <a:pt x="804" y="350"/>
                  </a:lnTo>
                  <a:lnTo>
                    <a:pt x="806" y="350"/>
                  </a:lnTo>
                  <a:lnTo>
                    <a:pt x="807" y="350"/>
                  </a:lnTo>
                  <a:lnTo>
                    <a:pt x="808" y="349"/>
                  </a:lnTo>
                  <a:lnTo>
                    <a:pt x="810" y="349"/>
                  </a:lnTo>
                  <a:lnTo>
                    <a:pt x="811" y="349"/>
                  </a:lnTo>
                  <a:lnTo>
                    <a:pt x="812" y="349"/>
                  </a:lnTo>
                  <a:lnTo>
                    <a:pt x="814" y="349"/>
                  </a:lnTo>
                  <a:lnTo>
                    <a:pt x="815" y="348"/>
                  </a:lnTo>
                  <a:lnTo>
                    <a:pt x="817" y="348"/>
                  </a:lnTo>
                  <a:lnTo>
                    <a:pt x="818" y="348"/>
                  </a:lnTo>
                  <a:lnTo>
                    <a:pt x="819" y="348"/>
                  </a:lnTo>
                  <a:lnTo>
                    <a:pt x="821" y="348"/>
                  </a:lnTo>
                  <a:lnTo>
                    <a:pt x="822" y="347"/>
                  </a:lnTo>
                  <a:lnTo>
                    <a:pt x="823" y="347"/>
                  </a:lnTo>
                  <a:lnTo>
                    <a:pt x="825" y="347"/>
                  </a:lnTo>
                  <a:lnTo>
                    <a:pt x="826" y="347"/>
                  </a:lnTo>
                  <a:lnTo>
                    <a:pt x="827" y="347"/>
                  </a:lnTo>
                  <a:lnTo>
                    <a:pt x="829" y="346"/>
                  </a:lnTo>
                  <a:lnTo>
                    <a:pt x="830" y="346"/>
                  </a:lnTo>
                  <a:lnTo>
                    <a:pt x="831" y="346"/>
                  </a:lnTo>
                  <a:lnTo>
                    <a:pt x="833" y="346"/>
                  </a:lnTo>
                  <a:lnTo>
                    <a:pt x="834" y="346"/>
                  </a:lnTo>
                  <a:lnTo>
                    <a:pt x="835" y="345"/>
                  </a:lnTo>
                  <a:lnTo>
                    <a:pt x="837" y="345"/>
                  </a:lnTo>
                  <a:lnTo>
                    <a:pt x="838" y="345"/>
                  </a:lnTo>
                  <a:lnTo>
                    <a:pt x="839" y="345"/>
                  </a:lnTo>
                  <a:lnTo>
                    <a:pt x="841" y="345"/>
                  </a:lnTo>
                  <a:lnTo>
                    <a:pt x="842" y="344"/>
                  </a:lnTo>
                  <a:lnTo>
                    <a:pt x="843" y="344"/>
                  </a:lnTo>
                  <a:lnTo>
                    <a:pt x="845" y="344"/>
                  </a:lnTo>
                  <a:lnTo>
                    <a:pt x="846" y="344"/>
                  </a:lnTo>
                  <a:lnTo>
                    <a:pt x="847" y="344"/>
                  </a:lnTo>
                  <a:lnTo>
                    <a:pt x="849" y="343"/>
                  </a:lnTo>
                  <a:lnTo>
                    <a:pt x="850" y="343"/>
                  </a:lnTo>
                  <a:lnTo>
                    <a:pt x="852" y="343"/>
                  </a:lnTo>
                  <a:lnTo>
                    <a:pt x="853" y="343"/>
                  </a:lnTo>
                  <a:lnTo>
                    <a:pt x="854" y="343"/>
                  </a:lnTo>
                  <a:lnTo>
                    <a:pt x="856" y="342"/>
                  </a:lnTo>
                  <a:lnTo>
                    <a:pt x="857" y="342"/>
                  </a:lnTo>
                  <a:lnTo>
                    <a:pt x="858" y="342"/>
                  </a:lnTo>
                  <a:lnTo>
                    <a:pt x="860" y="342"/>
                  </a:lnTo>
                  <a:lnTo>
                    <a:pt x="861" y="342"/>
                  </a:lnTo>
                  <a:lnTo>
                    <a:pt x="862" y="342"/>
                  </a:lnTo>
                  <a:lnTo>
                    <a:pt x="864" y="341"/>
                  </a:lnTo>
                  <a:lnTo>
                    <a:pt x="865" y="341"/>
                  </a:lnTo>
                  <a:lnTo>
                    <a:pt x="866" y="341"/>
                  </a:lnTo>
                  <a:lnTo>
                    <a:pt x="868" y="341"/>
                  </a:lnTo>
                  <a:lnTo>
                    <a:pt x="869" y="341"/>
                  </a:lnTo>
                  <a:lnTo>
                    <a:pt x="870" y="340"/>
                  </a:lnTo>
                  <a:lnTo>
                    <a:pt x="872" y="340"/>
                  </a:lnTo>
                  <a:lnTo>
                    <a:pt x="873" y="340"/>
                  </a:lnTo>
                  <a:lnTo>
                    <a:pt x="874" y="340"/>
                  </a:lnTo>
                  <a:lnTo>
                    <a:pt x="876" y="340"/>
                  </a:lnTo>
                  <a:lnTo>
                    <a:pt x="877" y="340"/>
                  </a:lnTo>
                  <a:lnTo>
                    <a:pt x="878" y="339"/>
                  </a:lnTo>
                  <a:lnTo>
                    <a:pt x="880" y="339"/>
                  </a:lnTo>
                  <a:lnTo>
                    <a:pt x="881" y="339"/>
                  </a:lnTo>
                  <a:lnTo>
                    <a:pt x="882" y="339"/>
                  </a:lnTo>
                  <a:lnTo>
                    <a:pt x="884" y="339"/>
                  </a:lnTo>
                  <a:lnTo>
                    <a:pt x="885" y="338"/>
                  </a:lnTo>
                  <a:lnTo>
                    <a:pt x="887" y="338"/>
                  </a:lnTo>
                  <a:lnTo>
                    <a:pt x="888" y="338"/>
                  </a:lnTo>
                  <a:lnTo>
                    <a:pt x="889" y="338"/>
                  </a:lnTo>
                  <a:lnTo>
                    <a:pt x="891" y="338"/>
                  </a:lnTo>
                  <a:lnTo>
                    <a:pt x="892" y="338"/>
                  </a:lnTo>
                  <a:lnTo>
                    <a:pt x="893" y="337"/>
                  </a:lnTo>
                  <a:lnTo>
                    <a:pt x="895" y="337"/>
                  </a:lnTo>
                  <a:lnTo>
                    <a:pt x="896" y="337"/>
                  </a:lnTo>
                  <a:lnTo>
                    <a:pt x="897" y="337"/>
                  </a:lnTo>
                  <a:lnTo>
                    <a:pt x="899" y="337"/>
                  </a:lnTo>
                  <a:lnTo>
                    <a:pt x="900" y="336"/>
                  </a:lnTo>
                  <a:lnTo>
                    <a:pt x="901" y="336"/>
                  </a:lnTo>
                  <a:lnTo>
                    <a:pt x="903" y="336"/>
                  </a:lnTo>
                  <a:lnTo>
                    <a:pt x="904" y="336"/>
                  </a:lnTo>
                  <a:lnTo>
                    <a:pt x="905" y="336"/>
                  </a:lnTo>
                  <a:lnTo>
                    <a:pt x="907" y="336"/>
                  </a:lnTo>
                  <a:lnTo>
                    <a:pt x="908" y="335"/>
                  </a:lnTo>
                  <a:lnTo>
                    <a:pt x="909" y="335"/>
                  </a:lnTo>
                  <a:lnTo>
                    <a:pt x="911" y="335"/>
                  </a:lnTo>
                  <a:lnTo>
                    <a:pt x="912" y="335"/>
                  </a:lnTo>
                  <a:lnTo>
                    <a:pt x="913" y="335"/>
                  </a:lnTo>
                  <a:lnTo>
                    <a:pt x="915" y="335"/>
                  </a:lnTo>
                  <a:lnTo>
                    <a:pt x="916" y="334"/>
                  </a:lnTo>
                  <a:lnTo>
                    <a:pt x="917" y="334"/>
                  </a:lnTo>
                  <a:lnTo>
                    <a:pt x="919" y="334"/>
                  </a:lnTo>
                  <a:lnTo>
                    <a:pt x="920" y="334"/>
                  </a:lnTo>
                  <a:lnTo>
                    <a:pt x="921" y="334"/>
                  </a:lnTo>
                  <a:lnTo>
                    <a:pt x="923" y="334"/>
                  </a:lnTo>
                  <a:lnTo>
                    <a:pt x="924" y="333"/>
                  </a:lnTo>
                  <a:lnTo>
                    <a:pt x="926" y="333"/>
                  </a:lnTo>
                  <a:lnTo>
                    <a:pt x="927" y="333"/>
                  </a:lnTo>
                  <a:lnTo>
                    <a:pt x="928" y="333"/>
                  </a:lnTo>
                  <a:lnTo>
                    <a:pt x="930" y="333"/>
                  </a:lnTo>
                  <a:lnTo>
                    <a:pt x="931" y="333"/>
                  </a:lnTo>
                  <a:lnTo>
                    <a:pt x="932" y="332"/>
                  </a:lnTo>
                  <a:lnTo>
                    <a:pt x="934" y="332"/>
                  </a:lnTo>
                  <a:lnTo>
                    <a:pt x="935" y="332"/>
                  </a:lnTo>
                  <a:lnTo>
                    <a:pt x="936" y="332"/>
                  </a:lnTo>
                  <a:lnTo>
                    <a:pt x="938" y="332"/>
                  </a:lnTo>
                  <a:lnTo>
                    <a:pt x="939" y="332"/>
                  </a:lnTo>
                  <a:lnTo>
                    <a:pt x="940" y="331"/>
                  </a:lnTo>
                  <a:lnTo>
                    <a:pt x="942" y="331"/>
                  </a:lnTo>
                  <a:lnTo>
                    <a:pt x="943" y="331"/>
                  </a:lnTo>
                  <a:lnTo>
                    <a:pt x="944" y="331"/>
                  </a:lnTo>
                  <a:lnTo>
                    <a:pt x="946" y="331"/>
                  </a:lnTo>
                  <a:lnTo>
                    <a:pt x="947" y="331"/>
                  </a:lnTo>
                  <a:lnTo>
                    <a:pt x="948" y="330"/>
                  </a:lnTo>
                  <a:lnTo>
                    <a:pt x="950" y="330"/>
                  </a:lnTo>
                  <a:lnTo>
                    <a:pt x="951" y="330"/>
                  </a:lnTo>
                  <a:lnTo>
                    <a:pt x="952" y="330"/>
                  </a:lnTo>
                  <a:lnTo>
                    <a:pt x="954" y="330"/>
                  </a:lnTo>
                  <a:lnTo>
                    <a:pt x="955" y="329"/>
                  </a:lnTo>
                  <a:lnTo>
                    <a:pt x="956" y="329"/>
                  </a:lnTo>
                  <a:lnTo>
                    <a:pt x="958" y="329"/>
                  </a:lnTo>
                  <a:lnTo>
                    <a:pt x="959" y="329"/>
                  </a:lnTo>
                  <a:lnTo>
                    <a:pt x="961" y="329"/>
                  </a:lnTo>
                  <a:lnTo>
                    <a:pt x="962" y="329"/>
                  </a:lnTo>
                  <a:lnTo>
                    <a:pt x="963" y="328"/>
                  </a:lnTo>
                  <a:lnTo>
                    <a:pt x="965" y="328"/>
                  </a:lnTo>
                  <a:lnTo>
                    <a:pt x="966" y="328"/>
                  </a:lnTo>
                  <a:lnTo>
                    <a:pt x="967" y="328"/>
                  </a:lnTo>
                  <a:lnTo>
                    <a:pt x="969" y="328"/>
                  </a:lnTo>
                  <a:lnTo>
                    <a:pt x="970" y="328"/>
                  </a:lnTo>
                  <a:lnTo>
                    <a:pt x="971" y="327"/>
                  </a:lnTo>
                  <a:lnTo>
                    <a:pt x="973" y="327"/>
                  </a:lnTo>
                  <a:lnTo>
                    <a:pt x="974" y="327"/>
                  </a:lnTo>
                  <a:lnTo>
                    <a:pt x="975" y="327"/>
                  </a:lnTo>
                  <a:lnTo>
                    <a:pt x="977" y="327"/>
                  </a:lnTo>
                  <a:lnTo>
                    <a:pt x="978" y="327"/>
                  </a:lnTo>
                  <a:lnTo>
                    <a:pt x="979" y="327"/>
                  </a:lnTo>
                  <a:lnTo>
                    <a:pt x="981" y="326"/>
                  </a:lnTo>
                  <a:lnTo>
                    <a:pt x="982" y="326"/>
                  </a:lnTo>
                  <a:lnTo>
                    <a:pt x="983" y="326"/>
                  </a:lnTo>
                  <a:lnTo>
                    <a:pt x="985" y="326"/>
                  </a:lnTo>
                  <a:lnTo>
                    <a:pt x="986" y="326"/>
                  </a:lnTo>
                  <a:lnTo>
                    <a:pt x="987" y="326"/>
                  </a:lnTo>
                  <a:lnTo>
                    <a:pt x="989" y="326"/>
                  </a:lnTo>
                  <a:lnTo>
                    <a:pt x="990" y="325"/>
                  </a:lnTo>
                  <a:lnTo>
                    <a:pt x="991" y="325"/>
                  </a:lnTo>
                  <a:lnTo>
                    <a:pt x="993" y="325"/>
                  </a:lnTo>
                  <a:lnTo>
                    <a:pt x="994" y="325"/>
                  </a:lnTo>
                  <a:lnTo>
                    <a:pt x="996" y="325"/>
                  </a:lnTo>
                  <a:lnTo>
                    <a:pt x="997" y="325"/>
                  </a:lnTo>
                  <a:lnTo>
                    <a:pt x="998" y="325"/>
                  </a:lnTo>
                  <a:lnTo>
                    <a:pt x="1000" y="324"/>
                  </a:lnTo>
                  <a:lnTo>
                    <a:pt x="1001" y="324"/>
                  </a:lnTo>
                  <a:lnTo>
                    <a:pt x="1002" y="324"/>
                  </a:lnTo>
                  <a:lnTo>
                    <a:pt x="1004" y="324"/>
                  </a:lnTo>
                  <a:lnTo>
                    <a:pt x="1005" y="324"/>
                  </a:lnTo>
                  <a:lnTo>
                    <a:pt x="1006" y="324"/>
                  </a:lnTo>
                  <a:lnTo>
                    <a:pt x="1008" y="323"/>
                  </a:lnTo>
                  <a:lnTo>
                    <a:pt x="1009" y="323"/>
                  </a:lnTo>
                  <a:lnTo>
                    <a:pt x="1010" y="323"/>
                  </a:lnTo>
                  <a:lnTo>
                    <a:pt x="1012" y="323"/>
                  </a:lnTo>
                  <a:lnTo>
                    <a:pt x="1013" y="323"/>
                  </a:lnTo>
                  <a:lnTo>
                    <a:pt x="1014" y="323"/>
                  </a:lnTo>
                  <a:lnTo>
                    <a:pt x="1016" y="322"/>
                  </a:lnTo>
                  <a:lnTo>
                    <a:pt x="1017" y="322"/>
                  </a:lnTo>
                  <a:lnTo>
                    <a:pt x="1018" y="322"/>
                  </a:lnTo>
                  <a:lnTo>
                    <a:pt x="1020" y="322"/>
                  </a:lnTo>
                  <a:lnTo>
                    <a:pt x="1021" y="322"/>
                  </a:lnTo>
                  <a:lnTo>
                    <a:pt x="1022" y="322"/>
                  </a:lnTo>
                  <a:lnTo>
                    <a:pt x="1024" y="322"/>
                  </a:lnTo>
                  <a:lnTo>
                    <a:pt x="1025" y="322"/>
                  </a:lnTo>
                  <a:lnTo>
                    <a:pt x="1026" y="321"/>
                  </a:lnTo>
                  <a:lnTo>
                    <a:pt x="1028" y="321"/>
                  </a:lnTo>
                  <a:lnTo>
                    <a:pt x="1029" y="321"/>
                  </a:lnTo>
                  <a:lnTo>
                    <a:pt x="1031" y="321"/>
                  </a:lnTo>
                  <a:lnTo>
                    <a:pt x="1032" y="321"/>
                  </a:lnTo>
                  <a:lnTo>
                    <a:pt x="1033" y="321"/>
                  </a:lnTo>
                  <a:lnTo>
                    <a:pt x="1035" y="320"/>
                  </a:lnTo>
                  <a:lnTo>
                    <a:pt x="1036" y="320"/>
                  </a:lnTo>
                  <a:lnTo>
                    <a:pt x="1037" y="320"/>
                  </a:lnTo>
                  <a:lnTo>
                    <a:pt x="1039" y="320"/>
                  </a:lnTo>
                  <a:lnTo>
                    <a:pt x="1040" y="320"/>
                  </a:lnTo>
                  <a:lnTo>
                    <a:pt x="1041" y="320"/>
                  </a:lnTo>
                  <a:lnTo>
                    <a:pt x="1043" y="319"/>
                  </a:lnTo>
                  <a:lnTo>
                    <a:pt x="1044" y="319"/>
                  </a:lnTo>
                  <a:lnTo>
                    <a:pt x="1045" y="319"/>
                  </a:lnTo>
                  <a:lnTo>
                    <a:pt x="1047" y="319"/>
                  </a:lnTo>
                  <a:lnTo>
                    <a:pt x="1048" y="319"/>
                  </a:lnTo>
                  <a:lnTo>
                    <a:pt x="1049" y="319"/>
                  </a:lnTo>
                  <a:lnTo>
                    <a:pt x="1051" y="318"/>
                  </a:lnTo>
                  <a:lnTo>
                    <a:pt x="1052" y="318"/>
                  </a:lnTo>
                  <a:lnTo>
                    <a:pt x="1053" y="318"/>
                  </a:lnTo>
                  <a:lnTo>
                    <a:pt x="1055" y="318"/>
                  </a:lnTo>
                  <a:lnTo>
                    <a:pt x="1056" y="318"/>
                  </a:lnTo>
                  <a:lnTo>
                    <a:pt x="1057" y="318"/>
                  </a:lnTo>
                  <a:lnTo>
                    <a:pt x="1059" y="318"/>
                  </a:lnTo>
                  <a:lnTo>
                    <a:pt x="1060" y="317"/>
                  </a:lnTo>
                  <a:lnTo>
                    <a:pt x="1061" y="317"/>
                  </a:lnTo>
                  <a:lnTo>
                    <a:pt x="1063" y="317"/>
                  </a:lnTo>
                  <a:lnTo>
                    <a:pt x="1064" y="317"/>
                  </a:lnTo>
                  <a:lnTo>
                    <a:pt x="1065" y="317"/>
                  </a:lnTo>
                  <a:lnTo>
                    <a:pt x="1067" y="317"/>
                  </a:lnTo>
                  <a:lnTo>
                    <a:pt x="1068" y="317"/>
                  </a:lnTo>
                  <a:lnTo>
                    <a:pt x="1070" y="316"/>
                  </a:lnTo>
                  <a:lnTo>
                    <a:pt x="1071" y="316"/>
                  </a:lnTo>
                  <a:lnTo>
                    <a:pt x="1072" y="316"/>
                  </a:lnTo>
                  <a:lnTo>
                    <a:pt x="1074" y="316"/>
                  </a:lnTo>
                  <a:lnTo>
                    <a:pt x="1075" y="316"/>
                  </a:lnTo>
                  <a:lnTo>
                    <a:pt x="1076" y="316"/>
                  </a:lnTo>
                  <a:lnTo>
                    <a:pt x="1078" y="316"/>
                  </a:lnTo>
                  <a:lnTo>
                    <a:pt x="1079" y="315"/>
                  </a:lnTo>
                  <a:lnTo>
                    <a:pt x="1080" y="315"/>
                  </a:lnTo>
                  <a:lnTo>
                    <a:pt x="1082" y="315"/>
                  </a:lnTo>
                  <a:lnTo>
                    <a:pt x="1083" y="315"/>
                  </a:lnTo>
                  <a:lnTo>
                    <a:pt x="1084" y="315"/>
                  </a:lnTo>
                  <a:lnTo>
                    <a:pt x="1086" y="315"/>
                  </a:lnTo>
                  <a:lnTo>
                    <a:pt x="1087" y="315"/>
                  </a:lnTo>
                  <a:lnTo>
                    <a:pt x="1088" y="315"/>
                  </a:lnTo>
                  <a:lnTo>
                    <a:pt x="1090" y="314"/>
                  </a:lnTo>
                  <a:lnTo>
                    <a:pt x="1091" y="314"/>
                  </a:lnTo>
                  <a:lnTo>
                    <a:pt x="1092" y="314"/>
                  </a:lnTo>
                  <a:lnTo>
                    <a:pt x="1094" y="314"/>
                  </a:lnTo>
                  <a:lnTo>
                    <a:pt x="1095" y="314"/>
                  </a:lnTo>
                  <a:lnTo>
                    <a:pt x="1096" y="314"/>
                  </a:lnTo>
                  <a:lnTo>
                    <a:pt x="1098" y="313"/>
                  </a:lnTo>
                  <a:lnTo>
                    <a:pt x="1099" y="313"/>
                  </a:lnTo>
                  <a:lnTo>
                    <a:pt x="1100" y="313"/>
                  </a:lnTo>
                  <a:lnTo>
                    <a:pt x="1102" y="313"/>
                  </a:lnTo>
                  <a:lnTo>
                    <a:pt x="1103" y="313"/>
                  </a:lnTo>
                  <a:lnTo>
                    <a:pt x="1105" y="313"/>
                  </a:lnTo>
                  <a:lnTo>
                    <a:pt x="1106" y="313"/>
                  </a:lnTo>
                  <a:lnTo>
                    <a:pt x="1107" y="312"/>
                  </a:lnTo>
                  <a:lnTo>
                    <a:pt x="1109" y="312"/>
                  </a:lnTo>
                  <a:lnTo>
                    <a:pt x="1110" y="312"/>
                  </a:lnTo>
                  <a:lnTo>
                    <a:pt x="1111" y="312"/>
                  </a:lnTo>
                  <a:lnTo>
                    <a:pt x="1113" y="312"/>
                  </a:lnTo>
                  <a:lnTo>
                    <a:pt x="1114" y="312"/>
                  </a:lnTo>
                  <a:lnTo>
                    <a:pt x="1115" y="311"/>
                  </a:lnTo>
                  <a:lnTo>
                    <a:pt x="1117" y="311"/>
                  </a:lnTo>
                  <a:lnTo>
                    <a:pt x="1118" y="311"/>
                  </a:lnTo>
                  <a:lnTo>
                    <a:pt x="1119" y="311"/>
                  </a:lnTo>
                  <a:lnTo>
                    <a:pt x="1121" y="311"/>
                  </a:lnTo>
                  <a:lnTo>
                    <a:pt x="1122" y="311"/>
                  </a:lnTo>
                  <a:lnTo>
                    <a:pt x="1123" y="311"/>
                  </a:lnTo>
                  <a:lnTo>
                    <a:pt x="1125" y="310"/>
                  </a:lnTo>
                  <a:lnTo>
                    <a:pt x="1126" y="310"/>
                  </a:lnTo>
                  <a:lnTo>
                    <a:pt x="1127" y="310"/>
                  </a:lnTo>
                  <a:lnTo>
                    <a:pt x="1129" y="310"/>
                  </a:lnTo>
                  <a:lnTo>
                    <a:pt x="1130" y="310"/>
                  </a:lnTo>
                  <a:lnTo>
                    <a:pt x="1131" y="310"/>
                  </a:lnTo>
                  <a:lnTo>
                    <a:pt x="1133" y="310"/>
                  </a:lnTo>
                  <a:lnTo>
                    <a:pt x="1134" y="309"/>
                  </a:lnTo>
                  <a:lnTo>
                    <a:pt x="1135" y="309"/>
                  </a:lnTo>
                  <a:lnTo>
                    <a:pt x="1137" y="309"/>
                  </a:lnTo>
                  <a:lnTo>
                    <a:pt x="1138" y="309"/>
                  </a:lnTo>
                  <a:lnTo>
                    <a:pt x="1140" y="309"/>
                  </a:lnTo>
                  <a:lnTo>
                    <a:pt x="1141" y="309"/>
                  </a:lnTo>
                  <a:lnTo>
                    <a:pt x="1142" y="308"/>
                  </a:lnTo>
                  <a:lnTo>
                    <a:pt x="1144" y="308"/>
                  </a:lnTo>
                  <a:lnTo>
                    <a:pt x="1145" y="308"/>
                  </a:lnTo>
                  <a:lnTo>
                    <a:pt x="1146" y="308"/>
                  </a:lnTo>
                  <a:lnTo>
                    <a:pt x="1148" y="308"/>
                  </a:lnTo>
                  <a:lnTo>
                    <a:pt x="1149" y="308"/>
                  </a:lnTo>
                  <a:lnTo>
                    <a:pt x="1150" y="308"/>
                  </a:lnTo>
                  <a:lnTo>
                    <a:pt x="1152" y="308"/>
                  </a:lnTo>
                  <a:lnTo>
                    <a:pt x="1153" y="308"/>
                  </a:lnTo>
                  <a:lnTo>
                    <a:pt x="1154" y="307"/>
                  </a:lnTo>
                  <a:lnTo>
                    <a:pt x="1156" y="307"/>
                  </a:lnTo>
                  <a:lnTo>
                    <a:pt x="1157" y="307"/>
                  </a:lnTo>
                  <a:lnTo>
                    <a:pt x="1158" y="307"/>
                  </a:lnTo>
                  <a:lnTo>
                    <a:pt x="1160" y="307"/>
                  </a:lnTo>
                  <a:lnTo>
                    <a:pt x="1161" y="307"/>
                  </a:lnTo>
                  <a:lnTo>
                    <a:pt x="1162" y="307"/>
                  </a:lnTo>
                  <a:lnTo>
                    <a:pt x="1164" y="306"/>
                  </a:lnTo>
                  <a:lnTo>
                    <a:pt x="1165" y="306"/>
                  </a:lnTo>
                  <a:lnTo>
                    <a:pt x="1166" y="306"/>
                  </a:lnTo>
                  <a:lnTo>
                    <a:pt x="1168" y="306"/>
                  </a:lnTo>
                  <a:lnTo>
                    <a:pt x="1169" y="306"/>
                  </a:lnTo>
                  <a:lnTo>
                    <a:pt x="1170" y="306"/>
                  </a:lnTo>
                  <a:lnTo>
                    <a:pt x="1172" y="306"/>
                  </a:lnTo>
                  <a:lnTo>
                    <a:pt x="1173" y="305"/>
                  </a:lnTo>
                  <a:lnTo>
                    <a:pt x="1175" y="305"/>
                  </a:lnTo>
                  <a:lnTo>
                    <a:pt x="1176" y="305"/>
                  </a:lnTo>
                  <a:lnTo>
                    <a:pt x="1177" y="305"/>
                  </a:lnTo>
                  <a:lnTo>
                    <a:pt x="1179" y="305"/>
                  </a:lnTo>
                  <a:lnTo>
                    <a:pt x="1180" y="305"/>
                  </a:lnTo>
                  <a:lnTo>
                    <a:pt x="1181" y="304"/>
                  </a:lnTo>
                  <a:lnTo>
                    <a:pt x="1183" y="304"/>
                  </a:lnTo>
                  <a:lnTo>
                    <a:pt x="1184" y="304"/>
                  </a:lnTo>
                  <a:lnTo>
                    <a:pt x="1185" y="304"/>
                  </a:lnTo>
                  <a:lnTo>
                    <a:pt x="1187" y="304"/>
                  </a:lnTo>
                  <a:lnTo>
                    <a:pt x="1188" y="304"/>
                  </a:lnTo>
                  <a:lnTo>
                    <a:pt x="1189" y="304"/>
                  </a:lnTo>
                  <a:lnTo>
                    <a:pt x="1191" y="304"/>
                  </a:lnTo>
                  <a:lnTo>
                    <a:pt x="1192" y="304"/>
                  </a:lnTo>
                  <a:lnTo>
                    <a:pt x="1193" y="303"/>
                  </a:lnTo>
                  <a:lnTo>
                    <a:pt x="1195" y="303"/>
                  </a:lnTo>
                  <a:lnTo>
                    <a:pt x="1196" y="303"/>
                  </a:lnTo>
                  <a:lnTo>
                    <a:pt x="1197" y="303"/>
                  </a:lnTo>
                  <a:lnTo>
                    <a:pt x="1199" y="303"/>
                  </a:lnTo>
                  <a:lnTo>
                    <a:pt x="1200" y="303"/>
                  </a:lnTo>
                  <a:lnTo>
                    <a:pt x="1201" y="302"/>
                  </a:lnTo>
                  <a:lnTo>
                    <a:pt x="1203" y="302"/>
                  </a:lnTo>
                  <a:lnTo>
                    <a:pt x="1204" y="302"/>
                  </a:lnTo>
                  <a:lnTo>
                    <a:pt x="1205" y="302"/>
                  </a:lnTo>
                  <a:lnTo>
                    <a:pt x="1207" y="302"/>
                  </a:lnTo>
                  <a:lnTo>
                    <a:pt x="1208" y="302"/>
                  </a:lnTo>
                  <a:lnTo>
                    <a:pt x="1209" y="302"/>
                  </a:lnTo>
                  <a:lnTo>
                    <a:pt x="1211" y="302"/>
                  </a:lnTo>
                  <a:lnTo>
                    <a:pt x="1212" y="301"/>
                  </a:lnTo>
                  <a:lnTo>
                    <a:pt x="1214" y="301"/>
                  </a:lnTo>
                  <a:lnTo>
                    <a:pt x="1215" y="301"/>
                  </a:lnTo>
                  <a:lnTo>
                    <a:pt x="1216" y="301"/>
                  </a:lnTo>
                  <a:lnTo>
                    <a:pt x="1218" y="301"/>
                  </a:lnTo>
                  <a:lnTo>
                    <a:pt x="1219" y="301"/>
                  </a:lnTo>
                  <a:lnTo>
                    <a:pt x="1220" y="301"/>
                  </a:lnTo>
                  <a:lnTo>
                    <a:pt x="1222" y="300"/>
                  </a:lnTo>
                  <a:lnTo>
                    <a:pt x="1223" y="300"/>
                  </a:lnTo>
                  <a:lnTo>
                    <a:pt x="1224" y="300"/>
                  </a:lnTo>
                  <a:lnTo>
                    <a:pt x="1226" y="300"/>
                  </a:lnTo>
                  <a:lnTo>
                    <a:pt x="1227" y="300"/>
                  </a:lnTo>
                  <a:lnTo>
                    <a:pt x="1228" y="300"/>
                  </a:lnTo>
                  <a:lnTo>
                    <a:pt x="1230" y="300"/>
                  </a:lnTo>
                  <a:lnTo>
                    <a:pt x="1231" y="300"/>
                  </a:lnTo>
                  <a:lnTo>
                    <a:pt x="1232" y="299"/>
                  </a:lnTo>
                  <a:lnTo>
                    <a:pt x="1234" y="299"/>
                  </a:lnTo>
                  <a:lnTo>
                    <a:pt x="1235" y="299"/>
                  </a:lnTo>
                  <a:lnTo>
                    <a:pt x="1236" y="299"/>
                  </a:lnTo>
                  <a:lnTo>
                    <a:pt x="1238" y="299"/>
                  </a:lnTo>
                  <a:lnTo>
                    <a:pt x="1239" y="299"/>
                  </a:lnTo>
                  <a:lnTo>
                    <a:pt x="1240" y="299"/>
                  </a:lnTo>
                  <a:lnTo>
                    <a:pt x="1242" y="298"/>
                  </a:lnTo>
                  <a:lnTo>
                    <a:pt x="1243" y="298"/>
                  </a:lnTo>
                  <a:lnTo>
                    <a:pt x="1244" y="298"/>
                  </a:lnTo>
                  <a:lnTo>
                    <a:pt x="1246" y="298"/>
                  </a:lnTo>
                  <a:lnTo>
                    <a:pt x="1247" y="298"/>
                  </a:lnTo>
                  <a:lnTo>
                    <a:pt x="1249" y="298"/>
                  </a:lnTo>
                  <a:lnTo>
                    <a:pt x="1250" y="298"/>
                  </a:lnTo>
                  <a:lnTo>
                    <a:pt x="1251" y="298"/>
                  </a:lnTo>
                  <a:lnTo>
                    <a:pt x="1253" y="298"/>
                  </a:lnTo>
                  <a:lnTo>
                    <a:pt x="1254" y="297"/>
                  </a:lnTo>
                  <a:lnTo>
                    <a:pt x="1255" y="297"/>
                  </a:lnTo>
                  <a:lnTo>
                    <a:pt x="1257" y="297"/>
                  </a:lnTo>
                  <a:lnTo>
                    <a:pt x="1258" y="297"/>
                  </a:lnTo>
                  <a:lnTo>
                    <a:pt x="1259" y="297"/>
                  </a:lnTo>
                  <a:lnTo>
                    <a:pt x="1261" y="297"/>
                  </a:lnTo>
                  <a:lnTo>
                    <a:pt x="1262" y="297"/>
                  </a:lnTo>
                  <a:lnTo>
                    <a:pt x="1263" y="296"/>
                  </a:lnTo>
                  <a:lnTo>
                    <a:pt x="1265" y="296"/>
                  </a:lnTo>
                  <a:lnTo>
                    <a:pt x="1266" y="296"/>
                  </a:lnTo>
                  <a:lnTo>
                    <a:pt x="1267" y="296"/>
                  </a:lnTo>
                  <a:lnTo>
                    <a:pt x="1269" y="296"/>
                  </a:lnTo>
                  <a:lnTo>
                    <a:pt x="1270" y="296"/>
                  </a:lnTo>
                  <a:lnTo>
                    <a:pt x="1271" y="296"/>
                  </a:lnTo>
                  <a:lnTo>
                    <a:pt x="1273" y="296"/>
                  </a:lnTo>
                  <a:lnTo>
                    <a:pt x="1274" y="295"/>
                  </a:lnTo>
                  <a:lnTo>
                    <a:pt x="1275" y="295"/>
                  </a:lnTo>
                  <a:lnTo>
                    <a:pt x="1277" y="295"/>
                  </a:lnTo>
                  <a:lnTo>
                    <a:pt x="1278" y="295"/>
                  </a:lnTo>
                  <a:lnTo>
                    <a:pt x="1279" y="295"/>
                  </a:lnTo>
                  <a:lnTo>
                    <a:pt x="1281" y="295"/>
                  </a:lnTo>
                  <a:lnTo>
                    <a:pt x="1282" y="295"/>
                  </a:lnTo>
                  <a:lnTo>
                    <a:pt x="1284" y="295"/>
                  </a:lnTo>
                  <a:lnTo>
                    <a:pt x="1285" y="294"/>
                  </a:lnTo>
                  <a:lnTo>
                    <a:pt x="1286" y="294"/>
                  </a:lnTo>
                  <a:lnTo>
                    <a:pt x="1288" y="294"/>
                  </a:lnTo>
                  <a:lnTo>
                    <a:pt x="1289" y="294"/>
                  </a:lnTo>
                  <a:lnTo>
                    <a:pt x="1290" y="294"/>
                  </a:lnTo>
                  <a:lnTo>
                    <a:pt x="1292" y="294"/>
                  </a:lnTo>
                  <a:lnTo>
                    <a:pt x="1293" y="294"/>
                  </a:lnTo>
                  <a:lnTo>
                    <a:pt x="1294" y="293"/>
                  </a:lnTo>
                  <a:lnTo>
                    <a:pt x="1296" y="293"/>
                  </a:lnTo>
                  <a:lnTo>
                    <a:pt x="1297" y="293"/>
                  </a:lnTo>
                  <a:lnTo>
                    <a:pt x="1298" y="293"/>
                  </a:lnTo>
                  <a:lnTo>
                    <a:pt x="1300" y="293"/>
                  </a:lnTo>
                  <a:lnTo>
                    <a:pt x="1301" y="293"/>
                  </a:lnTo>
                  <a:lnTo>
                    <a:pt x="1302" y="293"/>
                  </a:lnTo>
                  <a:lnTo>
                    <a:pt x="1304" y="293"/>
                  </a:lnTo>
                  <a:lnTo>
                    <a:pt x="1305" y="293"/>
                  </a:lnTo>
                  <a:lnTo>
                    <a:pt x="1306" y="293"/>
                  </a:lnTo>
                  <a:lnTo>
                    <a:pt x="1308" y="293"/>
                  </a:lnTo>
                  <a:lnTo>
                    <a:pt x="1309" y="292"/>
                  </a:lnTo>
                  <a:lnTo>
                    <a:pt x="1310" y="292"/>
                  </a:lnTo>
                  <a:lnTo>
                    <a:pt x="1312" y="292"/>
                  </a:lnTo>
                  <a:lnTo>
                    <a:pt x="1313" y="292"/>
                  </a:lnTo>
                  <a:lnTo>
                    <a:pt x="1314" y="292"/>
                  </a:lnTo>
                  <a:lnTo>
                    <a:pt x="1316" y="292"/>
                  </a:lnTo>
                  <a:lnTo>
                    <a:pt x="1317" y="292"/>
                  </a:lnTo>
                  <a:lnTo>
                    <a:pt x="1319" y="292"/>
                  </a:lnTo>
                  <a:lnTo>
                    <a:pt x="1320" y="291"/>
                  </a:lnTo>
                  <a:lnTo>
                    <a:pt x="1321" y="291"/>
                  </a:lnTo>
                  <a:lnTo>
                    <a:pt x="1323" y="291"/>
                  </a:lnTo>
                  <a:lnTo>
                    <a:pt x="1324" y="291"/>
                  </a:lnTo>
                  <a:lnTo>
                    <a:pt x="1325" y="291"/>
                  </a:lnTo>
                  <a:lnTo>
                    <a:pt x="1327" y="291"/>
                  </a:lnTo>
                  <a:lnTo>
                    <a:pt x="1328" y="290"/>
                  </a:lnTo>
                  <a:lnTo>
                    <a:pt x="1329" y="290"/>
                  </a:lnTo>
                  <a:lnTo>
                    <a:pt x="1331" y="290"/>
                  </a:lnTo>
                  <a:lnTo>
                    <a:pt x="1332" y="290"/>
                  </a:lnTo>
                  <a:lnTo>
                    <a:pt x="1333" y="290"/>
                  </a:lnTo>
                  <a:lnTo>
                    <a:pt x="1335" y="290"/>
                  </a:lnTo>
                  <a:lnTo>
                    <a:pt x="1336" y="290"/>
                  </a:lnTo>
                  <a:lnTo>
                    <a:pt x="1337" y="290"/>
                  </a:lnTo>
                  <a:lnTo>
                    <a:pt x="1339" y="290"/>
                  </a:lnTo>
                  <a:lnTo>
                    <a:pt x="1340" y="290"/>
                  </a:lnTo>
                  <a:lnTo>
                    <a:pt x="1341" y="289"/>
                  </a:lnTo>
                  <a:lnTo>
                    <a:pt x="1343" y="289"/>
                  </a:lnTo>
                  <a:lnTo>
                    <a:pt x="1344" y="289"/>
                  </a:lnTo>
                  <a:lnTo>
                    <a:pt x="1345" y="289"/>
                  </a:lnTo>
                  <a:lnTo>
                    <a:pt x="1347" y="289"/>
                  </a:lnTo>
                  <a:lnTo>
                    <a:pt x="1348" y="289"/>
                  </a:lnTo>
                  <a:lnTo>
                    <a:pt x="1349" y="289"/>
                  </a:lnTo>
                  <a:lnTo>
                    <a:pt x="1351" y="289"/>
                  </a:lnTo>
                  <a:lnTo>
                    <a:pt x="1352" y="289"/>
                  </a:lnTo>
                  <a:lnTo>
                    <a:pt x="1353" y="288"/>
                  </a:lnTo>
                  <a:lnTo>
                    <a:pt x="1355" y="288"/>
                  </a:lnTo>
                  <a:lnTo>
                    <a:pt x="1356" y="288"/>
                  </a:lnTo>
                  <a:lnTo>
                    <a:pt x="1358" y="288"/>
                  </a:lnTo>
                  <a:lnTo>
                    <a:pt x="1359" y="288"/>
                  </a:lnTo>
                  <a:lnTo>
                    <a:pt x="1360" y="288"/>
                  </a:lnTo>
                  <a:lnTo>
                    <a:pt x="1362" y="288"/>
                  </a:lnTo>
                  <a:lnTo>
                    <a:pt x="1363" y="287"/>
                  </a:lnTo>
                  <a:lnTo>
                    <a:pt x="1364" y="287"/>
                  </a:lnTo>
                  <a:lnTo>
                    <a:pt x="1366" y="287"/>
                  </a:lnTo>
                  <a:lnTo>
                    <a:pt x="1367" y="287"/>
                  </a:lnTo>
                  <a:lnTo>
                    <a:pt x="1368" y="287"/>
                  </a:lnTo>
                  <a:lnTo>
                    <a:pt x="1370" y="287"/>
                  </a:lnTo>
                  <a:lnTo>
                    <a:pt x="1371" y="287"/>
                  </a:lnTo>
                  <a:lnTo>
                    <a:pt x="1372" y="287"/>
                  </a:lnTo>
                  <a:lnTo>
                    <a:pt x="1374" y="286"/>
                  </a:lnTo>
                  <a:lnTo>
                    <a:pt x="1375" y="286"/>
                  </a:lnTo>
                  <a:lnTo>
                    <a:pt x="1376" y="286"/>
                  </a:lnTo>
                  <a:lnTo>
                    <a:pt x="1378" y="286"/>
                  </a:lnTo>
                  <a:lnTo>
                    <a:pt x="1379" y="286"/>
                  </a:lnTo>
                  <a:lnTo>
                    <a:pt x="1380" y="286"/>
                  </a:lnTo>
                  <a:lnTo>
                    <a:pt x="1382" y="286"/>
                  </a:lnTo>
                  <a:lnTo>
                    <a:pt x="1383" y="286"/>
                  </a:lnTo>
                  <a:lnTo>
                    <a:pt x="1384" y="285"/>
                  </a:lnTo>
                  <a:lnTo>
                    <a:pt x="1386" y="285"/>
                  </a:lnTo>
                  <a:lnTo>
                    <a:pt x="1387" y="285"/>
                  </a:lnTo>
                  <a:lnTo>
                    <a:pt x="1388" y="285"/>
                  </a:lnTo>
                  <a:lnTo>
                    <a:pt x="1390" y="285"/>
                  </a:lnTo>
                  <a:lnTo>
                    <a:pt x="1391" y="285"/>
                  </a:lnTo>
                  <a:lnTo>
                    <a:pt x="1393" y="285"/>
                  </a:lnTo>
                  <a:lnTo>
                    <a:pt x="1394" y="284"/>
                  </a:lnTo>
                  <a:lnTo>
                    <a:pt x="1395" y="284"/>
                  </a:lnTo>
                  <a:lnTo>
                    <a:pt x="1397" y="284"/>
                  </a:lnTo>
                  <a:lnTo>
                    <a:pt x="1398" y="284"/>
                  </a:lnTo>
                  <a:lnTo>
                    <a:pt x="1399" y="284"/>
                  </a:lnTo>
                  <a:lnTo>
                    <a:pt x="1401" y="284"/>
                  </a:lnTo>
                  <a:lnTo>
                    <a:pt x="1402" y="283"/>
                  </a:lnTo>
                  <a:lnTo>
                    <a:pt x="1403" y="283"/>
                  </a:lnTo>
                  <a:lnTo>
                    <a:pt x="1405" y="283"/>
                  </a:lnTo>
                  <a:lnTo>
                    <a:pt x="1406" y="283"/>
                  </a:lnTo>
                  <a:lnTo>
                    <a:pt x="1407" y="283"/>
                  </a:lnTo>
                  <a:lnTo>
                    <a:pt x="1409" y="283"/>
                  </a:lnTo>
                  <a:lnTo>
                    <a:pt x="1410" y="283"/>
                  </a:lnTo>
                  <a:lnTo>
                    <a:pt x="1411" y="283"/>
                  </a:lnTo>
                  <a:lnTo>
                    <a:pt x="1413" y="283"/>
                  </a:lnTo>
                  <a:lnTo>
                    <a:pt x="1414" y="283"/>
                  </a:lnTo>
                  <a:lnTo>
                    <a:pt x="1415" y="283"/>
                  </a:lnTo>
                  <a:lnTo>
                    <a:pt x="1417" y="282"/>
                  </a:lnTo>
                  <a:lnTo>
                    <a:pt x="1418" y="282"/>
                  </a:lnTo>
                  <a:lnTo>
                    <a:pt x="1419" y="282"/>
                  </a:lnTo>
                  <a:lnTo>
                    <a:pt x="1421" y="282"/>
                  </a:lnTo>
                  <a:lnTo>
                    <a:pt x="1422" y="282"/>
                  </a:lnTo>
                </a:path>
              </a:pathLst>
            </a:custGeom>
            <a:noFill/>
            <a:ln cap="flat" cmpd="sng" w="25400">
              <a:solidFill>
                <a:srgbClr val="8B008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6"/>
            <p:cNvSpPr/>
            <p:nvPr/>
          </p:nvSpPr>
          <p:spPr>
            <a:xfrm flipH="1" rot="10800000">
              <a:off x="6845301" y="4108451"/>
              <a:ext cx="3756025" cy="1958975"/>
            </a:xfrm>
            <a:custGeom>
              <a:rect b="b" l="l" r="r" t="t"/>
              <a:pathLst>
                <a:path extrusionOk="0" h="889" w="1422">
                  <a:moveTo>
                    <a:pt x="0" y="8"/>
                  </a:moveTo>
                  <a:lnTo>
                    <a:pt x="1" y="8"/>
                  </a:lnTo>
                  <a:lnTo>
                    <a:pt x="2" y="8"/>
                  </a:lnTo>
                  <a:lnTo>
                    <a:pt x="4" y="8"/>
                  </a:lnTo>
                  <a:lnTo>
                    <a:pt x="5" y="8"/>
                  </a:lnTo>
                  <a:lnTo>
                    <a:pt x="6" y="8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8"/>
                  </a:lnTo>
                  <a:lnTo>
                    <a:pt x="20" y="8"/>
                  </a:lnTo>
                  <a:lnTo>
                    <a:pt x="21" y="8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7" y="8"/>
                  </a:lnTo>
                  <a:lnTo>
                    <a:pt x="28" y="8"/>
                  </a:lnTo>
                  <a:lnTo>
                    <a:pt x="29" y="8"/>
                  </a:lnTo>
                  <a:lnTo>
                    <a:pt x="31" y="8"/>
                  </a:lnTo>
                  <a:lnTo>
                    <a:pt x="32" y="8"/>
                  </a:lnTo>
                  <a:lnTo>
                    <a:pt x="33" y="8"/>
                  </a:lnTo>
                  <a:lnTo>
                    <a:pt x="35" y="8"/>
                  </a:lnTo>
                  <a:lnTo>
                    <a:pt x="36" y="8"/>
                  </a:lnTo>
                  <a:lnTo>
                    <a:pt x="37" y="8"/>
                  </a:lnTo>
                  <a:lnTo>
                    <a:pt x="39" y="8"/>
                  </a:lnTo>
                  <a:lnTo>
                    <a:pt x="40" y="8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4" y="8"/>
                  </a:lnTo>
                  <a:lnTo>
                    <a:pt x="45" y="8"/>
                  </a:lnTo>
                  <a:lnTo>
                    <a:pt x="47" y="8"/>
                  </a:lnTo>
                  <a:lnTo>
                    <a:pt x="48" y="8"/>
                  </a:lnTo>
                  <a:lnTo>
                    <a:pt x="49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3" y="8"/>
                  </a:lnTo>
                  <a:lnTo>
                    <a:pt x="55" y="8"/>
                  </a:lnTo>
                  <a:lnTo>
                    <a:pt x="56" y="8"/>
                  </a:lnTo>
                  <a:lnTo>
                    <a:pt x="58" y="8"/>
                  </a:lnTo>
                  <a:lnTo>
                    <a:pt x="59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3" y="8"/>
                  </a:lnTo>
                  <a:lnTo>
                    <a:pt x="64" y="8"/>
                  </a:lnTo>
                  <a:lnTo>
                    <a:pt x="66" y="8"/>
                  </a:lnTo>
                  <a:lnTo>
                    <a:pt x="67" y="8"/>
                  </a:lnTo>
                  <a:lnTo>
                    <a:pt x="68" y="8"/>
                  </a:lnTo>
                  <a:lnTo>
                    <a:pt x="70" y="8"/>
                  </a:lnTo>
                  <a:lnTo>
                    <a:pt x="71" y="8"/>
                  </a:lnTo>
                  <a:lnTo>
                    <a:pt x="72" y="8"/>
                  </a:lnTo>
                  <a:lnTo>
                    <a:pt x="74" y="8"/>
                  </a:lnTo>
                  <a:lnTo>
                    <a:pt x="75" y="8"/>
                  </a:lnTo>
                  <a:lnTo>
                    <a:pt x="76" y="8"/>
                  </a:lnTo>
                  <a:lnTo>
                    <a:pt x="78" y="8"/>
                  </a:lnTo>
                  <a:lnTo>
                    <a:pt x="79" y="8"/>
                  </a:lnTo>
                  <a:lnTo>
                    <a:pt x="80" y="8"/>
                  </a:lnTo>
                  <a:lnTo>
                    <a:pt x="82" y="8"/>
                  </a:lnTo>
                  <a:lnTo>
                    <a:pt x="83" y="8"/>
                  </a:lnTo>
                  <a:lnTo>
                    <a:pt x="84" y="8"/>
                  </a:lnTo>
                  <a:lnTo>
                    <a:pt x="86" y="8"/>
                  </a:lnTo>
                  <a:lnTo>
                    <a:pt x="87" y="8"/>
                  </a:lnTo>
                  <a:lnTo>
                    <a:pt x="88" y="8"/>
                  </a:lnTo>
                  <a:lnTo>
                    <a:pt x="90" y="8"/>
                  </a:lnTo>
                  <a:lnTo>
                    <a:pt x="91" y="8"/>
                  </a:lnTo>
                  <a:lnTo>
                    <a:pt x="92" y="8"/>
                  </a:lnTo>
                  <a:lnTo>
                    <a:pt x="94" y="8"/>
                  </a:lnTo>
                  <a:lnTo>
                    <a:pt x="95" y="8"/>
                  </a:lnTo>
                  <a:lnTo>
                    <a:pt x="97" y="8"/>
                  </a:lnTo>
                  <a:lnTo>
                    <a:pt x="98" y="8"/>
                  </a:lnTo>
                  <a:lnTo>
                    <a:pt x="99" y="8"/>
                  </a:lnTo>
                  <a:lnTo>
                    <a:pt x="101" y="8"/>
                  </a:lnTo>
                  <a:lnTo>
                    <a:pt x="102" y="8"/>
                  </a:lnTo>
                  <a:lnTo>
                    <a:pt x="103" y="8"/>
                  </a:lnTo>
                  <a:lnTo>
                    <a:pt x="105" y="8"/>
                  </a:lnTo>
                  <a:lnTo>
                    <a:pt x="106" y="8"/>
                  </a:lnTo>
                  <a:lnTo>
                    <a:pt x="107" y="8"/>
                  </a:lnTo>
                  <a:lnTo>
                    <a:pt x="109" y="8"/>
                  </a:lnTo>
                  <a:lnTo>
                    <a:pt x="110" y="8"/>
                  </a:lnTo>
                  <a:lnTo>
                    <a:pt x="111" y="8"/>
                  </a:lnTo>
                  <a:lnTo>
                    <a:pt x="113" y="8"/>
                  </a:lnTo>
                  <a:lnTo>
                    <a:pt x="114" y="8"/>
                  </a:lnTo>
                  <a:lnTo>
                    <a:pt x="115" y="7"/>
                  </a:lnTo>
                  <a:lnTo>
                    <a:pt x="117" y="0"/>
                  </a:lnTo>
                  <a:lnTo>
                    <a:pt x="118" y="14"/>
                  </a:lnTo>
                  <a:lnTo>
                    <a:pt x="119" y="47"/>
                  </a:lnTo>
                  <a:lnTo>
                    <a:pt x="121" y="90"/>
                  </a:lnTo>
                  <a:lnTo>
                    <a:pt x="122" y="135"/>
                  </a:lnTo>
                  <a:lnTo>
                    <a:pt x="123" y="180"/>
                  </a:lnTo>
                  <a:lnTo>
                    <a:pt x="125" y="221"/>
                  </a:lnTo>
                  <a:lnTo>
                    <a:pt x="126" y="258"/>
                  </a:lnTo>
                  <a:lnTo>
                    <a:pt x="127" y="291"/>
                  </a:lnTo>
                  <a:lnTo>
                    <a:pt x="129" y="317"/>
                  </a:lnTo>
                  <a:lnTo>
                    <a:pt x="130" y="340"/>
                  </a:lnTo>
                  <a:lnTo>
                    <a:pt x="132" y="360"/>
                  </a:lnTo>
                  <a:lnTo>
                    <a:pt x="133" y="379"/>
                  </a:lnTo>
                  <a:lnTo>
                    <a:pt x="134" y="397"/>
                  </a:lnTo>
                  <a:lnTo>
                    <a:pt x="136" y="415"/>
                  </a:lnTo>
                  <a:lnTo>
                    <a:pt x="137" y="432"/>
                  </a:lnTo>
                  <a:lnTo>
                    <a:pt x="138" y="450"/>
                  </a:lnTo>
                  <a:lnTo>
                    <a:pt x="140" y="467"/>
                  </a:lnTo>
                  <a:lnTo>
                    <a:pt x="141" y="484"/>
                  </a:lnTo>
                  <a:lnTo>
                    <a:pt x="142" y="501"/>
                  </a:lnTo>
                  <a:lnTo>
                    <a:pt x="144" y="518"/>
                  </a:lnTo>
                  <a:lnTo>
                    <a:pt x="145" y="535"/>
                  </a:lnTo>
                  <a:lnTo>
                    <a:pt x="146" y="550"/>
                  </a:lnTo>
                  <a:lnTo>
                    <a:pt x="148" y="565"/>
                  </a:lnTo>
                  <a:lnTo>
                    <a:pt x="149" y="580"/>
                  </a:lnTo>
                  <a:lnTo>
                    <a:pt x="150" y="593"/>
                  </a:lnTo>
                  <a:lnTo>
                    <a:pt x="152" y="606"/>
                  </a:lnTo>
                  <a:lnTo>
                    <a:pt x="153" y="616"/>
                  </a:lnTo>
                  <a:lnTo>
                    <a:pt x="154" y="626"/>
                  </a:lnTo>
                  <a:lnTo>
                    <a:pt x="156" y="634"/>
                  </a:lnTo>
                  <a:lnTo>
                    <a:pt x="157" y="640"/>
                  </a:lnTo>
                  <a:lnTo>
                    <a:pt x="158" y="646"/>
                  </a:lnTo>
                  <a:lnTo>
                    <a:pt x="160" y="650"/>
                  </a:lnTo>
                  <a:lnTo>
                    <a:pt x="161" y="654"/>
                  </a:lnTo>
                  <a:lnTo>
                    <a:pt x="162" y="657"/>
                  </a:lnTo>
                  <a:lnTo>
                    <a:pt x="164" y="660"/>
                  </a:lnTo>
                  <a:lnTo>
                    <a:pt x="165" y="663"/>
                  </a:lnTo>
                  <a:lnTo>
                    <a:pt x="167" y="665"/>
                  </a:lnTo>
                  <a:lnTo>
                    <a:pt x="168" y="667"/>
                  </a:lnTo>
                  <a:lnTo>
                    <a:pt x="169" y="669"/>
                  </a:lnTo>
                  <a:lnTo>
                    <a:pt x="171" y="670"/>
                  </a:lnTo>
                  <a:lnTo>
                    <a:pt x="172" y="671"/>
                  </a:lnTo>
                  <a:lnTo>
                    <a:pt x="173" y="673"/>
                  </a:lnTo>
                  <a:lnTo>
                    <a:pt x="175" y="675"/>
                  </a:lnTo>
                  <a:lnTo>
                    <a:pt x="176" y="677"/>
                  </a:lnTo>
                  <a:lnTo>
                    <a:pt x="177" y="678"/>
                  </a:lnTo>
                  <a:lnTo>
                    <a:pt x="179" y="679"/>
                  </a:lnTo>
                  <a:lnTo>
                    <a:pt x="180" y="681"/>
                  </a:lnTo>
                  <a:lnTo>
                    <a:pt x="181" y="682"/>
                  </a:lnTo>
                  <a:lnTo>
                    <a:pt x="183" y="684"/>
                  </a:lnTo>
                  <a:lnTo>
                    <a:pt x="184" y="686"/>
                  </a:lnTo>
                  <a:lnTo>
                    <a:pt x="185" y="687"/>
                  </a:lnTo>
                  <a:lnTo>
                    <a:pt x="187" y="689"/>
                  </a:lnTo>
                  <a:lnTo>
                    <a:pt x="188" y="690"/>
                  </a:lnTo>
                  <a:lnTo>
                    <a:pt x="189" y="692"/>
                  </a:lnTo>
                  <a:lnTo>
                    <a:pt x="191" y="693"/>
                  </a:lnTo>
                  <a:lnTo>
                    <a:pt x="192" y="694"/>
                  </a:lnTo>
                  <a:lnTo>
                    <a:pt x="193" y="696"/>
                  </a:lnTo>
                  <a:lnTo>
                    <a:pt x="195" y="698"/>
                  </a:lnTo>
                  <a:lnTo>
                    <a:pt x="196" y="699"/>
                  </a:lnTo>
                  <a:lnTo>
                    <a:pt x="197" y="701"/>
                  </a:lnTo>
                  <a:lnTo>
                    <a:pt x="199" y="702"/>
                  </a:lnTo>
                  <a:lnTo>
                    <a:pt x="200" y="704"/>
                  </a:lnTo>
                  <a:lnTo>
                    <a:pt x="202" y="705"/>
                  </a:lnTo>
                  <a:lnTo>
                    <a:pt x="203" y="707"/>
                  </a:lnTo>
                  <a:lnTo>
                    <a:pt x="204" y="709"/>
                  </a:lnTo>
                  <a:lnTo>
                    <a:pt x="206" y="710"/>
                  </a:lnTo>
                  <a:lnTo>
                    <a:pt x="207" y="712"/>
                  </a:lnTo>
                  <a:lnTo>
                    <a:pt x="208" y="714"/>
                  </a:lnTo>
                  <a:lnTo>
                    <a:pt x="210" y="715"/>
                  </a:lnTo>
                  <a:lnTo>
                    <a:pt x="211" y="717"/>
                  </a:lnTo>
                  <a:lnTo>
                    <a:pt x="212" y="719"/>
                  </a:lnTo>
                  <a:lnTo>
                    <a:pt x="214" y="721"/>
                  </a:lnTo>
                  <a:lnTo>
                    <a:pt x="215" y="723"/>
                  </a:lnTo>
                  <a:lnTo>
                    <a:pt x="216" y="724"/>
                  </a:lnTo>
                  <a:lnTo>
                    <a:pt x="218" y="726"/>
                  </a:lnTo>
                  <a:lnTo>
                    <a:pt x="219" y="728"/>
                  </a:lnTo>
                  <a:lnTo>
                    <a:pt x="220" y="730"/>
                  </a:lnTo>
                  <a:lnTo>
                    <a:pt x="222" y="732"/>
                  </a:lnTo>
                  <a:lnTo>
                    <a:pt x="223" y="734"/>
                  </a:lnTo>
                  <a:lnTo>
                    <a:pt x="224" y="736"/>
                  </a:lnTo>
                  <a:lnTo>
                    <a:pt x="226" y="737"/>
                  </a:lnTo>
                  <a:lnTo>
                    <a:pt x="227" y="739"/>
                  </a:lnTo>
                  <a:lnTo>
                    <a:pt x="228" y="741"/>
                  </a:lnTo>
                  <a:lnTo>
                    <a:pt x="230" y="743"/>
                  </a:lnTo>
                  <a:lnTo>
                    <a:pt x="231" y="745"/>
                  </a:lnTo>
                  <a:lnTo>
                    <a:pt x="232" y="747"/>
                  </a:lnTo>
                  <a:lnTo>
                    <a:pt x="234" y="749"/>
                  </a:lnTo>
                  <a:lnTo>
                    <a:pt x="235" y="751"/>
                  </a:lnTo>
                  <a:lnTo>
                    <a:pt x="236" y="753"/>
                  </a:lnTo>
                  <a:lnTo>
                    <a:pt x="238" y="755"/>
                  </a:lnTo>
                  <a:lnTo>
                    <a:pt x="239" y="757"/>
                  </a:lnTo>
                  <a:lnTo>
                    <a:pt x="241" y="759"/>
                  </a:lnTo>
                  <a:lnTo>
                    <a:pt x="242" y="761"/>
                  </a:lnTo>
                  <a:lnTo>
                    <a:pt x="243" y="763"/>
                  </a:lnTo>
                  <a:lnTo>
                    <a:pt x="245" y="765"/>
                  </a:lnTo>
                  <a:lnTo>
                    <a:pt x="246" y="767"/>
                  </a:lnTo>
                  <a:lnTo>
                    <a:pt x="247" y="769"/>
                  </a:lnTo>
                  <a:lnTo>
                    <a:pt x="249" y="771"/>
                  </a:lnTo>
                  <a:lnTo>
                    <a:pt x="250" y="773"/>
                  </a:lnTo>
                  <a:lnTo>
                    <a:pt x="251" y="776"/>
                  </a:lnTo>
                  <a:lnTo>
                    <a:pt x="253" y="778"/>
                  </a:lnTo>
                  <a:lnTo>
                    <a:pt x="254" y="780"/>
                  </a:lnTo>
                  <a:lnTo>
                    <a:pt x="255" y="782"/>
                  </a:lnTo>
                  <a:lnTo>
                    <a:pt x="257" y="784"/>
                  </a:lnTo>
                  <a:lnTo>
                    <a:pt x="258" y="786"/>
                  </a:lnTo>
                  <a:lnTo>
                    <a:pt x="259" y="789"/>
                  </a:lnTo>
                  <a:lnTo>
                    <a:pt x="261" y="791"/>
                  </a:lnTo>
                  <a:lnTo>
                    <a:pt x="262" y="793"/>
                  </a:lnTo>
                  <a:lnTo>
                    <a:pt x="263" y="795"/>
                  </a:lnTo>
                  <a:lnTo>
                    <a:pt x="265" y="798"/>
                  </a:lnTo>
                  <a:lnTo>
                    <a:pt x="266" y="800"/>
                  </a:lnTo>
                  <a:lnTo>
                    <a:pt x="267" y="802"/>
                  </a:lnTo>
                  <a:lnTo>
                    <a:pt x="269" y="805"/>
                  </a:lnTo>
                  <a:lnTo>
                    <a:pt x="270" y="807"/>
                  </a:lnTo>
                  <a:lnTo>
                    <a:pt x="271" y="809"/>
                  </a:lnTo>
                  <a:lnTo>
                    <a:pt x="273" y="810"/>
                  </a:lnTo>
                  <a:lnTo>
                    <a:pt x="274" y="812"/>
                  </a:lnTo>
                  <a:lnTo>
                    <a:pt x="276" y="814"/>
                  </a:lnTo>
                  <a:lnTo>
                    <a:pt x="277" y="815"/>
                  </a:lnTo>
                  <a:lnTo>
                    <a:pt x="278" y="816"/>
                  </a:lnTo>
                  <a:lnTo>
                    <a:pt x="280" y="818"/>
                  </a:lnTo>
                  <a:lnTo>
                    <a:pt x="281" y="819"/>
                  </a:lnTo>
                  <a:lnTo>
                    <a:pt x="282" y="820"/>
                  </a:lnTo>
                  <a:lnTo>
                    <a:pt x="284" y="821"/>
                  </a:lnTo>
                  <a:lnTo>
                    <a:pt x="285" y="822"/>
                  </a:lnTo>
                  <a:lnTo>
                    <a:pt x="286" y="824"/>
                  </a:lnTo>
                  <a:lnTo>
                    <a:pt x="288" y="825"/>
                  </a:lnTo>
                  <a:lnTo>
                    <a:pt x="289" y="826"/>
                  </a:lnTo>
                  <a:lnTo>
                    <a:pt x="290" y="827"/>
                  </a:lnTo>
                  <a:lnTo>
                    <a:pt x="292" y="828"/>
                  </a:lnTo>
                  <a:lnTo>
                    <a:pt x="293" y="830"/>
                  </a:lnTo>
                  <a:lnTo>
                    <a:pt x="294" y="831"/>
                  </a:lnTo>
                  <a:lnTo>
                    <a:pt x="296" y="832"/>
                  </a:lnTo>
                  <a:lnTo>
                    <a:pt x="297" y="833"/>
                  </a:lnTo>
                  <a:lnTo>
                    <a:pt x="298" y="834"/>
                  </a:lnTo>
                  <a:lnTo>
                    <a:pt x="300" y="836"/>
                  </a:lnTo>
                  <a:lnTo>
                    <a:pt x="301" y="837"/>
                  </a:lnTo>
                  <a:lnTo>
                    <a:pt x="302" y="838"/>
                  </a:lnTo>
                  <a:lnTo>
                    <a:pt x="304" y="839"/>
                  </a:lnTo>
                  <a:lnTo>
                    <a:pt x="305" y="840"/>
                  </a:lnTo>
                  <a:lnTo>
                    <a:pt x="306" y="841"/>
                  </a:lnTo>
                  <a:lnTo>
                    <a:pt x="308" y="843"/>
                  </a:lnTo>
                  <a:lnTo>
                    <a:pt x="309" y="844"/>
                  </a:lnTo>
                  <a:lnTo>
                    <a:pt x="311" y="845"/>
                  </a:lnTo>
                  <a:lnTo>
                    <a:pt x="312" y="846"/>
                  </a:lnTo>
                  <a:lnTo>
                    <a:pt x="313" y="847"/>
                  </a:lnTo>
                  <a:lnTo>
                    <a:pt x="315" y="848"/>
                  </a:lnTo>
                  <a:lnTo>
                    <a:pt x="316" y="848"/>
                  </a:lnTo>
                  <a:lnTo>
                    <a:pt x="317" y="849"/>
                  </a:lnTo>
                  <a:lnTo>
                    <a:pt x="319" y="850"/>
                  </a:lnTo>
                  <a:lnTo>
                    <a:pt x="320" y="850"/>
                  </a:lnTo>
                  <a:lnTo>
                    <a:pt x="321" y="851"/>
                  </a:lnTo>
                  <a:lnTo>
                    <a:pt x="323" y="852"/>
                  </a:lnTo>
                  <a:lnTo>
                    <a:pt x="324" y="853"/>
                  </a:lnTo>
                  <a:lnTo>
                    <a:pt x="325" y="853"/>
                  </a:lnTo>
                  <a:lnTo>
                    <a:pt x="327" y="854"/>
                  </a:lnTo>
                  <a:lnTo>
                    <a:pt x="328" y="855"/>
                  </a:lnTo>
                  <a:lnTo>
                    <a:pt x="329" y="856"/>
                  </a:lnTo>
                  <a:lnTo>
                    <a:pt x="331" y="856"/>
                  </a:lnTo>
                  <a:lnTo>
                    <a:pt x="332" y="857"/>
                  </a:lnTo>
                  <a:lnTo>
                    <a:pt x="333" y="858"/>
                  </a:lnTo>
                  <a:lnTo>
                    <a:pt x="335" y="858"/>
                  </a:lnTo>
                  <a:lnTo>
                    <a:pt x="336" y="859"/>
                  </a:lnTo>
                  <a:lnTo>
                    <a:pt x="337" y="859"/>
                  </a:lnTo>
                  <a:lnTo>
                    <a:pt x="339" y="860"/>
                  </a:lnTo>
                  <a:lnTo>
                    <a:pt x="340" y="861"/>
                  </a:lnTo>
                  <a:lnTo>
                    <a:pt x="341" y="862"/>
                  </a:lnTo>
                  <a:lnTo>
                    <a:pt x="343" y="863"/>
                  </a:lnTo>
                  <a:lnTo>
                    <a:pt x="344" y="863"/>
                  </a:lnTo>
                  <a:lnTo>
                    <a:pt x="346" y="864"/>
                  </a:lnTo>
                  <a:lnTo>
                    <a:pt x="347" y="865"/>
                  </a:lnTo>
                  <a:lnTo>
                    <a:pt x="348" y="865"/>
                  </a:lnTo>
                  <a:lnTo>
                    <a:pt x="350" y="866"/>
                  </a:lnTo>
                  <a:lnTo>
                    <a:pt x="351" y="867"/>
                  </a:lnTo>
                  <a:lnTo>
                    <a:pt x="352" y="867"/>
                  </a:lnTo>
                  <a:lnTo>
                    <a:pt x="354" y="868"/>
                  </a:lnTo>
                  <a:lnTo>
                    <a:pt x="355" y="869"/>
                  </a:lnTo>
                  <a:lnTo>
                    <a:pt x="356" y="869"/>
                  </a:lnTo>
                  <a:lnTo>
                    <a:pt x="358" y="870"/>
                  </a:lnTo>
                  <a:lnTo>
                    <a:pt x="359" y="871"/>
                  </a:lnTo>
                  <a:lnTo>
                    <a:pt x="360" y="871"/>
                  </a:lnTo>
                  <a:lnTo>
                    <a:pt x="362" y="872"/>
                  </a:lnTo>
                  <a:lnTo>
                    <a:pt x="363" y="873"/>
                  </a:lnTo>
                  <a:lnTo>
                    <a:pt x="364" y="873"/>
                  </a:lnTo>
                  <a:lnTo>
                    <a:pt x="366" y="874"/>
                  </a:lnTo>
                  <a:lnTo>
                    <a:pt x="367" y="874"/>
                  </a:lnTo>
                  <a:lnTo>
                    <a:pt x="368" y="875"/>
                  </a:lnTo>
                  <a:lnTo>
                    <a:pt x="370" y="876"/>
                  </a:lnTo>
                  <a:lnTo>
                    <a:pt x="371" y="876"/>
                  </a:lnTo>
                  <a:lnTo>
                    <a:pt x="372" y="877"/>
                  </a:lnTo>
                  <a:lnTo>
                    <a:pt x="374" y="877"/>
                  </a:lnTo>
                  <a:lnTo>
                    <a:pt x="375" y="878"/>
                  </a:lnTo>
                  <a:lnTo>
                    <a:pt x="376" y="878"/>
                  </a:lnTo>
                  <a:lnTo>
                    <a:pt x="378" y="879"/>
                  </a:lnTo>
                  <a:lnTo>
                    <a:pt x="379" y="879"/>
                  </a:lnTo>
                  <a:lnTo>
                    <a:pt x="380" y="880"/>
                  </a:lnTo>
                  <a:lnTo>
                    <a:pt x="382" y="880"/>
                  </a:lnTo>
                  <a:lnTo>
                    <a:pt x="383" y="881"/>
                  </a:lnTo>
                  <a:lnTo>
                    <a:pt x="385" y="881"/>
                  </a:lnTo>
                  <a:lnTo>
                    <a:pt x="386" y="882"/>
                  </a:lnTo>
                  <a:lnTo>
                    <a:pt x="387" y="882"/>
                  </a:lnTo>
                  <a:lnTo>
                    <a:pt x="389" y="882"/>
                  </a:lnTo>
                  <a:lnTo>
                    <a:pt x="390" y="883"/>
                  </a:lnTo>
                  <a:lnTo>
                    <a:pt x="391" y="883"/>
                  </a:lnTo>
                  <a:lnTo>
                    <a:pt x="393" y="884"/>
                  </a:lnTo>
                  <a:lnTo>
                    <a:pt x="394" y="884"/>
                  </a:lnTo>
                  <a:lnTo>
                    <a:pt x="395" y="884"/>
                  </a:lnTo>
                  <a:lnTo>
                    <a:pt x="397" y="885"/>
                  </a:lnTo>
                  <a:lnTo>
                    <a:pt x="398" y="885"/>
                  </a:lnTo>
                  <a:lnTo>
                    <a:pt x="399" y="886"/>
                  </a:lnTo>
                  <a:lnTo>
                    <a:pt x="401" y="886"/>
                  </a:lnTo>
                  <a:lnTo>
                    <a:pt x="402" y="886"/>
                  </a:lnTo>
                  <a:lnTo>
                    <a:pt x="403" y="886"/>
                  </a:lnTo>
                  <a:lnTo>
                    <a:pt x="405" y="887"/>
                  </a:lnTo>
                  <a:lnTo>
                    <a:pt x="406" y="887"/>
                  </a:lnTo>
                  <a:lnTo>
                    <a:pt x="407" y="887"/>
                  </a:lnTo>
                  <a:lnTo>
                    <a:pt x="409" y="888"/>
                  </a:lnTo>
                  <a:lnTo>
                    <a:pt x="410" y="888"/>
                  </a:lnTo>
                  <a:lnTo>
                    <a:pt x="411" y="888"/>
                  </a:lnTo>
                  <a:lnTo>
                    <a:pt x="413" y="888"/>
                  </a:lnTo>
                  <a:lnTo>
                    <a:pt x="414" y="888"/>
                  </a:lnTo>
                  <a:lnTo>
                    <a:pt x="415" y="889"/>
                  </a:lnTo>
                  <a:lnTo>
                    <a:pt x="417" y="889"/>
                  </a:lnTo>
                  <a:lnTo>
                    <a:pt x="418" y="889"/>
                  </a:lnTo>
                  <a:lnTo>
                    <a:pt x="420" y="887"/>
                  </a:lnTo>
                  <a:lnTo>
                    <a:pt x="421" y="879"/>
                  </a:lnTo>
                  <a:lnTo>
                    <a:pt x="422" y="871"/>
                  </a:lnTo>
                  <a:lnTo>
                    <a:pt x="424" y="864"/>
                  </a:lnTo>
                  <a:lnTo>
                    <a:pt x="425" y="858"/>
                  </a:lnTo>
                  <a:lnTo>
                    <a:pt x="426" y="852"/>
                  </a:lnTo>
                  <a:lnTo>
                    <a:pt x="428" y="846"/>
                  </a:lnTo>
                  <a:lnTo>
                    <a:pt x="429" y="841"/>
                  </a:lnTo>
                  <a:lnTo>
                    <a:pt x="430" y="837"/>
                  </a:lnTo>
                  <a:lnTo>
                    <a:pt x="432" y="832"/>
                  </a:lnTo>
                  <a:lnTo>
                    <a:pt x="433" y="828"/>
                  </a:lnTo>
                  <a:lnTo>
                    <a:pt x="434" y="824"/>
                  </a:lnTo>
                  <a:lnTo>
                    <a:pt x="436" y="821"/>
                  </a:lnTo>
                  <a:lnTo>
                    <a:pt x="437" y="818"/>
                  </a:lnTo>
                  <a:lnTo>
                    <a:pt x="438" y="814"/>
                  </a:lnTo>
                  <a:lnTo>
                    <a:pt x="440" y="811"/>
                  </a:lnTo>
                  <a:lnTo>
                    <a:pt x="441" y="808"/>
                  </a:lnTo>
                  <a:lnTo>
                    <a:pt x="442" y="806"/>
                  </a:lnTo>
                  <a:lnTo>
                    <a:pt x="444" y="803"/>
                  </a:lnTo>
                  <a:lnTo>
                    <a:pt x="445" y="801"/>
                  </a:lnTo>
                  <a:lnTo>
                    <a:pt x="446" y="798"/>
                  </a:lnTo>
                  <a:lnTo>
                    <a:pt x="448" y="796"/>
                  </a:lnTo>
                  <a:lnTo>
                    <a:pt x="449" y="794"/>
                  </a:lnTo>
                  <a:lnTo>
                    <a:pt x="450" y="792"/>
                  </a:lnTo>
                  <a:lnTo>
                    <a:pt x="452" y="790"/>
                  </a:lnTo>
                  <a:lnTo>
                    <a:pt x="453" y="787"/>
                  </a:lnTo>
                  <a:lnTo>
                    <a:pt x="455" y="786"/>
                  </a:lnTo>
                  <a:lnTo>
                    <a:pt x="456" y="784"/>
                  </a:lnTo>
                  <a:lnTo>
                    <a:pt x="457" y="782"/>
                  </a:lnTo>
                  <a:lnTo>
                    <a:pt x="459" y="780"/>
                  </a:lnTo>
                  <a:lnTo>
                    <a:pt x="460" y="778"/>
                  </a:lnTo>
                  <a:lnTo>
                    <a:pt x="461" y="777"/>
                  </a:lnTo>
                  <a:lnTo>
                    <a:pt x="463" y="775"/>
                  </a:lnTo>
                  <a:lnTo>
                    <a:pt x="464" y="773"/>
                  </a:lnTo>
                  <a:lnTo>
                    <a:pt x="465" y="772"/>
                  </a:lnTo>
                  <a:lnTo>
                    <a:pt x="467" y="771"/>
                  </a:lnTo>
                  <a:lnTo>
                    <a:pt x="468" y="769"/>
                  </a:lnTo>
                  <a:lnTo>
                    <a:pt x="469" y="768"/>
                  </a:lnTo>
                  <a:lnTo>
                    <a:pt x="471" y="766"/>
                  </a:lnTo>
                  <a:lnTo>
                    <a:pt x="472" y="765"/>
                  </a:lnTo>
                  <a:lnTo>
                    <a:pt x="473" y="764"/>
                  </a:lnTo>
                  <a:lnTo>
                    <a:pt x="475" y="762"/>
                  </a:lnTo>
                  <a:lnTo>
                    <a:pt x="476" y="761"/>
                  </a:lnTo>
                  <a:lnTo>
                    <a:pt x="477" y="760"/>
                  </a:lnTo>
                  <a:lnTo>
                    <a:pt x="479" y="759"/>
                  </a:lnTo>
                  <a:lnTo>
                    <a:pt x="480" y="757"/>
                  </a:lnTo>
                  <a:lnTo>
                    <a:pt x="481" y="756"/>
                  </a:lnTo>
                  <a:lnTo>
                    <a:pt x="483" y="755"/>
                  </a:lnTo>
                  <a:lnTo>
                    <a:pt x="484" y="754"/>
                  </a:lnTo>
                  <a:lnTo>
                    <a:pt x="485" y="753"/>
                  </a:lnTo>
                  <a:lnTo>
                    <a:pt x="487" y="752"/>
                  </a:lnTo>
                  <a:lnTo>
                    <a:pt x="488" y="751"/>
                  </a:lnTo>
                  <a:lnTo>
                    <a:pt x="490" y="750"/>
                  </a:lnTo>
                  <a:lnTo>
                    <a:pt x="491" y="749"/>
                  </a:lnTo>
                  <a:lnTo>
                    <a:pt x="492" y="748"/>
                  </a:lnTo>
                  <a:lnTo>
                    <a:pt x="494" y="747"/>
                  </a:lnTo>
                  <a:lnTo>
                    <a:pt x="495" y="746"/>
                  </a:lnTo>
                  <a:lnTo>
                    <a:pt x="496" y="745"/>
                  </a:lnTo>
                  <a:lnTo>
                    <a:pt x="498" y="744"/>
                  </a:lnTo>
                  <a:lnTo>
                    <a:pt x="499" y="743"/>
                  </a:lnTo>
                  <a:lnTo>
                    <a:pt x="500" y="742"/>
                  </a:lnTo>
                  <a:lnTo>
                    <a:pt x="502" y="741"/>
                  </a:lnTo>
                  <a:lnTo>
                    <a:pt x="503" y="740"/>
                  </a:lnTo>
                  <a:lnTo>
                    <a:pt x="504" y="739"/>
                  </a:lnTo>
                  <a:lnTo>
                    <a:pt x="506" y="738"/>
                  </a:lnTo>
                  <a:lnTo>
                    <a:pt x="507" y="738"/>
                  </a:lnTo>
                  <a:lnTo>
                    <a:pt x="508" y="737"/>
                  </a:lnTo>
                  <a:lnTo>
                    <a:pt x="510" y="736"/>
                  </a:lnTo>
                  <a:lnTo>
                    <a:pt x="511" y="735"/>
                  </a:lnTo>
                  <a:lnTo>
                    <a:pt x="512" y="734"/>
                  </a:lnTo>
                  <a:lnTo>
                    <a:pt x="514" y="733"/>
                  </a:lnTo>
                  <a:lnTo>
                    <a:pt x="515" y="733"/>
                  </a:lnTo>
                  <a:lnTo>
                    <a:pt x="516" y="732"/>
                  </a:lnTo>
                  <a:lnTo>
                    <a:pt x="518" y="731"/>
                  </a:lnTo>
                  <a:lnTo>
                    <a:pt x="519" y="730"/>
                  </a:lnTo>
                  <a:lnTo>
                    <a:pt x="520" y="730"/>
                  </a:lnTo>
                  <a:lnTo>
                    <a:pt x="522" y="729"/>
                  </a:lnTo>
                  <a:lnTo>
                    <a:pt x="523" y="728"/>
                  </a:lnTo>
                  <a:lnTo>
                    <a:pt x="524" y="727"/>
                  </a:lnTo>
                  <a:lnTo>
                    <a:pt x="526" y="727"/>
                  </a:lnTo>
                  <a:lnTo>
                    <a:pt x="527" y="726"/>
                  </a:lnTo>
                  <a:lnTo>
                    <a:pt x="529" y="725"/>
                  </a:lnTo>
                  <a:lnTo>
                    <a:pt x="530" y="724"/>
                  </a:lnTo>
                  <a:lnTo>
                    <a:pt x="531" y="724"/>
                  </a:lnTo>
                  <a:lnTo>
                    <a:pt x="533" y="723"/>
                  </a:lnTo>
                  <a:lnTo>
                    <a:pt x="534" y="722"/>
                  </a:lnTo>
                  <a:lnTo>
                    <a:pt x="535" y="722"/>
                  </a:lnTo>
                  <a:lnTo>
                    <a:pt x="537" y="721"/>
                  </a:lnTo>
                  <a:lnTo>
                    <a:pt x="538" y="721"/>
                  </a:lnTo>
                  <a:lnTo>
                    <a:pt x="539" y="720"/>
                  </a:lnTo>
                  <a:lnTo>
                    <a:pt x="541" y="719"/>
                  </a:lnTo>
                  <a:lnTo>
                    <a:pt x="542" y="719"/>
                  </a:lnTo>
                  <a:lnTo>
                    <a:pt x="543" y="718"/>
                  </a:lnTo>
                  <a:lnTo>
                    <a:pt x="545" y="717"/>
                  </a:lnTo>
                  <a:lnTo>
                    <a:pt x="546" y="717"/>
                  </a:lnTo>
                  <a:lnTo>
                    <a:pt x="547" y="716"/>
                  </a:lnTo>
                  <a:lnTo>
                    <a:pt x="549" y="716"/>
                  </a:lnTo>
                  <a:lnTo>
                    <a:pt x="550" y="715"/>
                  </a:lnTo>
                  <a:lnTo>
                    <a:pt x="551" y="715"/>
                  </a:lnTo>
                  <a:lnTo>
                    <a:pt x="553" y="714"/>
                  </a:lnTo>
                  <a:lnTo>
                    <a:pt x="554" y="713"/>
                  </a:lnTo>
                  <a:lnTo>
                    <a:pt x="555" y="713"/>
                  </a:lnTo>
                  <a:lnTo>
                    <a:pt x="557" y="712"/>
                  </a:lnTo>
                  <a:lnTo>
                    <a:pt x="558" y="712"/>
                  </a:lnTo>
                  <a:lnTo>
                    <a:pt x="559" y="711"/>
                  </a:lnTo>
                  <a:lnTo>
                    <a:pt x="561" y="710"/>
                  </a:lnTo>
                  <a:lnTo>
                    <a:pt x="562" y="710"/>
                  </a:lnTo>
                  <a:lnTo>
                    <a:pt x="564" y="709"/>
                  </a:lnTo>
                  <a:lnTo>
                    <a:pt x="565" y="709"/>
                  </a:lnTo>
                  <a:lnTo>
                    <a:pt x="566" y="708"/>
                  </a:lnTo>
                  <a:lnTo>
                    <a:pt x="568" y="708"/>
                  </a:lnTo>
                  <a:lnTo>
                    <a:pt x="569" y="707"/>
                  </a:lnTo>
                  <a:lnTo>
                    <a:pt x="570" y="707"/>
                  </a:lnTo>
                  <a:lnTo>
                    <a:pt x="572" y="706"/>
                  </a:lnTo>
                  <a:lnTo>
                    <a:pt x="573" y="706"/>
                  </a:lnTo>
                  <a:lnTo>
                    <a:pt x="574" y="705"/>
                  </a:lnTo>
                  <a:lnTo>
                    <a:pt x="576" y="705"/>
                  </a:lnTo>
                  <a:lnTo>
                    <a:pt x="577" y="704"/>
                  </a:lnTo>
                  <a:lnTo>
                    <a:pt x="578" y="704"/>
                  </a:lnTo>
                  <a:lnTo>
                    <a:pt x="580" y="703"/>
                  </a:lnTo>
                  <a:lnTo>
                    <a:pt x="581" y="703"/>
                  </a:lnTo>
                  <a:lnTo>
                    <a:pt x="582" y="702"/>
                  </a:lnTo>
                  <a:lnTo>
                    <a:pt x="584" y="702"/>
                  </a:lnTo>
                  <a:lnTo>
                    <a:pt x="585" y="702"/>
                  </a:lnTo>
                  <a:lnTo>
                    <a:pt x="586" y="701"/>
                  </a:lnTo>
                  <a:lnTo>
                    <a:pt x="588" y="701"/>
                  </a:lnTo>
                  <a:lnTo>
                    <a:pt x="589" y="700"/>
                  </a:lnTo>
                  <a:lnTo>
                    <a:pt x="590" y="700"/>
                  </a:lnTo>
                  <a:lnTo>
                    <a:pt x="592" y="699"/>
                  </a:lnTo>
                  <a:lnTo>
                    <a:pt x="593" y="699"/>
                  </a:lnTo>
                  <a:lnTo>
                    <a:pt x="594" y="698"/>
                  </a:lnTo>
                  <a:lnTo>
                    <a:pt x="596" y="698"/>
                  </a:lnTo>
                  <a:lnTo>
                    <a:pt x="597" y="697"/>
                  </a:lnTo>
                  <a:lnTo>
                    <a:pt x="599" y="697"/>
                  </a:lnTo>
                  <a:lnTo>
                    <a:pt x="600" y="697"/>
                  </a:lnTo>
                  <a:lnTo>
                    <a:pt x="601" y="696"/>
                  </a:lnTo>
                  <a:lnTo>
                    <a:pt x="603" y="696"/>
                  </a:lnTo>
                  <a:lnTo>
                    <a:pt x="604" y="695"/>
                  </a:lnTo>
                  <a:lnTo>
                    <a:pt x="605" y="695"/>
                  </a:lnTo>
                  <a:lnTo>
                    <a:pt x="607" y="695"/>
                  </a:lnTo>
                  <a:lnTo>
                    <a:pt x="608" y="694"/>
                  </a:lnTo>
                  <a:lnTo>
                    <a:pt x="609" y="694"/>
                  </a:lnTo>
                  <a:lnTo>
                    <a:pt x="611" y="693"/>
                  </a:lnTo>
                  <a:lnTo>
                    <a:pt x="612" y="693"/>
                  </a:lnTo>
                  <a:lnTo>
                    <a:pt x="613" y="693"/>
                  </a:lnTo>
                  <a:lnTo>
                    <a:pt x="615" y="692"/>
                  </a:lnTo>
                  <a:lnTo>
                    <a:pt x="616" y="692"/>
                  </a:lnTo>
                  <a:lnTo>
                    <a:pt x="617" y="691"/>
                  </a:lnTo>
                  <a:lnTo>
                    <a:pt x="619" y="691"/>
                  </a:lnTo>
                  <a:lnTo>
                    <a:pt x="620" y="691"/>
                  </a:lnTo>
                  <a:lnTo>
                    <a:pt x="621" y="690"/>
                  </a:lnTo>
                  <a:lnTo>
                    <a:pt x="623" y="690"/>
                  </a:lnTo>
                  <a:lnTo>
                    <a:pt x="624" y="690"/>
                  </a:lnTo>
                  <a:lnTo>
                    <a:pt x="625" y="689"/>
                  </a:lnTo>
                  <a:lnTo>
                    <a:pt x="627" y="689"/>
                  </a:lnTo>
                  <a:lnTo>
                    <a:pt x="628" y="688"/>
                  </a:lnTo>
                  <a:lnTo>
                    <a:pt x="629" y="688"/>
                  </a:lnTo>
                  <a:lnTo>
                    <a:pt x="631" y="688"/>
                  </a:lnTo>
                  <a:lnTo>
                    <a:pt x="632" y="687"/>
                  </a:lnTo>
                  <a:lnTo>
                    <a:pt x="634" y="687"/>
                  </a:lnTo>
                  <a:lnTo>
                    <a:pt x="635" y="687"/>
                  </a:lnTo>
                  <a:lnTo>
                    <a:pt x="636" y="686"/>
                  </a:lnTo>
                  <a:lnTo>
                    <a:pt x="638" y="686"/>
                  </a:lnTo>
                  <a:lnTo>
                    <a:pt x="639" y="686"/>
                  </a:lnTo>
                  <a:lnTo>
                    <a:pt x="640" y="685"/>
                  </a:lnTo>
                  <a:lnTo>
                    <a:pt x="642" y="685"/>
                  </a:lnTo>
                  <a:lnTo>
                    <a:pt x="643" y="685"/>
                  </a:lnTo>
                  <a:lnTo>
                    <a:pt x="644" y="684"/>
                  </a:lnTo>
                  <a:lnTo>
                    <a:pt x="646" y="684"/>
                  </a:lnTo>
                  <a:lnTo>
                    <a:pt x="647" y="684"/>
                  </a:lnTo>
                  <a:lnTo>
                    <a:pt x="648" y="683"/>
                  </a:lnTo>
                  <a:lnTo>
                    <a:pt x="650" y="683"/>
                  </a:lnTo>
                  <a:lnTo>
                    <a:pt x="651" y="683"/>
                  </a:lnTo>
                  <a:lnTo>
                    <a:pt x="652" y="682"/>
                  </a:lnTo>
                  <a:lnTo>
                    <a:pt x="654" y="682"/>
                  </a:lnTo>
                  <a:lnTo>
                    <a:pt x="655" y="681"/>
                  </a:lnTo>
                  <a:lnTo>
                    <a:pt x="656" y="681"/>
                  </a:lnTo>
                  <a:lnTo>
                    <a:pt x="658" y="681"/>
                  </a:lnTo>
                  <a:lnTo>
                    <a:pt x="659" y="680"/>
                  </a:lnTo>
                  <a:lnTo>
                    <a:pt x="660" y="680"/>
                  </a:lnTo>
                  <a:lnTo>
                    <a:pt x="662" y="680"/>
                  </a:lnTo>
                  <a:lnTo>
                    <a:pt x="663" y="679"/>
                  </a:lnTo>
                  <a:lnTo>
                    <a:pt x="664" y="679"/>
                  </a:lnTo>
                  <a:lnTo>
                    <a:pt x="666" y="679"/>
                  </a:lnTo>
                  <a:lnTo>
                    <a:pt x="667" y="678"/>
                  </a:lnTo>
                  <a:lnTo>
                    <a:pt x="668" y="678"/>
                  </a:lnTo>
                  <a:lnTo>
                    <a:pt x="670" y="678"/>
                  </a:lnTo>
                  <a:lnTo>
                    <a:pt x="671" y="678"/>
                  </a:lnTo>
                  <a:lnTo>
                    <a:pt x="673" y="677"/>
                  </a:lnTo>
                  <a:lnTo>
                    <a:pt x="674" y="677"/>
                  </a:lnTo>
                  <a:lnTo>
                    <a:pt x="675" y="677"/>
                  </a:lnTo>
                  <a:lnTo>
                    <a:pt x="677" y="676"/>
                  </a:lnTo>
                  <a:lnTo>
                    <a:pt x="678" y="676"/>
                  </a:lnTo>
                  <a:lnTo>
                    <a:pt x="679" y="676"/>
                  </a:lnTo>
                  <a:lnTo>
                    <a:pt x="681" y="676"/>
                  </a:lnTo>
                  <a:lnTo>
                    <a:pt x="682" y="675"/>
                  </a:lnTo>
                  <a:lnTo>
                    <a:pt x="683" y="675"/>
                  </a:lnTo>
                  <a:lnTo>
                    <a:pt x="685" y="675"/>
                  </a:lnTo>
                  <a:lnTo>
                    <a:pt x="686" y="674"/>
                  </a:lnTo>
                  <a:lnTo>
                    <a:pt x="687" y="674"/>
                  </a:lnTo>
                  <a:lnTo>
                    <a:pt x="689" y="674"/>
                  </a:lnTo>
                  <a:lnTo>
                    <a:pt x="690" y="673"/>
                  </a:lnTo>
                  <a:lnTo>
                    <a:pt x="691" y="673"/>
                  </a:lnTo>
                  <a:lnTo>
                    <a:pt x="693" y="673"/>
                  </a:lnTo>
                  <a:lnTo>
                    <a:pt x="694" y="673"/>
                  </a:lnTo>
                  <a:lnTo>
                    <a:pt x="695" y="672"/>
                  </a:lnTo>
                  <a:lnTo>
                    <a:pt x="697" y="672"/>
                  </a:lnTo>
                  <a:lnTo>
                    <a:pt x="698" y="672"/>
                  </a:lnTo>
                  <a:lnTo>
                    <a:pt x="699" y="672"/>
                  </a:lnTo>
                  <a:lnTo>
                    <a:pt x="701" y="671"/>
                  </a:lnTo>
                  <a:lnTo>
                    <a:pt x="702" y="671"/>
                  </a:lnTo>
                  <a:lnTo>
                    <a:pt x="703" y="671"/>
                  </a:lnTo>
                  <a:lnTo>
                    <a:pt x="705" y="670"/>
                  </a:lnTo>
                  <a:lnTo>
                    <a:pt x="706" y="670"/>
                  </a:lnTo>
                  <a:lnTo>
                    <a:pt x="708" y="670"/>
                  </a:lnTo>
                  <a:lnTo>
                    <a:pt x="709" y="670"/>
                  </a:lnTo>
                  <a:lnTo>
                    <a:pt x="710" y="670"/>
                  </a:lnTo>
                  <a:lnTo>
                    <a:pt x="712" y="669"/>
                  </a:lnTo>
                  <a:lnTo>
                    <a:pt x="713" y="669"/>
                  </a:lnTo>
                  <a:lnTo>
                    <a:pt x="714" y="669"/>
                  </a:lnTo>
                  <a:lnTo>
                    <a:pt x="716" y="668"/>
                  </a:lnTo>
                  <a:lnTo>
                    <a:pt x="717" y="668"/>
                  </a:lnTo>
                  <a:lnTo>
                    <a:pt x="718" y="668"/>
                  </a:lnTo>
                  <a:lnTo>
                    <a:pt x="720" y="667"/>
                  </a:lnTo>
                  <a:lnTo>
                    <a:pt x="721" y="667"/>
                  </a:lnTo>
                  <a:lnTo>
                    <a:pt x="722" y="667"/>
                  </a:lnTo>
                  <a:lnTo>
                    <a:pt x="724" y="667"/>
                  </a:lnTo>
                  <a:lnTo>
                    <a:pt x="725" y="666"/>
                  </a:lnTo>
                  <a:lnTo>
                    <a:pt x="726" y="666"/>
                  </a:lnTo>
                  <a:lnTo>
                    <a:pt x="728" y="666"/>
                  </a:lnTo>
                  <a:lnTo>
                    <a:pt x="729" y="666"/>
                  </a:lnTo>
                  <a:lnTo>
                    <a:pt x="730" y="665"/>
                  </a:lnTo>
                  <a:lnTo>
                    <a:pt x="732" y="665"/>
                  </a:lnTo>
                  <a:lnTo>
                    <a:pt x="733" y="665"/>
                  </a:lnTo>
                  <a:lnTo>
                    <a:pt x="734" y="665"/>
                  </a:lnTo>
                  <a:lnTo>
                    <a:pt x="736" y="664"/>
                  </a:lnTo>
                  <a:lnTo>
                    <a:pt x="737" y="664"/>
                  </a:lnTo>
                  <a:lnTo>
                    <a:pt x="738" y="664"/>
                  </a:lnTo>
                  <a:lnTo>
                    <a:pt x="740" y="664"/>
                  </a:lnTo>
                  <a:lnTo>
                    <a:pt x="741" y="663"/>
                  </a:lnTo>
                  <a:lnTo>
                    <a:pt x="743" y="663"/>
                  </a:lnTo>
                  <a:lnTo>
                    <a:pt x="744" y="663"/>
                  </a:lnTo>
                  <a:lnTo>
                    <a:pt x="745" y="663"/>
                  </a:lnTo>
                  <a:lnTo>
                    <a:pt x="747" y="662"/>
                  </a:lnTo>
                  <a:lnTo>
                    <a:pt x="748" y="662"/>
                  </a:lnTo>
                  <a:lnTo>
                    <a:pt x="749" y="662"/>
                  </a:lnTo>
                  <a:lnTo>
                    <a:pt x="751" y="662"/>
                  </a:lnTo>
                  <a:lnTo>
                    <a:pt x="752" y="661"/>
                  </a:lnTo>
                  <a:lnTo>
                    <a:pt x="753" y="661"/>
                  </a:lnTo>
                  <a:lnTo>
                    <a:pt x="755" y="661"/>
                  </a:lnTo>
                  <a:lnTo>
                    <a:pt x="756" y="661"/>
                  </a:lnTo>
                  <a:lnTo>
                    <a:pt x="757" y="660"/>
                  </a:lnTo>
                  <a:lnTo>
                    <a:pt x="759" y="660"/>
                  </a:lnTo>
                  <a:lnTo>
                    <a:pt x="760" y="660"/>
                  </a:lnTo>
                  <a:lnTo>
                    <a:pt x="761" y="660"/>
                  </a:lnTo>
                  <a:lnTo>
                    <a:pt x="763" y="660"/>
                  </a:lnTo>
                  <a:lnTo>
                    <a:pt x="764" y="659"/>
                  </a:lnTo>
                  <a:lnTo>
                    <a:pt x="765" y="659"/>
                  </a:lnTo>
                  <a:lnTo>
                    <a:pt x="767" y="659"/>
                  </a:lnTo>
                  <a:lnTo>
                    <a:pt x="768" y="659"/>
                  </a:lnTo>
                  <a:lnTo>
                    <a:pt x="769" y="658"/>
                  </a:lnTo>
                  <a:lnTo>
                    <a:pt x="771" y="658"/>
                  </a:lnTo>
                  <a:lnTo>
                    <a:pt x="772" y="658"/>
                  </a:lnTo>
                  <a:lnTo>
                    <a:pt x="773" y="658"/>
                  </a:lnTo>
                  <a:lnTo>
                    <a:pt x="775" y="658"/>
                  </a:lnTo>
                  <a:lnTo>
                    <a:pt x="776" y="657"/>
                  </a:lnTo>
                  <a:lnTo>
                    <a:pt x="777" y="657"/>
                  </a:lnTo>
                  <a:lnTo>
                    <a:pt x="779" y="657"/>
                  </a:lnTo>
                  <a:lnTo>
                    <a:pt x="780" y="657"/>
                  </a:lnTo>
                  <a:lnTo>
                    <a:pt x="782" y="657"/>
                  </a:lnTo>
                  <a:lnTo>
                    <a:pt x="783" y="656"/>
                  </a:lnTo>
                  <a:lnTo>
                    <a:pt x="784" y="656"/>
                  </a:lnTo>
                  <a:lnTo>
                    <a:pt x="786" y="656"/>
                  </a:lnTo>
                  <a:lnTo>
                    <a:pt x="787" y="656"/>
                  </a:lnTo>
                  <a:lnTo>
                    <a:pt x="788" y="655"/>
                  </a:lnTo>
                  <a:lnTo>
                    <a:pt x="790" y="655"/>
                  </a:lnTo>
                  <a:lnTo>
                    <a:pt x="791" y="655"/>
                  </a:lnTo>
                  <a:lnTo>
                    <a:pt x="792" y="655"/>
                  </a:lnTo>
                  <a:lnTo>
                    <a:pt x="794" y="655"/>
                  </a:lnTo>
                  <a:lnTo>
                    <a:pt x="795" y="654"/>
                  </a:lnTo>
                  <a:lnTo>
                    <a:pt x="796" y="654"/>
                  </a:lnTo>
                  <a:lnTo>
                    <a:pt x="798" y="654"/>
                  </a:lnTo>
                  <a:lnTo>
                    <a:pt x="799" y="654"/>
                  </a:lnTo>
                  <a:lnTo>
                    <a:pt x="800" y="653"/>
                  </a:lnTo>
                  <a:lnTo>
                    <a:pt x="802" y="653"/>
                  </a:lnTo>
                  <a:lnTo>
                    <a:pt x="803" y="653"/>
                  </a:lnTo>
                  <a:lnTo>
                    <a:pt x="804" y="653"/>
                  </a:lnTo>
                  <a:lnTo>
                    <a:pt x="806" y="653"/>
                  </a:lnTo>
                  <a:lnTo>
                    <a:pt x="807" y="652"/>
                  </a:lnTo>
                  <a:lnTo>
                    <a:pt x="808" y="652"/>
                  </a:lnTo>
                  <a:lnTo>
                    <a:pt x="810" y="652"/>
                  </a:lnTo>
                  <a:lnTo>
                    <a:pt x="811" y="652"/>
                  </a:lnTo>
                  <a:lnTo>
                    <a:pt x="812" y="651"/>
                  </a:lnTo>
                  <a:lnTo>
                    <a:pt x="814" y="651"/>
                  </a:lnTo>
                  <a:lnTo>
                    <a:pt x="815" y="651"/>
                  </a:lnTo>
                  <a:lnTo>
                    <a:pt x="817" y="651"/>
                  </a:lnTo>
                  <a:lnTo>
                    <a:pt x="818" y="651"/>
                  </a:lnTo>
                  <a:lnTo>
                    <a:pt x="819" y="650"/>
                  </a:lnTo>
                  <a:lnTo>
                    <a:pt x="821" y="650"/>
                  </a:lnTo>
                  <a:lnTo>
                    <a:pt x="822" y="650"/>
                  </a:lnTo>
                  <a:lnTo>
                    <a:pt x="823" y="650"/>
                  </a:lnTo>
                  <a:lnTo>
                    <a:pt x="825" y="650"/>
                  </a:lnTo>
                  <a:lnTo>
                    <a:pt x="826" y="649"/>
                  </a:lnTo>
                  <a:lnTo>
                    <a:pt x="827" y="649"/>
                  </a:lnTo>
                  <a:lnTo>
                    <a:pt x="829" y="649"/>
                  </a:lnTo>
                  <a:lnTo>
                    <a:pt x="830" y="649"/>
                  </a:lnTo>
                  <a:lnTo>
                    <a:pt x="831" y="649"/>
                  </a:lnTo>
                  <a:lnTo>
                    <a:pt x="833" y="648"/>
                  </a:lnTo>
                  <a:lnTo>
                    <a:pt x="834" y="648"/>
                  </a:lnTo>
                  <a:lnTo>
                    <a:pt x="835" y="648"/>
                  </a:lnTo>
                  <a:lnTo>
                    <a:pt x="837" y="648"/>
                  </a:lnTo>
                  <a:lnTo>
                    <a:pt x="838" y="648"/>
                  </a:lnTo>
                  <a:lnTo>
                    <a:pt x="839" y="648"/>
                  </a:lnTo>
                  <a:lnTo>
                    <a:pt x="841" y="647"/>
                  </a:lnTo>
                  <a:lnTo>
                    <a:pt x="842" y="647"/>
                  </a:lnTo>
                  <a:lnTo>
                    <a:pt x="843" y="647"/>
                  </a:lnTo>
                  <a:lnTo>
                    <a:pt x="845" y="647"/>
                  </a:lnTo>
                  <a:lnTo>
                    <a:pt x="846" y="647"/>
                  </a:lnTo>
                  <a:lnTo>
                    <a:pt x="847" y="646"/>
                  </a:lnTo>
                  <a:lnTo>
                    <a:pt x="849" y="646"/>
                  </a:lnTo>
                  <a:lnTo>
                    <a:pt x="850" y="646"/>
                  </a:lnTo>
                  <a:lnTo>
                    <a:pt x="852" y="646"/>
                  </a:lnTo>
                  <a:lnTo>
                    <a:pt x="853" y="646"/>
                  </a:lnTo>
                  <a:lnTo>
                    <a:pt x="854" y="646"/>
                  </a:lnTo>
                  <a:lnTo>
                    <a:pt x="856" y="646"/>
                  </a:lnTo>
                  <a:lnTo>
                    <a:pt x="857" y="645"/>
                  </a:lnTo>
                  <a:lnTo>
                    <a:pt x="858" y="645"/>
                  </a:lnTo>
                  <a:lnTo>
                    <a:pt x="860" y="645"/>
                  </a:lnTo>
                  <a:lnTo>
                    <a:pt x="861" y="645"/>
                  </a:lnTo>
                  <a:lnTo>
                    <a:pt x="862" y="645"/>
                  </a:lnTo>
                  <a:lnTo>
                    <a:pt x="864" y="644"/>
                  </a:lnTo>
                  <a:lnTo>
                    <a:pt x="865" y="644"/>
                  </a:lnTo>
                  <a:lnTo>
                    <a:pt x="866" y="644"/>
                  </a:lnTo>
                  <a:lnTo>
                    <a:pt x="868" y="644"/>
                  </a:lnTo>
                  <a:lnTo>
                    <a:pt x="869" y="644"/>
                  </a:lnTo>
                  <a:lnTo>
                    <a:pt x="870" y="643"/>
                  </a:lnTo>
                  <a:lnTo>
                    <a:pt x="872" y="643"/>
                  </a:lnTo>
                  <a:lnTo>
                    <a:pt x="873" y="643"/>
                  </a:lnTo>
                  <a:lnTo>
                    <a:pt x="874" y="643"/>
                  </a:lnTo>
                  <a:lnTo>
                    <a:pt x="876" y="643"/>
                  </a:lnTo>
                  <a:lnTo>
                    <a:pt x="877" y="642"/>
                  </a:lnTo>
                  <a:lnTo>
                    <a:pt x="878" y="642"/>
                  </a:lnTo>
                  <a:lnTo>
                    <a:pt x="880" y="642"/>
                  </a:lnTo>
                  <a:lnTo>
                    <a:pt x="881" y="642"/>
                  </a:lnTo>
                  <a:lnTo>
                    <a:pt x="882" y="642"/>
                  </a:lnTo>
                  <a:lnTo>
                    <a:pt x="884" y="642"/>
                  </a:lnTo>
                  <a:lnTo>
                    <a:pt x="885" y="642"/>
                  </a:lnTo>
                  <a:lnTo>
                    <a:pt x="887" y="641"/>
                  </a:lnTo>
                  <a:lnTo>
                    <a:pt x="888" y="641"/>
                  </a:lnTo>
                  <a:lnTo>
                    <a:pt x="889" y="641"/>
                  </a:lnTo>
                  <a:lnTo>
                    <a:pt x="891" y="641"/>
                  </a:lnTo>
                  <a:lnTo>
                    <a:pt x="892" y="641"/>
                  </a:lnTo>
                  <a:lnTo>
                    <a:pt x="893" y="641"/>
                  </a:lnTo>
                  <a:lnTo>
                    <a:pt x="895" y="640"/>
                  </a:lnTo>
                  <a:lnTo>
                    <a:pt x="896" y="640"/>
                  </a:lnTo>
                  <a:lnTo>
                    <a:pt x="897" y="640"/>
                  </a:lnTo>
                  <a:lnTo>
                    <a:pt x="899" y="640"/>
                  </a:lnTo>
                  <a:lnTo>
                    <a:pt x="900" y="639"/>
                  </a:lnTo>
                  <a:lnTo>
                    <a:pt x="901" y="639"/>
                  </a:lnTo>
                  <a:lnTo>
                    <a:pt x="903" y="639"/>
                  </a:lnTo>
                  <a:lnTo>
                    <a:pt x="904" y="639"/>
                  </a:lnTo>
                  <a:lnTo>
                    <a:pt x="905" y="639"/>
                  </a:lnTo>
                  <a:lnTo>
                    <a:pt x="907" y="639"/>
                  </a:lnTo>
                  <a:lnTo>
                    <a:pt x="908" y="638"/>
                  </a:lnTo>
                  <a:lnTo>
                    <a:pt x="909" y="638"/>
                  </a:lnTo>
                  <a:lnTo>
                    <a:pt x="911" y="638"/>
                  </a:lnTo>
                  <a:lnTo>
                    <a:pt x="912" y="638"/>
                  </a:lnTo>
                  <a:lnTo>
                    <a:pt x="913" y="638"/>
                  </a:lnTo>
                  <a:lnTo>
                    <a:pt x="915" y="638"/>
                  </a:lnTo>
                  <a:lnTo>
                    <a:pt x="916" y="638"/>
                  </a:lnTo>
                  <a:lnTo>
                    <a:pt x="917" y="637"/>
                  </a:lnTo>
                  <a:lnTo>
                    <a:pt x="919" y="637"/>
                  </a:lnTo>
                  <a:lnTo>
                    <a:pt x="920" y="637"/>
                  </a:lnTo>
                  <a:lnTo>
                    <a:pt x="921" y="637"/>
                  </a:lnTo>
                  <a:lnTo>
                    <a:pt x="923" y="637"/>
                  </a:lnTo>
                  <a:lnTo>
                    <a:pt x="924" y="637"/>
                  </a:lnTo>
                  <a:lnTo>
                    <a:pt x="926" y="636"/>
                  </a:lnTo>
                  <a:lnTo>
                    <a:pt x="927" y="636"/>
                  </a:lnTo>
                  <a:lnTo>
                    <a:pt x="928" y="636"/>
                  </a:lnTo>
                  <a:lnTo>
                    <a:pt x="930" y="636"/>
                  </a:lnTo>
                  <a:lnTo>
                    <a:pt x="931" y="636"/>
                  </a:lnTo>
                  <a:lnTo>
                    <a:pt x="932" y="636"/>
                  </a:lnTo>
                  <a:lnTo>
                    <a:pt x="934" y="636"/>
                  </a:lnTo>
                  <a:lnTo>
                    <a:pt x="935" y="635"/>
                  </a:lnTo>
                  <a:lnTo>
                    <a:pt x="936" y="635"/>
                  </a:lnTo>
                  <a:lnTo>
                    <a:pt x="938" y="635"/>
                  </a:lnTo>
                  <a:lnTo>
                    <a:pt x="939" y="635"/>
                  </a:lnTo>
                  <a:lnTo>
                    <a:pt x="940" y="635"/>
                  </a:lnTo>
                  <a:lnTo>
                    <a:pt x="942" y="635"/>
                  </a:lnTo>
                  <a:lnTo>
                    <a:pt x="943" y="634"/>
                  </a:lnTo>
                  <a:lnTo>
                    <a:pt x="944" y="634"/>
                  </a:lnTo>
                  <a:lnTo>
                    <a:pt x="946" y="634"/>
                  </a:lnTo>
                  <a:lnTo>
                    <a:pt x="947" y="634"/>
                  </a:lnTo>
                  <a:lnTo>
                    <a:pt x="948" y="634"/>
                  </a:lnTo>
                  <a:lnTo>
                    <a:pt x="950" y="633"/>
                  </a:lnTo>
                  <a:lnTo>
                    <a:pt x="951" y="633"/>
                  </a:lnTo>
                  <a:lnTo>
                    <a:pt x="952" y="633"/>
                  </a:lnTo>
                  <a:lnTo>
                    <a:pt x="954" y="633"/>
                  </a:lnTo>
                  <a:lnTo>
                    <a:pt x="955" y="633"/>
                  </a:lnTo>
                  <a:lnTo>
                    <a:pt x="956" y="633"/>
                  </a:lnTo>
                  <a:lnTo>
                    <a:pt x="958" y="633"/>
                  </a:lnTo>
                  <a:lnTo>
                    <a:pt x="959" y="632"/>
                  </a:lnTo>
                  <a:lnTo>
                    <a:pt x="961" y="632"/>
                  </a:lnTo>
                  <a:lnTo>
                    <a:pt x="962" y="632"/>
                  </a:lnTo>
                  <a:lnTo>
                    <a:pt x="963" y="632"/>
                  </a:lnTo>
                  <a:lnTo>
                    <a:pt x="965" y="632"/>
                  </a:lnTo>
                  <a:lnTo>
                    <a:pt x="966" y="632"/>
                  </a:lnTo>
                  <a:lnTo>
                    <a:pt x="967" y="632"/>
                  </a:lnTo>
                  <a:lnTo>
                    <a:pt x="969" y="631"/>
                  </a:lnTo>
                  <a:lnTo>
                    <a:pt x="970" y="631"/>
                  </a:lnTo>
                  <a:lnTo>
                    <a:pt x="971" y="631"/>
                  </a:lnTo>
                  <a:lnTo>
                    <a:pt x="973" y="631"/>
                  </a:lnTo>
                  <a:lnTo>
                    <a:pt x="974" y="631"/>
                  </a:lnTo>
                  <a:lnTo>
                    <a:pt x="975" y="631"/>
                  </a:lnTo>
                  <a:lnTo>
                    <a:pt x="977" y="630"/>
                  </a:lnTo>
                  <a:lnTo>
                    <a:pt x="978" y="630"/>
                  </a:lnTo>
                  <a:lnTo>
                    <a:pt x="979" y="630"/>
                  </a:lnTo>
                  <a:lnTo>
                    <a:pt x="981" y="630"/>
                  </a:lnTo>
                  <a:lnTo>
                    <a:pt x="982" y="630"/>
                  </a:lnTo>
                  <a:lnTo>
                    <a:pt x="983" y="630"/>
                  </a:lnTo>
                  <a:lnTo>
                    <a:pt x="985" y="630"/>
                  </a:lnTo>
                  <a:lnTo>
                    <a:pt x="986" y="630"/>
                  </a:lnTo>
                  <a:lnTo>
                    <a:pt x="987" y="629"/>
                  </a:lnTo>
                  <a:lnTo>
                    <a:pt x="989" y="629"/>
                  </a:lnTo>
                  <a:lnTo>
                    <a:pt x="990" y="629"/>
                  </a:lnTo>
                  <a:lnTo>
                    <a:pt x="991" y="629"/>
                  </a:lnTo>
                  <a:lnTo>
                    <a:pt x="993" y="629"/>
                  </a:lnTo>
                  <a:lnTo>
                    <a:pt x="994" y="629"/>
                  </a:lnTo>
                  <a:lnTo>
                    <a:pt x="996" y="629"/>
                  </a:lnTo>
                  <a:lnTo>
                    <a:pt x="997" y="628"/>
                  </a:lnTo>
                  <a:lnTo>
                    <a:pt x="998" y="628"/>
                  </a:lnTo>
                  <a:lnTo>
                    <a:pt x="1000" y="628"/>
                  </a:lnTo>
                  <a:lnTo>
                    <a:pt x="1001" y="628"/>
                  </a:lnTo>
                  <a:lnTo>
                    <a:pt x="1002" y="628"/>
                  </a:lnTo>
                  <a:lnTo>
                    <a:pt x="1004" y="628"/>
                  </a:lnTo>
                  <a:lnTo>
                    <a:pt x="1005" y="628"/>
                  </a:lnTo>
                  <a:lnTo>
                    <a:pt x="1006" y="627"/>
                  </a:lnTo>
                  <a:lnTo>
                    <a:pt x="1008" y="627"/>
                  </a:lnTo>
                  <a:lnTo>
                    <a:pt x="1009" y="627"/>
                  </a:lnTo>
                  <a:lnTo>
                    <a:pt x="1010" y="627"/>
                  </a:lnTo>
                  <a:lnTo>
                    <a:pt x="1012" y="627"/>
                  </a:lnTo>
                  <a:lnTo>
                    <a:pt x="1013" y="627"/>
                  </a:lnTo>
                  <a:lnTo>
                    <a:pt x="1014" y="627"/>
                  </a:lnTo>
                  <a:lnTo>
                    <a:pt x="1016" y="626"/>
                  </a:lnTo>
                  <a:lnTo>
                    <a:pt x="1017" y="626"/>
                  </a:lnTo>
                  <a:lnTo>
                    <a:pt x="1018" y="626"/>
                  </a:lnTo>
                  <a:lnTo>
                    <a:pt x="1020" y="626"/>
                  </a:lnTo>
                  <a:lnTo>
                    <a:pt x="1021" y="626"/>
                  </a:lnTo>
                  <a:lnTo>
                    <a:pt x="1022" y="626"/>
                  </a:lnTo>
                  <a:lnTo>
                    <a:pt x="1024" y="626"/>
                  </a:lnTo>
                  <a:lnTo>
                    <a:pt x="1025" y="626"/>
                  </a:lnTo>
                  <a:lnTo>
                    <a:pt x="1026" y="625"/>
                  </a:lnTo>
                  <a:lnTo>
                    <a:pt x="1028" y="625"/>
                  </a:lnTo>
                  <a:lnTo>
                    <a:pt x="1029" y="625"/>
                  </a:lnTo>
                  <a:lnTo>
                    <a:pt x="1031" y="625"/>
                  </a:lnTo>
                  <a:lnTo>
                    <a:pt x="1032" y="625"/>
                  </a:lnTo>
                  <a:lnTo>
                    <a:pt x="1033" y="625"/>
                  </a:lnTo>
                  <a:lnTo>
                    <a:pt x="1035" y="625"/>
                  </a:lnTo>
                  <a:lnTo>
                    <a:pt x="1036" y="624"/>
                  </a:lnTo>
                  <a:lnTo>
                    <a:pt x="1037" y="624"/>
                  </a:lnTo>
                  <a:lnTo>
                    <a:pt x="1039" y="624"/>
                  </a:lnTo>
                  <a:lnTo>
                    <a:pt x="1040" y="624"/>
                  </a:lnTo>
                  <a:lnTo>
                    <a:pt x="1041" y="624"/>
                  </a:lnTo>
                  <a:lnTo>
                    <a:pt x="1043" y="624"/>
                  </a:lnTo>
                  <a:lnTo>
                    <a:pt x="1044" y="624"/>
                  </a:lnTo>
                  <a:lnTo>
                    <a:pt x="1045" y="624"/>
                  </a:lnTo>
                  <a:lnTo>
                    <a:pt x="1047" y="623"/>
                  </a:lnTo>
                  <a:lnTo>
                    <a:pt x="1048" y="623"/>
                  </a:lnTo>
                  <a:lnTo>
                    <a:pt x="1049" y="623"/>
                  </a:lnTo>
                  <a:lnTo>
                    <a:pt x="1051" y="623"/>
                  </a:lnTo>
                  <a:lnTo>
                    <a:pt x="1052" y="623"/>
                  </a:lnTo>
                  <a:lnTo>
                    <a:pt x="1053" y="623"/>
                  </a:lnTo>
                  <a:lnTo>
                    <a:pt x="1055" y="623"/>
                  </a:lnTo>
                  <a:lnTo>
                    <a:pt x="1056" y="622"/>
                  </a:lnTo>
                  <a:lnTo>
                    <a:pt x="1057" y="622"/>
                  </a:lnTo>
                  <a:lnTo>
                    <a:pt x="1059" y="622"/>
                  </a:lnTo>
                  <a:lnTo>
                    <a:pt x="1060" y="622"/>
                  </a:lnTo>
                  <a:lnTo>
                    <a:pt x="1061" y="622"/>
                  </a:lnTo>
                  <a:lnTo>
                    <a:pt x="1063" y="622"/>
                  </a:lnTo>
                  <a:lnTo>
                    <a:pt x="1064" y="622"/>
                  </a:lnTo>
                  <a:lnTo>
                    <a:pt x="1065" y="621"/>
                  </a:lnTo>
                  <a:lnTo>
                    <a:pt x="1067" y="621"/>
                  </a:lnTo>
                  <a:lnTo>
                    <a:pt x="1068" y="621"/>
                  </a:lnTo>
                  <a:lnTo>
                    <a:pt x="1070" y="621"/>
                  </a:lnTo>
                  <a:lnTo>
                    <a:pt x="1071" y="621"/>
                  </a:lnTo>
                  <a:lnTo>
                    <a:pt x="1072" y="621"/>
                  </a:lnTo>
                  <a:lnTo>
                    <a:pt x="1074" y="621"/>
                  </a:lnTo>
                  <a:lnTo>
                    <a:pt x="1075" y="621"/>
                  </a:lnTo>
                  <a:lnTo>
                    <a:pt x="1076" y="620"/>
                  </a:lnTo>
                  <a:lnTo>
                    <a:pt x="1078" y="620"/>
                  </a:lnTo>
                  <a:lnTo>
                    <a:pt x="1079" y="620"/>
                  </a:lnTo>
                  <a:lnTo>
                    <a:pt x="1080" y="620"/>
                  </a:lnTo>
                  <a:lnTo>
                    <a:pt x="1082" y="620"/>
                  </a:lnTo>
                  <a:lnTo>
                    <a:pt x="1083" y="620"/>
                  </a:lnTo>
                  <a:lnTo>
                    <a:pt x="1084" y="620"/>
                  </a:lnTo>
                  <a:lnTo>
                    <a:pt x="1086" y="619"/>
                  </a:lnTo>
                  <a:lnTo>
                    <a:pt x="1087" y="619"/>
                  </a:lnTo>
                  <a:lnTo>
                    <a:pt x="1088" y="619"/>
                  </a:lnTo>
                  <a:lnTo>
                    <a:pt x="1090" y="619"/>
                  </a:lnTo>
                  <a:lnTo>
                    <a:pt x="1091" y="619"/>
                  </a:lnTo>
                  <a:lnTo>
                    <a:pt x="1092" y="619"/>
                  </a:lnTo>
                  <a:lnTo>
                    <a:pt x="1094" y="619"/>
                  </a:lnTo>
                  <a:lnTo>
                    <a:pt x="1095" y="619"/>
                  </a:lnTo>
                  <a:lnTo>
                    <a:pt x="1096" y="619"/>
                  </a:lnTo>
                  <a:lnTo>
                    <a:pt x="1098" y="619"/>
                  </a:lnTo>
                  <a:lnTo>
                    <a:pt x="1099" y="618"/>
                  </a:lnTo>
                  <a:lnTo>
                    <a:pt x="1100" y="618"/>
                  </a:lnTo>
                  <a:lnTo>
                    <a:pt x="1102" y="618"/>
                  </a:lnTo>
                  <a:lnTo>
                    <a:pt x="1103" y="618"/>
                  </a:lnTo>
                  <a:lnTo>
                    <a:pt x="1105" y="618"/>
                  </a:lnTo>
                  <a:lnTo>
                    <a:pt x="1106" y="618"/>
                  </a:lnTo>
                  <a:lnTo>
                    <a:pt x="1107" y="618"/>
                  </a:lnTo>
                  <a:lnTo>
                    <a:pt x="1109" y="617"/>
                  </a:lnTo>
                  <a:lnTo>
                    <a:pt x="1110" y="617"/>
                  </a:lnTo>
                  <a:lnTo>
                    <a:pt x="1111" y="617"/>
                  </a:lnTo>
                  <a:lnTo>
                    <a:pt x="1113" y="617"/>
                  </a:lnTo>
                  <a:lnTo>
                    <a:pt x="1114" y="617"/>
                  </a:lnTo>
                  <a:lnTo>
                    <a:pt x="1115" y="617"/>
                  </a:lnTo>
                  <a:lnTo>
                    <a:pt x="1117" y="617"/>
                  </a:lnTo>
                  <a:lnTo>
                    <a:pt x="1118" y="617"/>
                  </a:lnTo>
                  <a:lnTo>
                    <a:pt x="1119" y="616"/>
                  </a:lnTo>
                  <a:lnTo>
                    <a:pt x="1121" y="616"/>
                  </a:lnTo>
                  <a:lnTo>
                    <a:pt x="1122" y="616"/>
                  </a:lnTo>
                  <a:lnTo>
                    <a:pt x="1123" y="616"/>
                  </a:lnTo>
                  <a:lnTo>
                    <a:pt x="1125" y="616"/>
                  </a:lnTo>
                  <a:lnTo>
                    <a:pt x="1126" y="616"/>
                  </a:lnTo>
                  <a:lnTo>
                    <a:pt x="1127" y="616"/>
                  </a:lnTo>
                  <a:lnTo>
                    <a:pt x="1129" y="616"/>
                  </a:lnTo>
                  <a:lnTo>
                    <a:pt x="1130" y="615"/>
                  </a:lnTo>
                  <a:lnTo>
                    <a:pt x="1131" y="615"/>
                  </a:lnTo>
                  <a:lnTo>
                    <a:pt x="1133" y="615"/>
                  </a:lnTo>
                  <a:lnTo>
                    <a:pt x="1134" y="615"/>
                  </a:lnTo>
                  <a:lnTo>
                    <a:pt x="1135" y="615"/>
                  </a:lnTo>
                  <a:lnTo>
                    <a:pt x="1137" y="615"/>
                  </a:lnTo>
                  <a:lnTo>
                    <a:pt x="1138" y="614"/>
                  </a:lnTo>
                  <a:lnTo>
                    <a:pt x="1140" y="614"/>
                  </a:lnTo>
                  <a:lnTo>
                    <a:pt x="1141" y="614"/>
                  </a:lnTo>
                  <a:lnTo>
                    <a:pt x="1142" y="614"/>
                  </a:lnTo>
                  <a:lnTo>
                    <a:pt x="1144" y="614"/>
                  </a:lnTo>
                  <a:lnTo>
                    <a:pt x="1145" y="614"/>
                  </a:lnTo>
                  <a:lnTo>
                    <a:pt x="1146" y="614"/>
                  </a:lnTo>
                  <a:lnTo>
                    <a:pt x="1148" y="614"/>
                  </a:lnTo>
                  <a:lnTo>
                    <a:pt x="1149" y="614"/>
                  </a:lnTo>
                  <a:lnTo>
                    <a:pt x="1150" y="614"/>
                  </a:lnTo>
                  <a:lnTo>
                    <a:pt x="1152" y="613"/>
                  </a:lnTo>
                  <a:lnTo>
                    <a:pt x="1153" y="613"/>
                  </a:lnTo>
                  <a:lnTo>
                    <a:pt x="1154" y="613"/>
                  </a:lnTo>
                  <a:lnTo>
                    <a:pt x="1156" y="613"/>
                  </a:lnTo>
                  <a:lnTo>
                    <a:pt x="1157" y="613"/>
                  </a:lnTo>
                  <a:lnTo>
                    <a:pt x="1158" y="613"/>
                  </a:lnTo>
                  <a:lnTo>
                    <a:pt x="1160" y="613"/>
                  </a:lnTo>
                  <a:lnTo>
                    <a:pt x="1161" y="613"/>
                  </a:lnTo>
                  <a:lnTo>
                    <a:pt x="1162" y="613"/>
                  </a:lnTo>
                  <a:lnTo>
                    <a:pt x="1164" y="613"/>
                  </a:lnTo>
                  <a:lnTo>
                    <a:pt x="1165" y="612"/>
                  </a:lnTo>
                  <a:lnTo>
                    <a:pt x="1166" y="612"/>
                  </a:lnTo>
                  <a:lnTo>
                    <a:pt x="1168" y="612"/>
                  </a:lnTo>
                  <a:lnTo>
                    <a:pt x="1169" y="612"/>
                  </a:lnTo>
                  <a:lnTo>
                    <a:pt x="1170" y="612"/>
                  </a:lnTo>
                  <a:lnTo>
                    <a:pt x="1172" y="612"/>
                  </a:lnTo>
                  <a:lnTo>
                    <a:pt x="1173" y="611"/>
                  </a:lnTo>
                  <a:lnTo>
                    <a:pt x="1175" y="611"/>
                  </a:lnTo>
                  <a:lnTo>
                    <a:pt x="1176" y="611"/>
                  </a:lnTo>
                  <a:lnTo>
                    <a:pt x="1177" y="611"/>
                  </a:lnTo>
                  <a:lnTo>
                    <a:pt x="1179" y="611"/>
                  </a:lnTo>
                  <a:lnTo>
                    <a:pt x="1180" y="611"/>
                  </a:lnTo>
                  <a:lnTo>
                    <a:pt x="1181" y="611"/>
                  </a:lnTo>
                  <a:lnTo>
                    <a:pt x="1183" y="611"/>
                  </a:lnTo>
                  <a:lnTo>
                    <a:pt x="1184" y="610"/>
                  </a:lnTo>
                  <a:lnTo>
                    <a:pt x="1185" y="610"/>
                  </a:lnTo>
                  <a:lnTo>
                    <a:pt x="1187" y="610"/>
                  </a:lnTo>
                  <a:lnTo>
                    <a:pt x="1188" y="610"/>
                  </a:lnTo>
                  <a:lnTo>
                    <a:pt x="1189" y="610"/>
                  </a:lnTo>
                  <a:lnTo>
                    <a:pt x="1191" y="610"/>
                  </a:lnTo>
                  <a:lnTo>
                    <a:pt x="1192" y="610"/>
                  </a:lnTo>
                  <a:lnTo>
                    <a:pt x="1193" y="609"/>
                  </a:lnTo>
                  <a:lnTo>
                    <a:pt x="1195" y="609"/>
                  </a:lnTo>
                  <a:lnTo>
                    <a:pt x="1196" y="609"/>
                  </a:lnTo>
                  <a:lnTo>
                    <a:pt x="1197" y="609"/>
                  </a:lnTo>
                  <a:lnTo>
                    <a:pt x="1199" y="609"/>
                  </a:lnTo>
                  <a:lnTo>
                    <a:pt x="1200" y="609"/>
                  </a:lnTo>
                  <a:lnTo>
                    <a:pt x="1201" y="609"/>
                  </a:lnTo>
                  <a:lnTo>
                    <a:pt x="1203" y="608"/>
                  </a:lnTo>
                  <a:lnTo>
                    <a:pt x="1204" y="608"/>
                  </a:lnTo>
                  <a:lnTo>
                    <a:pt x="1205" y="608"/>
                  </a:lnTo>
                  <a:lnTo>
                    <a:pt x="1207" y="608"/>
                  </a:lnTo>
                  <a:lnTo>
                    <a:pt x="1208" y="608"/>
                  </a:lnTo>
                  <a:lnTo>
                    <a:pt x="1209" y="608"/>
                  </a:lnTo>
                  <a:lnTo>
                    <a:pt x="1211" y="608"/>
                  </a:lnTo>
                  <a:lnTo>
                    <a:pt x="1212" y="608"/>
                  </a:lnTo>
                  <a:lnTo>
                    <a:pt x="1214" y="608"/>
                  </a:lnTo>
                  <a:lnTo>
                    <a:pt x="1215" y="608"/>
                  </a:lnTo>
                  <a:lnTo>
                    <a:pt x="1216" y="607"/>
                  </a:lnTo>
                  <a:lnTo>
                    <a:pt x="1218" y="607"/>
                  </a:lnTo>
                  <a:lnTo>
                    <a:pt x="1219" y="607"/>
                  </a:lnTo>
                  <a:lnTo>
                    <a:pt x="1220" y="607"/>
                  </a:lnTo>
                  <a:lnTo>
                    <a:pt x="1222" y="607"/>
                  </a:lnTo>
                  <a:lnTo>
                    <a:pt x="1223" y="607"/>
                  </a:lnTo>
                  <a:lnTo>
                    <a:pt x="1224" y="607"/>
                  </a:lnTo>
                  <a:lnTo>
                    <a:pt x="1226" y="607"/>
                  </a:lnTo>
                  <a:lnTo>
                    <a:pt x="1227" y="607"/>
                  </a:lnTo>
                  <a:lnTo>
                    <a:pt x="1228" y="607"/>
                  </a:lnTo>
                  <a:lnTo>
                    <a:pt x="1230" y="606"/>
                  </a:lnTo>
                  <a:lnTo>
                    <a:pt x="1231" y="606"/>
                  </a:lnTo>
                  <a:lnTo>
                    <a:pt x="1232" y="606"/>
                  </a:lnTo>
                  <a:lnTo>
                    <a:pt x="1234" y="606"/>
                  </a:lnTo>
                  <a:lnTo>
                    <a:pt x="1235" y="606"/>
                  </a:lnTo>
                  <a:lnTo>
                    <a:pt x="1236" y="606"/>
                  </a:lnTo>
                  <a:lnTo>
                    <a:pt x="1238" y="606"/>
                  </a:lnTo>
                  <a:lnTo>
                    <a:pt x="1239" y="606"/>
                  </a:lnTo>
                  <a:lnTo>
                    <a:pt x="1240" y="605"/>
                  </a:lnTo>
                  <a:lnTo>
                    <a:pt x="1242" y="605"/>
                  </a:lnTo>
                  <a:lnTo>
                    <a:pt x="1243" y="605"/>
                  </a:lnTo>
                  <a:lnTo>
                    <a:pt x="1244" y="605"/>
                  </a:lnTo>
                  <a:lnTo>
                    <a:pt x="1246" y="605"/>
                  </a:lnTo>
                  <a:lnTo>
                    <a:pt x="1247" y="605"/>
                  </a:lnTo>
                  <a:lnTo>
                    <a:pt x="1249" y="605"/>
                  </a:lnTo>
                  <a:lnTo>
                    <a:pt x="1250" y="605"/>
                  </a:lnTo>
                  <a:lnTo>
                    <a:pt x="1251" y="605"/>
                  </a:lnTo>
                  <a:lnTo>
                    <a:pt x="1253" y="604"/>
                  </a:lnTo>
                  <a:lnTo>
                    <a:pt x="1254" y="604"/>
                  </a:lnTo>
                  <a:lnTo>
                    <a:pt x="1255" y="604"/>
                  </a:lnTo>
                  <a:lnTo>
                    <a:pt x="1257" y="604"/>
                  </a:lnTo>
                  <a:lnTo>
                    <a:pt x="1258" y="604"/>
                  </a:lnTo>
                  <a:lnTo>
                    <a:pt x="1259" y="604"/>
                  </a:lnTo>
                  <a:lnTo>
                    <a:pt x="1261" y="604"/>
                  </a:lnTo>
                  <a:lnTo>
                    <a:pt x="1262" y="604"/>
                  </a:lnTo>
                  <a:lnTo>
                    <a:pt x="1263" y="604"/>
                  </a:lnTo>
                  <a:lnTo>
                    <a:pt x="1265" y="604"/>
                  </a:lnTo>
                  <a:lnTo>
                    <a:pt x="1266" y="603"/>
                  </a:lnTo>
                  <a:lnTo>
                    <a:pt x="1267" y="603"/>
                  </a:lnTo>
                  <a:lnTo>
                    <a:pt x="1269" y="603"/>
                  </a:lnTo>
                  <a:lnTo>
                    <a:pt x="1270" y="603"/>
                  </a:lnTo>
                  <a:lnTo>
                    <a:pt x="1271" y="603"/>
                  </a:lnTo>
                  <a:lnTo>
                    <a:pt x="1273" y="603"/>
                  </a:lnTo>
                  <a:lnTo>
                    <a:pt x="1274" y="603"/>
                  </a:lnTo>
                  <a:lnTo>
                    <a:pt x="1275" y="603"/>
                  </a:lnTo>
                  <a:lnTo>
                    <a:pt x="1277" y="603"/>
                  </a:lnTo>
                  <a:lnTo>
                    <a:pt x="1278" y="603"/>
                  </a:lnTo>
                  <a:lnTo>
                    <a:pt x="1279" y="602"/>
                  </a:lnTo>
                  <a:lnTo>
                    <a:pt x="1281" y="602"/>
                  </a:lnTo>
                  <a:lnTo>
                    <a:pt x="1282" y="602"/>
                  </a:lnTo>
                  <a:lnTo>
                    <a:pt x="1284" y="602"/>
                  </a:lnTo>
                  <a:lnTo>
                    <a:pt x="1285" y="602"/>
                  </a:lnTo>
                  <a:lnTo>
                    <a:pt x="1286" y="602"/>
                  </a:lnTo>
                  <a:lnTo>
                    <a:pt x="1288" y="602"/>
                  </a:lnTo>
                  <a:lnTo>
                    <a:pt x="1289" y="602"/>
                  </a:lnTo>
                  <a:lnTo>
                    <a:pt x="1290" y="602"/>
                  </a:lnTo>
                  <a:lnTo>
                    <a:pt x="1292" y="601"/>
                  </a:lnTo>
                  <a:lnTo>
                    <a:pt x="1293" y="601"/>
                  </a:lnTo>
                  <a:lnTo>
                    <a:pt x="1294" y="601"/>
                  </a:lnTo>
                  <a:lnTo>
                    <a:pt x="1296" y="601"/>
                  </a:lnTo>
                  <a:lnTo>
                    <a:pt x="1297" y="601"/>
                  </a:lnTo>
                  <a:lnTo>
                    <a:pt x="1298" y="601"/>
                  </a:lnTo>
                  <a:lnTo>
                    <a:pt x="1300" y="601"/>
                  </a:lnTo>
                  <a:lnTo>
                    <a:pt x="1301" y="601"/>
                  </a:lnTo>
                  <a:lnTo>
                    <a:pt x="1302" y="601"/>
                  </a:lnTo>
                  <a:lnTo>
                    <a:pt x="1304" y="601"/>
                  </a:lnTo>
                  <a:lnTo>
                    <a:pt x="1305" y="601"/>
                  </a:lnTo>
                  <a:lnTo>
                    <a:pt x="1306" y="600"/>
                  </a:lnTo>
                  <a:lnTo>
                    <a:pt x="1308" y="600"/>
                  </a:lnTo>
                  <a:lnTo>
                    <a:pt x="1309" y="600"/>
                  </a:lnTo>
                  <a:lnTo>
                    <a:pt x="1310" y="600"/>
                  </a:lnTo>
                  <a:lnTo>
                    <a:pt x="1312" y="600"/>
                  </a:lnTo>
                  <a:lnTo>
                    <a:pt x="1313" y="600"/>
                  </a:lnTo>
                  <a:lnTo>
                    <a:pt x="1314" y="600"/>
                  </a:lnTo>
                  <a:lnTo>
                    <a:pt x="1316" y="600"/>
                  </a:lnTo>
                  <a:lnTo>
                    <a:pt x="1317" y="600"/>
                  </a:lnTo>
                  <a:lnTo>
                    <a:pt x="1319" y="599"/>
                  </a:lnTo>
                  <a:lnTo>
                    <a:pt x="1320" y="599"/>
                  </a:lnTo>
                  <a:lnTo>
                    <a:pt x="1321" y="599"/>
                  </a:lnTo>
                  <a:lnTo>
                    <a:pt x="1323" y="599"/>
                  </a:lnTo>
                  <a:lnTo>
                    <a:pt x="1324" y="599"/>
                  </a:lnTo>
                  <a:lnTo>
                    <a:pt x="1325" y="599"/>
                  </a:lnTo>
                  <a:lnTo>
                    <a:pt x="1327" y="599"/>
                  </a:lnTo>
                  <a:lnTo>
                    <a:pt x="1328" y="599"/>
                  </a:lnTo>
                  <a:lnTo>
                    <a:pt x="1329" y="599"/>
                  </a:lnTo>
                  <a:lnTo>
                    <a:pt x="1331" y="598"/>
                  </a:lnTo>
                  <a:lnTo>
                    <a:pt x="1332" y="598"/>
                  </a:lnTo>
                  <a:lnTo>
                    <a:pt x="1333" y="598"/>
                  </a:lnTo>
                  <a:lnTo>
                    <a:pt x="1335" y="598"/>
                  </a:lnTo>
                  <a:lnTo>
                    <a:pt x="1336" y="598"/>
                  </a:lnTo>
                  <a:lnTo>
                    <a:pt x="1337" y="598"/>
                  </a:lnTo>
                  <a:lnTo>
                    <a:pt x="1339" y="598"/>
                  </a:lnTo>
                  <a:lnTo>
                    <a:pt x="1340" y="598"/>
                  </a:lnTo>
                  <a:lnTo>
                    <a:pt x="1341" y="598"/>
                  </a:lnTo>
                  <a:lnTo>
                    <a:pt x="1343" y="598"/>
                  </a:lnTo>
                  <a:lnTo>
                    <a:pt x="1344" y="597"/>
                  </a:lnTo>
                  <a:lnTo>
                    <a:pt x="1345" y="597"/>
                  </a:lnTo>
                  <a:lnTo>
                    <a:pt x="1347" y="597"/>
                  </a:lnTo>
                  <a:lnTo>
                    <a:pt x="1348" y="597"/>
                  </a:lnTo>
                  <a:lnTo>
                    <a:pt x="1349" y="597"/>
                  </a:lnTo>
                  <a:lnTo>
                    <a:pt x="1351" y="597"/>
                  </a:lnTo>
                  <a:lnTo>
                    <a:pt x="1352" y="597"/>
                  </a:lnTo>
                  <a:lnTo>
                    <a:pt x="1353" y="597"/>
                  </a:lnTo>
                  <a:lnTo>
                    <a:pt x="1355" y="597"/>
                  </a:lnTo>
                  <a:lnTo>
                    <a:pt x="1356" y="597"/>
                  </a:lnTo>
                  <a:lnTo>
                    <a:pt x="1358" y="596"/>
                  </a:lnTo>
                  <a:lnTo>
                    <a:pt x="1359" y="596"/>
                  </a:lnTo>
                  <a:lnTo>
                    <a:pt x="1360" y="596"/>
                  </a:lnTo>
                  <a:lnTo>
                    <a:pt x="1362" y="596"/>
                  </a:lnTo>
                  <a:lnTo>
                    <a:pt x="1363" y="596"/>
                  </a:lnTo>
                  <a:lnTo>
                    <a:pt x="1364" y="596"/>
                  </a:lnTo>
                  <a:lnTo>
                    <a:pt x="1366" y="596"/>
                  </a:lnTo>
                  <a:lnTo>
                    <a:pt x="1367" y="596"/>
                  </a:lnTo>
                  <a:lnTo>
                    <a:pt x="1368" y="596"/>
                  </a:lnTo>
                  <a:lnTo>
                    <a:pt x="1370" y="596"/>
                  </a:lnTo>
                  <a:lnTo>
                    <a:pt x="1371" y="595"/>
                  </a:lnTo>
                  <a:lnTo>
                    <a:pt x="1372" y="595"/>
                  </a:lnTo>
                  <a:lnTo>
                    <a:pt x="1374" y="595"/>
                  </a:lnTo>
                  <a:lnTo>
                    <a:pt x="1375" y="595"/>
                  </a:lnTo>
                  <a:lnTo>
                    <a:pt x="1376" y="595"/>
                  </a:lnTo>
                  <a:lnTo>
                    <a:pt x="1378" y="595"/>
                  </a:lnTo>
                  <a:lnTo>
                    <a:pt x="1379" y="595"/>
                  </a:lnTo>
                  <a:lnTo>
                    <a:pt x="1380" y="595"/>
                  </a:lnTo>
                  <a:lnTo>
                    <a:pt x="1382" y="594"/>
                  </a:lnTo>
                  <a:lnTo>
                    <a:pt x="1383" y="594"/>
                  </a:lnTo>
                  <a:lnTo>
                    <a:pt x="1384" y="594"/>
                  </a:lnTo>
                  <a:lnTo>
                    <a:pt x="1386" y="594"/>
                  </a:lnTo>
                  <a:lnTo>
                    <a:pt x="1387" y="594"/>
                  </a:lnTo>
                  <a:lnTo>
                    <a:pt x="1388" y="594"/>
                  </a:lnTo>
                  <a:lnTo>
                    <a:pt x="1390" y="594"/>
                  </a:lnTo>
                  <a:lnTo>
                    <a:pt x="1391" y="594"/>
                  </a:lnTo>
                  <a:lnTo>
                    <a:pt x="1393" y="594"/>
                  </a:lnTo>
                  <a:lnTo>
                    <a:pt x="1394" y="594"/>
                  </a:lnTo>
                  <a:lnTo>
                    <a:pt x="1395" y="593"/>
                  </a:lnTo>
                  <a:lnTo>
                    <a:pt x="1397" y="593"/>
                  </a:lnTo>
                  <a:lnTo>
                    <a:pt x="1398" y="593"/>
                  </a:lnTo>
                  <a:lnTo>
                    <a:pt x="1399" y="593"/>
                  </a:lnTo>
                  <a:lnTo>
                    <a:pt x="1401" y="593"/>
                  </a:lnTo>
                  <a:lnTo>
                    <a:pt x="1402" y="593"/>
                  </a:lnTo>
                  <a:lnTo>
                    <a:pt x="1403" y="593"/>
                  </a:lnTo>
                  <a:lnTo>
                    <a:pt x="1405" y="593"/>
                  </a:lnTo>
                  <a:lnTo>
                    <a:pt x="1406" y="592"/>
                  </a:lnTo>
                  <a:lnTo>
                    <a:pt x="1407" y="592"/>
                  </a:lnTo>
                  <a:lnTo>
                    <a:pt x="1409" y="592"/>
                  </a:lnTo>
                  <a:lnTo>
                    <a:pt x="1410" y="592"/>
                  </a:lnTo>
                  <a:lnTo>
                    <a:pt x="1411" y="592"/>
                  </a:lnTo>
                  <a:lnTo>
                    <a:pt x="1413" y="592"/>
                  </a:lnTo>
                  <a:lnTo>
                    <a:pt x="1414" y="592"/>
                  </a:lnTo>
                  <a:lnTo>
                    <a:pt x="1415" y="592"/>
                  </a:lnTo>
                  <a:lnTo>
                    <a:pt x="1417" y="592"/>
                  </a:lnTo>
                  <a:lnTo>
                    <a:pt x="1418" y="592"/>
                  </a:lnTo>
                  <a:lnTo>
                    <a:pt x="1419" y="592"/>
                  </a:lnTo>
                  <a:lnTo>
                    <a:pt x="1421" y="592"/>
                  </a:lnTo>
                  <a:lnTo>
                    <a:pt x="1422" y="591"/>
                  </a:lnTo>
                </a:path>
              </a:pathLst>
            </a:custGeom>
            <a:noFill/>
            <a:ln cap="flat" cmpd="sng" w="25400">
              <a:solidFill>
                <a:srgbClr val="32CD3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6"/>
            <p:cNvSpPr/>
            <p:nvPr/>
          </p:nvSpPr>
          <p:spPr>
            <a:xfrm flipH="1" rot="10800000">
              <a:off x="6845301" y="5192713"/>
              <a:ext cx="3756025" cy="889000"/>
            </a:xfrm>
            <a:custGeom>
              <a:rect b="b" l="l" r="r" t="t"/>
              <a:pathLst>
                <a:path extrusionOk="0" h="403" w="1422">
                  <a:moveTo>
                    <a:pt x="0" y="13"/>
                  </a:moveTo>
                  <a:lnTo>
                    <a:pt x="1" y="14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3" y="14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7" y="14"/>
                  </a:lnTo>
                  <a:lnTo>
                    <a:pt x="18" y="14"/>
                  </a:lnTo>
                  <a:lnTo>
                    <a:pt x="20" y="14"/>
                  </a:lnTo>
                  <a:lnTo>
                    <a:pt x="21" y="14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5" y="14"/>
                  </a:lnTo>
                  <a:lnTo>
                    <a:pt x="27" y="14"/>
                  </a:lnTo>
                  <a:lnTo>
                    <a:pt x="28" y="14"/>
                  </a:lnTo>
                  <a:lnTo>
                    <a:pt x="29" y="14"/>
                  </a:lnTo>
                  <a:lnTo>
                    <a:pt x="31" y="14"/>
                  </a:lnTo>
                  <a:lnTo>
                    <a:pt x="32" y="14"/>
                  </a:lnTo>
                  <a:lnTo>
                    <a:pt x="33" y="14"/>
                  </a:lnTo>
                  <a:lnTo>
                    <a:pt x="35" y="14"/>
                  </a:lnTo>
                  <a:lnTo>
                    <a:pt x="36" y="14"/>
                  </a:lnTo>
                  <a:lnTo>
                    <a:pt x="37" y="14"/>
                  </a:lnTo>
                  <a:lnTo>
                    <a:pt x="39" y="14"/>
                  </a:lnTo>
                  <a:lnTo>
                    <a:pt x="40" y="14"/>
                  </a:lnTo>
                  <a:lnTo>
                    <a:pt x="41" y="14"/>
                  </a:lnTo>
                  <a:lnTo>
                    <a:pt x="43" y="14"/>
                  </a:lnTo>
                  <a:lnTo>
                    <a:pt x="44" y="14"/>
                  </a:lnTo>
                  <a:lnTo>
                    <a:pt x="45" y="14"/>
                  </a:lnTo>
                  <a:lnTo>
                    <a:pt x="47" y="14"/>
                  </a:lnTo>
                  <a:lnTo>
                    <a:pt x="48" y="14"/>
                  </a:lnTo>
                  <a:lnTo>
                    <a:pt x="49" y="14"/>
                  </a:lnTo>
                  <a:lnTo>
                    <a:pt x="51" y="14"/>
                  </a:lnTo>
                  <a:lnTo>
                    <a:pt x="52" y="14"/>
                  </a:lnTo>
                  <a:lnTo>
                    <a:pt x="53" y="14"/>
                  </a:lnTo>
                  <a:lnTo>
                    <a:pt x="55" y="14"/>
                  </a:lnTo>
                  <a:lnTo>
                    <a:pt x="56" y="14"/>
                  </a:lnTo>
                  <a:lnTo>
                    <a:pt x="58" y="14"/>
                  </a:lnTo>
                  <a:lnTo>
                    <a:pt x="59" y="14"/>
                  </a:lnTo>
                  <a:lnTo>
                    <a:pt x="60" y="14"/>
                  </a:lnTo>
                  <a:lnTo>
                    <a:pt x="62" y="14"/>
                  </a:lnTo>
                  <a:lnTo>
                    <a:pt x="63" y="14"/>
                  </a:lnTo>
                  <a:lnTo>
                    <a:pt x="64" y="14"/>
                  </a:lnTo>
                  <a:lnTo>
                    <a:pt x="66" y="14"/>
                  </a:lnTo>
                  <a:lnTo>
                    <a:pt x="67" y="14"/>
                  </a:lnTo>
                  <a:lnTo>
                    <a:pt x="68" y="14"/>
                  </a:lnTo>
                  <a:lnTo>
                    <a:pt x="70" y="14"/>
                  </a:lnTo>
                  <a:lnTo>
                    <a:pt x="71" y="14"/>
                  </a:lnTo>
                  <a:lnTo>
                    <a:pt x="72" y="14"/>
                  </a:lnTo>
                  <a:lnTo>
                    <a:pt x="74" y="14"/>
                  </a:lnTo>
                  <a:lnTo>
                    <a:pt x="75" y="14"/>
                  </a:lnTo>
                  <a:lnTo>
                    <a:pt x="76" y="14"/>
                  </a:lnTo>
                  <a:lnTo>
                    <a:pt x="78" y="14"/>
                  </a:lnTo>
                  <a:lnTo>
                    <a:pt x="79" y="14"/>
                  </a:lnTo>
                  <a:lnTo>
                    <a:pt x="80" y="14"/>
                  </a:lnTo>
                  <a:lnTo>
                    <a:pt x="82" y="14"/>
                  </a:lnTo>
                  <a:lnTo>
                    <a:pt x="83" y="14"/>
                  </a:lnTo>
                  <a:lnTo>
                    <a:pt x="84" y="14"/>
                  </a:lnTo>
                  <a:lnTo>
                    <a:pt x="86" y="14"/>
                  </a:lnTo>
                  <a:lnTo>
                    <a:pt x="87" y="14"/>
                  </a:lnTo>
                  <a:lnTo>
                    <a:pt x="88" y="14"/>
                  </a:lnTo>
                  <a:lnTo>
                    <a:pt x="90" y="14"/>
                  </a:lnTo>
                  <a:lnTo>
                    <a:pt x="91" y="14"/>
                  </a:lnTo>
                  <a:lnTo>
                    <a:pt x="92" y="14"/>
                  </a:lnTo>
                  <a:lnTo>
                    <a:pt x="94" y="14"/>
                  </a:lnTo>
                  <a:lnTo>
                    <a:pt x="95" y="14"/>
                  </a:lnTo>
                  <a:lnTo>
                    <a:pt x="97" y="14"/>
                  </a:lnTo>
                  <a:lnTo>
                    <a:pt x="98" y="14"/>
                  </a:lnTo>
                  <a:lnTo>
                    <a:pt x="99" y="14"/>
                  </a:lnTo>
                  <a:lnTo>
                    <a:pt x="101" y="14"/>
                  </a:lnTo>
                  <a:lnTo>
                    <a:pt x="102" y="14"/>
                  </a:lnTo>
                  <a:lnTo>
                    <a:pt x="103" y="14"/>
                  </a:lnTo>
                  <a:lnTo>
                    <a:pt x="105" y="14"/>
                  </a:lnTo>
                  <a:lnTo>
                    <a:pt x="106" y="14"/>
                  </a:lnTo>
                  <a:lnTo>
                    <a:pt x="107" y="14"/>
                  </a:lnTo>
                  <a:lnTo>
                    <a:pt x="109" y="14"/>
                  </a:lnTo>
                  <a:lnTo>
                    <a:pt x="110" y="14"/>
                  </a:lnTo>
                  <a:lnTo>
                    <a:pt x="111" y="14"/>
                  </a:lnTo>
                  <a:lnTo>
                    <a:pt x="113" y="14"/>
                  </a:lnTo>
                  <a:lnTo>
                    <a:pt x="114" y="14"/>
                  </a:lnTo>
                  <a:lnTo>
                    <a:pt x="115" y="13"/>
                  </a:lnTo>
                  <a:lnTo>
                    <a:pt x="117" y="0"/>
                  </a:lnTo>
                  <a:lnTo>
                    <a:pt x="118" y="8"/>
                  </a:lnTo>
                  <a:lnTo>
                    <a:pt x="119" y="9"/>
                  </a:lnTo>
                  <a:lnTo>
                    <a:pt x="121" y="11"/>
                  </a:lnTo>
                  <a:lnTo>
                    <a:pt x="122" y="15"/>
                  </a:lnTo>
                  <a:lnTo>
                    <a:pt x="123" y="20"/>
                  </a:lnTo>
                  <a:lnTo>
                    <a:pt x="125" y="25"/>
                  </a:lnTo>
                  <a:lnTo>
                    <a:pt x="126" y="31"/>
                  </a:lnTo>
                  <a:lnTo>
                    <a:pt x="127" y="38"/>
                  </a:lnTo>
                  <a:lnTo>
                    <a:pt x="129" y="45"/>
                  </a:lnTo>
                  <a:lnTo>
                    <a:pt x="130" y="52"/>
                  </a:lnTo>
                  <a:lnTo>
                    <a:pt x="132" y="59"/>
                  </a:lnTo>
                  <a:lnTo>
                    <a:pt x="133" y="66"/>
                  </a:lnTo>
                  <a:lnTo>
                    <a:pt x="134" y="73"/>
                  </a:lnTo>
                  <a:lnTo>
                    <a:pt x="136" y="81"/>
                  </a:lnTo>
                  <a:lnTo>
                    <a:pt x="137" y="89"/>
                  </a:lnTo>
                  <a:lnTo>
                    <a:pt x="138" y="96"/>
                  </a:lnTo>
                  <a:lnTo>
                    <a:pt x="140" y="104"/>
                  </a:lnTo>
                  <a:lnTo>
                    <a:pt x="141" y="111"/>
                  </a:lnTo>
                  <a:lnTo>
                    <a:pt x="142" y="119"/>
                  </a:lnTo>
                  <a:lnTo>
                    <a:pt x="144" y="126"/>
                  </a:lnTo>
                  <a:lnTo>
                    <a:pt x="145" y="134"/>
                  </a:lnTo>
                  <a:lnTo>
                    <a:pt x="146" y="141"/>
                  </a:lnTo>
                  <a:lnTo>
                    <a:pt x="148" y="148"/>
                  </a:lnTo>
                  <a:lnTo>
                    <a:pt x="149" y="155"/>
                  </a:lnTo>
                  <a:lnTo>
                    <a:pt x="150" y="161"/>
                  </a:lnTo>
                  <a:lnTo>
                    <a:pt x="152" y="168"/>
                  </a:lnTo>
                  <a:lnTo>
                    <a:pt x="153" y="174"/>
                  </a:lnTo>
                  <a:lnTo>
                    <a:pt x="154" y="181"/>
                  </a:lnTo>
                  <a:lnTo>
                    <a:pt x="156" y="186"/>
                  </a:lnTo>
                  <a:lnTo>
                    <a:pt x="157" y="192"/>
                  </a:lnTo>
                  <a:lnTo>
                    <a:pt x="158" y="198"/>
                  </a:lnTo>
                  <a:lnTo>
                    <a:pt x="160" y="204"/>
                  </a:lnTo>
                  <a:lnTo>
                    <a:pt x="161" y="209"/>
                  </a:lnTo>
                  <a:lnTo>
                    <a:pt x="162" y="214"/>
                  </a:lnTo>
                  <a:lnTo>
                    <a:pt x="164" y="219"/>
                  </a:lnTo>
                  <a:lnTo>
                    <a:pt x="165" y="223"/>
                  </a:lnTo>
                  <a:lnTo>
                    <a:pt x="167" y="228"/>
                  </a:lnTo>
                  <a:lnTo>
                    <a:pt x="168" y="232"/>
                  </a:lnTo>
                  <a:lnTo>
                    <a:pt x="169" y="236"/>
                  </a:lnTo>
                  <a:lnTo>
                    <a:pt x="171" y="239"/>
                  </a:lnTo>
                  <a:lnTo>
                    <a:pt x="172" y="243"/>
                  </a:lnTo>
                  <a:lnTo>
                    <a:pt x="173" y="246"/>
                  </a:lnTo>
                  <a:lnTo>
                    <a:pt x="175" y="250"/>
                  </a:lnTo>
                  <a:lnTo>
                    <a:pt x="176" y="253"/>
                  </a:lnTo>
                  <a:lnTo>
                    <a:pt x="177" y="256"/>
                  </a:lnTo>
                  <a:lnTo>
                    <a:pt x="179" y="259"/>
                  </a:lnTo>
                  <a:lnTo>
                    <a:pt x="180" y="262"/>
                  </a:lnTo>
                  <a:lnTo>
                    <a:pt x="181" y="264"/>
                  </a:lnTo>
                  <a:lnTo>
                    <a:pt x="183" y="267"/>
                  </a:lnTo>
                  <a:lnTo>
                    <a:pt x="184" y="269"/>
                  </a:lnTo>
                  <a:lnTo>
                    <a:pt x="185" y="272"/>
                  </a:lnTo>
                  <a:lnTo>
                    <a:pt x="187" y="274"/>
                  </a:lnTo>
                  <a:lnTo>
                    <a:pt x="188" y="277"/>
                  </a:lnTo>
                  <a:lnTo>
                    <a:pt x="189" y="279"/>
                  </a:lnTo>
                  <a:lnTo>
                    <a:pt x="191" y="282"/>
                  </a:lnTo>
                  <a:lnTo>
                    <a:pt x="192" y="284"/>
                  </a:lnTo>
                  <a:lnTo>
                    <a:pt x="193" y="286"/>
                  </a:lnTo>
                  <a:lnTo>
                    <a:pt x="195" y="288"/>
                  </a:lnTo>
                  <a:lnTo>
                    <a:pt x="196" y="290"/>
                  </a:lnTo>
                  <a:lnTo>
                    <a:pt x="197" y="293"/>
                  </a:lnTo>
                  <a:lnTo>
                    <a:pt x="199" y="295"/>
                  </a:lnTo>
                  <a:lnTo>
                    <a:pt x="200" y="297"/>
                  </a:lnTo>
                  <a:lnTo>
                    <a:pt x="202" y="299"/>
                  </a:lnTo>
                  <a:lnTo>
                    <a:pt x="203" y="301"/>
                  </a:lnTo>
                  <a:lnTo>
                    <a:pt x="204" y="303"/>
                  </a:lnTo>
                  <a:lnTo>
                    <a:pt x="206" y="306"/>
                  </a:lnTo>
                  <a:lnTo>
                    <a:pt x="207" y="307"/>
                  </a:lnTo>
                  <a:lnTo>
                    <a:pt x="208" y="309"/>
                  </a:lnTo>
                  <a:lnTo>
                    <a:pt x="210" y="312"/>
                  </a:lnTo>
                  <a:lnTo>
                    <a:pt x="211" y="314"/>
                  </a:lnTo>
                  <a:lnTo>
                    <a:pt x="212" y="316"/>
                  </a:lnTo>
                  <a:lnTo>
                    <a:pt x="214" y="318"/>
                  </a:lnTo>
                  <a:lnTo>
                    <a:pt x="215" y="320"/>
                  </a:lnTo>
                  <a:lnTo>
                    <a:pt x="216" y="322"/>
                  </a:lnTo>
                  <a:lnTo>
                    <a:pt x="218" y="324"/>
                  </a:lnTo>
                  <a:lnTo>
                    <a:pt x="219" y="326"/>
                  </a:lnTo>
                  <a:lnTo>
                    <a:pt x="220" y="328"/>
                  </a:lnTo>
                  <a:lnTo>
                    <a:pt x="222" y="330"/>
                  </a:lnTo>
                  <a:lnTo>
                    <a:pt x="223" y="332"/>
                  </a:lnTo>
                  <a:lnTo>
                    <a:pt x="224" y="333"/>
                  </a:lnTo>
                  <a:lnTo>
                    <a:pt x="226" y="335"/>
                  </a:lnTo>
                  <a:lnTo>
                    <a:pt x="227" y="337"/>
                  </a:lnTo>
                  <a:lnTo>
                    <a:pt x="228" y="339"/>
                  </a:lnTo>
                  <a:lnTo>
                    <a:pt x="230" y="340"/>
                  </a:lnTo>
                  <a:lnTo>
                    <a:pt x="231" y="342"/>
                  </a:lnTo>
                  <a:lnTo>
                    <a:pt x="232" y="344"/>
                  </a:lnTo>
                  <a:lnTo>
                    <a:pt x="234" y="346"/>
                  </a:lnTo>
                  <a:lnTo>
                    <a:pt x="235" y="347"/>
                  </a:lnTo>
                  <a:lnTo>
                    <a:pt x="236" y="349"/>
                  </a:lnTo>
                  <a:lnTo>
                    <a:pt x="238" y="351"/>
                  </a:lnTo>
                  <a:lnTo>
                    <a:pt x="239" y="352"/>
                  </a:lnTo>
                  <a:lnTo>
                    <a:pt x="241" y="354"/>
                  </a:lnTo>
                  <a:lnTo>
                    <a:pt x="242" y="356"/>
                  </a:lnTo>
                  <a:lnTo>
                    <a:pt x="243" y="357"/>
                  </a:lnTo>
                  <a:lnTo>
                    <a:pt x="245" y="359"/>
                  </a:lnTo>
                  <a:lnTo>
                    <a:pt x="246" y="361"/>
                  </a:lnTo>
                  <a:lnTo>
                    <a:pt x="247" y="362"/>
                  </a:lnTo>
                  <a:lnTo>
                    <a:pt x="249" y="364"/>
                  </a:lnTo>
                  <a:lnTo>
                    <a:pt x="250" y="365"/>
                  </a:lnTo>
                  <a:lnTo>
                    <a:pt x="251" y="367"/>
                  </a:lnTo>
                  <a:lnTo>
                    <a:pt x="253" y="368"/>
                  </a:lnTo>
                  <a:lnTo>
                    <a:pt x="254" y="370"/>
                  </a:lnTo>
                  <a:lnTo>
                    <a:pt x="255" y="371"/>
                  </a:lnTo>
                  <a:lnTo>
                    <a:pt x="257" y="373"/>
                  </a:lnTo>
                  <a:lnTo>
                    <a:pt x="258" y="374"/>
                  </a:lnTo>
                  <a:lnTo>
                    <a:pt x="259" y="376"/>
                  </a:lnTo>
                  <a:lnTo>
                    <a:pt x="261" y="377"/>
                  </a:lnTo>
                  <a:lnTo>
                    <a:pt x="262" y="379"/>
                  </a:lnTo>
                  <a:lnTo>
                    <a:pt x="263" y="380"/>
                  </a:lnTo>
                  <a:lnTo>
                    <a:pt x="265" y="381"/>
                  </a:lnTo>
                  <a:lnTo>
                    <a:pt x="266" y="383"/>
                  </a:lnTo>
                  <a:lnTo>
                    <a:pt x="267" y="384"/>
                  </a:lnTo>
                  <a:lnTo>
                    <a:pt x="269" y="385"/>
                  </a:lnTo>
                  <a:lnTo>
                    <a:pt x="270" y="387"/>
                  </a:lnTo>
                  <a:lnTo>
                    <a:pt x="271" y="388"/>
                  </a:lnTo>
                  <a:lnTo>
                    <a:pt x="273" y="389"/>
                  </a:lnTo>
                  <a:lnTo>
                    <a:pt x="274" y="390"/>
                  </a:lnTo>
                  <a:lnTo>
                    <a:pt x="276" y="391"/>
                  </a:lnTo>
                  <a:lnTo>
                    <a:pt x="277" y="392"/>
                  </a:lnTo>
                  <a:lnTo>
                    <a:pt x="278" y="393"/>
                  </a:lnTo>
                  <a:lnTo>
                    <a:pt x="280" y="394"/>
                  </a:lnTo>
                  <a:lnTo>
                    <a:pt x="281" y="395"/>
                  </a:lnTo>
                  <a:lnTo>
                    <a:pt x="282" y="395"/>
                  </a:lnTo>
                  <a:lnTo>
                    <a:pt x="284" y="396"/>
                  </a:lnTo>
                  <a:lnTo>
                    <a:pt x="285" y="397"/>
                  </a:lnTo>
                  <a:lnTo>
                    <a:pt x="286" y="397"/>
                  </a:lnTo>
                  <a:lnTo>
                    <a:pt x="288" y="398"/>
                  </a:lnTo>
                  <a:lnTo>
                    <a:pt x="289" y="398"/>
                  </a:lnTo>
                  <a:lnTo>
                    <a:pt x="290" y="399"/>
                  </a:lnTo>
                  <a:lnTo>
                    <a:pt x="292" y="400"/>
                  </a:lnTo>
                  <a:lnTo>
                    <a:pt x="293" y="400"/>
                  </a:lnTo>
                  <a:lnTo>
                    <a:pt x="294" y="400"/>
                  </a:lnTo>
                  <a:lnTo>
                    <a:pt x="296" y="401"/>
                  </a:lnTo>
                  <a:lnTo>
                    <a:pt x="297" y="401"/>
                  </a:lnTo>
                  <a:lnTo>
                    <a:pt x="298" y="402"/>
                  </a:lnTo>
                  <a:lnTo>
                    <a:pt x="300" y="402"/>
                  </a:lnTo>
                  <a:lnTo>
                    <a:pt x="301" y="402"/>
                  </a:lnTo>
                  <a:lnTo>
                    <a:pt x="302" y="402"/>
                  </a:lnTo>
                  <a:lnTo>
                    <a:pt x="304" y="403"/>
                  </a:lnTo>
                  <a:lnTo>
                    <a:pt x="305" y="403"/>
                  </a:lnTo>
                  <a:lnTo>
                    <a:pt x="306" y="403"/>
                  </a:lnTo>
                  <a:lnTo>
                    <a:pt x="308" y="403"/>
                  </a:lnTo>
                  <a:lnTo>
                    <a:pt x="309" y="403"/>
                  </a:lnTo>
                  <a:lnTo>
                    <a:pt x="311" y="403"/>
                  </a:lnTo>
                  <a:lnTo>
                    <a:pt x="312" y="403"/>
                  </a:lnTo>
                  <a:lnTo>
                    <a:pt x="313" y="403"/>
                  </a:lnTo>
                  <a:lnTo>
                    <a:pt x="315" y="403"/>
                  </a:lnTo>
                  <a:lnTo>
                    <a:pt x="316" y="403"/>
                  </a:lnTo>
                  <a:lnTo>
                    <a:pt x="317" y="403"/>
                  </a:lnTo>
                  <a:lnTo>
                    <a:pt x="319" y="402"/>
                  </a:lnTo>
                  <a:lnTo>
                    <a:pt x="320" y="402"/>
                  </a:lnTo>
                  <a:lnTo>
                    <a:pt x="321" y="402"/>
                  </a:lnTo>
                  <a:lnTo>
                    <a:pt x="323" y="402"/>
                  </a:lnTo>
                  <a:lnTo>
                    <a:pt x="324" y="401"/>
                  </a:lnTo>
                  <a:lnTo>
                    <a:pt x="325" y="401"/>
                  </a:lnTo>
                  <a:lnTo>
                    <a:pt x="327" y="401"/>
                  </a:lnTo>
                  <a:lnTo>
                    <a:pt x="328" y="400"/>
                  </a:lnTo>
                  <a:lnTo>
                    <a:pt x="329" y="400"/>
                  </a:lnTo>
                  <a:lnTo>
                    <a:pt x="331" y="400"/>
                  </a:lnTo>
                  <a:lnTo>
                    <a:pt x="332" y="399"/>
                  </a:lnTo>
                  <a:lnTo>
                    <a:pt x="333" y="399"/>
                  </a:lnTo>
                  <a:lnTo>
                    <a:pt x="335" y="398"/>
                  </a:lnTo>
                  <a:lnTo>
                    <a:pt x="336" y="398"/>
                  </a:lnTo>
                  <a:lnTo>
                    <a:pt x="337" y="397"/>
                  </a:lnTo>
                  <a:lnTo>
                    <a:pt x="339" y="397"/>
                  </a:lnTo>
                  <a:lnTo>
                    <a:pt x="340" y="396"/>
                  </a:lnTo>
                  <a:lnTo>
                    <a:pt x="341" y="395"/>
                  </a:lnTo>
                  <a:lnTo>
                    <a:pt x="343" y="395"/>
                  </a:lnTo>
                  <a:lnTo>
                    <a:pt x="344" y="394"/>
                  </a:lnTo>
                  <a:lnTo>
                    <a:pt x="346" y="394"/>
                  </a:lnTo>
                  <a:lnTo>
                    <a:pt x="347" y="393"/>
                  </a:lnTo>
                  <a:lnTo>
                    <a:pt x="348" y="392"/>
                  </a:lnTo>
                  <a:lnTo>
                    <a:pt x="350" y="392"/>
                  </a:lnTo>
                  <a:lnTo>
                    <a:pt x="351" y="391"/>
                  </a:lnTo>
                  <a:lnTo>
                    <a:pt x="352" y="390"/>
                  </a:lnTo>
                  <a:lnTo>
                    <a:pt x="354" y="390"/>
                  </a:lnTo>
                  <a:lnTo>
                    <a:pt x="355" y="389"/>
                  </a:lnTo>
                  <a:lnTo>
                    <a:pt x="356" y="388"/>
                  </a:lnTo>
                  <a:lnTo>
                    <a:pt x="358" y="388"/>
                  </a:lnTo>
                  <a:lnTo>
                    <a:pt x="359" y="387"/>
                  </a:lnTo>
                  <a:lnTo>
                    <a:pt x="360" y="386"/>
                  </a:lnTo>
                  <a:lnTo>
                    <a:pt x="362" y="386"/>
                  </a:lnTo>
                  <a:lnTo>
                    <a:pt x="363" y="385"/>
                  </a:lnTo>
                  <a:lnTo>
                    <a:pt x="364" y="384"/>
                  </a:lnTo>
                  <a:lnTo>
                    <a:pt x="366" y="383"/>
                  </a:lnTo>
                  <a:lnTo>
                    <a:pt x="367" y="383"/>
                  </a:lnTo>
                  <a:lnTo>
                    <a:pt x="368" y="382"/>
                  </a:lnTo>
                  <a:lnTo>
                    <a:pt x="370" y="381"/>
                  </a:lnTo>
                  <a:lnTo>
                    <a:pt x="371" y="380"/>
                  </a:lnTo>
                  <a:lnTo>
                    <a:pt x="372" y="379"/>
                  </a:lnTo>
                  <a:lnTo>
                    <a:pt x="374" y="379"/>
                  </a:lnTo>
                  <a:lnTo>
                    <a:pt x="375" y="378"/>
                  </a:lnTo>
                  <a:lnTo>
                    <a:pt x="376" y="377"/>
                  </a:lnTo>
                  <a:lnTo>
                    <a:pt x="378" y="377"/>
                  </a:lnTo>
                  <a:lnTo>
                    <a:pt x="379" y="376"/>
                  </a:lnTo>
                  <a:lnTo>
                    <a:pt x="380" y="375"/>
                  </a:lnTo>
                  <a:lnTo>
                    <a:pt x="382" y="374"/>
                  </a:lnTo>
                  <a:lnTo>
                    <a:pt x="383" y="374"/>
                  </a:lnTo>
                  <a:lnTo>
                    <a:pt x="385" y="373"/>
                  </a:lnTo>
                  <a:lnTo>
                    <a:pt x="386" y="372"/>
                  </a:lnTo>
                  <a:lnTo>
                    <a:pt x="387" y="371"/>
                  </a:lnTo>
                  <a:lnTo>
                    <a:pt x="389" y="371"/>
                  </a:lnTo>
                  <a:lnTo>
                    <a:pt x="390" y="370"/>
                  </a:lnTo>
                  <a:lnTo>
                    <a:pt x="391" y="369"/>
                  </a:lnTo>
                  <a:lnTo>
                    <a:pt x="393" y="368"/>
                  </a:lnTo>
                  <a:lnTo>
                    <a:pt x="394" y="368"/>
                  </a:lnTo>
                  <a:lnTo>
                    <a:pt x="395" y="367"/>
                  </a:lnTo>
                  <a:lnTo>
                    <a:pt x="397" y="366"/>
                  </a:lnTo>
                  <a:lnTo>
                    <a:pt x="398" y="365"/>
                  </a:lnTo>
                  <a:lnTo>
                    <a:pt x="399" y="364"/>
                  </a:lnTo>
                  <a:lnTo>
                    <a:pt x="401" y="363"/>
                  </a:lnTo>
                  <a:lnTo>
                    <a:pt x="402" y="363"/>
                  </a:lnTo>
                  <a:lnTo>
                    <a:pt x="403" y="362"/>
                  </a:lnTo>
                  <a:lnTo>
                    <a:pt x="405" y="361"/>
                  </a:lnTo>
                  <a:lnTo>
                    <a:pt x="406" y="360"/>
                  </a:lnTo>
                  <a:lnTo>
                    <a:pt x="407" y="360"/>
                  </a:lnTo>
                  <a:lnTo>
                    <a:pt x="409" y="359"/>
                  </a:lnTo>
                  <a:lnTo>
                    <a:pt x="410" y="358"/>
                  </a:lnTo>
                  <a:lnTo>
                    <a:pt x="411" y="357"/>
                  </a:lnTo>
                  <a:lnTo>
                    <a:pt x="413" y="356"/>
                  </a:lnTo>
                  <a:lnTo>
                    <a:pt x="414" y="356"/>
                  </a:lnTo>
                  <a:lnTo>
                    <a:pt x="415" y="355"/>
                  </a:lnTo>
                  <a:lnTo>
                    <a:pt x="417" y="354"/>
                  </a:lnTo>
                  <a:lnTo>
                    <a:pt x="418" y="354"/>
                  </a:lnTo>
                  <a:lnTo>
                    <a:pt x="420" y="353"/>
                  </a:lnTo>
                  <a:lnTo>
                    <a:pt x="421" y="352"/>
                  </a:lnTo>
                  <a:lnTo>
                    <a:pt x="422" y="351"/>
                  </a:lnTo>
                  <a:lnTo>
                    <a:pt x="424" y="350"/>
                  </a:lnTo>
                  <a:lnTo>
                    <a:pt x="425" y="349"/>
                  </a:lnTo>
                  <a:lnTo>
                    <a:pt x="426" y="348"/>
                  </a:lnTo>
                  <a:lnTo>
                    <a:pt x="428" y="347"/>
                  </a:lnTo>
                  <a:lnTo>
                    <a:pt x="429" y="347"/>
                  </a:lnTo>
                  <a:lnTo>
                    <a:pt x="430" y="346"/>
                  </a:lnTo>
                  <a:lnTo>
                    <a:pt x="432" y="345"/>
                  </a:lnTo>
                  <a:lnTo>
                    <a:pt x="433" y="345"/>
                  </a:lnTo>
                  <a:lnTo>
                    <a:pt x="434" y="344"/>
                  </a:lnTo>
                  <a:lnTo>
                    <a:pt x="436" y="344"/>
                  </a:lnTo>
                  <a:lnTo>
                    <a:pt x="437" y="343"/>
                  </a:lnTo>
                  <a:lnTo>
                    <a:pt x="438" y="342"/>
                  </a:lnTo>
                  <a:lnTo>
                    <a:pt x="440" y="342"/>
                  </a:lnTo>
                  <a:lnTo>
                    <a:pt x="441" y="341"/>
                  </a:lnTo>
                  <a:lnTo>
                    <a:pt x="442" y="340"/>
                  </a:lnTo>
                  <a:lnTo>
                    <a:pt x="444" y="340"/>
                  </a:lnTo>
                  <a:lnTo>
                    <a:pt x="445" y="339"/>
                  </a:lnTo>
                  <a:lnTo>
                    <a:pt x="446" y="339"/>
                  </a:lnTo>
                  <a:lnTo>
                    <a:pt x="448" y="338"/>
                  </a:lnTo>
                  <a:lnTo>
                    <a:pt x="449" y="338"/>
                  </a:lnTo>
                  <a:lnTo>
                    <a:pt x="450" y="337"/>
                  </a:lnTo>
                  <a:lnTo>
                    <a:pt x="452" y="337"/>
                  </a:lnTo>
                  <a:lnTo>
                    <a:pt x="453" y="336"/>
                  </a:lnTo>
                  <a:lnTo>
                    <a:pt x="455" y="335"/>
                  </a:lnTo>
                  <a:lnTo>
                    <a:pt x="456" y="335"/>
                  </a:lnTo>
                  <a:lnTo>
                    <a:pt x="457" y="334"/>
                  </a:lnTo>
                  <a:lnTo>
                    <a:pt x="459" y="334"/>
                  </a:lnTo>
                  <a:lnTo>
                    <a:pt x="460" y="333"/>
                  </a:lnTo>
                  <a:lnTo>
                    <a:pt x="461" y="333"/>
                  </a:lnTo>
                  <a:lnTo>
                    <a:pt x="463" y="332"/>
                  </a:lnTo>
                  <a:lnTo>
                    <a:pt x="464" y="332"/>
                  </a:lnTo>
                  <a:lnTo>
                    <a:pt x="465" y="331"/>
                  </a:lnTo>
                  <a:lnTo>
                    <a:pt x="467" y="331"/>
                  </a:lnTo>
                  <a:lnTo>
                    <a:pt x="468" y="330"/>
                  </a:lnTo>
                  <a:lnTo>
                    <a:pt x="469" y="330"/>
                  </a:lnTo>
                  <a:lnTo>
                    <a:pt x="471" y="329"/>
                  </a:lnTo>
                  <a:lnTo>
                    <a:pt x="472" y="329"/>
                  </a:lnTo>
                  <a:lnTo>
                    <a:pt x="473" y="328"/>
                  </a:lnTo>
                  <a:lnTo>
                    <a:pt x="475" y="328"/>
                  </a:lnTo>
                  <a:lnTo>
                    <a:pt x="476" y="328"/>
                  </a:lnTo>
                  <a:lnTo>
                    <a:pt x="477" y="327"/>
                  </a:lnTo>
                  <a:lnTo>
                    <a:pt x="479" y="327"/>
                  </a:lnTo>
                  <a:lnTo>
                    <a:pt x="480" y="326"/>
                  </a:lnTo>
                  <a:lnTo>
                    <a:pt x="481" y="326"/>
                  </a:lnTo>
                  <a:lnTo>
                    <a:pt x="483" y="325"/>
                  </a:lnTo>
                  <a:lnTo>
                    <a:pt x="484" y="325"/>
                  </a:lnTo>
                  <a:lnTo>
                    <a:pt x="485" y="325"/>
                  </a:lnTo>
                  <a:lnTo>
                    <a:pt x="487" y="324"/>
                  </a:lnTo>
                  <a:lnTo>
                    <a:pt x="488" y="324"/>
                  </a:lnTo>
                  <a:lnTo>
                    <a:pt x="490" y="323"/>
                  </a:lnTo>
                  <a:lnTo>
                    <a:pt x="491" y="323"/>
                  </a:lnTo>
                  <a:lnTo>
                    <a:pt x="492" y="323"/>
                  </a:lnTo>
                  <a:lnTo>
                    <a:pt x="494" y="322"/>
                  </a:lnTo>
                  <a:lnTo>
                    <a:pt x="495" y="322"/>
                  </a:lnTo>
                  <a:lnTo>
                    <a:pt x="496" y="321"/>
                  </a:lnTo>
                  <a:lnTo>
                    <a:pt x="498" y="321"/>
                  </a:lnTo>
                  <a:lnTo>
                    <a:pt x="499" y="321"/>
                  </a:lnTo>
                  <a:lnTo>
                    <a:pt x="500" y="320"/>
                  </a:lnTo>
                  <a:lnTo>
                    <a:pt x="502" y="320"/>
                  </a:lnTo>
                  <a:lnTo>
                    <a:pt x="503" y="319"/>
                  </a:lnTo>
                  <a:lnTo>
                    <a:pt x="504" y="319"/>
                  </a:lnTo>
                  <a:lnTo>
                    <a:pt x="506" y="319"/>
                  </a:lnTo>
                  <a:lnTo>
                    <a:pt x="507" y="318"/>
                  </a:lnTo>
                  <a:lnTo>
                    <a:pt x="508" y="318"/>
                  </a:lnTo>
                  <a:lnTo>
                    <a:pt x="510" y="318"/>
                  </a:lnTo>
                  <a:lnTo>
                    <a:pt x="511" y="317"/>
                  </a:lnTo>
                  <a:lnTo>
                    <a:pt x="512" y="317"/>
                  </a:lnTo>
                  <a:lnTo>
                    <a:pt x="514" y="316"/>
                  </a:lnTo>
                  <a:lnTo>
                    <a:pt x="515" y="316"/>
                  </a:lnTo>
                  <a:lnTo>
                    <a:pt x="516" y="316"/>
                  </a:lnTo>
                  <a:lnTo>
                    <a:pt x="518" y="315"/>
                  </a:lnTo>
                  <a:lnTo>
                    <a:pt x="519" y="315"/>
                  </a:lnTo>
                  <a:lnTo>
                    <a:pt x="520" y="314"/>
                  </a:lnTo>
                  <a:lnTo>
                    <a:pt x="522" y="314"/>
                  </a:lnTo>
                  <a:lnTo>
                    <a:pt x="523" y="314"/>
                  </a:lnTo>
                  <a:lnTo>
                    <a:pt x="524" y="313"/>
                  </a:lnTo>
                  <a:lnTo>
                    <a:pt x="526" y="313"/>
                  </a:lnTo>
                  <a:lnTo>
                    <a:pt x="527" y="313"/>
                  </a:lnTo>
                  <a:lnTo>
                    <a:pt x="529" y="312"/>
                  </a:lnTo>
                  <a:lnTo>
                    <a:pt x="530" y="312"/>
                  </a:lnTo>
                  <a:lnTo>
                    <a:pt x="531" y="312"/>
                  </a:lnTo>
                  <a:lnTo>
                    <a:pt x="533" y="311"/>
                  </a:lnTo>
                  <a:lnTo>
                    <a:pt x="534" y="311"/>
                  </a:lnTo>
                  <a:lnTo>
                    <a:pt x="535" y="311"/>
                  </a:lnTo>
                  <a:lnTo>
                    <a:pt x="537" y="310"/>
                  </a:lnTo>
                  <a:lnTo>
                    <a:pt x="538" y="310"/>
                  </a:lnTo>
                  <a:lnTo>
                    <a:pt x="539" y="310"/>
                  </a:lnTo>
                  <a:lnTo>
                    <a:pt x="541" y="309"/>
                  </a:lnTo>
                  <a:lnTo>
                    <a:pt x="542" y="309"/>
                  </a:lnTo>
                  <a:lnTo>
                    <a:pt x="543" y="309"/>
                  </a:lnTo>
                  <a:lnTo>
                    <a:pt x="545" y="308"/>
                  </a:lnTo>
                  <a:lnTo>
                    <a:pt x="546" y="308"/>
                  </a:lnTo>
                  <a:lnTo>
                    <a:pt x="547" y="308"/>
                  </a:lnTo>
                  <a:lnTo>
                    <a:pt x="549" y="307"/>
                  </a:lnTo>
                  <a:lnTo>
                    <a:pt x="550" y="307"/>
                  </a:lnTo>
                  <a:lnTo>
                    <a:pt x="551" y="307"/>
                  </a:lnTo>
                  <a:lnTo>
                    <a:pt x="553" y="306"/>
                  </a:lnTo>
                  <a:lnTo>
                    <a:pt x="554" y="306"/>
                  </a:lnTo>
                  <a:lnTo>
                    <a:pt x="555" y="306"/>
                  </a:lnTo>
                  <a:lnTo>
                    <a:pt x="557" y="305"/>
                  </a:lnTo>
                  <a:lnTo>
                    <a:pt x="558" y="305"/>
                  </a:lnTo>
                  <a:lnTo>
                    <a:pt x="559" y="305"/>
                  </a:lnTo>
                  <a:lnTo>
                    <a:pt x="561" y="304"/>
                  </a:lnTo>
                  <a:lnTo>
                    <a:pt x="562" y="304"/>
                  </a:lnTo>
                  <a:lnTo>
                    <a:pt x="564" y="304"/>
                  </a:lnTo>
                  <a:lnTo>
                    <a:pt x="565" y="304"/>
                  </a:lnTo>
                  <a:lnTo>
                    <a:pt x="566" y="303"/>
                  </a:lnTo>
                  <a:lnTo>
                    <a:pt x="568" y="303"/>
                  </a:lnTo>
                  <a:lnTo>
                    <a:pt x="569" y="303"/>
                  </a:lnTo>
                  <a:lnTo>
                    <a:pt x="570" y="303"/>
                  </a:lnTo>
                  <a:lnTo>
                    <a:pt x="572" y="302"/>
                  </a:lnTo>
                  <a:lnTo>
                    <a:pt x="573" y="302"/>
                  </a:lnTo>
                  <a:lnTo>
                    <a:pt x="574" y="302"/>
                  </a:lnTo>
                  <a:lnTo>
                    <a:pt x="576" y="301"/>
                  </a:lnTo>
                  <a:lnTo>
                    <a:pt x="577" y="301"/>
                  </a:lnTo>
                  <a:lnTo>
                    <a:pt x="578" y="301"/>
                  </a:lnTo>
                  <a:lnTo>
                    <a:pt x="580" y="300"/>
                  </a:lnTo>
                  <a:lnTo>
                    <a:pt x="581" y="300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9"/>
                  </a:lnTo>
                  <a:lnTo>
                    <a:pt x="586" y="299"/>
                  </a:lnTo>
                  <a:lnTo>
                    <a:pt x="588" y="299"/>
                  </a:lnTo>
                  <a:lnTo>
                    <a:pt x="589" y="299"/>
                  </a:lnTo>
                  <a:lnTo>
                    <a:pt x="590" y="298"/>
                  </a:lnTo>
                  <a:lnTo>
                    <a:pt x="592" y="298"/>
                  </a:lnTo>
                  <a:lnTo>
                    <a:pt x="593" y="298"/>
                  </a:lnTo>
                  <a:lnTo>
                    <a:pt x="594" y="298"/>
                  </a:lnTo>
                  <a:lnTo>
                    <a:pt x="596" y="297"/>
                  </a:lnTo>
                  <a:lnTo>
                    <a:pt x="597" y="297"/>
                  </a:lnTo>
                  <a:lnTo>
                    <a:pt x="599" y="297"/>
                  </a:lnTo>
                  <a:lnTo>
                    <a:pt x="600" y="296"/>
                  </a:lnTo>
                  <a:lnTo>
                    <a:pt x="601" y="296"/>
                  </a:lnTo>
                  <a:lnTo>
                    <a:pt x="603" y="296"/>
                  </a:lnTo>
                  <a:lnTo>
                    <a:pt x="604" y="295"/>
                  </a:lnTo>
                  <a:lnTo>
                    <a:pt x="605" y="295"/>
                  </a:lnTo>
                  <a:lnTo>
                    <a:pt x="607" y="295"/>
                  </a:lnTo>
                  <a:lnTo>
                    <a:pt x="608" y="295"/>
                  </a:lnTo>
                  <a:lnTo>
                    <a:pt x="609" y="295"/>
                  </a:lnTo>
                  <a:lnTo>
                    <a:pt x="611" y="294"/>
                  </a:lnTo>
                  <a:lnTo>
                    <a:pt x="612" y="294"/>
                  </a:lnTo>
                  <a:lnTo>
                    <a:pt x="613" y="294"/>
                  </a:lnTo>
                  <a:lnTo>
                    <a:pt x="615" y="293"/>
                  </a:lnTo>
                  <a:lnTo>
                    <a:pt x="616" y="293"/>
                  </a:lnTo>
                  <a:lnTo>
                    <a:pt x="617" y="293"/>
                  </a:lnTo>
                  <a:lnTo>
                    <a:pt x="619" y="293"/>
                  </a:lnTo>
                  <a:lnTo>
                    <a:pt x="620" y="293"/>
                  </a:lnTo>
                  <a:lnTo>
                    <a:pt x="621" y="292"/>
                  </a:lnTo>
                  <a:lnTo>
                    <a:pt x="623" y="292"/>
                  </a:lnTo>
                  <a:lnTo>
                    <a:pt x="624" y="292"/>
                  </a:lnTo>
                  <a:lnTo>
                    <a:pt x="625" y="292"/>
                  </a:lnTo>
                  <a:lnTo>
                    <a:pt x="627" y="291"/>
                  </a:lnTo>
                  <a:lnTo>
                    <a:pt x="628" y="291"/>
                  </a:lnTo>
                  <a:lnTo>
                    <a:pt x="629" y="291"/>
                  </a:lnTo>
                  <a:lnTo>
                    <a:pt x="631" y="291"/>
                  </a:lnTo>
                  <a:lnTo>
                    <a:pt x="632" y="290"/>
                  </a:lnTo>
                  <a:lnTo>
                    <a:pt x="634" y="290"/>
                  </a:lnTo>
                  <a:lnTo>
                    <a:pt x="635" y="290"/>
                  </a:lnTo>
                  <a:lnTo>
                    <a:pt x="636" y="290"/>
                  </a:lnTo>
                  <a:lnTo>
                    <a:pt x="638" y="289"/>
                  </a:lnTo>
                  <a:lnTo>
                    <a:pt x="639" y="289"/>
                  </a:lnTo>
                  <a:lnTo>
                    <a:pt x="640" y="289"/>
                  </a:lnTo>
                  <a:lnTo>
                    <a:pt x="642" y="289"/>
                  </a:lnTo>
                  <a:lnTo>
                    <a:pt x="643" y="289"/>
                  </a:lnTo>
                  <a:lnTo>
                    <a:pt x="644" y="288"/>
                  </a:lnTo>
                  <a:lnTo>
                    <a:pt x="646" y="288"/>
                  </a:lnTo>
                  <a:lnTo>
                    <a:pt x="647" y="288"/>
                  </a:lnTo>
                  <a:lnTo>
                    <a:pt x="648" y="288"/>
                  </a:lnTo>
                  <a:lnTo>
                    <a:pt x="650" y="287"/>
                  </a:lnTo>
                  <a:lnTo>
                    <a:pt x="651" y="287"/>
                  </a:lnTo>
                  <a:lnTo>
                    <a:pt x="652" y="287"/>
                  </a:lnTo>
                  <a:lnTo>
                    <a:pt x="654" y="287"/>
                  </a:lnTo>
                  <a:lnTo>
                    <a:pt x="655" y="287"/>
                  </a:lnTo>
                  <a:lnTo>
                    <a:pt x="656" y="286"/>
                  </a:lnTo>
                  <a:lnTo>
                    <a:pt x="658" y="286"/>
                  </a:lnTo>
                  <a:lnTo>
                    <a:pt x="659" y="286"/>
                  </a:lnTo>
                  <a:lnTo>
                    <a:pt x="660" y="286"/>
                  </a:lnTo>
                  <a:lnTo>
                    <a:pt x="662" y="285"/>
                  </a:lnTo>
                  <a:lnTo>
                    <a:pt x="663" y="285"/>
                  </a:lnTo>
                  <a:lnTo>
                    <a:pt x="664" y="285"/>
                  </a:lnTo>
                  <a:lnTo>
                    <a:pt x="666" y="285"/>
                  </a:lnTo>
                  <a:lnTo>
                    <a:pt x="667" y="284"/>
                  </a:lnTo>
                  <a:lnTo>
                    <a:pt x="668" y="284"/>
                  </a:lnTo>
                  <a:lnTo>
                    <a:pt x="670" y="284"/>
                  </a:lnTo>
                  <a:lnTo>
                    <a:pt x="671" y="284"/>
                  </a:lnTo>
                  <a:lnTo>
                    <a:pt x="673" y="284"/>
                  </a:lnTo>
                  <a:lnTo>
                    <a:pt x="674" y="283"/>
                  </a:lnTo>
                  <a:lnTo>
                    <a:pt x="675" y="283"/>
                  </a:lnTo>
                  <a:lnTo>
                    <a:pt x="677" y="283"/>
                  </a:lnTo>
                  <a:lnTo>
                    <a:pt x="678" y="283"/>
                  </a:lnTo>
                  <a:lnTo>
                    <a:pt x="679" y="283"/>
                  </a:lnTo>
                  <a:lnTo>
                    <a:pt x="681" y="282"/>
                  </a:lnTo>
                  <a:lnTo>
                    <a:pt x="682" y="282"/>
                  </a:lnTo>
                  <a:lnTo>
                    <a:pt x="683" y="282"/>
                  </a:lnTo>
                  <a:lnTo>
                    <a:pt x="685" y="282"/>
                  </a:lnTo>
                  <a:lnTo>
                    <a:pt x="686" y="282"/>
                  </a:lnTo>
                  <a:lnTo>
                    <a:pt x="687" y="281"/>
                  </a:lnTo>
                  <a:lnTo>
                    <a:pt x="689" y="281"/>
                  </a:lnTo>
                  <a:lnTo>
                    <a:pt x="690" y="281"/>
                  </a:lnTo>
                  <a:lnTo>
                    <a:pt x="691" y="281"/>
                  </a:lnTo>
                  <a:lnTo>
                    <a:pt x="693" y="280"/>
                  </a:lnTo>
                  <a:lnTo>
                    <a:pt x="694" y="280"/>
                  </a:lnTo>
                  <a:lnTo>
                    <a:pt x="695" y="280"/>
                  </a:lnTo>
                  <a:lnTo>
                    <a:pt x="697" y="280"/>
                  </a:lnTo>
                  <a:lnTo>
                    <a:pt x="698" y="280"/>
                  </a:lnTo>
                  <a:lnTo>
                    <a:pt x="699" y="279"/>
                  </a:lnTo>
                  <a:lnTo>
                    <a:pt x="701" y="279"/>
                  </a:lnTo>
                  <a:lnTo>
                    <a:pt x="702" y="279"/>
                  </a:lnTo>
                  <a:lnTo>
                    <a:pt x="703" y="279"/>
                  </a:lnTo>
                  <a:lnTo>
                    <a:pt x="705" y="279"/>
                  </a:lnTo>
                  <a:lnTo>
                    <a:pt x="706" y="278"/>
                  </a:lnTo>
                  <a:lnTo>
                    <a:pt x="708" y="278"/>
                  </a:lnTo>
                  <a:lnTo>
                    <a:pt x="709" y="278"/>
                  </a:lnTo>
                  <a:lnTo>
                    <a:pt x="710" y="278"/>
                  </a:lnTo>
                  <a:lnTo>
                    <a:pt x="712" y="277"/>
                  </a:lnTo>
                  <a:lnTo>
                    <a:pt x="713" y="277"/>
                  </a:lnTo>
                  <a:lnTo>
                    <a:pt x="714" y="277"/>
                  </a:lnTo>
                  <a:lnTo>
                    <a:pt x="716" y="277"/>
                  </a:lnTo>
                  <a:lnTo>
                    <a:pt x="717" y="277"/>
                  </a:lnTo>
                  <a:lnTo>
                    <a:pt x="718" y="276"/>
                  </a:lnTo>
                  <a:lnTo>
                    <a:pt x="720" y="276"/>
                  </a:lnTo>
                  <a:lnTo>
                    <a:pt x="721" y="276"/>
                  </a:lnTo>
                  <a:lnTo>
                    <a:pt x="722" y="276"/>
                  </a:lnTo>
                  <a:lnTo>
                    <a:pt x="724" y="276"/>
                  </a:lnTo>
                  <a:lnTo>
                    <a:pt x="725" y="275"/>
                  </a:lnTo>
                  <a:lnTo>
                    <a:pt x="726" y="275"/>
                  </a:lnTo>
                  <a:lnTo>
                    <a:pt x="728" y="275"/>
                  </a:lnTo>
                  <a:lnTo>
                    <a:pt x="729" y="275"/>
                  </a:lnTo>
                  <a:lnTo>
                    <a:pt x="730" y="275"/>
                  </a:lnTo>
                  <a:lnTo>
                    <a:pt x="732" y="274"/>
                  </a:lnTo>
                  <a:lnTo>
                    <a:pt x="733" y="274"/>
                  </a:lnTo>
                  <a:lnTo>
                    <a:pt x="734" y="274"/>
                  </a:lnTo>
                  <a:lnTo>
                    <a:pt x="736" y="274"/>
                  </a:lnTo>
                  <a:lnTo>
                    <a:pt x="737" y="274"/>
                  </a:lnTo>
                  <a:lnTo>
                    <a:pt x="738" y="273"/>
                  </a:lnTo>
                  <a:lnTo>
                    <a:pt x="740" y="273"/>
                  </a:lnTo>
                  <a:lnTo>
                    <a:pt x="741" y="273"/>
                  </a:lnTo>
                  <a:lnTo>
                    <a:pt x="743" y="273"/>
                  </a:lnTo>
                  <a:lnTo>
                    <a:pt x="744" y="273"/>
                  </a:lnTo>
                  <a:lnTo>
                    <a:pt x="745" y="272"/>
                  </a:lnTo>
                  <a:lnTo>
                    <a:pt x="747" y="272"/>
                  </a:lnTo>
                  <a:lnTo>
                    <a:pt x="748" y="272"/>
                  </a:lnTo>
                  <a:lnTo>
                    <a:pt x="749" y="272"/>
                  </a:lnTo>
                  <a:lnTo>
                    <a:pt x="751" y="272"/>
                  </a:lnTo>
                  <a:lnTo>
                    <a:pt x="752" y="271"/>
                  </a:lnTo>
                  <a:lnTo>
                    <a:pt x="753" y="271"/>
                  </a:lnTo>
                  <a:lnTo>
                    <a:pt x="755" y="271"/>
                  </a:lnTo>
                  <a:lnTo>
                    <a:pt x="756" y="271"/>
                  </a:lnTo>
                  <a:lnTo>
                    <a:pt x="757" y="271"/>
                  </a:lnTo>
                  <a:lnTo>
                    <a:pt x="759" y="271"/>
                  </a:lnTo>
                  <a:lnTo>
                    <a:pt x="760" y="270"/>
                  </a:lnTo>
                  <a:lnTo>
                    <a:pt x="761" y="270"/>
                  </a:lnTo>
                  <a:lnTo>
                    <a:pt x="763" y="270"/>
                  </a:lnTo>
                  <a:lnTo>
                    <a:pt x="764" y="270"/>
                  </a:lnTo>
                  <a:lnTo>
                    <a:pt x="765" y="270"/>
                  </a:lnTo>
                  <a:lnTo>
                    <a:pt x="767" y="270"/>
                  </a:lnTo>
                  <a:lnTo>
                    <a:pt x="768" y="269"/>
                  </a:lnTo>
                  <a:lnTo>
                    <a:pt x="769" y="269"/>
                  </a:lnTo>
                  <a:lnTo>
                    <a:pt x="771" y="269"/>
                  </a:lnTo>
                  <a:lnTo>
                    <a:pt x="772" y="269"/>
                  </a:lnTo>
                  <a:lnTo>
                    <a:pt x="773" y="269"/>
                  </a:lnTo>
                  <a:lnTo>
                    <a:pt x="775" y="268"/>
                  </a:lnTo>
                  <a:lnTo>
                    <a:pt x="776" y="268"/>
                  </a:lnTo>
                  <a:lnTo>
                    <a:pt x="777" y="268"/>
                  </a:lnTo>
                  <a:lnTo>
                    <a:pt x="779" y="268"/>
                  </a:lnTo>
                  <a:lnTo>
                    <a:pt x="780" y="268"/>
                  </a:lnTo>
                  <a:lnTo>
                    <a:pt x="782" y="268"/>
                  </a:lnTo>
                  <a:lnTo>
                    <a:pt x="783" y="267"/>
                  </a:lnTo>
                  <a:lnTo>
                    <a:pt x="784" y="267"/>
                  </a:lnTo>
                  <a:lnTo>
                    <a:pt x="786" y="267"/>
                  </a:lnTo>
                  <a:lnTo>
                    <a:pt x="787" y="267"/>
                  </a:lnTo>
                  <a:lnTo>
                    <a:pt x="788" y="267"/>
                  </a:lnTo>
                  <a:lnTo>
                    <a:pt x="790" y="266"/>
                  </a:lnTo>
                  <a:lnTo>
                    <a:pt x="791" y="266"/>
                  </a:lnTo>
                  <a:lnTo>
                    <a:pt x="792" y="266"/>
                  </a:lnTo>
                  <a:lnTo>
                    <a:pt x="794" y="266"/>
                  </a:lnTo>
                  <a:lnTo>
                    <a:pt x="795" y="266"/>
                  </a:lnTo>
                  <a:lnTo>
                    <a:pt x="796" y="265"/>
                  </a:lnTo>
                  <a:lnTo>
                    <a:pt x="798" y="265"/>
                  </a:lnTo>
                  <a:lnTo>
                    <a:pt x="799" y="265"/>
                  </a:lnTo>
                  <a:lnTo>
                    <a:pt x="800" y="265"/>
                  </a:lnTo>
                  <a:lnTo>
                    <a:pt x="802" y="265"/>
                  </a:lnTo>
                  <a:lnTo>
                    <a:pt x="803" y="265"/>
                  </a:lnTo>
                  <a:lnTo>
                    <a:pt x="804" y="264"/>
                  </a:lnTo>
                  <a:lnTo>
                    <a:pt x="806" y="264"/>
                  </a:lnTo>
                  <a:lnTo>
                    <a:pt x="807" y="264"/>
                  </a:lnTo>
                  <a:lnTo>
                    <a:pt x="808" y="264"/>
                  </a:lnTo>
                  <a:lnTo>
                    <a:pt x="810" y="264"/>
                  </a:lnTo>
                  <a:lnTo>
                    <a:pt x="811" y="263"/>
                  </a:lnTo>
                  <a:lnTo>
                    <a:pt x="812" y="263"/>
                  </a:lnTo>
                  <a:lnTo>
                    <a:pt x="814" y="263"/>
                  </a:lnTo>
                  <a:lnTo>
                    <a:pt x="815" y="263"/>
                  </a:lnTo>
                  <a:lnTo>
                    <a:pt x="817" y="263"/>
                  </a:lnTo>
                  <a:lnTo>
                    <a:pt x="818" y="263"/>
                  </a:lnTo>
                  <a:lnTo>
                    <a:pt x="819" y="262"/>
                  </a:lnTo>
                  <a:lnTo>
                    <a:pt x="821" y="262"/>
                  </a:lnTo>
                  <a:lnTo>
                    <a:pt x="822" y="262"/>
                  </a:lnTo>
                  <a:lnTo>
                    <a:pt x="823" y="262"/>
                  </a:lnTo>
                  <a:lnTo>
                    <a:pt x="825" y="262"/>
                  </a:lnTo>
                  <a:lnTo>
                    <a:pt x="826" y="262"/>
                  </a:lnTo>
                  <a:lnTo>
                    <a:pt x="827" y="262"/>
                  </a:lnTo>
                  <a:lnTo>
                    <a:pt x="829" y="261"/>
                  </a:lnTo>
                  <a:lnTo>
                    <a:pt x="830" y="261"/>
                  </a:lnTo>
                  <a:lnTo>
                    <a:pt x="831" y="261"/>
                  </a:lnTo>
                  <a:lnTo>
                    <a:pt x="833" y="261"/>
                  </a:lnTo>
                  <a:lnTo>
                    <a:pt x="834" y="261"/>
                  </a:lnTo>
                  <a:lnTo>
                    <a:pt x="835" y="260"/>
                  </a:lnTo>
                  <a:lnTo>
                    <a:pt x="837" y="260"/>
                  </a:lnTo>
                  <a:lnTo>
                    <a:pt x="838" y="260"/>
                  </a:lnTo>
                  <a:lnTo>
                    <a:pt x="839" y="260"/>
                  </a:lnTo>
                  <a:lnTo>
                    <a:pt x="841" y="260"/>
                  </a:lnTo>
                  <a:lnTo>
                    <a:pt x="842" y="260"/>
                  </a:lnTo>
                  <a:lnTo>
                    <a:pt x="843" y="259"/>
                  </a:lnTo>
                  <a:lnTo>
                    <a:pt x="845" y="259"/>
                  </a:lnTo>
                  <a:lnTo>
                    <a:pt x="846" y="259"/>
                  </a:lnTo>
                  <a:lnTo>
                    <a:pt x="847" y="259"/>
                  </a:lnTo>
                  <a:lnTo>
                    <a:pt x="849" y="259"/>
                  </a:lnTo>
                  <a:lnTo>
                    <a:pt x="850" y="259"/>
                  </a:lnTo>
                  <a:lnTo>
                    <a:pt x="852" y="258"/>
                  </a:lnTo>
                  <a:lnTo>
                    <a:pt x="853" y="258"/>
                  </a:lnTo>
                  <a:lnTo>
                    <a:pt x="854" y="258"/>
                  </a:lnTo>
                  <a:lnTo>
                    <a:pt x="856" y="258"/>
                  </a:lnTo>
                  <a:lnTo>
                    <a:pt x="857" y="258"/>
                  </a:lnTo>
                  <a:lnTo>
                    <a:pt x="858" y="258"/>
                  </a:lnTo>
                  <a:lnTo>
                    <a:pt x="860" y="257"/>
                  </a:lnTo>
                  <a:lnTo>
                    <a:pt x="861" y="257"/>
                  </a:lnTo>
                  <a:lnTo>
                    <a:pt x="862" y="257"/>
                  </a:lnTo>
                  <a:lnTo>
                    <a:pt x="864" y="257"/>
                  </a:lnTo>
                  <a:lnTo>
                    <a:pt x="865" y="257"/>
                  </a:lnTo>
                  <a:lnTo>
                    <a:pt x="866" y="257"/>
                  </a:lnTo>
                  <a:lnTo>
                    <a:pt x="868" y="257"/>
                  </a:lnTo>
                  <a:lnTo>
                    <a:pt x="869" y="256"/>
                  </a:lnTo>
                  <a:lnTo>
                    <a:pt x="870" y="256"/>
                  </a:lnTo>
                  <a:lnTo>
                    <a:pt x="872" y="256"/>
                  </a:lnTo>
                  <a:lnTo>
                    <a:pt x="873" y="256"/>
                  </a:lnTo>
                  <a:lnTo>
                    <a:pt x="874" y="256"/>
                  </a:lnTo>
                  <a:lnTo>
                    <a:pt x="876" y="255"/>
                  </a:lnTo>
                  <a:lnTo>
                    <a:pt x="877" y="255"/>
                  </a:lnTo>
                  <a:lnTo>
                    <a:pt x="878" y="255"/>
                  </a:lnTo>
                  <a:lnTo>
                    <a:pt x="880" y="255"/>
                  </a:lnTo>
                  <a:lnTo>
                    <a:pt x="881" y="255"/>
                  </a:lnTo>
                  <a:lnTo>
                    <a:pt x="882" y="255"/>
                  </a:lnTo>
                  <a:lnTo>
                    <a:pt x="884" y="254"/>
                  </a:lnTo>
                  <a:lnTo>
                    <a:pt x="885" y="254"/>
                  </a:lnTo>
                  <a:lnTo>
                    <a:pt x="887" y="254"/>
                  </a:lnTo>
                  <a:lnTo>
                    <a:pt x="888" y="254"/>
                  </a:lnTo>
                  <a:lnTo>
                    <a:pt x="889" y="254"/>
                  </a:lnTo>
                  <a:lnTo>
                    <a:pt x="891" y="254"/>
                  </a:lnTo>
                  <a:lnTo>
                    <a:pt x="892" y="253"/>
                  </a:lnTo>
                  <a:lnTo>
                    <a:pt x="893" y="253"/>
                  </a:lnTo>
                  <a:lnTo>
                    <a:pt x="895" y="253"/>
                  </a:lnTo>
                  <a:lnTo>
                    <a:pt x="896" y="253"/>
                  </a:lnTo>
                  <a:lnTo>
                    <a:pt x="897" y="253"/>
                  </a:lnTo>
                  <a:lnTo>
                    <a:pt x="899" y="253"/>
                  </a:lnTo>
                  <a:lnTo>
                    <a:pt x="900" y="252"/>
                  </a:lnTo>
                  <a:lnTo>
                    <a:pt x="901" y="252"/>
                  </a:lnTo>
                  <a:lnTo>
                    <a:pt x="903" y="252"/>
                  </a:lnTo>
                  <a:lnTo>
                    <a:pt x="904" y="252"/>
                  </a:lnTo>
                  <a:lnTo>
                    <a:pt x="905" y="252"/>
                  </a:lnTo>
                  <a:lnTo>
                    <a:pt x="907" y="252"/>
                  </a:lnTo>
                  <a:lnTo>
                    <a:pt x="908" y="252"/>
                  </a:lnTo>
                  <a:lnTo>
                    <a:pt x="909" y="251"/>
                  </a:lnTo>
                  <a:lnTo>
                    <a:pt x="911" y="251"/>
                  </a:lnTo>
                  <a:lnTo>
                    <a:pt x="912" y="251"/>
                  </a:lnTo>
                  <a:lnTo>
                    <a:pt x="913" y="251"/>
                  </a:lnTo>
                  <a:lnTo>
                    <a:pt x="915" y="251"/>
                  </a:lnTo>
                  <a:lnTo>
                    <a:pt x="916" y="251"/>
                  </a:lnTo>
                  <a:lnTo>
                    <a:pt x="917" y="251"/>
                  </a:lnTo>
                  <a:lnTo>
                    <a:pt x="919" y="250"/>
                  </a:lnTo>
                  <a:lnTo>
                    <a:pt x="920" y="250"/>
                  </a:lnTo>
                  <a:lnTo>
                    <a:pt x="921" y="250"/>
                  </a:lnTo>
                  <a:lnTo>
                    <a:pt x="923" y="250"/>
                  </a:lnTo>
                  <a:lnTo>
                    <a:pt x="924" y="250"/>
                  </a:lnTo>
                  <a:lnTo>
                    <a:pt x="926" y="250"/>
                  </a:lnTo>
                  <a:lnTo>
                    <a:pt x="927" y="249"/>
                  </a:lnTo>
                  <a:lnTo>
                    <a:pt x="928" y="249"/>
                  </a:lnTo>
                  <a:lnTo>
                    <a:pt x="930" y="249"/>
                  </a:lnTo>
                  <a:lnTo>
                    <a:pt x="931" y="249"/>
                  </a:lnTo>
                  <a:lnTo>
                    <a:pt x="932" y="249"/>
                  </a:lnTo>
                  <a:lnTo>
                    <a:pt x="934" y="248"/>
                  </a:lnTo>
                  <a:lnTo>
                    <a:pt x="935" y="248"/>
                  </a:lnTo>
                  <a:lnTo>
                    <a:pt x="936" y="248"/>
                  </a:lnTo>
                  <a:lnTo>
                    <a:pt x="938" y="248"/>
                  </a:lnTo>
                  <a:lnTo>
                    <a:pt x="939" y="248"/>
                  </a:lnTo>
                  <a:lnTo>
                    <a:pt x="940" y="248"/>
                  </a:lnTo>
                  <a:lnTo>
                    <a:pt x="942" y="248"/>
                  </a:lnTo>
                  <a:lnTo>
                    <a:pt x="943" y="247"/>
                  </a:lnTo>
                  <a:lnTo>
                    <a:pt x="944" y="247"/>
                  </a:lnTo>
                  <a:lnTo>
                    <a:pt x="946" y="247"/>
                  </a:lnTo>
                  <a:lnTo>
                    <a:pt x="947" y="247"/>
                  </a:lnTo>
                  <a:lnTo>
                    <a:pt x="948" y="247"/>
                  </a:lnTo>
                  <a:lnTo>
                    <a:pt x="950" y="247"/>
                  </a:lnTo>
                  <a:lnTo>
                    <a:pt x="951" y="246"/>
                  </a:lnTo>
                  <a:lnTo>
                    <a:pt x="952" y="246"/>
                  </a:lnTo>
                  <a:lnTo>
                    <a:pt x="954" y="246"/>
                  </a:lnTo>
                  <a:lnTo>
                    <a:pt x="955" y="246"/>
                  </a:lnTo>
                  <a:lnTo>
                    <a:pt x="956" y="246"/>
                  </a:lnTo>
                  <a:lnTo>
                    <a:pt x="958" y="246"/>
                  </a:lnTo>
                  <a:lnTo>
                    <a:pt x="959" y="245"/>
                  </a:lnTo>
                  <a:lnTo>
                    <a:pt x="961" y="245"/>
                  </a:lnTo>
                  <a:lnTo>
                    <a:pt x="962" y="245"/>
                  </a:lnTo>
                  <a:lnTo>
                    <a:pt x="963" y="245"/>
                  </a:lnTo>
                  <a:lnTo>
                    <a:pt x="965" y="245"/>
                  </a:lnTo>
                  <a:lnTo>
                    <a:pt x="966" y="245"/>
                  </a:lnTo>
                  <a:lnTo>
                    <a:pt x="967" y="245"/>
                  </a:lnTo>
                  <a:lnTo>
                    <a:pt x="969" y="244"/>
                  </a:lnTo>
                  <a:lnTo>
                    <a:pt x="970" y="244"/>
                  </a:lnTo>
                  <a:lnTo>
                    <a:pt x="971" y="244"/>
                  </a:lnTo>
                  <a:lnTo>
                    <a:pt x="973" y="244"/>
                  </a:lnTo>
                  <a:lnTo>
                    <a:pt x="974" y="244"/>
                  </a:lnTo>
                  <a:lnTo>
                    <a:pt x="975" y="244"/>
                  </a:lnTo>
                  <a:lnTo>
                    <a:pt x="977" y="243"/>
                  </a:lnTo>
                  <a:lnTo>
                    <a:pt x="978" y="243"/>
                  </a:lnTo>
                  <a:lnTo>
                    <a:pt x="979" y="243"/>
                  </a:lnTo>
                  <a:lnTo>
                    <a:pt x="981" y="243"/>
                  </a:lnTo>
                  <a:lnTo>
                    <a:pt x="982" y="243"/>
                  </a:lnTo>
                  <a:lnTo>
                    <a:pt x="983" y="243"/>
                  </a:lnTo>
                  <a:lnTo>
                    <a:pt x="985" y="243"/>
                  </a:lnTo>
                  <a:lnTo>
                    <a:pt x="986" y="243"/>
                  </a:lnTo>
                  <a:lnTo>
                    <a:pt x="987" y="243"/>
                  </a:lnTo>
                  <a:lnTo>
                    <a:pt x="989" y="242"/>
                  </a:lnTo>
                  <a:lnTo>
                    <a:pt x="990" y="242"/>
                  </a:lnTo>
                  <a:lnTo>
                    <a:pt x="991" y="242"/>
                  </a:lnTo>
                  <a:lnTo>
                    <a:pt x="993" y="242"/>
                  </a:lnTo>
                  <a:lnTo>
                    <a:pt x="994" y="242"/>
                  </a:lnTo>
                  <a:lnTo>
                    <a:pt x="996" y="241"/>
                  </a:lnTo>
                  <a:lnTo>
                    <a:pt x="997" y="241"/>
                  </a:lnTo>
                  <a:lnTo>
                    <a:pt x="998" y="241"/>
                  </a:lnTo>
                  <a:lnTo>
                    <a:pt x="1000" y="241"/>
                  </a:lnTo>
                  <a:lnTo>
                    <a:pt x="1001" y="241"/>
                  </a:lnTo>
                  <a:lnTo>
                    <a:pt x="1002" y="241"/>
                  </a:lnTo>
                  <a:lnTo>
                    <a:pt x="1004" y="241"/>
                  </a:lnTo>
                  <a:lnTo>
                    <a:pt x="1005" y="241"/>
                  </a:lnTo>
                  <a:lnTo>
                    <a:pt x="1006" y="241"/>
                  </a:lnTo>
                  <a:lnTo>
                    <a:pt x="1008" y="240"/>
                  </a:lnTo>
                  <a:lnTo>
                    <a:pt x="1009" y="240"/>
                  </a:lnTo>
                  <a:lnTo>
                    <a:pt x="1010" y="240"/>
                  </a:lnTo>
                  <a:lnTo>
                    <a:pt x="1012" y="240"/>
                  </a:lnTo>
                  <a:lnTo>
                    <a:pt x="1013" y="240"/>
                  </a:lnTo>
                  <a:lnTo>
                    <a:pt x="1014" y="240"/>
                  </a:lnTo>
                  <a:lnTo>
                    <a:pt x="1016" y="239"/>
                  </a:lnTo>
                  <a:lnTo>
                    <a:pt x="1017" y="239"/>
                  </a:lnTo>
                  <a:lnTo>
                    <a:pt x="1018" y="239"/>
                  </a:lnTo>
                  <a:lnTo>
                    <a:pt x="1020" y="239"/>
                  </a:lnTo>
                  <a:lnTo>
                    <a:pt x="1021" y="239"/>
                  </a:lnTo>
                  <a:lnTo>
                    <a:pt x="1022" y="239"/>
                  </a:lnTo>
                  <a:lnTo>
                    <a:pt x="1024" y="239"/>
                  </a:lnTo>
                  <a:lnTo>
                    <a:pt x="1025" y="238"/>
                  </a:lnTo>
                  <a:lnTo>
                    <a:pt x="1026" y="238"/>
                  </a:lnTo>
                  <a:lnTo>
                    <a:pt x="1028" y="238"/>
                  </a:lnTo>
                  <a:lnTo>
                    <a:pt x="1029" y="238"/>
                  </a:lnTo>
                  <a:lnTo>
                    <a:pt x="1031" y="238"/>
                  </a:lnTo>
                  <a:lnTo>
                    <a:pt x="1032" y="238"/>
                  </a:lnTo>
                  <a:lnTo>
                    <a:pt x="1033" y="237"/>
                  </a:lnTo>
                  <a:lnTo>
                    <a:pt x="1035" y="237"/>
                  </a:lnTo>
                  <a:lnTo>
                    <a:pt x="1036" y="237"/>
                  </a:lnTo>
                  <a:lnTo>
                    <a:pt x="1037" y="237"/>
                  </a:lnTo>
                  <a:lnTo>
                    <a:pt x="1039" y="237"/>
                  </a:lnTo>
                  <a:lnTo>
                    <a:pt x="1040" y="237"/>
                  </a:lnTo>
                  <a:lnTo>
                    <a:pt x="1041" y="236"/>
                  </a:lnTo>
                  <a:lnTo>
                    <a:pt x="1043" y="236"/>
                  </a:lnTo>
                  <a:lnTo>
                    <a:pt x="1044" y="236"/>
                  </a:lnTo>
                  <a:lnTo>
                    <a:pt x="1045" y="236"/>
                  </a:lnTo>
                  <a:lnTo>
                    <a:pt x="1047" y="236"/>
                  </a:lnTo>
                  <a:lnTo>
                    <a:pt x="1048" y="236"/>
                  </a:lnTo>
                  <a:lnTo>
                    <a:pt x="1049" y="236"/>
                  </a:lnTo>
                  <a:lnTo>
                    <a:pt x="1051" y="235"/>
                  </a:lnTo>
                  <a:lnTo>
                    <a:pt x="1052" y="235"/>
                  </a:lnTo>
                  <a:lnTo>
                    <a:pt x="1053" y="235"/>
                  </a:lnTo>
                  <a:lnTo>
                    <a:pt x="1055" y="235"/>
                  </a:lnTo>
                  <a:lnTo>
                    <a:pt x="1056" y="235"/>
                  </a:lnTo>
                  <a:lnTo>
                    <a:pt x="1057" y="235"/>
                  </a:lnTo>
                  <a:lnTo>
                    <a:pt x="1059" y="235"/>
                  </a:lnTo>
                  <a:lnTo>
                    <a:pt x="1060" y="235"/>
                  </a:lnTo>
                  <a:lnTo>
                    <a:pt x="1061" y="235"/>
                  </a:lnTo>
                  <a:lnTo>
                    <a:pt x="1063" y="234"/>
                  </a:lnTo>
                  <a:lnTo>
                    <a:pt x="1064" y="234"/>
                  </a:lnTo>
                  <a:lnTo>
                    <a:pt x="1065" y="234"/>
                  </a:lnTo>
                  <a:lnTo>
                    <a:pt x="1067" y="234"/>
                  </a:lnTo>
                  <a:lnTo>
                    <a:pt x="1068" y="234"/>
                  </a:lnTo>
                  <a:lnTo>
                    <a:pt x="1070" y="233"/>
                  </a:lnTo>
                  <a:lnTo>
                    <a:pt x="1071" y="233"/>
                  </a:lnTo>
                  <a:lnTo>
                    <a:pt x="1072" y="233"/>
                  </a:lnTo>
                  <a:lnTo>
                    <a:pt x="1074" y="233"/>
                  </a:lnTo>
                  <a:lnTo>
                    <a:pt x="1075" y="233"/>
                  </a:lnTo>
                  <a:lnTo>
                    <a:pt x="1076" y="233"/>
                  </a:lnTo>
                  <a:lnTo>
                    <a:pt x="1078" y="233"/>
                  </a:lnTo>
                  <a:lnTo>
                    <a:pt x="1079" y="233"/>
                  </a:lnTo>
                  <a:lnTo>
                    <a:pt x="1080" y="232"/>
                  </a:lnTo>
                  <a:lnTo>
                    <a:pt x="1082" y="232"/>
                  </a:lnTo>
                  <a:lnTo>
                    <a:pt x="1083" y="232"/>
                  </a:lnTo>
                  <a:lnTo>
                    <a:pt x="1084" y="232"/>
                  </a:lnTo>
                  <a:lnTo>
                    <a:pt x="1086" y="232"/>
                  </a:lnTo>
                  <a:lnTo>
                    <a:pt x="1087" y="232"/>
                  </a:lnTo>
                  <a:lnTo>
                    <a:pt x="1088" y="232"/>
                  </a:lnTo>
                  <a:lnTo>
                    <a:pt x="1090" y="231"/>
                  </a:lnTo>
                  <a:lnTo>
                    <a:pt x="1091" y="231"/>
                  </a:lnTo>
                  <a:lnTo>
                    <a:pt x="1092" y="231"/>
                  </a:lnTo>
                  <a:lnTo>
                    <a:pt x="1094" y="231"/>
                  </a:lnTo>
                  <a:lnTo>
                    <a:pt x="1095" y="231"/>
                  </a:lnTo>
                  <a:lnTo>
                    <a:pt x="1096" y="231"/>
                  </a:lnTo>
                  <a:lnTo>
                    <a:pt x="1098" y="231"/>
                  </a:lnTo>
                  <a:lnTo>
                    <a:pt x="1099" y="231"/>
                  </a:lnTo>
                  <a:lnTo>
                    <a:pt x="1100" y="230"/>
                  </a:lnTo>
                  <a:lnTo>
                    <a:pt x="1102" y="230"/>
                  </a:lnTo>
                  <a:lnTo>
                    <a:pt x="1103" y="230"/>
                  </a:lnTo>
                  <a:lnTo>
                    <a:pt x="1105" y="230"/>
                  </a:lnTo>
                  <a:lnTo>
                    <a:pt x="1106" y="230"/>
                  </a:lnTo>
                  <a:lnTo>
                    <a:pt x="1107" y="230"/>
                  </a:lnTo>
                  <a:lnTo>
                    <a:pt x="1109" y="229"/>
                  </a:lnTo>
                  <a:lnTo>
                    <a:pt x="1110" y="229"/>
                  </a:lnTo>
                  <a:lnTo>
                    <a:pt x="1111" y="229"/>
                  </a:lnTo>
                  <a:lnTo>
                    <a:pt x="1113" y="229"/>
                  </a:lnTo>
                  <a:lnTo>
                    <a:pt x="1114" y="229"/>
                  </a:lnTo>
                  <a:lnTo>
                    <a:pt x="1115" y="229"/>
                  </a:lnTo>
                  <a:lnTo>
                    <a:pt x="1117" y="229"/>
                  </a:lnTo>
                  <a:lnTo>
                    <a:pt x="1118" y="228"/>
                  </a:lnTo>
                  <a:lnTo>
                    <a:pt x="1119" y="228"/>
                  </a:lnTo>
                  <a:lnTo>
                    <a:pt x="1121" y="228"/>
                  </a:lnTo>
                  <a:lnTo>
                    <a:pt x="1122" y="228"/>
                  </a:lnTo>
                  <a:lnTo>
                    <a:pt x="1123" y="228"/>
                  </a:lnTo>
                  <a:lnTo>
                    <a:pt x="1125" y="228"/>
                  </a:lnTo>
                  <a:lnTo>
                    <a:pt x="1126" y="228"/>
                  </a:lnTo>
                  <a:lnTo>
                    <a:pt x="1127" y="228"/>
                  </a:lnTo>
                  <a:lnTo>
                    <a:pt x="1129" y="227"/>
                  </a:lnTo>
                  <a:lnTo>
                    <a:pt x="1130" y="227"/>
                  </a:lnTo>
                  <a:lnTo>
                    <a:pt x="1131" y="227"/>
                  </a:lnTo>
                  <a:lnTo>
                    <a:pt x="1133" y="227"/>
                  </a:lnTo>
                  <a:lnTo>
                    <a:pt x="1134" y="227"/>
                  </a:lnTo>
                  <a:lnTo>
                    <a:pt x="1135" y="226"/>
                  </a:lnTo>
                  <a:lnTo>
                    <a:pt x="1137" y="226"/>
                  </a:lnTo>
                  <a:lnTo>
                    <a:pt x="1138" y="226"/>
                  </a:lnTo>
                  <a:lnTo>
                    <a:pt x="1140" y="226"/>
                  </a:lnTo>
                  <a:lnTo>
                    <a:pt x="1141" y="226"/>
                  </a:lnTo>
                  <a:lnTo>
                    <a:pt x="1142" y="226"/>
                  </a:lnTo>
                  <a:lnTo>
                    <a:pt x="1144" y="226"/>
                  </a:lnTo>
                  <a:lnTo>
                    <a:pt x="1145" y="226"/>
                  </a:lnTo>
                  <a:lnTo>
                    <a:pt x="1146" y="225"/>
                  </a:lnTo>
                  <a:lnTo>
                    <a:pt x="1148" y="225"/>
                  </a:lnTo>
                  <a:lnTo>
                    <a:pt x="1149" y="225"/>
                  </a:lnTo>
                  <a:lnTo>
                    <a:pt x="1150" y="225"/>
                  </a:lnTo>
                  <a:lnTo>
                    <a:pt x="1152" y="225"/>
                  </a:lnTo>
                  <a:lnTo>
                    <a:pt x="1153" y="225"/>
                  </a:lnTo>
                  <a:lnTo>
                    <a:pt x="1154" y="225"/>
                  </a:lnTo>
                  <a:lnTo>
                    <a:pt x="1156" y="224"/>
                  </a:lnTo>
                  <a:lnTo>
                    <a:pt x="1157" y="224"/>
                  </a:lnTo>
                  <a:lnTo>
                    <a:pt x="1158" y="224"/>
                  </a:lnTo>
                  <a:lnTo>
                    <a:pt x="1160" y="224"/>
                  </a:lnTo>
                  <a:lnTo>
                    <a:pt x="1161" y="224"/>
                  </a:lnTo>
                  <a:lnTo>
                    <a:pt x="1162" y="224"/>
                  </a:lnTo>
                  <a:lnTo>
                    <a:pt x="1164" y="224"/>
                  </a:lnTo>
                  <a:lnTo>
                    <a:pt x="1165" y="224"/>
                  </a:lnTo>
                  <a:lnTo>
                    <a:pt x="1166" y="224"/>
                  </a:lnTo>
                  <a:lnTo>
                    <a:pt x="1168" y="223"/>
                  </a:lnTo>
                  <a:lnTo>
                    <a:pt x="1169" y="223"/>
                  </a:lnTo>
                  <a:lnTo>
                    <a:pt x="1170" y="223"/>
                  </a:lnTo>
                  <a:lnTo>
                    <a:pt x="1172" y="223"/>
                  </a:lnTo>
                  <a:lnTo>
                    <a:pt x="1173" y="223"/>
                  </a:lnTo>
                  <a:lnTo>
                    <a:pt x="1175" y="223"/>
                  </a:lnTo>
                  <a:lnTo>
                    <a:pt x="1176" y="222"/>
                  </a:lnTo>
                  <a:lnTo>
                    <a:pt x="1177" y="222"/>
                  </a:lnTo>
                  <a:lnTo>
                    <a:pt x="1179" y="222"/>
                  </a:lnTo>
                  <a:lnTo>
                    <a:pt x="1180" y="222"/>
                  </a:lnTo>
                  <a:lnTo>
                    <a:pt x="1181" y="222"/>
                  </a:lnTo>
                  <a:lnTo>
                    <a:pt x="1183" y="222"/>
                  </a:lnTo>
                  <a:lnTo>
                    <a:pt x="1184" y="222"/>
                  </a:lnTo>
                  <a:lnTo>
                    <a:pt x="1185" y="221"/>
                  </a:lnTo>
                  <a:lnTo>
                    <a:pt x="1187" y="221"/>
                  </a:lnTo>
                  <a:lnTo>
                    <a:pt x="1188" y="221"/>
                  </a:lnTo>
                  <a:lnTo>
                    <a:pt x="1189" y="221"/>
                  </a:lnTo>
                  <a:lnTo>
                    <a:pt x="1191" y="221"/>
                  </a:lnTo>
                  <a:lnTo>
                    <a:pt x="1192" y="221"/>
                  </a:lnTo>
                  <a:lnTo>
                    <a:pt x="1193" y="221"/>
                  </a:lnTo>
                  <a:lnTo>
                    <a:pt x="1195" y="220"/>
                  </a:lnTo>
                  <a:lnTo>
                    <a:pt x="1196" y="220"/>
                  </a:lnTo>
                  <a:lnTo>
                    <a:pt x="1197" y="220"/>
                  </a:lnTo>
                  <a:lnTo>
                    <a:pt x="1199" y="220"/>
                  </a:lnTo>
                  <a:lnTo>
                    <a:pt x="1200" y="220"/>
                  </a:lnTo>
                  <a:lnTo>
                    <a:pt x="1201" y="220"/>
                  </a:lnTo>
                  <a:lnTo>
                    <a:pt x="1203" y="219"/>
                  </a:lnTo>
                  <a:lnTo>
                    <a:pt x="1204" y="219"/>
                  </a:lnTo>
                  <a:lnTo>
                    <a:pt x="1205" y="219"/>
                  </a:lnTo>
                  <a:lnTo>
                    <a:pt x="1207" y="219"/>
                  </a:lnTo>
                  <a:lnTo>
                    <a:pt x="1208" y="219"/>
                  </a:lnTo>
                  <a:lnTo>
                    <a:pt x="1209" y="219"/>
                  </a:lnTo>
                  <a:lnTo>
                    <a:pt x="1211" y="219"/>
                  </a:lnTo>
                  <a:lnTo>
                    <a:pt x="1212" y="219"/>
                  </a:lnTo>
                  <a:lnTo>
                    <a:pt x="1214" y="219"/>
                  </a:lnTo>
                  <a:lnTo>
                    <a:pt x="1215" y="218"/>
                  </a:lnTo>
                  <a:lnTo>
                    <a:pt x="1216" y="218"/>
                  </a:lnTo>
                  <a:lnTo>
                    <a:pt x="1218" y="218"/>
                  </a:lnTo>
                  <a:lnTo>
                    <a:pt x="1219" y="218"/>
                  </a:lnTo>
                  <a:lnTo>
                    <a:pt x="1220" y="218"/>
                  </a:lnTo>
                  <a:lnTo>
                    <a:pt x="1222" y="218"/>
                  </a:lnTo>
                  <a:lnTo>
                    <a:pt x="1223" y="218"/>
                  </a:lnTo>
                  <a:lnTo>
                    <a:pt x="1224" y="218"/>
                  </a:lnTo>
                  <a:lnTo>
                    <a:pt x="1226" y="218"/>
                  </a:lnTo>
                  <a:lnTo>
                    <a:pt x="1227" y="217"/>
                  </a:lnTo>
                  <a:lnTo>
                    <a:pt x="1228" y="217"/>
                  </a:lnTo>
                  <a:lnTo>
                    <a:pt x="1230" y="217"/>
                  </a:lnTo>
                  <a:lnTo>
                    <a:pt x="1231" y="217"/>
                  </a:lnTo>
                  <a:lnTo>
                    <a:pt x="1232" y="217"/>
                  </a:lnTo>
                  <a:lnTo>
                    <a:pt x="1234" y="217"/>
                  </a:lnTo>
                  <a:lnTo>
                    <a:pt x="1235" y="217"/>
                  </a:lnTo>
                  <a:lnTo>
                    <a:pt x="1236" y="216"/>
                  </a:lnTo>
                  <a:lnTo>
                    <a:pt x="1238" y="216"/>
                  </a:lnTo>
                  <a:lnTo>
                    <a:pt x="1239" y="216"/>
                  </a:lnTo>
                  <a:lnTo>
                    <a:pt x="1240" y="216"/>
                  </a:lnTo>
                  <a:lnTo>
                    <a:pt x="1242" y="216"/>
                  </a:lnTo>
                  <a:lnTo>
                    <a:pt x="1243" y="216"/>
                  </a:lnTo>
                  <a:lnTo>
                    <a:pt x="1244" y="215"/>
                  </a:lnTo>
                  <a:lnTo>
                    <a:pt x="1246" y="215"/>
                  </a:lnTo>
                  <a:lnTo>
                    <a:pt x="1247" y="215"/>
                  </a:lnTo>
                  <a:lnTo>
                    <a:pt x="1249" y="215"/>
                  </a:lnTo>
                  <a:lnTo>
                    <a:pt x="1250" y="215"/>
                  </a:lnTo>
                  <a:lnTo>
                    <a:pt x="1251" y="215"/>
                  </a:lnTo>
                  <a:lnTo>
                    <a:pt x="1253" y="215"/>
                  </a:lnTo>
                  <a:lnTo>
                    <a:pt x="1254" y="215"/>
                  </a:lnTo>
                  <a:lnTo>
                    <a:pt x="1255" y="214"/>
                  </a:lnTo>
                  <a:lnTo>
                    <a:pt x="1257" y="214"/>
                  </a:lnTo>
                  <a:lnTo>
                    <a:pt x="1258" y="214"/>
                  </a:lnTo>
                  <a:lnTo>
                    <a:pt x="1259" y="214"/>
                  </a:lnTo>
                  <a:lnTo>
                    <a:pt x="1261" y="214"/>
                  </a:lnTo>
                  <a:lnTo>
                    <a:pt x="1262" y="214"/>
                  </a:lnTo>
                  <a:lnTo>
                    <a:pt x="1263" y="214"/>
                  </a:lnTo>
                  <a:lnTo>
                    <a:pt x="1265" y="214"/>
                  </a:lnTo>
                  <a:lnTo>
                    <a:pt x="1266" y="214"/>
                  </a:lnTo>
                  <a:lnTo>
                    <a:pt x="1267" y="213"/>
                  </a:lnTo>
                  <a:lnTo>
                    <a:pt x="1269" y="213"/>
                  </a:lnTo>
                  <a:lnTo>
                    <a:pt x="1270" y="213"/>
                  </a:lnTo>
                  <a:lnTo>
                    <a:pt x="1271" y="213"/>
                  </a:lnTo>
                  <a:lnTo>
                    <a:pt x="1273" y="213"/>
                  </a:lnTo>
                  <a:lnTo>
                    <a:pt x="1274" y="213"/>
                  </a:lnTo>
                  <a:lnTo>
                    <a:pt x="1275" y="213"/>
                  </a:lnTo>
                  <a:lnTo>
                    <a:pt x="1277" y="213"/>
                  </a:lnTo>
                  <a:lnTo>
                    <a:pt x="1278" y="213"/>
                  </a:lnTo>
                  <a:lnTo>
                    <a:pt x="1279" y="212"/>
                  </a:lnTo>
                  <a:lnTo>
                    <a:pt x="1281" y="212"/>
                  </a:lnTo>
                  <a:lnTo>
                    <a:pt x="1282" y="212"/>
                  </a:lnTo>
                  <a:lnTo>
                    <a:pt x="1284" y="212"/>
                  </a:lnTo>
                  <a:lnTo>
                    <a:pt x="1285" y="212"/>
                  </a:lnTo>
                  <a:lnTo>
                    <a:pt x="1286" y="212"/>
                  </a:lnTo>
                  <a:lnTo>
                    <a:pt x="1288" y="211"/>
                  </a:lnTo>
                  <a:lnTo>
                    <a:pt x="1289" y="211"/>
                  </a:lnTo>
                  <a:lnTo>
                    <a:pt x="1290" y="211"/>
                  </a:lnTo>
                  <a:lnTo>
                    <a:pt x="1292" y="211"/>
                  </a:lnTo>
                  <a:lnTo>
                    <a:pt x="1293" y="211"/>
                  </a:lnTo>
                  <a:lnTo>
                    <a:pt x="1294" y="211"/>
                  </a:lnTo>
                  <a:lnTo>
                    <a:pt x="1296" y="211"/>
                  </a:lnTo>
                  <a:lnTo>
                    <a:pt x="1297" y="211"/>
                  </a:lnTo>
                  <a:lnTo>
                    <a:pt x="1298" y="211"/>
                  </a:lnTo>
                  <a:lnTo>
                    <a:pt x="1300" y="210"/>
                  </a:lnTo>
                  <a:lnTo>
                    <a:pt x="1301" y="210"/>
                  </a:lnTo>
                  <a:lnTo>
                    <a:pt x="1302" y="210"/>
                  </a:lnTo>
                  <a:lnTo>
                    <a:pt x="1304" y="210"/>
                  </a:lnTo>
                  <a:lnTo>
                    <a:pt x="1305" y="210"/>
                  </a:lnTo>
                  <a:lnTo>
                    <a:pt x="1306" y="210"/>
                  </a:lnTo>
                  <a:lnTo>
                    <a:pt x="1308" y="210"/>
                  </a:lnTo>
                  <a:lnTo>
                    <a:pt x="1309" y="210"/>
                  </a:lnTo>
                  <a:lnTo>
                    <a:pt x="1310" y="209"/>
                  </a:lnTo>
                  <a:lnTo>
                    <a:pt x="1312" y="209"/>
                  </a:lnTo>
                  <a:lnTo>
                    <a:pt x="1313" y="209"/>
                  </a:lnTo>
                  <a:lnTo>
                    <a:pt x="1314" y="209"/>
                  </a:lnTo>
                  <a:lnTo>
                    <a:pt x="1316" y="209"/>
                  </a:lnTo>
                  <a:lnTo>
                    <a:pt x="1317" y="209"/>
                  </a:lnTo>
                  <a:lnTo>
                    <a:pt x="1319" y="209"/>
                  </a:lnTo>
                  <a:lnTo>
                    <a:pt x="1320" y="208"/>
                  </a:lnTo>
                  <a:lnTo>
                    <a:pt x="1321" y="208"/>
                  </a:lnTo>
                  <a:lnTo>
                    <a:pt x="1323" y="208"/>
                  </a:lnTo>
                  <a:lnTo>
                    <a:pt x="1324" y="208"/>
                  </a:lnTo>
                  <a:lnTo>
                    <a:pt x="1325" y="208"/>
                  </a:lnTo>
                  <a:lnTo>
                    <a:pt x="1327" y="208"/>
                  </a:lnTo>
                  <a:lnTo>
                    <a:pt x="1328" y="208"/>
                  </a:lnTo>
                  <a:lnTo>
                    <a:pt x="1329" y="207"/>
                  </a:lnTo>
                  <a:lnTo>
                    <a:pt x="1331" y="207"/>
                  </a:lnTo>
                  <a:lnTo>
                    <a:pt x="1332" y="207"/>
                  </a:lnTo>
                  <a:lnTo>
                    <a:pt x="1333" y="207"/>
                  </a:lnTo>
                  <a:lnTo>
                    <a:pt x="1335" y="207"/>
                  </a:lnTo>
                  <a:lnTo>
                    <a:pt x="1336" y="207"/>
                  </a:lnTo>
                  <a:lnTo>
                    <a:pt x="1337" y="207"/>
                  </a:lnTo>
                  <a:lnTo>
                    <a:pt x="1339" y="207"/>
                  </a:lnTo>
                  <a:lnTo>
                    <a:pt x="1340" y="207"/>
                  </a:lnTo>
                  <a:lnTo>
                    <a:pt x="1341" y="206"/>
                  </a:lnTo>
                  <a:lnTo>
                    <a:pt x="1343" y="206"/>
                  </a:lnTo>
                  <a:lnTo>
                    <a:pt x="1344" y="206"/>
                  </a:lnTo>
                  <a:lnTo>
                    <a:pt x="1345" y="206"/>
                  </a:lnTo>
                  <a:lnTo>
                    <a:pt x="1347" y="206"/>
                  </a:lnTo>
                  <a:lnTo>
                    <a:pt x="1348" y="206"/>
                  </a:lnTo>
                  <a:lnTo>
                    <a:pt x="1349" y="206"/>
                  </a:lnTo>
                  <a:lnTo>
                    <a:pt x="1351" y="206"/>
                  </a:lnTo>
                  <a:lnTo>
                    <a:pt x="1352" y="206"/>
                  </a:lnTo>
                  <a:lnTo>
                    <a:pt x="1353" y="205"/>
                  </a:lnTo>
                  <a:lnTo>
                    <a:pt x="1355" y="205"/>
                  </a:lnTo>
                  <a:lnTo>
                    <a:pt x="1356" y="205"/>
                  </a:lnTo>
                  <a:lnTo>
                    <a:pt x="1358" y="205"/>
                  </a:lnTo>
                  <a:lnTo>
                    <a:pt x="1359" y="205"/>
                  </a:lnTo>
                  <a:lnTo>
                    <a:pt x="1360" y="205"/>
                  </a:lnTo>
                  <a:lnTo>
                    <a:pt x="1362" y="205"/>
                  </a:lnTo>
                  <a:lnTo>
                    <a:pt x="1363" y="205"/>
                  </a:lnTo>
                  <a:lnTo>
                    <a:pt x="1364" y="205"/>
                  </a:lnTo>
                  <a:lnTo>
                    <a:pt x="1366" y="204"/>
                  </a:lnTo>
                  <a:lnTo>
                    <a:pt x="1367" y="204"/>
                  </a:lnTo>
                  <a:lnTo>
                    <a:pt x="1368" y="204"/>
                  </a:lnTo>
                  <a:lnTo>
                    <a:pt x="1370" y="204"/>
                  </a:lnTo>
                  <a:lnTo>
                    <a:pt x="1371" y="204"/>
                  </a:lnTo>
                  <a:lnTo>
                    <a:pt x="1372" y="204"/>
                  </a:lnTo>
                  <a:lnTo>
                    <a:pt x="1374" y="204"/>
                  </a:lnTo>
                  <a:lnTo>
                    <a:pt x="1375" y="203"/>
                  </a:lnTo>
                  <a:lnTo>
                    <a:pt x="1376" y="203"/>
                  </a:lnTo>
                  <a:lnTo>
                    <a:pt x="1378" y="203"/>
                  </a:lnTo>
                  <a:lnTo>
                    <a:pt x="1379" y="203"/>
                  </a:lnTo>
                  <a:lnTo>
                    <a:pt x="1380" y="203"/>
                  </a:lnTo>
                  <a:lnTo>
                    <a:pt x="1382" y="203"/>
                  </a:lnTo>
                  <a:lnTo>
                    <a:pt x="1383" y="203"/>
                  </a:lnTo>
                  <a:lnTo>
                    <a:pt x="1384" y="202"/>
                  </a:lnTo>
                  <a:lnTo>
                    <a:pt x="1386" y="202"/>
                  </a:lnTo>
                  <a:lnTo>
                    <a:pt x="1387" y="202"/>
                  </a:lnTo>
                  <a:lnTo>
                    <a:pt x="1388" y="202"/>
                  </a:lnTo>
                  <a:lnTo>
                    <a:pt x="1390" y="202"/>
                  </a:lnTo>
                  <a:lnTo>
                    <a:pt x="1391" y="202"/>
                  </a:lnTo>
                  <a:lnTo>
                    <a:pt x="1393" y="202"/>
                  </a:lnTo>
                  <a:lnTo>
                    <a:pt x="1394" y="202"/>
                  </a:lnTo>
                  <a:lnTo>
                    <a:pt x="1395" y="201"/>
                  </a:lnTo>
                  <a:lnTo>
                    <a:pt x="1397" y="201"/>
                  </a:lnTo>
                  <a:lnTo>
                    <a:pt x="1398" y="201"/>
                  </a:lnTo>
                  <a:lnTo>
                    <a:pt x="1399" y="201"/>
                  </a:lnTo>
                  <a:lnTo>
                    <a:pt x="1401" y="201"/>
                  </a:lnTo>
                  <a:lnTo>
                    <a:pt x="1402" y="201"/>
                  </a:lnTo>
                  <a:lnTo>
                    <a:pt x="1403" y="200"/>
                  </a:lnTo>
                  <a:lnTo>
                    <a:pt x="1405" y="200"/>
                  </a:lnTo>
                  <a:lnTo>
                    <a:pt x="1406" y="200"/>
                  </a:lnTo>
                  <a:lnTo>
                    <a:pt x="1407" y="200"/>
                  </a:lnTo>
                  <a:lnTo>
                    <a:pt x="1409" y="200"/>
                  </a:lnTo>
                  <a:lnTo>
                    <a:pt x="1410" y="200"/>
                  </a:lnTo>
                  <a:lnTo>
                    <a:pt x="1411" y="200"/>
                  </a:lnTo>
                  <a:lnTo>
                    <a:pt x="1413" y="200"/>
                  </a:lnTo>
                  <a:lnTo>
                    <a:pt x="1414" y="199"/>
                  </a:lnTo>
                  <a:lnTo>
                    <a:pt x="1415" y="199"/>
                  </a:lnTo>
                  <a:lnTo>
                    <a:pt x="1417" y="199"/>
                  </a:lnTo>
                  <a:lnTo>
                    <a:pt x="1418" y="199"/>
                  </a:lnTo>
                  <a:lnTo>
                    <a:pt x="1419" y="199"/>
                  </a:lnTo>
                  <a:lnTo>
                    <a:pt x="1421" y="199"/>
                  </a:lnTo>
                  <a:lnTo>
                    <a:pt x="1422" y="199"/>
                  </a:lnTo>
                </a:path>
              </a:pathLst>
            </a:custGeom>
            <a:noFill/>
            <a:ln cap="flat" cmpd="sng" w="25400">
              <a:solidFill>
                <a:srgbClr val="A9A9A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16"/>
          <p:cNvSpPr txBox="1"/>
          <p:nvPr/>
        </p:nvSpPr>
        <p:spPr>
          <a:xfrm>
            <a:off x="6719513" y="1275164"/>
            <a:ext cx="31742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RNA Surface (Fc4-3, Ref. Sub.)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MCH Surface Subtracted, Buffer Subtracted</a:t>
            </a:r>
            <a:endParaRPr/>
          </a:p>
        </p:txBody>
      </p:sp>
      <p:grpSp>
        <p:nvGrpSpPr>
          <p:cNvPr id="662" name="Google Shape;662;p16"/>
          <p:cNvGrpSpPr/>
          <p:nvPr/>
        </p:nvGrpSpPr>
        <p:grpSpPr>
          <a:xfrm>
            <a:off x="9730121" y="2280634"/>
            <a:ext cx="1278313" cy="1526276"/>
            <a:chOff x="10620451" y="1465790"/>
            <a:chExt cx="1278313" cy="1526276"/>
          </a:xfrm>
        </p:grpSpPr>
        <p:sp>
          <p:nvSpPr>
            <p:cNvPr id="663" name="Google Shape;663;p16"/>
            <p:cNvSpPr/>
            <p:nvPr/>
          </p:nvSpPr>
          <p:spPr>
            <a:xfrm>
              <a:off x="10620451" y="1465790"/>
              <a:ext cx="1278313" cy="1526276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4" name="Google Shape;664;p16"/>
            <p:cNvGrpSpPr/>
            <p:nvPr/>
          </p:nvGrpSpPr>
          <p:grpSpPr>
            <a:xfrm>
              <a:off x="10687758" y="1547141"/>
              <a:ext cx="1143699" cy="1363575"/>
              <a:chOff x="6059885" y="1975691"/>
              <a:chExt cx="1143699" cy="1363575"/>
            </a:xfrm>
          </p:grpSpPr>
          <p:grpSp>
            <p:nvGrpSpPr>
              <p:cNvPr id="665" name="Google Shape;665;p16"/>
              <p:cNvGrpSpPr/>
              <p:nvPr/>
            </p:nvGrpSpPr>
            <p:grpSpPr>
              <a:xfrm>
                <a:off x="6059885" y="1975691"/>
                <a:ext cx="1073167" cy="153888"/>
                <a:chOff x="6059885" y="2009032"/>
                <a:chExt cx="1073167" cy="153888"/>
              </a:xfrm>
            </p:grpSpPr>
            <p:sp>
              <p:nvSpPr>
                <p:cNvPr id="666" name="Google Shape;666;p16"/>
                <p:cNvSpPr/>
                <p:nvPr/>
              </p:nvSpPr>
              <p:spPr>
                <a:xfrm>
                  <a:off x="6302696" y="2009032"/>
                  <a:ext cx="83035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173.2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67" name="Google Shape;667;p16"/>
                <p:cNvCxnSpPr/>
                <p:nvPr/>
              </p:nvCxnSpPr>
              <p:spPr>
                <a:xfrm>
                  <a:off x="6059885" y="2085976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32CD3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68" name="Google Shape;668;p16"/>
              <p:cNvGrpSpPr/>
              <p:nvPr/>
            </p:nvGrpSpPr>
            <p:grpSpPr>
              <a:xfrm>
                <a:off x="6059885" y="2126902"/>
                <a:ext cx="1002634" cy="153888"/>
                <a:chOff x="6059885" y="2156075"/>
                <a:chExt cx="1002634" cy="153888"/>
              </a:xfrm>
            </p:grpSpPr>
            <p:sp>
              <p:nvSpPr>
                <p:cNvPr id="669" name="Google Shape;669;p16"/>
                <p:cNvSpPr/>
                <p:nvPr/>
              </p:nvSpPr>
              <p:spPr>
                <a:xfrm>
                  <a:off x="6302696" y="2156075"/>
                  <a:ext cx="75982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86.6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70" name="Google Shape;670;p16"/>
                <p:cNvCxnSpPr/>
                <p:nvPr/>
              </p:nvCxnSpPr>
              <p:spPr>
                <a:xfrm>
                  <a:off x="6059885" y="2233019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8B008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1" name="Google Shape;671;p16"/>
              <p:cNvGrpSpPr/>
              <p:nvPr/>
            </p:nvGrpSpPr>
            <p:grpSpPr>
              <a:xfrm>
                <a:off x="6059885" y="2278113"/>
                <a:ext cx="1002634" cy="153888"/>
                <a:chOff x="6059885" y="2303118"/>
                <a:chExt cx="1002634" cy="153888"/>
              </a:xfrm>
            </p:grpSpPr>
            <p:sp>
              <p:nvSpPr>
                <p:cNvPr id="672" name="Google Shape;672;p16"/>
                <p:cNvSpPr/>
                <p:nvPr/>
              </p:nvSpPr>
              <p:spPr>
                <a:xfrm>
                  <a:off x="6302696" y="2303118"/>
                  <a:ext cx="75982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43.3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73" name="Google Shape;673;p16"/>
                <p:cNvCxnSpPr/>
                <p:nvPr/>
              </p:nvCxnSpPr>
              <p:spPr>
                <a:xfrm>
                  <a:off x="6059885" y="2380062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9A9A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4" name="Google Shape;674;p16"/>
              <p:cNvGrpSpPr/>
              <p:nvPr/>
            </p:nvGrpSpPr>
            <p:grpSpPr>
              <a:xfrm>
                <a:off x="6059885" y="2429324"/>
                <a:ext cx="1073167" cy="153888"/>
                <a:chOff x="6059885" y="2450161"/>
                <a:chExt cx="1073167" cy="153888"/>
              </a:xfrm>
            </p:grpSpPr>
            <p:sp>
              <p:nvSpPr>
                <p:cNvPr id="675" name="Google Shape;675;p16"/>
                <p:cNvSpPr/>
                <p:nvPr/>
              </p:nvSpPr>
              <p:spPr>
                <a:xfrm>
                  <a:off x="6302696" y="2450161"/>
                  <a:ext cx="83035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21.65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76" name="Google Shape;676;p16"/>
                <p:cNvCxnSpPr/>
                <p:nvPr/>
              </p:nvCxnSpPr>
              <p:spPr>
                <a:xfrm>
                  <a:off x="6059885" y="2527105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DAA52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7" name="Google Shape;677;p16"/>
              <p:cNvGrpSpPr/>
              <p:nvPr/>
            </p:nvGrpSpPr>
            <p:grpSpPr>
              <a:xfrm>
                <a:off x="6059885" y="2580535"/>
                <a:ext cx="1143699" cy="153888"/>
                <a:chOff x="6059885" y="2597204"/>
                <a:chExt cx="1143699" cy="153888"/>
              </a:xfrm>
            </p:grpSpPr>
            <p:sp>
              <p:nvSpPr>
                <p:cNvPr id="678" name="Google Shape;678;p16"/>
                <p:cNvSpPr/>
                <p:nvPr/>
              </p:nvSpPr>
              <p:spPr>
                <a:xfrm>
                  <a:off x="6302696" y="2597204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10.825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79" name="Google Shape;679;p16"/>
                <p:cNvCxnSpPr/>
                <p:nvPr/>
              </p:nvCxnSpPr>
              <p:spPr>
                <a:xfrm>
                  <a:off x="6059885" y="2674148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CE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80" name="Google Shape;680;p16"/>
              <p:cNvGrpSpPr/>
              <p:nvPr/>
            </p:nvGrpSpPr>
            <p:grpSpPr>
              <a:xfrm>
                <a:off x="6059885" y="2731746"/>
                <a:ext cx="1143699" cy="153888"/>
                <a:chOff x="6059885" y="2744247"/>
                <a:chExt cx="1143699" cy="153888"/>
              </a:xfrm>
            </p:grpSpPr>
            <p:sp>
              <p:nvSpPr>
                <p:cNvPr id="681" name="Google Shape;681;p16"/>
                <p:cNvSpPr/>
                <p:nvPr/>
              </p:nvSpPr>
              <p:spPr>
                <a:xfrm>
                  <a:off x="6302696" y="2744247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5.4124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82" name="Google Shape;682;p16"/>
                <p:cNvCxnSpPr/>
                <p:nvPr/>
              </p:nvCxnSpPr>
              <p:spPr>
                <a:xfrm>
                  <a:off x="6059885" y="2821191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83" name="Google Shape;683;p16"/>
              <p:cNvGrpSpPr/>
              <p:nvPr/>
            </p:nvGrpSpPr>
            <p:grpSpPr>
              <a:xfrm>
                <a:off x="6059885" y="2882957"/>
                <a:ext cx="1143699" cy="153888"/>
                <a:chOff x="6059885" y="2891290"/>
                <a:chExt cx="1143699" cy="153888"/>
              </a:xfrm>
            </p:grpSpPr>
            <p:sp>
              <p:nvSpPr>
                <p:cNvPr id="684" name="Google Shape;684;p16"/>
                <p:cNvSpPr/>
                <p:nvPr/>
              </p:nvSpPr>
              <p:spPr>
                <a:xfrm>
                  <a:off x="6302696" y="2891290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2.7062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85" name="Google Shape;685;p16"/>
                <p:cNvCxnSpPr/>
                <p:nvPr/>
              </p:nvCxnSpPr>
              <p:spPr>
                <a:xfrm>
                  <a:off x="6059885" y="2968234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86" name="Google Shape;686;p16"/>
              <p:cNvGrpSpPr/>
              <p:nvPr/>
            </p:nvGrpSpPr>
            <p:grpSpPr>
              <a:xfrm>
                <a:off x="6059885" y="3034168"/>
                <a:ext cx="1143699" cy="153888"/>
                <a:chOff x="6059885" y="3038333"/>
                <a:chExt cx="1143699" cy="153888"/>
              </a:xfrm>
            </p:grpSpPr>
            <p:sp>
              <p:nvSpPr>
                <p:cNvPr id="687" name="Google Shape;687;p16"/>
                <p:cNvSpPr/>
                <p:nvPr/>
              </p:nvSpPr>
              <p:spPr>
                <a:xfrm>
                  <a:off x="6302696" y="3038333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1.3531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88" name="Google Shape;688;p16"/>
                <p:cNvCxnSpPr/>
                <p:nvPr/>
              </p:nvCxnSpPr>
              <p:spPr>
                <a:xfrm>
                  <a:off x="6059885" y="3115277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228B2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89" name="Google Shape;689;p16"/>
              <p:cNvGrpSpPr/>
              <p:nvPr/>
            </p:nvGrpSpPr>
            <p:grpSpPr>
              <a:xfrm>
                <a:off x="6059885" y="3185378"/>
                <a:ext cx="826304" cy="153888"/>
                <a:chOff x="6059885" y="3185378"/>
                <a:chExt cx="826304" cy="153888"/>
              </a:xfrm>
            </p:grpSpPr>
            <p:sp>
              <p:nvSpPr>
                <p:cNvPr id="690" name="Google Shape;690;p16"/>
                <p:cNvSpPr/>
                <p:nvPr/>
              </p:nvSpPr>
              <p:spPr>
                <a:xfrm>
                  <a:off x="6302696" y="3185378"/>
                  <a:ext cx="58349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91" name="Google Shape;691;p16"/>
                <p:cNvCxnSpPr/>
                <p:nvPr/>
              </p:nvCxnSpPr>
              <p:spPr>
                <a:xfrm>
                  <a:off x="6059885" y="3262322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692" name="Google Shape;692;p16"/>
          <p:cNvSpPr txBox="1"/>
          <p:nvPr/>
        </p:nvSpPr>
        <p:spPr>
          <a:xfrm>
            <a:off x="6176731" y="4352977"/>
            <a:ext cx="5745081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if specific binding of CTH to MCH and RNA surfaces is observed.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Observed CTH binding to both MCH and RNA surfaces.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CTH binding to MCH surface weaker than binding to RNA surface.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Suggests detection of specific binding of CTH to the RNA surface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Binding curve morphology degraded at higher concentrations likely due to saturation of the surface binding sites resulting in aggregation and/or aberrant signal changes.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p16"/>
          <p:cNvGrpSpPr/>
          <p:nvPr/>
        </p:nvGrpSpPr>
        <p:grpSpPr>
          <a:xfrm>
            <a:off x="853712" y="3659106"/>
            <a:ext cx="4693998" cy="2883009"/>
            <a:chOff x="6204777" y="608495"/>
            <a:chExt cx="4693998" cy="2883009"/>
          </a:xfrm>
        </p:grpSpPr>
        <p:grpSp>
          <p:nvGrpSpPr>
            <p:cNvPr id="694" name="Google Shape;694;p16"/>
            <p:cNvGrpSpPr/>
            <p:nvPr/>
          </p:nvGrpSpPr>
          <p:grpSpPr>
            <a:xfrm>
              <a:off x="6204777" y="931138"/>
              <a:ext cx="4693998" cy="2560366"/>
              <a:chOff x="6249084" y="996839"/>
              <a:chExt cx="4666930" cy="2686074"/>
            </a:xfrm>
          </p:grpSpPr>
          <p:cxnSp>
            <p:nvCxnSpPr>
              <p:cNvPr id="695" name="Google Shape;695;p16"/>
              <p:cNvCxnSpPr/>
              <p:nvPr/>
            </p:nvCxnSpPr>
            <p:spPr>
              <a:xfrm rot="10800000">
                <a:off x="6767513" y="996839"/>
                <a:ext cx="0" cy="2338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6" name="Google Shape;696;p16"/>
              <p:cNvCxnSpPr/>
              <p:nvPr/>
            </p:nvCxnSpPr>
            <p:spPr>
              <a:xfrm rot="10800000">
                <a:off x="6751576" y="3335338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7" name="Google Shape;697;p16"/>
              <p:cNvCxnSpPr/>
              <p:nvPr/>
            </p:nvCxnSpPr>
            <p:spPr>
              <a:xfrm rot="10800000">
                <a:off x="6751576" y="3122613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8" name="Google Shape;698;p16"/>
              <p:cNvCxnSpPr/>
              <p:nvPr/>
            </p:nvCxnSpPr>
            <p:spPr>
              <a:xfrm rot="10800000">
                <a:off x="6751576" y="2911476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9" name="Google Shape;699;p16"/>
              <p:cNvCxnSpPr/>
              <p:nvPr/>
            </p:nvCxnSpPr>
            <p:spPr>
              <a:xfrm rot="10800000">
                <a:off x="6751576" y="2698751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0" name="Google Shape;700;p16"/>
              <p:cNvCxnSpPr/>
              <p:nvPr/>
            </p:nvCxnSpPr>
            <p:spPr>
              <a:xfrm rot="10800000">
                <a:off x="6751576" y="2486026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1" name="Google Shape;701;p16"/>
              <p:cNvCxnSpPr/>
              <p:nvPr/>
            </p:nvCxnSpPr>
            <p:spPr>
              <a:xfrm rot="10800000">
                <a:off x="6751576" y="2273301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2" name="Google Shape;702;p16"/>
              <p:cNvCxnSpPr/>
              <p:nvPr/>
            </p:nvCxnSpPr>
            <p:spPr>
              <a:xfrm rot="10800000">
                <a:off x="6751576" y="2060576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3" name="Google Shape;703;p16"/>
              <p:cNvCxnSpPr/>
              <p:nvPr/>
            </p:nvCxnSpPr>
            <p:spPr>
              <a:xfrm rot="10800000">
                <a:off x="6751576" y="1847851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4" name="Google Shape;704;p16"/>
              <p:cNvCxnSpPr/>
              <p:nvPr/>
            </p:nvCxnSpPr>
            <p:spPr>
              <a:xfrm rot="10800000">
                <a:off x="6751576" y="1635126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5" name="Google Shape;705;p16"/>
              <p:cNvCxnSpPr/>
              <p:nvPr/>
            </p:nvCxnSpPr>
            <p:spPr>
              <a:xfrm rot="10800000">
                <a:off x="6751576" y="1422401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6" name="Google Shape;706;p16"/>
              <p:cNvCxnSpPr/>
              <p:nvPr/>
            </p:nvCxnSpPr>
            <p:spPr>
              <a:xfrm rot="10800000">
                <a:off x="6751576" y="1209676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7" name="Google Shape;707;p16"/>
              <p:cNvCxnSpPr/>
              <p:nvPr/>
            </p:nvCxnSpPr>
            <p:spPr>
              <a:xfrm rot="10800000">
                <a:off x="6751576" y="996951"/>
                <a:ext cx="207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8" name="Google Shape;708;p16"/>
              <p:cNvCxnSpPr/>
              <p:nvPr/>
            </p:nvCxnSpPr>
            <p:spPr>
              <a:xfrm rot="10800000">
                <a:off x="6729388" y="3335338"/>
                <a:ext cx="5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09" name="Google Shape;709;p16"/>
              <p:cNvCxnSpPr/>
              <p:nvPr/>
            </p:nvCxnSpPr>
            <p:spPr>
              <a:xfrm rot="10800000">
                <a:off x="6729388" y="2911476"/>
                <a:ext cx="5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0" name="Google Shape;710;p16"/>
              <p:cNvCxnSpPr/>
              <p:nvPr/>
            </p:nvCxnSpPr>
            <p:spPr>
              <a:xfrm rot="10800000">
                <a:off x="6729388" y="2486026"/>
                <a:ext cx="5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" name="Google Shape;711;p16"/>
              <p:cNvCxnSpPr/>
              <p:nvPr/>
            </p:nvCxnSpPr>
            <p:spPr>
              <a:xfrm rot="10800000">
                <a:off x="6729388" y="2060576"/>
                <a:ext cx="5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2" name="Google Shape;712;p16"/>
              <p:cNvCxnSpPr/>
              <p:nvPr/>
            </p:nvCxnSpPr>
            <p:spPr>
              <a:xfrm rot="10800000">
                <a:off x="6729388" y="1635126"/>
                <a:ext cx="5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3" name="Google Shape;713;p16"/>
              <p:cNvCxnSpPr/>
              <p:nvPr/>
            </p:nvCxnSpPr>
            <p:spPr>
              <a:xfrm rot="10800000">
                <a:off x="6729388" y="1209676"/>
                <a:ext cx="5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16"/>
              <p:cNvSpPr/>
              <p:nvPr/>
            </p:nvSpPr>
            <p:spPr>
              <a:xfrm>
                <a:off x="6519863" y="3267076"/>
                <a:ext cx="1842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-50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6"/>
              <p:cNvSpPr/>
              <p:nvPr/>
            </p:nvSpPr>
            <p:spPr>
              <a:xfrm>
                <a:off x="6540501" y="2843213"/>
                <a:ext cx="1410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6"/>
              <p:cNvSpPr/>
              <p:nvPr/>
            </p:nvSpPr>
            <p:spPr>
              <a:xfrm>
                <a:off x="6503988" y="2417763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150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6"/>
              <p:cNvSpPr/>
              <p:nvPr/>
            </p:nvSpPr>
            <p:spPr>
              <a:xfrm>
                <a:off x="6503988" y="1992313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250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6"/>
              <p:cNvSpPr/>
              <p:nvPr/>
            </p:nvSpPr>
            <p:spPr>
              <a:xfrm>
                <a:off x="6503988" y="1566863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350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6"/>
              <p:cNvSpPr/>
              <p:nvPr/>
            </p:nvSpPr>
            <p:spPr>
              <a:xfrm>
                <a:off x="6503988" y="1141413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450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20" name="Google Shape;720;p16"/>
              <p:cNvCxnSpPr/>
              <p:nvPr/>
            </p:nvCxnSpPr>
            <p:spPr>
              <a:xfrm>
                <a:off x="6767513" y="3335338"/>
                <a:ext cx="4000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" name="Google Shape;721;p16"/>
              <p:cNvCxnSpPr/>
              <p:nvPr/>
            </p:nvCxnSpPr>
            <p:spPr>
              <a:xfrm>
                <a:off x="6767513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2" name="Google Shape;722;p16"/>
              <p:cNvCxnSpPr/>
              <p:nvPr/>
            </p:nvCxnSpPr>
            <p:spPr>
              <a:xfrm>
                <a:off x="6989763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3" name="Google Shape;723;p16"/>
              <p:cNvCxnSpPr/>
              <p:nvPr/>
            </p:nvCxnSpPr>
            <p:spPr>
              <a:xfrm>
                <a:off x="721042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4" name="Google Shape;724;p16"/>
              <p:cNvCxnSpPr/>
              <p:nvPr/>
            </p:nvCxnSpPr>
            <p:spPr>
              <a:xfrm>
                <a:off x="743267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16"/>
              <p:cNvCxnSpPr/>
              <p:nvPr/>
            </p:nvCxnSpPr>
            <p:spPr>
              <a:xfrm>
                <a:off x="765492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6" name="Google Shape;726;p16"/>
              <p:cNvCxnSpPr/>
              <p:nvPr/>
            </p:nvCxnSpPr>
            <p:spPr>
              <a:xfrm>
                <a:off x="787717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7" name="Google Shape;727;p16"/>
              <p:cNvCxnSpPr/>
              <p:nvPr/>
            </p:nvCxnSpPr>
            <p:spPr>
              <a:xfrm>
                <a:off x="809942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8" name="Google Shape;728;p16"/>
              <p:cNvCxnSpPr/>
              <p:nvPr/>
            </p:nvCxnSpPr>
            <p:spPr>
              <a:xfrm>
                <a:off x="8320088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9" name="Google Shape;729;p16"/>
              <p:cNvCxnSpPr/>
              <p:nvPr/>
            </p:nvCxnSpPr>
            <p:spPr>
              <a:xfrm>
                <a:off x="8542338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0" name="Google Shape;730;p16"/>
              <p:cNvCxnSpPr/>
              <p:nvPr/>
            </p:nvCxnSpPr>
            <p:spPr>
              <a:xfrm>
                <a:off x="8767763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1" name="Google Shape;731;p16"/>
              <p:cNvCxnSpPr/>
              <p:nvPr/>
            </p:nvCxnSpPr>
            <p:spPr>
              <a:xfrm>
                <a:off x="898842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2" name="Google Shape;732;p16"/>
              <p:cNvCxnSpPr/>
              <p:nvPr/>
            </p:nvCxnSpPr>
            <p:spPr>
              <a:xfrm>
                <a:off x="921067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3" name="Google Shape;733;p16"/>
              <p:cNvCxnSpPr/>
              <p:nvPr/>
            </p:nvCxnSpPr>
            <p:spPr>
              <a:xfrm>
                <a:off x="943292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4" name="Google Shape;734;p16"/>
              <p:cNvCxnSpPr/>
              <p:nvPr/>
            </p:nvCxnSpPr>
            <p:spPr>
              <a:xfrm>
                <a:off x="965517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5" name="Google Shape;735;p16"/>
              <p:cNvCxnSpPr/>
              <p:nvPr/>
            </p:nvCxnSpPr>
            <p:spPr>
              <a:xfrm>
                <a:off x="987742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6" name="Google Shape;736;p16"/>
              <p:cNvCxnSpPr/>
              <p:nvPr/>
            </p:nvCxnSpPr>
            <p:spPr>
              <a:xfrm>
                <a:off x="10099676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7" name="Google Shape;737;p16"/>
              <p:cNvCxnSpPr/>
              <p:nvPr/>
            </p:nvCxnSpPr>
            <p:spPr>
              <a:xfrm>
                <a:off x="10320338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8" name="Google Shape;738;p16"/>
              <p:cNvCxnSpPr/>
              <p:nvPr/>
            </p:nvCxnSpPr>
            <p:spPr>
              <a:xfrm>
                <a:off x="10542588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16"/>
              <p:cNvCxnSpPr/>
              <p:nvPr/>
            </p:nvCxnSpPr>
            <p:spPr>
              <a:xfrm>
                <a:off x="10768013" y="3330576"/>
                <a:ext cx="0" cy="17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0" name="Google Shape;740;p16"/>
              <p:cNvCxnSpPr/>
              <p:nvPr/>
            </p:nvCxnSpPr>
            <p:spPr>
              <a:xfrm>
                <a:off x="6767513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1" name="Google Shape;741;p16"/>
              <p:cNvCxnSpPr/>
              <p:nvPr/>
            </p:nvCxnSpPr>
            <p:spPr>
              <a:xfrm>
                <a:off x="7210426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2" name="Google Shape;742;p16"/>
              <p:cNvCxnSpPr/>
              <p:nvPr/>
            </p:nvCxnSpPr>
            <p:spPr>
              <a:xfrm>
                <a:off x="7654926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3" name="Google Shape;743;p16"/>
              <p:cNvCxnSpPr/>
              <p:nvPr/>
            </p:nvCxnSpPr>
            <p:spPr>
              <a:xfrm>
                <a:off x="8099426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4" name="Google Shape;744;p16"/>
              <p:cNvCxnSpPr/>
              <p:nvPr/>
            </p:nvCxnSpPr>
            <p:spPr>
              <a:xfrm>
                <a:off x="8542338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5" name="Google Shape;745;p16"/>
              <p:cNvCxnSpPr/>
              <p:nvPr/>
            </p:nvCxnSpPr>
            <p:spPr>
              <a:xfrm>
                <a:off x="8988426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6" name="Google Shape;746;p16"/>
              <p:cNvCxnSpPr/>
              <p:nvPr/>
            </p:nvCxnSpPr>
            <p:spPr>
              <a:xfrm>
                <a:off x="9432926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7" name="Google Shape;747;p16"/>
              <p:cNvCxnSpPr/>
              <p:nvPr/>
            </p:nvCxnSpPr>
            <p:spPr>
              <a:xfrm>
                <a:off x="9877426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8" name="Google Shape;748;p16"/>
              <p:cNvCxnSpPr/>
              <p:nvPr/>
            </p:nvCxnSpPr>
            <p:spPr>
              <a:xfrm>
                <a:off x="10320338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16"/>
              <p:cNvCxnSpPr/>
              <p:nvPr/>
            </p:nvCxnSpPr>
            <p:spPr>
              <a:xfrm>
                <a:off x="10768013" y="3321051"/>
                <a:ext cx="0" cy="44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0" name="Google Shape;750;p16"/>
              <p:cNvSpPr/>
              <p:nvPr/>
            </p:nvSpPr>
            <p:spPr>
              <a:xfrm>
                <a:off x="6689726" y="3387726"/>
                <a:ext cx="2550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7189788" y="3387726"/>
                <a:ext cx="70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7591426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8035926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8478838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8926513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9369426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9813926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600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10256838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10704513" y="3387726"/>
                <a:ext cx="211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800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 rot="-5400000">
                <a:off x="5866734" y="2118522"/>
                <a:ext cx="9186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Response (RU)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8576843" y="3529013"/>
                <a:ext cx="490500" cy="15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 (s)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6950076" y="3122613"/>
                <a:ext cx="3756025" cy="0"/>
              </a:xfrm>
              <a:custGeom>
                <a:rect b="b" l="l" r="r" t="t"/>
                <a:pathLst>
                  <a:path extrusionOk="0" h="120000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0"/>
                    </a:lnTo>
                    <a:lnTo>
                      <a:pt x="118" y="0"/>
                    </a:lnTo>
                    <a:lnTo>
                      <a:pt x="119" y="0"/>
                    </a:lnTo>
                    <a:lnTo>
                      <a:pt x="121" y="0"/>
                    </a:lnTo>
                    <a:lnTo>
                      <a:pt x="122" y="0"/>
                    </a:lnTo>
                    <a:lnTo>
                      <a:pt x="123" y="0"/>
                    </a:lnTo>
                    <a:lnTo>
                      <a:pt x="125" y="0"/>
                    </a:lnTo>
                    <a:lnTo>
                      <a:pt x="126" y="0"/>
                    </a:lnTo>
                    <a:lnTo>
                      <a:pt x="127" y="0"/>
                    </a:lnTo>
                    <a:lnTo>
                      <a:pt x="129" y="0"/>
                    </a:lnTo>
                    <a:lnTo>
                      <a:pt x="130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40" y="0"/>
                    </a:lnTo>
                    <a:lnTo>
                      <a:pt x="141" y="0"/>
                    </a:lnTo>
                    <a:lnTo>
                      <a:pt x="142" y="0"/>
                    </a:lnTo>
                    <a:lnTo>
                      <a:pt x="144" y="0"/>
                    </a:lnTo>
                    <a:lnTo>
                      <a:pt x="145" y="0"/>
                    </a:lnTo>
                    <a:lnTo>
                      <a:pt x="146" y="0"/>
                    </a:lnTo>
                    <a:lnTo>
                      <a:pt x="148" y="0"/>
                    </a:lnTo>
                    <a:lnTo>
                      <a:pt x="149" y="0"/>
                    </a:lnTo>
                    <a:lnTo>
                      <a:pt x="150" y="0"/>
                    </a:lnTo>
                    <a:lnTo>
                      <a:pt x="152" y="0"/>
                    </a:lnTo>
                    <a:lnTo>
                      <a:pt x="153" y="0"/>
                    </a:lnTo>
                    <a:lnTo>
                      <a:pt x="154" y="0"/>
                    </a:lnTo>
                    <a:lnTo>
                      <a:pt x="156" y="0"/>
                    </a:lnTo>
                    <a:lnTo>
                      <a:pt x="157" y="0"/>
                    </a:lnTo>
                    <a:lnTo>
                      <a:pt x="158" y="0"/>
                    </a:lnTo>
                    <a:lnTo>
                      <a:pt x="160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3" y="0"/>
                    </a:lnTo>
                    <a:lnTo>
                      <a:pt x="184" y="0"/>
                    </a:lnTo>
                    <a:lnTo>
                      <a:pt x="185" y="0"/>
                    </a:lnTo>
                    <a:lnTo>
                      <a:pt x="187" y="0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1" y="0"/>
                    </a:lnTo>
                    <a:lnTo>
                      <a:pt x="192" y="0"/>
                    </a:lnTo>
                    <a:lnTo>
                      <a:pt x="193" y="0"/>
                    </a:lnTo>
                    <a:lnTo>
                      <a:pt x="195" y="0"/>
                    </a:lnTo>
                    <a:lnTo>
                      <a:pt x="196" y="0"/>
                    </a:lnTo>
                    <a:lnTo>
                      <a:pt x="197" y="0"/>
                    </a:lnTo>
                    <a:lnTo>
                      <a:pt x="199" y="0"/>
                    </a:lnTo>
                    <a:lnTo>
                      <a:pt x="200" y="0"/>
                    </a:lnTo>
                    <a:lnTo>
                      <a:pt x="202" y="0"/>
                    </a:lnTo>
                    <a:lnTo>
                      <a:pt x="203" y="0"/>
                    </a:lnTo>
                    <a:lnTo>
                      <a:pt x="204" y="0"/>
                    </a:lnTo>
                    <a:lnTo>
                      <a:pt x="206" y="0"/>
                    </a:lnTo>
                    <a:lnTo>
                      <a:pt x="207" y="0"/>
                    </a:lnTo>
                    <a:lnTo>
                      <a:pt x="208" y="0"/>
                    </a:lnTo>
                    <a:lnTo>
                      <a:pt x="210" y="0"/>
                    </a:lnTo>
                    <a:lnTo>
                      <a:pt x="211" y="0"/>
                    </a:lnTo>
                    <a:lnTo>
                      <a:pt x="212" y="0"/>
                    </a:lnTo>
                    <a:lnTo>
                      <a:pt x="214" y="0"/>
                    </a:lnTo>
                    <a:lnTo>
                      <a:pt x="215" y="0"/>
                    </a:lnTo>
                    <a:lnTo>
                      <a:pt x="216" y="0"/>
                    </a:lnTo>
                    <a:lnTo>
                      <a:pt x="218" y="0"/>
                    </a:lnTo>
                    <a:lnTo>
                      <a:pt x="219" y="0"/>
                    </a:lnTo>
                    <a:lnTo>
                      <a:pt x="220" y="0"/>
                    </a:lnTo>
                    <a:lnTo>
                      <a:pt x="222" y="0"/>
                    </a:lnTo>
                    <a:lnTo>
                      <a:pt x="223" y="0"/>
                    </a:lnTo>
                    <a:lnTo>
                      <a:pt x="224" y="0"/>
                    </a:lnTo>
                    <a:lnTo>
                      <a:pt x="226" y="0"/>
                    </a:lnTo>
                    <a:lnTo>
                      <a:pt x="227" y="0"/>
                    </a:lnTo>
                    <a:lnTo>
                      <a:pt x="228" y="0"/>
                    </a:lnTo>
                    <a:lnTo>
                      <a:pt x="230" y="0"/>
                    </a:lnTo>
                    <a:lnTo>
                      <a:pt x="231" y="0"/>
                    </a:lnTo>
                    <a:lnTo>
                      <a:pt x="232" y="0"/>
                    </a:lnTo>
                    <a:lnTo>
                      <a:pt x="234" y="0"/>
                    </a:lnTo>
                    <a:lnTo>
                      <a:pt x="235" y="0"/>
                    </a:lnTo>
                    <a:lnTo>
                      <a:pt x="236" y="0"/>
                    </a:lnTo>
                    <a:lnTo>
                      <a:pt x="238" y="0"/>
                    </a:lnTo>
                    <a:lnTo>
                      <a:pt x="239" y="0"/>
                    </a:lnTo>
                    <a:lnTo>
                      <a:pt x="241" y="0"/>
                    </a:lnTo>
                    <a:lnTo>
                      <a:pt x="242" y="0"/>
                    </a:lnTo>
                    <a:lnTo>
                      <a:pt x="243" y="0"/>
                    </a:lnTo>
                    <a:lnTo>
                      <a:pt x="245" y="0"/>
                    </a:lnTo>
                    <a:lnTo>
                      <a:pt x="246" y="0"/>
                    </a:lnTo>
                    <a:lnTo>
                      <a:pt x="247" y="0"/>
                    </a:lnTo>
                    <a:lnTo>
                      <a:pt x="249" y="0"/>
                    </a:lnTo>
                    <a:lnTo>
                      <a:pt x="250" y="0"/>
                    </a:lnTo>
                    <a:lnTo>
                      <a:pt x="251" y="0"/>
                    </a:lnTo>
                    <a:lnTo>
                      <a:pt x="253" y="0"/>
                    </a:lnTo>
                    <a:lnTo>
                      <a:pt x="254" y="0"/>
                    </a:lnTo>
                    <a:lnTo>
                      <a:pt x="255" y="0"/>
                    </a:lnTo>
                    <a:lnTo>
                      <a:pt x="257" y="0"/>
                    </a:lnTo>
                    <a:lnTo>
                      <a:pt x="258" y="0"/>
                    </a:lnTo>
                    <a:lnTo>
                      <a:pt x="259" y="0"/>
                    </a:lnTo>
                    <a:lnTo>
                      <a:pt x="261" y="0"/>
                    </a:lnTo>
                    <a:lnTo>
                      <a:pt x="262" y="0"/>
                    </a:lnTo>
                    <a:lnTo>
                      <a:pt x="263" y="0"/>
                    </a:lnTo>
                    <a:lnTo>
                      <a:pt x="265" y="0"/>
                    </a:lnTo>
                    <a:lnTo>
                      <a:pt x="266" y="0"/>
                    </a:lnTo>
                    <a:lnTo>
                      <a:pt x="267" y="0"/>
                    </a:lnTo>
                    <a:lnTo>
                      <a:pt x="269" y="0"/>
                    </a:lnTo>
                    <a:lnTo>
                      <a:pt x="270" y="0"/>
                    </a:lnTo>
                    <a:lnTo>
                      <a:pt x="271" y="0"/>
                    </a:lnTo>
                    <a:lnTo>
                      <a:pt x="273" y="0"/>
                    </a:lnTo>
                    <a:lnTo>
                      <a:pt x="274" y="0"/>
                    </a:lnTo>
                    <a:lnTo>
                      <a:pt x="276" y="0"/>
                    </a:lnTo>
                    <a:lnTo>
                      <a:pt x="277" y="0"/>
                    </a:lnTo>
                    <a:lnTo>
                      <a:pt x="278" y="0"/>
                    </a:lnTo>
                    <a:lnTo>
                      <a:pt x="280" y="0"/>
                    </a:lnTo>
                    <a:lnTo>
                      <a:pt x="281" y="0"/>
                    </a:lnTo>
                    <a:lnTo>
                      <a:pt x="282" y="0"/>
                    </a:lnTo>
                    <a:lnTo>
                      <a:pt x="284" y="0"/>
                    </a:lnTo>
                    <a:lnTo>
                      <a:pt x="285" y="0"/>
                    </a:lnTo>
                    <a:lnTo>
                      <a:pt x="286" y="0"/>
                    </a:lnTo>
                    <a:lnTo>
                      <a:pt x="288" y="0"/>
                    </a:lnTo>
                    <a:lnTo>
                      <a:pt x="289" y="0"/>
                    </a:lnTo>
                    <a:lnTo>
                      <a:pt x="290" y="0"/>
                    </a:lnTo>
                    <a:lnTo>
                      <a:pt x="292" y="0"/>
                    </a:lnTo>
                    <a:lnTo>
                      <a:pt x="293" y="0"/>
                    </a:lnTo>
                    <a:lnTo>
                      <a:pt x="294" y="0"/>
                    </a:lnTo>
                    <a:lnTo>
                      <a:pt x="296" y="0"/>
                    </a:lnTo>
                    <a:lnTo>
                      <a:pt x="297" y="0"/>
                    </a:lnTo>
                    <a:lnTo>
                      <a:pt x="298" y="0"/>
                    </a:lnTo>
                    <a:lnTo>
                      <a:pt x="300" y="0"/>
                    </a:lnTo>
                    <a:lnTo>
                      <a:pt x="301" y="0"/>
                    </a:lnTo>
                    <a:lnTo>
                      <a:pt x="302" y="0"/>
                    </a:lnTo>
                    <a:lnTo>
                      <a:pt x="304" y="0"/>
                    </a:lnTo>
                    <a:lnTo>
                      <a:pt x="305" y="0"/>
                    </a:lnTo>
                    <a:lnTo>
                      <a:pt x="306" y="0"/>
                    </a:lnTo>
                    <a:lnTo>
                      <a:pt x="308" y="0"/>
                    </a:lnTo>
                    <a:lnTo>
                      <a:pt x="309" y="0"/>
                    </a:lnTo>
                    <a:lnTo>
                      <a:pt x="311" y="0"/>
                    </a:lnTo>
                    <a:lnTo>
                      <a:pt x="312" y="0"/>
                    </a:lnTo>
                    <a:lnTo>
                      <a:pt x="313" y="0"/>
                    </a:lnTo>
                    <a:lnTo>
                      <a:pt x="315" y="0"/>
                    </a:lnTo>
                    <a:lnTo>
                      <a:pt x="316" y="0"/>
                    </a:lnTo>
                    <a:lnTo>
                      <a:pt x="317" y="0"/>
                    </a:lnTo>
                    <a:lnTo>
                      <a:pt x="319" y="0"/>
                    </a:lnTo>
                    <a:lnTo>
                      <a:pt x="320" y="0"/>
                    </a:lnTo>
                    <a:lnTo>
                      <a:pt x="321" y="0"/>
                    </a:lnTo>
                    <a:lnTo>
                      <a:pt x="323" y="0"/>
                    </a:lnTo>
                    <a:lnTo>
                      <a:pt x="324" y="0"/>
                    </a:lnTo>
                    <a:lnTo>
                      <a:pt x="325" y="0"/>
                    </a:lnTo>
                    <a:lnTo>
                      <a:pt x="327" y="0"/>
                    </a:lnTo>
                    <a:lnTo>
                      <a:pt x="328" y="0"/>
                    </a:lnTo>
                    <a:lnTo>
                      <a:pt x="329" y="0"/>
                    </a:lnTo>
                    <a:lnTo>
                      <a:pt x="331" y="0"/>
                    </a:lnTo>
                    <a:lnTo>
                      <a:pt x="332" y="0"/>
                    </a:lnTo>
                    <a:lnTo>
                      <a:pt x="333" y="0"/>
                    </a:lnTo>
                    <a:lnTo>
                      <a:pt x="335" y="0"/>
                    </a:lnTo>
                    <a:lnTo>
                      <a:pt x="336" y="0"/>
                    </a:lnTo>
                    <a:lnTo>
                      <a:pt x="337" y="0"/>
                    </a:lnTo>
                    <a:lnTo>
                      <a:pt x="339" y="0"/>
                    </a:lnTo>
                    <a:lnTo>
                      <a:pt x="340" y="0"/>
                    </a:lnTo>
                    <a:lnTo>
                      <a:pt x="341" y="0"/>
                    </a:lnTo>
                    <a:lnTo>
                      <a:pt x="343" y="0"/>
                    </a:lnTo>
                    <a:lnTo>
                      <a:pt x="344" y="0"/>
                    </a:lnTo>
                    <a:lnTo>
                      <a:pt x="346" y="0"/>
                    </a:lnTo>
                    <a:lnTo>
                      <a:pt x="347" y="0"/>
                    </a:lnTo>
                    <a:lnTo>
                      <a:pt x="348" y="0"/>
                    </a:lnTo>
                    <a:lnTo>
                      <a:pt x="350" y="0"/>
                    </a:lnTo>
                    <a:lnTo>
                      <a:pt x="351" y="0"/>
                    </a:lnTo>
                    <a:lnTo>
                      <a:pt x="352" y="0"/>
                    </a:lnTo>
                    <a:lnTo>
                      <a:pt x="354" y="0"/>
                    </a:lnTo>
                    <a:lnTo>
                      <a:pt x="355" y="0"/>
                    </a:lnTo>
                    <a:lnTo>
                      <a:pt x="356" y="0"/>
                    </a:lnTo>
                    <a:lnTo>
                      <a:pt x="358" y="0"/>
                    </a:lnTo>
                    <a:lnTo>
                      <a:pt x="359" y="0"/>
                    </a:lnTo>
                    <a:lnTo>
                      <a:pt x="360" y="0"/>
                    </a:lnTo>
                    <a:lnTo>
                      <a:pt x="362" y="0"/>
                    </a:lnTo>
                    <a:lnTo>
                      <a:pt x="363" y="0"/>
                    </a:lnTo>
                    <a:lnTo>
                      <a:pt x="364" y="0"/>
                    </a:lnTo>
                    <a:lnTo>
                      <a:pt x="366" y="0"/>
                    </a:lnTo>
                    <a:lnTo>
                      <a:pt x="367" y="0"/>
                    </a:lnTo>
                    <a:lnTo>
                      <a:pt x="368" y="0"/>
                    </a:lnTo>
                    <a:lnTo>
                      <a:pt x="370" y="0"/>
                    </a:lnTo>
                    <a:lnTo>
                      <a:pt x="371" y="0"/>
                    </a:lnTo>
                    <a:lnTo>
                      <a:pt x="372" y="0"/>
                    </a:lnTo>
                    <a:lnTo>
                      <a:pt x="374" y="0"/>
                    </a:lnTo>
                    <a:lnTo>
                      <a:pt x="375" y="0"/>
                    </a:lnTo>
                    <a:lnTo>
                      <a:pt x="376" y="0"/>
                    </a:lnTo>
                    <a:lnTo>
                      <a:pt x="378" y="0"/>
                    </a:lnTo>
                    <a:lnTo>
                      <a:pt x="379" y="0"/>
                    </a:lnTo>
                    <a:lnTo>
                      <a:pt x="380" y="0"/>
                    </a:lnTo>
                    <a:lnTo>
                      <a:pt x="382" y="0"/>
                    </a:lnTo>
                    <a:lnTo>
                      <a:pt x="383" y="0"/>
                    </a:lnTo>
                    <a:lnTo>
                      <a:pt x="385" y="0"/>
                    </a:lnTo>
                    <a:lnTo>
                      <a:pt x="386" y="0"/>
                    </a:lnTo>
                    <a:lnTo>
                      <a:pt x="387" y="0"/>
                    </a:lnTo>
                    <a:lnTo>
                      <a:pt x="389" y="0"/>
                    </a:lnTo>
                    <a:lnTo>
                      <a:pt x="390" y="0"/>
                    </a:lnTo>
                    <a:lnTo>
                      <a:pt x="391" y="0"/>
                    </a:lnTo>
                    <a:lnTo>
                      <a:pt x="393" y="0"/>
                    </a:lnTo>
                    <a:lnTo>
                      <a:pt x="394" y="0"/>
                    </a:lnTo>
                    <a:lnTo>
                      <a:pt x="395" y="0"/>
                    </a:lnTo>
                    <a:lnTo>
                      <a:pt x="397" y="0"/>
                    </a:lnTo>
                    <a:lnTo>
                      <a:pt x="398" y="0"/>
                    </a:lnTo>
                    <a:lnTo>
                      <a:pt x="399" y="0"/>
                    </a:lnTo>
                    <a:lnTo>
                      <a:pt x="401" y="0"/>
                    </a:lnTo>
                    <a:lnTo>
                      <a:pt x="402" y="0"/>
                    </a:lnTo>
                    <a:lnTo>
                      <a:pt x="403" y="0"/>
                    </a:lnTo>
                    <a:lnTo>
                      <a:pt x="405" y="0"/>
                    </a:lnTo>
                    <a:lnTo>
                      <a:pt x="406" y="0"/>
                    </a:lnTo>
                    <a:lnTo>
                      <a:pt x="407" y="0"/>
                    </a:lnTo>
                    <a:lnTo>
                      <a:pt x="409" y="0"/>
                    </a:lnTo>
                    <a:lnTo>
                      <a:pt x="410" y="0"/>
                    </a:lnTo>
                    <a:lnTo>
                      <a:pt x="411" y="0"/>
                    </a:lnTo>
                    <a:lnTo>
                      <a:pt x="413" y="0"/>
                    </a:lnTo>
                    <a:lnTo>
                      <a:pt x="414" y="0"/>
                    </a:lnTo>
                    <a:lnTo>
                      <a:pt x="415" y="0"/>
                    </a:lnTo>
                    <a:lnTo>
                      <a:pt x="417" y="0"/>
                    </a:lnTo>
                    <a:lnTo>
                      <a:pt x="418" y="0"/>
                    </a:lnTo>
                    <a:lnTo>
                      <a:pt x="420" y="0"/>
                    </a:lnTo>
                    <a:lnTo>
                      <a:pt x="421" y="0"/>
                    </a:lnTo>
                    <a:lnTo>
                      <a:pt x="422" y="0"/>
                    </a:lnTo>
                    <a:lnTo>
                      <a:pt x="424" y="0"/>
                    </a:lnTo>
                    <a:lnTo>
                      <a:pt x="425" y="0"/>
                    </a:lnTo>
                    <a:lnTo>
                      <a:pt x="426" y="0"/>
                    </a:lnTo>
                    <a:lnTo>
                      <a:pt x="428" y="0"/>
                    </a:lnTo>
                    <a:lnTo>
                      <a:pt x="429" y="0"/>
                    </a:lnTo>
                    <a:lnTo>
                      <a:pt x="430" y="0"/>
                    </a:lnTo>
                    <a:lnTo>
                      <a:pt x="432" y="0"/>
                    </a:lnTo>
                    <a:lnTo>
                      <a:pt x="433" y="0"/>
                    </a:lnTo>
                    <a:lnTo>
                      <a:pt x="434" y="0"/>
                    </a:lnTo>
                    <a:lnTo>
                      <a:pt x="436" y="0"/>
                    </a:lnTo>
                    <a:lnTo>
                      <a:pt x="437" y="0"/>
                    </a:lnTo>
                    <a:lnTo>
                      <a:pt x="438" y="0"/>
                    </a:lnTo>
                    <a:lnTo>
                      <a:pt x="440" y="0"/>
                    </a:lnTo>
                    <a:lnTo>
                      <a:pt x="441" y="0"/>
                    </a:lnTo>
                    <a:lnTo>
                      <a:pt x="442" y="0"/>
                    </a:lnTo>
                    <a:lnTo>
                      <a:pt x="444" y="0"/>
                    </a:lnTo>
                    <a:lnTo>
                      <a:pt x="445" y="0"/>
                    </a:lnTo>
                    <a:lnTo>
                      <a:pt x="446" y="0"/>
                    </a:lnTo>
                    <a:lnTo>
                      <a:pt x="448" y="0"/>
                    </a:lnTo>
                    <a:lnTo>
                      <a:pt x="449" y="0"/>
                    </a:lnTo>
                    <a:lnTo>
                      <a:pt x="450" y="0"/>
                    </a:lnTo>
                    <a:lnTo>
                      <a:pt x="452" y="0"/>
                    </a:lnTo>
                    <a:lnTo>
                      <a:pt x="453" y="0"/>
                    </a:lnTo>
                    <a:lnTo>
                      <a:pt x="455" y="0"/>
                    </a:lnTo>
                    <a:lnTo>
                      <a:pt x="456" y="0"/>
                    </a:lnTo>
                    <a:lnTo>
                      <a:pt x="457" y="0"/>
                    </a:lnTo>
                    <a:lnTo>
                      <a:pt x="459" y="0"/>
                    </a:lnTo>
                    <a:lnTo>
                      <a:pt x="460" y="0"/>
                    </a:lnTo>
                    <a:lnTo>
                      <a:pt x="461" y="0"/>
                    </a:lnTo>
                    <a:lnTo>
                      <a:pt x="463" y="0"/>
                    </a:lnTo>
                    <a:lnTo>
                      <a:pt x="464" y="0"/>
                    </a:lnTo>
                    <a:lnTo>
                      <a:pt x="465" y="0"/>
                    </a:lnTo>
                    <a:lnTo>
                      <a:pt x="467" y="0"/>
                    </a:lnTo>
                    <a:lnTo>
                      <a:pt x="468" y="0"/>
                    </a:lnTo>
                    <a:lnTo>
                      <a:pt x="469" y="0"/>
                    </a:lnTo>
                    <a:lnTo>
                      <a:pt x="471" y="0"/>
                    </a:lnTo>
                    <a:lnTo>
                      <a:pt x="472" y="0"/>
                    </a:lnTo>
                    <a:lnTo>
                      <a:pt x="473" y="0"/>
                    </a:lnTo>
                    <a:lnTo>
                      <a:pt x="475" y="0"/>
                    </a:lnTo>
                    <a:lnTo>
                      <a:pt x="476" y="0"/>
                    </a:lnTo>
                    <a:lnTo>
                      <a:pt x="477" y="0"/>
                    </a:lnTo>
                    <a:lnTo>
                      <a:pt x="479" y="0"/>
                    </a:lnTo>
                    <a:lnTo>
                      <a:pt x="480" y="0"/>
                    </a:lnTo>
                    <a:lnTo>
                      <a:pt x="481" y="0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5" y="0"/>
                    </a:lnTo>
                    <a:lnTo>
                      <a:pt x="487" y="0"/>
                    </a:lnTo>
                    <a:lnTo>
                      <a:pt x="488" y="0"/>
                    </a:lnTo>
                    <a:lnTo>
                      <a:pt x="490" y="0"/>
                    </a:lnTo>
                    <a:lnTo>
                      <a:pt x="491" y="0"/>
                    </a:lnTo>
                    <a:lnTo>
                      <a:pt x="492" y="0"/>
                    </a:lnTo>
                    <a:lnTo>
                      <a:pt x="494" y="0"/>
                    </a:lnTo>
                    <a:lnTo>
                      <a:pt x="495" y="0"/>
                    </a:lnTo>
                    <a:lnTo>
                      <a:pt x="496" y="0"/>
                    </a:lnTo>
                    <a:lnTo>
                      <a:pt x="498" y="0"/>
                    </a:lnTo>
                    <a:lnTo>
                      <a:pt x="499" y="0"/>
                    </a:lnTo>
                    <a:lnTo>
                      <a:pt x="500" y="0"/>
                    </a:lnTo>
                    <a:lnTo>
                      <a:pt x="502" y="0"/>
                    </a:lnTo>
                    <a:lnTo>
                      <a:pt x="503" y="0"/>
                    </a:lnTo>
                    <a:lnTo>
                      <a:pt x="504" y="0"/>
                    </a:lnTo>
                    <a:lnTo>
                      <a:pt x="506" y="0"/>
                    </a:lnTo>
                    <a:lnTo>
                      <a:pt x="507" y="0"/>
                    </a:lnTo>
                    <a:lnTo>
                      <a:pt x="508" y="0"/>
                    </a:lnTo>
                    <a:lnTo>
                      <a:pt x="510" y="0"/>
                    </a:lnTo>
                    <a:lnTo>
                      <a:pt x="511" y="0"/>
                    </a:lnTo>
                    <a:lnTo>
                      <a:pt x="512" y="0"/>
                    </a:lnTo>
                    <a:lnTo>
                      <a:pt x="514" y="0"/>
                    </a:lnTo>
                    <a:lnTo>
                      <a:pt x="515" y="0"/>
                    </a:lnTo>
                    <a:lnTo>
                      <a:pt x="516" y="0"/>
                    </a:lnTo>
                    <a:lnTo>
                      <a:pt x="518" y="0"/>
                    </a:lnTo>
                    <a:lnTo>
                      <a:pt x="519" y="0"/>
                    </a:lnTo>
                    <a:lnTo>
                      <a:pt x="520" y="0"/>
                    </a:lnTo>
                    <a:lnTo>
                      <a:pt x="522" y="0"/>
                    </a:lnTo>
                    <a:lnTo>
                      <a:pt x="523" y="0"/>
                    </a:lnTo>
                    <a:lnTo>
                      <a:pt x="524" y="0"/>
                    </a:lnTo>
                    <a:lnTo>
                      <a:pt x="526" y="0"/>
                    </a:lnTo>
                    <a:lnTo>
                      <a:pt x="527" y="0"/>
                    </a:lnTo>
                    <a:lnTo>
                      <a:pt x="529" y="0"/>
                    </a:lnTo>
                    <a:lnTo>
                      <a:pt x="530" y="0"/>
                    </a:lnTo>
                    <a:lnTo>
                      <a:pt x="531" y="0"/>
                    </a:lnTo>
                    <a:lnTo>
                      <a:pt x="533" y="0"/>
                    </a:lnTo>
                    <a:lnTo>
                      <a:pt x="534" y="0"/>
                    </a:lnTo>
                    <a:lnTo>
                      <a:pt x="535" y="0"/>
                    </a:lnTo>
                    <a:lnTo>
                      <a:pt x="537" y="0"/>
                    </a:lnTo>
                    <a:lnTo>
                      <a:pt x="538" y="0"/>
                    </a:lnTo>
                    <a:lnTo>
                      <a:pt x="539" y="0"/>
                    </a:lnTo>
                    <a:lnTo>
                      <a:pt x="541" y="0"/>
                    </a:lnTo>
                    <a:lnTo>
                      <a:pt x="542" y="0"/>
                    </a:lnTo>
                    <a:lnTo>
                      <a:pt x="543" y="0"/>
                    </a:lnTo>
                    <a:lnTo>
                      <a:pt x="545" y="0"/>
                    </a:lnTo>
                    <a:lnTo>
                      <a:pt x="546" y="0"/>
                    </a:lnTo>
                    <a:lnTo>
                      <a:pt x="547" y="0"/>
                    </a:lnTo>
                    <a:lnTo>
                      <a:pt x="549" y="0"/>
                    </a:lnTo>
                    <a:lnTo>
                      <a:pt x="550" y="0"/>
                    </a:lnTo>
                    <a:lnTo>
                      <a:pt x="551" y="0"/>
                    </a:lnTo>
                    <a:lnTo>
                      <a:pt x="553" y="0"/>
                    </a:lnTo>
                    <a:lnTo>
                      <a:pt x="554" y="0"/>
                    </a:lnTo>
                    <a:lnTo>
                      <a:pt x="555" y="0"/>
                    </a:lnTo>
                    <a:lnTo>
                      <a:pt x="557" y="0"/>
                    </a:lnTo>
                    <a:lnTo>
                      <a:pt x="558" y="0"/>
                    </a:lnTo>
                    <a:lnTo>
                      <a:pt x="559" y="0"/>
                    </a:lnTo>
                    <a:lnTo>
                      <a:pt x="561" y="0"/>
                    </a:lnTo>
                    <a:lnTo>
                      <a:pt x="562" y="0"/>
                    </a:lnTo>
                    <a:lnTo>
                      <a:pt x="564" y="0"/>
                    </a:lnTo>
                    <a:lnTo>
                      <a:pt x="565" y="0"/>
                    </a:lnTo>
                    <a:lnTo>
                      <a:pt x="566" y="0"/>
                    </a:lnTo>
                    <a:lnTo>
                      <a:pt x="568" y="0"/>
                    </a:lnTo>
                    <a:lnTo>
                      <a:pt x="569" y="0"/>
                    </a:lnTo>
                    <a:lnTo>
                      <a:pt x="570" y="0"/>
                    </a:lnTo>
                    <a:lnTo>
                      <a:pt x="572" y="0"/>
                    </a:lnTo>
                    <a:lnTo>
                      <a:pt x="573" y="0"/>
                    </a:lnTo>
                    <a:lnTo>
                      <a:pt x="574" y="0"/>
                    </a:lnTo>
                    <a:lnTo>
                      <a:pt x="576" y="0"/>
                    </a:lnTo>
                    <a:lnTo>
                      <a:pt x="577" y="0"/>
                    </a:lnTo>
                    <a:lnTo>
                      <a:pt x="578" y="0"/>
                    </a:lnTo>
                    <a:lnTo>
                      <a:pt x="580" y="0"/>
                    </a:lnTo>
                    <a:lnTo>
                      <a:pt x="581" y="0"/>
                    </a:lnTo>
                    <a:lnTo>
                      <a:pt x="582" y="0"/>
                    </a:lnTo>
                    <a:lnTo>
                      <a:pt x="584" y="0"/>
                    </a:lnTo>
                    <a:lnTo>
                      <a:pt x="585" y="0"/>
                    </a:lnTo>
                    <a:lnTo>
                      <a:pt x="586" y="0"/>
                    </a:lnTo>
                    <a:lnTo>
                      <a:pt x="588" y="0"/>
                    </a:lnTo>
                    <a:lnTo>
                      <a:pt x="589" y="0"/>
                    </a:lnTo>
                    <a:lnTo>
                      <a:pt x="590" y="0"/>
                    </a:lnTo>
                    <a:lnTo>
                      <a:pt x="592" y="0"/>
                    </a:lnTo>
                    <a:lnTo>
                      <a:pt x="593" y="0"/>
                    </a:lnTo>
                    <a:lnTo>
                      <a:pt x="594" y="0"/>
                    </a:lnTo>
                    <a:lnTo>
                      <a:pt x="596" y="0"/>
                    </a:lnTo>
                    <a:lnTo>
                      <a:pt x="597" y="0"/>
                    </a:lnTo>
                    <a:lnTo>
                      <a:pt x="599" y="0"/>
                    </a:lnTo>
                    <a:lnTo>
                      <a:pt x="600" y="0"/>
                    </a:lnTo>
                    <a:lnTo>
                      <a:pt x="601" y="0"/>
                    </a:lnTo>
                    <a:lnTo>
                      <a:pt x="603" y="0"/>
                    </a:lnTo>
                    <a:lnTo>
                      <a:pt x="604" y="0"/>
                    </a:lnTo>
                    <a:lnTo>
                      <a:pt x="605" y="0"/>
                    </a:lnTo>
                    <a:lnTo>
                      <a:pt x="607" y="0"/>
                    </a:lnTo>
                    <a:lnTo>
                      <a:pt x="608" y="0"/>
                    </a:lnTo>
                    <a:lnTo>
                      <a:pt x="609" y="0"/>
                    </a:lnTo>
                    <a:lnTo>
                      <a:pt x="611" y="0"/>
                    </a:lnTo>
                    <a:lnTo>
                      <a:pt x="612" y="0"/>
                    </a:lnTo>
                    <a:lnTo>
                      <a:pt x="613" y="0"/>
                    </a:lnTo>
                    <a:lnTo>
                      <a:pt x="615" y="0"/>
                    </a:lnTo>
                    <a:lnTo>
                      <a:pt x="616" y="0"/>
                    </a:lnTo>
                    <a:lnTo>
                      <a:pt x="617" y="0"/>
                    </a:lnTo>
                    <a:lnTo>
                      <a:pt x="619" y="0"/>
                    </a:lnTo>
                    <a:lnTo>
                      <a:pt x="620" y="0"/>
                    </a:lnTo>
                    <a:lnTo>
                      <a:pt x="621" y="0"/>
                    </a:lnTo>
                    <a:lnTo>
                      <a:pt x="623" y="0"/>
                    </a:lnTo>
                    <a:lnTo>
                      <a:pt x="624" y="0"/>
                    </a:lnTo>
                    <a:lnTo>
                      <a:pt x="625" y="0"/>
                    </a:lnTo>
                    <a:lnTo>
                      <a:pt x="627" y="0"/>
                    </a:lnTo>
                    <a:lnTo>
                      <a:pt x="628" y="0"/>
                    </a:lnTo>
                    <a:lnTo>
                      <a:pt x="629" y="0"/>
                    </a:lnTo>
                    <a:lnTo>
                      <a:pt x="631" y="0"/>
                    </a:lnTo>
                    <a:lnTo>
                      <a:pt x="632" y="0"/>
                    </a:lnTo>
                    <a:lnTo>
                      <a:pt x="634" y="0"/>
                    </a:lnTo>
                    <a:lnTo>
                      <a:pt x="635" y="0"/>
                    </a:lnTo>
                    <a:lnTo>
                      <a:pt x="636" y="0"/>
                    </a:lnTo>
                    <a:lnTo>
                      <a:pt x="638" y="0"/>
                    </a:lnTo>
                    <a:lnTo>
                      <a:pt x="639" y="0"/>
                    </a:lnTo>
                    <a:lnTo>
                      <a:pt x="640" y="0"/>
                    </a:lnTo>
                    <a:lnTo>
                      <a:pt x="642" y="0"/>
                    </a:lnTo>
                    <a:lnTo>
                      <a:pt x="643" y="0"/>
                    </a:lnTo>
                    <a:lnTo>
                      <a:pt x="644" y="0"/>
                    </a:lnTo>
                    <a:lnTo>
                      <a:pt x="646" y="0"/>
                    </a:lnTo>
                    <a:lnTo>
                      <a:pt x="647" y="0"/>
                    </a:lnTo>
                    <a:lnTo>
                      <a:pt x="648" y="0"/>
                    </a:lnTo>
                    <a:lnTo>
                      <a:pt x="650" y="0"/>
                    </a:lnTo>
                    <a:lnTo>
                      <a:pt x="651" y="0"/>
                    </a:lnTo>
                    <a:lnTo>
                      <a:pt x="652" y="0"/>
                    </a:lnTo>
                    <a:lnTo>
                      <a:pt x="654" y="0"/>
                    </a:lnTo>
                    <a:lnTo>
                      <a:pt x="655" y="0"/>
                    </a:lnTo>
                    <a:lnTo>
                      <a:pt x="656" y="0"/>
                    </a:lnTo>
                    <a:lnTo>
                      <a:pt x="658" y="0"/>
                    </a:lnTo>
                    <a:lnTo>
                      <a:pt x="659" y="0"/>
                    </a:lnTo>
                    <a:lnTo>
                      <a:pt x="660" y="0"/>
                    </a:lnTo>
                    <a:lnTo>
                      <a:pt x="662" y="0"/>
                    </a:lnTo>
                    <a:lnTo>
                      <a:pt x="663" y="0"/>
                    </a:lnTo>
                    <a:lnTo>
                      <a:pt x="664" y="0"/>
                    </a:lnTo>
                    <a:lnTo>
                      <a:pt x="666" y="0"/>
                    </a:lnTo>
                    <a:lnTo>
                      <a:pt x="667" y="0"/>
                    </a:lnTo>
                    <a:lnTo>
                      <a:pt x="668" y="0"/>
                    </a:lnTo>
                    <a:lnTo>
                      <a:pt x="670" y="0"/>
                    </a:lnTo>
                    <a:lnTo>
                      <a:pt x="671" y="0"/>
                    </a:lnTo>
                    <a:lnTo>
                      <a:pt x="673" y="0"/>
                    </a:lnTo>
                    <a:lnTo>
                      <a:pt x="674" y="0"/>
                    </a:lnTo>
                    <a:lnTo>
                      <a:pt x="675" y="0"/>
                    </a:lnTo>
                    <a:lnTo>
                      <a:pt x="677" y="0"/>
                    </a:lnTo>
                    <a:lnTo>
                      <a:pt x="678" y="0"/>
                    </a:lnTo>
                    <a:lnTo>
                      <a:pt x="679" y="0"/>
                    </a:lnTo>
                    <a:lnTo>
                      <a:pt x="681" y="0"/>
                    </a:lnTo>
                    <a:lnTo>
                      <a:pt x="682" y="0"/>
                    </a:lnTo>
                    <a:lnTo>
                      <a:pt x="683" y="0"/>
                    </a:lnTo>
                    <a:lnTo>
                      <a:pt x="685" y="0"/>
                    </a:lnTo>
                    <a:lnTo>
                      <a:pt x="686" y="0"/>
                    </a:lnTo>
                    <a:lnTo>
                      <a:pt x="687" y="0"/>
                    </a:lnTo>
                    <a:lnTo>
                      <a:pt x="689" y="0"/>
                    </a:lnTo>
                    <a:lnTo>
                      <a:pt x="690" y="0"/>
                    </a:lnTo>
                    <a:lnTo>
                      <a:pt x="691" y="0"/>
                    </a:lnTo>
                    <a:lnTo>
                      <a:pt x="693" y="0"/>
                    </a:lnTo>
                    <a:lnTo>
                      <a:pt x="694" y="0"/>
                    </a:lnTo>
                    <a:lnTo>
                      <a:pt x="695" y="0"/>
                    </a:lnTo>
                    <a:lnTo>
                      <a:pt x="697" y="0"/>
                    </a:lnTo>
                    <a:lnTo>
                      <a:pt x="698" y="0"/>
                    </a:lnTo>
                    <a:lnTo>
                      <a:pt x="699" y="0"/>
                    </a:lnTo>
                    <a:lnTo>
                      <a:pt x="701" y="0"/>
                    </a:lnTo>
                    <a:lnTo>
                      <a:pt x="702" y="0"/>
                    </a:lnTo>
                    <a:lnTo>
                      <a:pt x="703" y="0"/>
                    </a:lnTo>
                    <a:lnTo>
                      <a:pt x="705" y="0"/>
                    </a:lnTo>
                    <a:lnTo>
                      <a:pt x="706" y="0"/>
                    </a:lnTo>
                    <a:lnTo>
                      <a:pt x="708" y="0"/>
                    </a:lnTo>
                    <a:lnTo>
                      <a:pt x="709" y="0"/>
                    </a:lnTo>
                    <a:lnTo>
                      <a:pt x="710" y="0"/>
                    </a:lnTo>
                    <a:lnTo>
                      <a:pt x="712" y="0"/>
                    </a:lnTo>
                    <a:lnTo>
                      <a:pt x="713" y="0"/>
                    </a:lnTo>
                    <a:lnTo>
                      <a:pt x="714" y="0"/>
                    </a:lnTo>
                    <a:lnTo>
                      <a:pt x="716" y="0"/>
                    </a:lnTo>
                    <a:lnTo>
                      <a:pt x="717" y="0"/>
                    </a:lnTo>
                    <a:lnTo>
                      <a:pt x="718" y="0"/>
                    </a:lnTo>
                    <a:lnTo>
                      <a:pt x="720" y="0"/>
                    </a:lnTo>
                    <a:lnTo>
                      <a:pt x="721" y="0"/>
                    </a:lnTo>
                    <a:lnTo>
                      <a:pt x="722" y="0"/>
                    </a:lnTo>
                    <a:lnTo>
                      <a:pt x="724" y="0"/>
                    </a:lnTo>
                    <a:lnTo>
                      <a:pt x="725" y="0"/>
                    </a:lnTo>
                    <a:lnTo>
                      <a:pt x="726" y="0"/>
                    </a:lnTo>
                    <a:lnTo>
                      <a:pt x="728" y="0"/>
                    </a:lnTo>
                    <a:lnTo>
                      <a:pt x="729" y="0"/>
                    </a:lnTo>
                    <a:lnTo>
                      <a:pt x="730" y="0"/>
                    </a:lnTo>
                    <a:lnTo>
                      <a:pt x="732" y="0"/>
                    </a:lnTo>
                    <a:lnTo>
                      <a:pt x="733" y="0"/>
                    </a:lnTo>
                    <a:lnTo>
                      <a:pt x="734" y="0"/>
                    </a:lnTo>
                    <a:lnTo>
                      <a:pt x="736" y="0"/>
                    </a:lnTo>
                    <a:lnTo>
                      <a:pt x="737" y="0"/>
                    </a:lnTo>
                    <a:lnTo>
                      <a:pt x="738" y="0"/>
                    </a:lnTo>
                    <a:lnTo>
                      <a:pt x="740" y="0"/>
                    </a:lnTo>
                    <a:lnTo>
                      <a:pt x="741" y="0"/>
                    </a:lnTo>
                    <a:lnTo>
                      <a:pt x="743" y="0"/>
                    </a:lnTo>
                    <a:lnTo>
                      <a:pt x="744" y="0"/>
                    </a:lnTo>
                    <a:lnTo>
                      <a:pt x="745" y="0"/>
                    </a:lnTo>
                    <a:lnTo>
                      <a:pt x="747" y="0"/>
                    </a:lnTo>
                    <a:lnTo>
                      <a:pt x="748" y="0"/>
                    </a:lnTo>
                    <a:lnTo>
                      <a:pt x="749" y="0"/>
                    </a:lnTo>
                    <a:lnTo>
                      <a:pt x="751" y="0"/>
                    </a:lnTo>
                    <a:lnTo>
                      <a:pt x="752" y="0"/>
                    </a:lnTo>
                    <a:lnTo>
                      <a:pt x="753" y="0"/>
                    </a:lnTo>
                    <a:lnTo>
                      <a:pt x="755" y="0"/>
                    </a:lnTo>
                    <a:lnTo>
                      <a:pt x="756" y="0"/>
                    </a:lnTo>
                    <a:lnTo>
                      <a:pt x="757" y="0"/>
                    </a:lnTo>
                    <a:lnTo>
                      <a:pt x="759" y="0"/>
                    </a:lnTo>
                    <a:lnTo>
                      <a:pt x="760" y="0"/>
                    </a:lnTo>
                    <a:lnTo>
                      <a:pt x="761" y="0"/>
                    </a:lnTo>
                    <a:lnTo>
                      <a:pt x="763" y="0"/>
                    </a:lnTo>
                    <a:lnTo>
                      <a:pt x="764" y="0"/>
                    </a:lnTo>
                    <a:lnTo>
                      <a:pt x="765" y="0"/>
                    </a:lnTo>
                    <a:lnTo>
                      <a:pt x="767" y="0"/>
                    </a:lnTo>
                    <a:lnTo>
                      <a:pt x="768" y="0"/>
                    </a:lnTo>
                    <a:lnTo>
                      <a:pt x="769" y="0"/>
                    </a:lnTo>
                    <a:lnTo>
                      <a:pt x="771" y="0"/>
                    </a:lnTo>
                    <a:lnTo>
                      <a:pt x="772" y="0"/>
                    </a:lnTo>
                    <a:lnTo>
                      <a:pt x="773" y="0"/>
                    </a:lnTo>
                    <a:lnTo>
                      <a:pt x="775" y="0"/>
                    </a:lnTo>
                    <a:lnTo>
                      <a:pt x="776" y="0"/>
                    </a:lnTo>
                    <a:lnTo>
                      <a:pt x="777" y="0"/>
                    </a:lnTo>
                    <a:lnTo>
                      <a:pt x="779" y="0"/>
                    </a:lnTo>
                    <a:lnTo>
                      <a:pt x="780" y="0"/>
                    </a:lnTo>
                    <a:lnTo>
                      <a:pt x="782" y="0"/>
                    </a:lnTo>
                    <a:lnTo>
                      <a:pt x="783" y="0"/>
                    </a:lnTo>
                    <a:lnTo>
                      <a:pt x="784" y="0"/>
                    </a:lnTo>
                    <a:lnTo>
                      <a:pt x="786" y="0"/>
                    </a:lnTo>
                    <a:lnTo>
                      <a:pt x="787" y="0"/>
                    </a:lnTo>
                    <a:lnTo>
                      <a:pt x="788" y="0"/>
                    </a:lnTo>
                    <a:lnTo>
                      <a:pt x="790" y="0"/>
                    </a:lnTo>
                    <a:lnTo>
                      <a:pt x="791" y="0"/>
                    </a:lnTo>
                    <a:lnTo>
                      <a:pt x="792" y="0"/>
                    </a:lnTo>
                    <a:lnTo>
                      <a:pt x="794" y="0"/>
                    </a:lnTo>
                    <a:lnTo>
                      <a:pt x="795" y="0"/>
                    </a:lnTo>
                    <a:lnTo>
                      <a:pt x="796" y="0"/>
                    </a:lnTo>
                    <a:lnTo>
                      <a:pt x="798" y="0"/>
                    </a:lnTo>
                    <a:lnTo>
                      <a:pt x="799" y="0"/>
                    </a:lnTo>
                    <a:lnTo>
                      <a:pt x="800" y="0"/>
                    </a:lnTo>
                    <a:lnTo>
                      <a:pt x="802" y="0"/>
                    </a:lnTo>
                    <a:lnTo>
                      <a:pt x="803" y="0"/>
                    </a:lnTo>
                    <a:lnTo>
                      <a:pt x="804" y="0"/>
                    </a:lnTo>
                    <a:lnTo>
                      <a:pt x="806" y="0"/>
                    </a:lnTo>
                    <a:lnTo>
                      <a:pt x="807" y="0"/>
                    </a:lnTo>
                    <a:lnTo>
                      <a:pt x="808" y="0"/>
                    </a:lnTo>
                    <a:lnTo>
                      <a:pt x="810" y="0"/>
                    </a:lnTo>
                    <a:lnTo>
                      <a:pt x="811" y="0"/>
                    </a:lnTo>
                    <a:lnTo>
                      <a:pt x="812" y="0"/>
                    </a:lnTo>
                    <a:lnTo>
                      <a:pt x="814" y="0"/>
                    </a:lnTo>
                    <a:lnTo>
                      <a:pt x="815" y="0"/>
                    </a:lnTo>
                    <a:lnTo>
                      <a:pt x="817" y="0"/>
                    </a:lnTo>
                    <a:lnTo>
                      <a:pt x="818" y="0"/>
                    </a:lnTo>
                    <a:lnTo>
                      <a:pt x="819" y="0"/>
                    </a:lnTo>
                    <a:lnTo>
                      <a:pt x="821" y="0"/>
                    </a:lnTo>
                    <a:lnTo>
                      <a:pt x="822" y="0"/>
                    </a:lnTo>
                    <a:lnTo>
                      <a:pt x="823" y="0"/>
                    </a:lnTo>
                    <a:lnTo>
                      <a:pt x="825" y="0"/>
                    </a:lnTo>
                    <a:lnTo>
                      <a:pt x="826" y="0"/>
                    </a:lnTo>
                    <a:lnTo>
                      <a:pt x="827" y="0"/>
                    </a:lnTo>
                    <a:lnTo>
                      <a:pt x="829" y="0"/>
                    </a:lnTo>
                    <a:lnTo>
                      <a:pt x="830" y="0"/>
                    </a:lnTo>
                    <a:lnTo>
                      <a:pt x="831" y="0"/>
                    </a:lnTo>
                    <a:lnTo>
                      <a:pt x="833" y="0"/>
                    </a:lnTo>
                    <a:lnTo>
                      <a:pt x="834" y="0"/>
                    </a:lnTo>
                    <a:lnTo>
                      <a:pt x="835" y="0"/>
                    </a:lnTo>
                    <a:lnTo>
                      <a:pt x="837" y="0"/>
                    </a:lnTo>
                    <a:lnTo>
                      <a:pt x="838" y="0"/>
                    </a:lnTo>
                    <a:lnTo>
                      <a:pt x="839" y="0"/>
                    </a:lnTo>
                    <a:lnTo>
                      <a:pt x="841" y="0"/>
                    </a:lnTo>
                    <a:lnTo>
                      <a:pt x="842" y="0"/>
                    </a:lnTo>
                    <a:lnTo>
                      <a:pt x="843" y="0"/>
                    </a:lnTo>
                    <a:lnTo>
                      <a:pt x="845" y="0"/>
                    </a:lnTo>
                    <a:lnTo>
                      <a:pt x="846" y="0"/>
                    </a:lnTo>
                    <a:lnTo>
                      <a:pt x="847" y="0"/>
                    </a:lnTo>
                    <a:lnTo>
                      <a:pt x="849" y="0"/>
                    </a:lnTo>
                    <a:lnTo>
                      <a:pt x="850" y="0"/>
                    </a:lnTo>
                    <a:lnTo>
                      <a:pt x="852" y="0"/>
                    </a:lnTo>
                    <a:lnTo>
                      <a:pt x="853" y="0"/>
                    </a:lnTo>
                    <a:lnTo>
                      <a:pt x="854" y="0"/>
                    </a:lnTo>
                    <a:lnTo>
                      <a:pt x="856" y="0"/>
                    </a:lnTo>
                    <a:lnTo>
                      <a:pt x="857" y="0"/>
                    </a:lnTo>
                    <a:lnTo>
                      <a:pt x="858" y="0"/>
                    </a:lnTo>
                    <a:lnTo>
                      <a:pt x="860" y="0"/>
                    </a:lnTo>
                    <a:lnTo>
                      <a:pt x="861" y="0"/>
                    </a:lnTo>
                    <a:lnTo>
                      <a:pt x="862" y="0"/>
                    </a:lnTo>
                    <a:lnTo>
                      <a:pt x="864" y="0"/>
                    </a:lnTo>
                    <a:lnTo>
                      <a:pt x="865" y="0"/>
                    </a:lnTo>
                    <a:lnTo>
                      <a:pt x="866" y="0"/>
                    </a:lnTo>
                    <a:lnTo>
                      <a:pt x="868" y="0"/>
                    </a:lnTo>
                    <a:lnTo>
                      <a:pt x="869" y="0"/>
                    </a:lnTo>
                    <a:lnTo>
                      <a:pt x="870" y="0"/>
                    </a:lnTo>
                    <a:lnTo>
                      <a:pt x="872" y="0"/>
                    </a:lnTo>
                    <a:lnTo>
                      <a:pt x="873" y="0"/>
                    </a:lnTo>
                    <a:lnTo>
                      <a:pt x="874" y="0"/>
                    </a:lnTo>
                    <a:lnTo>
                      <a:pt x="876" y="0"/>
                    </a:lnTo>
                    <a:lnTo>
                      <a:pt x="877" y="0"/>
                    </a:lnTo>
                    <a:lnTo>
                      <a:pt x="878" y="0"/>
                    </a:lnTo>
                    <a:lnTo>
                      <a:pt x="880" y="0"/>
                    </a:lnTo>
                    <a:lnTo>
                      <a:pt x="881" y="0"/>
                    </a:lnTo>
                    <a:lnTo>
                      <a:pt x="882" y="0"/>
                    </a:lnTo>
                    <a:lnTo>
                      <a:pt x="884" y="0"/>
                    </a:lnTo>
                    <a:lnTo>
                      <a:pt x="885" y="0"/>
                    </a:lnTo>
                    <a:lnTo>
                      <a:pt x="887" y="0"/>
                    </a:lnTo>
                    <a:lnTo>
                      <a:pt x="888" y="0"/>
                    </a:lnTo>
                    <a:lnTo>
                      <a:pt x="889" y="0"/>
                    </a:lnTo>
                    <a:lnTo>
                      <a:pt x="891" y="0"/>
                    </a:lnTo>
                    <a:lnTo>
                      <a:pt x="892" y="0"/>
                    </a:lnTo>
                    <a:lnTo>
                      <a:pt x="893" y="0"/>
                    </a:lnTo>
                    <a:lnTo>
                      <a:pt x="895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9" y="0"/>
                    </a:lnTo>
                    <a:lnTo>
                      <a:pt x="900" y="0"/>
                    </a:lnTo>
                    <a:lnTo>
                      <a:pt x="901" y="0"/>
                    </a:lnTo>
                    <a:lnTo>
                      <a:pt x="903" y="0"/>
                    </a:lnTo>
                    <a:lnTo>
                      <a:pt x="904" y="0"/>
                    </a:lnTo>
                    <a:lnTo>
                      <a:pt x="905" y="0"/>
                    </a:lnTo>
                    <a:lnTo>
                      <a:pt x="907" y="0"/>
                    </a:lnTo>
                    <a:lnTo>
                      <a:pt x="908" y="0"/>
                    </a:lnTo>
                    <a:lnTo>
                      <a:pt x="909" y="0"/>
                    </a:lnTo>
                    <a:lnTo>
                      <a:pt x="911" y="0"/>
                    </a:lnTo>
                    <a:lnTo>
                      <a:pt x="912" y="0"/>
                    </a:lnTo>
                    <a:lnTo>
                      <a:pt x="913" y="0"/>
                    </a:lnTo>
                    <a:lnTo>
                      <a:pt x="915" y="0"/>
                    </a:lnTo>
                    <a:lnTo>
                      <a:pt x="916" y="0"/>
                    </a:lnTo>
                    <a:lnTo>
                      <a:pt x="917" y="0"/>
                    </a:lnTo>
                    <a:lnTo>
                      <a:pt x="919" y="0"/>
                    </a:lnTo>
                    <a:lnTo>
                      <a:pt x="920" y="0"/>
                    </a:lnTo>
                    <a:lnTo>
                      <a:pt x="921" y="0"/>
                    </a:lnTo>
                    <a:lnTo>
                      <a:pt x="923" y="0"/>
                    </a:lnTo>
                    <a:lnTo>
                      <a:pt x="924" y="0"/>
                    </a:lnTo>
                    <a:lnTo>
                      <a:pt x="926" y="0"/>
                    </a:lnTo>
                    <a:lnTo>
                      <a:pt x="927" y="0"/>
                    </a:lnTo>
                    <a:lnTo>
                      <a:pt x="928" y="0"/>
                    </a:lnTo>
                    <a:lnTo>
                      <a:pt x="930" y="0"/>
                    </a:lnTo>
                    <a:lnTo>
                      <a:pt x="931" y="0"/>
                    </a:lnTo>
                    <a:lnTo>
                      <a:pt x="932" y="0"/>
                    </a:lnTo>
                    <a:lnTo>
                      <a:pt x="934" y="0"/>
                    </a:lnTo>
                    <a:lnTo>
                      <a:pt x="935" y="0"/>
                    </a:lnTo>
                    <a:lnTo>
                      <a:pt x="936" y="0"/>
                    </a:lnTo>
                    <a:lnTo>
                      <a:pt x="938" y="0"/>
                    </a:lnTo>
                    <a:lnTo>
                      <a:pt x="939" y="0"/>
                    </a:lnTo>
                    <a:lnTo>
                      <a:pt x="940" y="0"/>
                    </a:lnTo>
                    <a:lnTo>
                      <a:pt x="942" y="0"/>
                    </a:lnTo>
                    <a:lnTo>
                      <a:pt x="943" y="0"/>
                    </a:lnTo>
                    <a:lnTo>
                      <a:pt x="944" y="0"/>
                    </a:lnTo>
                    <a:lnTo>
                      <a:pt x="946" y="0"/>
                    </a:lnTo>
                    <a:lnTo>
                      <a:pt x="947" y="0"/>
                    </a:lnTo>
                    <a:lnTo>
                      <a:pt x="948" y="0"/>
                    </a:lnTo>
                    <a:lnTo>
                      <a:pt x="950" y="0"/>
                    </a:lnTo>
                    <a:lnTo>
                      <a:pt x="951" y="0"/>
                    </a:lnTo>
                    <a:lnTo>
                      <a:pt x="952" y="0"/>
                    </a:lnTo>
                    <a:lnTo>
                      <a:pt x="954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8" y="0"/>
                    </a:lnTo>
                    <a:lnTo>
                      <a:pt x="959" y="0"/>
                    </a:lnTo>
                    <a:lnTo>
                      <a:pt x="961" y="0"/>
                    </a:lnTo>
                    <a:lnTo>
                      <a:pt x="962" y="0"/>
                    </a:lnTo>
                    <a:lnTo>
                      <a:pt x="963" y="0"/>
                    </a:lnTo>
                    <a:lnTo>
                      <a:pt x="965" y="0"/>
                    </a:lnTo>
                    <a:lnTo>
                      <a:pt x="966" y="0"/>
                    </a:lnTo>
                    <a:lnTo>
                      <a:pt x="967" y="0"/>
                    </a:lnTo>
                    <a:lnTo>
                      <a:pt x="969" y="0"/>
                    </a:lnTo>
                    <a:lnTo>
                      <a:pt x="970" y="0"/>
                    </a:lnTo>
                    <a:lnTo>
                      <a:pt x="971" y="0"/>
                    </a:lnTo>
                    <a:lnTo>
                      <a:pt x="973" y="0"/>
                    </a:lnTo>
                    <a:lnTo>
                      <a:pt x="974" y="0"/>
                    </a:lnTo>
                    <a:lnTo>
                      <a:pt x="975" y="0"/>
                    </a:lnTo>
                    <a:lnTo>
                      <a:pt x="977" y="0"/>
                    </a:lnTo>
                    <a:lnTo>
                      <a:pt x="978" y="0"/>
                    </a:lnTo>
                    <a:lnTo>
                      <a:pt x="979" y="0"/>
                    </a:lnTo>
                    <a:lnTo>
                      <a:pt x="981" y="0"/>
                    </a:lnTo>
                    <a:lnTo>
                      <a:pt x="982" y="0"/>
                    </a:lnTo>
                    <a:lnTo>
                      <a:pt x="983" y="0"/>
                    </a:lnTo>
                    <a:lnTo>
                      <a:pt x="985" y="0"/>
                    </a:lnTo>
                    <a:lnTo>
                      <a:pt x="986" y="0"/>
                    </a:lnTo>
                    <a:lnTo>
                      <a:pt x="987" y="0"/>
                    </a:lnTo>
                    <a:lnTo>
                      <a:pt x="989" y="0"/>
                    </a:lnTo>
                    <a:lnTo>
                      <a:pt x="990" y="0"/>
                    </a:lnTo>
                    <a:lnTo>
                      <a:pt x="991" y="0"/>
                    </a:lnTo>
                    <a:lnTo>
                      <a:pt x="993" y="0"/>
                    </a:lnTo>
                    <a:lnTo>
                      <a:pt x="994" y="0"/>
                    </a:lnTo>
                    <a:lnTo>
                      <a:pt x="996" y="0"/>
                    </a:lnTo>
                    <a:lnTo>
                      <a:pt x="997" y="0"/>
                    </a:lnTo>
                    <a:lnTo>
                      <a:pt x="998" y="0"/>
                    </a:lnTo>
                    <a:lnTo>
                      <a:pt x="1000" y="0"/>
                    </a:lnTo>
                    <a:lnTo>
                      <a:pt x="1001" y="0"/>
                    </a:lnTo>
                    <a:lnTo>
                      <a:pt x="1002" y="0"/>
                    </a:lnTo>
                    <a:lnTo>
                      <a:pt x="1004" y="0"/>
                    </a:lnTo>
                    <a:lnTo>
                      <a:pt x="1005" y="0"/>
                    </a:lnTo>
                    <a:lnTo>
                      <a:pt x="1006" y="0"/>
                    </a:lnTo>
                    <a:lnTo>
                      <a:pt x="1008" y="0"/>
                    </a:lnTo>
                    <a:lnTo>
                      <a:pt x="1009" y="0"/>
                    </a:lnTo>
                    <a:lnTo>
                      <a:pt x="1010" y="0"/>
                    </a:lnTo>
                    <a:lnTo>
                      <a:pt x="1012" y="0"/>
                    </a:lnTo>
                    <a:lnTo>
                      <a:pt x="1013" y="0"/>
                    </a:lnTo>
                    <a:lnTo>
                      <a:pt x="1014" y="0"/>
                    </a:lnTo>
                    <a:lnTo>
                      <a:pt x="1016" y="0"/>
                    </a:lnTo>
                    <a:lnTo>
                      <a:pt x="1017" y="0"/>
                    </a:lnTo>
                    <a:lnTo>
                      <a:pt x="1018" y="0"/>
                    </a:lnTo>
                    <a:lnTo>
                      <a:pt x="1020" y="0"/>
                    </a:lnTo>
                    <a:lnTo>
                      <a:pt x="1021" y="0"/>
                    </a:lnTo>
                    <a:lnTo>
                      <a:pt x="1022" y="0"/>
                    </a:lnTo>
                    <a:lnTo>
                      <a:pt x="1024" y="0"/>
                    </a:lnTo>
                    <a:lnTo>
                      <a:pt x="1025" y="0"/>
                    </a:lnTo>
                    <a:lnTo>
                      <a:pt x="1026" y="0"/>
                    </a:lnTo>
                    <a:lnTo>
                      <a:pt x="1028" y="0"/>
                    </a:lnTo>
                    <a:lnTo>
                      <a:pt x="1029" y="0"/>
                    </a:lnTo>
                    <a:lnTo>
                      <a:pt x="1031" y="0"/>
                    </a:lnTo>
                    <a:lnTo>
                      <a:pt x="1032" y="0"/>
                    </a:lnTo>
                    <a:lnTo>
                      <a:pt x="1033" y="0"/>
                    </a:lnTo>
                    <a:lnTo>
                      <a:pt x="1035" y="0"/>
                    </a:lnTo>
                    <a:lnTo>
                      <a:pt x="1036" y="0"/>
                    </a:lnTo>
                    <a:lnTo>
                      <a:pt x="1037" y="0"/>
                    </a:lnTo>
                    <a:lnTo>
                      <a:pt x="1039" y="0"/>
                    </a:lnTo>
                    <a:lnTo>
                      <a:pt x="1040" y="0"/>
                    </a:lnTo>
                    <a:lnTo>
                      <a:pt x="1041" y="0"/>
                    </a:lnTo>
                    <a:lnTo>
                      <a:pt x="1043" y="0"/>
                    </a:lnTo>
                    <a:lnTo>
                      <a:pt x="1044" y="0"/>
                    </a:lnTo>
                    <a:lnTo>
                      <a:pt x="1045" y="0"/>
                    </a:lnTo>
                    <a:lnTo>
                      <a:pt x="1047" y="0"/>
                    </a:lnTo>
                    <a:lnTo>
                      <a:pt x="1048" y="0"/>
                    </a:lnTo>
                    <a:lnTo>
                      <a:pt x="1049" y="0"/>
                    </a:lnTo>
                    <a:lnTo>
                      <a:pt x="1051" y="0"/>
                    </a:lnTo>
                    <a:lnTo>
                      <a:pt x="1052" y="0"/>
                    </a:lnTo>
                    <a:lnTo>
                      <a:pt x="1053" y="0"/>
                    </a:lnTo>
                    <a:lnTo>
                      <a:pt x="1055" y="0"/>
                    </a:lnTo>
                    <a:lnTo>
                      <a:pt x="1056" y="0"/>
                    </a:lnTo>
                    <a:lnTo>
                      <a:pt x="1057" y="0"/>
                    </a:lnTo>
                    <a:lnTo>
                      <a:pt x="1059" y="0"/>
                    </a:lnTo>
                    <a:lnTo>
                      <a:pt x="1060" y="0"/>
                    </a:lnTo>
                    <a:lnTo>
                      <a:pt x="1061" y="0"/>
                    </a:lnTo>
                    <a:lnTo>
                      <a:pt x="1063" y="0"/>
                    </a:lnTo>
                    <a:lnTo>
                      <a:pt x="1064" y="0"/>
                    </a:lnTo>
                    <a:lnTo>
                      <a:pt x="1065" y="0"/>
                    </a:lnTo>
                    <a:lnTo>
                      <a:pt x="1067" y="0"/>
                    </a:lnTo>
                    <a:lnTo>
                      <a:pt x="1068" y="0"/>
                    </a:lnTo>
                    <a:lnTo>
                      <a:pt x="1070" y="0"/>
                    </a:lnTo>
                    <a:lnTo>
                      <a:pt x="1071" y="0"/>
                    </a:lnTo>
                    <a:lnTo>
                      <a:pt x="1072" y="0"/>
                    </a:lnTo>
                    <a:lnTo>
                      <a:pt x="1074" y="0"/>
                    </a:lnTo>
                    <a:lnTo>
                      <a:pt x="1075" y="0"/>
                    </a:lnTo>
                    <a:lnTo>
                      <a:pt x="1076" y="0"/>
                    </a:lnTo>
                    <a:lnTo>
                      <a:pt x="1078" y="0"/>
                    </a:lnTo>
                    <a:lnTo>
                      <a:pt x="1079" y="0"/>
                    </a:lnTo>
                    <a:lnTo>
                      <a:pt x="1080" y="0"/>
                    </a:lnTo>
                    <a:lnTo>
                      <a:pt x="1082" y="0"/>
                    </a:lnTo>
                    <a:lnTo>
                      <a:pt x="1083" y="0"/>
                    </a:lnTo>
                    <a:lnTo>
                      <a:pt x="1084" y="0"/>
                    </a:lnTo>
                    <a:lnTo>
                      <a:pt x="1086" y="0"/>
                    </a:lnTo>
                    <a:lnTo>
                      <a:pt x="1087" y="0"/>
                    </a:lnTo>
                    <a:lnTo>
                      <a:pt x="1088" y="0"/>
                    </a:lnTo>
                    <a:lnTo>
                      <a:pt x="1090" y="0"/>
                    </a:lnTo>
                    <a:lnTo>
                      <a:pt x="1091" y="0"/>
                    </a:lnTo>
                    <a:lnTo>
                      <a:pt x="1092" y="0"/>
                    </a:lnTo>
                    <a:lnTo>
                      <a:pt x="1094" y="0"/>
                    </a:lnTo>
                    <a:lnTo>
                      <a:pt x="1095" y="0"/>
                    </a:lnTo>
                    <a:lnTo>
                      <a:pt x="1096" y="0"/>
                    </a:lnTo>
                    <a:lnTo>
                      <a:pt x="1098" y="0"/>
                    </a:lnTo>
                    <a:lnTo>
                      <a:pt x="1099" y="0"/>
                    </a:lnTo>
                    <a:lnTo>
                      <a:pt x="1100" y="0"/>
                    </a:lnTo>
                    <a:lnTo>
                      <a:pt x="1102" y="0"/>
                    </a:lnTo>
                    <a:lnTo>
                      <a:pt x="1103" y="0"/>
                    </a:lnTo>
                    <a:lnTo>
                      <a:pt x="1105" y="0"/>
                    </a:lnTo>
                    <a:lnTo>
                      <a:pt x="1106" y="0"/>
                    </a:lnTo>
                    <a:lnTo>
                      <a:pt x="1107" y="0"/>
                    </a:lnTo>
                    <a:lnTo>
                      <a:pt x="1109" y="0"/>
                    </a:lnTo>
                    <a:lnTo>
                      <a:pt x="1110" y="0"/>
                    </a:lnTo>
                    <a:lnTo>
                      <a:pt x="1111" y="0"/>
                    </a:lnTo>
                    <a:lnTo>
                      <a:pt x="1113" y="0"/>
                    </a:lnTo>
                    <a:lnTo>
                      <a:pt x="1114" y="0"/>
                    </a:lnTo>
                    <a:lnTo>
                      <a:pt x="1115" y="0"/>
                    </a:lnTo>
                    <a:lnTo>
                      <a:pt x="1117" y="0"/>
                    </a:lnTo>
                    <a:lnTo>
                      <a:pt x="1118" y="0"/>
                    </a:lnTo>
                    <a:lnTo>
                      <a:pt x="1119" y="0"/>
                    </a:lnTo>
                    <a:lnTo>
                      <a:pt x="1121" y="0"/>
                    </a:lnTo>
                    <a:lnTo>
                      <a:pt x="1122" y="0"/>
                    </a:lnTo>
                    <a:lnTo>
                      <a:pt x="1123" y="0"/>
                    </a:lnTo>
                    <a:lnTo>
                      <a:pt x="1125" y="0"/>
                    </a:lnTo>
                    <a:lnTo>
                      <a:pt x="1126" y="0"/>
                    </a:lnTo>
                    <a:lnTo>
                      <a:pt x="1127" y="0"/>
                    </a:lnTo>
                    <a:lnTo>
                      <a:pt x="1129" y="0"/>
                    </a:lnTo>
                    <a:lnTo>
                      <a:pt x="1130" y="0"/>
                    </a:lnTo>
                    <a:lnTo>
                      <a:pt x="1131" y="0"/>
                    </a:lnTo>
                    <a:lnTo>
                      <a:pt x="1133" y="0"/>
                    </a:lnTo>
                    <a:lnTo>
                      <a:pt x="1134" y="0"/>
                    </a:lnTo>
                    <a:lnTo>
                      <a:pt x="1135" y="0"/>
                    </a:lnTo>
                    <a:lnTo>
                      <a:pt x="1137" y="0"/>
                    </a:lnTo>
                    <a:lnTo>
                      <a:pt x="1138" y="0"/>
                    </a:lnTo>
                    <a:lnTo>
                      <a:pt x="1140" y="0"/>
                    </a:lnTo>
                    <a:lnTo>
                      <a:pt x="1141" y="0"/>
                    </a:lnTo>
                    <a:lnTo>
                      <a:pt x="1142" y="0"/>
                    </a:lnTo>
                    <a:lnTo>
                      <a:pt x="1144" y="0"/>
                    </a:lnTo>
                    <a:lnTo>
                      <a:pt x="1145" y="0"/>
                    </a:lnTo>
                    <a:lnTo>
                      <a:pt x="1146" y="0"/>
                    </a:lnTo>
                    <a:lnTo>
                      <a:pt x="1148" y="0"/>
                    </a:lnTo>
                    <a:lnTo>
                      <a:pt x="1149" y="0"/>
                    </a:lnTo>
                    <a:lnTo>
                      <a:pt x="1150" y="0"/>
                    </a:lnTo>
                    <a:lnTo>
                      <a:pt x="1152" y="0"/>
                    </a:lnTo>
                    <a:lnTo>
                      <a:pt x="1153" y="0"/>
                    </a:lnTo>
                    <a:lnTo>
                      <a:pt x="1154" y="0"/>
                    </a:lnTo>
                    <a:lnTo>
                      <a:pt x="1156" y="0"/>
                    </a:lnTo>
                    <a:lnTo>
                      <a:pt x="1157" y="0"/>
                    </a:lnTo>
                    <a:lnTo>
                      <a:pt x="1158" y="0"/>
                    </a:lnTo>
                    <a:lnTo>
                      <a:pt x="1160" y="0"/>
                    </a:lnTo>
                    <a:lnTo>
                      <a:pt x="1161" y="0"/>
                    </a:lnTo>
                    <a:lnTo>
                      <a:pt x="1162" y="0"/>
                    </a:lnTo>
                    <a:lnTo>
                      <a:pt x="1164" y="0"/>
                    </a:lnTo>
                    <a:lnTo>
                      <a:pt x="1165" y="0"/>
                    </a:lnTo>
                    <a:lnTo>
                      <a:pt x="1166" y="0"/>
                    </a:lnTo>
                    <a:lnTo>
                      <a:pt x="1168" y="0"/>
                    </a:lnTo>
                    <a:lnTo>
                      <a:pt x="1169" y="0"/>
                    </a:lnTo>
                    <a:lnTo>
                      <a:pt x="1170" y="0"/>
                    </a:lnTo>
                    <a:lnTo>
                      <a:pt x="1172" y="0"/>
                    </a:lnTo>
                    <a:lnTo>
                      <a:pt x="1173" y="0"/>
                    </a:lnTo>
                    <a:lnTo>
                      <a:pt x="1175" y="0"/>
                    </a:lnTo>
                    <a:lnTo>
                      <a:pt x="1176" y="0"/>
                    </a:lnTo>
                    <a:lnTo>
                      <a:pt x="1177" y="0"/>
                    </a:lnTo>
                    <a:lnTo>
                      <a:pt x="1179" y="0"/>
                    </a:lnTo>
                    <a:lnTo>
                      <a:pt x="1180" y="0"/>
                    </a:lnTo>
                    <a:lnTo>
                      <a:pt x="1181" y="0"/>
                    </a:lnTo>
                    <a:lnTo>
                      <a:pt x="1183" y="0"/>
                    </a:lnTo>
                    <a:lnTo>
                      <a:pt x="1184" y="0"/>
                    </a:lnTo>
                    <a:lnTo>
                      <a:pt x="1185" y="0"/>
                    </a:lnTo>
                    <a:lnTo>
                      <a:pt x="1187" y="0"/>
                    </a:lnTo>
                    <a:lnTo>
                      <a:pt x="1188" y="0"/>
                    </a:lnTo>
                    <a:lnTo>
                      <a:pt x="1189" y="0"/>
                    </a:lnTo>
                    <a:lnTo>
                      <a:pt x="1191" y="0"/>
                    </a:lnTo>
                    <a:lnTo>
                      <a:pt x="1192" y="0"/>
                    </a:lnTo>
                    <a:lnTo>
                      <a:pt x="1193" y="0"/>
                    </a:lnTo>
                    <a:lnTo>
                      <a:pt x="1195" y="0"/>
                    </a:lnTo>
                    <a:lnTo>
                      <a:pt x="1196" y="0"/>
                    </a:lnTo>
                    <a:lnTo>
                      <a:pt x="1197" y="0"/>
                    </a:lnTo>
                    <a:lnTo>
                      <a:pt x="1199" y="0"/>
                    </a:lnTo>
                    <a:lnTo>
                      <a:pt x="1200" y="0"/>
                    </a:lnTo>
                    <a:lnTo>
                      <a:pt x="1201" y="0"/>
                    </a:lnTo>
                    <a:lnTo>
                      <a:pt x="1203" y="0"/>
                    </a:lnTo>
                    <a:lnTo>
                      <a:pt x="1204" y="0"/>
                    </a:lnTo>
                    <a:lnTo>
                      <a:pt x="1205" y="0"/>
                    </a:lnTo>
                    <a:lnTo>
                      <a:pt x="1207" y="0"/>
                    </a:lnTo>
                    <a:lnTo>
                      <a:pt x="1208" y="0"/>
                    </a:lnTo>
                    <a:lnTo>
                      <a:pt x="1209" y="0"/>
                    </a:lnTo>
                    <a:lnTo>
                      <a:pt x="1211" y="0"/>
                    </a:lnTo>
                    <a:lnTo>
                      <a:pt x="1212" y="0"/>
                    </a:lnTo>
                    <a:lnTo>
                      <a:pt x="1214" y="0"/>
                    </a:lnTo>
                    <a:lnTo>
                      <a:pt x="1215" y="0"/>
                    </a:lnTo>
                    <a:lnTo>
                      <a:pt x="1216" y="0"/>
                    </a:lnTo>
                    <a:lnTo>
                      <a:pt x="1218" y="0"/>
                    </a:lnTo>
                    <a:lnTo>
                      <a:pt x="1219" y="0"/>
                    </a:lnTo>
                    <a:lnTo>
                      <a:pt x="1220" y="0"/>
                    </a:lnTo>
                    <a:lnTo>
                      <a:pt x="1222" y="0"/>
                    </a:lnTo>
                    <a:lnTo>
                      <a:pt x="1223" y="0"/>
                    </a:lnTo>
                    <a:lnTo>
                      <a:pt x="1224" y="0"/>
                    </a:lnTo>
                    <a:lnTo>
                      <a:pt x="1226" y="0"/>
                    </a:lnTo>
                    <a:lnTo>
                      <a:pt x="1227" y="0"/>
                    </a:lnTo>
                    <a:lnTo>
                      <a:pt x="1228" y="0"/>
                    </a:lnTo>
                    <a:lnTo>
                      <a:pt x="1230" y="0"/>
                    </a:lnTo>
                    <a:lnTo>
                      <a:pt x="1231" y="0"/>
                    </a:lnTo>
                    <a:lnTo>
                      <a:pt x="1232" y="0"/>
                    </a:lnTo>
                    <a:lnTo>
                      <a:pt x="1234" y="0"/>
                    </a:lnTo>
                    <a:lnTo>
                      <a:pt x="1235" y="0"/>
                    </a:lnTo>
                    <a:lnTo>
                      <a:pt x="1236" y="0"/>
                    </a:lnTo>
                    <a:lnTo>
                      <a:pt x="1238" y="0"/>
                    </a:lnTo>
                    <a:lnTo>
                      <a:pt x="1239" y="0"/>
                    </a:lnTo>
                    <a:lnTo>
                      <a:pt x="1240" y="0"/>
                    </a:lnTo>
                    <a:lnTo>
                      <a:pt x="1242" y="0"/>
                    </a:lnTo>
                    <a:lnTo>
                      <a:pt x="1243" y="0"/>
                    </a:lnTo>
                    <a:lnTo>
                      <a:pt x="1244" y="0"/>
                    </a:lnTo>
                    <a:lnTo>
                      <a:pt x="1246" y="0"/>
                    </a:lnTo>
                    <a:lnTo>
                      <a:pt x="1247" y="0"/>
                    </a:lnTo>
                    <a:lnTo>
                      <a:pt x="1249" y="0"/>
                    </a:lnTo>
                    <a:lnTo>
                      <a:pt x="1250" y="0"/>
                    </a:lnTo>
                    <a:lnTo>
                      <a:pt x="1251" y="0"/>
                    </a:lnTo>
                    <a:lnTo>
                      <a:pt x="1253" y="0"/>
                    </a:lnTo>
                    <a:lnTo>
                      <a:pt x="1254" y="0"/>
                    </a:lnTo>
                    <a:lnTo>
                      <a:pt x="1255" y="0"/>
                    </a:lnTo>
                    <a:lnTo>
                      <a:pt x="1257" y="0"/>
                    </a:lnTo>
                    <a:lnTo>
                      <a:pt x="1258" y="0"/>
                    </a:lnTo>
                    <a:lnTo>
                      <a:pt x="1259" y="0"/>
                    </a:lnTo>
                    <a:lnTo>
                      <a:pt x="1261" y="0"/>
                    </a:lnTo>
                    <a:lnTo>
                      <a:pt x="1262" y="0"/>
                    </a:lnTo>
                    <a:lnTo>
                      <a:pt x="1263" y="0"/>
                    </a:lnTo>
                    <a:lnTo>
                      <a:pt x="1265" y="0"/>
                    </a:lnTo>
                    <a:lnTo>
                      <a:pt x="1266" y="0"/>
                    </a:lnTo>
                    <a:lnTo>
                      <a:pt x="1267" y="0"/>
                    </a:lnTo>
                    <a:lnTo>
                      <a:pt x="1269" y="0"/>
                    </a:lnTo>
                    <a:lnTo>
                      <a:pt x="1270" y="0"/>
                    </a:lnTo>
                    <a:lnTo>
                      <a:pt x="1271" y="0"/>
                    </a:lnTo>
                    <a:lnTo>
                      <a:pt x="1273" y="0"/>
                    </a:lnTo>
                    <a:lnTo>
                      <a:pt x="1274" y="0"/>
                    </a:lnTo>
                    <a:lnTo>
                      <a:pt x="1275" y="0"/>
                    </a:lnTo>
                    <a:lnTo>
                      <a:pt x="1277" y="0"/>
                    </a:lnTo>
                    <a:lnTo>
                      <a:pt x="1278" y="0"/>
                    </a:lnTo>
                    <a:lnTo>
                      <a:pt x="1279" y="0"/>
                    </a:lnTo>
                    <a:lnTo>
                      <a:pt x="1281" y="0"/>
                    </a:lnTo>
                    <a:lnTo>
                      <a:pt x="1282" y="0"/>
                    </a:lnTo>
                    <a:lnTo>
                      <a:pt x="1284" y="0"/>
                    </a:lnTo>
                    <a:lnTo>
                      <a:pt x="1285" y="0"/>
                    </a:lnTo>
                    <a:lnTo>
                      <a:pt x="1286" y="0"/>
                    </a:lnTo>
                    <a:lnTo>
                      <a:pt x="1288" y="0"/>
                    </a:lnTo>
                    <a:lnTo>
                      <a:pt x="1289" y="0"/>
                    </a:lnTo>
                    <a:lnTo>
                      <a:pt x="1290" y="0"/>
                    </a:lnTo>
                    <a:lnTo>
                      <a:pt x="1292" y="0"/>
                    </a:lnTo>
                    <a:lnTo>
                      <a:pt x="1293" y="0"/>
                    </a:lnTo>
                    <a:lnTo>
                      <a:pt x="1294" y="0"/>
                    </a:lnTo>
                    <a:lnTo>
                      <a:pt x="1296" y="0"/>
                    </a:lnTo>
                    <a:lnTo>
                      <a:pt x="1297" y="0"/>
                    </a:lnTo>
                    <a:lnTo>
                      <a:pt x="1298" y="0"/>
                    </a:lnTo>
                    <a:lnTo>
                      <a:pt x="1300" y="0"/>
                    </a:lnTo>
                    <a:lnTo>
                      <a:pt x="1301" y="0"/>
                    </a:lnTo>
                    <a:lnTo>
                      <a:pt x="1302" y="0"/>
                    </a:lnTo>
                    <a:lnTo>
                      <a:pt x="1304" y="0"/>
                    </a:lnTo>
                    <a:lnTo>
                      <a:pt x="1305" y="0"/>
                    </a:lnTo>
                    <a:lnTo>
                      <a:pt x="1306" y="0"/>
                    </a:lnTo>
                    <a:lnTo>
                      <a:pt x="1308" y="0"/>
                    </a:lnTo>
                    <a:lnTo>
                      <a:pt x="1309" y="0"/>
                    </a:lnTo>
                    <a:lnTo>
                      <a:pt x="1310" y="0"/>
                    </a:lnTo>
                    <a:lnTo>
                      <a:pt x="1312" y="0"/>
                    </a:lnTo>
                    <a:lnTo>
                      <a:pt x="1313" y="0"/>
                    </a:lnTo>
                    <a:lnTo>
                      <a:pt x="1314" y="0"/>
                    </a:lnTo>
                    <a:lnTo>
                      <a:pt x="1316" y="0"/>
                    </a:lnTo>
                    <a:lnTo>
                      <a:pt x="1317" y="0"/>
                    </a:lnTo>
                    <a:lnTo>
                      <a:pt x="1319" y="0"/>
                    </a:lnTo>
                    <a:lnTo>
                      <a:pt x="1320" y="0"/>
                    </a:lnTo>
                    <a:lnTo>
                      <a:pt x="1321" y="0"/>
                    </a:lnTo>
                    <a:lnTo>
                      <a:pt x="1323" y="0"/>
                    </a:lnTo>
                    <a:lnTo>
                      <a:pt x="1324" y="0"/>
                    </a:lnTo>
                    <a:lnTo>
                      <a:pt x="1325" y="0"/>
                    </a:lnTo>
                    <a:lnTo>
                      <a:pt x="1327" y="0"/>
                    </a:lnTo>
                    <a:lnTo>
                      <a:pt x="1328" y="0"/>
                    </a:lnTo>
                    <a:lnTo>
                      <a:pt x="1329" y="0"/>
                    </a:lnTo>
                    <a:lnTo>
                      <a:pt x="1331" y="0"/>
                    </a:lnTo>
                    <a:lnTo>
                      <a:pt x="1332" y="0"/>
                    </a:lnTo>
                    <a:lnTo>
                      <a:pt x="1333" y="0"/>
                    </a:lnTo>
                    <a:lnTo>
                      <a:pt x="1335" y="0"/>
                    </a:lnTo>
                    <a:lnTo>
                      <a:pt x="1336" y="0"/>
                    </a:lnTo>
                    <a:lnTo>
                      <a:pt x="1337" y="0"/>
                    </a:lnTo>
                    <a:lnTo>
                      <a:pt x="1339" y="0"/>
                    </a:lnTo>
                    <a:lnTo>
                      <a:pt x="1340" y="0"/>
                    </a:lnTo>
                    <a:lnTo>
                      <a:pt x="1341" y="0"/>
                    </a:lnTo>
                    <a:lnTo>
                      <a:pt x="1343" y="0"/>
                    </a:lnTo>
                    <a:lnTo>
                      <a:pt x="1344" y="0"/>
                    </a:lnTo>
                    <a:lnTo>
                      <a:pt x="1345" y="0"/>
                    </a:lnTo>
                    <a:lnTo>
                      <a:pt x="1347" y="0"/>
                    </a:lnTo>
                    <a:lnTo>
                      <a:pt x="1348" y="0"/>
                    </a:lnTo>
                    <a:lnTo>
                      <a:pt x="1349" y="0"/>
                    </a:lnTo>
                    <a:lnTo>
                      <a:pt x="1351" y="0"/>
                    </a:lnTo>
                    <a:lnTo>
                      <a:pt x="1352" y="0"/>
                    </a:lnTo>
                    <a:lnTo>
                      <a:pt x="1353" y="0"/>
                    </a:lnTo>
                    <a:lnTo>
                      <a:pt x="1355" y="0"/>
                    </a:lnTo>
                    <a:lnTo>
                      <a:pt x="1356" y="0"/>
                    </a:lnTo>
                    <a:lnTo>
                      <a:pt x="1358" y="0"/>
                    </a:lnTo>
                    <a:lnTo>
                      <a:pt x="1359" y="0"/>
                    </a:lnTo>
                    <a:lnTo>
                      <a:pt x="1360" y="0"/>
                    </a:lnTo>
                    <a:lnTo>
                      <a:pt x="1362" y="0"/>
                    </a:lnTo>
                    <a:lnTo>
                      <a:pt x="1363" y="0"/>
                    </a:lnTo>
                    <a:lnTo>
                      <a:pt x="1364" y="0"/>
                    </a:lnTo>
                    <a:lnTo>
                      <a:pt x="1366" y="0"/>
                    </a:lnTo>
                    <a:lnTo>
                      <a:pt x="1367" y="0"/>
                    </a:lnTo>
                    <a:lnTo>
                      <a:pt x="1368" y="0"/>
                    </a:lnTo>
                    <a:lnTo>
                      <a:pt x="1370" y="0"/>
                    </a:lnTo>
                    <a:lnTo>
                      <a:pt x="1371" y="0"/>
                    </a:lnTo>
                    <a:lnTo>
                      <a:pt x="1372" y="0"/>
                    </a:lnTo>
                    <a:lnTo>
                      <a:pt x="1374" y="0"/>
                    </a:lnTo>
                    <a:lnTo>
                      <a:pt x="1375" y="0"/>
                    </a:lnTo>
                    <a:lnTo>
                      <a:pt x="1376" y="0"/>
                    </a:lnTo>
                    <a:lnTo>
                      <a:pt x="1378" y="0"/>
                    </a:lnTo>
                    <a:lnTo>
                      <a:pt x="1379" y="0"/>
                    </a:lnTo>
                    <a:lnTo>
                      <a:pt x="1380" y="0"/>
                    </a:lnTo>
                    <a:lnTo>
                      <a:pt x="1382" y="0"/>
                    </a:lnTo>
                    <a:lnTo>
                      <a:pt x="1383" y="0"/>
                    </a:lnTo>
                    <a:lnTo>
                      <a:pt x="1384" y="0"/>
                    </a:lnTo>
                    <a:lnTo>
                      <a:pt x="1386" y="0"/>
                    </a:lnTo>
                    <a:lnTo>
                      <a:pt x="1387" y="0"/>
                    </a:lnTo>
                    <a:lnTo>
                      <a:pt x="1388" y="0"/>
                    </a:lnTo>
                    <a:lnTo>
                      <a:pt x="1390" y="0"/>
                    </a:lnTo>
                    <a:lnTo>
                      <a:pt x="1391" y="0"/>
                    </a:lnTo>
                    <a:lnTo>
                      <a:pt x="1393" y="0"/>
                    </a:lnTo>
                    <a:lnTo>
                      <a:pt x="1394" y="0"/>
                    </a:lnTo>
                    <a:lnTo>
                      <a:pt x="1395" y="0"/>
                    </a:lnTo>
                    <a:lnTo>
                      <a:pt x="1397" y="0"/>
                    </a:lnTo>
                    <a:lnTo>
                      <a:pt x="1398" y="0"/>
                    </a:lnTo>
                    <a:lnTo>
                      <a:pt x="1399" y="0"/>
                    </a:lnTo>
                    <a:lnTo>
                      <a:pt x="1401" y="0"/>
                    </a:lnTo>
                    <a:lnTo>
                      <a:pt x="1402" y="0"/>
                    </a:lnTo>
                    <a:lnTo>
                      <a:pt x="1403" y="0"/>
                    </a:lnTo>
                    <a:lnTo>
                      <a:pt x="1405" y="0"/>
                    </a:lnTo>
                    <a:lnTo>
                      <a:pt x="1406" y="0"/>
                    </a:lnTo>
                    <a:lnTo>
                      <a:pt x="1407" y="0"/>
                    </a:lnTo>
                    <a:lnTo>
                      <a:pt x="1409" y="0"/>
                    </a:lnTo>
                    <a:lnTo>
                      <a:pt x="1410" y="0"/>
                    </a:lnTo>
                    <a:lnTo>
                      <a:pt x="1411" y="0"/>
                    </a:lnTo>
                    <a:lnTo>
                      <a:pt x="1413" y="0"/>
                    </a:lnTo>
                    <a:lnTo>
                      <a:pt x="1414" y="0"/>
                    </a:lnTo>
                    <a:lnTo>
                      <a:pt x="1415" y="0"/>
                    </a:lnTo>
                    <a:lnTo>
                      <a:pt x="1417" y="0"/>
                    </a:lnTo>
                    <a:lnTo>
                      <a:pt x="1418" y="0"/>
                    </a:lnTo>
                    <a:lnTo>
                      <a:pt x="1419" y="0"/>
                    </a:lnTo>
                    <a:lnTo>
                      <a:pt x="1421" y="0"/>
                    </a:lnTo>
                    <a:lnTo>
                      <a:pt x="1422" y="0"/>
                    </a:lnTo>
                  </a:path>
                </a:pathLst>
              </a:custGeom>
              <a:noFill/>
              <a:ln cap="flat" cmpd="sng" w="25400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 flipH="1" rot="10800000">
                <a:off x="6950076" y="3035301"/>
                <a:ext cx="3756025" cy="87313"/>
              </a:xfrm>
              <a:custGeom>
                <a:rect b="b" l="l" r="r" t="t"/>
                <a:pathLst>
                  <a:path extrusionOk="0" h="40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7"/>
                    </a:lnTo>
                    <a:lnTo>
                      <a:pt x="118" y="12"/>
                    </a:lnTo>
                    <a:lnTo>
                      <a:pt x="119" y="13"/>
                    </a:lnTo>
                    <a:lnTo>
                      <a:pt x="121" y="13"/>
                    </a:lnTo>
                    <a:lnTo>
                      <a:pt x="122" y="13"/>
                    </a:lnTo>
                    <a:lnTo>
                      <a:pt x="123" y="13"/>
                    </a:lnTo>
                    <a:lnTo>
                      <a:pt x="125" y="14"/>
                    </a:lnTo>
                    <a:lnTo>
                      <a:pt x="126" y="14"/>
                    </a:lnTo>
                    <a:lnTo>
                      <a:pt x="127" y="14"/>
                    </a:lnTo>
                    <a:lnTo>
                      <a:pt x="129" y="14"/>
                    </a:lnTo>
                    <a:lnTo>
                      <a:pt x="130" y="14"/>
                    </a:lnTo>
                    <a:lnTo>
                      <a:pt x="132" y="15"/>
                    </a:lnTo>
                    <a:lnTo>
                      <a:pt x="133" y="15"/>
                    </a:lnTo>
                    <a:lnTo>
                      <a:pt x="134" y="15"/>
                    </a:lnTo>
                    <a:lnTo>
                      <a:pt x="136" y="15"/>
                    </a:lnTo>
                    <a:lnTo>
                      <a:pt x="137" y="15"/>
                    </a:lnTo>
                    <a:lnTo>
                      <a:pt x="138" y="15"/>
                    </a:lnTo>
                    <a:lnTo>
                      <a:pt x="140" y="16"/>
                    </a:lnTo>
                    <a:lnTo>
                      <a:pt x="141" y="16"/>
                    </a:lnTo>
                    <a:lnTo>
                      <a:pt x="142" y="16"/>
                    </a:lnTo>
                    <a:lnTo>
                      <a:pt x="144" y="16"/>
                    </a:lnTo>
                    <a:lnTo>
                      <a:pt x="145" y="16"/>
                    </a:lnTo>
                    <a:lnTo>
                      <a:pt x="146" y="16"/>
                    </a:lnTo>
                    <a:lnTo>
                      <a:pt x="148" y="16"/>
                    </a:lnTo>
                    <a:lnTo>
                      <a:pt x="149" y="17"/>
                    </a:lnTo>
                    <a:lnTo>
                      <a:pt x="150" y="17"/>
                    </a:lnTo>
                    <a:lnTo>
                      <a:pt x="152" y="17"/>
                    </a:lnTo>
                    <a:lnTo>
                      <a:pt x="153" y="17"/>
                    </a:lnTo>
                    <a:lnTo>
                      <a:pt x="154" y="17"/>
                    </a:lnTo>
                    <a:lnTo>
                      <a:pt x="156" y="17"/>
                    </a:lnTo>
                    <a:lnTo>
                      <a:pt x="157" y="18"/>
                    </a:lnTo>
                    <a:lnTo>
                      <a:pt x="158" y="18"/>
                    </a:lnTo>
                    <a:lnTo>
                      <a:pt x="160" y="18"/>
                    </a:lnTo>
                    <a:lnTo>
                      <a:pt x="161" y="18"/>
                    </a:lnTo>
                    <a:lnTo>
                      <a:pt x="162" y="18"/>
                    </a:lnTo>
                    <a:lnTo>
                      <a:pt x="164" y="18"/>
                    </a:lnTo>
                    <a:lnTo>
                      <a:pt x="165" y="18"/>
                    </a:lnTo>
                    <a:lnTo>
                      <a:pt x="167" y="19"/>
                    </a:lnTo>
                    <a:lnTo>
                      <a:pt x="168" y="19"/>
                    </a:lnTo>
                    <a:lnTo>
                      <a:pt x="169" y="19"/>
                    </a:lnTo>
                    <a:lnTo>
                      <a:pt x="171" y="19"/>
                    </a:lnTo>
                    <a:lnTo>
                      <a:pt x="172" y="19"/>
                    </a:lnTo>
                    <a:lnTo>
                      <a:pt x="173" y="20"/>
                    </a:lnTo>
                    <a:lnTo>
                      <a:pt x="175" y="20"/>
                    </a:lnTo>
                    <a:lnTo>
                      <a:pt x="176" y="20"/>
                    </a:lnTo>
                    <a:lnTo>
                      <a:pt x="177" y="20"/>
                    </a:lnTo>
                    <a:lnTo>
                      <a:pt x="179" y="20"/>
                    </a:lnTo>
                    <a:lnTo>
                      <a:pt x="180" y="20"/>
                    </a:lnTo>
                    <a:lnTo>
                      <a:pt x="181" y="21"/>
                    </a:lnTo>
                    <a:lnTo>
                      <a:pt x="183" y="21"/>
                    </a:lnTo>
                    <a:lnTo>
                      <a:pt x="184" y="21"/>
                    </a:lnTo>
                    <a:lnTo>
                      <a:pt x="185" y="21"/>
                    </a:lnTo>
                    <a:lnTo>
                      <a:pt x="187" y="21"/>
                    </a:lnTo>
                    <a:lnTo>
                      <a:pt x="188" y="21"/>
                    </a:lnTo>
                    <a:lnTo>
                      <a:pt x="189" y="22"/>
                    </a:lnTo>
                    <a:lnTo>
                      <a:pt x="191" y="22"/>
                    </a:lnTo>
                    <a:lnTo>
                      <a:pt x="192" y="22"/>
                    </a:lnTo>
                    <a:lnTo>
                      <a:pt x="193" y="22"/>
                    </a:lnTo>
                    <a:lnTo>
                      <a:pt x="195" y="22"/>
                    </a:lnTo>
                    <a:lnTo>
                      <a:pt x="196" y="23"/>
                    </a:lnTo>
                    <a:lnTo>
                      <a:pt x="197" y="23"/>
                    </a:lnTo>
                    <a:lnTo>
                      <a:pt x="199" y="23"/>
                    </a:lnTo>
                    <a:lnTo>
                      <a:pt x="200" y="23"/>
                    </a:lnTo>
                    <a:lnTo>
                      <a:pt x="202" y="23"/>
                    </a:lnTo>
                    <a:lnTo>
                      <a:pt x="203" y="24"/>
                    </a:lnTo>
                    <a:lnTo>
                      <a:pt x="204" y="24"/>
                    </a:lnTo>
                    <a:lnTo>
                      <a:pt x="206" y="24"/>
                    </a:lnTo>
                    <a:lnTo>
                      <a:pt x="207" y="24"/>
                    </a:lnTo>
                    <a:lnTo>
                      <a:pt x="208" y="24"/>
                    </a:lnTo>
                    <a:lnTo>
                      <a:pt x="210" y="25"/>
                    </a:lnTo>
                    <a:lnTo>
                      <a:pt x="211" y="25"/>
                    </a:lnTo>
                    <a:lnTo>
                      <a:pt x="212" y="25"/>
                    </a:lnTo>
                    <a:lnTo>
                      <a:pt x="214" y="25"/>
                    </a:lnTo>
                    <a:lnTo>
                      <a:pt x="215" y="25"/>
                    </a:lnTo>
                    <a:lnTo>
                      <a:pt x="216" y="25"/>
                    </a:lnTo>
                    <a:lnTo>
                      <a:pt x="218" y="26"/>
                    </a:lnTo>
                    <a:lnTo>
                      <a:pt x="219" y="26"/>
                    </a:lnTo>
                    <a:lnTo>
                      <a:pt x="220" y="26"/>
                    </a:lnTo>
                    <a:lnTo>
                      <a:pt x="222" y="26"/>
                    </a:lnTo>
                    <a:lnTo>
                      <a:pt x="223" y="26"/>
                    </a:lnTo>
                    <a:lnTo>
                      <a:pt x="224" y="26"/>
                    </a:lnTo>
                    <a:lnTo>
                      <a:pt x="226" y="27"/>
                    </a:lnTo>
                    <a:lnTo>
                      <a:pt x="227" y="27"/>
                    </a:lnTo>
                    <a:lnTo>
                      <a:pt x="228" y="27"/>
                    </a:lnTo>
                    <a:lnTo>
                      <a:pt x="230" y="27"/>
                    </a:lnTo>
                    <a:lnTo>
                      <a:pt x="231" y="27"/>
                    </a:lnTo>
                    <a:lnTo>
                      <a:pt x="232" y="27"/>
                    </a:lnTo>
                    <a:lnTo>
                      <a:pt x="234" y="28"/>
                    </a:lnTo>
                    <a:lnTo>
                      <a:pt x="235" y="28"/>
                    </a:lnTo>
                    <a:lnTo>
                      <a:pt x="236" y="28"/>
                    </a:lnTo>
                    <a:lnTo>
                      <a:pt x="238" y="28"/>
                    </a:lnTo>
                    <a:lnTo>
                      <a:pt x="239" y="28"/>
                    </a:lnTo>
                    <a:lnTo>
                      <a:pt x="241" y="28"/>
                    </a:lnTo>
                    <a:lnTo>
                      <a:pt x="242" y="29"/>
                    </a:lnTo>
                    <a:lnTo>
                      <a:pt x="243" y="29"/>
                    </a:lnTo>
                    <a:lnTo>
                      <a:pt x="245" y="29"/>
                    </a:lnTo>
                    <a:lnTo>
                      <a:pt x="246" y="29"/>
                    </a:lnTo>
                    <a:lnTo>
                      <a:pt x="247" y="29"/>
                    </a:lnTo>
                    <a:lnTo>
                      <a:pt x="249" y="30"/>
                    </a:lnTo>
                    <a:lnTo>
                      <a:pt x="250" y="30"/>
                    </a:lnTo>
                    <a:lnTo>
                      <a:pt x="251" y="30"/>
                    </a:lnTo>
                    <a:lnTo>
                      <a:pt x="253" y="30"/>
                    </a:lnTo>
                    <a:lnTo>
                      <a:pt x="254" y="30"/>
                    </a:lnTo>
                    <a:lnTo>
                      <a:pt x="255" y="31"/>
                    </a:lnTo>
                    <a:lnTo>
                      <a:pt x="257" y="31"/>
                    </a:lnTo>
                    <a:lnTo>
                      <a:pt x="258" y="31"/>
                    </a:lnTo>
                    <a:lnTo>
                      <a:pt x="259" y="31"/>
                    </a:lnTo>
                    <a:lnTo>
                      <a:pt x="261" y="31"/>
                    </a:lnTo>
                    <a:lnTo>
                      <a:pt x="262" y="31"/>
                    </a:lnTo>
                    <a:lnTo>
                      <a:pt x="263" y="32"/>
                    </a:lnTo>
                    <a:lnTo>
                      <a:pt x="265" y="32"/>
                    </a:lnTo>
                    <a:lnTo>
                      <a:pt x="266" y="32"/>
                    </a:lnTo>
                    <a:lnTo>
                      <a:pt x="267" y="32"/>
                    </a:lnTo>
                    <a:lnTo>
                      <a:pt x="269" y="32"/>
                    </a:lnTo>
                    <a:lnTo>
                      <a:pt x="270" y="33"/>
                    </a:lnTo>
                    <a:lnTo>
                      <a:pt x="271" y="33"/>
                    </a:lnTo>
                    <a:lnTo>
                      <a:pt x="273" y="33"/>
                    </a:lnTo>
                    <a:lnTo>
                      <a:pt x="274" y="33"/>
                    </a:lnTo>
                    <a:lnTo>
                      <a:pt x="276" y="33"/>
                    </a:lnTo>
                    <a:lnTo>
                      <a:pt x="277" y="33"/>
                    </a:lnTo>
                    <a:lnTo>
                      <a:pt x="278" y="33"/>
                    </a:lnTo>
                    <a:lnTo>
                      <a:pt x="280" y="34"/>
                    </a:lnTo>
                    <a:lnTo>
                      <a:pt x="281" y="34"/>
                    </a:lnTo>
                    <a:lnTo>
                      <a:pt x="282" y="34"/>
                    </a:lnTo>
                    <a:lnTo>
                      <a:pt x="284" y="34"/>
                    </a:lnTo>
                    <a:lnTo>
                      <a:pt x="285" y="34"/>
                    </a:lnTo>
                    <a:lnTo>
                      <a:pt x="286" y="34"/>
                    </a:lnTo>
                    <a:lnTo>
                      <a:pt x="288" y="35"/>
                    </a:lnTo>
                    <a:lnTo>
                      <a:pt x="289" y="35"/>
                    </a:lnTo>
                    <a:lnTo>
                      <a:pt x="290" y="35"/>
                    </a:lnTo>
                    <a:lnTo>
                      <a:pt x="292" y="35"/>
                    </a:lnTo>
                    <a:lnTo>
                      <a:pt x="293" y="35"/>
                    </a:lnTo>
                    <a:lnTo>
                      <a:pt x="294" y="35"/>
                    </a:lnTo>
                    <a:lnTo>
                      <a:pt x="296" y="35"/>
                    </a:lnTo>
                    <a:lnTo>
                      <a:pt x="297" y="36"/>
                    </a:lnTo>
                    <a:lnTo>
                      <a:pt x="298" y="36"/>
                    </a:lnTo>
                    <a:lnTo>
                      <a:pt x="300" y="36"/>
                    </a:lnTo>
                    <a:lnTo>
                      <a:pt x="301" y="36"/>
                    </a:lnTo>
                    <a:lnTo>
                      <a:pt x="302" y="36"/>
                    </a:lnTo>
                    <a:lnTo>
                      <a:pt x="304" y="36"/>
                    </a:lnTo>
                    <a:lnTo>
                      <a:pt x="305" y="36"/>
                    </a:lnTo>
                    <a:lnTo>
                      <a:pt x="306" y="36"/>
                    </a:lnTo>
                    <a:lnTo>
                      <a:pt x="308" y="37"/>
                    </a:lnTo>
                    <a:lnTo>
                      <a:pt x="309" y="37"/>
                    </a:lnTo>
                    <a:lnTo>
                      <a:pt x="311" y="37"/>
                    </a:lnTo>
                    <a:lnTo>
                      <a:pt x="312" y="37"/>
                    </a:lnTo>
                    <a:lnTo>
                      <a:pt x="313" y="37"/>
                    </a:lnTo>
                    <a:lnTo>
                      <a:pt x="315" y="37"/>
                    </a:lnTo>
                    <a:lnTo>
                      <a:pt x="316" y="37"/>
                    </a:lnTo>
                    <a:lnTo>
                      <a:pt x="317" y="37"/>
                    </a:lnTo>
                    <a:lnTo>
                      <a:pt x="319" y="37"/>
                    </a:lnTo>
                    <a:lnTo>
                      <a:pt x="320" y="37"/>
                    </a:lnTo>
                    <a:lnTo>
                      <a:pt x="321" y="37"/>
                    </a:lnTo>
                    <a:lnTo>
                      <a:pt x="323" y="38"/>
                    </a:lnTo>
                    <a:lnTo>
                      <a:pt x="324" y="38"/>
                    </a:lnTo>
                    <a:lnTo>
                      <a:pt x="325" y="38"/>
                    </a:lnTo>
                    <a:lnTo>
                      <a:pt x="327" y="38"/>
                    </a:lnTo>
                    <a:lnTo>
                      <a:pt x="328" y="38"/>
                    </a:lnTo>
                    <a:lnTo>
                      <a:pt x="329" y="38"/>
                    </a:lnTo>
                    <a:lnTo>
                      <a:pt x="331" y="38"/>
                    </a:lnTo>
                    <a:lnTo>
                      <a:pt x="332" y="38"/>
                    </a:lnTo>
                    <a:lnTo>
                      <a:pt x="333" y="38"/>
                    </a:lnTo>
                    <a:lnTo>
                      <a:pt x="335" y="38"/>
                    </a:lnTo>
                    <a:lnTo>
                      <a:pt x="336" y="38"/>
                    </a:lnTo>
                    <a:lnTo>
                      <a:pt x="337" y="38"/>
                    </a:lnTo>
                    <a:lnTo>
                      <a:pt x="339" y="39"/>
                    </a:lnTo>
                    <a:lnTo>
                      <a:pt x="340" y="39"/>
                    </a:lnTo>
                    <a:lnTo>
                      <a:pt x="341" y="39"/>
                    </a:lnTo>
                    <a:lnTo>
                      <a:pt x="343" y="39"/>
                    </a:lnTo>
                    <a:lnTo>
                      <a:pt x="344" y="39"/>
                    </a:lnTo>
                    <a:lnTo>
                      <a:pt x="346" y="39"/>
                    </a:lnTo>
                    <a:lnTo>
                      <a:pt x="347" y="39"/>
                    </a:lnTo>
                    <a:lnTo>
                      <a:pt x="348" y="39"/>
                    </a:lnTo>
                    <a:lnTo>
                      <a:pt x="350" y="39"/>
                    </a:lnTo>
                    <a:lnTo>
                      <a:pt x="351" y="39"/>
                    </a:lnTo>
                    <a:lnTo>
                      <a:pt x="352" y="39"/>
                    </a:lnTo>
                    <a:lnTo>
                      <a:pt x="354" y="39"/>
                    </a:lnTo>
                    <a:lnTo>
                      <a:pt x="355" y="39"/>
                    </a:lnTo>
                    <a:lnTo>
                      <a:pt x="356" y="39"/>
                    </a:lnTo>
                    <a:lnTo>
                      <a:pt x="358" y="39"/>
                    </a:lnTo>
                    <a:lnTo>
                      <a:pt x="359" y="39"/>
                    </a:lnTo>
                    <a:lnTo>
                      <a:pt x="360" y="39"/>
                    </a:lnTo>
                    <a:lnTo>
                      <a:pt x="362" y="39"/>
                    </a:lnTo>
                    <a:lnTo>
                      <a:pt x="363" y="39"/>
                    </a:lnTo>
                    <a:lnTo>
                      <a:pt x="364" y="39"/>
                    </a:lnTo>
                    <a:lnTo>
                      <a:pt x="366" y="39"/>
                    </a:lnTo>
                    <a:lnTo>
                      <a:pt x="367" y="39"/>
                    </a:lnTo>
                    <a:lnTo>
                      <a:pt x="368" y="39"/>
                    </a:lnTo>
                    <a:lnTo>
                      <a:pt x="370" y="39"/>
                    </a:lnTo>
                    <a:lnTo>
                      <a:pt x="371" y="39"/>
                    </a:lnTo>
                    <a:lnTo>
                      <a:pt x="372" y="39"/>
                    </a:lnTo>
                    <a:lnTo>
                      <a:pt x="374" y="39"/>
                    </a:lnTo>
                    <a:lnTo>
                      <a:pt x="375" y="40"/>
                    </a:lnTo>
                    <a:lnTo>
                      <a:pt x="376" y="40"/>
                    </a:lnTo>
                    <a:lnTo>
                      <a:pt x="378" y="40"/>
                    </a:lnTo>
                    <a:lnTo>
                      <a:pt x="379" y="40"/>
                    </a:lnTo>
                    <a:lnTo>
                      <a:pt x="380" y="40"/>
                    </a:lnTo>
                    <a:lnTo>
                      <a:pt x="382" y="40"/>
                    </a:lnTo>
                    <a:lnTo>
                      <a:pt x="383" y="40"/>
                    </a:lnTo>
                    <a:lnTo>
                      <a:pt x="385" y="40"/>
                    </a:lnTo>
                    <a:lnTo>
                      <a:pt x="386" y="40"/>
                    </a:lnTo>
                    <a:lnTo>
                      <a:pt x="387" y="40"/>
                    </a:lnTo>
                    <a:lnTo>
                      <a:pt x="389" y="40"/>
                    </a:lnTo>
                    <a:lnTo>
                      <a:pt x="390" y="40"/>
                    </a:lnTo>
                    <a:lnTo>
                      <a:pt x="391" y="40"/>
                    </a:lnTo>
                    <a:lnTo>
                      <a:pt x="393" y="40"/>
                    </a:lnTo>
                    <a:lnTo>
                      <a:pt x="394" y="40"/>
                    </a:lnTo>
                    <a:lnTo>
                      <a:pt x="395" y="40"/>
                    </a:lnTo>
                    <a:lnTo>
                      <a:pt x="397" y="40"/>
                    </a:lnTo>
                    <a:lnTo>
                      <a:pt x="398" y="40"/>
                    </a:lnTo>
                    <a:lnTo>
                      <a:pt x="399" y="40"/>
                    </a:lnTo>
                    <a:lnTo>
                      <a:pt x="401" y="40"/>
                    </a:lnTo>
                    <a:lnTo>
                      <a:pt x="402" y="40"/>
                    </a:lnTo>
                    <a:lnTo>
                      <a:pt x="403" y="40"/>
                    </a:lnTo>
                    <a:lnTo>
                      <a:pt x="405" y="40"/>
                    </a:lnTo>
                    <a:lnTo>
                      <a:pt x="406" y="40"/>
                    </a:lnTo>
                    <a:lnTo>
                      <a:pt x="407" y="40"/>
                    </a:lnTo>
                    <a:lnTo>
                      <a:pt x="409" y="40"/>
                    </a:lnTo>
                    <a:lnTo>
                      <a:pt x="410" y="40"/>
                    </a:lnTo>
                    <a:lnTo>
                      <a:pt x="411" y="40"/>
                    </a:lnTo>
                    <a:lnTo>
                      <a:pt x="413" y="40"/>
                    </a:lnTo>
                    <a:lnTo>
                      <a:pt x="414" y="40"/>
                    </a:lnTo>
                    <a:lnTo>
                      <a:pt x="415" y="40"/>
                    </a:lnTo>
                    <a:lnTo>
                      <a:pt x="417" y="40"/>
                    </a:lnTo>
                    <a:lnTo>
                      <a:pt x="418" y="40"/>
                    </a:lnTo>
                    <a:lnTo>
                      <a:pt x="420" y="32"/>
                    </a:lnTo>
                    <a:lnTo>
                      <a:pt x="421" y="32"/>
                    </a:lnTo>
                    <a:lnTo>
                      <a:pt x="422" y="32"/>
                    </a:lnTo>
                    <a:lnTo>
                      <a:pt x="424" y="32"/>
                    </a:lnTo>
                    <a:lnTo>
                      <a:pt x="425" y="32"/>
                    </a:lnTo>
                    <a:lnTo>
                      <a:pt x="426" y="32"/>
                    </a:lnTo>
                    <a:lnTo>
                      <a:pt x="428" y="32"/>
                    </a:lnTo>
                    <a:lnTo>
                      <a:pt x="429" y="32"/>
                    </a:lnTo>
                    <a:lnTo>
                      <a:pt x="430" y="32"/>
                    </a:lnTo>
                    <a:lnTo>
                      <a:pt x="432" y="32"/>
                    </a:lnTo>
                    <a:lnTo>
                      <a:pt x="433" y="32"/>
                    </a:lnTo>
                    <a:lnTo>
                      <a:pt x="434" y="32"/>
                    </a:lnTo>
                    <a:lnTo>
                      <a:pt x="436" y="32"/>
                    </a:lnTo>
                    <a:lnTo>
                      <a:pt x="437" y="32"/>
                    </a:lnTo>
                    <a:lnTo>
                      <a:pt x="438" y="32"/>
                    </a:lnTo>
                    <a:lnTo>
                      <a:pt x="440" y="31"/>
                    </a:lnTo>
                    <a:lnTo>
                      <a:pt x="441" y="31"/>
                    </a:lnTo>
                    <a:lnTo>
                      <a:pt x="442" y="31"/>
                    </a:lnTo>
                    <a:lnTo>
                      <a:pt x="444" y="32"/>
                    </a:lnTo>
                    <a:lnTo>
                      <a:pt x="445" y="32"/>
                    </a:lnTo>
                    <a:lnTo>
                      <a:pt x="446" y="32"/>
                    </a:lnTo>
                    <a:lnTo>
                      <a:pt x="448" y="32"/>
                    </a:lnTo>
                    <a:lnTo>
                      <a:pt x="449" y="32"/>
                    </a:lnTo>
                    <a:lnTo>
                      <a:pt x="450" y="32"/>
                    </a:lnTo>
                    <a:lnTo>
                      <a:pt x="452" y="32"/>
                    </a:lnTo>
                    <a:lnTo>
                      <a:pt x="453" y="32"/>
                    </a:lnTo>
                    <a:lnTo>
                      <a:pt x="455" y="32"/>
                    </a:lnTo>
                    <a:lnTo>
                      <a:pt x="456" y="32"/>
                    </a:lnTo>
                    <a:lnTo>
                      <a:pt x="457" y="32"/>
                    </a:lnTo>
                    <a:lnTo>
                      <a:pt x="459" y="32"/>
                    </a:lnTo>
                    <a:lnTo>
                      <a:pt x="460" y="32"/>
                    </a:lnTo>
                    <a:lnTo>
                      <a:pt x="461" y="32"/>
                    </a:lnTo>
                    <a:lnTo>
                      <a:pt x="463" y="32"/>
                    </a:lnTo>
                    <a:lnTo>
                      <a:pt x="464" y="32"/>
                    </a:lnTo>
                    <a:lnTo>
                      <a:pt x="465" y="32"/>
                    </a:lnTo>
                    <a:lnTo>
                      <a:pt x="467" y="32"/>
                    </a:lnTo>
                    <a:lnTo>
                      <a:pt x="468" y="32"/>
                    </a:lnTo>
                    <a:lnTo>
                      <a:pt x="469" y="32"/>
                    </a:lnTo>
                    <a:lnTo>
                      <a:pt x="471" y="32"/>
                    </a:lnTo>
                    <a:lnTo>
                      <a:pt x="472" y="32"/>
                    </a:lnTo>
                    <a:lnTo>
                      <a:pt x="473" y="32"/>
                    </a:lnTo>
                    <a:lnTo>
                      <a:pt x="475" y="32"/>
                    </a:lnTo>
                    <a:lnTo>
                      <a:pt x="476" y="32"/>
                    </a:lnTo>
                    <a:lnTo>
                      <a:pt x="477" y="32"/>
                    </a:lnTo>
                    <a:lnTo>
                      <a:pt x="479" y="32"/>
                    </a:lnTo>
                    <a:lnTo>
                      <a:pt x="480" y="32"/>
                    </a:lnTo>
                    <a:lnTo>
                      <a:pt x="481" y="32"/>
                    </a:lnTo>
                    <a:lnTo>
                      <a:pt x="483" y="32"/>
                    </a:lnTo>
                    <a:lnTo>
                      <a:pt x="484" y="32"/>
                    </a:lnTo>
                    <a:lnTo>
                      <a:pt x="485" y="32"/>
                    </a:lnTo>
                    <a:lnTo>
                      <a:pt x="487" y="32"/>
                    </a:lnTo>
                    <a:lnTo>
                      <a:pt x="488" y="31"/>
                    </a:lnTo>
                    <a:lnTo>
                      <a:pt x="490" y="31"/>
                    </a:lnTo>
                    <a:lnTo>
                      <a:pt x="491" y="31"/>
                    </a:lnTo>
                    <a:lnTo>
                      <a:pt x="492" y="32"/>
                    </a:lnTo>
                    <a:lnTo>
                      <a:pt x="494" y="32"/>
                    </a:lnTo>
                    <a:lnTo>
                      <a:pt x="495" y="32"/>
                    </a:lnTo>
                    <a:lnTo>
                      <a:pt x="496" y="32"/>
                    </a:lnTo>
                    <a:lnTo>
                      <a:pt x="498" y="32"/>
                    </a:lnTo>
                    <a:lnTo>
                      <a:pt x="499" y="32"/>
                    </a:lnTo>
                    <a:lnTo>
                      <a:pt x="500" y="32"/>
                    </a:lnTo>
                    <a:lnTo>
                      <a:pt x="502" y="32"/>
                    </a:lnTo>
                    <a:lnTo>
                      <a:pt x="503" y="32"/>
                    </a:lnTo>
                    <a:lnTo>
                      <a:pt x="504" y="32"/>
                    </a:lnTo>
                    <a:lnTo>
                      <a:pt x="506" y="31"/>
                    </a:lnTo>
                    <a:lnTo>
                      <a:pt x="507" y="31"/>
                    </a:lnTo>
                    <a:lnTo>
                      <a:pt x="508" y="32"/>
                    </a:lnTo>
                    <a:lnTo>
                      <a:pt x="510" y="31"/>
                    </a:lnTo>
                    <a:lnTo>
                      <a:pt x="511" y="31"/>
                    </a:lnTo>
                    <a:lnTo>
                      <a:pt x="512" y="31"/>
                    </a:lnTo>
                    <a:lnTo>
                      <a:pt x="514" y="31"/>
                    </a:lnTo>
                    <a:lnTo>
                      <a:pt x="515" y="31"/>
                    </a:lnTo>
                    <a:lnTo>
                      <a:pt x="516" y="31"/>
                    </a:lnTo>
                    <a:lnTo>
                      <a:pt x="518" y="31"/>
                    </a:lnTo>
                    <a:lnTo>
                      <a:pt x="519" y="31"/>
                    </a:lnTo>
                    <a:lnTo>
                      <a:pt x="520" y="31"/>
                    </a:lnTo>
                    <a:lnTo>
                      <a:pt x="522" y="31"/>
                    </a:lnTo>
                    <a:lnTo>
                      <a:pt x="523" y="31"/>
                    </a:lnTo>
                    <a:lnTo>
                      <a:pt x="524" y="31"/>
                    </a:lnTo>
                    <a:lnTo>
                      <a:pt x="526" y="31"/>
                    </a:lnTo>
                    <a:lnTo>
                      <a:pt x="527" y="31"/>
                    </a:lnTo>
                    <a:lnTo>
                      <a:pt x="529" y="31"/>
                    </a:lnTo>
                    <a:lnTo>
                      <a:pt x="530" y="31"/>
                    </a:lnTo>
                    <a:lnTo>
                      <a:pt x="531" y="31"/>
                    </a:lnTo>
                    <a:lnTo>
                      <a:pt x="533" y="31"/>
                    </a:lnTo>
                    <a:lnTo>
                      <a:pt x="534" y="31"/>
                    </a:lnTo>
                    <a:lnTo>
                      <a:pt x="535" y="31"/>
                    </a:lnTo>
                    <a:lnTo>
                      <a:pt x="537" y="31"/>
                    </a:lnTo>
                    <a:lnTo>
                      <a:pt x="538" y="31"/>
                    </a:lnTo>
                    <a:lnTo>
                      <a:pt x="539" y="31"/>
                    </a:lnTo>
                    <a:lnTo>
                      <a:pt x="541" y="31"/>
                    </a:lnTo>
                    <a:lnTo>
                      <a:pt x="542" y="31"/>
                    </a:lnTo>
                    <a:lnTo>
                      <a:pt x="543" y="31"/>
                    </a:lnTo>
                    <a:lnTo>
                      <a:pt x="545" y="31"/>
                    </a:lnTo>
                    <a:lnTo>
                      <a:pt x="546" y="31"/>
                    </a:lnTo>
                    <a:lnTo>
                      <a:pt x="547" y="31"/>
                    </a:lnTo>
                    <a:lnTo>
                      <a:pt x="549" y="31"/>
                    </a:lnTo>
                    <a:lnTo>
                      <a:pt x="550" y="31"/>
                    </a:lnTo>
                    <a:lnTo>
                      <a:pt x="551" y="31"/>
                    </a:lnTo>
                    <a:lnTo>
                      <a:pt x="553" y="31"/>
                    </a:lnTo>
                    <a:lnTo>
                      <a:pt x="554" y="31"/>
                    </a:lnTo>
                    <a:lnTo>
                      <a:pt x="555" y="31"/>
                    </a:lnTo>
                    <a:lnTo>
                      <a:pt x="557" y="31"/>
                    </a:lnTo>
                    <a:lnTo>
                      <a:pt x="558" y="31"/>
                    </a:lnTo>
                    <a:lnTo>
                      <a:pt x="559" y="31"/>
                    </a:lnTo>
                    <a:lnTo>
                      <a:pt x="561" y="31"/>
                    </a:lnTo>
                    <a:lnTo>
                      <a:pt x="562" y="31"/>
                    </a:lnTo>
                    <a:lnTo>
                      <a:pt x="564" y="31"/>
                    </a:lnTo>
                    <a:lnTo>
                      <a:pt x="565" y="31"/>
                    </a:lnTo>
                    <a:lnTo>
                      <a:pt x="566" y="31"/>
                    </a:lnTo>
                    <a:lnTo>
                      <a:pt x="568" y="31"/>
                    </a:lnTo>
                    <a:lnTo>
                      <a:pt x="569" y="31"/>
                    </a:lnTo>
                    <a:lnTo>
                      <a:pt x="570" y="31"/>
                    </a:lnTo>
                    <a:lnTo>
                      <a:pt x="572" y="31"/>
                    </a:lnTo>
                    <a:lnTo>
                      <a:pt x="573" y="31"/>
                    </a:lnTo>
                    <a:lnTo>
                      <a:pt x="574" y="31"/>
                    </a:lnTo>
                    <a:lnTo>
                      <a:pt x="576" y="31"/>
                    </a:lnTo>
                    <a:lnTo>
                      <a:pt x="577" y="31"/>
                    </a:lnTo>
                    <a:lnTo>
                      <a:pt x="578" y="31"/>
                    </a:lnTo>
                    <a:lnTo>
                      <a:pt x="580" y="31"/>
                    </a:lnTo>
                    <a:lnTo>
                      <a:pt x="581" y="31"/>
                    </a:lnTo>
                    <a:lnTo>
                      <a:pt x="582" y="31"/>
                    </a:lnTo>
                    <a:lnTo>
                      <a:pt x="584" y="31"/>
                    </a:lnTo>
                    <a:lnTo>
                      <a:pt x="585" y="31"/>
                    </a:lnTo>
                    <a:lnTo>
                      <a:pt x="586" y="31"/>
                    </a:lnTo>
                    <a:lnTo>
                      <a:pt x="588" y="31"/>
                    </a:lnTo>
                    <a:lnTo>
                      <a:pt x="589" y="31"/>
                    </a:lnTo>
                    <a:lnTo>
                      <a:pt x="590" y="31"/>
                    </a:lnTo>
                    <a:lnTo>
                      <a:pt x="592" y="31"/>
                    </a:lnTo>
                    <a:lnTo>
                      <a:pt x="593" y="31"/>
                    </a:lnTo>
                    <a:lnTo>
                      <a:pt x="594" y="31"/>
                    </a:lnTo>
                    <a:lnTo>
                      <a:pt x="596" y="31"/>
                    </a:lnTo>
                    <a:lnTo>
                      <a:pt x="597" y="31"/>
                    </a:lnTo>
                    <a:lnTo>
                      <a:pt x="599" y="31"/>
                    </a:lnTo>
                    <a:lnTo>
                      <a:pt x="600" y="31"/>
                    </a:lnTo>
                    <a:lnTo>
                      <a:pt x="601" y="31"/>
                    </a:lnTo>
                    <a:lnTo>
                      <a:pt x="603" y="31"/>
                    </a:lnTo>
                    <a:lnTo>
                      <a:pt x="604" y="31"/>
                    </a:lnTo>
                    <a:lnTo>
                      <a:pt x="605" y="31"/>
                    </a:lnTo>
                    <a:lnTo>
                      <a:pt x="607" y="31"/>
                    </a:lnTo>
                    <a:lnTo>
                      <a:pt x="608" y="31"/>
                    </a:lnTo>
                    <a:lnTo>
                      <a:pt x="609" y="31"/>
                    </a:lnTo>
                    <a:lnTo>
                      <a:pt x="611" y="31"/>
                    </a:lnTo>
                    <a:lnTo>
                      <a:pt x="612" y="31"/>
                    </a:lnTo>
                    <a:lnTo>
                      <a:pt x="613" y="31"/>
                    </a:lnTo>
                    <a:lnTo>
                      <a:pt x="615" y="31"/>
                    </a:lnTo>
                    <a:lnTo>
                      <a:pt x="616" y="31"/>
                    </a:lnTo>
                    <a:lnTo>
                      <a:pt x="617" y="31"/>
                    </a:lnTo>
                    <a:lnTo>
                      <a:pt x="619" y="31"/>
                    </a:lnTo>
                    <a:lnTo>
                      <a:pt x="620" y="31"/>
                    </a:lnTo>
                    <a:lnTo>
                      <a:pt x="621" y="31"/>
                    </a:lnTo>
                    <a:lnTo>
                      <a:pt x="623" y="31"/>
                    </a:lnTo>
                    <a:lnTo>
                      <a:pt x="624" y="31"/>
                    </a:lnTo>
                    <a:lnTo>
                      <a:pt x="625" y="31"/>
                    </a:lnTo>
                    <a:lnTo>
                      <a:pt x="627" y="31"/>
                    </a:lnTo>
                    <a:lnTo>
                      <a:pt x="628" y="31"/>
                    </a:lnTo>
                    <a:lnTo>
                      <a:pt x="629" y="31"/>
                    </a:lnTo>
                    <a:lnTo>
                      <a:pt x="631" y="31"/>
                    </a:lnTo>
                    <a:lnTo>
                      <a:pt x="632" y="31"/>
                    </a:lnTo>
                    <a:lnTo>
                      <a:pt x="634" y="31"/>
                    </a:lnTo>
                    <a:lnTo>
                      <a:pt x="635" y="31"/>
                    </a:lnTo>
                    <a:lnTo>
                      <a:pt x="636" y="31"/>
                    </a:lnTo>
                    <a:lnTo>
                      <a:pt x="638" y="31"/>
                    </a:lnTo>
                    <a:lnTo>
                      <a:pt x="639" y="31"/>
                    </a:lnTo>
                    <a:lnTo>
                      <a:pt x="640" y="31"/>
                    </a:lnTo>
                    <a:lnTo>
                      <a:pt x="642" y="31"/>
                    </a:lnTo>
                    <a:lnTo>
                      <a:pt x="643" y="31"/>
                    </a:lnTo>
                    <a:lnTo>
                      <a:pt x="644" y="31"/>
                    </a:lnTo>
                    <a:lnTo>
                      <a:pt x="646" y="31"/>
                    </a:lnTo>
                    <a:lnTo>
                      <a:pt x="647" y="31"/>
                    </a:lnTo>
                    <a:lnTo>
                      <a:pt x="648" y="31"/>
                    </a:lnTo>
                    <a:lnTo>
                      <a:pt x="650" y="31"/>
                    </a:lnTo>
                    <a:lnTo>
                      <a:pt x="651" y="31"/>
                    </a:lnTo>
                    <a:lnTo>
                      <a:pt x="652" y="31"/>
                    </a:lnTo>
                    <a:lnTo>
                      <a:pt x="654" y="31"/>
                    </a:lnTo>
                    <a:lnTo>
                      <a:pt x="655" y="31"/>
                    </a:lnTo>
                    <a:lnTo>
                      <a:pt x="656" y="31"/>
                    </a:lnTo>
                    <a:lnTo>
                      <a:pt x="658" y="31"/>
                    </a:lnTo>
                    <a:lnTo>
                      <a:pt x="659" y="31"/>
                    </a:lnTo>
                    <a:lnTo>
                      <a:pt x="660" y="31"/>
                    </a:lnTo>
                    <a:lnTo>
                      <a:pt x="662" y="31"/>
                    </a:lnTo>
                    <a:lnTo>
                      <a:pt x="663" y="31"/>
                    </a:lnTo>
                    <a:lnTo>
                      <a:pt x="664" y="31"/>
                    </a:lnTo>
                    <a:lnTo>
                      <a:pt x="666" y="31"/>
                    </a:lnTo>
                    <a:lnTo>
                      <a:pt x="667" y="31"/>
                    </a:lnTo>
                    <a:lnTo>
                      <a:pt x="668" y="31"/>
                    </a:lnTo>
                    <a:lnTo>
                      <a:pt x="670" y="31"/>
                    </a:lnTo>
                    <a:lnTo>
                      <a:pt x="671" y="31"/>
                    </a:lnTo>
                    <a:lnTo>
                      <a:pt x="673" y="31"/>
                    </a:lnTo>
                    <a:lnTo>
                      <a:pt x="674" y="31"/>
                    </a:lnTo>
                    <a:lnTo>
                      <a:pt x="675" y="31"/>
                    </a:lnTo>
                    <a:lnTo>
                      <a:pt x="677" y="31"/>
                    </a:lnTo>
                    <a:lnTo>
                      <a:pt x="678" y="31"/>
                    </a:lnTo>
                    <a:lnTo>
                      <a:pt x="679" y="31"/>
                    </a:lnTo>
                    <a:lnTo>
                      <a:pt x="681" y="31"/>
                    </a:lnTo>
                    <a:lnTo>
                      <a:pt x="682" y="31"/>
                    </a:lnTo>
                    <a:lnTo>
                      <a:pt x="683" y="31"/>
                    </a:lnTo>
                    <a:lnTo>
                      <a:pt x="685" y="31"/>
                    </a:lnTo>
                    <a:lnTo>
                      <a:pt x="686" y="31"/>
                    </a:lnTo>
                    <a:lnTo>
                      <a:pt x="687" y="31"/>
                    </a:lnTo>
                    <a:lnTo>
                      <a:pt x="689" y="31"/>
                    </a:lnTo>
                    <a:lnTo>
                      <a:pt x="690" y="31"/>
                    </a:lnTo>
                    <a:lnTo>
                      <a:pt x="691" y="31"/>
                    </a:lnTo>
                    <a:lnTo>
                      <a:pt x="693" y="31"/>
                    </a:lnTo>
                    <a:lnTo>
                      <a:pt x="694" y="31"/>
                    </a:lnTo>
                    <a:lnTo>
                      <a:pt x="695" y="31"/>
                    </a:lnTo>
                    <a:lnTo>
                      <a:pt x="697" y="31"/>
                    </a:lnTo>
                    <a:lnTo>
                      <a:pt x="698" y="31"/>
                    </a:lnTo>
                    <a:lnTo>
                      <a:pt x="699" y="31"/>
                    </a:lnTo>
                    <a:lnTo>
                      <a:pt x="701" y="31"/>
                    </a:lnTo>
                    <a:lnTo>
                      <a:pt x="702" y="31"/>
                    </a:lnTo>
                    <a:lnTo>
                      <a:pt x="703" y="31"/>
                    </a:lnTo>
                    <a:lnTo>
                      <a:pt x="705" y="31"/>
                    </a:lnTo>
                    <a:lnTo>
                      <a:pt x="706" y="31"/>
                    </a:lnTo>
                    <a:lnTo>
                      <a:pt x="708" y="31"/>
                    </a:lnTo>
                    <a:lnTo>
                      <a:pt x="709" y="31"/>
                    </a:lnTo>
                    <a:lnTo>
                      <a:pt x="710" y="31"/>
                    </a:lnTo>
                    <a:lnTo>
                      <a:pt x="712" y="31"/>
                    </a:lnTo>
                    <a:lnTo>
                      <a:pt x="713" y="31"/>
                    </a:lnTo>
                    <a:lnTo>
                      <a:pt x="714" y="31"/>
                    </a:lnTo>
                    <a:lnTo>
                      <a:pt x="716" y="31"/>
                    </a:lnTo>
                    <a:lnTo>
                      <a:pt x="717" y="31"/>
                    </a:lnTo>
                    <a:lnTo>
                      <a:pt x="718" y="31"/>
                    </a:lnTo>
                    <a:lnTo>
                      <a:pt x="720" y="31"/>
                    </a:lnTo>
                    <a:lnTo>
                      <a:pt x="721" y="31"/>
                    </a:lnTo>
                    <a:lnTo>
                      <a:pt x="722" y="31"/>
                    </a:lnTo>
                    <a:lnTo>
                      <a:pt x="724" y="31"/>
                    </a:lnTo>
                    <a:lnTo>
                      <a:pt x="725" y="31"/>
                    </a:lnTo>
                    <a:lnTo>
                      <a:pt x="726" y="31"/>
                    </a:lnTo>
                    <a:lnTo>
                      <a:pt x="728" y="31"/>
                    </a:lnTo>
                    <a:lnTo>
                      <a:pt x="729" y="31"/>
                    </a:lnTo>
                    <a:lnTo>
                      <a:pt x="730" y="31"/>
                    </a:lnTo>
                    <a:lnTo>
                      <a:pt x="732" y="31"/>
                    </a:lnTo>
                    <a:lnTo>
                      <a:pt x="733" y="31"/>
                    </a:lnTo>
                    <a:lnTo>
                      <a:pt x="734" y="31"/>
                    </a:lnTo>
                    <a:lnTo>
                      <a:pt x="736" y="31"/>
                    </a:lnTo>
                    <a:lnTo>
                      <a:pt x="737" y="31"/>
                    </a:lnTo>
                    <a:lnTo>
                      <a:pt x="738" y="31"/>
                    </a:lnTo>
                    <a:lnTo>
                      <a:pt x="740" y="31"/>
                    </a:lnTo>
                    <a:lnTo>
                      <a:pt x="741" y="31"/>
                    </a:lnTo>
                    <a:lnTo>
                      <a:pt x="743" y="31"/>
                    </a:lnTo>
                    <a:lnTo>
                      <a:pt x="744" y="31"/>
                    </a:lnTo>
                    <a:lnTo>
                      <a:pt x="745" y="31"/>
                    </a:lnTo>
                    <a:lnTo>
                      <a:pt x="747" y="31"/>
                    </a:lnTo>
                    <a:lnTo>
                      <a:pt x="748" y="31"/>
                    </a:lnTo>
                    <a:lnTo>
                      <a:pt x="749" y="31"/>
                    </a:lnTo>
                    <a:lnTo>
                      <a:pt x="751" y="31"/>
                    </a:lnTo>
                    <a:lnTo>
                      <a:pt x="752" y="31"/>
                    </a:lnTo>
                    <a:lnTo>
                      <a:pt x="753" y="31"/>
                    </a:lnTo>
                    <a:lnTo>
                      <a:pt x="755" y="31"/>
                    </a:lnTo>
                    <a:lnTo>
                      <a:pt x="756" y="31"/>
                    </a:lnTo>
                    <a:lnTo>
                      <a:pt x="757" y="31"/>
                    </a:lnTo>
                    <a:lnTo>
                      <a:pt x="759" y="31"/>
                    </a:lnTo>
                    <a:lnTo>
                      <a:pt x="760" y="31"/>
                    </a:lnTo>
                    <a:lnTo>
                      <a:pt x="761" y="31"/>
                    </a:lnTo>
                    <a:lnTo>
                      <a:pt x="763" y="31"/>
                    </a:lnTo>
                    <a:lnTo>
                      <a:pt x="764" y="31"/>
                    </a:lnTo>
                    <a:lnTo>
                      <a:pt x="765" y="31"/>
                    </a:lnTo>
                    <a:lnTo>
                      <a:pt x="767" y="31"/>
                    </a:lnTo>
                    <a:lnTo>
                      <a:pt x="768" y="31"/>
                    </a:lnTo>
                    <a:lnTo>
                      <a:pt x="769" y="31"/>
                    </a:lnTo>
                    <a:lnTo>
                      <a:pt x="771" y="31"/>
                    </a:lnTo>
                    <a:lnTo>
                      <a:pt x="772" y="31"/>
                    </a:lnTo>
                    <a:lnTo>
                      <a:pt x="773" y="31"/>
                    </a:lnTo>
                    <a:lnTo>
                      <a:pt x="775" y="31"/>
                    </a:lnTo>
                    <a:lnTo>
                      <a:pt x="776" y="31"/>
                    </a:lnTo>
                    <a:lnTo>
                      <a:pt x="777" y="31"/>
                    </a:lnTo>
                    <a:lnTo>
                      <a:pt x="779" y="31"/>
                    </a:lnTo>
                    <a:lnTo>
                      <a:pt x="780" y="31"/>
                    </a:lnTo>
                    <a:lnTo>
                      <a:pt x="782" y="31"/>
                    </a:lnTo>
                    <a:lnTo>
                      <a:pt x="783" y="31"/>
                    </a:lnTo>
                    <a:lnTo>
                      <a:pt x="784" y="31"/>
                    </a:lnTo>
                    <a:lnTo>
                      <a:pt x="786" y="31"/>
                    </a:lnTo>
                    <a:lnTo>
                      <a:pt x="787" y="31"/>
                    </a:lnTo>
                    <a:lnTo>
                      <a:pt x="788" y="31"/>
                    </a:lnTo>
                    <a:lnTo>
                      <a:pt x="790" y="31"/>
                    </a:lnTo>
                    <a:lnTo>
                      <a:pt x="791" y="31"/>
                    </a:lnTo>
                    <a:lnTo>
                      <a:pt x="792" y="31"/>
                    </a:lnTo>
                    <a:lnTo>
                      <a:pt x="794" y="31"/>
                    </a:lnTo>
                    <a:lnTo>
                      <a:pt x="795" y="31"/>
                    </a:lnTo>
                    <a:lnTo>
                      <a:pt x="796" y="31"/>
                    </a:lnTo>
                    <a:lnTo>
                      <a:pt x="798" y="31"/>
                    </a:lnTo>
                    <a:lnTo>
                      <a:pt x="799" y="31"/>
                    </a:lnTo>
                    <a:lnTo>
                      <a:pt x="800" y="31"/>
                    </a:lnTo>
                    <a:lnTo>
                      <a:pt x="802" y="31"/>
                    </a:lnTo>
                    <a:lnTo>
                      <a:pt x="803" y="31"/>
                    </a:lnTo>
                    <a:lnTo>
                      <a:pt x="804" y="31"/>
                    </a:lnTo>
                    <a:lnTo>
                      <a:pt x="806" y="31"/>
                    </a:lnTo>
                    <a:lnTo>
                      <a:pt x="807" y="31"/>
                    </a:lnTo>
                    <a:lnTo>
                      <a:pt x="808" y="31"/>
                    </a:lnTo>
                    <a:lnTo>
                      <a:pt x="810" y="31"/>
                    </a:lnTo>
                    <a:lnTo>
                      <a:pt x="811" y="31"/>
                    </a:lnTo>
                    <a:lnTo>
                      <a:pt x="812" y="31"/>
                    </a:lnTo>
                    <a:lnTo>
                      <a:pt x="814" y="31"/>
                    </a:lnTo>
                    <a:lnTo>
                      <a:pt x="815" y="31"/>
                    </a:lnTo>
                    <a:lnTo>
                      <a:pt x="817" y="31"/>
                    </a:lnTo>
                    <a:lnTo>
                      <a:pt x="818" y="31"/>
                    </a:lnTo>
                    <a:lnTo>
                      <a:pt x="819" y="31"/>
                    </a:lnTo>
                    <a:lnTo>
                      <a:pt x="821" y="31"/>
                    </a:lnTo>
                    <a:lnTo>
                      <a:pt x="822" y="31"/>
                    </a:lnTo>
                    <a:lnTo>
                      <a:pt x="823" y="31"/>
                    </a:lnTo>
                    <a:lnTo>
                      <a:pt x="825" y="31"/>
                    </a:lnTo>
                    <a:lnTo>
                      <a:pt x="826" y="31"/>
                    </a:lnTo>
                    <a:lnTo>
                      <a:pt x="827" y="31"/>
                    </a:lnTo>
                    <a:lnTo>
                      <a:pt x="829" y="31"/>
                    </a:lnTo>
                    <a:lnTo>
                      <a:pt x="830" y="31"/>
                    </a:lnTo>
                    <a:lnTo>
                      <a:pt x="831" y="31"/>
                    </a:lnTo>
                    <a:lnTo>
                      <a:pt x="833" y="31"/>
                    </a:lnTo>
                    <a:lnTo>
                      <a:pt x="834" y="31"/>
                    </a:lnTo>
                    <a:lnTo>
                      <a:pt x="835" y="31"/>
                    </a:lnTo>
                    <a:lnTo>
                      <a:pt x="837" y="31"/>
                    </a:lnTo>
                    <a:lnTo>
                      <a:pt x="838" y="31"/>
                    </a:lnTo>
                    <a:lnTo>
                      <a:pt x="839" y="31"/>
                    </a:lnTo>
                    <a:lnTo>
                      <a:pt x="841" y="31"/>
                    </a:lnTo>
                    <a:lnTo>
                      <a:pt x="842" y="31"/>
                    </a:lnTo>
                    <a:lnTo>
                      <a:pt x="843" y="31"/>
                    </a:lnTo>
                    <a:lnTo>
                      <a:pt x="845" y="31"/>
                    </a:lnTo>
                    <a:lnTo>
                      <a:pt x="846" y="31"/>
                    </a:lnTo>
                    <a:lnTo>
                      <a:pt x="847" y="31"/>
                    </a:lnTo>
                    <a:lnTo>
                      <a:pt x="849" y="31"/>
                    </a:lnTo>
                    <a:lnTo>
                      <a:pt x="850" y="31"/>
                    </a:lnTo>
                    <a:lnTo>
                      <a:pt x="852" y="31"/>
                    </a:lnTo>
                    <a:lnTo>
                      <a:pt x="853" y="31"/>
                    </a:lnTo>
                    <a:lnTo>
                      <a:pt x="854" y="31"/>
                    </a:lnTo>
                    <a:lnTo>
                      <a:pt x="856" y="31"/>
                    </a:lnTo>
                    <a:lnTo>
                      <a:pt x="857" y="31"/>
                    </a:lnTo>
                    <a:lnTo>
                      <a:pt x="858" y="31"/>
                    </a:lnTo>
                    <a:lnTo>
                      <a:pt x="860" y="31"/>
                    </a:lnTo>
                    <a:lnTo>
                      <a:pt x="861" y="31"/>
                    </a:lnTo>
                    <a:lnTo>
                      <a:pt x="862" y="31"/>
                    </a:lnTo>
                    <a:lnTo>
                      <a:pt x="864" y="31"/>
                    </a:lnTo>
                    <a:lnTo>
                      <a:pt x="865" y="31"/>
                    </a:lnTo>
                    <a:lnTo>
                      <a:pt x="866" y="31"/>
                    </a:lnTo>
                    <a:lnTo>
                      <a:pt x="868" y="31"/>
                    </a:lnTo>
                    <a:lnTo>
                      <a:pt x="869" y="31"/>
                    </a:lnTo>
                    <a:lnTo>
                      <a:pt x="870" y="31"/>
                    </a:lnTo>
                    <a:lnTo>
                      <a:pt x="872" y="31"/>
                    </a:lnTo>
                    <a:lnTo>
                      <a:pt x="873" y="31"/>
                    </a:lnTo>
                    <a:lnTo>
                      <a:pt x="874" y="31"/>
                    </a:lnTo>
                    <a:lnTo>
                      <a:pt x="876" y="31"/>
                    </a:lnTo>
                    <a:lnTo>
                      <a:pt x="877" y="31"/>
                    </a:lnTo>
                    <a:lnTo>
                      <a:pt x="878" y="31"/>
                    </a:lnTo>
                    <a:lnTo>
                      <a:pt x="880" y="31"/>
                    </a:lnTo>
                    <a:lnTo>
                      <a:pt x="881" y="31"/>
                    </a:lnTo>
                    <a:lnTo>
                      <a:pt x="882" y="31"/>
                    </a:lnTo>
                    <a:lnTo>
                      <a:pt x="884" y="31"/>
                    </a:lnTo>
                    <a:lnTo>
                      <a:pt x="885" y="31"/>
                    </a:lnTo>
                    <a:lnTo>
                      <a:pt x="887" y="31"/>
                    </a:lnTo>
                    <a:lnTo>
                      <a:pt x="888" y="31"/>
                    </a:lnTo>
                    <a:lnTo>
                      <a:pt x="889" y="31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3" y="31"/>
                    </a:lnTo>
                    <a:lnTo>
                      <a:pt x="895" y="31"/>
                    </a:lnTo>
                    <a:lnTo>
                      <a:pt x="896" y="31"/>
                    </a:lnTo>
                    <a:lnTo>
                      <a:pt x="897" y="31"/>
                    </a:lnTo>
                    <a:lnTo>
                      <a:pt x="899" y="31"/>
                    </a:lnTo>
                    <a:lnTo>
                      <a:pt x="900" y="31"/>
                    </a:lnTo>
                    <a:lnTo>
                      <a:pt x="901" y="31"/>
                    </a:lnTo>
                    <a:lnTo>
                      <a:pt x="903" y="31"/>
                    </a:lnTo>
                    <a:lnTo>
                      <a:pt x="904" y="31"/>
                    </a:lnTo>
                    <a:lnTo>
                      <a:pt x="905" y="31"/>
                    </a:lnTo>
                    <a:lnTo>
                      <a:pt x="907" y="31"/>
                    </a:lnTo>
                    <a:lnTo>
                      <a:pt x="908" y="31"/>
                    </a:lnTo>
                    <a:lnTo>
                      <a:pt x="909" y="31"/>
                    </a:lnTo>
                    <a:lnTo>
                      <a:pt x="911" y="31"/>
                    </a:lnTo>
                    <a:lnTo>
                      <a:pt x="912" y="31"/>
                    </a:lnTo>
                    <a:lnTo>
                      <a:pt x="913" y="31"/>
                    </a:lnTo>
                    <a:lnTo>
                      <a:pt x="915" y="31"/>
                    </a:lnTo>
                    <a:lnTo>
                      <a:pt x="916" y="31"/>
                    </a:lnTo>
                    <a:lnTo>
                      <a:pt x="917" y="31"/>
                    </a:lnTo>
                    <a:lnTo>
                      <a:pt x="919" y="31"/>
                    </a:lnTo>
                    <a:lnTo>
                      <a:pt x="920" y="31"/>
                    </a:lnTo>
                    <a:lnTo>
                      <a:pt x="921" y="31"/>
                    </a:lnTo>
                    <a:lnTo>
                      <a:pt x="923" y="31"/>
                    </a:lnTo>
                    <a:lnTo>
                      <a:pt x="924" y="31"/>
                    </a:lnTo>
                    <a:lnTo>
                      <a:pt x="926" y="31"/>
                    </a:lnTo>
                    <a:lnTo>
                      <a:pt x="927" y="31"/>
                    </a:lnTo>
                    <a:lnTo>
                      <a:pt x="928" y="31"/>
                    </a:lnTo>
                    <a:lnTo>
                      <a:pt x="930" y="31"/>
                    </a:lnTo>
                    <a:lnTo>
                      <a:pt x="931" y="31"/>
                    </a:lnTo>
                    <a:lnTo>
                      <a:pt x="932" y="31"/>
                    </a:lnTo>
                    <a:lnTo>
                      <a:pt x="934" y="31"/>
                    </a:lnTo>
                    <a:lnTo>
                      <a:pt x="935" y="31"/>
                    </a:lnTo>
                    <a:lnTo>
                      <a:pt x="936" y="31"/>
                    </a:lnTo>
                    <a:lnTo>
                      <a:pt x="938" y="31"/>
                    </a:lnTo>
                    <a:lnTo>
                      <a:pt x="939" y="31"/>
                    </a:lnTo>
                    <a:lnTo>
                      <a:pt x="940" y="31"/>
                    </a:lnTo>
                    <a:lnTo>
                      <a:pt x="942" y="31"/>
                    </a:lnTo>
                    <a:lnTo>
                      <a:pt x="943" y="31"/>
                    </a:lnTo>
                    <a:lnTo>
                      <a:pt x="944" y="31"/>
                    </a:lnTo>
                    <a:lnTo>
                      <a:pt x="946" y="31"/>
                    </a:lnTo>
                    <a:lnTo>
                      <a:pt x="947" y="31"/>
                    </a:lnTo>
                    <a:lnTo>
                      <a:pt x="948" y="31"/>
                    </a:lnTo>
                    <a:lnTo>
                      <a:pt x="950" y="31"/>
                    </a:lnTo>
                    <a:lnTo>
                      <a:pt x="951" y="31"/>
                    </a:lnTo>
                    <a:lnTo>
                      <a:pt x="952" y="31"/>
                    </a:lnTo>
                    <a:lnTo>
                      <a:pt x="954" y="31"/>
                    </a:lnTo>
                    <a:lnTo>
                      <a:pt x="955" y="31"/>
                    </a:lnTo>
                    <a:lnTo>
                      <a:pt x="956" y="31"/>
                    </a:lnTo>
                    <a:lnTo>
                      <a:pt x="958" y="31"/>
                    </a:lnTo>
                    <a:lnTo>
                      <a:pt x="959" y="31"/>
                    </a:lnTo>
                    <a:lnTo>
                      <a:pt x="961" y="31"/>
                    </a:lnTo>
                    <a:lnTo>
                      <a:pt x="962" y="31"/>
                    </a:lnTo>
                    <a:lnTo>
                      <a:pt x="963" y="31"/>
                    </a:lnTo>
                    <a:lnTo>
                      <a:pt x="965" y="31"/>
                    </a:lnTo>
                    <a:lnTo>
                      <a:pt x="966" y="31"/>
                    </a:lnTo>
                    <a:lnTo>
                      <a:pt x="967" y="31"/>
                    </a:lnTo>
                    <a:lnTo>
                      <a:pt x="969" y="31"/>
                    </a:lnTo>
                    <a:lnTo>
                      <a:pt x="970" y="31"/>
                    </a:lnTo>
                    <a:lnTo>
                      <a:pt x="971" y="30"/>
                    </a:lnTo>
                    <a:lnTo>
                      <a:pt x="973" y="30"/>
                    </a:lnTo>
                    <a:lnTo>
                      <a:pt x="974" y="30"/>
                    </a:lnTo>
                    <a:lnTo>
                      <a:pt x="975" y="30"/>
                    </a:lnTo>
                    <a:lnTo>
                      <a:pt x="977" y="30"/>
                    </a:lnTo>
                    <a:lnTo>
                      <a:pt x="978" y="30"/>
                    </a:lnTo>
                    <a:lnTo>
                      <a:pt x="979" y="30"/>
                    </a:lnTo>
                    <a:lnTo>
                      <a:pt x="981" y="31"/>
                    </a:lnTo>
                    <a:lnTo>
                      <a:pt x="982" y="31"/>
                    </a:lnTo>
                    <a:lnTo>
                      <a:pt x="983" y="31"/>
                    </a:lnTo>
                    <a:lnTo>
                      <a:pt x="985" y="31"/>
                    </a:lnTo>
                    <a:lnTo>
                      <a:pt x="986" y="31"/>
                    </a:lnTo>
                    <a:lnTo>
                      <a:pt x="987" y="31"/>
                    </a:lnTo>
                    <a:lnTo>
                      <a:pt x="989" y="31"/>
                    </a:lnTo>
                    <a:lnTo>
                      <a:pt x="990" y="31"/>
                    </a:lnTo>
                    <a:lnTo>
                      <a:pt x="991" y="31"/>
                    </a:lnTo>
                    <a:lnTo>
                      <a:pt x="993" y="31"/>
                    </a:lnTo>
                    <a:lnTo>
                      <a:pt x="994" y="31"/>
                    </a:lnTo>
                    <a:lnTo>
                      <a:pt x="996" y="31"/>
                    </a:lnTo>
                    <a:lnTo>
                      <a:pt x="997" y="31"/>
                    </a:lnTo>
                    <a:lnTo>
                      <a:pt x="998" y="31"/>
                    </a:lnTo>
                    <a:lnTo>
                      <a:pt x="1000" y="31"/>
                    </a:lnTo>
                    <a:lnTo>
                      <a:pt x="1001" y="31"/>
                    </a:lnTo>
                    <a:lnTo>
                      <a:pt x="1002" y="31"/>
                    </a:lnTo>
                    <a:lnTo>
                      <a:pt x="1004" y="31"/>
                    </a:lnTo>
                    <a:lnTo>
                      <a:pt x="1005" y="31"/>
                    </a:lnTo>
                    <a:lnTo>
                      <a:pt x="1006" y="31"/>
                    </a:lnTo>
                    <a:lnTo>
                      <a:pt x="1008" y="31"/>
                    </a:lnTo>
                    <a:lnTo>
                      <a:pt x="1009" y="31"/>
                    </a:lnTo>
                    <a:lnTo>
                      <a:pt x="1010" y="31"/>
                    </a:lnTo>
                    <a:lnTo>
                      <a:pt x="1012" y="31"/>
                    </a:lnTo>
                    <a:lnTo>
                      <a:pt x="1013" y="31"/>
                    </a:lnTo>
                    <a:lnTo>
                      <a:pt x="1014" y="31"/>
                    </a:lnTo>
                    <a:lnTo>
                      <a:pt x="1016" y="31"/>
                    </a:lnTo>
                    <a:lnTo>
                      <a:pt x="1017" y="31"/>
                    </a:lnTo>
                    <a:lnTo>
                      <a:pt x="1018" y="31"/>
                    </a:lnTo>
                    <a:lnTo>
                      <a:pt x="1020" y="31"/>
                    </a:lnTo>
                    <a:lnTo>
                      <a:pt x="1021" y="31"/>
                    </a:lnTo>
                    <a:lnTo>
                      <a:pt x="1022" y="31"/>
                    </a:lnTo>
                    <a:lnTo>
                      <a:pt x="1024" y="31"/>
                    </a:lnTo>
                    <a:lnTo>
                      <a:pt x="1025" y="31"/>
                    </a:lnTo>
                    <a:lnTo>
                      <a:pt x="1026" y="31"/>
                    </a:lnTo>
                    <a:lnTo>
                      <a:pt x="1028" y="31"/>
                    </a:lnTo>
                    <a:lnTo>
                      <a:pt x="1029" y="31"/>
                    </a:lnTo>
                    <a:lnTo>
                      <a:pt x="1031" y="31"/>
                    </a:lnTo>
                    <a:lnTo>
                      <a:pt x="1032" y="31"/>
                    </a:lnTo>
                    <a:lnTo>
                      <a:pt x="1033" y="31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7" y="31"/>
                    </a:lnTo>
                    <a:lnTo>
                      <a:pt x="1039" y="31"/>
                    </a:lnTo>
                    <a:lnTo>
                      <a:pt x="1040" y="31"/>
                    </a:lnTo>
                    <a:lnTo>
                      <a:pt x="1041" y="31"/>
                    </a:lnTo>
                    <a:lnTo>
                      <a:pt x="1043" y="31"/>
                    </a:lnTo>
                    <a:lnTo>
                      <a:pt x="1044" y="31"/>
                    </a:lnTo>
                    <a:lnTo>
                      <a:pt x="1045" y="31"/>
                    </a:lnTo>
                    <a:lnTo>
                      <a:pt x="1047" y="31"/>
                    </a:lnTo>
                    <a:lnTo>
                      <a:pt x="1048" y="31"/>
                    </a:lnTo>
                    <a:lnTo>
                      <a:pt x="1049" y="31"/>
                    </a:lnTo>
                    <a:lnTo>
                      <a:pt x="1051" y="31"/>
                    </a:lnTo>
                    <a:lnTo>
                      <a:pt x="1052" y="31"/>
                    </a:lnTo>
                    <a:lnTo>
                      <a:pt x="1053" y="31"/>
                    </a:lnTo>
                    <a:lnTo>
                      <a:pt x="1055" y="31"/>
                    </a:lnTo>
                    <a:lnTo>
                      <a:pt x="1056" y="31"/>
                    </a:lnTo>
                    <a:lnTo>
                      <a:pt x="1057" y="31"/>
                    </a:lnTo>
                    <a:lnTo>
                      <a:pt x="1059" y="31"/>
                    </a:lnTo>
                    <a:lnTo>
                      <a:pt x="1060" y="31"/>
                    </a:lnTo>
                    <a:lnTo>
                      <a:pt x="1061" y="31"/>
                    </a:lnTo>
                    <a:lnTo>
                      <a:pt x="1063" y="31"/>
                    </a:lnTo>
                    <a:lnTo>
                      <a:pt x="1064" y="31"/>
                    </a:lnTo>
                    <a:lnTo>
                      <a:pt x="1065" y="31"/>
                    </a:lnTo>
                    <a:lnTo>
                      <a:pt x="1067" y="31"/>
                    </a:lnTo>
                    <a:lnTo>
                      <a:pt x="1068" y="31"/>
                    </a:lnTo>
                    <a:lnTo>
                      <a:pt x="1070" y="31"/>
                    </a:lnTo>
                    <a:lnTo>
                      <a:pt x="1071" y="31"/>
                    </a:lnTo>
                    <a:lnTo>
                      <a:pt x="1072" y="31"/>
                    </a:lnTo>
                    <a:lnTo>
                      <a:pt x="1074" y="31"/>
                    </a:lnTo>
                    <a:lnTo>
                      <a:pt x="1075" y="31"/>
                    </a:lnTo>
                    <a:lnTo>
                      <a:pt x="1076" y="31"/>
                    </a:lnTo>
                    <a:lnTo>
                      <a:pt x="1078" y="31"/>
                    </a:lnTo>
                    <a:lnTo>
                      <a:pt x="1079" y="31"/>
                    </a:lnTo>
                    <a:lnTo>
                      <a:pt x="1080" y="31"/>
                    </a:lnTo>
                    <a:lnTo>
                      <a:pt x="1082" y="31"/>
                    </a:lnTo>
                    <a:lnTo>
                      <a:pt x="1083" y="31"/>
                    </a:lnTo>
                    <a:lnTo>
                      <a:pt x="1084" y="31"/>
                    </a:lnTo>
                    <a:lnTo>
                      <a:pt x="1086" y="31"/>
                    </a:lnTo>
                    <a:lnTo>
                      <a:pt x="1087" y="31"/>
                    </a:lnTo>
                    <a:lnTo>
                      <a:pt x="1088" y="31"/>
                    </a:lnTo>
                    <a:lnTo>
                      <a:pt x="1090" y="31"/>
                    </a:lnTo>
                    <a:lnTo>
                      <a:pt x="1091" y="31"/>
                    </a:lnTo>
                    <a:lnTo>
                      <a:pt x="1092" y="31"/>
                    </a:lnTo>
                    <a:lnTo>
                      <a:pt x="1094" y="31"/>
                    </a:lnTo>
                    <a:lnTo>
                      <a:pt x="1095" y="31"/>
                    </a:lnTo>
                    <a:lnTo>
                      <a:pt x="1096" y="31"/>
                    </a:lnTo>
                    <a:lnTo>
                      <a:pt x="1098" y="31"/>
                    </a:lnTo>
                    <a:lnTo>
                      <a:pt x="1099" y="31"/>
                    </a:lnTo>
                    <a:lnTo>
                      <a:pt x="1100" y="31"/>
                    </a:lnTo>
                    <a:lnTo>
                      <a:pt x="1102" y="31"/>
                    </a:lnTo>
                    <a:lnTo>
                      <a:pt x="1103" y="31"/>
                    </a:lnTo>
                    <a:lnTo>
                      <a:pt x="1105" y="31"/>
                    </a:lnTo>
                    <a:lnTo>
                      <a:pt x="1106" y="31"/>
                    </a:lnTo>
                    <a:lnTo>
                      <a:pt x="1107" y="31"/>
                    </a:lnTo>
                    <a:lnTo>
                      <a:pt x="1109" y="31"/>
                    </a:lnTo>
                    <a:lnTo>
                      <a:pt x="1110" y="31"/>
                    </a:lnTo>
                    <a:lnTo>
                      <a:pt x="1111" y="31"/>
                    </a:lnTo>
                    <a:lnTo>
                      <a:pt x="1113" y="31"/>
                    </a:lnTo>
                    <a:lnTo>
                      <a:pt x="1114" y="31"/>
                    </a:lnTo>
                    <a:lnTo>
                      <a:pt x="1115" y="31"/>
                    </a:lnTo>
                    <a:lnTo>
                      <a:pt x="1117" y="31"/>
                    </a:lnTo>
                    <a:lnTo>
                      <a:pt x="1118" y="31"/>
                    </a:lnTo>
                    <a:lnTo>
                      <a:pt x="1119" y="31"/>
                    </a:lnTo>
                    <a:lnTo>
                      <a:pt x="1121" y="31"/>
                    </a:lnTo>
                    <a:lnTo>
                      <a:pt x="1122" y="31"/>
                    </a:lnTo>
                    <a:lnTo>
                      <a:pt x="1123" y="31"/>
                    </a:lnTo>
                    <a:lnTo>
                      <a:pt x="1125" y="31"/>
                    </a:lnTo>
                    <a:lnTo>
                      <a:pt x="1126" y="31"/>
                    </a:lnTo>
                    <a:lnTo>
                      <a:pt x="1127" y="31"/>
                    </a:lnTo>
                    <a:lnTo>
                      <a:pt x="1129" y="31"/>
                    </a:lnTo>
                    <a:lnTo>
                      <a:pt x="1130" y="31"/>
                    </a:lnTo>
                    <a:lnTo>
                      <a:pt x="1131" y="31"/>
                    </a:lnTo>
                    <a:lnTo>
                      <a:pt x="1133" y="31"/>
                    </a:lnTo>
                    <a:lnTo>
                      <a:pt x="1134" y="31"/>
                    </a:lnTo>
                    <a:lnTo>
                      <a:pt x="1135" y="31"/>
                    </a:lnTo>
                    <a:lnTo>
                      <a:pt x="1137" y="31"/>
                    </a:lnTo>
                    <a:lnTo>
                      <a:pt x="1138" y="30"/>
                    </a:lnTo>
                    <a:lnTo>
                      <a:pt x="1140" y="30"/>
                    </a:lnTo>
                    <a:lnTo>
                      <a:pt x="1141" y="30"/>
                    </a:lnTo>
                    <a:lnTo>
                      <a:pt x="1142" y="30"/>
                    </a:lnTo>
                    <a:lnTo>
                      <a:pt x="1144" y="30"/>
                    </a:lnTo>
                    <a:lnTo>
                      <a:pt x="1145" y="30"/>
                    </a:lnTo>
                    <a:lnTo>
                      <a:pt x="1146" y="30"/>
                    </a:lnTo>
                    <a:lnTo>
                      <a:pt x="1148" y="30"/>
                    </a:lnTo>
                    <a:lnTo>
                      <a:pt x="1149" y="30"/>
                    </a:lnTo>
                    <a:lnTo>
                      <a:pt x="1150" y="30"/>
                    </a:lnTo>
                    <a:lnTo>
                      <a:pt x="1152" y="30"/>
                    </a:lnTo>
                    <a:lnTo>
                      <a:pt x="1153" y="30"/>
                    </a:lnTo>
                    <a:lnTo>
                      <a:pt x="1154" y="30"/>
                    </a:lnTo>
                    <a:lnTo>
                      <a:pt x="1156" y="30"/>
                    </a:lnTo>
                    <a:lnTo>
                      <a:pt x="1157" y="30"/>
                    </a:lnTo>
                    <a:lnTo>
                      <a:pt x="1158" y="30"/>
                    </a:lnTo>
                    <a:lnTo>
                      <a:pt x="1160" y="30"/>
                    </a:lnTo>
                    <a:lnTo>
                      <a:pt x="1161" y="30"/>
                    </a:lnTo>
                    <a:lnTo>
                      <a:pt x="1162" y="30"/>
                    </a:lnTo>
                    <a:lnTo>
                      <a:pt x="1164" y="31"/>
                    </a:lnTo>
                    <a:lnTo>
                      <a:pt x="1165" y="31"/>
                    </a:lnTo>
                    <a:lnTo>
                      <a:pt x="1166" y="31"/>
                    </a:lnTo>
                    <a:lnTo>
                      <a:pt x="1168" y="31"/>
                    </a:lnTo>
                    <a:lnTo>
                      <a:pt x="1169" y="31"/>
                    </a:lnTo>
                    <a:lnTo>
                      <a:pt x="1170" y="31"/>
                    </a:lnTo>
                    <a:lnTo>
                      <a:pt x="1172" y="31"/>
                    </a:lnTo>
                    <a:lnTo>
                      <a:pt x="1173" y="31"/>
                    </a:lnTo>
                    <a:lnTo>
                      <a:pt x="1175" y="31"/>
                    </a:lnTo>
                    <a:lnTo>
                      <a:pt x="1176" y="31"/>
                    </a:lnTo>
                    <a:lnTo>
                      <a:pt x="1177" y="31"/>
                    </a:lnTo>
                    <a:lnTo>
                      <a:pt x="1179" y="31"/>
                    </a:lnTo>
                    <a:lnTo>
                      <a:pt x="1180" y="31"/>
                    </a:lnTo>
                    <a:lnTo>
                      <a:pt x="1181" y="31"/>
                    </a:lnTo>
                    <a:lnTo>
                      <a:pt x="1183" y="31"/>
                    </a:lnTo>
                    <a:lnTo>
                      <a:pt x="1184" y="31"/>
                    </a:lnTo>
                    <a:lnTo>
                      <a:pt x="1185" y="31"/>
                    </a:lnTo>
                    <a:lnTo>
                      <a:pt x="1187" y="31"/>
                    </a:lnTo>
                    <a:lnTo>
                      <a:pt x="1188" y="31"/>
                    </a:lnTo>
                    <a:lnTo>
                      <a:pt x="1189" y="31"/>
                    </a:lnTo>
                    <a:lnTo>
                      <a:pt x="1191" y="31"/>
                    </a:lnTo>
                    <a:lnTo>
                      <a:pt x="1192" y="31"/>
                    </a:lnTo>
                    <a:lnTo>
                      <a:pt x="1193" y="31"/>
                    </a:lnTo>
                    <a:lnTo>
                      <a:pt x="1195" y="31"/>
                    </a:lnTo>
                    <a:lnTo>
                      <a:pt x="1196" y="31"/>
                    </a:lnTo>
                    <a:lnTo>
                      <a:pt x="1197" y="31"/>
                    </a:lnTo>
                    <a:lnTo>
                      <a:pt x="1199" y="31"/>
                    </a:lnTo>
                    <a:lnTo>
                      <a:pt x="1200" y="31"/>
                    </a:lnTo>
                    <a:lnTo>
                      <a:pt x="1201" y="31"/>
                    </a:lnTo>
                    <a:lnTo>
                      <a:pt x="1203" y="31"/>
                    </a:lnTo>
                    <a:lnTo>
                      <a:pt x="1204" y="30"/>
                    </a:lnTo>
                    <a:lnTo>
                      <a:pt x="1205" y="30"/>
                    </a:lnTo>
                    <a:lnTo>
                      <a:pt x="1207" y="30"/>
                    </a:lnTo>
                    <a:lnTo>
                      <a:pt x="1208" y="31"/>
                    </a:lnTo>
                    <a:lnTo>
                      <a:pt x="1209" y="31"/>
                    </a:lnTo>
                    <a:lnTo>
                      <a:pt x="1211" y="31"/>
                    </a:lnTo>
                    <a:lnTo>
                      <a:pt x="1212" y="31"/>
                    </a:lnTo>
                    <a:lnTo>
                      <a:pt x="1214" y="31"/>
                    </a:lnTo>
                    <a:lnTo>
                      <a:pt x="1215" y="31"/>
                    </a:lnTo>
                    <a:lnTo>
                      <a:pt x="1216" y="31"/>
                    </a:lnTo>
                    <a:lnTo>
                      <a:pt x="1218" y="31"/>
                    </a:lnTo>
                    <a:lnTo>
                      <a:pt x="1219" y="31"/>
                    </a:lnTo>
                    <a:lnTo>
                      <a:pt x="1220" y="31"/>
                    </a:lnTo>
                    <a:lnTo>
                      <a:pt x="1222" y="31"/>
                    </a:lnTo>
                    <a:lnTo>
                      <a:pt x="1223" y="31"/>
                    </a:lnTo>
                    <a:lnTo>
                      <a:pt x="1224" y="31"/>
                    </a:lnTo>
                    <a:lnTo>
                      <a:pt x="1226" y="31"/>
                    </a:lnTo>
                    <a:lnTo>
                      <a:pt x="1227" y="31"/>
                    </a:lnTo>
                    <a:lnTo>
                      <a:pt x="1228" y="31"/>
                    </a:lnTo>
                    <a:lnTo>
                      <a:pt x="1230" y="31"/>
                    </a:lnTo>
                    <a:lnTo>
                      <a:pt x="1231" y="31"/>
                    </a:lnTo>
                    <a:lnTo>
                      <a:pt x="1232" y="31"/>
                    </a:lnTo>
                    <a:lnTo>
                      <a:pt x="1234" y="31"/>
                    </a:lnTo>
                    <a:lnTo>
                      <a:pt x="1235" y="31"/>
                    </a:lnTo>
                    <a:lnTo>
                      <a:pt x="1236" y="31"/>
                    </a:lnTo>
                    <a:lnTo>
                      <a:pt x="1238" y="31"/>
                    </a:lnTo>
                    <a:lnTo>
                      <a:pt x="1239" y="31"/>
                    </a:lnTo>
                    <a:lnTo>
                      <a:pt x="1240" y="31"/>
                    </a:lnTo>
                    <a:lnTo>
                      <a:pt x="1242" y="31"/>
                    </a:lnTo>
                    <a:lnTo>
                      <a:pt x="1243" y="31"/>
                    </a:lnTo>
                    <a:lnTo>
                      <a:pt x="1244" y="31"/>
                    </a:lnTo>
                    <a:lnTo>
                      <a:pt x="1246" y="31"/>
                    </a:lnTo>
                    <a:lnTo>
                      <a:pt x="1247" y="31"/>
                    </a:lnTo>
                    <a:lnTo>
                      <a:pt x="1249" y="31"/>
                    </a:lnTo>
                    <a:lnTo>
                      <a:pt x="1250" y="31"/>
                    </a:lnTo>
                    <a:lnTo>
                      <a:pt x="1251" y="31"/>
                    </a:lnTo>
                    <a:lnTo>
                      <a:pt x="1253" y="31"/>
                    </a:lnTo>
                    <a:lnTo>
                      <a:pt x="1254" y="31"/>
                    </a:lnTo>
                    <a:lnTo>
                      <a:pt x="1255" y="31"/>
                    </a:lnTo>
                    <a:lnTo>
                      <a:pt x="1257" y="31"/>
                    </a:lnTo>
                    <a:lnTo>
                      <a:pt x="1258" y="31"/>
                    </a:lnTo>
                    <a:lnTo>
                      <a:pt x="1259" y="31"/>
                    </a:lnTo>
                    <a:lnTo>
                      <a:pt x="1261" y="31"/>
                    </a:lnTo>
                    <a:lnTo>
                      <a:pt x="1262" y="31"/>
                    </a:lnTo>
                    <a:lnTo>
                      <a:pt x="1263" y="31"/>
                    </a:lnTo>
                    <a:lnTo>
                      <a:pt x="1265" y="31"/>
                    </a:lnTo>
                    <a:lnTo>
                      <a:pt x="1266" y="31"/>
                    </a:lnTo>
                    <a:lnTo>
                      <a:pt x="1267" y="31"/>
                    </a:lnTo>
                    <a:lnTo>
                      <a:pt x="1269" y="31"/>
                    </a:lnTo>
                    <a:lnTo>
                      <a:pt x="1270" y="31"/>
                    </a:lnTo>
                    <a:lnTo>
                      <a:pt x="1271" y="31"/>
                    </a:lnTo>
                    <a:lnTo>
                      <a:pt x="1273" y="31"/>
                    </a:lnTo>
                    <a:lnTo>
                      <a:pt x="1274" y="31"/>
                    </a:lnTo>
                    <a:lnTo>
                      <a:pt x="1275" y="31"/>
                    </a:lnTo>
                    <a:lnTo>
                      <a:pt x="1277" y="31"/>
                    </a:lnTo>
                    <a:lnTo>
                      <a:pt x="1278" y="31"/>
                    </a:lnTo>
                    <a:lnTo>
                      <a:pt x="1279" y="31"/>
                    </a:lnTo>
                    <a:lnTo>
                      <a:pt x="1281" y="31"/>
                    </a:lnTo>
                    <a:lnTo>
                      <a:pt x="1282" y="31"/>
                    </a:lnTo>
                    <a:lnTo>
                      <a:pt x="1284" y="31"/>
                    </a:lnTo>
                    <a:lnTo>
                      <a:pt x="1285" y="31"/>
                    </a:lnTo>
                    <a:lnTo>
                      <a:pt x="1286" y="31"/>
                    </a:lnTo>
                    <a:lnTo>
                      <a:pt x="1288" y="31"/>
                    </a:lnTo>
                    <a:lnTo>
                      <a:pt x="1289" y="31"/>
                    </a:lnTo>
                    <a:lnTo>
                      <a:pt x="1290" y="31"/>
                    </a:lnTo>
                    <a:lnTo>
                      <a:pt x="1292" y="31"/>
                    </a:lnTo>
                    <a:lnTo>
                      <a:pt x="1293" y="31"/>
                    </a:lnTo>
                    <a:lnTo>
                      <a:pt x="1294" y="31"/>
                    </a:lnTo>
                    <a:lnTo>
                      <a:pt x="1296" y="31"/>
                    </a:lnTo>
                    <a:lnTo>
                      <a:pt x="1297" y="31"/>
                    </a:lnTo>
                    <a:lnTo>
                      <a:pt x="1298" y="31"/>
                    </a:lnTo>
                    <a:lnTo>
                      <a:pt x="1300" y="31"/>
                    </a:lnTo>
                    <a:lnTo>
                      <a:pt x="1301" y="31"/>
                    </a:lnTo>
                    <a:lnTo>
                      <a:pt x="1302" y="31"/>
                    </a:lnTo>
                    <a:lnTo>
                      <a:pt x="1304" y="31"/>
                    </a:lnTo>
                    <a:lnTo>
                      <a:pt x="1305" y="31"/>
                    </a:lnTo>
                    <a:lnTo>
                      <a:pt x="1306" y="31"/>
                    </a:lnTo>
                    <a:lnTo>
                      <a:pt x="1308" y="31"/>
                    </a:lnTo>
                    <a:lnTo>
                      <a:pt x="1309" y="31"/>
                    </a:lnTo>
                    <a:lnTo>
                      <a:pt x="1310" y="31"/>
                    </a:lnTo>
                    <a:lnTo>
                      <a:pt x="1312" y="31"/>
                    </a:lnTo>
                    <a:lnTo>
                      <a:pt x="1313" y="31"/>
                    </a:lnTo>
                    <a:lnTo>
                      <a:pt x="1314" y="31"/>
                    </a:lnTo>
                    <a:lnTo>
                      <a:pt x="1316" y="31"/>
                    </a:lnTo>
                    <a:lnTo>
                      <a:pt x="1317" y="31"/>
                    </a:lnTo>
                    <a:lnTo>
                      <a:pt x="1319" y="31"/>
                    </a:lnTo>
                    <a:lnTo>
                      <a:pt x="1320" y="31"/>
                    </a:lnTo>
                    <a:lnTo>
                      <a:pt x="1321" y="31"/>
                    </a:lnTo>
                    <a:lnTo>
                      <a:pt x="1323" y="31"/>
                    </a:lnTo>
                    <a:lnTo>
                      <a:pt x="1324" y="31"/>
                    </a:lnTo>
                    <a:lnTo>
                      <a:pt x="1325" y="31"/>
                    </a:lnTo>
                    <a:lnTo>
                      <a:pt x="1327" y="31"/>
                    </a:lnTo>
                    <a:lnTo>
                      <a:pt x="1328" y="31"/>
                    </a:lnTo>
                    <a:lnTo>
                      <a:pt x="1329" y="31"/>
                    </a:lnTo>
                    <a:lnTo>
                      <a:pt x="1331" y="31"/>
                    </a:lnTo>
                    <a:lnTo>
                      <a:pt x="1332" y="31"/>
                    </a:lnTo>
                    <a:lnTo>
                      <a:pt x="1333" y="31"/>
                    </a:lnTo>
                    <a:lnTo>
                      <a:pt x="1335" y="31"/>
                    </a:lnTo>
                    <a:lnTo>
                      <a:pt x="1336" y="31"/>
                    </a:lnTo>
                    <a:lnTo>
                      <a:pt x="1337" y="31"/>
                    </a:lnTo>
                    <a:lnTo>
                      <a:pt x="1339" y="31"/>
                    </a:lnTo>
                    <a:lnTo>
                      <a:pt x="1340" y="31"/>
                    </a:lnTo>
                    <a:lnTo>
                      <a:pt x="1341" y="31"/>
                    </a:lnTo>
                    <a:lnTo>
                      <a:pt x="1343" y="31"/>
                    </a:lnTo>
                    <a:lnTo>
                      <a:pt x="1344" y="31"/>
                    </a:lnTo>
                    <a:lnTo>
                      <a:pt x="1345" y="31"/>
                    </a:lnTo>
                    <a:lnTo>
                      <a:pt x="1347" y="31"/>
                    </a:lnTo>
                    <a:lnTo>
                      <a:pt x="1348" y="31"/>
                    </a:lnTo>
                    <a:lnTo>
                      <a:pt x="1349" y="31"/>
                    </a:lnTo>
                    <a:lnTo>
                      <a:pt x="1351" y="31"/>
                    </a:lnTo>
                    <a:lnTo>
                      <a:pt x="1352" y="31"/>
                    </a:lnTo>
                    <a:lnTo>
                      <a:pt x="1353" y="31"/>
                    </a:lnTo>
                    <a:lnTo>
                      <a:pt x="1355" y="31"/>
                    </a:lnTo>
                    <a:lnTo>
                      <a:pt x="1356" y="31"/>
                    </a:lnTo>
                    <a:lnTo>
                      <a:pt x="1358" y="31"/>
                    </a:lnTo>
                    <a:lnTo>
                      <a:pt x="1359" y="31"/>
                    </a:lnTo>
                    <a:lnTo>
                      <a:pt x="1360" y="31"/>
                    </a:lnTo>
                    <a:lnTo>
                      <a:pt x="1362" y="31"/>
                    </a:lnTo>
                    <a:lnTo>
                      <a:pt x="1363" y="31"/>
                    </a:lnTo>
                    <a:lnTo>
                      <a:pt x="1364" y="31"/>
                    </a:lnTo>
                    <a:lnTo>
                      <a:pt x="1366" y="31"/>
                    </a:lnTo>
                    <a:lnTo>
                      <a:pt x="1367" y="31"/>
                    </a:lnTo>
                    <a:lnTo>
                      <a:pt x="1368" y="31"/>
                    </a:lnTo>
                    <a:lnTo>
                      <a:pt x="1370" y="31"/>
                    </a:lnTo>
                    <a:lnTo>
                      <a:pt x="1371" y="31"/>
                    </a:lnTo>
                    <a:lnTo>
                      <a:pt x="1372" y="31"/>
                    </a:lnTo>
                    <a:lnTo>
                      <a:pt x="1374" y="31"/>
                    </a:lnTo>
                    <a:lnTo>
                      <a:pt x="1375" y="31"/>
                    </a:lnTo>
                    <a:lnTo>
                      <a:pt x="1376" y="31"/>
                    </a:lnTo>
                    <a:lnTo>
                      <a:pt x="1378" y="31"/>
                    </a:lnTo>
                    <a:lnTo>
                      <a:pt x="1379" y="31"/>
                    </a:lnTo>
                    <a:lnTo>
                      <a:pt x="1380" y="31"/>
                    </a:lnTo>
                    <a:lnTo>
                      <a:pt x="1382" y="30"/>
                    </a:lnTo>
                    <a:lnTo>
                      <a:pt x="1383" y="30"/>
                    </a:lnTo>
                    <a:lnTo>
                      <a:pt x="1384" y="31"/>
                    </a:lnTo>
                    <a:lnTo>
                      <a:pt x="1386" y="31"/>
                    </a:lnTo>
                    <a:lnTo>
                      <a:pt x="1387" y="31"/>
                    </a:lnTo>
                    <a:lnTo>
                      <a:pt x="1388" y="31"/>
                    </a:lnTo>
                    <a:lnTo>
                      <a:pt x="1390" y="31"/>
                    </a:lnTo>
                    <a:lnTo>
                      <a:pt x="1391" y="31"/>
                    </a:lnTo>
                    <a:lnTo>
                      <a:pt x="1393" y="31"/>
                    </a:lnTo>
                    <a:lnTo>
                      <a:pt x="1394" y="31"/>
                    </a:lnTo>
                    <a:lnTo>
                      <a:pt x="1395" y="30"/>
                    </a:lnTo>
                    <a:lnTo>
                      <a:pt x="1397" y="30"/>
                    </a:lnTo>
                    <a:lnTo>
                      <a:pt x="1398" y="30"/>
                    </a:lnTo>
                    <a:lnTo>
                      <a:pt x="1399" y="30"/>
                    </a:lnTo>
                    <a:lnTo>
                      <a:pt x="1401" y="30"/>
                    </a:lnTo>
                    <a:lnTo>
                      <a:pt x="1402" y="30"/>
                    </a:lnTo>
                    <a:lnTo>
                      <a:pt x="1403" y="30"/>
                    </a:lnTo>
                    <a:lnTo>
                      <a:pt x="1405" y="30"/>
                    </a:lnTo>
                    <a:lnTo>
                      <a:pt x="1406" y="30"/>
                    </a:lnTo>
                    <a:lnTo>
                      <a:pt x="1407" y="30"/>
                    </a:lnTo>
                    <a:lnTo>
                      <a:pt x="1409" y="30"/>
                    </a:lnTo>
                    <a:lnTo>
                      <a:pt x="1410" y="30"/>
                    </a:lnTo>
                    <a:lnTo>
                      <a:pt x="1411" y="30"/>
                    </a:lnTo>
                    <a:lnTo>
                      <a:pt x="1413" y="30"/>
                    </a:lnTo>
                    <a:lnTo>
                      <a:pt x="1414" y="30"/>
                    </a:lnTo>
                    <a:lnTo>
                      <a:pt x="1415" y="30"/>
                    </a:lnTo>
                    <a:lnTo>
                      <a:pt x="1417" y="30"/>
                    </a:lnTo>
                    <a:lnTo>
                      <a:pt x="1418" y="30"/>
                    </a:lnTo>
                    <a:lnTo>
                      <a:pt x="1419" y="30"/>
                    </a:lnTo>
                    <a:lnTo>
                      <a:pt x="1421" y="30"/>
                    </a:lnTo>
                    <a:lnTo>
                      <a:pt x="1422" y="30"/>
                    </a:lnTo>
                  </a:path>
                </a:pathLst>
              </a:custGeom>
              <a:noFill/>
              <a:ln cap="flat" cmpd="sng" w="25400">
                <a:solidFill>
                  <a:srgbClr val="228B2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 flipH="1" rot="10800000">
                <a:off x="6950076" y="2973388"/>
                <a:ext cx="3756025" cy="149225"/>
              </a:xfrm>
              <a:custGeom>
                <a:rect b="b" l="l" r="r" t="t"/>
                <a:pathLst>
                  <a:path extrusionOk="0" h="68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10"/>
                    </a:lnTo>
                    <a:lnTo>
                      <a:pt x="118" y="14"/>
                    </a:lnTo>
                    <a:lnTo>
                      <a:pt x="119" y="15"/>
                    </a:lnTo>
                    <a:lnTo>
                      <a:pt x="121" y="15"/>
                    </a:lnTo>
                    <a:lnTo>
                      <a:pt x="122" y="16"/>
                    </a:lnTo>
                    <a:lnTo>
                      <a:pt x="123" y="16"/>
                    </a:lnTo>
                    <a:lnTo>
                      <a:pt x="125" y="17"/>
                    </a:lnTo>
                    <a:lnTo>
                      <a:pt x="126" y="17"/>
                    </a:lnTo>
                    <a:lnTo>
                      <a:pt x="127" y="17"/>
                    </a:lnTo>
                    <a:lnTo>
                      <a:pt x="129" y="18"/>
                    </a:lnTo>
                    <a:lnTo>
                      <a:pt x="130" y="18"/>
                    </a:lnTo>
                    <a:lnTo>
                      <a:pt x="132" y="19"/>
                    </a:lnTo>
                    <a:lnTo>
                      <a:pt x="133" y="19"/>
                    </a:lnTo>
                    <a:lnTo>
                      <a:pt x="134" y="20"/>
                    </a:lnTo>
                    <a:lnTo>
                      <a:pt x="136" y="20"/>
                    </a:lnTo>
                    <a:lnTo>
                      <a:pt x="137" y="20"/>
                    </a:lnTo>
                    <a:lnTo>
                      <a:pt x="138" y="21"/>
                    </a:lnTo>
                    <a:lnTo>
                      <a:pt x="140" y="21"/>
                    </a:lnTo>
                    <a:lnTo>
                      <a:pt x="141" y="22"/>
                    </a:lnTo>
                    <a:lnTo>
                      <a:pt x="142" y="22"/>
                    </a:lnTo>
                    <a:lnTo>
                      <a:pt x="144" y="22"/>
                    </a:lnTo>
                    <a:lnTo>
                      <a:pt x="145" y="23"/>
                    </a:lnTo>
                    <a:lnTo>
                      <a:pt x="146" y="23"/>
                    </a:lnTo>
                    <a:lnTo>
                      <a:pt x="148" y="24"/>
                    </a:lnTo>
                    <a:lnTo>
                      <a:pt x="149" y="24"/>
                    </a:lnTo>
                    <a:lnTo>
                      <a:pt x="150" y="24"/>
                    </a:lnTo>
                    <a:lnTo>
                      <a:pt x="152" y="25"/>
                    </a:lnTo>
                    <a:lnTo>
                      <a:pt x="153" y="25"/>
                    </a:lnTo>
                    <a:lnTo>
                      <a:pt x="154" y="25"/>
                    </a:lnTo>
                    <a:lnTo>
                      <a:pt x="156" y="26"/>
                    </a:lnTo>
                    <a:lnTo>
                      <a:pt x="157" y="26"/>
                    </a:lnTo>
                    <a:lnTo>
                      <a:pt x="158" y="27"/>
                    </a:lnTo>
                    <a:lnTo>
                      <a:pt x="160" y="27"/>
                    </a:lnTo>
                    <a:lnTo>
                      <a:pt x="161" y="27"/>
                    </a:lnTo>
                    <a:lnTo>
                      <a:pt x="162" y="28"/>
                    </a:lnTo>
                    <a:lnTo>
                      <a:pt x="164" y="28"/>
                    </a:lnTo>
                    <a:lnTo>
                      <a:pt x="165" y="29"/>
                    </a:lnTo>
                    <a:lnTo>
                      <a:pt x="167" y="29"/>
                    </a:lnTo>
                    <a:lnTo>
                      <a:pt x="168" y="29"/>
                    </a:lnTo>
                    <a:lnTo>
                      <a:pt x="169" y="30"/>
                    </a:lnTo>
                    <a:lnTo>
                      <a:pt x="171" y="30"/>
                    </a:lnTo>
                    <a:lnTo>
                      <a:pt x="172" y="30"/>
                    </a:lnTo>
                    <a:lnTo>
                      <a:pt x="173" y="31"/>
                    </a:lnTo>
                    <a:lnTo>
                      <a:pt x="175" y="31"/>
                    </a:lnTo>
                    <a:lnTo>
                      <a:pt x="176" y="32"/>
                    </a:lnTo>
                    <a:lnTo>
                      <a:pt x="177" y="32"/>
                    </a:lnTo>
                    <a:lnTo>
                      <a:pt x="179" y="32"/>
                    </a:lnTo>
                    <a:lnTo>
                      <a:pt x="180" y="33"/>
                    </a:lnTo>
                    <a:lnTo>
                      <a:pt x="181" y="33"/>
                    </a:lnTo>
                    <a:lnTo>
                      <a:pt x="183" y="33"/>
                    </a:lnTo>
                    <a:lnTo>
                      <a:pt x="184" y="34"/>
                    </a:lnTo>
                    <a:lnTo>
                      <a:pt x="185" y="34"/>
                    </a:lnTo>
                    <a:lnTo>
                      <a:pt x="187" y="34"/>
                    </a:lnTo>
                    <a:lnTo>
                      <a:pt x="188" y="35"/>
                    </a:lnTo>
                    <a:lnTo>
                      <a:pt x="189" y="35"/>
                    </a:lnTo>
                    <a:lnTo>
                      <a:pt x="191" y="36"/>
                    </a:lnTo>
                    <a:lnTo>
                      <a:pt x="192" y="36"/>
                    </a:lnTo>
                    <a:lnTo>
                      <a:pt x="193" y="36"/>
                    </a:lnTo>
                    <a:lnTo>
                      <a:pt x="195" y="37"/>
                    </a:lnTo>
                    <a:lnTo>
                      <a:pt x="196" y="37"/>
                    </a:lnTo>
                    <a:lnTo>
                      <a:pt x="197" y="37"/>
                    </a:lnTo>
                    <a:lnTo>
                      <a:pt x="199" y="38"/>
                    </a:lnTo>
                    <a:lnTo>
                      <a:pt x="200" y="38"/>
                    </a:lnTo>
                    <a:lnTo>
                      <a:pt x="202" y="38"/>
                    </a:lnTo>
                    <a:lnTo>
                      <a:pt x="203" y="39"/>
                    </a:lnTo>
                    <a:lnTo>
                      <a:pt x="204" y="39"/>
                    </a:lnTo>
                    <a:lnTo>
                      <a:pt x="206" y="40"/>
                    </a:lnTo>
                    <a:lnTo>
                      <a:pt x="207" y="40"/>
                    </a:lnTo>
                    <a:lnTo>
                      <a:pt x="208" y="40"/>
                    </a:lnTo>
                    <a:lnTo>
                      <a:pt x="210" y="41"/>
                    </a:lnTo>
                    <a:lnTo>
                      <a:pt x="211" y="41"/>
                    </a:lnTo>
                    <a:lnTo>
                      <a:pt x="212" y="41"/>
                    </a:lnTo>
                    <a:lnTo>
                      <a:pt x="214" y="42"/>
                    </a:lnTo>
                    <a:lnTo>
                      <a:pt x="215" y="42"/>
                    </a:lnTo>
                    <a:lnTo>
                      <a:pt x="216" y="42"/>
                    </a:lnTo>
                    <a:lnTo>
                      <a:pt x="218" y="43"/>
                    </a:lnTo>
                    <a:lnTo>
                      <a:pt x="219" y="43"/>
                    </a:lnTo>
                    <a:lnTo>
                      <a:pt x="220" y="44"/>
                    </a:lnTo>
                    <a:lnTo>
                      <a:pt x="222" y="44"/>
                    </a:lnTo>
                    <a:lnTo>
                      <a:pt x="223" y="44"/>
                    </a:lnTo>
                    <a:lnTo>
                      <a:pt x="224" y="45"/>
                    </a:lnTo>
                    <a:lnTo>
                      <a:pt x="226" y="45"/>
                    </a:lnTo>
                    <a:lnTo>
                      <a:pt x="227" y="45"/>
                    </a:lnTo>
                    <a:lnTo>
                      <a:pt x="228" y="46"/>
                    </a:lnTo>
                    <a:lnTo>
                      <a:pt x="230" y="46"/>
                    </a:lnTo>
                    <a:lnTo>
                      <a:pt x="231" y="46"/>
                    </a:lnTo>
                    <a:lnTo>
                      <a:pt x="232" y="47"/>
                    </a:lnTo>
                    <a:lnTo>
                      <a:pt x="234" y="47"/>
                    </a:lnTo>
                    <a:lnTo>
                      <a:pt x="235" y="47"/>
                    </a:lnTo>
                    <a:lnTo>
                      <a:pt x="236" y="48"/>
                    </a:lnTo>
                    <a:lnTo>
                      <a:pt x="238" y="48"/>
                    </a:lnTo>
                    <a:lnTo>
                      <a:pt x="239" y="48"/>
                    </a:lnTo>
                    <a:lnTo>
                      <a:pt x="241" y="49"/>
                    </a:lnTo>
                    <a:lnTo>
                      <a:pt x="242" y="49"/>
                    </a:lnTo>
                    <a:lnTo>
                      <a:pt x="243" y="49"/>
                    </a:lnTo>
                    <a:lnTo>
                      <a:pt x="245" y="50"/>
                    </a:lnTo>
                    <a:lnTo>
                      <a:pt x="246" y="50"/>
                    </a:lnTo>
                    <a:lnTo>
                      <a:pt x="247" y="50"/>
                    </a:lnTo>
                    <a:lnTo>
                      <a:pt x="249" y="51"/>
                    </a:lnTo>
                    <a:lnTo>
                      <a:pt x="250" y="51"/>
                    </a:lnTo>
                    <a:lnTo>
                      <a:pt x="251" y="51"/>
                    </a:lnTo>
                    <a:lnTo>
                      <a:pt x="253" y="52"/>
                    </a:lnTo>
                    <a:lnTo>
                      <a:pt x="254" y="52"/>
                    </a:lnTo>
                    <a:lnTo>
                      <a:pt x="255" y="52"/>
                    </a:lnTo>
                    <a:lnTo>
                      <a:pt x="257" y="53"/>
                    </a:lnTo>
                    <a:lnTo>
                      <a:pt x="258" y="53"/>
                    </a:lnTo>
                    <a:lnTo>
                      <a:pt x="259" y="53"/>
                    </a:lnTo>
                    <a:lnTo>
                      <a:pt x="261" y="54"/>
                    </a:lnTo>
                    <a:lnTo>
                      <a:pt x="262" y="54"/>
                    </a:lnTo>
                    <a:lnTo>
                      <a:pt x="263" y="54"/>
                    </a:lnTo>
                    <a:lnTo>
                      <a:pt x="265" y="55"/>
                    </a:lnTo>
                    <a:lnTo>
                      <a:pt x="266" y="55"/>
                    </a:lnTo>
                    <a:lnTo>
                      <a:pt x="267" y="55"/>
                    </a:lnTo>
                    <a:lnTo>
                      <a:pt x="269" y="56"/>
                    </a:lnTo>
                    <a:lnTo>
                      <a:pt x="270" y="56"/>
                    </a:lnTo>
                    <a:lnTo>
                      <a:pt x="271" y="56"/>
                    </a:lnTo>
                    <a:lnTo>
                      <a:pt x="273" y="57"/>
                    </a:lnTo>
                    <a:lnTo>
                      <a:pt x="274" y="57"/>
                    </a:lnTo>
                    <a:lnTo>
                      <a:pt x="276" y="57"/>
                    </a:lnTo>
                    <a:lnTo>
                      <a:pt x="277" y="57"/>
                    </a:lnTo>
                    <a:lnTo>
                      <a:pt x="278" y="58"/>
                    </a:lnTo>
                    <a:lnTo>
                      <a:pt x="280" y="58"/>
                    </a:lnTo>
                    <a:lnTo>
                      <a:pt x="281" y="58"/>
                    </a:lnTo>
                    <a:lnTo>
                      <a:pt x="282" y="59"/>
                    </a:lnTo>
                    <a:lnTo>
                      <a:pt x="284" y="59"/>
                    </a:lnTo>
                    <a:lnTo>
                      <a:pt x="285" y="59"/>
                    </a:lnTo>
                    <a:lnTo>
                      <a:pt x="286" y="59"/>
                    </a:lnTo>
                    <a:lnTo>
                      <a:pt x="288" y="60"/>
                    </a:lnTo>
                    <a:lnTo>
                      <a:pt x="289" y="60"/>
                    </a:lnTo>
                    <a:lnTo>
                      <a:pt x="290" y="60"/>
                    </a:lnTo>
                    <a:lnTo>
                      <a:pt x="292" y="60"/>
                    </a:lnTo>
                    <a:lnTo>
                      <a:pt x="293" y="61"/>
                    </a:lnTo>
                    <a:lnTo>
                      <a:pt x="294" y="61"/>
                    </a:lnTo>
                    <a:lnTo>
                      <a:pt x="296" y="61"/>
                    </a:lnTo>
                    <a:lnTo>
                      <a:pt x="297" y="61"/>
                    </a:lnTo>
                    <a:lnTo>
                      <a:pt x="298" y="62"/>
                    </a:lnTo>
                    <a:lnTo>
                      <a:pt x="300" y="62"/>
                    </a:lnTo>
                    <a:lnTo>
                      <a:pt x="301" y="62"/>
                    </a:lnTo>
                    <a:lnTo>
                      <a:pt x="302" y="62"/>
                    </a:lnTo>
                    <a:lnTo>
                      <a:pt x="304" y="62"/>
                    </a:lnTo>
                    <a:lnTo>
                      <a:pt x="305" y="63"/>
                    </a:lnTo>
                    <a:lnTo>
                      <a:pt x="306" y="63"/>
                    </a:lnTo>
                    <a:lnTo>
                      <a:pt x="308" y="63"/>
                    </a:lnTo>
                    <a:lnTo>
                      <a:pt x="309" y="63"/>
                    </a:lnTo>
                    <a:lnTo>
                      <a:pt x="311" y="63"/>
                    </a:lnTo>
                    <a:lnTo>
                      <a:pt x="312" y="64"/>
                    </a:lnTo>
                    <a:lnTo>
                      <a:pt x="313" y="64"/>
                    </a:lnTo>
                    <a:lnTo>
                      <a:pt x="315" y="64"/>
                    </a:lnTo>
                    <a:lnTo>
                      <a:pt x="316" y="64"/>
                    </a:lnTo>
                    <a:lnTo>
                      <a:pt x="317" y="64"/>
                    </a:lnTo>
                    <a:lnTo>
                      <a:pt x="319" y="64"/>
                    </a:lnTo>
                    <a:lnTo>
                      <a:pt x="320" y="64"/>
                    </a:lnTo>
                    <a:lnTo>
                      <a:pt x="321" y="64"/>
                    </a:lnTo>
                    <a:lnTo>
                      <a:pt x="323" y="65"/>
                    </a:lnTo>
                    <a:lnTo>
                      <a:pt x="324" y="65"/>
                    </a:lnTo>
                    <a:lnTo>
                      <a:pt x="325" y="65"/>
                    </a:lnTo>
                    <a:lnTo>
                      <a:pt x="327" y="65"/>
                    </a:lnTo>
                    <a:lnTo>
                      <a:pt x="328" y="65"/>
                    </a:lnTo>
                    <a:lnTo>
                      <a:pt x="329" y="65"/>
                    </a:lnTo>
                    <a:lnTo>
                      <a:pt x="331" y="65"/>
                    </a:lnTo>
                    <a:lnTo>
                      <a:pt x="332" y="66"/>
                    </a:lnTo>
                    <a:lnTo>
                      <a:pt x="333" y="66"/>
                    </a:lnTo>
                    <a:lnTo>
                      <a:pt x="335" y="66"/>
                    </a:lnTo>
                    <a:lnTo>
                      <a:pt x="336" y="66"/>
                    </a:lnTo>
                    <a:lnTo>
                      <a:pt x="337" y="66"/>
                    </a:lnTo>
                    <a:lnTo>
                      <a:pt x="339" y="66"/>
                    </a:lnTo>
                    <a:lnTo>
                      <a:pt x="340" y="66"/>
                    </a:lnTo>
                    <a:lnTo>
                      <a:pt x="341" y="66"/>
                    </a:lnTo>
                    <a:lnTo>
                      <a:pt x="343" y="66"/>
                    </a:lnTo>
                    <a:lnTo>
                      <a:pt x="344" y="66"/>
                    </a:lnTo>
                    <a:lnTo>
                      <a:pt x="346" y="67"/>
                    </a:lnTo>
                    <a:lnTo>
                      <a:pt x="347" y="67"/>
                    </a:lnTo>
                    <a:lnTo>
                      <a:pt x="348" y="67"/>
                    </a:lnTo>
                    <a:lnTo>
                      <a:pt x="350" y="67"/>
                    </a:lnTo>
                    <a:lnTo>
                      <a:pt x="351" y="67"/>
                    </a:lnTo>
                    <a:lnTo>
                      <a:pt x="352" y="67"/>
                    </a:lnTo>
                    <a:lnTo>
                      <a:pt x="354" y="67"/>
                    </a:lnTo>
                    <a:lnTo>
                      <a:pt x="355" y="67"/>
                    </a:lnTo>
                    <a:lnTo>
                      <a:pt x="356" y="67"/>
                    </a:lnTo>
                    <a:lnTo>
                      <a:pt x="358" y="67"/>
                    </a:lnTo>
                    <a:lnTo>
                      <a:pt x="359" y="67"/>
                    </a:lnTo>
                    <a:lnTo>
                      <a:pt x="360" y="67"/>
                    </a:lnTo>
                    <a:lnTo>
                      <a:pt x="362" y="67"/>
                    </a:lnTo>
                    <a:lnTo>
                      <a:pt x="363" y="67"/>
                    </a:lnTo>
                    <a:lnTo>
                      <a:pt x="364" y="67"/>
                    </a:lnTo>
                    <a:lnTo>
                      <a:pt x="366" y="67"/>
                    </a:lnTo>
                    <a:lnTo>
                      <a:pt x="367" y="67"/>
                    </a:lnTo>
                    <a:lnTo>
                      <a:pt x="368" y="67"/>
                    </a:lnTo>
                    <a:lnTo>
                      <a:pt x="370" y="67"/>
                    </a:lnTo>
                    <a:lnTo>
                      <a:pt x="371" y="68"/>
                    </a:lnTo>
                    <a:lnTo>
                      <a:pt x="372" y="68"/>
                    </a:lnTo>
                    <a:lnTo>
                      <a:pt x="374" y="68"/>
                    </a:lnTo>
                    <a:lnTo>
                      <a:pt x="375" y="68"/>
                    </a:lnTo>
                    <a:lnTo>
                      <a:pt x="376" y="68"/>
                    </a:lnTo>
                    <a:lnTo>
                      <a:pt x="378" y="68"/>
                    </a:lnTo>
                    <a:lnTo>
                      <a:pt x="379" y="68"/>
                    </a:lnTo>
                    <a:lnTo>
                      <a:pt x="380" y="68"/>
                    </a:lnTo>
                    <a:lnTo>
                      <a:pt x="382" y="68"/>
                    </a:lnTo>
                    <a:lnTo>
                      <a:pt x="383" y="68"/>
                    </a:lnTo>
                    <a:lnTo>
                      <a:pt x="385" y="68"/>
                    </a:lnTo>
                    <a:lnTo>
                      <a:pt x="386" y="68"/>
                    </a:lnTo>
                    <a:lnTo>
                      <a:pt x="387" y="68"/>
                    </a:lnTo>
                    <a:lnTo>
                      <a:pt x="389" y="68"/>
                    </a:lnTo>
                    <a:lnTo>
                      <a:pt x="390" y="68"/>
                    </a:lnTo>
                    <a:lnTo>
                      <a:pt x="391" y="68"/>
                    </a:lnTo>
                    <a:lnTo>
                      <a:pt x="393" y="68"/>
                    </a:lnTo>
                    <a:lnTo>
                      <a:pt x="394" y="68"/>
                    </a:lnTo>
                    <a:lnTo>
                      <a:pt x="395" y="68"/>
                    </a:lnTo>
                    <a:lnTo>
                      <a:pt x="397" y="68"/>
                    </a:lnTo>
                    <a:lnTo>
                      <a:pt x="398" y="68"/>
                    </a:lnTo>
                    <a:lnTo>
                      <a:pt x="399" y="68"/>
                    </a:lnTo>
                    <a:lnTo>
                      <a:pt x="401" y="68"/>
                    </a:lnTo>
                    <a:lnTo>
                      <a:pt x="402" y="68"/>
                    </a:lnTo>
                    <a:lnTo>
                      <a:pt x="403" y="68"/>
                    </a:lnTo>
                    <a:lnTo>
                      <a:pt x="405" y="68"/>
                    </a:lnTo>
                    <a:lnTo>
                      <a:pt x="406" y="68"/>
                    </a:lnTo>
                    <a:lnTo>
                      <a:pt x="407" y="68"/>
                    </a:lnTo>
                    <a:lnTo>
                      <a:pt x="409" y="68"/>
                    </a:lnTo>
                    <a:lnTo>
                      <a:pt x="410" y="68"/>
                    </a:lnTo>
                    <a:lnTo>
                      <a:pt x="411" y="68"/>
                    </a:lnTo>
                    <a:lnTo>
                      <a:pt x="413" y="68"/>
                    </a:lnTo>
                    <a:lnTo>
                      <a:pt x="414" y="68"/>
                    </a:lnTo>
                    <a:lnTo>
                      <a:pt x="415" y="68"/>
                    </a:lnTo>
                    <a:lnTo>
                      <a:pt x="417" y="68"/>
                    </a:lnTo>
                    <a:lnTo>
                      <a:pt x="418" y="68"/>
                    </a:lnTo>
                    <a:lnTo>
                      <a:pt x="420" y="59"/>
                    </a:lnTo>
                    <a:lnTo>
                      <a:pt x="421" y="59"/>
                    </a:lnTo>
                    <a:lnTo>
                      <a:pt x="422" y="59"/>
                    </a:lnTo>
                    <a:lnTo>
                      <a:pt x="424" y="59"/>
                    </a:lnTo>
                    <a:lnTo>
                      <a:pt x="425" y="59"/>
                    </a:lnTo>
                    <a:lnTo>
                      <a:pt x="426" y="59"/>
                    </a:lnTo>
                    <a:lnTo>
                      <a:pt x="428" y="59"/>
                    </a:lnTo>
                    <a:lnTo>
                      <a:pt x="429" y="59"/>
                    </a:lnTo>
                    <a:lnTo>
                      <a:pt x="430" y="59"/>
                    </a:lnTo>
                    <a:lnTo>
                      <a:pt x="432" y="59"/>
                    </a:lnTo>
                    <a:lnTo>
                      <a:pt x="433" y="59"/>
                    </a:lnTo>
                    <a:lnTo>
                      <a:pt x="434" y="59"/>
                    </a:lnTo>
                    <a:lnTo>
                      <a:pt x="436" y="59"/>
                    </a:lnTo>
                    <a:lnTo>
                      <a:pt x="437" y="59"/>
                    </a:lnTo>
                    <a:lnTo>
                      <a:pt x="438" y="59"/>
                    </a:lnTo>
                    <a:lnTo>
                      <a:pt x="440" y="59"/>
                    </a:lnTo>
                    <a:lnTo>
                      <a:pt x="441" y="59"/>
                    </a:lnTo>
                    <a:lnTo>
                      <a:pt x="442" y="59"/>
                    </a:lnTo>
                    <a:lnTo>
                      <a:pt x="444" y="59"/>
                    </a:lnTo>
                    <a:lnTo>
                      <a:pt x="445" y="59"/>
                    </a:lnTo>
                    <a:lnTo>
                      <a:pt x="446" y="59"/>
                    </a:lnTo>
                    <a:lnTo>
                      <a:pt x="448" y="59"/>
                    </a:lnTo>
                    <a:lnTo>
                      <a:pt x="449" y="59"/>
                    </a:lnTo>
                    <a:lnTo>
                      <a:pt x="450" y="59"/>
                    </a:lnTo>
                    <a:lnTo>
                      <a:pt x="452" y="59"/>
                    </a:lnTo>
                    <a:lnTo>
                      <a:pt x="453" y="59"/>
                    </a:lnTo>
                    <a:lnTo>
                      <a:pt x="455" y="59"/>
                    </a:lnTo>
                    <a:lnTo>
                      <a:pt x="456" y="59"/>
                    </a:lnTo>
                    <a:lnTo>
                      <a:pt x="457" y="59"/>
                    </a:lnTo>
                    <a:lnTo>
                      <a:pt x="459" y="59"/>
                    </a:lnTo>
                    <a:lnTo>
                      <a:pt x="460" y="59"/>
                    </a:lnTo>
                    <a:lnTo>
                      <a:pt x="461" y="59"/>
                    </a:lnTo>
                    <a:lnTo>
                      <a:pt x="463" y="59"/>
                    </a:lnTo>
                    <a:lnTo>
                      <a:pt x="464" y="59"/>
                    </a:lnTo>
                    <a:lnTo>
                      <a:pt x="465" y="59"/>
                    </a:lnTo>
                    <a:lnTo>
                      <a:pt x="467" y="59"/>
                    </a:lnTo>
                    <a:lnTo>
                      <a:pt x="468" y="59"/>
                    </a:lnTo>
                    <a:lnTo>
                      <a:pt x="469" y="59"/>
                    </a:lnTo>
                    <a:lnTo>
                      <a:pt x="471" y="59"/>
                    </a:lnTo>
                    <a:lnTo>
                      <a:pt x="472" y="59"/>
                    </a:lnTo>
                    <a:lnTo>
                      <a:pt x="473" y="59"/>
                    </a:lnTo>
                    <a:lnTo>
                      <a:pt x="475" y="59"/>
                    </a:lnTo>
                    <a:lnTo>
                      <a:pt x="476" y="59"/>
                    </a:lnTo>
                    <a:lnTo>
                      <a:pt x="477" y="59"/>
                    </a:lnTo>
                    <a:lnTo>
                      <a:pt x="479" y="58"/>
                    </a:lnTo>
                    <a:lnTo>
                      <a:pt x="480" y="58"/>
                    </a:lnTo>
                    <a:lnTo>
                      <a:pt x="481" y="58"/>
                    </a:lnTo>
                    <a:lnTo>
                      <a:pt x="483" y="58"/>
                    </a:lnTo>
                    <a:lnTo>
                      <a:pt x="484" y="58"/>
                    </a:lnTo>
                    <a:lnTo>
                      <a:pt x="485" y="58"/>
                    </a:lnTo>
                    <a:lnTo>
                      <a:pt x="487" y="58"/>
                    </a:lnTo>
                    <a:lnTo>
                      <a:pt x="488" y="58"/>
                    </a:lnTo>
                    <a:lnTo>
                      <a:pt x="490" y="58"/>
                    </a:lnTo>
                    <a:lnTo>
                      <a:pt x="491" y="58"/>
                    </a:lnTo>
                    <a:lnTo>
                      <a:pt x="492" y="58"/>
                    </a:lnTo>
                    <a:lnTo>
                      <a:pt x="494" y="58"/>
                    </a:lnTo>
                    <a:lnTo>
                      <a:pt x="495" y="58"/>
                    </a:lnTo>
                    <a:lnTo>
                      <a:pt x="496" y="58"/>
                    </a:lnTo>
                    <a:lnTo>
                      <a:pt x="498" y="58"/>
                    </a:lnTo>
                    <a:lnTo>
                      <a:pt x="499" y="58"/>
                    </a:lnTo>
                    <a:lnTo>
                      <a:pt x="500" y="58"/>
                    </a:lnTo>
                    <a:lnTo>
                      <a:pt x="502" y="58"/>
                    </a:lnTo>
                    <a:lnTo>
                      <a:pt x="503" y="58"/>
                    </a:lnTo>
                    <a:lnTo>
                      <a:pt x="504" y="58"/>
                    </a:lnTo>
                    <a:lnTo>
                      <a:pt x="506" y="58"/>
                    </a:lnTo>
                    <a:lnTo>
                      <a:pt x="507" y="58"/>
                    </a:lnTo>
                    <a:lnTo>
                      <a:pt x="508" y="58"/>
                    </a:lnTo>
                    <a:lnTo>
                      <a:pt x="510" y="58"/>
                    </a:lnTo>
                    <a:lnTo>
                      <a:pt x="511" y="58"/>
                    </a:lnTo>
                    <a:lnTo>
                      <a:pt x="512" y="58"/>
                    </a:lnTo>
                    <a:lnTo>
                      <a:pt x="514" y="58"/>
                    </a:lnTo>
                    <a:lnTo>
                      <a:pt x="515" y="58"/>
                    </a:lnTo>
                    <a:lnTo>
                      <a:pt x="516" y="58"/>
                    </a:lnTo>
                    <a:lnTo>
                      <a:pt x="518" y="58"/>
                    </a:lnTo>
                    <a:lnTo>
                      <a:pt x="519" y="58"/>
                    </a:lnTo>
                    <a:lnTo>
                      <a:pt x="520" y="58"/>
                    </a:lnTo>
                    <a:lnTo>
                      <a:pt x="522" y="58"/>
                    </a:lnTo>
                    <a:lnTo>
                      <a:pt x="523" y="58"/>
                    </a:lnTo>
                    <a:lnTo>
                      <a:pt x="524" y="58"/>
                    </a:lnTo>
                    <a:lnTo>
                      <a:pt x="526" y="58"/>
                    </a:lnTo>
                    <a:lnTo>
                      <a:pt x="527" y="58"/>
                    </a:lnTo>
                    <a:lnTo>
                      <a:pt x="529" y="58"/>
                    </a:lnTo>
                    <a:lnTo>
                      <a:pt x="530" y="58"/>
                    </a:lnTo>
                    <a:lnTo>
                      <a:pt x="531" y="58"/>
                    </a:lnTo>
                    <a:lnTo>
                      <a:pt x="533" y="58"/>
                    </a:lnTo>
                    <a:lnTo>
                      <a:pt x="534" y="58"/>
                    </a:lnTo>
                    <a:lnTo>
                      <a:pt x="535" y="58"/>
                    </a:lnTo>
                    <a:lnTo>
                      <a:pt x="537" y="58"/>
                    </a:lnTo>
                    <a:lnTo>
                      <a:pt x="538" y="58"/>
                    </a:lnTo>
                    <a:lnTo>
                      <a:pt x="539" y="58"/>
                    </a:lnTo>
                    <a:lnTo>
                      <a:pt x="541" y="58"/>
                    </a:lnTo>
                    <a:lnTo>
                      <a:pt x="542" y="58"/>
                    </a:lnTo>
                    <a:lnTo>
                      <a:pt x="543" y="58"/>
                    </a:lnTo>
                    <a:lnTo>
                      <a:pt x="545" y="58"/>
                    </a:lnTo>
                    <a:lnTo>
                      <a:pt x="546" y="58"/>
                    </a:lnTo>
                    <a:lnTo>
                      <a:pt x="547" y="58"/>
                    </a:lnTo>
                    <a:lnTo>
                      <a:pt x="549" y="58"/>
                    </a:lnTo>
                    <a:lnTo>
                      <a:pt x="550" y="58"/>
                    </a:lnTo>
                    <a:lnTo>
                      <a:pt x="551" y="58"/>
                    </a:lnTo>
                    <a:lnTo>
                      <a:pt x="553" y="58"/>
                    </a:lnTo>
                    <a:lnTo>
                      <a:pt x="554" y="58"/>
                    </a:lnTo>
                    <a:lnTo>
                      <a:pt x="555" y="58"/>
                    </a:lnTo>
                    <a:lnTo>
                      <a:pt x="557" y="58"/>
                    </a:lnTo>
                    <a:lnTo>
                      <a:pt x="558" y="58"/>
                    </a:lnTo>
                    <a:lnTo>
                      <a:pt x="559" y="58"/>
                    </a:lnTo>
                    <a:lnTo>
                      <a:pt x="561" y="58"/>
                    </a:lnTo>
                    <a:lnTo>
                      <a:pt x="562" y="58"/>
                    </a:lnTo>
                    <a:lnTo>
                      <a:pt x="564" y="58"/>
                    </a:lnTo>
                    <a:lnTo>
                      <a:pt x="565" y="58"/>
                    </a:lnTo>
                    <a:lnTo>
                      <a:pt x="566" y="58"/>
                    </a:lnTo>
                    <a:lnTo>
                      <a:pt x="568" y="58"/>
                    </a:lnTo>
                    <a:lnTo>
                      <a:pt x="569" y="58"/>
                    </a:lnTo>
                    <a:lnTo>
                      <a:pt x="570" y="58"/>
                    </a:lnTo>
                    <a:lnTo>
                      <a:pt x="572" y="58"/>
                    </a:lnTo>
                    <a:lnTo>
                      <a:pt x="573" y="58"/>
                    </a:lnTo>
                    <a:lnTo>
                      <a:pt x="574" y="58"/>
                    </a:lnTo>
                    <a:lnTo>
                      <a:pt x="576" y="58"/>
                    </a:lnTo>
                    <a:lnTo>
                      <a:pt x="577" y="58"/>
                    </a:lnTo>
                    <a:lnTo>
                      <a:pt x="578" y="58"/>
                    </a:lnTo>
                    <a:lnTo>
                      <a:pt x="580" y="58"/>
                    </a:lnTo>
                    <a:lnTo>
                      <a:pt x="581" y="57"/>
                    </a:lnTo>
                    <a:lnTo>
                      <a:pt x="582" y="57"/>
                    </a:lnTo>
                    <a:lnTo>
                      <a:pt x="584" y="57"/>
                    </a:lnTo>
                    <a:lnTo>
                      <a:pt x="585" y="58"/>
                    </a:lnTo>
                    <a:lnTo>
                      <a:pt x="586" y="57"/>
                    </a:lnTo>
                    <a:lnTo>
                      <a:pt x="588" y="57"/>
                    </a:lnTo>
                    <a:lnTo>
                      <a:pt x="589" y="57"/>
                    </a:lnTo>
                    <a:lnTo>
                      <a:pt x="590" y="57"/>
                    </a:lnTo>
                    <a:lnTo>
                      <a:pt x="592" y="57"/>
                    </a:lnTo>
                    <a:lnTo>
                      <a:pt x="593" y="57"/>
                    </a:lnTo>
                    <a:lnTo>
                      <a:pt x="594" y="57"/>
                    </a:lnTo>
                    <a:lnTo>
                      <a:pt x="596" y="57"/>
                    </a:lnTo>
                    <a:lnTo>
                      <a:pt x="597" y="57"/>
                    </a:lnTo>
                    <a:lnTo>
                      <a:pt x="599" y="57"/>
                    </a:lnTo>
                    <a:lnTo>
                      <a:pt x="600" y="57"/>
                    </a:lnTo>
                    <a:lnTo>
                      <a:pt x="601" y="57"/>
                    </a:lnTo>
                    <a:lnTo>
                      <a:pt x="603" y="57"/>
                    </a:lnTo>
                    <a:lnTo>
                      <a:pt x="604" y="57"/>
                    </a:lnTo>
                    <a:lnTo>
                      <a:pt x="605" y="57"/>
                    </a:lnTo>
                    <a:lnTo>
                      <a:pt x="607" y="57"/>
                    </a:lnTo>
                    <a:lnTo>
                      <a:pt x="608" y="57"/>
                    </a:lnTo>
                    <a:lnTo>
                      <a:pt x="609" y="57"/>
                    </a:lnTo>
                    <a:lnTo>
                      <a:pt x="611" y="57"/>
                    </a:lnTo>
                    <a:lnTo>
                      <a:pt x="612" y="57"/>
                    </a:lnTo>
                    <a:lnTo>
                      <a:pt x="613" y="57"/>
                    </a:lnTo>
                    <a:lnTo>
                      <a:pt x="615" y="57"/>
                    </a:lnTo>
                    <a:lnTo>
                      <a:pt x="616" y="57"/>
                    </a:lnTo>
                    <a:lnTo>
                      <a:pt x="617" y="57"/>
                    </a:lnTo>
                    <a:lnTo>
                      <a:pt x="619" y="57"/>
                    </a:lnTo>
                    <a:lnTo>
                      <a:pt x="620" y="57"/>
                    </a:lnTo>
                    <a:lnTo>
                      <a:pt x="621" y="57"/>
                    </a:lnTo>
                    <a:lnTo>
                      <a:pt x="623" y="57"/>
                    </a:lnTo>
                    <a:lnTo>
                      <a:pt x="624" y="57"/>
                    </a:lnTo>
                    <a:lnTo>
                      <a:pt x="625" y="57"/>
                    </a:lnTo>
                    <a:lnTo>
                      <a:pt x="627" y="57"/>
                    </a:lnTo>
                    <a:lnTo>
                      <a:pt x="628" y="57"/>
                    </a:lnTo>
                    <a:lnTo>
                      <a:pt x="629" y="57"/>
                    </a:lnTo>
                    <a:lnTo>
                      <a:pt x="631" y="57"/>
                    </a:lnTo>
                    <a:lnTo>
                      <a:pt x="632" y="57"/>
                    </a:lnTo>
                    <a:lnTo>
                      <a:pt x="634" y="57"/>
                    </a:lnTo>
                    <a:lnTo>
                      <a:pt x="635" y="57"/>
                    </a:lnTo>
                    <a:lnTo>
                      <a:pt x="636" y="57"/>
                    </a:lnTo>
                    <a:lnTo>
                      <a:pt x="638" y="57"/>
                    </a:lnTo>
                    <a:lnTo>
                      <a:pt x="639" y="57"/>
                    </a:lnTo>
                    <a:lnTo>
                      <a:pt x="640" y="57"/>
                    </a:lnTo>
                    <a:lnTo>
                      <a:pt x="642" y="57"/>
                    </a:lnTo>
                    <a:lnTo>
                      <a:pt x="643" y="57"/>
                    </a:lnTo>
                    <a:lnTo>
                      <a:pt x="644" y="57"/>
                    </a:lnTo>
                    <a:lnTo>
                      <a:pt x="646" y="57"/>
                    </a:lnTo>
                    <a:lnTo>
                      <a:pt x="647" y="57"/>
                    </a:lnTo>
                    <a:lnTo>
                      <a:pt x="648" y="57"/>
                    </a:lnTo>
                    <a:lnTo>
                      <a:pt x="650" y="57"/>
                    </a:lnTo>
                    <a:lnTo>
                      <a:pt x="651" y="57"/>
                    </a:lnTo>
                    <a:lnTo>
                      <a:pt x="652" y="57"/>
                    </a:lnTo>
                    <a:lnTo>
                      <a:pt x="654" y="57"/>
                    </a:lnTo>
                    <a:lnTo>
                      <a:pt x="655" y="57"/>
                    </a:lnTo>
                    <a:lnTo>
                      <a:pt x="656" y="57"/>
                    </a:lnTo>
                    <a:lnTo>
                      <a:pt x="658" y="57"/>
                    </a:lnTo>
                    <a:lnTo>
                      <a:pt x="659" y="57"/>
                    </a:lnTo>
                    <a:lnTo>
                      <a:pt x="660" y="57"/>
                    </a:lnTo>
                    <a:lnTo>
                      <a:pt x="662" y="57"/>
                    </a:lnTo>
                    <a:lnTo>
                      <a:pt x="663" y="57"/>
                    </a:lnTo>
                    <a:lnTo>
                      <a:pt x="664" y="57"/>
                    </a:lnTo>
                    <a:lnTo>
                      <a:pt x="666" y="57"/>
                    </a:lnTo>
                    <a:lnTo>
                      <a:pt x="667" y="57"/>
                    </a:lnTo>
                    <a:lnTo>
                      <a:pt x="668" y="57"/>
                    </a:lnTo>
                    <a:lnTo>
                      <a:pt x="670" y="57"/>
                    </a:lnTo>
                    <a:lnTo>
                      <a:pt x="671" y="57"/>
                    </a:lnTo>
                    <a:lnTo>
                      <a:pt x="673" y="57"/>
                    </a:lnTo>
                    <a:lnTo>
                      <a:pt x="674" y="57"/>
                    </a:lnTo>
                    <a:lnTo>
                      <a:pt x="675" y="57"/>
                    </a:lnTo>
                    <a:lnTo>
                      <a:pt x="677" y="57"/>
                    </a:lnTo>
                    <a:lnTo>
                      <a:pt x="678" y="57"/>
                    </a:lnTo>
                    <a:lnTo>
                      <a:pt x="679" y="57"/>
                    </a:lnTo>
                    <a:lnTo>
                      <a:pt x="681" y="57"/>
                    </a:lnTo>
                    <a:lnTo>
                      <a:pt x="682" y="57"/>
                    </a:lnTo>
                    <a:lnTo>
                      <a:pt x="683" y="57"/>
                    </a:lnTo>
                    <a:lnTo>
                      <a:pt x="685" y="57"/>
                    </a:lnTo>
                    <a:lnTo>
                      <a:pt x="686" y="57"/>
                    </a:lnTo>
                    <a:lnTo>
                      <a:pt x="687" y="57"/>
                    </a:lnTo>
                    <a:lnTo>
                      <a:pt x="689" y="57"/>
                    </a:lnTo>
                    <a:lnTo>
                      <a:pt x="690" y="57"/>
                    </a:lnTo>
                    <a:lnTo>
                      <a:pt x="691" y="57"/>
                    </a:lnTo>
                    <a:lnTo>
                      <a:pt x="693" y="57"/>
                    </a:lnTo>
                    <a:lnTo>
                      <a:pt x="694" y="57"/>
                    </a:lnTo>
                    <a:lnTo>
                      <a:pt x="695" y="57"/>
                    </a:lnTo>
                    <a:lnTo>
                      <a:pt x="697" y="57"/>
                    </a:lnTo>
                    <a:lnTo>
                      <a:pt x="698" y="57"/>
                    </a:lnTo>
                    <a:lnTo>
                      <a:pt x="699" y="57"/>
                    </a:lnTo>
                    <a:lnTo>
                      <a:pt x="701" y="57"/>
                    </a:lnTo>
                    <a:lnTo>
                      <a:pt x="702" y="57"/>
                    </a:lnTo>
                    <a:lnTo>
                      <a:pt x="703" y="57"/>
                    </a:lnTo>
                    <a:lnTo>
                      <a:pt x="705" y="57"/>
                    </a:lnTo>
                    <a:lnTo>
                      <a:pt x="706" y="57"/>
                    </a:lnTo>
                    <a:lnTo>
                      <a:pt x="708" y="57"/>
                    </a:lnTo>
                    <a:lnTo>
                      <a:pt x="709" y="57"/>
                    </a:lnTo>
                    <a:lnTo>
                      <a:pt x="710" y="57"/>
                    </a:lnTo>
                    <a:lnTo>
                      <a:pt x="712" y="57"/>
                    </a:lnTo>
                    <a:lnTo>
                      <a:pt x="713" y="57"/>
                    </a:lnTo>
                    <a:lnTo>
                      <a:pt x="714" y="57"/>
                    </a:lnTo>
                    <a:lnTo>
                      <a:pt x="716" y="57"/>
                    </a:lnTo>
                    <a:lnTo>
                      <a:pt x="717" y="57"/>
                    </a:lnTo>
                    <a:lnTo>
                      <a:pt x="718" y="57"/>
                    </a:lnTo>
                    <a:lnTo>
                      <a:pt x="720" y="56"/>
                    </a:lnTo>
                    <a:lnTo>
                      <a:pt x="721" y="56"/>
                    </a:lnTo>
                    <a:lnTo>
                      <a:pt x="722" y="56"/>
                    </a:lnTo>
                    <a:lnTo>
                      <a:pt x="724" y="56"/>
                    </a:lnTo>
                    <a:lnTo>
                      <a:pt x="725" y="56"/>
                    </a:lnTo>
                    <a:lnTo>
                      <a:pt x="726" y="56"/>
                    </a:lnTo>
                    <a:lnTo>
                      <a:pt x="728" y="56"/>
                    </a:lnTo>
                    <a:lnTo>
                      <a:pt x="729" y="56"/>
                    </a:lnTo>
                    <a:lnTo>
                      <a:pt x="730" y="56"/>
                    </a:lnTo>
                    <a:lnTo>
                      <a:pt x="732" y="56"/>
                    </a:lnTo>
                    <a:lnTo>
                      <a:pt x="733" y="57"/>
                    </a:lnTo>
                    <a:lnTo>
                      <a:pt x="734" y="57"/>
                    </a:lnTo>
                    <a:lnTo>
                      <a:pt x="736" y="57"/>
                    </a:lnTo>
                    <a:lnTo>
                      <a:pt x="737" y="57"/>
                    </a:lnTo>
                    <a:lnTo>
                      <a:pt x="738" y="57"/>
                    </a:lnTo>
                    <a:lnTo>
                      <a:pt x="740" y="57"/>
                    </a:lnTo>
                    <a:lnTo>
                      <a:pt x="741" y="57"/>
                    </a:lnTo>
                    <a:lnTo>
                      <a:pt x="743" y="57"/>
                    </a:lnTo>
                    <a:lnTo>
                      <a:pt x="744" y="57"/>
                    </a:lnTo>
                    <a:lnTo>
                      <a:pt x="745" y="57"/>
                    </a:lnTo>
                    <a:lnTo>
                      <a:pt x="747" y="57"/>
                    </a:lnTo>
                    <a:lnTo>
                      <a:pt x="748" y="57"/>
                    </a:lnTo>
                    <a:lnTo>
                      <a:pt x="749" y="57"/>
                    </a:lnTo>
                    <a:lnTo>
                      <a:pt x="751" y="57"/>
                    </a:lnTo>
                    <a:lnTo>
                      <a:pt x="752" y="56"/>
                    </a:lnTo>
                    <a:lnTo>
                      <a:pt x="753" y="56"/>
                    </a:lnTo>
                    <a:lnTo>
                      <a:pt x="755" y="56"/>
                    </a:lnTo>
                    <a:lnTo>
                      <a:pt x="756" y="56"/>
                    </a:lnTo>
                    <a:lnTo>
                      <a:pt x="757" y="56"/>
                    </a:lnTo>
                    <a:lnTo>
                      <a:pt x="759" y="56"/>
                    </a:lnTo>
                    <a:lnTo>
                      <a:pt x="760" y="56"/>
                    </a:lnTo>
                    <a:lnTo>
                      <a:pt x="761" y="56"/>
                    </a:lnTo>
                    <a:lnTo>
                      <a:pt x="763" y="56"/>
                    </a:lnTo>
                    <a:lnTo>
                      <a:pt x="764" y="56"/>
                    </a:lnTo>
                    <a:lnTo>
                      <a:pt x="765" y="56"/>
                    </a:lnTo>
                    <a:lnTo>
                      <a:pt x="767" y="56"/>
                    </a:lnTo>
                    <a:lnTo>
                      <a:pt x="768" y="56"/>
                    </a:lnTo>
                    <a:lnTo>
                      <a:pt x="769" y="56"/>
                    </a:lnTo>
                    <a:lnTo>
                      <a:pt x="771" y="56"/>
                    </a:lnTo>
                    <a:lnTo>
                      <a:pt x="772" y="56"/>
                    </a:lnTo>
                    <a:lnTo>
                      <a:pt x="773" y="56"/>
                    </a:lnTo>
                    <a:lnTo>
                      <a:pt x="775" y="56"/>
                    </a:lnTo>
                    <a:lnTo>
                      <a:pt x="776" y="56"/>
                    </a:lnTo>
                    <a:lnTo>
                      <a:pt x="777" y="56"/>
                    </a:lnTo>
                    <a:lnTo>
                      <a:pt x="779" y="56"/>
                    </a:lnTo>
                    <a:lnTo>
                      <a:pt x="780" y="56"/>
                    </a:lnTo>
                    <a:lnTo>
                      <a:pt x="782" y="56"/>
                    </a:lnTo>
                    <a:lnTo>
                      <a:pt x="783" y="56"/>
                    </a:lnTo>
                    <a:lnTo>
                      <a:pt x="784" y="56"/>
                    </a:lnTo>
                    <a:lnTo>
                      <a:pt x="786" y="56"/>
                    </a:lnTo>
                    <a:lnTo>
                      <a:pt x="787" y="56"/>
                    </a:lnTo>
                    <a:lnTo>
                      <a:pt x="788" y="56"/>
                    </a:lnTo>
                    <a:lnTo>
                      <a:pt x="790" y="56"/>
                    </a:lnTo>
                    <a:lnTo>
                      <a:pt x="791" y="56"/>
                    </a:lnTo>
                    <a:lnTo>
                      <a:pt x="792" y="56"/>
                    </a:lnTo>
                    <a:lnTo>
                      <a:pt x="794" y="56"/>
                    </a:lnTo>
                    <a:lnTo>
                      <a:pt x="795" y="56"/>
                    </a:lnTo>
                    <a:lnTo>
                      <a:pt x="796" y="56"/>
                    </a:lnTo>
                    <a:lnTo>
                      <a:pt x="798" y="56"/>
                    </a:lnTo>
                    <a:lnTo>
                      <a:pt x="799" y="56"/>
                    </a:lnTo>
                    <a:lnTo>
                      <a:pt x="800" y="56"/>
                    </a:lnTo>
                    <a:lnTo>
                      <a:pt x="802" y="56"/>
                    </a:lnTo>
                    <a:lnTo>
                      <a:pt x="803" y="56"/>
                    </a:lnTo>
                    <a:lnTo>
                      <a:pt x="804" y="56"/>
                    </a:lnTo>
                    <a:lnTo>
                      <a:pt x="806" y="56"/>
                    </a:lnTo>
                    <a:lnTo>
                      <a:pt x="807" y="56"/>
                    </a:lnTo>
                    <a:lnTo>
                      <a:pt x="808" y="56"/>
                    </a:lnTo>
                    <a:lnTo>
                      <a:pt x="810" y="56"/>
                    </a:lnTo>
                    <a:lnTo>
                      <a:pt x="811" y="56"/>
                    </a:lnTo>
                    <a:lnTo>
                      <a:pt x="812" y="56"/>
                    </a:lnTo>
                    <a:lnTo>
                      <a:pt x="814" y="56"/>
                    </a:lnTo>
                    <a:lnTo>
                      <a:pt x="815" y="56"/>
                    </a:lnTo>
                    <a:lnTo>
                      <a:pt x="817" y="56"/>
                    </a:lnTo>
                    <a:lnTo>
                      <a:pt x="818" y="56"/>
                    </a:lnTo>
                    <a:lnTo>
                      <a:pt x="819" y="56"/>
                    </a:lnTo>
                    <a:lnTo>
                      <a:pt x="821" y="56"/>
                    </a:lnTo>
                    <a:lnTo>
                      <a:pt x="822" y="56"/>
                    </a:lnTo>
                    <a:lnTo>
                      <a:pt x="823" y="56"/>
                    </a:lnTo>
                    <a:lnTo>
                      <a:pt x="825" y="56"/>
                    </a:lnTo>
                    <a:lnTo>
                      <a:pt x="826" y="56"/>
                    </a:lnTo>
                    <a:lnTo>
                      <a:pt x="827" y="56"/>
                    </a:lnTo>
                    <a:lnTo>
                      <a:pt x="829" y="56"/>
                    </a:lnTo>
                    <a:lnTo>
                      <a:pt x="830" y="56"/>
                    </a:lnTo>
                    <a:lnTo>
                      <a:pt x="831" y="56"/>
                    </a:lnTo>
                    <a:lnTo>
                      <a:pt x="833" y="56"/>
                    </a:lnTo>
                    <a:lnTo>
                      <a:pt x="834" y="56"/>
                    </a:lnTo>
                    <a:lnTo>
                      <a:pt x="835" y="56"/>
                    </a:lnTo>
                    <a:lnTo>
                      <a:pt x="837" y="56"/>
                    </a:lnTo>
                    <a:lnTo>
                      <a:pt x="838" y="56"/>
                    </a:lnTo>
                    <a:lnTo>
                      <a:pt x="839" y="56"/>
                    </a:lnTo>
                    <a:lnTo>
                      <a:pt x="841" y="56"/>
                    </a:lnTo>
                    <a:lnTo>
                      <a:pt x="842" y="56"/>
                    </a:lnTo>
                    <a:lnTo>
                      <a:pt x="843" y="56"/>
                    </a:lnTo>
                    <a:lnTo>
                      <a:pt x="845" y="56"/>
                    </a:lnTo>
                    <a:lnTo>
                      <a:pt x="846" y="56"/>
                    </a:lnTo>
                    <a:lnTo>
                      <a:pt x="847" y="56"/>
                    </a:lnTo>
                    <a:lnTo>
                      <a:pt x="849" y="56"/>
                    </a:lnTo>
                    <a:lnTo>
                      <a:pt x="850" y="56"/>
                    </a:lnTo>
                    <a:lnTo>
                      <a:pt x="852" y="56"/>
                    </a:lnTo>
                    <a:lnTo>
                      <a:pt x="853" y="56"/>
                    </a:lnTo>
                    <a:lnTo>
                      <a:pt x="854" y="56"/>
                    </a:lnTo>
                    <a:lnTo>
                      <a:pt x="856" y="56"/>
                    </a:lnTo>
                    <a:lnTo>
                      <a:pt x="857" y="56"/>
                    </a:lnTo>
                    <a:lnTo>
                      <a:pt x="858" y="56"/>
                    </a:lnTo>
                    <a:lnTo>
                      <a:pt x="860" y="56"/>
                    </a:lnTo>
                    <a:lnTo>
                      <a:pt x="861" y="56"/>
                    </a:lnTo>
                    <a:lnTo>
                      <a:pt x="862" y="56"/>
                    </a:lnTo>
                    <a:lnTo>
                      <a:pt x="864" y="56"/>
                    </a:lnTo>
                    <a:lnTo>
                      <a:pt x="865" y="56"/>
                    </a:lnTo>
                    <a:lnTo>
                      <a:pt x="866" y="56"/>
                    </a:lnTo>
                    <a:lnTo>
                      <a:pt x="868" y="56"/>
                    </a:lnTo>
                    <a:lnTo>
                      <a:pt x="869" y="56"/>
                    </a:lnTo>
                    <a:lnTo>
                      <a:pt x="870" y="56"/>
                    </a:lnTo>
                    <a:lnTo>
                      <a:pt x="872" y="56"/>
                    </a:lnTo>
                    <a:lnTo>
                      <a:pt x="873" y="56"/>
                    </a:lnTo>
                    <a:lnTo>
                      <a:pt x="874" y="56"/>
                    </a:lnTo>
                    <a:lnTo>
                      <a:pt x="876" y="56"/>
                    </a:lnTo>
                    <a:lnTo>
                      <a:pt x="877" y="56"/>
                    </a:lnTo>
                    <a:lnTo>
                      <a:pt x="878" y="56"/>
                    </a:lnTo>
                    <a:lnTo>
                      <a:pt x="880" y="56"/>
                    </a:lnTo>
                    <a:lnTo>
                      <a:pt x="881" y="56"/>
                    </a:lnTo>
                    <a:lnTo>
                      <a:pt x="882" y="56"/>
                    </a:lnTo>
                    <a:lnTo>
                      <a:pt x="884" y="56"/>
                    </a:lnTo>
                    <a:lnTo>
                      <a:pt x="885" y="56"/>
                    </a:lnTo>
                    <a:lnTo>
                      <a:pt x="887" y="56"/>
                    </a:lnTo>
                    <a:lnTo>
                      <a:pt x="888" y="56"/>
                    </a:lnTo>
                    <a:lnTo>
                      <a:pt x="889" y="56"/>
                    </a:lnTo>
                    <a:lnTo>
                      <a:pt x="891" y="56"/>
                    </a:lnTo>
                    <a:lnTo>
                      <a:pt x="892" y="56"/>
                    </a:lnTo>
                    <a:lnTo>
                      <a:pt x="893" y="56"/>
                    </a:lnTo>
                    <a:lnTo>
                      <a:pt x="895" y="56"/>
                    </a:lnTo>
                    <a:lnTo>
                      <a:pt x="896" y="56"/>
                    </a:lnTo>
                    <a:lnTo>
                      <a:pt x="897" y="56"/>
                    </a:lnTo>
                    <a:lnTo>
                      <a:pt x="899" y="56"/>
                    </a:lnTo>
                    <a:lnTo>
                      <a:pt x="900" y="56"/>
                    </a:lnTo>
                    <a:lnTo>
                      <a:pt x="901" y="56"/>
                    </a:lnTo>
                    <a:lnTo>
                      <a:pt x="903" y="56"/>
                    </a:lnTo>
                    <a:lnTo>
                      <a:pt x="904" y="56"/>
                    </a:lnTo>
                    <a:lnTo>
                      <a:pt x="905" y="56"/>
                    </a:lnTo>
                    <a:lnTo>
                      <a:pt x="907" y="56"/>
                    </a:lnTo>
                    <a:lnTo>
                      <a:pt x="908" y="56"/>
                    </a:lnTo>
                    <a:lnTo>
                      <a:pt x="909" y="56"/>
                    </a:lnTo>
                    <a:lnTo>
                      <a:pt x="911" y="56"/>
                    </a:lnTo>
                    <a:lnTo>
                      <a:pt x="912" y="56"/>
                    </a:lnTo>
                    <a:lnTo>
                      <a:pt x="913" y="56"/>
                    </a:lnTo>
                    <a:lnTo>
                      <a:pt x="915" y="56"/>
                    </a:lnTo>
                    <a:lnTo>
                      <a:pt x="916" y="56"/>
                    </a:lnTo>
                    <a:lnTo>
                      <a:pt x="917" y="56"/>
                    </a:lnTo>
                    <a:lnTo>
                      <a:pt x="919" y="56"/>
                    </a:lnTo>
                    <a:lnTo>
                      <a:pt x="920" y="56"/>
                    </a:lnTo>
                    <a:lnTo>
                      <a:pt x="921" y="56"/>
                    </a:lnTo>
                    <a:lnTo>
                      <a:pt x="923" y="56"/>
                    </a:lnTo>
                    <a:lnTo>
                      <a:pt x="924" y="56"/>
                    </a:lnTo>
                    <a:lnTo>
                      <a:pt x="926" y="56"/>
                    </a:lnTo>
                    <a:lnTo>
                      <a:pt x="927" y="56"/>
                    </a:lnTo>
                    <a:lnTo>
                      <a:pt x="928" y="56"/>
                    </a:lnTo>
                    <a:lnTo>
                      <a:pt x="930" y="56"/>
                    </a:lnTo>
                    <a:lnTo>
                      <a:pt x="931" y="56"/>
                    </a:lnTo>
                    <a:lnTo>
                      <a:pt x="932" y="56"/>
                    </a:lnTo>
                    <a:lnTo>
                      <a:pt x="934" y="56"/>
                    </a:lnTo>
                    <a:lnTo>
                      <a:pt x="935" y="56"/>
                    </a:lnTo>
                    <a:lnTo>
                      <a:pt x="936" y="56"/>
                    </a:lnTo>
                    <a:lnTo>
                      <a:pt x="938" y="56"/>
                    </a:lnTo>
                    <a:lnTo>
                      <a:pt x="939" y="56"/>
                    </a:lnTo>
                    <a:lnTo>
                      <a:pt x="940" y="56"/>
                    </a:lnTo>
                    <a:lnTo>
                      <a:pt x="942" y="56"/>
                    </a:lnTo>
                    <a:lnTo>
                      <a:pt x="943" y="56"/>
                    </a:lnTo>
                    <a:lnTo>
                      <a:pt x="944" y="56"/>
                    </a:lnTo>
                    <a:lnTo>
                      <a:pt x="946" y="56"/>
                    </a:lnTo>
                    <a:lnTo>
                      <a:pt x="947" y="56"/>
                    </a:lnTo>
                    <a:lnTo>
                      <a:pt x="948" y="56"/>
                    </a:lnTo>
                    <a:lnTo>
                      <a:pt x="950" y="56"/>
                    </a:lnTo>
                    <a:lnTo>
                      <a:pt x="951" y="56"/>
                    </a:lnTo>
                    <a:lnTo>
                      <a:pt x="952" y="56"/>
                    </a:lnTo>
                    <a:lnTo>
                      <a:pt x="954" y="56"/>
                    </a:lnTo>
                    <a:lnTo>
                      <a:pt x="955" y="56"/>
                    </a:lnTo>
                    <a:lnTo>
                      <a:pt x="956" y="56"/>
                    </a:lnTo>
                    <a:lnTo>
                      <a:pt x="958" y="56"/>
                    </a:lnTo>
                    <a:lnTo>
                      <a:pt x="959" y="56"/>
                    </a:lnTo>
                    <a:lnTo>
                      <a:pt x="961" y="56"/>
                    </a:lnTo>
                    <a:lnTo>
                      <a:pt x="962" y="56"/>
                    </a:lnTo>
                    <a:lnTo>
                      <a:pt x="963" y="56"/>
                    </a:lnTo>
                    <a:lnTo>
                      <a:pt x="965" y="55"/>
                    </a:lnTo>
                    <a:lnTo>
                      <a:pt x="966" y="55"/>
                    </a:lnTo>
                    <a:lnTo>
                      <a:pt x="967" y="55"/>
                    </a:lnTo>
                    <a:lnTo>
                      <a:pt x="969" y="55"/>
                    </a:lnTo>
                    <a:lnTo>
                      <a:pt x="970" y="55"/>
                    </a:lnTo>
                    <a:lnTo>
                      <a:pt x="971" y="55"/>
                    </a:lnTo>
                    <a:lnTo>
                      <a:pt x="973" y="55"/>
                    </a:lnTo>
                    <a:lnTo>
                      <a:pt x="974" y="55"/>
                    </a:lnTo>
                    <a:lnTo>
                      <a:pt x="975" y="55"/>
                    </a:lnTo>
                    <a:lnTo>
                      <a:pt x="977" y="55"/>
                    </a:lnTo>
                    <a:lnTo>
                      <a:pt x="978" y="55"/>
                    </a:lnTo>
                    <a:lnTo>
                      <a:pt x="979" y="55"/>
                    </a:lnTo>
                    <a:lnTo>
                      <a:pt x="981" y="55"/>
                    </a:lnTo>
                    <a:lnTo>
                      <a:pt x="982" y="55"/>
                    </a:lnTo>
                    <a:lnTo>
                      <a:pt x="983" y="55"/>
                    </a:lnTo>
                    <a:lnTo>
                      <a:pt x="985" y="55"/>
                    </a:lnTo>
                    <a:lnTo>
                      <a:pt x="986" y="55"/>
                    </a:lnTo>
                    <a:lnTo>
                      <a:pt x="987" y="55"/>
                    </a:lnTo>
                    <a:lnTo>
                      <a:pt x="989" y="55"/>
                    </a:lnTo>
                    <a:lnTo>
                      <a:pt x="990" y="55"/>
                    </a:lnTo>
                    <a:lnTo>
                      <a:pt x="991" y="55"/>
                    </a:lnTo>
                    <a:lnTo>
                      <a:pt x="993" y="55"/>
                    </a:lnTo>
                    <a:lnTo>
                      <a:pt x="994" y="55"/>
                    </a:lnTo>
                    <a:lnTo>
                      <a:pt x="996" y="55"/>
                    </a:lnTo>
                    <a:lnTo>
                      <a:pt x="997" y="55"/>
                    </a:lnTo>
                    <a:lnTo>
                      <a:pt x="998" y="55"/>
                    </a:lnTo>
                    <a:lnTo>
                      <a:pt x="1000" y="55"/>
                    </a:lnTo>
                    <a:lnTo>
                      <a:pt x="1001" y="55"/>
                    </a:lnTo>
                    <a:lnTo>
                      <a:pt x="1002" y="55"/>
                    </a:lnTo>
                    <a:lnTo>
                      <a:pt x="1004" y="55"/>
                    </a:lnTo>
                    <a:lnTo>
                      <a:pt x="1005" y="56"/>
                    </a:lnTo>
                    <a:lnTo>
                      <a:pt x="1006" y="55"/>
                    </a:lnTo>
                    <a:lnTo>
                      <a:pt x="1008" y="55"/>
                    </a:lnTo>
                    <a:lnTo>
                      <a:pt x="1009" y="55"/>
                    </a:lnTo>
                    <a:lnTo>
                      <a:pt x="1010" y="55"/>
                    </a:lnTo>
                    <a:lnTo>
                      <a:pt x="1012" y="55"/>
                    </a:lnTo>
                    <a:lnTo>
                      <a:pt x="1013" y="55"/>
                    </a:lnTo>
                    <a:lnTo>
                      <a:pt x="1014" y="55"/>
                    </a:lnTo>
                    <a:lnTo>
                      <a:pt x="1016" y="55"/>
                    </a:lnTo>
                    <a:lnTo>
                      <a:pt x="1017" y="55"/>
                    </a:lnTo>
                    <a:lnTo>
                      <a:pt x="1018" y="55"/>
                    </a:lnTo>
                    <a:lnTo>
                      <a:pt x="1020" y="55"/>
                    </a:lnTo>
                    <a:lnTo>
                      <a:pt x="1021" y="55"/>
                    </a:lnTo>
                    <a:lnTo>
                      <a:pt x="1022" y="55"/>
                    </a:lnTo>
                    <a:lnTo>
                      <a:pt x="1024" y="55"/>
                    </a:lnTo>
                    <a:lnTo>
                      <a:pt x="1025" y="55"/>
                    </a:lnTo>
                    <a:lnTo>
                      <a:pt x="1026" y="55"/>
                    </a:lnTo>
                    <a:lnTo>
                      <a:pt x="1028" y="55"/>
                    </a:lnTo>
                    <a:lnTo>
                      <a:pt x="1029" y="55"/>
                    </a:lnTo>
                    <a:lnTo>
                      <a:pt x="1031" y="55"/>
                    </a:lnTo>
                    <a:lnTo>
                      <a:pt x="1032" y="55"/>
                    </a:lnTo>
                    <a:lnTo>
                      <a:pt x="1033" y="55"/>
                    </a:lnTo>
                    <a:lnTo>
                      <a:pt x="1035" y="55"/>
                    </a:lnTo>
                    <a:lnTo>
                      <a:pt x="1036" y="55"/>
                    </a:lnTo>
                    <a:lnTo>
                      <a:pt x="1037" y="55"/>
                    </a:lnTo>
                    <a:lnTo>
                      <a:pt x="1039" y="55"/>
                    </a:lnTo>
                    <a:lnTo>
                      <a:pt x="1040" y="55"/>
                    </a:lnTo>
                    <a:lnTo>
                      <a:pt x="1041" y="55"/>
                    </a:lnTo>
                    <a:lnTo>
                      <a:pt x="1043" y="55"/>
                    </a:lnTo>
                    <a:lnTo>
                      <a:pt x="1044" y="55"/>
                    </a:lnTo>
                    <a:lnTo>
                      <a:pt x="1045" y="55"/>
                    </a:lnTo>
                    <a:lnTo>
                      <a:pt x="1047" y="55"/>
                    </a:lnTo>
                    <a:lnTo>
                      <a:pt x="1048" y="55"/>
                    </a:lnTo>
                    <a:lnTo>
                      <a:pt x="1049" y="55"/>
                    </a:lnTo>
                    <a:lnTo>
                      <a:pt x="1051" y="55"/>
                    </a:lnTo>
                    <a:lnTo>
                      <a:pt x="1052" y="55"/>
                    </a:lnTo>
                    <a:lnTo>
                      <a:pt x="1053" y="55"/>
                    </a:lnTo>
                    <a:lnTo>
                      <a:pt x="1055" y="55"/>
                    </a:lnTo>
                    <a:lnTo>
                      <a:pt x="1056" y="55"/>
                    </a:lnTo>
                    <a:lnTo>
                      <a:pt x="1057" y="55"/>
                    </a:lnTo>
                    <a:lnTo>
                      <a:pt x="1059" y="55"/>
                    </a:lnTo>
                    <a:lnTo>
                      <a:pt x="1060" y="55"/>
                    </a:lnTo>
                    <a:lnTo>
                      <a:pt x="1061" y="55"/>
                    </a:lnTo>
                    <a:lnTo>
                      <a:pt x="1063" y="55"/>
                    </a:lnTo>
                    <a:lnTo>
                      <a:pt x="1064" y="55"/>
                    </a:lnTo>
                    <a:lnTo>
                      <a:pt x="1065" y="55"/>
                    </a:lnTo>
                    <a:lnTo>
                      <a:pt x="1067" y="55"/>
                    </a:lnTo>
                    <a:lnTo>
                      <a:pt x="1068" y="55"/>
                    </a:lnTo>
                    <a:lnTo>
                      <a:pt x="1070" y="55"/>
                    </a:lnTo>
                    <a:lnTo>
                      <a:pt x="1071" y="55"/>
                    </a:lnTo>
                    <a:lnTo>
                      <a:pt x="1072" y="55"/>
                    </a:lnTo>
                    <a:lnTo>
                      <a:pt x="1074" y="55"/>
                    </a:lnTo>
                    <a:lnTo>
                      <a:pt x="1075" y="55"/>
                    </a:lnTo>
                    <a:lnTo>
                      <a:pt x="1076" y="55"/>
                    </a:lnTo>
                    <a:lnTo>
                      <a:pt x="1078" y="55"/>
                    </a:lnTo>
                    <a:lnTo>
                      <a:pt x="1079" y="55"/>
                    </a:lnTo>
                    <a:lnTo>
                      <a:pt x="1080" y="55"/>
                    </a:lnTo>
                    <a:lnTo>
                      <a:pt x="1082" y="55"/>
                    </a:lnTo>
                    <a:lnTo>
                      <a:pt x="1083" y="55"/>
                    </a:lnTo>
                    <a:lnTo>
                      <a:pt x="1084" y="55"/>
                    </a:lnTo>
                    <a:lnTo>
                      <a:pt x="1086" y="55"/>
                    </a:lnTo>
                    <a:lnTo>
                      <a:pt x="1087" y="55"/>
                    </a:lnTo>
                    <a:lnTo>
                      <a:pt x="1088" y="55"/>
                    </a:lnTo>
                    <a:lnTo>
                      <a:pt x="1090" y="55"/>
                    </a:lnTo>
                    <a:lnTo>
                      <a:pt x="1091" y="55"/>
                    </a:lnTo>
                    <a:lnTo>
                      <a:pt x="1092" y="55"/>
                    </a:lnTo>
                    <a:lnTo>
                      <a:pt x="1094" y="55"/>
                    </a:lnTo>
                    <a:lnTo>
                      <a:pt x="1095" y="55"/>
                    </a:lnTo>
                    <a:lnTo>
                      <a:pt x="1096" y="55"/>
                    </a:lnTo>
                    <a:lnTo>
                      <a:pt x="1098" y="55"/>
                    </a:lnTo>
                    <a:lnTo>
                      <a:pt x="1099" y="55"/>
                    </a:lnTo>
                    <a:lnTo>
                      <a:pt x="1100" y="55"/>
                    </a:lnTo>
                    <a:lnTo>
                      <a:pt x="1102" y="55"/>
                    </a:lnTo>
                    <a:lnTo>
                      <a:pt x="1103" y="55"/>
                    </a:lnTo>
                    <a:lnTo>
                      <a:pt x="1105" y="55"/>
                    </a:lnTo>
                    <a:lnTo>
                      <a:pt x="1106" y="55"/>
                    </a:lnTo>
                    <a:lnTo>
                      <a:pt x="1107" y="55"/>
                    </a:lnTo>
                    <a:lnTo>
                      <a:pt x="1109" y="55"/>
                    </a:lnTo>
                    <a:lnTo>
                      <a:pt x="1110" y="55"/>
                    </a:lnTo>
                    <a:lnTo>
                      <a:pt x="1111" y="55"/>
                    </a:lnTo>
                    <a:lnTo>
                      <a:pt x="1113" y="55"/>
                    </a:lnTo>
                    <a:lnTo>
                      <a:pt x="1114" y="55"/>
                    </a:lnTo>
                    <a:lnTo>
                      <a:pt x="1115" y="55"/>
                    </a:lnTo>
                    <a:lnTo>
                      <a:pt x="1117" y="55"/>
                    </a:lnTo>
                    <a:lnTo>
                      <a:pt x="1118" y="55"/>
                    </a:lnTo>
                    <a:lnTo>
                      <a:pt x="1119" y="55"/>
                    </a:lnTo>
                    <a:lnTo>
                      <a:pt x="1121" y="55"/>
                    </a:lnTo>
                    <a:lnTo>
                      <a:pt x="1122" y="55"/>
                    </a:lnTo>
                    <a:lnTo>
                      <a:pt x="1123" y="55"/>
                    </a:lnTo>
                    <a:lnTo>
                      <a:pt x="1125" y="55"/>
                    </a:lnTo>
                    <a:lnTo>
                      <a:pt x="1126" y="55"/>
                    </a:lnTo>
                    <a:lnTo>
                      <a:pt x="1127" y="55"/>
                    </a:lnTo>
                    <a:lnTo>
                      <a:pt x="1129" y="55"/>
                    </a:lnTo>
                    <a:lnTo>
                      <a:pt x="1130" y="55"/>
                    </a:lnTo>
                    <a:lnTo>
                      <a:pt x="1131" y="55"/>
                    </a:lnTo>
                    <a:lnTo>
                      <a:pt x="1133" y="55"/>
                    </a:lnTo>
                    <a:lnTo>
                      <a:pt x="1134" y="55"/>
                    </a:lnTo>
                    <a:lnTo>
                      <a:pt x="1135" y="55"/>
                    </a:lnTo>
                    <a:lnTo>
                      <a:pt x="1137" y="55"/>
                    </a:lnTo>
                    <a:lnTo>
                      <a:pt x="1138" y="55"/>
                    </a:lnTo>
                    <a:lnTo>
                      <a:pt x="1140" y="55"/>
                    </a:lnTo>
                    <a:lnTo>
                      <a:pt x="1141" y="55"/>
                    </a:lnTo>
                    <a:lnTo>
                      <a:pt x="1142" y="55"/>
                    </a:lnTo>
                    <a:lnTo>
                      <a:pt x="1144" y="55"/>
                    </a:lnTo>
                    <a:lnTo>
                      <a:pt x="1145" y="55"/>
                    </a:lnTo>
                    <a:lnTo>
                      <a:pt x="1146" y="55"/>
                    </a:lnTo>
                    <a:lnTo>
                      <a:pt x="1148" y="55"/>
                    </a:lnTo>
                    <a:lnTo>
                      <a:pt x="1149" y="55"/>
                    </a:lnTo>
                    <a:lnTo>
                      <a:pt x="1150" y="55"/>
                    </a:lnTo>
                    <a:lnTo>
                      <a:pt x="1152" y="55"/>
                    </a:lnTo>
                    <a:lnTo>
                      <a:pt x="1153" y="55"/>
                    </a:lnTo>
                    <a:lnTo>
                      <a:pt x="1154" y="55"/>
                    </a:lnTo>
                    <a:lnTo>
                      <a:pt x="1156" y="55"/>
                    </a:lnTo>
                    <a:lnTo>
                      <a:pt x="1157" y="55"/>
                    </a:lnTo>
                    <a:lnTo>
                      <a:pt x="1158" y="55"/>
                    </a:lnTo>
                    <a:lnTo>
                      <a:pt x="1160" y="55"/>
                    </a:lnTo>
                    <a:lnTo>
                      <a:pt x="1161" y="55"/>
                    </a:lnTo>
                    <a:lnTo>
                      <a:pt x="1162" y="55"/>
                    </a:lnTo>
                    <a:lnTo>
                      <a:pt x="1164" y="55"/>
                    </a:lnTo>
                    <a:lnTo>
                      <a:pt x="1165" y="55"/>
                    </a:lnTo>
                    <a:lnTo>
                      <a:pt x="1166" y="55"/>
                    </a:lnTo>
                    <a:lnTo>
                      <a:pt x="1168" y="55"/>
                    </a:lnTo>
                    <a:lnTo>
                      <a:pt x="1169" y="55"/>
                    </a:lnTo>
                    <a:lnTo>
                      <a:pt x="1170" y="55"/>
                    </a:lnTo>
                    <a:lnTo>
                      <a:pt x="1172" y="55"/>
                    </a:lnTo>
                    <a:lnTo>
                      <a:pt x="1173" y="55"/>
                    </a:lnTo>
                    <a:lnTo>
                      <a:pt x="1175" y="55"/>
                    </a:lnTo>
                    <a:lnTo>
                      <a:pt x="1176" y="55"/>
                    </a:lnTo>
                    <a:lnTo>
                      <a:pt x="1177" y="55"/>
                    </a:lnTo>
                    <a:lnTo>
                      <a:pt x="1179" y="55"/>
                    </a:lnTo>
                    <a:lnTo>
                      <a:pt x="1180" y="55"/>
                    </a:lnTo>
                    <a:lnTo>
                      <a:pt x="1181" y="55"/>
                    </a:lnTo>
                    <a:lnTo>
                      <a:pt x="1183" y="55"/>
                    </a:lnTo>
                    <a:lnTo>
                      <a:pt x="1184" y="55"/>
                    </a:lnTo>
                    <a:lnTo>
                      <a:pt x="1185" y="55"/>
                    </a:lnTo>
                    <a:lnTo>
                      <a:pt x="1187" y="55"/>
                    </a:lnTo>
                    <a:lnTo>
                      <a:pt x="1188" y="55"/>
                    </a:lnTo>
                    <a:lnTo>
                      <a:pt x="1189" y="55"/>
                    </a:lnTo>
                    <a:lnTo>
                      <a:pt x="1191" y="55"/>
                    </a:lnTo>
                    <a:lnTo>
                      <a:pt x="1192" y="55"/>
                    </a:lnTo>
                    <a:lnTo>
                      <a:pt x="1193" y="55"/>
                    </a:lnTo>
                    <a:lnTo>
                      <a:pt x="1195" y="55"/>
                    </a:lnTo>
                    <a:lnTo>
                      <a:pt x="1196" y="55"/>
                    </a:lnTo>
                    <a:lnTo>
                      <a:pt x="1197" y="55"/>
                    </a:lnTo>
                    <a:lnTo>
                      <a:pt x="1199" y="55"/>
                    </a:lnTo>
                    <a:lnTo>
                      <a:pt x="1200" y="55"/>
                    </a:lnTo>
                    <a:lnTo>
                      <a:pt x="1201" y="55"/>
                    </a:lnTo>
                    <a:lnTo>
                      <a:pt x="1203" y="55"/>
                    </a:lnTo>
                    <a:lnTo>
                      <a:pt x="1204" y="55"/>
                    </a:lnTo>
                    <a:lnTo>
                      <a:pt x="1205" y="55"/>
                    </a:lnTo>
                    <a:lnTo>
                      <a:pt x="1207" y="55"/>
                    </a:lnTo>
                    <a:lnTo>
                      <a:pt x="1208" y="55"/>
                    </a:lnTo>
                    <a:lnTo>
                      <a:pt x="1209" y="55"/>
                    </a:lnTo>
                    <a:lnTo>
                      <a:pt x="1211" y="55"/>
                    </a:lnTo>
                    <a:lnTo>
                      <a:pt x="1212" y="55"/>
                    </a:lnTo>
                    <a:lnTo>
                      <a:pt x="1214" y="55"/>
                    </a:lnTo>
                    <a:lnTo>
                      <a:pt x="1215" y="55"/>
                    </a:lnTo>
                    <a:lnTo>
                      <a:pt x="1216" y="55"/>
                    </a:lnTo>
                    <a:lnTo>
                      <a:pt x="1218" y="55"/>
                    </a:lnTo>
                    <a:lnTo>
                      <a:pt x="1219" y="55"/>
                    </a:lnTo>
                    <a:lnTo>
                      <a:pt x="1220" y="55"/>
                    </a:lnTo>
                    <a:lnTo>
                      <a:pt x="1222" y="55"/>
                    </a:lnTo>
                    <a:lnTo>
                      <a:pt x="1223" y="55"/>
                    </a:lnTo>
                    <a:lnTo>
                      <a:pt x="1224" y="55"/>
                    </a:lnTo>
                    <a:lnTo>
                      <a:pt x="1226" y="55"/>
                    </a:lnTo>
                    <a:lnTo>
                      <a:pt x="1227" y="55"/>
                    </a:lnTo>
                    <a:lnTo>
                      <a:pt x="1228" y="55"/>
                    </a:lnTo>
                    <a:lnTo>
                      <a:pt x="1230" y="55"/>
                    </a:lnTo>
                    <a:lnTo>
                      <a:pt x="1231" y="55"/>
                    </a:lnTo>
                    <a:lnTo>
                      <a:pt x="1232" y="55"/>
                    </a:lnTo>
                    <a:lnTo>
                      <a:pt x="1234" y="55"/>
                    </a:lnTo>
                    <a:lnTo>
                      <a:pt x="1235" y="55"/>
                    </a:lnTo>
                    <a:lnTo>
                      <a:pt x="1236" y="55"/>
                    </a:lnTo>
                    <a:lnTo>
                      <a:pt x="1238" y="55"/>
                    </a:lnTo>
                    <a:lnTo>
                      <a:pt x="1239" y="55"/>
                    </a:lnTo>
                    <a:lnTo>
                      <a:pt x="1240" y="55"/>
                    </a:lnTo>
                    <a:lnTo>
                      <a:pt x="1242" y="55"/>
                    </a:lnTo>
                    <a:lnTo>
                      <a:pt x="1243" y="55"/>
                    </a:lnTo>
                    <a:lnTo>
                      <a:pt x="1244" y="55"/>
                    </a:lnTo>
                    <a:lnTo>
                      <a:pt x="1246" y="55"/>
                    </a:lnTo>
                    <a:lnTo>
                      <a:pt x="1247" y="55"/>
                    </a:lnTo>
                    <a:lnTo>
                      <a:pt x="1249" y="55"/>
                    </a:lnTo>
                    <a:lnTo>
                      <a:pt x="1250" y="55"/>
                    </a:lnTo>
                    <a:lnTo>
                      <a:pt x="1251" y="55"/>
                    </a:lnTo>
                    <a:lnTo>
                      <a:pt x="1253" y="55"/>
                    </a:lnTo>
                    <a:lnTo>
                      <a:pt x="1254" y="55"/>
                    </a:lnTo>
                    <a:lnTo>
                      <a:pt x="1255" y="55"/>
                    </a:lnTo>
                    <a:lnTo>
                      <a:pt x="1257" y="55"/>
                    </a:lnTo>
                    <a:lnTo>
                      <a:pt x="1258" y="55"/>
                    </a:lnTo>
                    <a:lnTo>
                      <a:pt x="1259" y="55"/>
                    </a:lnTo>
                    <a:lnTo>
                      <a:pt x="1261" y="55"/>
                    </a:lnTo>
                    <a:lnTo>
                      <a:pt x="1262" y="55"/>
                    </a:lnTo>
                    <a:lnTo>
                      <a:pt x="1263" y="55"/>
                    </a:lnTo>
                    <a:lnTo>
                      <a:pt x="1265" y="55"/>
                    </a:lnTo>
                    <a:lnTo>
                      <a:pt x="1266" y="55"/>
                    </a:lnTo>
                    <a:lnTo>
                      <a:pt x="1267" y="55"/>
                    </a:lnTo>
                    <a:lnTo>
                      <a:pt x="1269" y="55"/>
                    </a:lnTo>
                    <a:lnTo>
                      <a:pt x="1270" y="55"/>
                    </a:lnTo>
                    <a:lnTo>
                      <a:pt x="1271" y="55"/>
                    </a:lnTo>
                    <a:lnTo>
                      <a:pt x="1273" y="55"/>
                    </a:lnTo>
                    <a:lnTo>
                      <a:pt x="1274" y="55"/>
                    </a:lnTo>
                    <a:lnTo>
                      <a:pt x="1275" y="55"/>
                    </a:lnTo>
                    <a:lnTo>
                      <a:pt x="1277" y="55"/>
                    </a:lnTo>
                    <a:lnTo>
                      <a:pt x="1278" y="55"/>
                    </a:lnTo>
                    <a:lnTo>
                      <a:pt x="1279" y="55"/>
                    </a:lnTo>
                    <a:lnTo>
                      <a:pt x="1281" y="55"/>
                    </a:lnTo>
                    <a:lnTo>
                      <a:pt x="1282" y="55"/>
                    </a:lnTo>
                    <a:lnTo>
                      <a:pt x="1284" y="55"/>
                    </a:lnTo>
                    <a:lnTo>
                      <a:pt x="1285" y="55"/>
                    </a:lnTo>
                    <a:lnTo>
                      <a:pt x="1286" y="55"/>
                    </a:lnTo>
                    <a:lnTo>
                      <a:pt x="1288" y="55"/>
                    </a:lnTo>
                    <a:lnTo>
                      <a:pt x="1289" y="55"/>
                    </a:lnTo>
                    <a:lnTo>
                      <a:pt x="1290" y="55"/>
                    </a:lnTo>
                    <a:lnTo>
                      <a:pt x="1292" y="55"/>
                    </a:lnTo>
                    <a:lnTo>
                      <a:pt x="1293" y="55"/>
                    </a:lnTo>
                    <a:lnTo>
                      <a:pt x="1294" y="55"/>
                    </a:lnTo>
                    <a:lnTo>
                      <a:pt x="1296" y="55"/>
                    </a:lnTo>
                    <a:lnTo>
                      <a:pt x="1297" y="55"/>
                    </a:lnTo>
                    <a:lnTo>
                      <a:pt x="1298" y="55"/>
                    </a:lnTo>
                    <a:lnTo>
                      <a:pt x="1300" y="55"/>
                    </a:lnTo>
                    <a:lnTo>
                      <a:pt x="1301" y="55"/>
                    </a:lnTo>
                    <a:lnTo>
                      <a:pt x="1302" y="55"/>
                    </a:lnTo>
                    <a:lnTo>
                      <a:pt x="1304" y="55"/>
                    </a:lnTo>
                    <a:lnTo>
                      <a:pt x="1305" y="55"/>
                    </a:lnTo>
                    <a:lnTo>
                      <a:pt x="1306" y="55"/>
                    </a:lnTo>
                    <a:lnTo>
                      <a:pt x="1308" y="55"/>
                    </a:lnTo>
                    <a:lnTo>
                      <a:pt x="1309" y="55"/>
                    </a:lnTo>
                    <a:lnTo>
                      <a:pt x="1310" y="55"/>
                    </a:lnTo>
                    <a:lnTo>
                      <a:pt x="1312" y="55"/>
                    </a:lnTo>
                    <a:lnTo>
                      <a:pt x="1313" y="55"/>
                    </a:lnTo>
                    <a:lnTo>
                      <a:pt x="1314" y="55"/>
                    </a:lnTo>
                    <a:lnTo>
                      <a:pt x="1316" y="55"/>
                    </a:lnTo>
                    <a:lnTo>
                      <a:pt x="1317" y="55"/>
                    </a:lnTo>
                    <a:lnTo>
                      <a:pt x="1319" y="55"/>
                    </a:lnTo>
                    <a:lnTo>
                      <a:pt x="1320" y="55"/>
                    </a:lnTo>
                    <a:lnTo>
                      <a:pt x="1321" y="55"/>
                    </a:lnTo>
                    <a:lnTo>
                      <a:pt x="1323" y="55"/>
                    </a:lnTo>
                    <a:lnTo>
                      <a:pt x="1324" y="55"/>
                    </a:lnTo>
                    <a:lnTo>
                      <a:pt x="1325" y="55"/>
                    </a:lnTo>
                    <a:lnTo>
                      <a:pt x="1327" y="55"/>
                    </a:lnTo>
                    <a:lnTo>
                      <a:pt x="1328" y="55"/>
                    </a:lnTo>
                    <a:lnTo>
                      <a:pt x="1329" y="55"/>
                    </a:lnTo>
                    <a:lnTo>
                      <a:pt x="1331" y="55"/>
                    </a:lnTo>
                    <a:lnTo>
                      <a:pt x="1332" y="55"/>
                    </a:lnTo>
                    <a:lnTo>
                      <a:pt x="1333" y="55"/>
                    </a:lnTo>
                    <a:lnTo>
                      <a:pt x="1335" y="55"/>
                    </a:lnTo>
                    <a:lnTo>
                      <a:pt x="1336" y="55"/>
                    </a:lnTo>
                    <a:lnTo>
                      <a:pt x="1337" y="55"/>
                    </a:lnTo>
                    <a:lnTo>
                      <a:pt x="1339" y="55"/>
                    </a:lnTo>
                    <a:lnTo>
                      <a:pt x="1340" y="55"/>
                    </a:lnTo>
                    <a:lnTo>
                      <a:pt x="1341" y="55"/>
                    </a:lnTo>
                    <a:lnTo>
                      <a:pt x="1343" y="55"/>
                    </a:lnTo>
                    <a:lnTo>
                      <a:pt x="1344" y="55"/>
                    </a:lnTo>
                    <a:lnTo>
                      <a:pt x="1345" y="55"/>
                    </a:lnTo>
                    <a:lnTo>
                      <a:pt x="1347" y="55"/>
                    </a:lnTo>
                    <a:lnTo>
                      <a:pt x="1348" y="55"/>
                    </a:lnTo>
                    <a:lnTo>
                      <a:pt x="1349" y="55"/>
                    </a:lnTo>
                    <a:lnTo>
                      <a:pt x="1351" y="55"/>
                    </a:lnTo>
                    <a:lnTo>
                      <a:pt x="1352" y="55"/>
                    </a:lnTo>
                    <a:lnTo>
                      <a:pt x="1353" y="55"/>
                    </a:lnTo>
                    <a:lnTo>
                      <a:pt x="1355" y="55"/>
                    </a:lnTo>
                    <a:lnTo>
                      <a:pt x="1356" y="55"/>
                    </a:lnTo>
                    <a:lnTo>
                      <a:pt x="1358" y="55"/>
                    </a:lnTo>
                    <a:lnTo>
                      <a:pt x="1359" y="55"/>
                    </a:lnTo>
                    <a:lnTo>
                      <a:pt x="1360" y="55"/>
                    </a:lnTo>
                    <a:lnTo>
                      <a:pt x="1362" y="55"/>
                    </a:lnTo>
                    <a:lnTo>
                      <a:pt x="1363" y="55"/>
                    </a:lnTo>
                    <a:lnTo>
                      <a:pt x="1364" y="55"/>
                    </a:lnTo>
                    <a:lnTo>
                      <a:pt x="1366" y="55"/>
                    </a:lnTo>
                    <a:lnTo>
                      <a:pt x="1367" y="55"/>
                    </a:lnTo>
                    <a:lnTo>
                      <a:pt x="1368" y="55"/>
                    </a:lnTo>
                    <a:lnTo>
                      <a:pt x="1370" y="55"/>
                    </a:lnTo>
                    <a:lnTo>
                      <a:pt x="1371" y="55"/>
                    </a:lnTo>
                    <a:lnTo>
                      <a:pt x="1372" y="55"/>
                    </a:lnTo>
                    <a:lnTo>
                      <a:pt x="1374" y="55"/>
                    </a:lnTo>
                    <a:lnTo>
                      <a:pt x="1375" y="55"/>
                    </a:lnTo>
                    <a:lnTo>
                      <a:pt x="1376" y="55"/>
                    </a:lnTo>
                    <a:lnTo>
                      <a:pt x="1378" y="54"/>
                    </a:lnTo>
                    <a:lnTo>
                      <a:pt x="1379" y="55"/>
                    </a:lnTo>
                    <a:lnTo>
                      <a:pt x="1380" y="55"/>
                    </a:lnTo>
                    <a:lnTo>
                      <a:pt x="1382" y="55"/>
                    </a:lnTo>
                    <a:lnTo>
                      <a:pt x="1383" y="54"/>
                    </a:lnTo>
                    <a:lnTo>
                      <a:pt x="1384" y="54"/>
                    </a:lnTo>
                    <a:lnTo>
                      <a:pt x="1386" y="54"/>
                    </a:lnTo>
                    <a:lnTo>
                      <a:pt x="1387" y="54"/>
                    </a:lnTo>
                    <a:lnTo>
                      <a:pt x="1388" y="54"/>
                    </a:lnTo>
                    <a:lnTo>
                      <a:pt x="1390" y="54"/>
                    </a:lnTo>
                    <a:lnTo>
                      <a:pt x="1391" y="54"/>
                    </a:lnTo>
                    <a:lnTo>
                      <a:pt x="1393" y="54"/>
                    </a:lnTo>
                    <a:lnTo>
                      <a:pt x="1394" y="54"/>
                    </a:lnTo>
                    <a:lnTo>
                      <a:pt x="1395" y="54"/>
                    </a:lnTo>
                    <a:lnTo>
                      <a:pt x="1397" y="54"/>
                    </a:lnTo>
                    <a:lnTo>
                      <a:pt x="1398" y="54"/>
                    </a:lnTo>
                    <a:lnTo>
                      <a:pt x="1399" y="54"/>
                    </a:lnTo>
                    <a:lnTo>
                      <a:pt x="1401" y="54"/>
                    </a:lnTo>
                    <a:lnTo>
                      <a:pt x="1402" y="54"/>
                    </a:lnTo>
                    <a:lnTo>
                      <a:pt x="1403" y="54"/>
                    </a:lnTo>
                    <a:lnTo>
                      <a:pt x="1405" y="54"/>
                    </a:lnTo>
                    <a:lnTo>
                      <a:pt x="1406" y="54"/>
                    </a:lnTo>
                    <a:lnTo>
                      <a:pt x="1407" y="54"/>
                    </a:lnTo>
                    <a:lnTo>
                      <a:pt x="1409" y="54"/>
                    </a:lnTo>
                    <a:lnTo>
                      <a:pt x="1410" y="54"/>
                    </a:lnTo>
                    <a:lnTo>
                      <a:pt x="1411" y="54"/>
                    </a:lnTo>
                    <a:lnTo>
                      <a:pt x="1413" y="54"/>
                    </a:lnTo>
                    <a:lnTo>
                      <a:pt x="1414" y="54"/>
                    </a:lnTo>
                    <a:lnTo>
                      <a:pt x="1415" y="54"/>
                    </a:lnTo>
                    <a:lnTo>
                      <a:pt x="1417" y="54"/>
                    </a:lnTo>
                    <a:lnTo>
                      <a:pt x="1418" y="54"/>
                    </a:lnTo>
                    <a:lnTo>
                      <a:pt x="1419" y="54"/>
                    </a:lnTo>
                    <a:lnTo>
                      <a:pt x="1421" y="54"/>
                    </a:lnTo>
                    <a:lnTo>
                      <a:pt x="1422" y="54"/>
                    </a:lnTo>
                  </a:path>
                </a:pathLst>
              </a:custGeom>
              <a:noFill/>
              <a:ln cap="flat" cmpd="sng" w="25400">
                <a:solidFill>
                  <a:srgbClr val="00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 flipH="1" rot="10800000">
                <a:off x="6950076" y="2865438"/>
                <a:ext cx="3756025" cy="257175"/>
              </a:xfrm>
              <a:custGeom>
                <a:rect b="b" l="l" r="r" t="t"/>
                <a:pathLst>
                  <a:path extrusionOk="0" h="117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11"/>
                    </a:lnTo>
                    <a:lnTo>
                      <a:pt x="118" y="18"/>
                    </a:lnTo>
                    <a:lnTo>
                      <a:pt x="119" y="20"/>
                    </a:lnTo>
                    <a:lnTo>
                      <a:pt x="121" y="21"/>
                    </a:lnTo>
                    <a:lnTo>
                      <a:pt x="122" y="22"/>
                    </a:lnTo>
                    <a:lnTo>
                      <a:pt x="123" y="23"/>
                    </a:lnTo>
                    <a:lnTo>
                      <a:pt x="125" y="24"/>
                    </a:lnTo>
                    <a:lnTo>
                      <a:pt x="126" y="24"/>
                    </a:lnTo>
                    <a:lnTo>
                      <a:pt x="127" y="25"/>
                    </a:lnTo>
                    <a:lnTo>
                      <a:pt x="129" y="26"/>
                    </a:lnTo>
                    <a:lnTo>
                      <a:pt x="130" y="27"/>
                    </a:lnTo>
                    <a:lnTo>
                      <a:pt x="132" y="28"/>
                    </a:lnTo>
                    <a:lnTo>
                      <a:pt x="133" y="29"/>
                    </a:lnTo>
                    <a:lnTo>
                      <a:pt x="134" y="30"/>
                    </a:lnTo>
                    <a:lnTo>
                      <a:pt x="136" y="31"/>
                    </a:lnTo>
                    <a:lnTo>
                      <a:pt x="137" y="31"/>
                    </a:lnTo>
                    <a:lnTo>
                      <a:pt x="138" y="32"/>
                    </a:lnTo>
                    <a:lnTo>
                      <a:pt x="140" y="33"/>
                    </a:lnTo>
                    <a:lnTo>
                      <a:pt x="141" y="34"/>
                    </a:lnTo>
                    <a:lnTo>
                      <a:pt x="142" y="35"/>
                    </a:lnTo>
                    <a:lnTo>
                      <a:pt x="144" y="36"/>
                    </a:lnTo>
                    <a:lnTo>
                      <a:pt x="145" y="37"/>
                    </a:lnTo>
                    <a:lnTo>
                      <a:pt x="146" y="38"/>
                    </a:lnTo>
                    <a:lnTo>
                      <a:pt x="148" y="39"/>
                    </a:lnTo>
                    <a:lnTo>
                      <a:pt x="149" y="39"/>
                    </a:lnTo>
                    <a:lnTo>
                      <a:pt x="150" y="40"/>
                    </a:lnTo>
                    <a:lnTo>
                      <a:pt x="152" y="41"/>
                    </a:lnTo>
                    <a:lnTo>
                      <a:pt x="153" y="42"/>
                    </a:lnTo>
                    <a:lnTo>
                      <a:pt x="154" y="43"/>
                    </a:lnTo>
                    <a:lnTo>
                      <a:pt x="156" y="44"/>
                    </a:lnTo>
                    <a:lnTo>
                      <a:pt x="157" y="44"/>
                    </a:lnTo>
                    <a:lnTo>
                      <a:pt x="158" y="45"/>
                    </a:lnTo>
                    <a:lnTo>
                      <a:pt x="160" y="46"/>
                    </a:lnTo>
                    <a:lnTo>
                      <a:pt x="161" y="47"/>
                    </a:lnTo>
                    <a:lnTo>
                      <a:pt x="162" y="48"/>
                    </a:lnTo>
                    <a:lnTo>
                      <a:pt x="164" y="48"/>
                    </a:lnTo>
                    <a:lnTo>
                      <a:pt x="165" y="49"/>
                    </a:lnTo>
                    <a:lnTo>
                      <a:pt x="167" y="50"/>
                    </a:lnTo>
                    <a:lnTo>
                      <a:pt x="168" y="51"/>
                    </a:lnTo>
                    <a:lnTo>
                      <a:pt x="169" y="51"/>
                    </a:lnTo>
                    <a:lnTo>
                      <a:pt x="171" y="52"/>
                    </a:lnTo>
                    <a:lnTo>
                      <a:pt x="172" y="53"/>
                    </a:lnTo>
                    <a:lnTo>
                      <a:pt x="173" y="54"/>
                    </a:lnTo>
                    <a:lnTo>
                      <a:pt x="175" y="55"/>
                    </a:lnTo>
                    <a:lnTo>
                      <a:pt x="176" y="55"/>
                    </a:lnTo>
                    <a:lnTo>
                      <a:pt x="177" y="56"/>
                    </a:lnTo>
                    <a:lnTo>
                      <a:pt x="179" y="57"/>
                    </a:lnTo>
                    <a:lnTo>
                      <a:pt x="180" y="58"/>
                    </a:lnTo>
                    <a:lnTo>
                      <a:pt x="181" y="59"/>
                    </a:lnTo>
                    <a:lnTo>
                      <a:pt x="183" y="59"/>
                    </a:lnTo>
                    <a:lnTo>
                      <a:pt x="184" y="60"/>
                    </a:lnTo>
                    <a:lnTo>
                      <a:pt x="185" y="61"/>
                    </a:lnTo>
                    <a:lnTo>
                      <a:pt x="187" y="61"/>
                    </a:lnTo>
                    <a:lnTo>
                      <a:pt x="188" y="62"/>
                    </a:lnTo>
                    <a:lnTo>
                      <a:pt x="189" y="63"/>
                    </a:lnTo>
                    <a:lnTo>
                      <a:pt x="191" y="64"/>
                    </a:lnTo>
                    <a:lnTo>
                      <a:pt x="192" y="64"/>
                    </a:lnTo>
                    <a:lnTo>
                      <a:pt x="193" y="65"/>
                    </a:lnTo>
                    <a:lnTo>
                      <a:pt x="195" y="66"/>
                    </a:lnTo>
                    <a:lnTo>
                      <a:pt x="196" y="66"/>
                    </a:lnTo>
                    <a:lnTo>
                      <a:pt x="197" y="67"/>
                    </a:lnTo>
                    <a:lnTo>
                      <a:pt x="199" y="68"/>
                    </a:lnTo>
                    <a:lnTo>
                      <a:pt x="200" y="69"/>
                    </a:lnTo>
                    <a:lnTo>
                      <a:pt x="202" y="69"/>
                    </a:lnTo>
                    <a:lnTo>
                      <a:pt x="203" y="70"/>
                    </a:lnTo>
                    <a:lnTo>
                      <a:pt x="204" y="71"/>
                    </a:lnTo>
                    <a:lnTo>
                      <a:pt x="206" y="72"/>
                    </a:lnTo>
                    <a:lnTo>
                      <a:pt x="207" y="72"/>
                    </a:lnTo>
                    <a:lnTo>
                      <a:pt x="208" y="73"/>
                    </a:lnTo>
                    <a:lnTo>
                      <a:pt x="210" y="73"/>
                    </a:lnTo>
                    <a:lnTo>
                      <a:pt x="211" y="74"/>
                    </a:lnTo>
                    <a:lnTo>
                      <a:pt x="212" y="75"/>
                    </a:lnTo>
                    <a:lnTo>
                      <a:pt x="214" y="76"/>
                    </a:lnTo>
                    <a:lnTo>
                      <a:pt x="215" y="76"/>
                    </a:lnTo>
                    <a:lnTo>
                      <a:pt x="216" y="77"/>
                    </a:lnTo>
                    <a:lnTo>
                      <a:pt x="218" y="78"/>
                    </a:lnTo>
                    <a:lnTo>
                      <a:pt x="219" y="78"/>
                    </a:lnTo>
                    <a:lnTo>
                      <a:pt x="220" y="79"/>
                    </a:lnTo>
                    <a:lnTo>
                      <a:pt x="222" y="80"/>
                    </a:lnTo>
                    <a:lnTo>
                      <a:pt x="223" y="80"/>
                    </a:lnTo>
                    <a:lnTo>
                      <a:pt x="224" y="81"/>
                    </a:lnTo>
                    <a:lnTo>
                      <a:pt x="226" y="82"/>
                    </a:lnTo>
                    <a:lnTo>
                      <a:pt x="227" y="82"/>
                    </a:lnTo>
                    <a:lnTo>
                      <a:pt x="228" y="83"/>
                    </a:lnTo>
                    <a:lnTo>
                      <a:pt x="230" y="83"/>
                    </a:lnTo>
                    <a:lnTo>
                      <a:pt x="231" y="84"/>
                    </a:lnTo>
                    <a:lnTo>
                      <a:pt x="232" y="85"/>
                    </a:lnTo>
                    <a:lnTo>
                      <a:pt x="234" y="85"/>
                    </a:lnTo>
                    <a:lnTo>
                      <a:pt x="235" y="86"/>
                    </a:lnTo>
                    <a:lnTo>
                      <a:pt x="236" y="87"/>
                    </a:lnTo>
                    <a:lnTo>
                      <a:pt x="238" y="87"/>
                    </a:lnTo>
                    <a:lnTo>
                      <a:pt x="239" y="88"/>
                    </a:lnTo>
                    <a:lnTo>
                      <a:pt x="241" y="88"/>
                    </a:lnTo>
                    <a:lnTo>
                      <a:pt x="242" y="89"/>
                    </a:lnTo>
                    <a:lnTo>
                      <a:pt x="243" y="90"/>
                    </a:lnTo>
                    <a:lnTo>
                      <a:pt x="245" y="90"/>
                    </a:lnTo>
                    <a:lnTo>
                      <a:pt x="246" y="91"/>
                    </a:lnTo>
                    <a:lnTo>
                      <a:pt x="247" y="91"/>
                    </a:lnTo>
                    <a:lnTo>
                      <a:pt x="249" y="92"/>
                    </a:lnTo>
                    <a:lnTo>
                      <a:pt x="250" y="93"/>
                    </a:lnTo>
                    <a:lnTo>
                      <a:pt x="251" y="93"/>
                    </a:lnTo>
                    <a:lnTo>
                      <a:pt x="253" y="94"/>
                    </a:lnTo>
                    <a:lnTo>
                      <a:pt x="254" y="94"/>
                    </a:lnTo>
                    <a:lnTo>
                      <a:pt x="255" y="95"/>
                    </a:lnTo>
                    <a:lnTo>
                      <a:pt x="257" y="95"/>
                    </a:lnTo>
                    <a:lnTo>
                      <a:pt x="258" y="96"/>
                    </a:lnTo>
                    <a:lnTo>
                      <a:pt x="259" y="97"/>
                    </a:lnTo>
                    <a:lnTo>
                      <a:pt x="261" y="97"/>
                    </a:lnTo>
                    <a:lnTo>
                      <a:pt x="262" y="98"/>
                    </a:lnTo>
                    <a:lnTo>
                      <a:pt x="263" y="98"/>
                    </a:lnTo>
                    <a:lnTo>
                      <a:pt x="265" y="99"/>
                    </a:lnTo>
                    <a:lnTo>
                      <a:pt x="266" y="99"/>
                    </a:lnTo>
                    <a:lnTo>
                      <a:pt x="267" y="100"/>
                    </a:lnTo>
                    <a:lnTo>
                      <a:pt x="269" y="101"/>
                    </a:lnTo>
                    <a:lnTo>
                      <a:pt x="270" y="101"/>
                    </a:lnTo>
                    <a:lnTo>
                      <a:pt x="271" y="102"/>
                    </a:lnTo>
                    <a:lnTo>
                      <a:pt x="273" y="102"/>
                    </a:lnTo>
                    <a:lnTo>
                      <a:pt x="274" y="103"/>
                    </a:lnTo>
                    <a:lnTo>
                      <a:pt x="276" y="103"/>
                    </a:lnTo>
                    <a:lnTo>
                      <a:pt x="277" y="104"/>
                    </a:lnTo>
                    <a:lnTo>
                      <a:pt x="278" y="104"/>
                    </a:lnTo>
                    <a:lnTo>
                      <a:pt x="280" y="104"/>
                    </a:lnTo>
                    <a:lnTo>
                      <a:pt x="281" y="105"/>
                    </a:lnTo>
                    <a:lnTo>
                      <a:pt x="282" y="105"/>
                    </a:lnTo>
                    <a:lnTo>
                      <a:pt x="284" y="106"/>
                    </a:lnTo>
                    <a:lnTo>
                      <a:pt x="285" y="106"/>
                    </a:lnTo>
                    <a:lnTo>
                      <a:pt x="286" y="107"/>
                    </a:lnTo>
                    <a:lnTo>
                      <a:pt x="288" y="107"/>
                    </a:lnTo>
                    <a:lnTo>
                      <a:pt x="289" y="108"/>
                    </a:lnTo>
                    <a:lnTo>
                      <a:pt x="290" y="108"/>
                    </a:lnTo>
                    <a:lnTo>
                      <a:pt x="292" y="108"/>
                    </a:lnTo>
                    <a:lnTo>
                      <a:pt x="293" y="109"/>
                    </a:lnTo>
                    <a:lnTo>
                      <a:pt x="294" y="109"/>
                    </a:lnTo>
                    <a:lnTo>
                      <a:pt x="296" y="109"/>
                    </a:lnTo>
                    <a:lnTo>
                      <a:pt x="297" y="110"/>
                    </a:lnTo>
                    <a:lnTo>
                      <a:pt x="298" y="110"/>
                    </a:lnTo>
                    <a:lnTo>
                      <a:pt x="300" y="110"/>
                    </a:lnTo>
                    <a:lnTo>
                      <a:pt x="301" y="111"/>
                    </a:lnTo>
                    <a:lnTo>
                      <a:pt x="302" y="111"/>
                    </a:lnTo>
                    <a:lnTo>
                      <a:pt x="304" y="111"/>
                    </a:lnTo>
                    <a:lnTo>
                      <a:pt x="305" y="111"/>
                    </a:lnTo>
                    <a:lnTo>
                      <a:pt x="306" y="112"/>
                    </a:lnTo>
                    <a:lnTo>
                      <a:pt x="308" y="112"/>
                    </a:lnTo>
                    <a:lnTo>
                      <a:pt x="309" y="112"/>
                    </a:lnTo>
                    <a:lnTo>
                      <a:pt x="311" y="112"/>
                    </a:lnTo>
                    <a:lnTo>
                      <a:pt x="312" y="113"/>
                    </a:lnTo>
                    <a:lnTo>
                      <a:pt x="313" y="113"/>
                    </a:lnTo>
                    <a:lnTo>
                      <a:pt x="315" y="113"/>
                    </a:lnTo>
                    <a:lnTo>
                      <a:pt x="316" y="113"/>
                    </a:lnTo>
                    <a:lnTo>
                      <a:pt x="317" y="113"/>
                    </a:lnTo>
                    <a:lnTo>
                      <a:pt x="319" y="114"/>
                    </a:lnTo>
                    <a:lnTo>
                      <a:pt x="320" y="114"/>
                    </a:lnTo>
                    <a:lnTo>
                      <a:pt x="321" y="114"/>
                    </a:lnTo>
                    <a:lnTo>
                      <a:pt x="323" y="114"/>
                    </a:lnTo>
                    <a:lnTo>
                      <a:pt x="324" y="115"/>
                    </a:lnTo>
                    <a:lnTo>
                      <a:pt x="325" y="115"/>
                    </a:lnTo>
                    <a:lnTo>
                      <a:pt x="327" y="115"/>
                    </a:lnTo>
                    <a:lnTo>
                      <a:pt x="328" y="115"/>
                    </a:lnTo>
                    <a:lnTo>
                      <a:pt x="329" y="115"/>
                    </a:lnTo>
                    <a:lnTo>
                      <a:pt x="331" y="115"/>
                    </a:lnTo>
                    <a:lnTo>
                      <a:pt x="332" y="116"/>
                    </a:lnTo>
                    <a:lnTo>
                      <a:pt x="333" y="116"/>
                    </a:lnTo>
                    <a:lnTo>
                      <a:pt x="335" y="116"/>
                    </a:lnTo>
                    <a:lnTo>
                      <a:pt x="336" y="116"/>
                    </a:lnTo>
                    <a:lnTo>
                      <a:pt x="337" y="116"/>
                    </a:lnTo>
                    <a:lnTo>
                      <a:pt x="339" y="116"/>
                    </a:lnTo>
                    <a:lnTo>
                      <a:pt x="340" y="116"/>
                    </a:lnTo>
                    <a:lnTo>
                      <a:pt x="341" y="116"/>
                    </a:lnTo>
                    <a:lnTo>
                      <a:pt x="343" y="116"/>
                    </a:lnTo>
                    <a:lnTo>
                      <a:pt x="344" y="116"/>
                    </a:lnTo>
                    <a:lnTo>
                      <a:pt x="346" y="117"/>
                    </a:lnTo>
                    <a:lnTo>
                      <a:pt x="347" y="117"/>
                    </a:lnTo>
                    <a:lnTo>
                      <a:pt x="348" y="117"/>
                    </a:lnTo>
                    <a:lnTo>
                      <a:pt x="350" y="117"/>
                    </a:lnTo>
                    <a:lnTo>
                      <a:pt x="351" y="117"/>
                    </a:lnTo>
                    <a:lnTo>
                      <a:pt x="352" y="117"/>
                    </a:lnTo>
                    <a:lnTo>
                      <a:pt x="354" y="117"/>
                    </a:lnTo>
                    <a:lnTo>
                      <a:pt x="355" y="117"/>
                    </a:lnTo>
                    <a:lnTo>
                      <a:pt x="356" y="117"/>
                    </a:lnTo>
                    <a:lnTo>
                      <a:pt x="358" y="117"/>
                    </a:lnTo>
                    <a:lnTo>
                      <a:pt x="359" y="117"/>
                    </a:lnTo>
                    <a:lnTo>
                      <a:pt x="360" y="117"/>
                    </a:lnTo>
                    <a:lnTo>
                      <a:pt x="362" y="117"/>
                    </a:lnTo>
                    <a:lnTo>
                      <a:pt x="363" y="117"/>
                    </a:lnTo>
                    <a:lnTo>
                      <a:pt x="364" y="117"/>
                    </a:lnTo>
                    <a:lnTo>
                      <a:pt x="366" y="117"/>
                    </a:lnTo>
                    <a:lnTo>
                      <a:pt x="367" y="117"/>
                    </a:lnTo>
                    <a:lnTo>
                      <a:pt x="368" y="117"/>
                    </a:lnTo>
                    <a:lnTo>
                      <a:pt x="370" y="117"/>
                    </a:lnTo>
                    <a:lnTo>
                      <a:pt x="371" y="117"/>
                    </a:lnTo>
                    <a:lnTo>
                      <a:pt x="372" y="117"/>
                    </a:lnTo>
                    <a:lnTo>
                      <a:pt x="374" y="117"/>
                    </a:lnTo>
                    <a:lnTo>
                      <a:pt x="375" y="117"/>
                    </a:lnTo>
                    <a:lnTo>
                      <a:pt x="376" y="117"/>
                    </a:lnTo>
                    <a:lnTo>
                      <a:pt x="378" y="117"/>
                    </a:lnTo>
                    <a:lnTo>
                      <a:pt x="379" y="117"/>
                    </a:lnTo>
                    <a:lnTo>
                      <a:pt x="380" y="117"/>
                    </a:lnTo>
                    <a:lnTo>
                      <a:pt x="382" y="117"/>
                    </a:lnTo>
                    <a:lnTo>
                      <a:pt x="383" y="117"/>
                    </a:lnTo>
                    <a:lnTo>
                      <a:pt x="385" y="117"/>
                    </a:lnTo>
                    <a:lnTo>
                      <a:pt x="386" y="117"/>
                    </a:lnTo>
                    <a:lnTo>
                      <a:pt x="387" y="117"/>
                    </a:lnTo>
                    <a:lnTo>
                      <a:pt x="389" y="117"/>
                    </a:lnTo>
                    <a:lnTo>
                      <a:pt x="390" y="117"/>
                    </a:lnTo>
                    <a:lnTo>
                      <a:pt x="391" y="117"/>
                    </a:lnTo>
                    <a:lnTo>
                      <a:pt x="393" y="117"/>
                    </a:lnTo>
                    <a:lnTo>
                      <a:pt x="394" y="117"/>
                    </a:lnTo>
                    <a:lnTo>
                      <a:pt x="395" y="117"/>
                    </a:lnTo>
                    <a:lnTo>
                      <a:pt x="397" y="117"/>
                    </a:lnTo>
                    <a:lnTo>
                      <a:pt x="398" y="117"/>
                    </a:lnTo>
                    <a:lnTo>
                      <a:pt x="399" y="117"/>
                    </a:lnTo>
                    <a:lnTo>
                      <a:pt x="401" y="117"/>
                    </a:lnTo>
                    <a:lnTo>
                      <a:pt x="402" y="117"/>
                    </a:lnTo>
                    <a:lnTo>
                      <a:pt x="403" y="117"/>
                    </a:lnTo>
                    <a:lnTo>
                      <a:pt x="405" y="117"/>
                    </a:lnTo>
                    <a:lnTo>
                      <a:pt x="406" y="117"/>
                    </a:lnTo>
                    <a:lnTo>
                      <a:pt x="407" y="117"/>
                    </a:lnTo>
                    <a:lnTo>
                      <a:pt x="409" y="117"/>
                    </a:lnTo>
                    <a:lnTo>
                      <a:pt x="410" y="117"/>
                    </a:lnTo>
                    <a:lnTo>
                      <a:pt x="411" y="117"/>
                    </a:lnTo>
                    <a:lnTo>
                      <a:pt x="413" y="117"/>
                    </a:lnTo>
                    <a:lnTo>
                      <a:pt x="414" y="117"/>
                    </a:lnTo>
                    <a:lnTo>
                      <a:pt x="415" y="117"/>
                    </a:lnTo>
                    <a:lnTo>
                      <a:pt x="417" y="117"/>
                    </a:lnTo>
                    <a:lnTo>
                      <a:pt x="418" y="117"/>
                    </a:lnTo>
                    <a:lnTo>
                      <a:pt x="420" y="102"/>
                    </a:lnTo>
                    <a:lnTo>
                      <a:pt x="421" y="102"/>
                    </a:lnTo>
                    <a:lnTo>
                      <a:pt x="422" y="102"/>
                    </a:lnTo>
                    <a:lnTo>
                      <a:pt x="424" y="102"/>
                    </a:lnTo>
                    <a:lnTo>
                      <a:pt x="425" y="102"/>
                    </a:lnTo>
                    <a:lnTo>
                      <a:pt x="426" y="102"/>
                    </a:lnTo>
                    <a:lnTo>
                      <a:pt x="428" y="102"/>
                    </a:lnTo>
                    <a:lnTo>
                      <a:pt x="429" y="102"/>
                    </a:lnTo>
                    <a:lnTo>
                      <a:pt x="430" y="102"/>
                    </a:lnTo>
                    <a:lnTo>
                      <a:pt x="432" y="102"/>
                    </a:lnTo>
                    <a:lnTo>
                      <a:pt x="433" y="102"/>
                    </a:lnTo>
                    <a:lnTo>
                      <a:pt x="434" y="102"/>
                    </a:lnTo>
                    <a:lnTo>
                      <a:pt x="436" y="102"/>
                    </a:lnTo>
                    <a:lnTo>
                      <a:pt x="437" y="102"/>
                    </a:lnTo>
                    <a:lnTo>
                      <a:pt x="438" y="102"/>
                    </a:lnTo>
                    <a:lnTo>
                      <a:pt x="440" y="102"/>
                    </a:lnTo>
                    <a:lnTo>
                      <a:pt x="441" y="102"/>
                    </a:lnTo>
                    <a:lnTo>
                      <a:pt x="442" y="102"/>
                    </a:lnTo>
                    <a:lnTo>
                      <a:pt x="444" y="102"/>
                    </a:lnTo>
                    <a:lnTo>
                      <a:pt x="445" y="102"/>
                    </a:lnTo>
                    <a:lnTo>
                      <a:pt x="446" y="101"/>
                    </a:lnTo>
                    <a:lnTo>
                      <a:pt x="448" y="101"/>
                    </a:lnTo>
                    <a:lnTo>
                      <a:pt x="449" y="101"/>
                    </a:lnTo>
                    <a:lnTo>
                      <a:pt x="450" y="101"/>
                    </a:lnTo>
                    <a:lnTo>
                      <a:pt x="452" y="101"/>
                    </a:lnTo>
                    <a:lnTo>
                      <a:pt x="453" y="101"/>
                    </a:lnTo>
                    <a:lnTo>
                      <a:pt x="455" y="101"/>
                    </a:lnTo>
                    <a:lnTo>
                      <a:pt x="456" y="101"/>
                    </a:lnTo>
                    <a:lnTo>
                      <a:pt x="457" y="101"/>
                    </a:lnTo>
                    <a:lnTo>
                      <a:pt x="459" y="101"/>
                    </a:lnTo>
                    <a:lnTo>
                      <a:pt x="460" y="101"/>
                    </a:lnTo>
                    <a:lnTo>
                      <a:pt x="461" y="101"/>
                    </a:lnTo>
                    <a:lnTo>
                      <a:pt x="463" y="101"/>
                    </a:lnTo>
                    <a:lnTo>
                      <a:pt x="464" y="101"/>
                    </a:lnTo>
                    <a:lnTo>
                      <a:pt x="465" y="101"/>
                    </a:lnTo>
                    <a:lnTo>
                      <a:pt x="467" y="101"/>
                    </a:lnTo>
                    <a:lnTo>
                      <a:pt x="468" y="101"/>
                    </a:lnTo>
                    <a:lnTo>
                      <a:pt x="469" y="101"/>
                    </a:lnTo>
                    <a:lnTo>
                      <a:pt x="471" y="101"/>
                    </a:lnTo>
                    <a:lnTo>
                      <a:pt x="472" y="100"/>
                    </a:lnTo>
                    <a:lnTo>
                      <a:pt x="473" y="100"/>
                    </a:lnTo>
                    <a:lnTo>
                      <a:pt x="475" y="100"/>
                    </a:lnTo>
                    <a:lnTo>
                      <a:pt x="476" y="100"/>
                    </a:lnTo>
                    <a:lnTo>
                      <a:pt x="477" y="100"/>
                    </a:lnTo>
                    <a:lnTo>
                      <a:pt x="479" y="100"/>
                    </a:lnTo>
                    <a:lnTo>
                      <a:pt x="480" y="100"/>
                    </a:lnTo>
                    <a:lnTo>
                      <a:pt x="481" y="100"/>
                    </a:lnTo>
                    <a:lnTo>
                      <a:pt x="483" y="100"/>
                    </a:lnTo>
                    <a:lnTo>
                      <a:pt x="484" y="100"/>
                    </a:lnTo>
                    <a:lnTo>
                      <a:pt x="485" y="100"/>
                    </a:lnTo>
                    <a:lnTo>
                      <a:pt x="487" y="100"/>
                    </a:lnTo>
                    <a:lnTo>
                      <a:pt x="488" y="100"/>
                    </a:lnTo>
                    <a:lnTo>
                      <a:pt x="490" y="100"/>
                    </a:lnTo>
                    <a:lnTo>
                      <a:pt x="491" y="100"/>
                    </a:lnTo>
                    <a:lnTo>
                      <a:pt x="492" y="100"/>
                    </a:lnTo>
                    <a:lnTo>
                      <a:pt x="494" y="100"/>
                    </a:lnTo>
                    <a:lnTo>
                      <a:pt x="495" y="100"/>
                    </a:lnTo>
                    <a:lnTo>
                      <a:pt x="496" y="100"/>
                    </a:lnTo>
                    <a:lnTo>
                      <a:pt x="498" y="100"/>
                    </a:lnTo>
                    <a:lnTo>
                      <a:pt x="499" y="100"/>
                    </a:lnTo>
                    <a:lnTo>
                      <a:pt x="500" y="100"/>
                    </a:lnTo>
                    <a:lnTo>
                      <a:pt x="502" y="100"/>
                    </a:lnTo>
                    <a:lnTo>
                      <a:pt x="503" y="100"/>
                    </a:lnTo>
                    <a:lnTo>
                      <a:pt x="504" y="100"/>
                    </a:lnTo>
                    <a:lnTo>
                      <a:pt x="506" y="100"/>
                    </a:lnTo>
                    <a:lnTo>
                      <a:pt x="507" y="100"/>
                    </a:lnTo>
                    <a:lnTo>
                      <a:pt x="508" y="100"/>
                    </a:lnTo>
                    <a:lnTo>
                      <a:pt x="510" y="99"/>
                    </a:lnTo>
                    <a:lnTo>
                      <a:pt x="511" y="99"/>
                    </a:lnTo>
                    <a:lnTo>
                      <a:pt x="512" y="99"/>
                    </a:lnTo>
                    <a:lnTo>
                      <a:pt x="514" y="99"/>
                    </a:lnTo>
                    <a:lnTo>
                      <a:pt x="515" y="99"/>
                    </a:lnTo>
                    <a:lnTo>
                      <a:pt x="516" y="99"/>
                    </a:lnTo>
                    <a:lnTo>
                      <a:pt x="518" y="99"/>
                    </a:lnTo>
                    <a:lnTo>
                      <a:pt x="519" y="99"/>
                    </a:lnTo>
                    <a:lnTo>
                      <a:pt x="520" y="99"/>
                    </a:lnTo>
                    <a:lnTo>
                      <a:pt x="522" y="99"/>
                    </a:lnTo>
                    <a:lnTo>
                      <a:pt x="523" y="99"/>
                    </a:lnTo>
                    <a:lnTo>
                      <a:pt x="524" y="99"/>
                    </a:lnTo>
                    <a:lnTo>
                      <a:pt x="526" y="99"/>
                    </a:lnTo>
                    <a:lnTo>
                      <a:pt x="527" y="99"/>
                    </a:lnTo>
                    <a:lnTo>
                      <a:pt x="529" y="99"/>
                    </a:lnTo>
                    <a:lnTo>
                      <a:pt x="530" y="99"/>
                    </a:lnTo>
                    <a:lnTo>
                      <a:pt x="531" y="99"/>
                    </a:lnTo>
                    <a:lnTo>
                      <a:pt x="533" y="99"/>
                    </a:lnTo>
                    <a:lnTo>
                      <a:pt x="534" y="99"/>
                    </a:lnTo>
                    <a:lnTo>
                      <a:pt x="535" y="99"/>
                    </a:lnTo>
                    <a:lnTo>
                      <a:pt x="537" y="99"/>
                    </a:lnTo>
                    <a:lnTo>
                      <a:pt x="538" y="99"/>
                    </a:lnTo>
                    <a:lnTo>
                      <a:pt x="539" y="99"/>
                    </a:lnTo>
                    <a:lnTo>
                      <a:pt x="541" y="99"/>
                    </a:lnTo>
                    <a:lnTo>
                      <a:pt x="542" y="99"/>
                    </a:lnTo>
                    <a:lnTo>
                      <a:pt x="543" y="99"/>
                    </a:lnTo>
                    <a:lnTo>
                      <a:pt x="545" y="99"/>
                    </a:lnTo>
                    <a:lnTo>
                      <a:pt x="546" y="99"/>
                    </a:lnTo>
                    <a:lnTo>
                      <a:pt x="547" y="99"/>
                    </a:lnTo>
                    <a:lnTo>
                      <a:pt x="549" y="99"/>
                    </a:lnTo>
                    <a:lnTo>
                      <a:pt x="550" y="99"/>
                    </a:lnTo>
                    <a:lnTo>
                      <a:pt x="551" y="99"/>
                    </a:lnTo>
                    <a:lnTo>
                      <a:pt x="553" y="99"/>
                    </a:lnTo>
                    <a:lnTo>
                      <a:pt x="554" y="98"/>
                    </a:lnTo>
                    <a:lnTo>
                      <a:pt x="555" y="98"/>
                    </a:lnTo>
                    <a:lnTo>
                      <a:pt x="557" y="98"/>
                    </a:lnTo>
                    <a:lnTo>
                      <a:pt x="558" y="98"/>
                    </a:lnTo>
                    <a:lnTo>
                      <a:pt x="559" y="98"/>
                    </a:lnTo>
                    <a:lnTo>
                      <a:pt x="561" y="98"/>
                    </a:lnTo>
                    <a:lnTo>
                      <a:pt x="562" y="98"/>
                    </a:lnTo>
                    <a:lnTo>
                      <a:pt x="564" y="98"/>
                    </a:lnTo>
                    <a:lnTo>
                      <a:pt x="565" y="98"/>
                    </a:lnTo>
                    <a:lnTo>
                      <a:pt x="566" y="98"/>
                    </a:lnTo>
                    <a:lnTo>
                      <a:pt x="568" y="98"/>
                    </a:lnTo>
                    <a:lnTo>
                      <a:pt x="569" y="98"/>
                    </a:lnTo>
                    <a:lnTo>
                      <a:pt x="570" y="98"/>
                    </a:lnTo>
                    <a:lnTo>
                      <a:pt x="572" y="98"/>
                    </a:lnTo>
                    <a:lnTo>
                      <a:pt x="573" y="98"/>
                    </a:lnTo>
                    <a:lnTo>
                      <a:pt x="574" y="98"/>
                    </a:lnTo>
                    <a:lnTo>
                      <a:pt x="576" y="98"/>
                    </a:lnTo>
                    <a:lnTo>
                      <a:pt x="577" y="98"/>
                    </a:lnTo>
                    <a:lnTo>
                      <a:pt x="578" y="98"/>
                    </a:lnTo>
                    <a:lnTo>
                      <a:pt x="580" y="98"/>
                    </a:lnTo>
                    <a:lnTo>
                      <a:pt x="581" y="98"/>
                    </a:lnTo>
                    <a:lnTo>
                      <a:pt x="582" y="98"/>
                    </a:lnTo>
                    <a:lnTo>
                      <a:pt x="584" y="98"/>
                    </a:lnTo>
                    <a:lnTo>
                      <a:pt x="585" y="98"/>
                    </a:lnTo>
                    <a:lnTo>
                      <a:pt x="586" y="98"/>
                    </a:lnTo>
                    <a:lnTo>
                      <a:pt x="588" y="98"/>
                    </a:lnTo>
                    <a:lnTo>
                      <a:pt x="589" y="98"/>
                    </a:lnTo>
                    <a:lnTo>
                      <a:pt x="590" y="98"/>
                    </a:lnTo>
                    <a:lnTo>
                      <a:pt x="592" y="98"/>
                    </a:lnTo>
                    <a:lnTo>
                      <a:pt x="593" y="98"/>
                    </a:lnTo>
                    <a:lnTo>
                      <a:pt x="594" y="98"/>
                    </a:lnTo>
                    <a:lnTo>
                      <a:pt x="596" y="98"/>
                    </a:lnTo>
                    <a:lnTo>
                      <a:pt x="597" y="98"/>
                    </a:lnTo>
                    <a:lnTo>
                      <a:pt x="599" y="98"/>
                    </a:lnTo>
                    <a:lnTo>
                      <a:pt x="600" y="98"/>
                    </a:lnTo>
                    <a:lnTo>
                      <a:pt x="601" y="98"/>
                    </a:lnTo>
                    <a:lnTo>
                      <a:pt x="603" y="98"/>
                    </a:lnTo>
                    <a:lnTo>
                      <a:pt x="604" y="98"/>
                    </a:lnTo>
                    <a:lnTo>
                      <a:pt x="605" y="98"/>
                    </a:lnTo>
                    <a:lnTo>
                      <a:pt x="607" y="98"/>
                    </a:lnTo>
                    <a:lnTo>
                      <a:pt x="608" y="98"/>
                    </a:lnTo>
                    <a:lnTo>
                      <a:pt x="609" y="98"/>
                    </a:lnTo>
                    <a:lnTo>
                      <a:pt x="611" y="98"/>
                    </a:lnTo>
                    <a:lnTo>
                      <a:pt x="612" y="98"/>
                    </a:lnTo>
                    <a:lnTo>
                      <a:pt x="613" y="98"/>
                    </a:lnTo>
                    <a:lnTo>
                      <a:pt x="615" y="98"/>
                    </a:lnTo>
                    <a:lnTo>
                      <a:pt x="616" y="98"/>
                    </a:lnTo>
                    <a:lnTo>
                      <a:pt x="617" y="98"/>
                    </a:lnTo>
                    <a:lnTo>
                      <a:pt x="619" y="98"/>
                    </a:lnTo>
                    <a:lnTo>
                      <a:pt x="620" y="98"/>
                    </a:lnTo>
                    <a:lnTo>
                      <a:pt x="621" y="97"/>
                    </a:lnTo>
                    <a:lnTo>
                      <a:pt x="623" y="97"/>
                    </a:lnTo>
                    <a:lnTo>
                      <a:pt x="624" y="97"/>
                    </a:lnTo>
                    <a:lnTo>
                      <a:pt x="625" y="97"/>
                    </a:lnTo>
                    <a:lnTo>
                      <a:pt x="627" y="97"/>
                    </a:lnTo>
                    <a:lnTo>
                      <a:pt x="628" y="97"/>
                    </a:lnTo>
                    <a:lnTo>
                      <a:pt x="629" y="97"/>
                    </a:lnTo>
                    <a:lnTo>
                      <a:pt x="631" y="97"/>
                    </a:lnTo>
                    <a:lnTo>
                      <a:pt x="632" y="97"/>
                    </a:lnTo>
                    <a:lnTo>
                      <a:pt x="634" y="97"/>
                    </a:lnTo>
                    <a:lnTo>
                      <a:pt x="635" y="97"/>
                    </a:lnTo>
                    <a:lnTo>
                      <a:pt x="636" y="97"/>
                    </a:lnTo>
                    <a:lnTo>
                      <a:pt x="638" y="97"/>
                    </a:lnTo>
                    <a:lnTo>
                      <a:pt x="639" y="97"/>
                    </a:lnTo>
                    <a:lnTo>
                      <a:pt x="640" y="97"/>
                    </a:lnTo>
                    <a:lnTo>
                      <a:pt x="642" y="97"/>
                    </a:lnTo>
                    <a:lnTo>
                      <a:pt x="643" y="97"/>
                    </a:lnTo>
                    <a:lnTo>
                      <a:pt x="644" y="97"/>
                    </a:lnTo>
                    <a:lnTo>
                      <a:pt x="646" y="97"/>
                    </a:lnTo>
                    <a:lnTo>
                      <a:pt x="647" y="97"/>
                    </a:lnTo>
                    <a:lnTo>
                      <a:pt x="648" y="97"/>
                    </a:lnTo>
                    <a:lnTo>
                      <a:pt x="650" y="97"/>
                    </a:lnTo>
                    <a:lnTo>
                      <a:pt x="651" y="97"/>
                    </a:lnTo>
                    <a:lnTo>
                      <a:pt x="652" y="97"/>
                    </a:lnTo>
                    <a:lnTo>
                      <a:pt x="654" y="97"/>
                    </a:lnTo>
                    <a:lnTo>
                      <a:pt x="655" y="97"/>
                    </a:lnTo>
                    <a:lnTo>
                      <a:pt x="656" y="97"/>
                    </a:lnTo>
                    <a:lnTo>
                      <a:pt x="658" y="97"/>
                    </a:lnTo>
                    <a:lnTo>
                      <a:pt x="659" y="97"/>
                    </a:lnTo>
                    <a:lnTo>
                      <a:pt x="660" y="97"/>
                    </a:lnTo>
                    <a:lnTo>
                      <a:pt x="662" y="97"/>
                    </a:lnTo>
                    <a:lnTo>
                      <a:pt x="663" y="97"/>
                    </a:lnTo>
                    <a:lnTo>
                      <a:pt x="664" y="97"/>
                    </a:lnTo>
                    <a:lnTo>
                      <a:pt x="666" y="97"/>
                    </a:lnTo>
                    <a:lnTo>
                      <a:pt x="667" y="97"/>
                    </a:lnTo>
                    <a:lnTo>
                      <a:pt x="668" y="97"/>
                    </a:lnTo>
                    <a:lnTo>
                      <a:pt x="670" y="97"/>
                    </a:lnTo>
                    <a:lnTo>
                      <a:pt x="671" y="97"/>
                    </a:lnTo>
                    <a:lnTo>
                      <a:pt x="673" y="97"/>
                    </a:lnTo>
                    <a:lnTo>
                      <a:pt x="674" y="97"/>
                    </a:lnTo>
                    <a:lnTo>
                      <a:pt x="675" y="97"/>
                    </a:lnTo>
                    <a:lnTo>
                      <a:pt x="677" y="97"/>
                    </a:lnTo>
                    <a:lnTo>
                      <a:pt x="678" y="97"/>
                    </a:lnTo>
                    <a:lnTo>
                      <a:pt x="679" y="97"/>
                    </a:lnTo>
                    <a:lnTo>
                      <a:pt x="681" y="97"/>
                    </a:lnTo>
                    <a:lnTo>
                      <a:pt x="682" y="97"/>
                    </a:lnTo>
                    <a:lnTo>
                      <a:pt x="683" y="97"/>
                    </a:lnTo>
                    <a:lnTo>
                      <a:pt x="685" y="97"/>
                    </a:lnTo>
                    <a:lnTo>
                      <a:pt x="686" y="97"/>
                    </a:lnTo>
                    <a:lnTo>
                      <a:pt x="687" y="97"/>
                    </a:lnTo>
                    <a:lnTo>
                      <a:pt x="689" y="97"/>
                    </a:lnTo>
                    <a:lnTo>
                      <a:pt x="690" y="97"/>
                    </a:lnTo>
                    <a:lnTo>
                      <a:pt x="691" y="97"/>
                    </a:lnTo>
                    <a:lnTo>
                      <a:pt x="693" y="97"/>
                    </a:lnTo>
                    <a:lnTo>
                      <a:pt x="694" y="97"/>
                    </a:lnTo>
                    <a:lnTo>
                      <a:pt x="695" y="97"/>
                    </a:lnTo>
                    <a:lnTo>
                      <a:pt x="697" y="97"/>
                    </a:lnTo>
                    <a:lnTo>
                      <a:pt x="698" y="97"/>
                    </a:lnTo>
                    <a:lnTo>
                      <a:pt x="699" y="97"/>
                    </a:lnTo>
                    <a:lnTo>
                      <a:pt x="701" y="97"/>
                    </a:lnTo>
                    <a:lnTo>
                      <a:pt x="702" y="96"/>
                    </a:lnTo>
                    <a:lnTo>
                      <a:pt x="703" y="96"/>
                    </a:lnTo>
                    <a:lnTo>
                      <a:pt x="705" y="96"/>
                    </a:lnTo>
                    <a:lnTo>
                      <a:pt x="706" y="96"/>
                    </a:lnTo>
                    <a:lnTo>
                      <a:pt x="708" y="96"/>
                    </a:lnTo>
                    <a:lnTo>
                      <a:pt x="709" y="96"/>
                    </a:lnTo>
                    <a:lnTo>
                      <a:pt x="710" y="96"/>
                    </a:lnTo>
                    <a:lnTo>
                      <a:pt x="712" y="96"/>
                    </a:lnTo>
                    <a:lnTo>
                      <a:pt x="713" y="96"/>
                    </a:lnTo>
                    <a:lnTo>
                      <a:pt x="714" y="96"/>
                    </a:lnTo>
                    <a:lnTo>
                      <a:pt x="716" y="96"/>
                    </a:lnTo>
                    <a:lnTo>
                      <a:pt x="717" y="96"/>
                    </a:lnTo>
                    <a:lnTo>
                      <a:pt x="718" y="96"/>
                    </a:lnTo>
                    <a:lnTo>
                      <a:pt x="720" y="96"/>
                    </a:lnTo>
                    <a:lnTo>
                      <a:pt x="721" y="96"/>
                    </a:lnTo>
                    <a:lnTo>
                      <a:pt x="722" y="96"/>
                    </a:lnTo>
                    <a:lnTo>
                      <a:pt x="724" y="96"/>
                    </a:lnTo>
                    <a:lnTo>
                      <a:pt x="725" y="96"/>
                    </a:lnTo>
                    <a:lnTo>
                      <a:pt x="726" y="96"/>
                    </a:lnTo>
                    <a:lnTo>
                      <a:pt x="728" y="96"/>
                    </a:lnTo>
                    <a:lnTo>
                      <a:pt x="729" y="96"/>
                    </a:lnTo>
                    <a:lnTo>
                      <a:pt x="730" y="96"/>
                    </a:lnTo>
                    <a:lnTo>
                      <a:pt x="732" y="96"/>
                    </a:lnTo>
                    <a:lnTo>
                      <a:pt x="733" y="96"/>
                    </a:lnTo>
                    <a:lnTo>
                      <a:pt x="734" y="96"/>
                    </a:lnTo>
                    <a:lnTo>
                      <a:pt x="736" y="96"/>
                    </a:lnTo>
                    <a:lnTo>
                      <a:pt x="737" y="96"/>
                    </a:lnTo>
                    <a:lnTo>
                      <a:pt x="738" y="96"/>
                    </a:lnTo>
                    <a:lnTo>
                      <a:pt x="740" y="96"/>
                    </a:lnTo>
                    <a:lnTo>
                      <a:pt x="741" y="96"/>
                    </a:lnTo>
                    <a:lnTo>
                      <a:pt x="743" y="96"/>
                    </a:lnTo>
                    <a:lnTo>
                      <a:pt x="744" y="96"/>
                    </a:lnTo>
                    <a:lnTo>
                      <a:pt x="745" y="96"/>
                    </a:lnTo>
                    <a:lnTo>
                      <a:pt x="747" y="96"/>
                    </a:lnTo>
                    <a:lnTo>
                      <a:pt x="748" y="96"/>
                    </a:lnTo>
                    <a:lnTo>
                      <a:pt x="749" y="96"/>
                    </a:lnTo>
                    <a:lnTo>
                      <a:pt x="751" y="96"/>
                    </a:lnTo>
                    <a:lnTo>
                      <a:pt x="752" y="96"/>
                    </a:lnTo>
                    <a:lnTo>
                      <a:pt x="753" y="96"/>
                    </a:lnTo>
                    <a:lnTo>
                      <a:pt x="755" y="96"/>
                    </a:lnTo>
                    <a:lnTo>
                      <a:pt x="756" y="96"/>
                    </a:lnTo>
                    <a:lnTo>
                      <a:pt x="757" y="96"/>
                    </a:lnTo>
                    <a:lnTo>
                      <a:pt x="759" y="96"/>
                    </a:lnTo>
                    <a:lnTo>
                      <a:pt x="760" y="96"/>
                    </a:lnTo>
                    <a:lnTo>
                      <a:pt x="761" y="96"/>
                    </a:lnTo>
                    <a:lnTo>
                      <a:pt x="763" y="96"/>
                    </a:lnTo>
                    <a:lnTo>
                      <a:pt x="764" y="96"/>
                    </a:lnTo>
                    <a:lnTo>
                      <a:pt x="765" y="96"/>
                    </a:lnTo>
                    <a:lnTo>
                      <a:pt x="767" y="96"/>
                    </a:lnTo>
                    <a:lnTo>
                      <a:pt x="768" y="96"/>
                    </a:lnTo>
                    <a:lnTo>
                      <a:pt x="769" y="96"/>
                    </a:lnTo>
                    <a:lnTo>
                      <a:pt x="771" y="96"/>
                    </a:lnTo>
                    <a:lnTo>
                      <a:pt x="772" y="96"/>
                    </a:lnTo>
                    <a:lnTo>
                      <a:pt x="773" y="96"/>
                    </a:lnTo>
                    <a:lnTo>
                      <a:pt x="775" y="96"/>
                    </a:lnTo>
                    <a:lnTo>
                      <a:pt x="776" y="96"/>
                    </a:lnTo>
                    <a:lnTo>
                      <a:pt x="777" y="96"/>
                    </a:lnTo>
                    <a:lnTo>
                      <a:pt x="779" y="96"/>
                    </a:lnTo>
                    <a:lnTo>
                      <a:pt x="780" y="96"/>
                    </a:lnTo>
                    <a:lnTo>
                      <a:pt x="782" y="96"/>
                    </a:lnTo>
                    <a:lnTo>
                      <a:pt x="783" y="96"/>
                    </a:lnTo>
                    <a:lnTo>
                      <a:pt x="784" y="96"/>
                    </a:lnTo>
                    <a:lnTo>
                      <a:pt x="786" y="96"/>
                    </a:lnTo>
                    <a:lnTo>
                      <a:pt x="787" y="96"/>
                    </a:lnTo>
                    <a:lnTo>
                      <a:pt x="788" y="96"/>
                    </a:lnTo>
                    <a:lnTo>
                      <a:pt x="790" y="96"/>
                    </a:lnTo>
                    <a:lnTo>
                      <a:pt x="791" y="96"/>
                    </a:lnTo>
                    <a:lnTo>
                      <a:pt x="792" y="96"/>
                    </a:lnTo>
                    <a:lnTo>
                      <a:pt x="794" y="96"/>
                    </a:lnTo>
                    <a:lnTo>
                      <a:pt x="795" y="96"/>
                    </a:lnTo>
                    <a:lnTo>
                      <a:pt x="796" y="96"/>
                    </a:lnTo>
                    <a:lnTo>
                      <a:pt x="798" y="96"/>
                    </a:lnTo>
                    <a:lnTo>
                      <a:pt x="799" y="96"/>
                    </a:lnTo>
                    <a:lnTo>
                      <a:pt x="800" y="96"/>
                    </a:lnTo>
                    <a:lnTo>
                      <a:pt x="802" y="96"/>
                    </a:lnTo>
                    <a:lnTo>
                      <a:pt x="803" y="96"/>
                    </a:lnTo>
                    <a:lnTo>
                      <a:pt x="804" y="96"/>
                    </a:lnTo>
                    <a:lnTo>
                      <a:pt x="806" y="96"/>
                    </a:lnTo>
                    <a:lnTo>
                      <a:pt x="807" y="96"/>
                    </a:lnTo>
                    <a:lnTo>
                      <a:pt x="808" y="96"/>
                    </a:lnTo>
                    <a:lnTo>
                      <a:pt x="810" y="96"/>
                    </a:lnTo>
                    <a:lnTo>
                      <a:pt x="811" y="95"/>
                    </a:lnTo>
                    <a:lnTo>
                      <a:pt x="812" y="95"/>
                    </a:lnTo>
                    <a:lnTo>
                      <a:pt x="814" y="95"/>
                    </a:lnTo>
                    <a:lnTo>
                      <a:pt x="815" y="95"/>
                    </a:lnTo>
                    <a:lnTo>
                      <a:pt x="817" y="95"/>
                    </a:lnTo>
                    <a:lnTo>
                      <a:pt x="818" y="95"/>
                    </a:lnTo>
                    <a:lnTo>
                      <a:pt x="819" y="95"/>
                    </a:lnTo>
                    <a:lnTo>
                      <a:pt x="821" y="95"/>
                    </a:lnTo>
                    <a:lnTo>
                      <a:pt x="822" y="95"/>
                    </a:lnTo>
                    <a:lnTo>
                      <a:pt x="823" y="95"/>
                    </a:lnTo>
                    <a:lnTo>
                      <a:pt x="825" y="95"/>
                    </a:lnTo>
                    <a:lnTo>
                      <a:pt x="826" y="95"/>
                    </a:lnTo>
                    <a:lnTo>
                      <a:pt x="827" y="95"/>
                    </a:lnTo>
                    <a:lnTo>
                      <a:pt x="829" y="95"/>
                    </a:lnTo>
                    <a:lnTo>
                      <a:pt x="830" y="95"/>
                    </a:lnTo>
                    <a:lnTo>
                      <a:pt x="831" y="95"/>
                    </a:lnTo>
                    <a:lnTo>
                      <a:pt x="833" y="95"/>
                    </a:lnTo>
                    <a:lnTo>
                      <a:pt x="834" y="95"/>
                    </a:lnTo>
                    <a:lnTo>
                      <a:pt x="835" y="95"/>
                    </a:lnTo>
                    <a:lnTo>
                      <a:pt x="837" y="95"/>
                    </a:lnTo>
                    <a:lnTo>
                      <a:pt x="838" y="95"/>
                    </a:lnTo>
                    <a:lnTo>
                      <a:pt x="839" y="95"/>
                    </a:lnTo>
                    <a:lnTo>
                      <a:pt x="841" y="95"/>
                    </a:lnTo>
                    <a:lnTo>
                      <a:pt x="842" y="95"/>
                    </a:lnTo>
                    <a:lnTo>
                      <a:pt x="843" y="95"/>
                    </a:lnTo>
                    <a:lnTo>
                      <a:pt x="845" y="95"/>
                    </a:lnTo>
                    <a:lnTo>
                      <a:pt x="846" y="95"/>
                    </a:lnTo>
                    <a:lnTo>
                      <a:pt x="847" y="95"/>
                    </a:lnTo>
                    <a:lnTo>
                      <a:pt x="849" y="95"/>
                    </a:lnTo>
                    <a:lnTo>
                      <a:pt x="850" y="95"/>
                    </a:lnTo>
                    <a:lnTo>
                      <a:pt x="852" y="95"/>
                    </a:lnTo>
                    <a:lnTo>
                      <a:pt x="853" y="95"/>
                    </a:lnTo>
                    <a:lnTo>
                      <a:pt x="854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8" y="95"/>
                    </a:lnTo>
                    <a:lnTo>
                      <a:pt x="860" y="95"/>
                    </a:lnTo>
                    <a:lnTo>
                      <a:pt x="861" y="95"/>
                    </a:lnTo>
                    <a:lnTo>
                      <a:pt x="862" y="95"/>
                    </a:lnTo>
                    <a:lnTo>
                      <a:pt x="864" y="95"/>
                    </a:lnTo>
                    <a:lnTo>
                      <a:pt x="865" y="95"/>
                    </a:lnTo>
                    <a:lnTo>
                      <a:pt x="866" y="95"/>
                    </a:lnTo>
                    <a:lnTo>
                      <a:pt x="868" y="95"/>
                    </a:lnTo>
                    <a:lnTo>
                      <a:pt x="869" y="95"/>
                    </a:lnTo>
                    <a:lnTo>
                      <a:pt x="870" y="95"/>
                    </a:lnTo>
                    <a:lnTo>
                      <a:pt x="872" y="95"/>
                    </a:lnTo>
                    <a:lnTo>
                      <a:pt x="873" y="95"/>
                    </a:lnTo>
                    <a:lnTo>
                      <a:pt x="874" y="95"/>
                    </a:lnTo>
                    <a:lnTo>
                      <a:pt x="876" y="95"/>
                    </a:lnTo>
                    <a:lnTo>
                      <a:pt x="877" y="95"/>
                    </a:lnTo>
                    <a:lnTo>
                      <a:pt x="878" y="95"/>
                    </a:lnTo>
                    <a:lnTo>
                      <a:pt x="880" y="95"/>
                    </a:lnTo>
                    <a:lnTo>
                      <a:pt x="881" y="95"/>
                    </a:lnTo>
                    <a:lnTo>
                      <a:pt x="882" y="95"/>
                    </a:lnTo>
                    <a:lnTo>
                      <a:pt x="884" y="95"/>
                    </a:lnTo>
                    <a:lnTo>
                      <a:pt x="885" y="95"/>
                    </a:lnTo>
                    <a:lnTo>
                      <a:pt x="887" y="95"/>
                    </a:lnTo>
                    <a:lnTo>
                      <a:pt x="888" y="95"/>
                    </a:lnTo>
                    <a:lnTo>
                      <a:pt x="889" y="95"/>
                    </a:lnTo>
                    <a:lnTo>
                      <a:pt x="891" y="95"/>
                    </a:lnTo>
                    <a:lnTo>
                      <a:pt x="892" y="95"/>
                    </a:lnTo>
                    <a:lnTo>
                      <a:pt x="893" y="95"/>
                    </a:lnTo>
                    <a:lnTo>
                      <a:pt x="895" y="95"/>
                    </a:lnTo>
                    <a:lnTo>
                      <a:pt x="896" y="95"/>
                    </a:lnTo>
                    <a:lnTo>
                      <a:pt x="897" y="94"/>
                    </a:lnTo>
                    <a:lnTo>
                      <a:pt x="899" y="94"/>
                    </a:lnTo>
                    <a:lnTo>
                      <a:pt x="900" y="94"/>
                    </a:lnTo>
                    <a:lnTo>
                      <a:pt x="901" y="94"/>
                    </a:lnTo>
                    <a:lnTo>
                      <a:pt x="903" y="94"/>
                    </a:lnTo>
                    <a:lnTo>
                      <a:pt x="904" y="94"/>
                    </a:lnTo>
                    <a:lnTo>
                      <a:pt x="905" y="94"/>
                    </a:lnTo>
                    <a:lnTo>
                      <a:pt x="907" y="94"/>
                    </a:lnTo>
                    <a:lnTo>
                      <a:pt x="908" y="94"/>
                    </a:lnTo>
                    <a:lnTo>
                      <a:pt x="909" y="94"/>
                    </a:lnTo>
                    <a:lnTo>
                      <a:pt x="911" y="94"/>
                    </a:lnTo>
                    <a:lnTo>
                      <a:pt x="912" y="94"/>
                    </a:lnTo>
                    <a:lnTo>
                      <a:pt x="913" y="94"/>
                    </a:lnTo>
                    <a:lnTo>
                      <a:pt x="915" y="94"/>
                    </a:lnTo>
                    <a:lnTo>
                      <a:pt x="916" y="94"/>
                    </a:lnTo>
                    <a:lnTo>
                      <a:pt x="917" y="94"/>
                    </a:lnTo>
                    <a:lnTo>
                      <a:pt x="919" y="94"/>
                    </a:lnTo>
                    <a:lnTo>
                      <a:pt x="920" y="94"/>
                    </a:lnTo>
                    <a:lnTo>
                      <a:pt x="921" y="94"/>
                    </a:lnTo>
                    <a:lnTo>
                      <a:pt x="923" y="94"/>
                    </a:lnTo>
                    <a:lnTo>
                      <a:pt x="924" y="94"/>
                    </a:lnTo>
                    <a:lnTo>
                      <a:pt x="926" y="94"/>
                    </a:lnTo>
                    <a:lnTo>
                      <a:pt x="927" y="94"/>
                    </a:lnTo>
                    <a:lnTo>
                      <a:pt x="928" y="94"/>
                    </a:lnTo>
                    <a:lnTo>
                      <a:pt x="930" y="94"/>
                    </a:lnTo>
                    <a:lnTo>
                      <a:pt x="931" y="94"/>
                    </a:lnTo>
                    <a:lnTo>
                      <a:pt x="932" y="94"/>
                    </a:lnTo>
                    <a:lnTo>
                      <a:pt x="934" y="94"/>
                    </a:lnTo>
                    <a:lnTo>
                      <a:pt x="935" y="94"/>
                    </a:lnTo>
                    <a:lnTo>
                      <a:pt x="936" y="94"/>
                    </a:lnTo>
                    <a:lnTo>
                      <a:pt x="938" y="94"/>
                    </a:lnTo>
                    <a:lnTo>
                      <a:pt x="939" y="94"/>
                    </a:lnTo>
                    <a:lnTo>
                      <a:pt x="940" y="94"/>
                    </a:lnTo>
                    <a:lnTo>
                      <a:pt x="942" y="94"/>
                    </a:lnTo>
                    <a:lnTo>
                      <a:pt x="943" y="94"/>
                    </a:lnTo>
                    <a:lnTo>
                      <a:pt x="944" y="94"/>
                    </a:lnTo>
                    <a:lnTo>
                      <a:pt x="946" y="94"/>
                    </a:lnTo>
                    <a:lnTo>
                      <a:pt x="947" y="94"/>
                    </a:lnTo>
                    <a:lnTo>
                      <a:pt x="948" y="94"/>
                    </a:lnTo>
                    <a:lnTo>
                      <a:pt x="950" y="94"/>
                    </a:lnTo>
                    <a:lnTo>
                      <a:pt x="951" y="94"/>
                    </a:lnTo>
                    <a:lnTo>
                      <a:pt x="952" y="94"/>
                    </a:lnTo>
                    <a:lnTo>
                      <a:pt x="954" y="94"/>
                    </a:lnTo>
                    <a:lnTo>
                      <a:pt x="955" y="94"/>
                    </a:lnTo>
                    <a:lnTo>
                      <a:pt x="956" y="94"/>
                    </a:lnTo>
                    <a:lnTo>
                      <a:pt x="958" y="94"/>
                    </a:lnTo>
                    <a:lnTo>
                      <a:pt x="959" y="94"/>
                    </a:lnTo>
                    <a:lnTo>
                      <a:pt x="961" y="94"/>
                    </a:lnTo>
                    <a:lnTo>
                      <a:pt x="962" y="94"/>
                    </a:lnTo>
                    <a:lnTo>
                      <a:pt x="963" y="94"/>
                    </a:lnTo>
                    <a:lnTo>
                      <a:pt x="965" y="94"/>
                    </a:lnTo>
                    <a:lnTo>
                      <a:pt x="966" y="94"/>
                    </a:lnTo>
                    <a:lnTo>
                      <a:pt x="967" y="94"/>
                    </a:lnTo>
                    <a:lnTo>
                      <a:pt x="969" y="94"/>
                    </a:lnTo>
                    <a:lnTo>
                      <a:pt x="970" y="94"/>
                    </a:lnTo>
                    <a:lnTo>
                      <a:pt x="971" y="94"/>
                    </a:lnTo>
                    <a:lnTo>
                      <a:pt x="973" y="94"/>
                    </a:lnTo>
                    <a:lnTo>
                      <a:pt x="974" y="94"/>
                    </a:lnTo>
                    <a:lnTo>
                      <a:pt x="975" y="94"/>
                    </a:lnTo>
                    <a:lnTo>
                      <a:pt x="977" y="94"/>
                    </a:lnTo>
                    <a:lnTo>
                      <a:pt x="978" y="94"/>
                    </a:lnTo>
                    <a:lnTo>
                      <a:pt x="979" y="94"/>
                    </a:lnTo>
                    <a:lnTo>
                      <a:pt x="981" y="94"/>
                    </a:lnTo>
                    <a:lnTo>
                      <a:pt x="982" y="94"/>
                    </a:lnTo>
                    <a:lnTo>
                      <a:pt x="983" y="94"/>
                    </a:lnTo>
                    <a:lnTo>
                      <a:pt x="985" y="94"/>
                    </a:lnTo>
                    <a:lnTo>
                      <a:pt x="986" y="94"/>
                    </a:lnTo>
                    <a:lnTo>
                      <a:pt x="987" y="94"/>
                    </a:lnTo>
                    <a:lnTo>
                      <a:pt x="989" y="94"/>
                    </a:lnTo>
                    <a:lnTo>
                      <a:pt x="990" y="94"/>
                    </a:lnTo>
                    <a:lnTo>
                      <a:pt x="991" y="94"/>
                    </a:lnTo>
                    <a:lnTo>
                      <a:pt x="993" y="94"/>
                    </a:lnTo>
                    <a:lnTo>
                      <a:pt x="994" y="94"/>
                    </a:lnTo>
                    <a:lnTo>
                      <a:pt x="996" y="94"/>
                    </a:lnTo>
                    <a:lnTo>
                      <a:pt x="997" y="94"/>
                    </a:lnTo>
                    <a:lnTo>
                      <a:pt x="998" y="94"/>
                    </a:lnTo>
                    <a:lnTo>
                      <a:pt x="1000" y="94"/>
                    </a:lnTo>
                    <a:lnTo>
                      <a:pt x="1001" y="94"/>
                    </a:lnTo>
                    <a:lnTo>
                      <a:pt x="1002" y="94"/>
                    </a:lnTo>
                    <a:lnTo>
                      <a:pt x="1004" y="94"/>
                    </a:lnTo>
                    <a:lnTo>
                      <a:pt x="1005" y="94"/>
                    </a:lnTo>
                    <a:lnTo>
                      <a:pt x="1006" y="94"/>
                    </a:lnTo>
                    <a:lnTo>
                      <a:pt x="1008" y="94"/>
                    </a:lnTo>
                    <a:lnTo>
                      <a:pt x="1009" y="94"/>
                    </a:lnTo>
                    <a:lnTo>
                      <a:pt x="1010" y="94"/>
                    </a:lnTo>
                    <a:lnTo>
                      <a:pt x="1012" y="94"/>
                    </a:lnTo>
                    <a:lnTo>
                      <a:pt x="1013" y="94"/>
                    </a:lnTo>
                    <a:lnTo>
                      <a:pt x="1014" y="94"/>
                    </a:lnTo>
                    <a:lnTo>
                      <a:pt x="1016" y="94"/>
                    </a:lnTo>
                    <a:lnTo>
                      <a:pt x="1017" y="94"/>
                    </a:lnTo>
                    <a:lnTo>
                      <a:pt x="1018" y="94"/>
                    </a:lnTo>
                    <a:lnTo>
                      <a:pt x="1020" y="94"/>
                    </a:lnTo>
                    <a:lnTo>
                      <a:pt x="1021" y="94"/>
                    </a:lnTo>
                    <a:lnTo>
                      <a:pt x="1022" y="94"/>
                    </a:lnTo>
                    <a:lnTo>
                      <a:pt x="1024" y="94"/>
                    </a:lnTo>
                    <a:lnTo>
                      <a:pt x="1025" y="94"/>
                    </a:lnTo>
                    <a:lnTo>
                      <a:pt x="1026" y="94"/>
                    </a:lnTo>
                    <a:lnTo>
                      <a:pt x="1028" y="94"/>
                    </a:lnTo>
                    <a:lnTo>
                      <a:pt x="1029" y="94"/>
                    </a:lnTo>
                    <a:lnTo>
                      <a:pt x="1031" y="94"/>
                    </a:lnTo>
                    <a:lnTo>
                      <a:pt x="1032" y="94"/>
                    </a:lnTo>
                    <a:lnTo>
                      <a:pt x="1033" y="94"/>
                    </a:lnTo>
                    <a:lnTo>
                      <a:pt x="1035" y="94"/>
                    </a:lnTo>
                    <a:lnTo>
                      <a:pt x="1036" y="94"/>
                    </a:lnTo>
                    <a:lnTo>
                      <a:pt x="1037" y="94"/>
                    </a:lnTo>
                    <a:lnTo>
                      <a:pt x="1039" y="94"/>
                    </a:lnTo>
                    <a:lnTo>
                      <a:pt x="1040" y="94"/>
                    </a:lnTo>
                    <a:lnTo>
                      <a:pt x="1041" y="94"/>
                    </a:lnTo>
                    <a:lnTo>
                      <a:pt x="1043" y="94"/>
                    </a:lnTo>
                    <a:lnTo>
                      <a:pt x="1044" y="94"/>
                    </a:lnTo>
                    <a:lnTo>
                      <a:pt x="1045" y="94"/>
                    </a:lnTo>
                    <a:lnTo>
                      <a:pt x="1047" y="94"/>
                    </a:lnTo>
                    <a:lnTo>
                      <a:pt x="1048" y="94"/>
                    </a:lnTo>
                    <a:lnTo>
                      <a:pt x="1049" y="94"/>
                    </a:lnTo>
                    <a:lnTo>
                      <a:pt x="1051" y="93"/>
                    </a:lnTo>
                    <a:lnTo>
                      <a:pt x="1052" y="93"/>
                    </a:lnTo>
                    <a:lnTo>
                      <a:pt x="1053" y="93"/>
                    </a:lnTo>
                    <a:lnTo>
                      <a:pt x="1055" y="93"/>
                    </a:lnTo>
                    <a:lnTo>
                      <a:pt x="1056" y="93"/>
                    </a:lnTo>
                    <a:lnTo>
                      <a:pt x="1057" y="93"/>
                    </a:lnTo>
                    <a:lnTo>
                      <a:pt x="1059" y="93"/>
                    </a:lnTo>
                    <a:lnTo>
                      <a:pt x="1060" y="93"/>
                    </a:lnTo>
                    <a:lnTo>
                      <a:pt x="1061" y="93"/>
                    </a:lnTo>
                    <a:lnTo>
                      <a:pt x="1063" y="93"/>
                    </a:lnTo>
                    <a:lnTo>
                      <a:pt x="1064" y="93"/>
                    </a:lnTo>
                    <a:lnTo>
                      <a:pt x="1065" y="93"/>
                    </a:lnTo>
                    <a:lnTo>
                      <a:pt x="1067" y="93"/>
                    </a:lnTo>
                    <a:lnTo>
                      <a:pt x="1068" y="93"/>
                    </a:lnTo>
                    <a:lnTo>
                      <a:pt x="1070" y="93"/>
                    </a:lnTo>
                    <a:lnTo>
                      <a:pt x="1071" y="93"/>
                    </a:lnTo>
                    <a:lnTo>
                      <a:pt x="1072" y="93"/>
                    </a:lnTo>
                    <a:lnTo>
                      <a:pt x="1074" y="93"/>
                    </a:lnTo>
                    <a:lnTo>
                      <a:pt x="1075" y="93"/>
                    </a:lnTo>
                    <a:lnTo>
                      <a:pt x="1076" y="93"/>
                    </a:lnTo>
                    <a:lnTo>
                      <a:pt x="1078" y="93"/>
                    </a:lnTo>
                    <a:lnTo>
                      <a:pt x="1079" y="93"/>
                    </a:lnTo>
                    <a:lnTo>
                      <a:pt x="1080" y="93"/>
                    </a:lnTo>
                    <a:lnTo>
                      <a:pt x="1082" y="93"/>
                    </a:lnTo>
                    <a:lnTo>
                      <a:pt x="1083" y="93"/>
                    </a:lnTo>
                    <a:lnTo>
                      <a:pt x="1084" y="93"/>
                    </a:lnTo>
                    <a:lnTo>
                      <a:pt x="1086" y="93"/>
                    </a:lnTo>
                    <a:lnTo>
                      <a:pt x="1087" y="93"/>
                    </a:lnTo>
                    <a:lnTo>
                      <a:pt x="1088" y="93"/>
                    </a:lnTo>
                    <a:lnTo>
                      <a:pt x="1090" y="93"/>
                    </a:lnTo>
                    <a:lnTo>
                      <a:pt x="1091" y="93"/>
                    </a:lnTo>
                    <a:lnTo>
                      <a:pt x="1092" y="93"/>
                    </a:lnTo>
                    <a:lnTo>
                      <a:pt x="1094" y="93"/>
                    </a:lnTo>
                    <a:lnTo>
                      <a:pt x="1095" y="93"/>
                    </a:lnTo>
                    <a:lnTo>
                      <a:pt x="1096" y="93"/>
                    </a:lnTo>
                    <a:lnTo>
                      <a:pt x="1098" y="93"/>
                    </a:lnTo>
                    <a:lnTo>
                      <a:pt x="1099" y="93"/>
                    </a:lnTo>
                    <a:lnTo>
                      <a:pt x="1100" y="93"/>
                    </a:lnTo>
                    <a:lnTo>
                      <a:pt x="1102" y="93"/>
                    </a:lnTo>
                    <a:lnTo>
                      <a:pt x="1103" y="93"/>
                    </a:lnTo>
                    <a:lnTo>
                      <a:pt x="1105" y="93"/>
                    </a:lnTo>
                    <a:lnTo>
                      <a:pt x="1106" y="93"/>
                    </a:lnTo>
                    <a:lnTo>
                      <a:pt x="1107" y="93"/>
                    </a:lnTo>
                    <a:lnTo>
                      <a:pt x="1109" y="93"/>
                    </a:lnTo>
                    <a:lnTo>
                      <a:pt x="1110" y="93"/>
                    </a:lnTo>
                    <a:lnTo>
                      <a:pt x="1111" y="93"/>
                    </a:lnTo>
                    <a:lnTo>
                      <a:pt x="1113" y="93"/>
                    </a:lnTo>
                    <a:lnTo>
                      <a:pt x="1114" y="93"/>
                    </a:lnTo>
                    <a:lnTo>
                      <a:pt x="1115" y="93"/>
                    </a:lnTo>
                    <a:lnTo>
                      <a:pt x="1117" y="93"/>
                    </a:lnTo>
                    <a:lnTo>
                      <a:pt x="1118" y="93"/>
                    </a:lnTo>
                    <a:lnTo>
                      <a:pt x="1119" y="93"/>
                    </a:lnTo>
                    <a:lnTo>
                      <a:pt x="1121" y="93"/>
                    </a:lnTo>
                    <a:lnTo>
                      <a:pt x="1122" y="93"/>
                    </a:lnTo>
                    <a:lnTo>
                      <a:pt x="1123" y="93"/>
                    </a:lnTo>
                    <a:lnTo>
                      <a:pt x="1125" y="93"/>
                    </a:lnTo>
                    <a:lnTo>
                      <a:pt x="1126" y="93"/>
                    </a:lnTo>
                    <a:lnTo>
                      <a:pt x="1127" y="93"/>
                    </a:lnTo>
                    <a:lnTo>
                      <a:pt x="1129" y="93"/>
                    </a:lnTo>
                    <a:lnTo>
                      <a:pt x="1130" y="93"/>
                    </a:lnTo>
                    <a:lnTo>
                      <a:pt x="1131" y="93"/>
                    </a:lnTo>
                    <a:lnTo>
                      <a:pt x="1133" y="93"/>
                    </a:lnTo>
                    <a:lnTo>
                      <a:pt x="1134" y="93"/>
                    </a:lnTo>
                    <a:lnTo>
                      <a:pt x="1135" y="93"/>
                    </a:lnTo>
                    <a:lnTo>
                      <a:pt x="1137" y="93"/>
                    </a:lnTo>
                    <a:lnTo>
                      <a:pt x="1138" y="93"/>
                    </a:lnTo>
                    <a:lnTo>
                      <a:pt x="1140" y="93"/>
                    </a:lnTo>
                    <a:lnTo>
                      <a:pt x="1141" y="93"/>
                    </a:lnTo>
                    <a:lnTo>
                      <a:pt x="1142" y="93"/>
                    </a:lnTo>
                    <a:lnTo>
                      <a:pt x="1144" y="93"/>
                    </a:lnTo>
                    <a:lnTo>
                      <a:pt x="1145" y="93"/>
                    </a:lnTo>
                    <a:lnTo>
                      <a:pt x="1146" y="93"/>
                    </a:lnTo>
                    <a:lnTo>
                      <a:pt x="1148" y="93"/>
                    </a:lnTo>
                    <a:lnTo>
                      <a:pt x="1149" y="93"/>
                    </a:lnTo>
                    <a:lnTo>
                      <a:pt x="1150" y="93"/>
                    </a:lnTo>
                    <a:lnTo>
                      <a:pt x="1152" y="93"/>
                    </a:lnTo>
                    <a:lnTo>
                      <a:pt x="1153" y="93"/>
                    </a:lnTo>
                    <a:lnTo>
                      <a:pt x="1154" y="93"/>
                    </a:lnTo>
                    <a:lnTo>
                      <a:pt x="1156" y="93"/>
                    </a:lnTo>
                    <a:lnTo>
                      <a:pt x="1157" y="93"/>
                    </a:lnTo>
                    <a:lnTo>
                      <a:pt x="1158" y="93"/>
                    </a:lnTo>
                    <a:lnTo>
                      <a:pt x="1160" y="93"/>
                    </a:lnTo>
                    <a:lnTo>
                      <a:pt x="1161" y="93"/>
                    </a:lnTo>
                    <a:lnTo>
                      <a:pt x="1162" y="93"/>
                    </a:lnTo>
                    <a:lnTo>
                      <a:pt x="1164" y="93"/>
                    </a:lnTo>
                    <a:lnTo>
                      <a:pt x="1165" y="93"/>
                    </a:lnTo>
                    <a:lnTo>
                      <a:pt x="1166" y="93"/>
                    </a:lnTo>
                    <a:lnTo>
                      <a:pt x="1168" y="93"/>
                    </a:lnTo>
                    <a:lnTo>
                      <a:pt x="1169" y="93"/>
                    </a:lnTo>
                    <a:lnTo>
                      <a:pt x="1170" y="93"/>
                    </a:lnTo>
                    <a:lnTo>
                      <a:pt x="1172" y="93"/>
                    </a:lnTo>
                    <a:lnTo>
                      <a:pt x="1173" y="93"/>
                    </a:lnTo>
                    <a:lnTo>
                      <a:pt x="1175" y="93"/>
                    </a:lnTo>
                    <a:lnTo>
                      <a:pt x="1176" y="93"/>
                    </a:lnTo>
                    <a:lnTo>
                      <a:pt x="1177" y="93"/>
                    </a:lnTo>
                    <a:lnTo>
                      <a:pt x="1179" y="93"/>
                    </a:lnTo>
                    <a:lnTo>
                      <a:pt x="1180" y="93"/>
                    </a:lnTo>
                    <a:lnTo>
                      <a:pt x="1181" y="93"/>
                    </a:lnTo>
                    <a:lnTo>
                      <a:pt x="1183" y="93"/>
                    </a:lnTo>
                    <a:lnTo>
                      <a:pt x="1184" y="93"/>
                    </a:lnTo>
                    <a:lnTo>
                      <a:pt x="1185" y="93"/>
                    </a:lnTo>
                    <a:lnTo>
                      <a:pt x="1187" y="93"/>
                    </a:lnTo>
                    <a:lnTo>
                      <a:pt x="1188" y="93"/>
                    </a:lnTo>
                    <a:lnTo>
                      <a:pt x="1189" y="93"/>
                    </a:lnTo>
                    <a:lnTo>
                      <a:pt x="1191" y="93"/>
                    </a:lnTo>
                    <a:lnTo>
                      <a:pt x="1192" y="93"/>
                    </a:lnTo>
                    <a:lnTo>
                      <a:pt x="1193" y="93"/>
                    </a:lnTo>
                    <a:lnTo>
                      <a:pt x="1195" y="93"/>
                    </a:lnTo>
                    <a:lnTo>
                      <a:pt x="1196" y="93"/>
                    </a:lnTo>
                    <a:lnTo>
                      <a:pt x="1197" y="93"/>
                    </a:lnTo>
                    <a:lnTo>
                      <a:pt x="1199" y="93"/>
                    </a:lnTo>
                    <a:lnTo>
                      <a:pt x="1200" y="93"/>
                    </a:lnTo>
                    <a:lnTo>
                      <a:pt x="1201" y="92"/>
                    </a:lnTo>
                    <a:lnTo>
                      <a:pt x="1203" y="92"/>
                    </a:lnTo>
                    <a:lnTo>
                      <a:pt x="1204" y="92"/>
                    </a:lnTo>
                    <a:lnTo>
                      <a:pt x="1205" y="92"/>
                    </a:lnTo>
                    <a:lnTo>
                      <a:pt x="1207" y="92"/>
                    </a:lnTo>
                    <a:lnTo>
                      <a:pt x="1208" y="93"/>
                    </a:lnTo>
                    <a:lnTo>
                      <a:pt x="1209" y="93"/>
                    </a:lnTo>
                    <a:lnTo>
                      <a:pt x="1211" y="93"/>
                    </a:lnTo>
                    <a:lnTo>
                      <a:pt x="1212" y="93"/>
                    </a:lnTo>
                    <a:lnTo>
                      <a:pt x="1214" y="93"/>
                    </a:lnTo>
                    <a:lnTo>
                      <a:pt x="1215" y="93"/>
                    </a:lnTo>
                    <a:lnTo>
                      <a:pt x="1216" y="93"/>
                    </a:lnTo>
                    <a:lnTo>
                      <a:pt x="1218" y="93"/>
                    </a:lnTo>
                    <a:lnTo>
                      <a:pt x="1219" y="92"/>
                    </a:lnTo>
                    <a:lnTo>
                      <a:pt x="1220" y="92"/>
                    </a:lnTo>
                    <a:lnTo>
                      <a:pt x="1222" y="92"/>
                    </a:lnTo>
                    <a:lnTo>
                      <a:pt x="1223" y="92"/>
                    </a:lnTo>
                    <a:lnTo>
                      <a:pt x="1224" y="92"/>
                    </a:lnTo>
                    <a:lnTo>
                      <a:pt x="1226" y="93"/>
                    </a:lnTo>
                    <a:lnTo>
                      <a:pt x="1227" y="93"/>
                    </a:lnTo>
                    <a:lnTo>
                      <a:pt x="1228" y="93"/>
                    </a:lnTo>
                    <a:lnTo>
                      <a:pt x="1230" y="93"/>
                    </a:lnTo>
                    <a:lnTo>
                      <a:pt x="1231" y="93"/>
                    </a:lnTo>
                    <a:lnTo>
                      <a:pt x="1232" y="93"/>
                    </a:lnTo>
                    <a:lnTo>
                      <a:pt x="1234" y="93"/>
                    </a:lnTo>
                    <a:lnTo>
                      <a:pt x="1235" y="93"/>
                    </a:lnTo>
                    <a:lnTo>
                      <a:pt x="1236" y="93"/>
                    </a:lnTo>
                    <a:lnTo>
                      <a:pt x="1238" y="92"/>
                    </a:lnTo>
                    <a:lnTo>
                      <a:pt x="1239" y="92"/>
                    </a:lnTo>
                    <a:lnTo>
                      <a:pt x="1240" y="92"/>
                    </a:lnTo>
                    <a:lnTo>
                      <a:pt x="1242" y="92"/>
                    </a:lnTo>
                    <a:lnTo>
                      <a:pt x="1243" y="92"/>
                    </a:lnTo>
                    <a:lnTo>
                      <a:pt x="1244" y="92"/>
                    </a:lnTo>
                    <a:lnTo>
                      <a:pt x="1246" y="92"/>
                    </a:lnTo>
                    <a:lnTo>
                      <a:pt x="1247" y="92"/>
                    </a:lnTo>
                    <a:lnTo>
                      <a:pt x="1249" y="92"/>
                    </a:lnTo>
                    <a:lnTo>
                      <a:pt x="1250" y="92"/>
                    </a:lnTo>
                    <a:lnTo>
                      <a:pt x="1251" y="92"/>
                    </a:lnTo>
                    <a:lnTo>
                      <a:pt x="1253" y="92"/>
                    </a:lnTo>
                    <a:lnTo>
                      <a:pt x="1254" y="92"/>
                    </a:lnTo>
                    <a:lnTo>
                      <a:pt x="1255" y="92"/>
                    </a:lnTo>
                    <a:lnTo>
                      <a:pt x="1257" y="92"/>
                    </a:lnTo>
                    <a:lnTo>
                      <a:pt x="1258" y="92"/>
                    </a:lnTo>
                    <a:lnTo>
                      <a:pt x="1259" y="92"/>
                    </a:lnTo>
                    <a:lnTo>
                      <a:pt x="1261" y="92"/>
                    </a:lnTo>
                    <a:lnTo>
                      <a:pt x="1262" y="92"/>
                    </a:lnTo>
                    <a:lnTo>
                      <a:pt x="1263" y="92"/>
                    </a:lnTo>
                    <a:lnTo>
                      <a:pt x="1265" y="92"/>
                    </a:lnTo>
                    <a:lnTo>
                      <a:pt x="1266" y="92"/>
                    </a:lnTo>
                    <a:lnTo>
                      <a:pt x="1267" y="92"/>
                    </a:lnTo>
                    <a:lnTo>
                      <a:pt x="1269" y="92"/>
                    </a:lnTo>
                    <a:lnTo>
                      <a:pt x="1270" y="92"/>
                    </a:lnTo>
                    <a:lnTo>
                      <a:pt x="1271" y="92"/>
                    </a:lnTo>
                    <a:lnTo>
                      <a:pt x="1273" y="92"/>
                    </a:lnTo>
                    <a:lnTo>
                      <a:pt x="1274" y="92"/>
                    </a:lnTo>
                    <a:lnTo>
                      <a:pt x="1275" y="92"/>
                    </a:lnTo>
                    <a:lnTo>
                      <a:pt x="1277" y="92"/>
                    </a:lnTo>
                    <a:lnTo>
                      <a:pt x="1278" y="92"/>
                    </a:lnTo>
                    <a:lnTo>
                      <a:pt x="1279" y="92"/>
                    </a:lnTo>
                    <a:lnTo>
                      <a:pt x="1281" y="92"/>
                    </a:lnTo>
                    <a:lnTo>
                      <a:pt x="1282" y="92"/>
                    </a:lnTo>
                    <a:lnTo>
                      <a:pt x="1284" y="92"/>
                    </a:lnTo>
                    <a:lnTo>
                      <a:pt x="1285" y="92"/>
                    </a:lnTo>
                    <a:lnTo>
                      <a:pt x="1286" y="92"/>
                    </a:lnTo>
                    <a:lnTo>
                      <a:pt x="1288" y="92"/>
                    </a:lnTo>
                    <a:lnTo>
                      <a:pt x="1289" y="92"/>
                    </a:lnTo>
                    <a:lnTo>
                      <a:pt x="1290" y="92"/>
                    </a:lnTo>
                    <a:lnTo>
                      <a:pt x="1292" y="92"/>
                    </a:lnTo>
                    <a:lnTo>
                      <a:pt x="1293" y="92"/>
                    </a:lnTo>
                    <a:lnTo>
                      <a:pt x="1294" y="92"/>
                    </a:lnTo>
                    <a:lnTo>
                      <a:pt x="1296" y="92"/>
                    </a:lnTo>
                    <a:lnTo>
                      <a:pt x="1297" y="92"/>
                    </a:lnTo>
                    <a:lnTo>
                      <a:pt x="1298" y="92"/>
                    </a:lnTo>
                    <a:lnTo>
                      <a:pt x="1300" y="92"/>
                    </a:lnTo>
                    <a:lnTo>
                      <a:pt x="1301" y="92"/>
                    </a:lnTo>
                    <a:lnTo>
                      <a:pt x="1302" y="92"/>
                    </a:lnTo>
                    <a:lnTo>
                      <a:pt x="1304" y="92"/>
                    </a:lnTo>
                    <a:lnTo>
                      <a:pt x="1305" y="92"/>
                    </a:lnTo>
                    <a:lnTo>
                      <a:pt x="1306" y="92"/>
                    </a:lnTo>
                    <a:lnTo>
                      <a:pt x="1308" y="92"/>
                    </a:lnTo>
                    <a:lnTo>
                      <a:pt x="1309" y="92"/>
                    </a:lnTo>
                    <a:lnTo>
                      <a:pt x="1310" y="92"/>
                    </a:lnTo>
                    <a:lnTo>
                      <a:pt x="1312" y="92"/>
                    </a:lnTo>
                    <a:lnTo>
                      <a:pt x="1313" y="92"/>
                    </a:lnTo>
                    <a:lnTo>
                      <a:pt x="1314" y="92"/>
                    </a:lnTo>
                    <a:lnTo>
                      <a:pt x="1316" y="92"/>
                    </a:lnTo>
                    <a:lnTo>
                      <a:pt x="1317" y="92"/>
                    </a:lnTo>
                    <a:lnTo>
                      <a:pt x="1319" y="92"/>
                    </a:lnTo>
                    <a:lnTo>
                      <a:pt x="1320" y="92"/>
                    </a:lnTo>
                    <a:lnTo>
                      <a:pt x="1321" y="92"/>
                    </a:lnTo>
                    <a:lnTo>
                      <a:pt x="1323" y="92"/>
                    </a:lnTo>
                    <a:lnTo>
                      <a:pt x="1324" y="92"/>
                    </a:lnTo>
                    <a:lnTo>
                      <a:pt x="1325" y="92"/>
                    </a:lnTo>
                    <a:lnTo>
                      <a:pt x="1327" y="92"/>
                    </a:lnTo>
                    <a:lnTo>
                      <a:pt x="1328" y="92"/>
                    </a:lnTo>
                    <a:lnTo>
                      <a:pt x="1329" y="92"/>
                    </a:lnTo>
                    <a:lnTo>
                      <a:pt x="1331" y="92"/>
                    </a:lnTo>
                    <a:lnTo>
                      <a:pt x="1332" y="92"/>
                    </a:lnTo>
                    <a:lnTo>
                      <a:pt x="1333" y="92"/>
                    </a:lnTo>
                    <a:lnTo>
                      <a:pt x="1335" y="92"/>
                    </a:lnTo>
                    <a:lnTo>
                      <a:pt x="1336" y="92"/>
                    </a:lnTo>
                    <a:lnTo>
                      <a:pt x="1337" y="92"/>
                    </a:lnTo>
                    <a:lnTo>
                      <a:pt x="1339" y="92"/>
                    </a:lnTo>
                    <a:lnTo>
                      <a:pt x="1340" y="92"/>
                    </a:lnTo>
                    <a:lnTo>
                      <a:pt x="1341" y="92"/>
                    </a:lnTo>
                    <a:lnTo>
                      <a:pt x="1343" y="92"/>
                    </a:lnTo>
                    <a:lnTo>
                      <a:pt x="1344" y="92"/>
                    </a:lnTo>
                    <a:lnTo>
                      <a:pt x="1345" y="92"/>
                    </a:lnTo>
                    <a:lnTo>
                      <a:pt x="1347" y="92"/>
                    </a:lnTo>
                    <a:lnTo>
                      <a:pt x="1348" y="92"/>
                    </a:lnTo>
                    <a:lnTo>
                      <a:pt x="1349" y="92"/>
                    </a:lnTo>
                    <a:lnTo>
                      <a:pt x="1351" y="92"/>
                    </a:lnTo>
                    <a:lnTo>
                      <a:pt x="1352" y="92"/>
                    </a:lnTo>
                    <a:lnTo>
                      <a:pt x="1353" y="92"/>
                    </a:lnTo>
                    <a:lnTo>
                      <a:pt x="1355" y="92"/>
                    </a:lnTo>
                    <a:lnTo>
                      <a:pt x="1356" y="92"/>
                    </a:lnTo>
                    <a:lnTo>
                      <a:pt x="1358" y="92"/>
                    </a:lnTo>
                    <a:lnTo>
                      <a:pt x="1359" y="92"/>
                    </a:lnTo>
                    <a:lnTo>
                      <a:pt x="1360" y="92"/>
                    </a:lnTo>
                    <a:lnTo>
                      <a:pt x="1362" y="92"/>
                    </a:lnTo>
                    <a:lnTo>
                      <a:pt x="1363" y="92"/>
                    </a:lnTo>
                    <a:lnTo>
                      <a:pt x="1364" y="92"/>
                    </a:lnTo>
                    <a:lnTo>
                      <a:pt x="1366" y="92"/>
                    </a:lnTo>
                    <a:lnTo>
                      <a:pt x="1367" y="92"/>
                    </a:lnTo>
                    <a:lnTo>
                      <a:pt x="1368" y="92"/>
                    </a:lnTo>
                    <a:lnTo>
                      <a:pt x="1370" y="92"/>
                    </a:lnTo>
                    <a:lnTo>
                      <a:pt x="1371" y="92"/>
                    </a:lnTo>
                    <a:lnTo>
                      <a:pt x="1372" y="92"/>
                    </a:lnTo>
                    <a:lnTo>
                      <a:pt x="1374" y="92"/>
                    </a:lnTo>
                    <a:lnTo>
                      <a:pt x="1375" y="92"/>
                    </a:lnTo>
                    <a:lnTo>
                      <a:pt x="1376" y="92"/>
                    </a:lnTo>
                    <a:lnTo>
                      <a:pt x="1378" y="92"/>
                    </a:lnTo>
                    <a:lnTo>
                      <a:pt x="1379" y="92"/>
                    </a:lnTo>
                    <a:lnTo>
                      <a:pt x="1380" y="92"/>
                    </a:lnTo>
                    <a:lnTo>
                      <a:pt x="1382" y="92"/>
                    </a:lnTo>
                    <a:lnTo>
                      <a:pt x="1383" y="92"/>
                    </a:lnTo>
                    <a:lnTo>
                      <a:pt x="1384" y="92"/>
                    </a:lnTo>
                    <a:lnTo>
                      <a:pt x="1386" y="92"/>
                    </a:lnTo>
                    <a:lnTo>
                      <a:pt x="1387" y="92"/>
                    </a:lnTo>
                    <a:lnTo>
                      <a:pt x="1388" y="92"/>
                    </a:lnTo>
                    <a:lnTo>
                      <a:pt x="1390" y="92"/>
                    </a:lnTo>
                    <a:lnTo>
                      <a:pt x="1391" y="92"/>
                    </a:lnTo>
                    <a:lnTo>
                      <a:pt x="1393" y="92"/>
                    </a:lnTo>
                    <a:lnTo>
                      <a:pt x="1394" y="92"/>
                    </a:lnTo>
                    <a:lnTo>
                      <a:pt x="1395" y="92"/>
                    </a:lnTo>
                    <a:lnTo>
                      <a:pt x="1397" y="92"/>
                    </a:lnTo>
                    <a:lnTo>
                      <a:pt x="1398" y="92"/>
                    </a:lnTo>
                    <a:lnTo>
                      <a:pt x="1399" y="92"/>
                    </a:lnTo>
                    <a:lnTo>
                      <a:pt x="1401" y="92"/>
                    </a:lnTo>
                    <a:lnTo>
                      <a:pt x="1402" y="92"/>
                    </a:lnTo>
                    <a:lnTo>
                      <a:pt x="1403" y="92"/>
                    </a:lnTo>
                    <a:lnTo>
                      <a:pt x="1405" y="92"/>
                    </a:lnTo>
                    <a:lnTo>
                      <a:pt x="1406" y="92"/>
                    </a:lnTo>
                    <a:lnTo>
                      <a:pt x="1407" y="92"/>
                    </a:lnTo>
                    <a:lnTo>
                      <a:pt x="1409" y="92"/>
                    </a:lnTo>
                    <a:lnTo>
                      <a:pt x="1410" y="92"/>
                    </a:lnTo>
                    <a:lnTo>
                      <a:pt x="1411" y="92"/>
                    </a:lnTo>
                    <a:lnTo>
                      <a:pt x="1413" y="92"/>
                    </a:lnTo>
                    <a:lnTo>
                      <a:pt x="1414" y="92"/>
                    </a:lnTo>
                    <a:lnTo>
                      <a:pt x="1415" y="92"/>
                    </a:lnTo>
                    <a:lnTo>
                      <a:pt x="1417" y="92"/>
                    </a:lnTo>
                    <a:lnTo>
                      <a:pt x="1418" y="92"/>
                    </a:lnTo>
                    <a:lnTo>
                      <a:pt x="1419" y="92"/>
                    </a:lnTo>
                    <a:lnTo>
                      <a:pt x="1421" y="91"/>
                    </a:lnTo>
                    <a:lnTo>
                      <a:pt x="1422" y="91"/>
                    </a:lnTo>
                  </a:path>
                </a:pathLst>
              </a:custGeom>
              <a:noFill/>
              <a:ln cap="flat" cmpd="sng" w="25400">
                <a:solidFill>
                  <a:srgbClr val="FF00F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 flipH="1" rot="10800000">
                <a:off x="6950076" y="2690813"/>
                <a:ext cx="3756025" cy="434975"/>
              </a:xfrm>
              <a:custGeom>
                <a:rect b="b" l="l" r="r" t="t"/>
                <a:pathLst>
                  <a:path extrusionOk="0" h="197" w="1422">
                    <a:moveTo>
                      <a:pt x="0" y="1"/>
                    </a:moveTo>
                    <a:lnTo>
                      <a:pt x="1" y="0"/>
                    </a:lnTo>
                    <a:lnTo>
                      <a:pt x="2" y="1"/>
                    </a:lnTo>
                    <a:lnTo>
                      <a:pt x="4" y="1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2" y="1"/>
                    </a:lnTo>
                    <a:lnTo>
                      <a:pt x="13" y="1"/>
                    </a:lnTo>
                    <a:lnTo>
                      <a:pt x="14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7" y="1"/>
                    </a:lnTo>
                    <a:lnTo>
                      <a:pt x="28" y="1"/>
                    </a:lnTo>
                    <a:lnTo>
                      <a:pt x="29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5" y="1"/>
                    </a:lnTo>
                    <a:lnTo>
                      <a:pt x="36" y="1"/>
                    </a:lnTo>
                    <a:lnTo>
                      <a:pt x="37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3" y="1"/>
                    </a:lnTo>
                    <a:lnTo>
                      <a:pt x="44" y="1"/>
                    </a:lnTo>
                    <a:lnTo>
                      <a:pt x="45" y="1"/>
                    </a:lnTo>
                    <a:lnTo>
                      <a:pt x="47" y="1"/>
                    </a:lnTo>
                    <a:lnTo>
                      <a:pt x="48" y="1"/>
                    </a:lnTo>
                    <a:lnTo>
                      <a:pt x="49" y="1"/>
                    </a:lnTo>
                    <a:lnTo>
                      <a:pt x="51" y="1"/>
                    </a:lnTo>
                    <a:lnTo>
                      <a:pt x="52" y="1"/>
                    </a:lnTo>
                    <a:lnTo>
                      <a:pt x="53" y="1"/>
                    </a:lnTo>
                    <a:lnTo>
                      <a:pt x="55" y="1"/>
                    </a:lnTo>
                    <a:lnTo>
                      <a:pt x="56" y="1"/>
                    </a:lnTo>
                    <a:lnTo>
                      <a:pt x="58" y="1"/>
                    </a:lnTo>
                    <a:lnTo>
                      <a:pt x="59" y="1"/>
                    </a:lnTo>
                    <a:lnTo>
                      <a:pt x="60" y="1"/>
                    </a:lnTo>
                    <a:lnTo>
                      <a:pt x="62" y="1"/>
                    </a:lnTo>
                    <a:lnTo>
                      <a:pt x="63" y="1"/>
                    </a:lnTo>
                    <a:lnTo>
                      <a:pt x="64" y="1"/>
                    </a:lnTo>
                    <a:lnTo>
                      <a:pt x="66" y="1"/>
                    </a:lnTo>
                    <a:lnTo>
                      <a:pt x="67" y="1"/>
                    </a:lnTo>
                    <a:lnTo>
                      <a:pt x="68" y="1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4" y="1"/>
                    </a:lnTo>
                    <a:lnTo>
                      <a:pt x="86" y="1"/>
                    </a:lnTo>
                    <a:lnTo>
                      <a:pt x="87" y="1"/>
                    </a:lnTo>
                    <a:lnTo>
                      <a:pt x="88" y="1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4" y="1"/>
                    </a:lnTo>
                    <a:lnTo>
                      <a:pt x="95" y="1"/>
                    </a:lnTo>
                    <a:lnTo>
                      <a:pt x="97" y="1"/>
                    </a:lnTo>
                    <a:lnTo>
                      <a:pt x="98" y="1"/>
                    </a:lnTo>
                    <a:lnTo>
                      <a:pt x="99" y="1"/>
                    </a:lnTo>
                    <a:lnTo>
                      <a:pt x="101" y="1"/>
                    </a:lnTo>
                    <a:lnTo>
                      <a:pt x="102" y="1"/>
                    </a:lnTo>
                    <a:lnTo>
                      <a:pt x="103" y="1"/>
                    </a:lnTo>
                    <a:lnTo>
                      <a:pt x="105" y="1"/>
                    </a:lnTo>
                    <a:lnTo>
                      <a:pt x="106" y="1"/>
                    </a:lnTo>
                    <a:lnTo>
                      <a:pt x="107" y="1"/>
                    </a:lnTo>
                    <a:lnTo>
                      <a:pt x="109" y="1"/>
                    </a:lnTo>
                    <a:lnTo>
                      <a:pt x="110" y="1"/>
                    </a:lnTo>
                    <a:lnTo>
                      <a:pt x="111" y="1"/>
                    </a:lnTo>
                    <a:lnTo>
                      <a:pt x="113" y="1"/>
                    </a:lnTo>
                    <a:lnTo>
                      <a:pt x="114" y="1"/>
                    </a:lnTo>
                    <a:lnTo>
                      <a:pt x="115" y="1"/>
                    </a:lnTo>
                    <a:lnTo>
                      <a:pt x="117" y="11"/>
                    </a:lnTo>
                    <a:lnTo>
                      <a:pt x="118" y="17"/>
                    </a:lnTo>
                    <a:lnTo>
                      <a:pt x="119" y="20"/>
                    </a:lnTo>
                    <a:lnTo>
                      <a:pt x="121" y="21"/>
                    </a:lnTo>
                    <a:lnTo>
                      <a:pt x="122" y="23"/>
                    </a:lnTo>
                    <a:lnTo>
                      <a:pt x="123" y="25"/>
                    </a:lnTo>
                    <a:lnTo>
                      <a:pt x="125" y="27"/>
                    </a:lnTo>
                    <a:lnTo>
                      <a:pt x="126" y="29"/>
                    </a:lnTo>
                    <a:lnTo>
                      <a:pt x="127" y="31"/>
                    </a:lnTo>
                    <a:lnTo>
                      <a:pt x="129" y="33"/>
                    </a:lnTo>
                    <a:lnTo>
                      <a:pt x="130" y="35"/>
                    </a:lnTo>
                    <a:lnTo>
                      <a:pt x="132" y="37"/>
                    </a:lnTo>
                    <a:lnTo>
                      <a:pt x="133" y="38"/>
                    </a:lnTo>
                    <a:lnTo>
                      <a:pt x="134" y="40"/>
                    </a:lnTo>
                    <a:lnTo>
                      <a:pt x="136" y="42"/>
                    </a:lnTo>
                    <a:lnTo>
                      <a:pt x="137" y="44"/>
                    </a:lnTo>
                    <a:lnTo>
                      <a:pt x="138" y="46"/>
                    </a:lnTo>
                    <a:lnTo>
                      <a:pt x="140" y="48"/>
                    </a:lnTo>
                    <a:lnTo>
                      <a:pt x="141" y="50"/>
                    </a:lnTo>
                    <a:lnTo>
                      <a:pt x="142" y="52"/>
                    </a:lnTo>
                    <a:lnTo>
                      <a:pt x="144" y="53"/>
                    </a:lnTo>
                    <a:lnTo>
                      <a:pt x="145" y="55"/>
                    </a:lnTo>
                    <a:lnTo>
                      <a:pt x="146" y="57"/>
                    </a:lnTo>
                    <a:lnTo>
                      <a:pt x="148" y="59"/>
                    </a:lnTo>
                    <a:lnTo>
                      <a:pt x="149" y="61"/>
                    </a:lnTo>
                    <a:lnTo>
                      <a:pt x="150" y="62"/>
                    </a:lnTo>
                    <a:lnTo>
                      <a:pt x="152" y="64"/>
                    </a:lnTo>
                    <a:lnTo>
                      <a:pt x="153" y="66"/>
                    </a:lnTo>
                    <a:lnTo>
                      <a:pt x="154" y="68"/>
                    </a:lnTo>
                    <a:lnTo>
                      <a:pt x="156" y="70"/>
                    </a:lnTo>
                    <a:lnTo>
                      <a:pt x="157" y="71"/>
                    </a:lnTo>
                    <a:lnTo>
                      <a:pt x="158" y="73"/>
                    </a:lnTo>
                    <a:lnTo>
                      <a:pt x="160" y="75"/>
                    </a:lnTo>
                    <a:lnTo>
                      <a:pt x="161" y="76"/>
                    </a:lnTo>
                    <a:lnTo>
                      <a:pt x="162" y="78"/>
                    </a:lnTo>
                    <a:lnTo>
                      <a:pt x="164" y="79"/>
                    </a:lnTo>
                    <a:lnTo>
                      <a:pt x="165" y="81"/>
                    </a:lnTo>
                    <a:lnTo>
                      <a:pt x="167" y="83"/>
                    </a:lnTo>
                    <a:lnTo>
                      <a:pt x="168" y="84"/>
                    </a:lnTo>
                    <a:lnTo>
                      <a:pt x="169" y="86"/>
                    </a:lnTo>
                    <a:lnTo>
                      <a:pt x="171" y="87"/>
                    </a:lnTo>
                    <a:lnTo>
                      <a:pt x="172" y="89"/>
                    </a:lnTo>
                    <a:lnTo>
                      <a:pt x="173" y="91"/>
                    </a:lnTo>
                    <a:lnTo>
                      <a:pt x="175" y="92"/>
                    </a:lnTo>
                    <a:lnTo>
                      <a:pt x="176" y="94"/>
                    </a:lnTo>
                    <a:lnTo>
                      <a:pt x="177" y="95"/>
                    </a:lnTo>
                    <a:lnTo>
                      <a:pt x="179" y="97"/>
                    </a:lnTo>
                    <a:lnTo>
                      <a:pt x="180" y="98"/>
                    </a:lnTo>
                    <a:lnTo>
                      <a:pt x="181" y="100"/>
                    </a:lnTo>
                    <a:lnTo>
                      <a:pt x="183" y="101"/>
                    </a:lnTo>
                    <a:lnTo>
                      <a:pt x="184" y="103"/>
                    </a:lnTo>
                    <a:lnTo>
                      <a:pt x="185" y="104"/>
                    </a:lnTo>
                    <a:lnTo>
                      <a:pt x="187" y="106"/>
                    </a:lnTo>
                    <a:lnTo>
                      <a:pt x="188" y="107"/>
                    </a:lnTo>
                    <a:lnTo>
                      <a:pt x="189" y="108"/>
                    </a:lnTo>
                    <a:lnTo>
                      <a:pt x="191" y="110"/>
                    </a:lnTo>
                    <a:lnTo>
                      <a:pt x="192" y="111"/>
                    </a:lnTo>
                    <a:lnTo>
                      <a:pt x="193" y="113"/>
                    </a:lnTo>
                    <a:lnTo>
                      <a:pt x="195" y="114"/>
                    </a:lnTo>
                    <a:lnTo>
                      <a:pt x="196" y="116"/>
                    </a:lnTo>
                    <a:lnTo>
                      <a:pt x="197" y="117"/>
                    </a:lnTo>
                    <a:lnTo>
                      <a:pt x="199" y="118"/>
                    </a:lnTo>
                    <a:lnTo>
                      <a:pt x="200" y="119"/>
                    </a:lnTo>
                    <a:lnTo>
                      <a:pt x="202" y="121"/>
                    </a:lnTo>
                    <a:lnTo>
                      <a:pt x="203" y="122"/>
                    </a:lnTo>
                    <a:lnTo>
                      <a:pt x="204" y="123"/>
                    </a:lnTo>
                    <a:lnTo>
                      <a:pt x="206" y="125"/>
                    </a:lnTo>
                    <a:lnTo>
                      <a:pt x="207" y="126"/>
                    </a:lnTo>
                    <a:lnTo>
                      <a:pt x="208" y="127"/>
                    </a:lnTo>
                    <a:lnTo>
                      <a:pt x="210" y="128"/>
                    </a:lnTo>
                    <a:lnTo>
                      <a:pt x="211" y="130"/>
                    </a:lnTo>
                    <a:lnTo>
                      <a:pt x="212" y="131"/>
                    </a:lnTo>
                    <a:lnTo>
                      <a:pt x="214" y="132"/>
                    </a:lnTo>
                    <a:lnTo>
                      <a:pt x="215" y="133"/>
                    </a:lnTo>
                    <a:lnTo>
                      <a:pt x="216" y="134"/>
                    </a:lnTo>
                    <a:lnTo>
                      <a:pt x="218" y="136"/>
                    </a:lnTo>
                    <a:lnTo>
                      <a:pt x="219" y="137"/>
                    </a:lnTo>
                    <a:lnTo>
                      <a:pt x="220" y="138"/>
                    </a:lnTo>
                    <a:lnTo>
                      <a:pt x="222" y="139"/>
                    </a:lnTo>
                    <a:lnTo>
                      <a:pt x="223" y="140"/>
                    </a:lnTo>
                    <a:lnTo>
                      <a:pt x="224" y="141"/>
                    </a:lnTo>
                    <a:lnTo>
                      <a:pt x="226" y="143"/>
                    </a:lnTo>
                    <a:lnTo>
                      <a:pt x="227" y="144"/>
                    </a:lnTo>
                    <a:lnTo>
                      <a:pt x="228" y="145"/>
                    </a:lnTo>
                    <a:lnTo>
                      <a:pt x="230" y="146"/>
                    </a:lnTo>
                    <a:lnTo>
                      <a:pt x="231" y="147"/>
                    </a:lnTo>
                    <a:lnTo>
                      <a:pt x="232" y="148"/>
                    </a:lnTo>
                    <a:lnTo>
                      <a:pt x="234" y="149"/>
                    </a:lnTo>
                    <a:lnTo>
                      <a:pt x="235" y="150"/>
                    </a:lnTo>
                    <a:lnTo>
                      <a:pt x="236" y="151"/>
                    </a:lnTo>
                    <a:lnTo>
                      <a:pt x="238" y="152"/>
                    </a:lnTo>
                    <a:lnTo>
                      <a:pt x="239" y="153"/>
                    </a:lnTo>
                    <a:lnTo>
                      <a:pt x="241" y="154"/>
                    </a:lnTo>
                    <a:lnTo>
                      <a:pt x="242" y="155"/>
                    </a:lnTo>
                    <a:lnTo>
                      <a:pt x="243" y="156"/>
                    </a:lnTo>
                    <a:lnTo>
                      <a:pt x="245" y="157"/>
                    </a:lnTo>
                    <a:lnTo>
                      <a:pt x="246" y="158"/>
                    </a:lnTo>
                    <a:lnTo>
                      <a:pt x="247" y="159"/>
                    </a:lnTo>
                    <a:lnTo>
                      <a:pt x="249" y="160"/>
                    </a:lnTo>
                    <a:lnTo>
                      <a:pt x="250" y="161"/>
                    </a:lnTo>
                    <a:lnTo>
                      <a:pt x="251" y="162"/>
                    </a:lnTo>
                    <a:lnTo>
                      <a:pt x="253" y="163"/>
                    </a:lnTo>
                    <a:lnTo>
                      <a:pt x="254" y="164"/>
                    </a:lnTo>
                    <a:lnTo>
                      <a:pt x="255" y="165"/>
                    </a:lnTo>
                    <a:lnTo>
                      <a:pt x="257" y="166"/>
                    </a:lnTo>
                    <a:lnTo>
                      <a:pt x="258" y="167"/>
                    </a:lnTo>
                    <a:lnTo>
                      <a:pt x="259" y="168"/>
                    </a:lnTo>
                    <a:lnTo>
                      <a:pt x="261" y="169"/>
                    </a:lnTo>
                    <a:lnTo>
                      <a:pt x="262" y="170"/>
                    </a:lnTo>
                    <a:lnTo>
                      <a:pt x="263" y="171"/>
                    </a:lnTo>
                    <a:lnTo>
                      <a:pt x="265" y="172"/>
                    </a:lnTo>
                    <a:lnTo>
                      <a:pt x="266" y="172"/>
                    </a:lnTo>
                    <a:lnTo>
                      <a:pt x="267" y="173"/>
                    </a:lnTo>
                    <a:lnTo>
                      <a:pt x="269" y="174"/>
                    </a:lnTo>
                    <a:lnTo>
                      <a:pt x="270" y="175"/>
                    </a:lnTo>
                    <a:lnTo>
                      <a:pt x="271" y="176"/>
                    </a:lnTo>
                    <a:lnTo>
                      <a:pt x="273" y="177"/>
                    </a:lnTo>
                    <a:lnTo>
                      <a:pt x="274" y="177"/>
                    </a:lnTo>
                    <a:lnTo>
                      <a:pt x="276" y="178"/>
                    </a:lnTo>
                    <a:lnTo>
                      <a:pt x="277" y="179"/>
                    </a:lnTo>
                    <a:lnTo>
                      <a:pt x="278" y="180"/>
                    </a:lnTo>
                    <a:lnTo>
                      <a:pt x="280" y="180"/>
                    </a:lnTo>
                    <a:lnTo>
                      <a:pt x="281" y="181"/>
                    </a:lnTo>
                    <a:lnTo>
                      <a:pt x="282" y="182"/>
                    </a:lnTo>
                    <a:lnTo>
                      <a:pt x="284" y="182"/>
                    </a:lnTo>
                    <a:lnTo>
                      <a:pt x="285" y="183"/>
                    </a:lnTo>
                    <a:lnTo>
                      <a:pt x="286" y="183"/>
                    </a:lnTo>
                    <a:lnTo>
                      <a:pt x="288" y="184"/>
                    </a:lnTo>
                    <a:lnTo>
                      <a:pt x="289" y="185"/>
                    </a:lnTo>
                    <a:lnTo>
                      <a:pt x="290" y="185"/>
                    </a:lnTo>
                    <a:lnTo>
                      <a:pt x="292" y="186"/>
                    </a:lnTo>
                    <a:lnTo>
                      <a:pt x="293" y="186"/>
                    </a:lnTo>
                    <a:lnTo>
                      <a:pt x="294" y="187"/>
                    </a:lnTo>
                    <a:lnTo>
                      <a:pt x="296" y="187"/>
                    </a:lnTo>
                    <a:lnTo>
                      <a:pt x="297" y="188"/>
                    </a:lnTo>
                    <a:lnTo>
                      <a:pt x="298" y="188"/>
                    </a:lnTo>
                    <a:lnTo>
                      <a:pt x="300" y="189"/>
                    </a:lnTo>
                    <a:lnTo>
                      <a:pt x="301" y="189"/>
                    </a:lnTo>
                    <a:lnTo>
                      <a:pt x="302" y="190"/>
                    </a:lnTo>
                    <a:lnTo>
                      <a:pt x="304" y="190"/>
                    </a:lnTo>
                    <a:lnTo>
                      <a:pt x="305" y="190"/>
                    </a:lnTo>
                    <a:lnTo>
                      <a:pt x="306" y="191"/>
                    </a:lnTo>
                    <a:lnTo>
                      <a:pt x="308" y="191"/>
                    </a:lnTo>
                    <a:lnTo>
                      <a:pt x="309" y="191"/>
                    </a:lnTo>
                    <a:lnTo>
                      <a:pt x="311" y="192"/>
                    </a:lnTo>
                    <a:lnTo>
                      <a:pt x="312" y="192"/>
                    </a:lnTo>
                    <a:lnTo>
                      <a:pt x="313" y="193"/>
                    </a:lnTo>
                    <a:lnTo>
                      <a:pt x="315" y="193"/>
                    </a:lnTo>
                    <a:lnTo>
                      <a:pt x="316" y="193"/>
                    </a:lnTo>
                    <a:lnTo>
                      <a:pt x="317" y="193"/>
                    </a:lnTo>
                    <a:lnTo>
                      <a:pt x="319" y="194"/>
                    </a:lnTo>
                    <a:lnTo>
                      <a:pt x="320" y="194"/>
                    </a:lnTo>
                    <a:lnTo>
                      <a:pt x="321" y="194"/>
                    </a:lnTo>
                    <a:lnTo>
                      <a:pt x="323" y="194"/>
                    </a:lnTo>
                    <a:lnTo>
                      <a:pt x="324" y="194"/>
                    </a:lnTo>
                    <a:lnTo>
                      <a:pt x="325" y="195"/>
                    </a:lnTo>
                    <a:lnTo>
                      <a:pt x="327" y="195"/>
                    </a:lnTo>
                    <a:lnTo>
                      <a:pt x="328" y="195"/>
                    </a:lnTo>
                    <a:lnTo>
                      <a:pt x="329" y="195"/>
                    </a:lnTo>
                    <a:lnTo>
                      <a:pt x="331" y="195"/>
                    </a:lnTo>
                    <a:lnTo>
                      <a:pt x="332" y="196"/>
                    </a:lnTo>
                    <a:lnTo>
                      <a:pt x="333" y="196"/>
                    </a:lnTo>
                    <a:lnTo>
                      <a:pt x="335" y="196"/>
                    </a:lnTo>
                    <a:lnTo>
                      <a:pt x="336" y="196"/>
                    </a:lnTo>
                    <a:lnTo>
                      <a:pt x="337" y="196"/>
                    </a:lnTo>
                    <a:lnTo>
                      <a:pt x="339" y="196"/>
                    </a:lnTo>
                    <a:lnTo>
                      <a:pt x="340" y="196"/>
                    </a:lnTo>
                    <a:lnTo>
                      <a:pt x="341" y="197"/>
                    </a:lnTo>
                    <a:lnTo>
                      <a:pt x="343" y="197"/>
                    </a:lnTo>
                    <a:lnTo>
                      <a:pt x="344" y="197"/>
                    </a:lnTo>
                    <a:lnTo>
                      <a:pt x="346" y="197"/>
                    </a:lnTo>
                    <a:lnTo>
                      <a:pt x="347" y="197"/>
                    </a:lnTo>
                    <a:lnTo>
                      <a:pt x="348" y="197"/>
                    </a:lnTo>
                    <a:lnTo>
                      <a:pt x="350" y="197"/>
                    </a:lnTo>
                    <a:lnTo>
                      <a:pt x="351" y="197"/>
                    </a:lnTo>
                    <a:lnTo>
                      <a:pt x="352" y="197"/>
                    </a:lnTo>
                    <a:lnTo>
                      <a:pt x="354" y="197"/>
                    </a:lnTo>
                    <a:lnTo>
                      <a:pt x="355" y="197"/>
                    </a:lnTo>
                    <a:lnTo>
                      <a:pt x="356" y="197"/>
                    </a:lnTo>
                    <a:lnTo>
                      <a:pt x="358" y="197"/>
                    </a:lnTo>
                    <a:lnTo>
                      <a:pt x="359" y="197"/>
                    </a:lnTo>
                    <a:lnTo>
                      <a:pt x="360" y="197"/>
                    </a:lnTo>
                    <a:lnTo>
                      <a:pt x="362" y="197"/>
                    </a:lnTo>
                    <a:lnTo>
                      <a:pt x="363" y="197"/>
                    </a:lnTo>
                    <a:lnTo>
                      <a:pt x="364" y="197"/>
                    </a:lnTo>
                    <a:lnTo>
                      <a:pt x="366" y="197"/>
                    </a:lnTo>
                    <a:lnTo>
                      <a:pt x="367" y="197"/>
                    </a:lnTo>
                    <a:lnTo>
                      <a:pt x="368" y="197"/>
                    </a:lnTo>
                    <a:lnTo>
                      <a:pt x="370" y="197"/>
                    </a:lnTo>
                    <a:lnTo>
                      <a:pt x="371" y="197"/>
                    </a:lnTo>
                    <a:lnTo>
                      <a:pt x="372" y="197"/>
                    </a:lnTo>
                    <a:lnTo>
                      <a:pt x="374" y="197"/>
                    </a:lnTo>
                    <a:lnTo>
                      <a:pt x="375" y="197"/>
                    </a:lnTo>
                    <a:lnTo>
                      <a:pt x="376" y="197"/>
                    </a:lnTo>
                    <a:lnTo>
                      <a:pt x="378" y="197"/>
                    </a:lnTo>
                    <a:lnTo>
                      <a:pt x="379" y="197"/>
                    </a:lnTo>
                    <a:lnTo>
                      <a:pt x="380" y="197"/>
                    </a:lnTo>
                    <a:lnTo>
                      <a:pt x="382" y="197"/>
                    </a:lnTo>
                    <a:lnTo>
                      <a:pt x="383" y="197"/>
                    </a:lnTo>
                    <a:lnTo>
                      <a:pt x="385" y="197"/>
                    </a:lnTo>
                    <a:lnTo>
                      <a:pt x="386" y="197"/>
                    </a:lnTo>
                    <a:lnTo>
                      <a:pt x="387" y="197"/>
                    </a:lnTo>
                    <a:lnTo>
                      <a:pt x="389" y="197"/>
                    </a:lnTo>
                    <a:lnTo>
                      <a:pt x="390" y="197"/>
                    </a:lnTo>
                    <a:lnTo>
                      <a:pt x="391" y="197"/>
                    </a:lnTo>
                    <a:lnTo>
                      <a:pt x="393" y="196"/>
                    </a:lnTo>
                    <a:lnTo>
                      <a:pt x="394" y="196"/>
                    </a:lnTo>
                    <a:lnTo>
                      <a:pt x="395" y="196"/>
                    </a:lnTo>
                    <a:lnTo>
                      <a:pt x="397" y="196"/>
                    </a:lnTo>
                    <a:lnTo>
                      <a:pt x="398" y="196"/>
                    </a:lnTo>
                    <a:lnTo>
                      <a:pt x="399" y="196"/>
                    </a:lnTo>
                    <a:lnTo>
                      <a:pt x="401" y="196"/>
                    </a:lnTo>
                    <a:lnTo>
                      <a:pt x="402" y="196"/>
                    </a:lnTo>
                    <a:lnTo>
                      <a:pt x="403" y="196"/>
                    </a:lnTo>
                    <a:lnTo>
                      <a:pt x="405" y="196"/>
                    </a:lnTo>
                    <a:lnTo>
                      <a:pt x="406" y="196"/>
                    </a:lnTo>
                    <a:lnTo>
                      <a:pt x="407" y="196"/>
                    </a:lnTo>
                    <a:lnTo>
                      <a:pt x="409" y="196"/>
                    </a:lnTo>
                    <a:lnTo>
                      <a:pt x="410" y="196"/>
                    </a:lnTo>
                    <a:lnTo>
                      <a:pt x="411" y="195"/>
                    </a:lnTo>
                    <a:lnTo>
                      <a:pt x="413" y="195"/>
                    </a:lnTo>
                    <a:lnTo>
                      <a:pt x="414" y="195"/>
                    </a:lnTo>
                    <a:lnTo>
                      <a:pt x="415" y="195"/>
                    </a:lnTo>
                    <a:lnTo>
                      <a:pt x="417" y="195"/>
                    </a:lnTo>
                    <a:lnTo>
                      <a:pt x="418" y="195"/>
                    </a:lnTo>
                    <a:lnTo>
                      <a:pt x="420" y="184"/>
                    </a:lnTo>
                    <a:lnTo>
                      <a:pt x="421" y="184"/>
                    </a:lnTo>
                    <a:lnTo>
                      <a:pt x="422" y="184"/>
                    </a:lnTo>
                    <a:lnTo>
                      <a:pt x="424" y="183"/>
                    </a:lnTo>
                    <a:lnTo>
                      <a:pt x="425" y="183"/>
                    </a:lnTo>
                    <a:lnTo>
                      <a:pt x="426" y="183"/>
                    </a:lnTo>
                    <a:lnTo>
                      <a:pt x="428" y="183"/>
                    </a:lnTo>
                    <a:lnTo>
                      <a:pt x="429" y="183"/>
                    </a:lnTo>
                    <a:lnTo>
                      <a:pt x="430" y="182"/>
                    </a:lnTo>
                    <a:lnTo>
                      <a:pt x="432" y="182"/>
                    </a:lnTo>
                    <a:lnTo>
                      <a:pt x="433" y="182"/>
                    </a:lnTo>
                    <a:lnTo>
                      <a:pt x="434" y="182"/>
                    </a:lnTo>
                    <a:lnTo>
                      <a:pt x="436" y="182"/>
                    </a:lnTo>
                    <a:lnTo>
                      <a:pt x="437" y="182"/>
                    </a:lnTo>
                    <a:lnTo>
                      <a:pt x="438" y="182"/>
                    </a:lnTo>
                    <a:lnTo>
                      <a:pt x="440" y="181"/>
                    </a:lnTo>
                    <a:lnTo>
                      <a:pt x="441" y="181"/>
                    </a:lnTo>
                    <a:lnTo>
                      <a:pt x="442" y="181"/>
                    </a:lnTo>
                    <a:lnTo>
                      <a:pt x="444" y="181"/>
                    </a:lnTo>
                    <a:lnTo>
                      <a:pt x="445" y="181"/>
                    </a:lnTo>
                    <a:lnTo>
                      <a:pt x="446" y="181"/>
                    </a:lnTo>
                    <a:lnTo>
                      <a:pt x="448" y="181"/>
                    </a:lnTo>
                    <a:lnTo>
                      <a:pt x="449" y="181"/>
                    </a:lnTo>
                    <a:lnTo>
                      <a:pt x="450" y="181"/>
                    </a:lnTo>
                    <a:lnTo>
                      <a:pt x="452" y="181"/>
                    </a:lnTo>
                    <a:lnTo>
                      <a:pt x="453" y="180"/>
                    </a:lnTo>
                    <a:lnTo>
                      <a:pt x="455" y="180"/>
                    </a:lnTo>
                    <a:lnTo>
                      <a:pt x="456" y="180"/>
                    </a:lnTo>
                    <a:lnTo>
                      <a:pt x="457" y="180"/>
                    </a:lnTo>
                    <a:lnTo>
                      <a:pt x="459" y="180"/>
                    </a:lnTo>
                    <a:lnTo>
                      <a:pt x="460" y="180"/>
                    </a:lnTo>
                    <a:lnTo>
                      <a:pt x="461" y="180"/>
                    </a:lnTo>
                    <a:lnTo>
                      <a:pt x="463" y="180"/>
                    </a:lnTo>
                    <a:lnTo>
                      <a:pt x="464" y="180"/>
                    </a:lnTo>
                    <a:lnTo>
                      <a:pt x="465" y="180"/>
                    </a:lnTo>
                    <a:lnTo>
                      <a:pt x="467" y="179"/>
                    </a:lnTo>
                    <a:lnTo>
                      <a:pt x="468" y="179"/>
                    </a:lnTo>
                    <a:lnTo>
                      <a:pt x="469" y="179"/>
                    </a:lnTo>
                    <a:lnTo>
                      <a:pt x="471" y="179"/>
                    </a:lnTo>
                    <a:lnTo>
                      <a:pt x="472" y="179"/>
                    </a:lnTo>
                    <a:lnTo>
                      <a:pt x="473" y="179"/>
                    </a:lnTo>
                    <a:lnTo>
                      <a:pt x="475" y="179"/>
                    </a:lnTo>
                    <a:lnTo>
                      <a:pt x="476" y="179"/>
                    </a:lnTo>
                    <a:lnTo>
                      <a:pt x="477" y="179"/>
                    </a:lnTo>
                    <a:lnTo>
                      <a:pt x="479" y="178"/>
                    </a:lnTo>
                    <a:lnTo>
                      <a:pt x="480" y="178"/>
                    </a:lnTo>
                    <a:lnTo>
                      <a:pt x="481" y="178"/>
                    </a:lnTo>
                    <a:lnTo>
                      <a:pt x="483" y="178"/>
                    </a:lnTo>
                    <a:lnTo>
                      <a:pt x="484" y="178"/>
                    </a:lnTo>
                    <a:lnTo>
                      <a:pt x="485" y="178"/>
                    </a:lnTo>
                    <a:lnTo>
                      <a:pt x="487" y="178"/>
                    </a:lnTo>
                    <a:lnTo>
                      <a:pt x="488" y="178"/>
                    </a:lnTo>
                    <a:lnTo>
                      <a:pt x="490" y="178"/>
                    </a:lnTo>
                    <a:lnTo>
                      <a:pt x="491" y="178"/>
                    </a:lnTo>
                    <a:lnTo>
                      <a:pt x="492" y="178"/>
                    </a:lnTo>
                    <a:lnTo>
                      <a:pt x="494" y="178"/>
                    </a:lnTo>
                    <a:lnTo>
                      <a:pt x="495" y="177"/>
                    </a:lnTo>
                    <a:lnTo>
                      <a:pt x="496" y="177"/>
                    </a:lnTo>
                    <a:lnTo>
                      <a:pt x="498" y="177"/>
                    </a:lnTo>
                    <a:lnTo>
                      <a:pt x="499" y="177"/>
                    </a:lnTo>
                    <a:lnTo>
                      <a:pt x="500" y="177"/>
                    </a:lnTo>
                    <a:lnTo>
                      <a:pt x="502" y="177"/>
                    </a:lnTo>
                    <a:lnTo>
                      <a:pt x="503" y="177"/>
                    </a:lnTo>
                    <a:lnTo>
                      <a:pt x="504" y="177"/>
                    </a:lnTo>
                    <a:lnTo>
                      <a:pt x="506" y="177"/>
                    </a:lnTo>
                    <a:lnTo>
                      <a:pt x="507" y="177"/>
                    </a:lnTo>
                    <a:lnTo>
                      <a:pt x="508" y="177"/>
                    </a:lnTo>
                    <a:lnTo>
                      <a:pt x="510" y="177"/>
                    </a:lnTo>
                    <a:lnTo>
                      <a:pt x="511" y="176"/>
                    </a:lnTo>
                    <a:lnTo>
                      <a:pt x="512" y="176"/>
                    </a:lnTo>
                    <a:lnTo>
                      <a:pt x="514" y="176"/>
                    </a:lnTo>
                    <a:lnTo>
                      <a:pt x="515" y="176"/>
                    </a:lnTo>
                    <a:lnTo>
                      <a:pt x="516" y="176"/>
                    </a:lnTo>
                    <a:lnTo>
                      <a:pt x="518" y="176"/>
                    </a:lnTo>
                    <a:lnTo>
                      <a:pt x="519" y="176"/>
                    </a:lnTo>
                    <a:lnTo>
                      <a:pt x="520" y="176"/>
                    </a:lnTo>
                    <a:lnTo>
                      <a:pt x="522" y="176"/>
                    </a:lnTo>
                    <a:lnTo>
                      <a:pt x="523" y="176"/>
                    </a:lnTo>
                    <a:lnTo>
                      <a:pt x="524" y="176"/>
                    </a:lnTo>
                    <a:lnTo>
                      <a:pt x="526" y="176"/>
                    </a:lnTo>
                    <a:lnTo>
                      <a:pt x="527" y="176"/>
                    </a:lnTo>
                    <a:lnTo>
                      <a:pt x="529" y="175"/>
                    </a:lnTo>
                    <a:lnTo>
                      <a:pt x="530" y="175"/>
                    </a:lnTo>
                    <a:lnTo>
                      <a:pt x="531" y="175"/>
                    </a:lnTo>
                    <a:lnTo>
                      <a:pt x="533" y="175"/>
                    </a:lnTo>
                    <a:lnTo>
                      <a:pt x="534" y="175"/>
                    </a:lnTo>
                    <a:lnTo>
                      <a:pt x="535" y="175"/>
                    </a:lnTo>
                    <a:lnTo>
                      <a:pt x="537" y="175"/>
                    </a:lnTo>
                    <a:lnTo>
                      <a:pt x="538" y="175"/>
                    </a:lnTo>
                    <a:lnTo>
                      <a:pt x="539" y="175"/>
                    </a:lnTo>
                    <a:lnTo>
                      <a:pt x="541" y="175"/>
                    </a:lnTo>
                    <a:lnTo>
                      <a:pt x="542" y="175"/>
                    </a:lnTo>
                    <a:lnTo>
                      <a:pt x="543" y="175"/>
                    </a:lnTo>
                    <a:lnTo>
                      <a:pt x="545" y="175"/>
                    </a:lnTo>
                    <a:lnTo>
                      <a:pt x="546" y="174"/>
                    </a:lnTo>
                    <a:lnTo>
                      <a:pt x="547" y="174"/>
                    </a:lnTo>
                    <a:lnTo>
                      <a:pt x="549" y="174"/>
                    </a:lnTo>
                    <a:lnTo>
                      <a:pt x="550" y="174"/>
                    </a:lnTo>
                    <a:lnTo>
                      <a:pt x="551" y="174"/>
                    </a:lnTo>
                    <a:lnTo>
                      <a:pt x="553" y="174"/>
                    </a:lnTo>
                    <a:lnTo>
                      <a:pt x="554" y="174"/>
                    </a:lnTo>
                    <a:lnTo>
                      <a:pt x="555" y="174"/>
                    </a:lnTo>
                    <a:lnTo>
                      <a:pt x="557" y="174"/>
                    </a:lnTo>
                    <a:lnTo>
                      <a:pt x="558" y="174"/>
                    </a:lnTo>
                    <a:lnTo>
                      <a:pt x="559" y="174"/>
                    </a:lnTo>
                    <a:lnTo>
                      <a:pt x="561" y="174"/>
                    </a:lnTo>
                    <a:lnTo>
                      <a:pt x="562" y="174"/>
                    </a:lnTo>
                    <a:lnTo>
                      <a:pt x="564" y="174"/>
                    </a:lnTo>
                    <a:lnTo>
                      <a:pt x="565" y="173"/>
                    </a:lnTo>
                    <a:lnTo>
                      <a:pt x="566" y="173"/>
                    </a:lnTo>
                    <a:lnTo>
                      <a:pt x="568" y="173"/>
                    </a:lnTo>
                    <a:lnTo>
                      <a:pt x="569" y="173"/>
                    </a:lnTo>
                    <a:lnTo>
                      <a:pt x="570" y="173"/>
                    </a:lnTo>
                    <a:lnTo>
                      <a:pt x="572" y="173"/>
                    </a:lnTo>
                    <a:lnTo>
                      <a:pt x="573" y="173"/>
                    </a:lnTo>
                    <a:lnTo>
                      <a:pt x="574" y="173"/>
                    </a:lnTo>
                    <a:lnTo>
                      <a:pt x="576" y="173"/>
                    </a:lnTo>
                    <a:lnTo>
                      <a:pt x="577" y="173"/>
                    </a:lnTo>
                    <a:lnTo>
                      <a:pt x="578" y="173"/>
                    </a:lnTo>
                    <a:lnTo>
                      <a:pt x="580" y="173"/>
                    </a:lnTo>
                    <a:lnTo>
                      <a:pt x="581" y="173"/>
                    </a:lnTo>
                    <a:lnTo>
                      <a:pt x="582" y="173"/>
                    </a:lnTo>
                    <a:lnTo>
                      <a:pt x="584" y="173"/>
                    </a:lnTo>
                    <a:lnTo>
                      <a:pt x="585" y="173"/>
                    </a:lnTo>
                    <a:lnTo>
                      <a:pt x="586" y="173"/>
                    </a:lnTo>
                    <a:lnTo>
                      <a:pt x="588" y="172"/>
                    </a:lnTo>
                    <a:lnTo>
                      <a:pt x="589" y="172"/>
                    </a:lnTo>
                    <a:lnTo>
                      <a:pt x="590" y="172"/>
                    </a:lnTo>
                    <a:lnTo>
                      <a:pt x="592" y="172"/>
                    </a:lnTo>
                    <a:lnTo>
                      <a:pt x="593" y="172"/>
                    </a:lnTo>
                    <a:lnTo>
                      <a:pt x="594" y="172"/>
                    </a:lnTo>
                    <a:lnTo>
                      <a:pt x="596" y="172"/>
                    </a:lnTo>
                    <a:lnTo>
                      <a:pt x="597" y="172"/>
                    </a:lnTo>
                    <a:lnTo>
                      <a:pt x="599" y="172"/>
                    </a:lnTo>
                    <a:lnTo>
                      <a:pt x="600" y="172"/>
                    </a:lnTo>
                    <a:lnTo>
                      <a:pt x="601" y="172"/>
                    </a:lnTo>
                    <a:lnTo>
                      <a:pt x="603" y="172"/>
                    </a:lnTo>
                    <a:lnTo>
                      <a:pt x="604" y="172"/>
                    </a:lnTo>
                    <a:lnTo>
                      <a:pt x="605" y="172"/>
                    </a:lnTo>
                    <a:lnTo>
                      <a:pt x="607" y="172"/>
                    </a:lnTo>
                    <a:lnTo>
                      <a:pt x="608" y="172"/>
                    </a:lnTo>
                    <a:lnTo>
                      <a:pt x="609" y="172"/>
                    </a:lnTo>
                    <a:lnTo>
                      <a:pt x="611" y="172"/>
                    </a:lnTo>
                    <a:lnTo>
                      <a:pt x="612" y="172"/>
                    </a:lnTo>
                    <a:lnTo>
                      <a:pt x="613" y="172"/>
                    </a:lnTo>
                    <a:lnTo>
                      <a:pt x="615" y="172"/>
                    </a:lnTo>
                    <a:lnTo>
                      <a:pt x="616" y="172"/>
                    </a:lnTo>
                    <a:lnTo>
                      <a:pt x="617" y="171"/>
                    </a:lnTo>
                    <a:lnTo>
                      <a:pt x="619" y="171"/>
                    </a:lnTo>
                    <a:lnTo>
                      <a:pt x="620" y="171"/>
                    </a:lnTo>
                    <a:lnTo>
                      <a:pt x="621" y="171"/>
                    </a:lnTo>
                    <a:lnTo>
                      <a:pt x="623" y="171"/>
                    </a:lnTo>
                    <a:lnTo>
                      <a:pt x="624" y="171"/>
                    </a:lnTo>
                    <a:lnTo>
                      <a:pt x="625" y="171"/>
                    </a:lnTo>
                    <a:lnTo>
                      <a:pt x="627" y="171"/>
                    </a:lnTo>
                    <a:lnTo>
                      <a:pt x="628" y="171"/>
                    </a:lnTo>
                    <a:lnTo>
                      <a:pt x="629" y="171"/>
                    </a:lnTo>
                    <a:lnTo>
                      <a:pt x="631" y="171"/>
                    </a:lnTo>
                    <a:lnTo>
                      <a:pt x="632" y="171"/>
                    </a:lnTo>
                    <a:lnTo>
                      <a:pt x="634" y="171"/>
                    </a:lnTo>
                    <a:lnTo>
                      <a:pt x="635" y="171"/>
                    </a:lnTo>
                    <a:lnTo>
                      <a:pt x="636" y="171"/>
                    </a:lnTo>
                    <a:lnTo>
                      <a:pt x="638" y="171"/>
                    </a:lnTo>
                    <a:lnTo>
                      <a:pt x="639" y="171"/>
                    </a:lnTo>
                    <a:lnTo>
                      <a:pt x="640" y="171"/>
                    </a:lnTo>
                    <a:lnTo>
                      <a:pt x="642" y="171"/>
                    </a:lnTo>
                    <a:lnTo>
                      <a:pt x="643" y="171"/>
                    </a:lnTo>
                    <a:lnTo>
                      <a:pt x="644" y="170"/>
                    </a:lnTo>
                    <a:lnTo>
                      <a:pt x="646" y="170"/>
                    </a:lnTo>
                    <a:lnTo>
                      <a:pt x="647" y="170"/>
                    </a:lnTo>
                    <a:lnTo>
                      <a:pt x="648" y="170"/>
                    </a:lnTo>
                    <a:lnTo>
                      <a:pt x="650" y="170"/>
                    </a:lnTo>
                    <a:lnTo>
                      <a:pt x="651" y="170"/>
                    </a:lnTo>
                    <a:lnTo>
                      <a:pt x="652" y="170"/>
                    </a:lnTo>
                    <a:lnTo>
                      <a:pt x="654" y="170"/>
                    </a:lnTo>
                    <a:lnTo>
                      <a:pt x="655" y="170"/>
                    </a:lnTo>
                    <a:lnTo>
                      <a:pt x="656" y="170"/>
                    </a:lnTo>
                    <a:lnTo>
                      <a:pt x="658" y="170"/>
                    </a:lnTo>
                    <a:lnTo>
                      <a:pt x="659" y="170"/>
                    </a:lnTo>
                    <a:lnTo>
                      <a:pt x="660" y="170"/>
                    </a:lnTo>
                    <a:lnTo>
                      <a:pt x="662" y="170"/>
                    </a:lnTo>
                    <a:lnTo>
                      <a:pt x="663" y="170"/>
                    </a:lnTo>
                    <a:lnTo>
                      <a:pt x="664" y="170"/>
                    </a:lnTo>
                    <a:lnTo>
                      <a:pt x="666" y="170"/>
                    </a:lnTo>
                    <a:lnTo>
                      <a:pt x="667" y="170"/>
                    </a:lnTo>
                    <a:lnTo>
                      <a:pt x="668" y="170"/>
                    </a:lnTo>
                    <a:lnTo>
                      <a:pt x="670" y="169"/>
                    </a:lnTo>
                    <a:lnTo>
                      <a:pt x="671" y="169"/>
                    </a:lnTo>
                    <a:lnTo>
                      <a:pt x="673" y="169"/>
                    </a:lnTo>
                    <a:lnTo>
                      <a:pt x="674" y="169"/>
                    </a:lnTo>
                    <a:lnTo>
                      <a:pt x="675" y="169"/>
                    </a:lnTo>
                    <a:lnTo>
                      <a:pt x="677" y="169"/>
                    </a:lnTo>
                    <a:lnTo>
                      <a:pt x="678" y="169"/>
                    </a:lnTo>
                    <a:lnTo>
                      <a:pt x="679" y="169"/>
                    </a:lnTo>
                    <a:lnTo>
                      <a:pt x="681" y="169"/>
                    </a:lnTo>
                    <a:lnTo>
                      <a:pt x="682" y="169"/>
                    </a:lnTo>
                    <a:lnTo>
                      <a:pt x="683" y="169"/>
                    </a:lnTo>
                    <a:lnTo>
                      <a:pt x="685" y="169"/>
                    </a:lnTo>
                    <a:lnTo>
                      <a:pt x="686" y="169"/>
                    </a:lnTo>
                    <a:lnTo>
                      <a:pt x="687" y="169"/>
                    </a:lnTo>
                    <a:lnTo>
                      <a:pt x="689" y="169"/>
                    </a:lnTo>
                    <a:lnTo>
                      <a:pt x="690" y="169"/>
                    </a:lnTo>
                    <a:lnTo>
                      <a:pt x="691" y="169"/>
                    </a:lnTo>
                    <a:lnTo>
                      <a:pt x="693" y="169"/>
                    </a:lnTo>
                    <a:lnTo>
                      <a:pt x="694" y="169"/>
                    </a:lnTo>
                    <a:lnTo>
                      <a:pt x="695" y="169"/>
                    </a:lnTo>
                    <a:lnTo>
                      <a:pt x="697" y="169"/>
                    </a:lnTo>
                    <a:lnTo>
                      <a:pt x="698" y="169"/>
                    </a:lnTo>
                    <a:lnTo>
                      <a:pt x="699" y="169"/>
                    </a:lnTo>
                    <a:lnTo>
                      <a:pt x="701" y="169"/>
                    </a:lnTo>
                    <a:lnTo>
                      <a:pt x="702" y="169"/>
                    </a:lnTo>
                    <a:lnTo>
                      <a:pt x="703" y="169"/>
                    </a:lnTo>
                    <a:lnTo>
                      <a:pt x="705" y="169"/>
                    </a:lnTo>
                    <a:lnTo>
                      <a:pt x="706" y="169"/>
                    </a:lnTo>
                    <a:lnTo>
                      <a:pt x="708" y="169"/>
                    </a:lnTo>
                    <a:lnTo>
                      <a:pt x="709" y="168"/>
                    </a:lnTo>
                    <a:lnTo>
                      <a:pt x="710" y="168"/>
                    </a:lnTo>
                    <a:lnTo>
                      <a:pt x="712" y="168"/>
                    </a:lnTo>
                    <a:lnTo>
                      <a:pt x="713" y="168"/>
                    </a:lnTo>
                    <a:lnTo>
                      <a:pt x="714" y="168"/>
                    </a:lnTo>
                    <a:lnTo>
                      <a:pt x="716" y="168"/>
                    </a:lnTo>
                    <a:lnTo>
                      <a:pt x="717" y="168"/>
                    </a:lnTo>
                    <a:lnTo>
                      <a:pt x="718" y="168"/>
                    </a:lnTo>
                    <a:lnTo>
                      <a:pt x="720" y="168"/>
                    </a:lnTo>
                    <a:lnTo>
                      <a:pt x="721" y="168"/>
                    </a:lnTo>
                    <a:lnTo>
                      <a:pt x="722" y="168"/>
                    </a:lnTo>
                    <a:lnTo>
                      <a:pt x="724" y="168"/>
                    </a:lnTo>
                    <a:lnTo>
                      <a:pt x="725" y="168"/>
                    </a:lnTo>
                    <a:lnTo>
                      <a:pt x="726" y="168"/>
                    </a:lnTo>
                    <a:lnTo>
                      <a:pt x="728" y="168"/>
                    </a:lnTo>
                    <a:lnTo>
                      <a:pt x="729" y="168"/>
                    </a:lnTo>
                    <a:lnTo>
                      <a:pt x="730" y="168"/>
                    </a:lnTo>
                    <a:lnTo>
                      <a:pt x="732" y="168"/>
                    </a:lnTo>
                    <a:lnTo>
                      <a:pt x="733" y="168"/>
                    </a:lnTo>
                    <a:lnTo>
                      <a:pt x="734" y="168"/>
                    </a:lnTo>
                    <a:lnTo>
                      <a:pt x="736" y="168"/>
                    </a:lnTo>
                    <a:lnTo>
                      <a:pt x="737" y="168"/>
                    </a:lnTo>
                    <a:lnTo>
                      <a:pt x="738" y="168"/>
                    </a:lnTo>
                    <a:lnTo>
                      <a:pt x="740" y="168"/>
                    </a:lnTo>
                    <a:lnTo>
                      <a:pt x="741" y="168"/>
                    </a:lnTo>
                    <a:lnTo>
                      <a:pt x="743" y="168"/>
                    </a:lnTo>
                    <a:lnTo>
                      <a:pt x="744" y="167"/>
                    </a:lnTo>
                    <a:lnTo>
                      <a:pt x="745" y="167"/>
                    </a:lnTo>
                    <a:lnTo>
                      <a:pt x="747" y="167"/>
                    </a:lnTo>
                    <a:lnTo>
                      <a:pt x="748" y="167"/>
                    </a:lnTo>
                    <a:lnTo>
                      <a:pt x="749" y="167"/>
                    </a:lnTo>
                    <a:lnTo>
                      <a:pt x="751" y="167"/>
                    </a:lnTo>
                    <a:lnTo>
                      <a:pt x="752" y="167"/>
                    </a:lnTo>
                    <a:lnTo>
                      <a:pt x="753" y="167"/>
                    </a:lnTo>
                    <a:lnTo>
                      <a:pt x="755" y="167"/>
                    </a:lnTo>
                    <a:lnTo>
                      <a:pt x="756" y="167"/>
                    </a:lnTo>
                    <a:lnTo>
                      <a:pt x="757" y="167"/>
                    </a:lnTo>
                    <a:lnTo>
                      <a:pt x="759" y="167"/>
                    </a:lnTo>
                    <a:lnTo>
                      <a:pt x="760" y="167"/>
                    </a:lnTo>
                    <a:lnTo>
                      <a:pt x="761" y="167"/>
                    </a:lnTo>
                    <a:lnTo>
                      <a:pt x="763" y="167"/>
                    </a:lnTo>
                    <a:lnTo>
                      <a:pt x="764" y="167"/>
                    </a:lnTo>
                    <a:lnTo>
                      <a:pt x="765" y="167"/>
                    </a:lnTo>
                    <a:lnTo>
                      <a:pt x="767" y="167"/>
                    </a:lnTo>
                    <a:lnTo>
                      <a:pt x="768" y="167"/>
                    </a:lnTo>
                    <a:lnTo>
                      <a:pt x="769" y="167"/>
                    </a:lnTo>
                    <a:lnTo>
                      <a:pt x="771" y="167"/>
                    </a:lnTo>
                    <a:lnTo>
                      <a:pt x="772" y="167"/>
                    </a:lnTo>
                    <a:lnTo>
                      <a:pt x="773" y="167"/>
                    </a:lnTo>
                    <a:lnTo>
                      <a:pt x="775" y="167"/>
                    </a:lnTo>
                    <a:lnTo>
                      <a:pt x="776" y="166"/>
                    </a:lnTo>
                    <a:lnTo>
                      <a:pt x="777" y="166"/>
                    </a:lnTo>
                    <a:lnTo>
                      <a:pt x="779" y="166"/>
                    </a:lnTo>
                    <a:lnTo>
                      <a:pt x="780" y="166"/>
                    </a:lnTo>
                    <a:lnTo>
                      <a:pt x="782" y="166"/>
                    </a:lnTo>
                    <a:lnTo>
                      <a:pt x="783" y="166"/>
                    </a:lnTo>
                    <a:lnTo>
                      <a:pt x="784" y="166"/>
                    </a:lnTo>
                    <a:lnTo>
                      <a:pt x="786" y="166"/>
                    </a:lnTo>
                    <a:lnTo>
                      <a:pt x="787" y="166"/>
                    </a:lnTo>
                    <a:lnTo>
                      <a:pt x="788" y="166"/>
                    </a:lnTo>
                    <a:lnTo>
                      <a:pt x="790" y="166"/>
                    </a:lnTo>
                    <a:lnTo>
                      <a:pt x="791" y="166"/>
                    </a:lnTo>
                    <a:lnTo>
                      <a:pt x="792" y="166"/>
                    </a:lnTo>
                    <a:lnTo>
                      <a:pt x="794" y="166"/>
                    </a:lnTo>
                    <a:lnTo>
                      <a:pt x="795" y="166"/>
                    </a:lnTo>
                    <a:lnTo>
                      <a:pt x="796" y="166"/>
                    </a:lnTo>
                    <a:lnTo>
                      <a:pt x="798" y="166"/>
                    </a:lnTo>
                    <a:lnTo>
                      <a:pt x="799" y="166"/>
                    </a:lnTo>
                    <a:lnTo>
                      <a:pt x="800" y="166"/>
                    </a:lnTo>
                    <a:lnTo>
                      <a:pt x="802" y="166"/>
                    </a:lnTo>
                    <a:lnTo>
                      <a:pt x="803" y="166"/>
                    </a:lnTo>
                    <a:lnTo>
                      <a:pt x="804" y="166"/>
                    </a:lnTo>
                    <a:lnTo>
                      <a:pt x="806" y="166"/>
                    </a:lnTo>
                    <a:lnTo>
                      <a:pt x="807" y="166"/>
                    </a:lnTo>
                    <a:lnTo>
                      <a:pt x="808" y="166"/>
                    </a:lnTo>
                    <a:lnTo>
                      <a:pt x="810" y="166"/>
                    </a:lnTo>
                    <a:lnTo>
                      <a:pt x="811" y="166"/>
                    </a:lnTo>
                    <a:lnTo>
                      <a:pt x="812" y="166"/>
                    </a:lnTo>
                    <a:lnTo>
                      <a:pt x="814" y="166"/>
                    </a:lnTo>
                    <a:lnTo>
                      <a:pt x="815" y="166"/>
                    </a:lnTo>
                    <a:lnTo>
                      <a:pt x="817" y="166"/>
                    </a:lnTo>
                    <a:lnTo>
                      <a:pt x="818" y="165"/>
                    </a:lnTo>
                    <a:lnTo>
                      <a:pt x="819" y="165"/>
                    </a:lnTo>
                    <a:lnTo>
                      <a:pt x="821" y="165"/>
                    </a:lnTo>
                    <a:lnTo>
                      <a:pt x="822" y="165"/>
                    </a:lnTo>
                    <a:lnTo>
                      <a:pt x="823" y="165"/>
                    </a:lnTo>
                    <a:lnTo>
                      <a:pt x="825" y="165"/>
                    </a:lnTo>
                    <a:lnTo>
                      <a:pt x="826" y="165"/>
                    </a:lnTo>
                    <a:lnTo>
                      <a:pt x="827" y="165"/>
                    </a:lnTo>
                    <a:lnTo>
                      <a:pt x="829" y="165"/>
                    </a:lnTo>
                    <a:lnTo>
                      <a:pt x="830" y="165"/>
                    </a:lnTo>
                    <a:lnTo>
                      <a:pt x="831" y="165"/>
                    </a:lnTo>
                    <a:lnTo>
                      <a:pt x="833" y="165"/>
                    </a:lnTo>
                    <a:lnTo>
                      <a:pt x="834" y="165"/>
                    </a:lnTo>
                    <a:lnTo>
                      <a:pt x="835" y="165"/>
                    </a:lnTo>
                    <a:lnTo>
                      <a:pt x="837" y="165"/>
                    </a:lnTo>
                    <a:lnTo>
                      <a:pt x="838" y="165"/>
                    </a:lnTo>
                    <a:lnTo>
                      <a:pt x="839" y="165"/>
                    </a:lnTo>
                    <a:lnTo>
                      <a:pt x="841" y="165"/>
                    </a:lnTo>
                    <a:lnTo>
                      <a:pt x="842" y="165"/>
                    </a:lnTo>
                    <a:lnTo>
                      <a:pt x="843" y="165"/>
                    </a:lnTo>
                    <a:lnTo>
                      <a:pt x="845" y="165"/>
                    </a:lnTo>
                    <a:lnTo>
                      <a:pt x="846" y="165"/>
                    </a:lnTo>
                    <a:lnTo>
                      <a:pt x="847" y="165"/>
                    </a:lnTo>
                    <a:lnTo>
                      <a:pt x="849" y="165"/>
                    </a:lnTo>
                    <a:lnTo>
                      <a:pt x="850" y="165"/>
                    </a:lnTo>
                    <a:lnTo>
                      <a:pt x="852" y="165"/>
                    </a:lnTo>
                    <a:lnTo>
                      <a:pt x="853" y="165"/>
                    </a:lnTo>
                    <a:lnTo>
                      <a:pt x="854" y="165"/>
                    </a:lnTo>
                    <a:lnTo>
                      <a:pt x="856" y="165"/>
                    </a:lnTo>
                    <a:lnTo>
                      <a:pt x="857" y="165"/>
                    </a:lnTo>
                    <a:lnTo>
                      <a:pt x="858" y="165"/>
                    </a:lnTo>
                    <a:lnTo>
                      <a:pt x="860" y="165"/>
                    </a:lnTo>
                    <a:lnTo>
                      <a:pt x="861" y="164"/>
                    </a:lnTo>
                    <a:lnTo>
                      <a:pt x="862" y="164"/>
                    </a:lnTo>
                    <a:lnTo>
                      <a:pt x="864" y="164"/>
                    </a:lnTo>
                    <a:lnTo>
                      <a:pt x="865" y="164"/>
                    </a:lnTo>
                    <a:lnTo>
                      <a:pt x="866" y="164"/>
                    </a:lnTo>
                    <a:lnTo>
                      <a:pt x="868" y="164"/>
                    </a:lnTo>
                    <a:lnTo>
                      <a:pt x="869" y="164"/>
                    </a:lnTo>
                    <a:lnTo>
                      <a:pt x="870" y="164"/>
                    </a:lnTo>
                    <a:lnTo>
                      <a:pt x="872" y="164"/>
                    </a:lnTo>
                    <a:lnTo>
                      <a:pt x="873" y="164"/>
                    </a:lnTo>
                    <a:lnTo>
                      <a:pt x="874" y="164"/>
                    </a:lnTo>
                    <a:lnTo>
                      <a:pt x="876" y="164"/>
                    </a:lnTo>
                    <a:lnTo>
                      <a:pt x="877" y="164"/>
                    </a:lnTo>
                    <a:lnTo>
                      <a:pt x="878" y="164"/>
                    </a:lnTo>
                    <a:lnTo>
                      <a:pt x="880" y="164"/>
                    </a:lnTo>
                    <a:lnTo>
                      <a:pt x="881" y="164"/>
                    </a:lnTo>
                    <a:lnTo>
                      <a:pt x="882" y="164"/>
                    </a:lnTo>
                    <a:lnTo>
                      <a:pt x="884" y="164"/>
                    </a:lnTo>
                    <a:lnTo>
                      <a:pt x="885" y="164"/>
                    </a:lnTo>
                    <a:lnTo>
                      <a:pt x="887" y="164"/>
                    </a:lnTo>
                    <a:lnTo>
                      <a:pt x="888" y="164"/>
                    </a:lnTo>
                    <a:lnTo>
                      <a:pt x="889" y="164"/>
                    </a:lnTo>
                    <a:lnTo>
                      <a:pt x="891" y="164"/>
                    </a:lnTo>
                    <a:lnTo>
                      <a:pt x="892" y="164"/>
                    </a:lnTo>
                    <a:lnTo>
                      <a:pt x="893" y="164"/>
                    </a:lnTo>
                    <a:lnTo>
                      <a:pt x="895" y="164"/>
                    </a:lnTo>
                    <a:lnTo>
                      <a:pt x="896" y="164"/>
                    </a:lnTo>
                    <a:lnTo>
                      <a:pt x="897" y="164"/>
                    </a:lnTo>
                    <a:lnTo>
                      <a:pt x="899" y="164"/>
                    </a:lnTo>
                    <a:lnTo>
                      <a:pt x="900" y="163"/>
                    </a:lnTo>
                    <a:lnTo>
                      <a:pt x="901" y="163"/>
                    </a:lnTo>
                    <a:lnTo>
                      <a:pt x="903" y="163"/>
                    </a:lnTo>
                    <a:lnTo>
                      <a:pt x="904" y="163"/>
                    </a:lnTo>
                    <a:lnTo>
                      <a:pt x="905" y="163"/>
                    </a:lnTo>
                    <a:lnTo>
                      <a:pt x="907" y="163"/>
                    </a:lnTo>
                    <a:lnTo>
                      <a:pt x="908" y="163"/>
                    </a:lnTo>
                    <a:lnTo>
                      <a:pt x="909" y="163"/>
                    </a:lnTo>
                    <a:lnTo>
                      <a:pt x="911" y="163"/>
                    </a:lnTo>
                    <a:lnTo>
                      <a:pt x="912" y="163"/>
                    </a:lnTo>
                    <a:lnTo>
                      <a:pt x="913" y="163"/>
                    </a:lnTo>
                    <a:lnTo>
                      <a:pt x="915" y="163"/>
                    </a:lnTo>
                    <a:lnTo>
                      <a:pt x="916" y="163"/>
                    </a:lnTo>
                    <a:lnTo>
                      <a:pt x="917" y="163"/>
                    </a:lnTo>
                    <a:lnTo>
                      <a:pt x="919" y="163"/>
                    </a:lnTo>
                    <a:lnTo>
                      <a:pt x="920" y="163"/>
                    </a:lnTo>
                    <a:lnTo>
                      <a:pt x="921" y="163"/>
                    </a:lnTo>
                    <a:lnTo>
                      <a:pt x="923" y="163"/>
                    </a:lnTo>
                    <a:lnTo>
                      <a:pt x="924" y="163"/>
                    </a:lnTo>
                    <a:lnTo>
                      <a:pt x="926" y="163"/>
                    </a:lnTo>
                    <a:lnTo>
                      <a:pt x="927" y="163"/>
                    </a:lnTo>
                    <a:lnTo>
                      <a:pt x="928" y="163"/>
                    </a:lnTo>
                    <a:lnTo>
                      <a:pt x="930" y="163"/>
                    </a:lnTo>
                    <a:lnTo>
                      <a:pt x="931" y="163"/>
                    </a:lnTo>
                    <a:lnTo>
                      <a:pt x="932" y="163"/>
                    </a:lnTo>
                    <a:lnTo>
                      <a:pt x="934" y="163"/>
                    </a:lnTo>
                    <a:lnTo>
                      <a:pt x="935" y="163"/>
                    </a:lnTo>
                    <a:lnTo>
                      <a:pt x="936" y="163"/>
                    </a:lnTo>
                    <a:lnTo>
                      <a:pt x="938" y="163"/>
                    </a:lnTo>
                    <a:lnTo>
                      <a:pt x="939" y="163"/>
                    </a:lnTo>
                    <a:lnTo>
                      <a:pt x="940" y="163"/>
                    </a:lnTo>
                    <a:lnTo>
                      <a:pt x="942" y="163"/>
                    </a:lnTo>
                    <a:lnTo>
                      <a:pt x="943" y="163"/>
                    </a:lnTo>
                    <a:lnTo>
                      <a:pt x="944" y="162"/>
                    </a:lnTo>
                    <a:lnTo>
                      <a:pt x="946" y="162"/>
                    </a:lnTo>
                    <a:lnTo>
                      <a:pt x="947" y="162"/>
                    </a:lnTo>
                    <a:lnTo>
                      <a:pt x="948" y="162"/>
                    </a:lnTo>
                    <a:lnTo>
                      <a:pt x="950" y="162"/>
                    </a:lnTo>
                    <a:lnTo>
                      <a:pt x="951" y="162"/>
                    </a:lnTo>
                    <a:lnTo>
                      <a:pt x="952" y="162"/>
                    </a:lnTo>
                    <a:lnTo>
                      <a:pt x="954" y="162"/>
                    </a:lnTo>
                    <a:lnTo>
                      <a:pt x="955" y="162"/>
                    </a:lnTo>
                    <a:lnTo>
                      <a:pt x="956" y="162"/>
                    </a:lnTo>
                    <a:lnTo>
                      <a:pt x="958" y="162"/>
                    </a:lnTo>
                    <a:lnTo>
                      <a:pt x="959" y="162"/>
                    </a:lnTo>
                    <a:lnTo>
                      <a:pt x="961" y="162"/>
                    </a:lnTo>
                    <a:lnTo>
                      <a:pt x="962" y="162"/>
                    </a:lnTo>
                    <a:lnTo>
                      <a:pt x="963" y="162"/>
                    </a:lnTo>
                    <a:lnTo>
                      <a:pt x="965" y="162"/>
                    </a:lnTo>
                    <a:lnTo>
                      <a:pt x="966" y="162"/>
                    </a:lnTo>
                    <a:lnTo>
                      <a:pt x="967" y="162"/>
                    </a:lnTo>
                    <a:lnTo>
                      <a:pt x="969" y="162"/>
                    </a:lnTo>
                    <a:lnTo>
                      <a:pt x="970" y="162"/>
                    </a:lnTo>
                    <a:lnTo>
                      <a:pt x="971" y="162"/>
                    </a:lnTo>
                    <a:lnTo>
                      <a:pt x="973" y="162"/>
                    </a:lnTo>
                    <a:lnTo>
                      <a:pt x="974" y="162"/>
                    </a:lnTo>
                    <a:lnTo>
                      <a:pt x="975" y="162"/>
                    </a:lnTo>
                    <a:lnTo>
                      <a:pt x="977" y="162"/>
                    </a:lnTo>
                    <a:lnTo>
                      <a:pt x="978" y="162"/>
                    </a:lnTo>
                    <a:lnTo>
                      <a:pt x="979" y="162"/>
                    </a:lnTo>
                    <a:lnTo>
                      <a:pt x="981" y="162"/>
                    </a:lnTo>
                    <a:lnTo>
                      <a:pt x="982" y="162"/>
                    </a:lnTo>
                    <a:lnTo>
                      <a:pt x="983" y="162"/>
                    </a:lnTo>
                    <a:lnTo>
                      <a:pt x="985" y="162"/>
                    </a:lnTo>
                    <a:lnTo>
                      <a:pt x="986" y="162"/>
                    </a:lnTo>
                    <a:lnTo>
                      <a:pt x="987" y="162"/>
                    </a:lnTo>
                    <a:lnTo>
                      <a:pt x="989" y="162"/>
                    </a:lnTo>
                    <a:lnTo>
                      <a:pt x="990" y="162"/>
                    </a:lnTo>
                    <a:lnTo>
                      <a:pt x="991" y="162"/>
                    </a:lnTo>
                    <a:lnTo>
                      <a:pt x="993" y="162"/>
                    </a:lnTo>
                    <a:lnTo>
                      <a:pt x="994" y="162"/>
                    </a:lnTo>
                    <a:lnTo>
                      <a:pt x="996" y="161"/>
                    </a:lnTo>
                    <a:lnTo>
                      <a:pt x="997" y="161"/>
                    </a:lnTo>
                    <a:lnTo>
                      <a:pt x="998" y="161"/>
                    </a:lnTo>
                    <a:lnTo>
                      <a:pt x="1000" y="161"/>
                    </a:lnTo>
                    <a:lnTo>
                      <a:pt x="1001" y="161"/>
                    </a:lnTo>
                    <a:lnTo>
                      <a:pt x="1002" y="161"/>
                    </a:lnTo>
                    <a:lnTo>
                      <a:pt x="1004" y="161"/>
                    </a:lnTo>
                    <a:lnTo>
                      <a:pt x="1005" y="161"/>
                    </a:lnTo>
                    <a:lnTo>
                      <a:pt x="1006" y="161"/>
                    </a:lnTo>
                    <a:lnTo>
                      <a:pt x="1008" y="161"/>
                    </a:lnTo>
                    <a:lnTo>
                      <a:pt x="1009" y="161"/>
                    </a:lnTo>
                    <a:lnTo>
                      <a:pt x="1010" y="161"/>
                    </a:lnTo>
                    <a:lnTo>
                      <a:pt x="1012" y="161"/>
                    </a:lnTo>
                    <a:lnTo>
                      <a:pt x="1013" y="161"/>
                    </a:lnTo>
                    <a:lnTo>
                      <a:pt x="1014" y="161"/>
                    </a:lnTo>
                    <a:lnTo>
                      <a:pt x="1016" y="161"/>
                    </a:lnTo>
                    <a:lnTo>
                      <a:pt x="1017" y="161"/>
                    </a:lnTo>
                    <a:lnTo>
                      <a:pt x="1018" y="161"/>
                    </a:lnTo>
                    <a:lnTo>
                      <a:pt x="1020" y="161"/>
                    </a:lnTo>
                    <a:lnTo>
                      <a:pt x="1021" y="161"/>
                    </a:lnTo>
                    <a:lnTo>
                      <a:pt x="1022" y="161"/>
                    </a:lnTo>
                    <a:lnTo>
                      <a:pt x="1024" y="161"/>
                    </a:lnTo>
                    <a:lnTo>
                      <a:pt x="1025" y="161"/>
                    </a:lnTo>
                    <a:lnTo>
                      <a:pt x="1026" y="161"/>
                    </a:lnTo>
                    <a:lnTo>
                      <a:pt x="1028" y="161"/>
                    </a:lnTo>
                    <a:lnTo>
                      <a:pt x="1029" y="161"/>
                    </a:lnTo>
                    <a:lnTo>
                      <a:pt x="1031" y="161"/>
                    </a:lnTo>
                    <a:lnTo>
                      <a:pt x="1032" y="161"/>
                    </a:lnTo>
                    <a:lnTo>
                      <a:pt x="1033" y="161"/>
                    </a:lnTo>
                    <a:lnTo>
                      <a:pt x="1035" y="161"/>
                    </a:lnTo>
                    <a:lnTo>
                      <a:pt x="1036" y="161"/>
                    </a:lnTo>
                    <a:lnTo>
                      <a:pt x="1037" y="161"/>
                    </a:lnTo>
                    <a:lnTo>
                      <a:pt x="1039" y="161"/>
                    </a:lnTo>
                    <a:lnTo>
                      <a:pt x="1040" y="161"/>
                    </a:lnTo>
                    <a:lnTo>
                      <a:pt x="1041" y="161"/>
                    </a:lnTo>
                    <a:lnTo>
                      <a:pt x="1043" y="161"/>
                    </a:lnTo>
                    <a:lnTo>
                      <a:pt x="1044" y="161"/>
                    </a:lnTo>
                    <a:lnTo>
                      <a:pt x="1045" y="161"/>
                    </a:lnTo>
                    <a:lnTo>
                      <a:pt x="1047" y="161"/>
                    </a:lnTo>
                    <a:lnTo>
                      <a:pt x="1048" y="161"/>
                    </a:lnTo>
                    <a:lnTo>
                      <a:pt x="1049" y="161"/>
                    </a:lnTo>
                    <a:lnTo>
                      <a:pt x="1051" y="160"/>
                    </a:lnTo>
                    <a:lnTo>
                      <a:pt x="1052" y="160"/>
                    </a:lnTo>
                    <a:lnTo>
                      <a:pt x="1053" y="160"/>
                    </a:lnTo>
                    <a:lnTo>
                      <a:pt x="1055" y="160"/>
                    </a:lnTo>
                    <a:lnTo>
                      <a:pt x="1056" y="160"/>
                    </a:lnTo>
                    <a:lnTo>
                      <a:pt x="1057" y="160"/>
                    </a:lnTo>
                    <a:lnTo>
                      <a:pt x="1059" y="160"/>
                    </a:lnTo>
                    <a:lnTo>
                      <a:pt x="1060" y="160"/>
                    </a:lnTo>
                    <a:lnTo>
                      <a:pt x="1061" y="160"/>
                    </a:lnTo>
                    <a:lnTo>
                      <a:pt x="1063" y="160"/>
                    </a:lnTo>
                    <a:lnTo>
                      <a:pt x="1064" y="160"/>
                    </a:lnTo>
                    <a:lnTo>
                      <a:pt x="1065" y="160"/>
                    </a:lnTo>
                    <a:lnTo>
                      <a:pt x="1067" y="160"/>
                    </a:lnTo>
                    <a:lnTo>
                      <a:pt x="1068" y="160"/>
                    </a:lnTo>
                    <a:lnTo>
                      <a:pt x="1070" y="160"/>
                    </a:lnTo>
                    <a:lnTo>
                      <a:pt x="1071" y="160"/>
                    </a:lnTo>
                    <a:lnTo>
                      <a:pt x="1072" y="160"/>
                    </a:lnTo>
                    <a:lnTo>
                      <a:pt x="1074" y="160"/>
                    </a:lnTo>
                    <a:lnTo>
                      <a:pt x="1075" y="160"/>
                    </a:lnTo>
                    <a:lnTo>
                      <a:pt x="1076" y="160"/>
                    </a:lnTo>
                    <a:lnTo>
                      <a:pt x="1078" y="160"/>
                    </a:lnTo>
                    <a:lnTo>
                      <a:pt x="1079" y="160"/>
                    </a:lnTo>
                    <a:lnTo>
                      <a:pt x="1080" y="160"/>
                    </a:lnTo>
                    <a:lnTo>
                      <a:pt x="1082" y="160"/>
                    </a:lnTo>
                    <a:lnTo>
                      <a:pt x="1083" y="160"/>
                    </a:lnTo>
                    <a:lnTo>
                      <a:pt x="1084" y="160"/>
                    </a:lnTo>
                    <a:lnTo>
                      <a:pt x="1086" y="160"/>
                    </a:lnTo>
                    <a:lnTo>
                      <a:pt x="1087" y="160"/>
                    </a:lnTo>
                    <a:lnTo>
                      <a:pt x="1088" y="160"/>
                    </a:lnTo>
                    <a:lnTo>
                      <a:pt x="1090" y="160"/>
                    </a:lnTo>
                    <a:lnTo>
                      <a:pt x="1091" y="160"/>
                    </a:lnTo>
                    <a:lnTo>
                      <a:pt x="1092" y="160"/>
                    </a:lnTo>
                    <a:lnTo>
                      <a:pt x="1094" y="160"/>
                    </a:lnTo>
                    <a:lnTo>
                      <a:pt x="1095" y="160"/>
                    </a:lnTo>
                    <a:lnTo>
                      <a:pt x="1096" y="160"/>
                    </a:lnTo>
                    <a:lnTo>
                      <a:pt x="1098" y="160"/>
                    </a:lnTo>
                    <a:lnTo>
                      <a:pt x="1099" y="160"/>
                    </a:lnTo>
                    <a:lnTo>
                      <a:pt x="1100" y="160"/>
                    </a:lnTo>
                    <a:lnTo>
                      <a:pt x="1102" y="160"/>
                    </a:lnTo>
                    <a:lnTo>
                      <a:pt x="1103" y="160"/>
                    </a:lnTo>
                    <a:lnTo>
                      <a:pt x="1105" y="160"/>
                    </a:lnTo>
                    <a:lnTo>
                      <a:pt x="1106" y="160"/>
                    </a:lnTo>
                    <a:lnTo>
                      <a:pt x="1107" y="160"/>
                    </a:lnTo>
                    <a:lnTo>
                      <a:pt x="1109" y="159"/>
                    </a:lnTo>
                    <a:lnTo>
                      <a:pt x="1110" y="159"/>
                    </a:lnTo>
                    <a:lnTo>
                      <a:pt x="1111" y="159"/>
                    </a:lnTo>
                    <a:lnTo>
                      <a:pt x="1113" y="159"/>
                    </a:lnTo>
                    <a:lnTo>
                      <a:pt x="1114" y="159"/>
                    </a:lnTo>
                    <a:lnTo>
                      <a:pt x="1115" y="159"/>
                    </a:lnTo>
                    <a:lnTo>
                      <a:pt x="1117" y="159"/>
                    </a:lnTo>
                    <a:lnTo>
                      <a:pt x="1118" y="159"/>
                    </a:lnTo>
                    <a:lnTo>
                      <a:pt x="1119" y="159"/>
                    </a:lnTo>
                    <a:lnTo>
                      <a:pt x="1121" y="159"/>
                    </a:lnTo>
                    <a:lnTo>
                      <a:pt x="1122" y="159"/>
                    </a:lnTo>
                    <a:lnTo>
                      <a:pt x="1123" y="159"/>
                    </a:lnTo>
                    <a:lnTo>
                      <a:pt x="1125" y="159"/>
                    </a:lnTo>
                    <a:lnTo>
                      <a:pt x="1126" y="159"/>
                    </a:lnTo>
                    <a:lnTo>
                      <a:pt x="1127" y="159"/>
                    </a:lnTo>
                    <a:lnTo>
                      <a:pt x="1129" y="159"/>
                    </a:lnTo>
                    <a:lnTo>
                      <a:pt x="1130" y="159"/>
                    </a:lnTo>
                    <a:lnTo>
                      <a:pt x="1131" y="159"/>
                    </a:lnTo>
                    <a:lnTo>
                      <a:pt x="1133" y="159"/>
                    </a:lnTo>
                    <a:lnTo>
                      <a:pt x="1134" y="159"/>
                    </a:lnTo>
                    <a:lnTo>
                      <a:pt x="1135" y="159"/>
                    </a:lnTo>
                    <a:lnTo>
                      <a:pt x="1137" y="159"/>
                    </a:lnTo>
                    <a:lnTo>
                      <a:pt x="1138" y="159"/>
                    </a:lnTo>
                    <a:lnTo>
                      <a:pt x="1140" y="159"/>
                    </a:lnTo>
                    <a:lnTo>
                      <a:pt x="1141" y="159"/>
                    </a:lnTo>
                    <a:lnTo>
                      <a:pt x="1142" y="159"/>
                    </a:lnTo>
                    <a:lnTo>
                      <a:pt x="1144" y="159"/>
                    </a:lnTo>
                    <a:lnTo>
                      <a:pt x="1145" y="159"/>
                    </a:lnTo>
                    <a:lnTo>
                      <a:pt x="1146" y="159"/>
                    </a:lnTo>
                    <a:lnTo>
                      <a:pt x="1148" y="159"/>
                    </a:lnTo>
                    <a:lnTo>
                      <a:pt x="1149" y="159"/>
                    </a:lnTo>
                    <a:lnTo>
                      <a:pt x="1150" y="159"/>
                    </a:lnTo>
                    <a:lnTo>
                      <a:pt x="1152" y="159"/>
                    </a:lnTo>
                    <a:lnTo>
                      <a:pt x="1153" y="159"/>
                    </a:lnTo>
                    <a:lnTo>
                      <a:pt x="1154" y="159"/>
                    </a:lnTo>
                    <a:lnTo>
                      <a:pt x="1156" y="159"/>
                    </a:lnTo>
                    <a:lnTo>
                      <a:pt x="1157" y="159"/>
                    </a:lnTo>
                    <a:lnTo>
                      <a:pt x="1158" y="159"/>
                    </a:lnTo>
                    <a:lnTo>
                      <a:pt x="1160" y="159"/>
                    </a:lnTo>
                    <a:lnTo>
                      <a:pt x="1161" y="159"/>
                    </a:lnTo>
                    <a:lnTo>
                      <a:pt x="1162" y="159"/>
                    </a:lnTo>
                    <a:lnTo>
                      <a:pt x="1164" y="159"/>
                    </a:lnTo>
                    <a:lnTo>
                      <a:pt x="1165" y="159"/>
                    </a:lnTo>
                    <a:lnTo>
                      <a:pt x="1166" y="159"/>
                    </a:lnTo>
                    <a:lnTo>
                      <a:pt x="1168" y="159"/>
                    </a:lnTo>
                    <a:lnTo>
                      <a:pt x="1169" y="159"/>
                    </a:lnTo>
                    <a:lnTo>
                      <a:pt x="1170" y="159"/>
                    </a:lnTo>
                    <a:lnTo>
                      <a:pt x="1172" y="159"/>
                    </a:lnTo>
                    <a:lnTo>
                      <a:pt x="1173" y="158"/>
                    </a:lnTo>
                    <a:lnTo>
                      <a:pt x="1175" y="158"/>
                    </a:lnTo>
                    <a:lnTo>
                      <a:pt x="1176" y="158"/>
                    </a:lnTo>
                    <a:lnTo>
                      <a:pt x="1177" y="158"/>
                    </a:lnTo>
                    <a:lnTo>
                      <a:pt x="1179" y="158"/>
                    </a:lnTo>
                    <a:lnTo>
                      <a:pt x="1180" y="158"/>
                    </a:lnTo>
                    <a:lnTo>
                      <a:pt x="1181" y="158"/>
                    </a:lnTo>
                    <a:lnTo>
                      <a:pt x="1183" y="158"/>
                    </a:lnTo>
                    <a:lnTo>
                      <a:pt x="1184" y="158"/>
                    </a:lnTo>
                    <a:lnTo>
                      <a:pt x="1185" y="158"/>
                    </a:lnTo>
                    <a:lnTo>
                      <a:pt x="1187" y="158"/>
                    </a:lnTo>
                    <a:lnTo>
                      <a:pt x="1188" y="158"/>
                    </a:lnTo>
                    <a:lnTo>
                      <a:pt x="1189" y="158"/>
                    </a:lnTo>
                    <a:lnTo>
                      <a:pt x="1191" y="158"/>
                    </a:lnTo>
                    <a:lnTo>
                      <a:pt x="1192" y="158"/>
                    </a:lnTo>
                    <a:lnTo>
                      <a:pt x="1193" y="158"/>
                    </a:lnTo>
                    <a:lnTo>
                      <a:pt x="1195" y="158"/>
                    </a:lnTo>
                    <a:lnTo>
                      <a:pt x="1196" y="158"/>
                    </a:lnTo>
                    <a:lnTo>
                      <a:pt x="1197" y="158"/>
                    </a:lnTo>
                    <a:lnTo>
                      <a:pt x="1199" y="158"/>
                    </a:lnTo>
                    <a:lnTo>
                      <a:pt x="1200" y="158"/>
                    </a:lnTo>
                    <a:lnTo>
                      <a:pt x="1201" y="158"/>
                    </a:lnTo>
                    <a:lnTo>
                      <a:pt x="1203" y="158"/>
                    </a:lnTo>
                    <a:lnTo>
                      <a:pt x="1204" y="158"/>
                    </a:lnTo>
                    <a:lnTo>
                      <a:pt x="1205" y="158"/>
                    </a:lnTo>
                    <a:lnTo>
                      <a:pt x="1207" y="158"/>
                    </a:lnTo>
                    <a:lnTo>
                      <a:pt x="1208" y="158"/>
                    </a:lnTo>
                    <a:lnTo>
                      <a:pt x="1209" y="158"/>
                    </a:lnTo>
                    <a:lnTo>
                      <a:pt x="1211" y="158"/>
                    </a:lnTo>
                    <a:lnTo>
                      <a:pt x="1212" y="158"/>
                    </a:lnTo>
                    <a:lnTo>
                      <a:pt x="1214" y="158"/>
                    </a:lnTo>
                    <a:lnTo>
                      <a:pt x="1215" y="158"/>
                    </a:lnTo>
                    <a:lnTo>
                      <a:pt x="1216" y="158"/>
                    </a:lnTo>
                    <a:lnTo>
                      <a:pt x="1218" y="158"/>
                    </a:lnTo>
                    <a:lnTo>
                      <a:pt x="1219" y="158"/>
                    </a:lnTo>
                    <a:lnTo>
                      <a:pt x="1220" y="157"/>
                    </a:lnTo>
                    <a:lnTo>
                      <a:pt x="1222" y="157"/>
                    </a:lnTo>
                    <a:lnTo>
                      <a:pt x="1223" y="157"/>
                    </a:lnTo>
                    <a:lnTo>
                      <a:pt x="1224" y="157"/>
                    </a:lnTo>
                    <a:lnTo>
                      <a:pt x="1226" y="158"/>
                    </a:lnTo>
                    <a:lnTo>
                      <a:pt x="1227" y="157"/>
                    </a:lnTo>
                    <a:lnTo>
                      <a:pt x="1228" y="157"/>
                    </a:lnTo>
                    <a:lnTo>
                      <a:pt x="1230" y="157"/>
                    </a:lnTo>
                    <a:lnTo>
                      <a:pt x="1231" y="158"/>
                    </a:lnTo>
                    <a:lnTo>
                      <a:pt x="1232" y="157"/>
                    </a:lnTo>
                    <a:lnTo>
                      <a:pt x="1234" y="157"/>
                    </a:lnTo>
                    <a:lnTo>
                      <a:pt x="1235" y="157"/>
                    </a:lnTo>
                    <a:lnTo>
                      <a:pt x="1236" y="157"/>
                    </a:lnTo>
                    <a:lnTo>
                      <a:pt x="1238" y="157"/>
                    </a:lnTo>
                    <a:lnTo>
                      <a:pt x="1239" y="157"/>
                    </a:lnTo>
                    <a:lnTo>
                      <a:pt x="1240" y="157"/>
                    </a:lnTo>
                    <a:lnTo>
                      <a:pt x="1242" y="157"/>
                    </a:lnTo>
                    <a:lnTo>
                      <a:pt x="1243" y="157"/>
                    </a:lnTo>
                    <a:lnTo>
                      <a:pt x="1244" y="157"/>
                    </a:lnTo>
                    <a:lnTo>
                      <a:pt x="1246" y="157"/>
                    </a:lnTo>
                    <a:lnTo>
                      <a:pt x="1247" y="157"/>
                    </a:lnTo>
                    <a:lnTo>
                      <a:pt x="1249" y="157"/>
                    </a:lnTo>
                    <a:lnTo>
                      <a:pt x="1250" y="157"/>
                    </a:lnTo>
                    <a:lnTo>
                      <a:pt x="1251" y="157"/>
                    </a:lnTo>
                    <a:lnTo>
                      <a:pt x="1253" y="157"/>
                    </a:lnTo>
                    <a:lnTo>
                      <a:pt x="1254" y="157"/>
                    </a:lnTo>
                    <a:lnTo>
                      <a:pt x="1255" y="157"/>
                    </a:lnTo>
                    <a:lnTo>
                      <a:pt x="1257" y="157"/>
                    </a:lnTo>
                    <a:lnTo>
                      <a:pt x="1258" y="157"/>
                    </a:lnTo>
                    <a:lnTo>
                      <a:pt x="1259" y="157"/>
                    </a:lnTo>
                    <a:lnTo>
                      <a:pt x="1261" y="157"/>
                    </a:lnTo>
                    <a:lnTo>
                      <a:pt x="1262" y="157"/>
                    </a:lnTo>
                    <a:lnTo>
                      <a:pt x="1263" y="157"/>
                    </a:lnTo>
                    <a:lnTo>
                      <a:pt x="1265" y="157"/>
                    </a:lnTo>
                    <a:lnTo>
                      <a:pt x="1266" y="157"/>
                    </a:lnTo>
                    <a:lnTo>
                      <a:pt x="1267" y="157"/>
                    </a:lnTo>
                    <a:lnTo>
                      <a:pt x="1269" y="157"/>
                    </a:lnTo>
                    <a:lnTo>
                      <a:pt x="1270" y="157"/>
                    </a:lnTo>
                    <a:lnTo>
                      <a:pt x="1271" y="157"/>
                    </a:lnTo>
                    <a:lnTo>
                      <a:pt x="1273" y="157"/>
                    </a:lnTo>
                    <a:lnTo>
                      <a:pt x="1274" y="157"/>
                    </a:lnTo>
                    <a:lnTo>
                      <a:pt x="1275" y="157"/>
                    </a:lnTo>
                    <a:lnTo>
                      <a:pt x="1277" y="157"/>
                    </a:lnTo>
                    <a:lnTo>
                      <a:pt x="1278" y="157"/>
                    </a:lnTo>
                    <a:lnTo>
                      <a:pt x="1279" y="157"/>
                    </a:lnTo>
                    <a:lnTo>
                      <a:pt x="1281" y="157"/>
                    </a:lnTo>
                    <a:lnTo>
                      <a:pt x="1282" y="156"/>
                    </a:lnTo>
                    <a:lnTo>
                      <a:pt x="1284" y="156"/>
                    </a:lnTo>
                    <a:lnTo>
                      <a:pt x="1285" y="156"/>
                    </a:lnTo>
                    <a:lnTo>
                      <a:pt x="1286" y="156"/>
                    </a:lnTo>
                    <a:lnTo>
                      <a:pt x="1288" y="156"/>
                    </a:lnTo>
                    <a:lnTo>
                      <a:pt x="1289" y="156"/>
                    </a:lnTo>
                    <a:lnTo>
                      <a:pt x="1290" y="156"/>
                    </a:lnTo>
                    <a:lnTo>
                      <a:pt x="1292" y="156"/>
                    </a:lnTo>
                    <a:lnTo>
                      <a:pt x="1293" y="156"/>
                    </a:lnTo>
                    <a:lnTo>
                      <a:pt x="1294" y="156"/>
                    </a:lnTo>
                    <a:lnTo>
                      <a:pt x="1296" y="156"/>
                    </a:lnTo>
                    <a:lnTo>
                      <a:pt x="1297" y="156"/>
                    </a:lnTo>
                    <a:lnTo>
                      <a:pt x="1298" y="156"/>
                    </a:lnTo>
                    <a:lnTo>
                      <a:pt x="1300" y="156"/>
                    </a:lnTo>
                    <a:lnTo>
                      <a:pt x="1301" y="156"/>
                    </a:lnTo>
                    <a:lnTo>
                      <a:pt x="1302" y="156"/>
                    </a:lnTo>
                    <a:lnTo>
                      <a:pt x="1304" y="156"/>
                    </a:lnTo>
                    <a:lnTo>
                      <a:pt x="1305" y="156"/>
                    </a:lnTo>
                    <a:lnTo>
                      <a:pt x="1306" y="156"/>
                    </a:lnTo>
                    <a:lnTo>
                      <a:pt x="1308" y="156"/>
                    </a:lnTo>
                    <a:lnTo>
                      <a:pt x="1309" y="156"/>
                    </a:lnTo>
                    <a:lnTo>
                      <a:pt x="1310" y="156"/>
                    </a:lnTo>
                    <a:lnTo>
                      <a:pt x="1312" y="156"/>
                    </a:lnTo>
                    <a:lnTo>
                      <a:pt x="1313" y="156"/>
                    </a:lnTo>
                    <a:lnTo>
                      <a:pt x="1314" y="156"/>
                    </a:lnTo>
                    <a:lnTo>
                      <a:pt x="1316" y="156"/>
                    </a:lnTo>
                    <a:lnTo>
                      <a:pt x="1317" y="156"/>
                    </a:lnTo>
                    <a:lnTo>
                      <a:pt x="1319" y="156"/>
                    </a:lnTo>
                    <a:lnTo>
                      <a:pt x="1320" y="156"/>
                    </a:lnTo>
                    <a:lnTo>
                      <a:pt x="1321" y="156"/>
                    </a:lnTo>
                    <a:lnTo>
                      <a:pt x="1323" y="156"/>
                    </a:lnTo>
                    <a:lnTo>
                      <a:pt x="1324" y="156"/>
                    </a:lnTo>
                    <a:lnTo>
                      <a:pt x="1325" y="156"/>
                    </a:lnTo>
                    <a:lnTo>
                      <a:pt x="1327" y="156"/>
                    </a:lnTo>
                    <a:lnTo>
                      <a:pt x="1328" y="156"/>
                    </a:lnTo>
                    <a:lnTo>
                      <a:pt x="1329" y="156"/>
                    </a:lnTo>
                    <a:lnTo>
                      <a:pt x="1331" y="156"/>
                    </a:lnTo>
                    <a:lnTo>
                      <a:pt x="1332" y="156"/>
                    </a:lnTo>
                    <a:lnTo>
                      <a:pt x="1333" y="155"/>
                    </a:lnTo>
                    <a:lnTo>
                      <a:pt x="1335" y="156"/>
                    </a:lnTo>
                    <a:lnTo>
                      <a:pt x="1336" y="156"/>
                    </a:lnTo>
                    <a:lnTo>
                      <a:pt x="1337" y="156"/>
                    </a:lnTo>
                    <a:lnTo>
                      <a:pt x="1339" y="156"/>
                    </a:lnTo>
                    <a:lnTo>
                      <a:pt x="1340" y="156"/>
                    </a:lnTo>
                    <a:lnTo>
                      <a:pt x="1341" y="156"/>
                    </a:lnTo>
                    <a:lnTo>
                      <a:pt x="1343" y="156"/>
                    </a:lnTo>
                    <a:lnTo>
                      <a:pt x="1344" y="156"/>
                    </a:lnTo>
                    <a:lnTo>
                      <a:pt x="1345" y="156"/>
                    </a:lnTo>
                    <a:lnTo>
                      <a:pt x="1347" y="155"/>
                    </a:lnTo>
                    <a:lnTo>
                      <a:pt x="1348" y="155"/>
                    </a:lnTo>
                    <a:lnTo>
                      <a:pt x="1349" y="155"/>
                    </a:lnTo>
                    <a:lnTo>
                      <a:pt x="1351" y="155"/>
                    </a:lnTo>
                    <a:lnTo>
                      <a:pt x="1352" y="155"/>
                    </a:lnTo>
                    <a:lnTo>
                      <a:pt x="1353" y="155"/>
                    </a:lnTo>
                    <a:lnTo>
                      <a:pt x="1355" y="155"/>
                    </a:lnTo>
                    <a:lnTo>
                      <a:pt x="1356" y="155"/>
                    </a:lnTo>
                    <a:lnTo>
                      <a:pt x="1358" y="155"/>
                    </a:lnTo>
                    <a:lnTo>
                      <a:pt x="1359" y="155"/>
                    </a:lnTo>
                    <a:lnTo>
                      <a:pt x="1360" y="155"/>
                    </a:lnTo>
                    <a:lnTo>
                      <a:pt x="1362" y="155"/>
                    </a:lnTo>
                    <a:lnTo>
                      <a:pt x="1363" y="155"/>
                    </a:lnTo>
                    <a:lnTo>
                      <a:pt x="1364" y="155"/>
                    </a:lnTo>
                    <a:lnTo>
                      <a:pt x="1366" y="155"/>
                    </a:lnTo>
                    <a:lnTo>
                      <a:pt x="1367" y="155"/>
                    </a:lnTo>
                    <a:lnTo>
                      <a:pt x="1368" y="155"/>
                    </a:lnTo>
                    <a:lnTo>
                      <a:pt x="1370" y="155"/>
                    </a:lnTo>
                    <a:lnTo>
                      <a:pt x="1371" y="155"/>
                    </a:lnTo>
                    <a:lnTo>
                      <a:pt x="1372" y="155"/>
                    </a:lnTo>
                    <a:lnTo>
                      <a:pt x="1374" y="155"/>
                    </a:lnTo>
                    <a:lnTo>
                      <a:pt x="1375" y="155"/>
                    </a:lnTo>
                    <a:lnTo>
                      <a:pt x="1376" y="155"/>
                    </a:lnTo>
                    <a:lnTo>
                      <a:pt x="1378" y="155"/>
                    </a:lnTo>
                    <a:lnTo>
                      <a:pt x="1379" y="155"/>
                    </a:lnTo>
                    <a:lnTo>
                      <a:pt x="1380" y="155"/>
                    </a:lnTo>
                    <a:lnTo>
                      <a:pt x="1382" y="155"/>
                    </a:lnTo>
                    <a:lnTo>
                      <a:pt x="1383" y="155"/>
                    </a:lnTo>
                    <a:lnTo>
                      <a:pt x="1384" y="155"/>
                    </a:lnTo>
                    <a:lnTo>
                      <a:pt x="1386" y="155"/>
                    </a:lnTo>
                    <a:lnTo>
                      <a:pt x="1387" y="155"/>
                    </a:lnTo>
                    <a:lnTo>
                      <a:pt x="1388" y="155"/>
                    </a:lnTo>
                    <a:lnTo>
                      <a:pt x="1390" y="155"/>
                    </a:lnTo>
                    <a:lnTo>
                      <a:pt x="1391" y="155"/>
                    </a:lnTo>
                    <a:lnTo>
                      <a:pt x="1393" y="155"/>
                    </a:lnTo>
                    <a:lnTo>
                      <a:pt x="1394" y="154"/>
                    </a:lnTo>
                    <a:lnTo>
                      <a:pt x="1395" y="154"/>
                    </a:lnTo>
                    <a:lnTo>
                      <a:pt x="1397" y="154"/>
                    </a:lnTo>
                    <a:lnTo>
                      <a:pt x="1398" y="154"/>
                    </a:lnTo>
                    <a:lnTo>
                      <a:pt x="1399" y="154"/>
                    </a:lnTo>
                    <a:lnTo>
                      <a:pt x="1401" y="154"/>
                    </a:lnTo>
                    <a:lnTo>
                      <a:pt x="1402" y="154"/>
                    </a:lnTo>
                    <a:lnTo>
                      <a:pt x="1403" y="154"/>
                    </a:lnTo>
                    <a:lnTo>
                      <a:pt x="1405" y="154"/>
                    </a:lnTo>
                    <a:lnTo>
                      <a:pt x="1406" y="154"/>
                    </a:lnTo>
                    <a:lnTo>
                      <a:pt x="1407" y="154"/>
                    </a:lnTo>
                    <a:lnTo>
                      <a:pt x="1409" y="154"/>
                    </a:lnTo>
                    <a:lnTo>
                      <a:pt x="1410" y="154"/>
                    </a:lnTo>
                    <a:lnTo>
                      <a:pt x="1411" y="154"/>
                    </a:lnTo>
                    <a:lnTo>
                      <a:pt x="1413" y="154"/>
                    </a:lnTo>
                    <a:lnTo>
                      <a:pt x="1414" y="154"/>
                    </a:lnTo>
                    <a:lnTo>
                      <a:pt x="1415" y="154"/>
                    </a:lnTo>
                    <a:lnTo>
                      <a:pt x="1417" y="154"/>
                    </a:lnTo>
                    <a:lnTo>
                      <a:pt x="1418" y="154"/>
                    </a:lnTo>
                    <a:lnTo>
                      <a:pt x="1419" y="154"/>
                    </a:lnTo>
                    <a:lnTo>
                      <a:pt x="1421" y="154"/>
                    </a:lnTo>
                    <a:lnTo>
                      <a:pt x="1422" y="154"/>
                    </a:lnTo>
                  </a:path>
                </a:pathLst>
              </a:custGeom>
              <a:noFill/>
              <a:ln cap="flat" cmpd="sng" w="25400">
                <a:solidFill>
                  <a:srgbClr val="00CED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 flipH="1" rot="10800000">
                <a:off x="6950076" y="2474913"/>
                <a:ext cx="3756025" cy="647700"/>
              </a:xfrm>
              <a:custGeom>
                <a:rect b="b" l="l" r="r" t="t"/>
                <a:pathLst>
                  <a:path extrusionOk="0" h="294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7"/>
                    </a:lnTo>
                    <a:lnTo>
                      <a:pt x="118" y="17"/>
                    </a:lnTo>
                    <a:lnTo>
                      <a:pt x="119" y="21"/>
                    </a:lnTo>
                    <a:lnTo>
                      <a:pt x="121" y="25"/>
                    </a:lnTo>
                    <a:lnTo>
                      <a:pt x="122" y="29"/>
                    </a:lnTo>
                    <a:lnTo>
                      <a:pt x="123" y="33"/>
                    </a:lnTo>
                    <a:lnTo>
                      <a:pt x="125" y="37"/>
                    </a:lnTo>
                    <a:lnTo>
                      <a:pt x="126" y="41"/>
                    </a:lnTo>
                    <a:lnTo>
                      <a:pt x="127" y="45"/>
                    </a:lnTo>
                    <a:lnTo>
                      <a:pt x="129" y="49"/>
                    </a:lnTo>
                    <a:lnTo>
                      <a:pt x="130" y="53"/>
                    </a:lnTo>
                    <a:lnTo>
                      <a:pt x="132" y="57"/>
                    </a:lnTo>
                    <a:lnTo>
                      <a:pt x="133" y="60"/>
                    </a:lnTo>
                    <a:lnTo>
                      <a:pt x="134" y="64"/>
                    </a:lnTo>
                    <a:lnTo>
                      <a:pt x="136" y="68"/>
                    </a:lnTo>
                    <a:lnTo>
                      <a:pt x="137" y="72"/>
                    </a:lnTo>
                    <a:lnTo>
                      <a:pt x="138" y="76"/>
                    </a:lnTo>
                    <a:lnTo>
                      <a:pt x="140" y="80"/>
                    </a:lnTo>
                    <a:lnTo>
                      <a:pt x="141" y="83"/>
                    </a:lnTo>
                    <a:lnTo>
                      <a:pt x="142" y="87"/>
                    </a:lnTo>
                    <a:lnTo>
                      <a:pt x="144" y="91"/>
                    </a:lnTo>
                    <a:lnTo>
                      <a:pt x="145" y="94"/>
                    </a:lnTo>
                    <a:lnTo>
                      <a:pt x="146" y="98"/>
                    </a:lnTo>
                    <a:lnTo>
                      <a:pt x="148" y="101"/>
                    </a:lnTo>
                    <a:lnTo>
                      <a:pt x="149" y="105"/>
                    </a:lnTo>
                    <a:lnTo>
                      <a:pt x="150" y="108"/>
                    </a:lnTo>
                    <a:lnTo>
                      <a:pt x="152" y="111"/>
                    </a:lnTo>
                    <a:lnTo>
                      <a:pt x="153" y="115"/>
                    </a:lnTo>
                    <a:lnTo>
                      <a:pt x="154" y="118"/>
                    </a:lnTo>
                    <a:lnTo>
                      <a:pt x="156" y="121"/>
                    </a:lnTo>
                    <a:lnTo>
                      <a:pt x="157" y="125"/>
                    </a:lnTo>
                    <a:lnTo>
                      <a:pt x="158" y="128"/>
                    </a:lnTo>
                    <a:lnTo>
                      <a:pt x="160" y="131"/>
                    </a:lnTo>
                    <a:lnTo>
                      <a:pt x="161" y="134"/>
                    </a:lnTo>
                    <a:lnTo>
                      <a:pt x="162" y="137"/>
                    </a:lnTo>
                    <a:lnTo>
                      <a:pt x="164" y="140"/>
                    </a:lnTo>
                    <a:lnTo>
                      <a:pt x="165" y="143"/>
                    </a:lnTo>
                    <a:lnTo>
                      <a:pt x="167" y="146"/>
                    </a:lnTo>
                    <a:lnTo>
                      <a:pt x="168" y="149"/>
                    </a:lnTo>
                    <a:lnTo>
                      <a:pt x="169" y="152"/>
                    </a:lnTo>
                    <a:lnTo>
                      <a:pt x="171" y="154"/>
                    </a:lnTo>
                    <a:lnTo>
                      <a:pt x="172" y="157"/>
                    </a:lnTo>
                    <a:lnTo>
                      <a:pt x="173" y="160"/>
                    </a:lnTo>
                    <a:lnTo>
                      <a:pt x="175" y="162"/>
                    </a:lnTo>
                    <a:lnTo>
                      <a:pt x="176" y="165"/>
                    </a:lnTo>
                    <a:lnTo>
                      <a:pt x="177" y="168"/>
                    </a:lnTo>
                    <a:lnTo>
                      <a:pt x="179" y="170"/>
                    </a:lnTo>
                    <a:lnTo>
                      <a:pt x="180" y="173"/>
                    </a:lnTo>
                    <a:lnTo>
                      <a:pt x="181" y="175"/>
                    </a:lnTo>
                    <a:lnTo>
                      <a:pt x="183" y="178"/>
                    </a:lnTo>
                    <a:lnTo>
                      <a:pt x="184" y="180"/>
                    </a:lnTo>
                    <a:lnTo>
                      <a:pt x="185" y="183"/>
                    </a:lnTo>
                    <a:lnTo>
                      <a:pt x="187" y="185"/>
                    </a:lnTo>
                    <a:lnTo>
                      <a:pt x="188" y="187"/>
                    </a:lnTo>
                    <a:lnTo>
                      <a:pt x="189" y="190"/>
                    </a:lnTo>
                    <a:lnTo>
                      <a:pt x="191" y="192"/>
                    </a:lnTo>
                    <a:lnTo>
                      <a:pt x="192" y="194"/>
                    </a:lnTo>
                    <a:lnTo>
                      <a:pt x="193" y="196"/>
                    </a:lnTo>
                    <a:lnTo>
                      <a:pt x="195" y="198"/>
                    </a:lnTo>
                    <a:lnTo>
                      <a:pt x="196" y="201"/>
                    </a:lnTo>
                    <a:lnTo>
                      <a:pt x="197" y="203"/>
                    </a:lnTo>
                    <a:lnTo>
                      <a:pt x="199" y="205"/>
                    </a:lnTo>
                    <a:lnTo>
                      <a:pt x="200" y="207"/>
                    </a:lnTo>
                    <a:lnTo>
                      <a:pt x="202" y="209"/>
                    </a:lnTo>
                    <a:lnTo>
                      <a:pt x="203" y="211"/>
                    </a:lnTo>
                    <a:lnTo>
                      <a:pt x="204" y="213"/>
                    </a:lnTo>
                    <a:lnTo>
                      <a:pt x="206" y="215"/>
                    </a:lnTo>
                    <a:lnTo>
                      <a:pt x="207" y="217"/>
                    </a:lnTo>
                    <a:lnTo>
                      <a:pt x="208" y="219"/>
                    </a:lnTo>
                    <a:lnTo>
                      <a:pt x="210" y="220"/>
                    </a:lnTo>
                    <a:lnTo>
                      <a:pt x="211" y="222"/>
                    </a:lnTo>
                    <a:lnTo>
                      <a:pt x="212" y="224"/>
                    </a:lnTo>
                    <a:lnTo>
                      <a:pt x="214" y="226"/>
                    </a:lnTo>
                    <a:lnTo>
                      <a:pt x="215" y="228"/>
                    </a:lnTo>
                    <a:lnTo>
                      <a:pt x="216" y="229"/>
                    </a:lnTo>
                    <a:lnTo>
                      <a:pt x="218" y="231"/>
                    </a:lnTo>
                    <a:lnTo>
                      <a:pt x="219" y="233"/>
                    </a:lnTo>
                    <a:lnTo>
                      <a:pt x="220" y="234"/>
                    </a:lnTo>
                    <a:lnTo>
                      <a:pt x="222" y="236"/>
                    </a:lnTo>
                    <a:lnTo>
                      <a:pt x="223" y="238"/>
                    </a:lnTo>
                    <a:lnTo>
                      <a:pt x="224" y="239"/>
                    </a:lnTo>
                    <a:lnTo>
                      <a:pt x="226" y="241"/>
                    </a:lnTo>
                    <a:lnTo>
                      <a:pt x="227" y="242"/>
                    </a:lnTo>
                    <a:lnTo>
                      <a:pt x="228" y="244"/>
                    </a:lnTo>
                    <a:lnTo>
                      <a:pt x="230" y="245"/>
                    </a:lnTo>
                    <a:lnTo>
                      <a:pt x="231" y="246"/>
                    </a:lnTo>
                    <a:lnTo>
                      <a:pt x="232" y="248"/>
                    </a:lnTo>
                    <a:lnTo>
                      <a:pt x="234" y="249"/>
                    </a:lnTo>
                    <a:lnTo>
                      <a:pt x="235" y="250"/>
                    </a:lnTo>
                    <a:lnTo>
                      <a:pt x="236" y="252"/>
                    </a:lnTo>
                    <a:lnTo>
                      <a:pt x="238" y="253"/>
                    </a:lnTo>
                    <a:lnTo>
                      <a:pt x="239" y="254"/>
                    </a:lnTo>
                    <a:lnTo>
                      <a:pt x="241" y="255"/>
                    </a:lnTo>
                    <a:lnTo>
                      <a:pt x="242" y="257"/>
                    </a:lnTo>
                    <a:lnTo>
                      <a:pt x="243" y="258"/>
                    </a:lnTo>
                    <a:lnTo>
                      <a:pt x="245" y="259"/>
                    </a:lnTo>
                    <a:lnTo>
                      <a:pt x="246" y="260"/>
                    </a:lnTo>
                    <a:lnTo>
                      <a:pt x="247" y="261"/>
                    </a:lnTo>
                    <a:lnTo>
                      <a:pt x="249" y="262"/>
                    </a:lnTo>
                    <a:lnTo>
                      <a:pt x="250" y="263"/>
                    </a:lnTo>
                    <a:lnTo>
                      <a:pt x="251" y="264"/>
                    </a:lnTo>
                    <a:lnTo>
                      <a:pt x="253" y="265"/>
                    </a:lnTo>
                    <a:lnTo>
                      <a:pt x="254" y="266"/>
                    </a:lnTo>
                    <a:lnTo>
                      <a:pt x="255" y="267"/>
                    </a:lnTo>
                    <a:lnTo>
                      <a:pt x="257" y="269"/>
                    </a:lnTo>
                    <a:lnTo>
                      <a:pt x="258" y="269"/>
                    </a:lnTo>
                    <a:lnTo>
                      <a:pt x="259" y="270"/>
                    </a:lnTo>
                    <a:lnTo>
                      <a:pt x="261" y="271"/>
                    </a:lnTo>
                    <a:lnTo>
                      <a:pt x="262" y="272"/>
                    </a:lnTo>
                    <a:lnTo>
                      <a:pt x="263" y="273"/>
                    </a:lnTo>
                    <a:lnTo>
                      <a:pt x="265" y="274"/>
                    </a:lnTo>
                    <a:lnTo>
                      <a:pt x="266" y="275"/>
                    </a:lnTo>
                    <a:lnTo>
                      <a:pt x="267" y="276"/>
                    </a:lnTo>
                    <a:lnTo>
                      <a:pt x="269" y="277"/>
                    </a:lnTo>
                    <a:lnTo>
                      <a:pt x="270" y="278"/>
                    </a:lnTo>
                    <a:lnTo>
                      <a:pt x="271" y="279"/>
                    </a:lnTo>
                    <a:lnTo>
                      <a:pt x="273" y="279"/>
                    </a:lnTo>
                    <a:lnTo>
                      <a:pt x="274" y="280"/>
                    </a:lnTo>
                    <a:lnTo>
                      <a:pt x="276" y="281"/>
                    </a:lnTo>
                    <a:lnTo>
                      <a:pt x="277" y="281"/>
                    </a:lnTo>
                    <a:lnTo>
                      <a:pt x="278" y="282"/>
                    </a:lnTo>
                    <a:lnTo>
                      <a:pt x="280" y="283"/>
                    </a:lnTo>
                    <a:lnTo>
                      <a:pt x="281" y="283"/>
                    </a:lnTo>
                    <a:lnTo>
                      <a:pt x="282" y="284"/>
                    </a:lnTo>
                    <a:lnTo>
                      <a:pt x="284" y="284"/>
                    </a:lnTo>
                    <a:lnTo>
                      <a:pt x="285" y="285"/>
                    </a:lnTo>
                    <a:lnTo>
                      <a:pt x="286" y="286"/>
                    </a:lnTo>
                    <a:lnTo>
                      <a:pt x="288" y="286"/>
                    </a:lnTo>
                    <a:lnTo>
                      <a:pt x="289" y="287"/>
                    </a:lnTo>
                    <a:lnTo>
                      <a:pt x="290" y="287"/>
                    </a:lnTo>
                    <a:lnTo>
                      <a:pt x="292" y="288"/>
                    </a:lnTo>
                    <a:lnTo>
                      <a:pt x="293" y="288"/>
                    </a:lnTo>
                    <a:lnTo>
                      <a:pt x="294" y="288"/>
                    </a:lnTo>
                    <a:lnTo>
                      <a:pt x="296" y="289"/>
                    </a:lnTo>
                    <a:lnTo>
                      <a:pt x="297" y="289"/>
                    </a:lnTo>
                    <a:lnTo>
                      <a:pt x="298" y="290"/>
                    </a:lnTo>
                    <a:lnTo>
                      <a:pt x="300" y="290"/>
                    </a:lnTo>
                    <a:lnTo>
                      <a:pt x="301" y="290"/>
                    </a:lnTo>
                    <a:lnTo>
                      <a:pt x="302" y="291"/>
                    </a:lnTo>
                    <a:lnTo>
                      <a:pt x="304" y="291"/>
                    </a:lnTo>
                    <a:lnTo>
                      <a:pt x="305" y="291"/>
                    </a:lnTo>
                    <a:lnTo>
                      <a:pt x="306" y="291"/>
                    </a:lnTo>
                    <a:lnTo>
                      <a:pt x="308" y="292"/>
                    </a:lnTo>
                    <a:lnTo>
                      <a:pt x="309" y="292"/>
                    </a:lnTo>
                    <a:lnTo>
                      <a:pt x="311" y="292"/>
                    </a:lnTo>
                    <a:lnTo>
                      <a:pt x="312" y="292"/>
                    </a:lnTo>
                    <a:lnTo>
                      <a:pt x="313" y="292"/>
                    </a:lnTo>
                    <a:lnTo>
                      <a:pt x="315" y="293"/>
                    </a:lnTo>
                    <a:lnTo>
                      <a:pt x="316" y="293"/>
                    </a:lnTo>
                    <a:lnTo>
                      <a:pt x="317" y="293"/>
                    </a:lnTo>
                    <a:lnTo>
                      <a:pt x="319" y="293"/>
                    </a:lnTo>
                    <a:lnTo>
                      <a:pt x="320" y="293"/>
                    </a:lnTo>
                    <a:lnTo>
                      <a:pt x="321" y="293"/>
                    </a:lnTo>
                    <a:lnTo>
                      <a:pt x="323" y="293"/>
                    </a:lnTo>
                    <a:lnTo>
                      <a:pt x="324" y="293"/>
                    </a:lnTo>
                    <a:lnTo>
                      <a:pt x="325" y="293"/>
                    </a:lnTo>
                    <a:lnTo>
                      <a:pt x="327" y="293"/>
                    </a:lnTo>
                    <a:lnTo>
                      <a:pt x="328" y="294"/>
                    </a:lnTo>
                    <a:lnTo>
                      <a:pt x="329" y="294"/>
                    </a:lnTo>
                    <a:lnTo>
                      <a:pt x="331" y="294"/>
                    </a:lnTo>
                    <a:lnTo>
                      <a:pt x="332" y="294"/>
                    </a:lnTo>
                    <a:lnTo>
                      <a:pt x="333" y="294"/>
                    </a:lnTo>
                    <a:lnTo>
                      <a:pt x="335" y="294"/>
                    </a:lnTo>
                    <a:lnTo>
                      <a:pt x="336" y="294"/>
                    </a:lnTo>
                    <a:lnTo>
                      <a:pt x="337" y="294"/>
                    </a:lnTo>
                    <a:lnTo>
                      <a:pt x="339" y="294"/>
                    </a:lnTo>
                    <a:lnTo>
                      <a:pt x="340" y="294"/>
                    </a:lnTo>
                    <a:lnTo>
                      <a:pt x="341" y="294"/>
                    </a:lnTo>
                    <a:lnTo>
                      <a:pt x="343" y="294"/>
                    </a:lnTo>
                    <a:lnTo>
                      <a:pt x="344" y="294"/>
                    </a:lnTo>
                    <a:lnTo>
                      <a:pt x="346" y="294"/>
                    </a:lnTo>
                    <a:lnTo>
                      <a:pt x="347" y="294"/>
                    </a:lnTo>
                    <a:lnTo>
                      <a:pt x="348" y="293"/>
                    </a:lnTo>
                    <a:lnTo>
                      <a:pt x="350" y="293"/>
                    </a:lnTo>
                    <a:lnTo>
                      <a:pt x="351" y="293"/>
                    </a:lnTo>
                    <a:lnTo>
                      <a:pt x="352" y="293"/>
                    </a:lnTo>
                    <a:lnTo>
                      <a:pt x="354" y="293"/>
                    </a:lnTo>
                    <a:lnTo>
                      <a:pt x="355" y="293"/>
                    </a:lnTo>
                    <a:lnTo>
                      <a:pt x="356" y="293"/>
                    </a:lnTo>
                    <a:lnTo>
                      <a:pt x="358" y="293"/>
                    </a:lnTo>
                    <a:lnTo>
                      <a:pt x="359" y="293"/>
                    </a:lnTo>
                    <a:lnTo>
                      <a:pt x="360" y="293"/>
                    </a:lnTo>
                    <a:lnTo>
                      <a:pt x="362" y="293"/>
                    </a:lnTo>
                    <a:lnTo>
                      <a:pt x="363" y="293"/>
                    </a:lnTo>
                    <a:lnTo>
                      <a:pt x="364" y="292"/>
                    </a:lnTo>
                    <a:lnTo>
                      <a:pt x="366" y="292"/>
                    </a:lnTo>
                    <a:lnTo>
                      <a:pt x="367" y="292"/>
                    </a:lnTo>
                    <a:lnTo>
                      <a:pt x="368" y="292"/>
                    </a:lnTo>
                    <a:lnTo>
                      <a:pt x="370" y="292"/>
                    </a:lnTo>
                    <a:lnTo>
                      <a:pt x="371" y="292"/>
                    </a:lnTo>
                    <a:lnTo>
                      <a:pt x="372" y="292"/>
                    </a:lnTo>
                    <a:lnTo>
                      <a:pt x="374" y="291"/>
                    </a:lnTo>
                    <a:lnTo>
                      <a:pt x="375" y="291"/>
                    </a:lnTo>
                    <a:lnTo>
                      <a:pt x="376" y="291"/>
                    </a:lnTo>
                    <a:lnTo>
                      <a:pt x="378" y="291"/>
                    </a:lnTo>
                    <a:lnTo>
                      <a:pt x="379" y="291"/>
                    </a:lnTo>
                    <a:lnTo>
                      <a:pt x="380" y="291"/>
                    </a:lnTo>
                    <a:lnTo>
                      <a:pt x="382" y="291"/>
                    </a:lnTo>
                    <a:lnTo>
                      <a:pt x="383" y="290"/>
                    </a:lnTo>
                    <a:lnTo>
                      <a:pt x="385" y="290"/>
                    </a:lnTo>
                    <a:lnTo>
                      <a:pt x="386" y="290"/>
                    </a:lnTo>
                    <a:lnTo>
                      <a:pt x="387" y="290"/>
                    </a:lnTo>
                    <a:lnTo>
                      <a:pt x="389" y="290"/>
                    </a:lnTo>
                    <a:lnTo>
                      <a:pt x="390" y="290"/>
                    </a:lnTo>
                    <a:lnTo>
                      <a:pt x="391" y="289"/>
                    </a:lnTo>
                    <a:lnTo>
                      <a:pt x="393" y="289"/>
                    </a:lnTo>
                    <a:lnTo>
                      <a:pt x="394" y="289"/>
                    </a:lnTo>
                    <a:lnTo>
                      <a:pt x="395" y="289"/>
                    </a:lnTo>
                    <a:lnTo>
                      <a:pt x="397" y="289"/>
                    </a:lnTo>
                    <a:lnTo>
                      <a:pt x="398" y="289"/>
                    </a:lnTo>
                    <a:lnTo>
                      <a:pt x="399" y="288"/>
                    </a:lnTo>
                    <a:lnTo>
                      <a:pt x="401" y="288"/>
                    </a:lnTo>
                    <a:lnTo>
                      <a:pt x="402" y="288"/>
                    </a:lnTo>
                    <a:lnTo>
                      <a:pt x="403" y="288"/>
                    </a:lnTo>
                    <a:lnTo>
                      <a:pt x="405" y="288"/>
                    </a:lnTo>
                    <a:lnTo>
                      <a:pt x="406" y="287"/>
                    </a:lnTo>
                    <a:lnTo>
                      <a:pt x="407" y="287"/>
                    </a:lnTo>
                    <a:lnTo>
                      <a:pt x="409" y="287"/>
                    </a:lnTo>
                    <a:lnTo>
                      <a:pt x="410" y="287"/>
                    </a:lnTo>
                    <a:lnTo>
                      <a:pt x="411" y="287"/>
                    </a:lnTo>
                    <a:lnTo>
                      <a:pt x="413" y="287"/>
                    </a:lnTo>
                    <a:lnTo>
                      <a:pt x="414" y="286"/>
                    </a:lnTo>
                    <a:lnTo>
                      <a:pt x="415" y="286"/>
                    </a:lnTo>
                    <a:lnTo>
                      <a:pt x="417" y="286"/>
                    </a:lnTo>
                    <a:lnTo>
                      <a:pt x="418" y="286"/>
                    </a:lnTo>
                    <a:lnTo>
                      <a:pt x="420" y="277"/>
                    </a:lnTo>
                    <a:lnTo>
                      <a:pt x="421" y="277"/>
                    </a:lnTo>
                    <a:lnTo>
                      <a:pt x="422" y="276"/>
                    </a:lnTo>
                    <a:lnTo>
                      <a:pt x="424" y="276"/>
                    </a:lnTo>
                    <a:lnTo>
                      <a:pt x="425" y="276"/>
                    </a:lnTo>
                    <a:lnTo>
                      <a:pt x="426" y="275"/>
                    </a:lnTo>
                    <a:lnTo>
                      <a:pt x="428" y="275"/>
                    </a:lnTo>
                    <a:lnTo>
                      <a:pt x="429" y="275"/>
                    </a:lnTo>
                    <a:lnTo>
                      <a:pt x="430" y="275"/>
                    </a:lnTo>
                    <a:lnTo>
                      <a:pt x="432" y="274"/>
                    </a:lnTo>
                    <a:lnTo>
                      <a:pt x="433" y="274"/>
                    </a:lnTo>
                    <a:lnTo>
                      <a:pt x="434" y="274"/>
                    </a:lnTo>
                    <a:lnTo>
                      <a:pt x="436" y="273"/>
                    </a:lnTo>
                    <a:lnTo>
                      <a:pt x="437" y="273"/>
                    </a:lnTo>
                    <a:lnTo>
                      <a:pt x="438" y="273"/>
                    </a:lnTo>
                    <a:lnTo>
                      <a:pt x="440" y="272"/>
                    </a:lnTo>
                    <a:lnTo>
                      <a:pt x="441" y="272"/>
                    </a:lnTo>
                    <a:lnTo>
                      <a:pt x="442" y="272"/>
                    </a:lnTo>
                    <a:lnTo>
                      <a:pt x="444" y="272"/>
                    </a:lnTo>
                    <a:lnTo>
                      <a:pt x="445" y="272"/>
                    </a:lnTo>
                    <a:lnTo>
                      <a:pt x="446" y="271"/>
                    </a:lnTo>
                    <a:lnTo>
                      <a:pt x="448" y="271"/>
                    </a:lnTo>
                    <a:lnTo>
                      <a:pt x="449" y="271"/>
                    </a:lnTo>
                    <a:lnTo>
                      <a:pt x="450" y="271"/>
                    </a:lnTo>
                    <a:lnTo>
                      <a:pt x="452" y="271"/>
                    </a:lnTo>
                    <a:lnTo>
                      <a:pt x="453" y="270"/>
                    </a:lnTo>
                    <a:lnTo>
                      <a:pt x="455" y="270"/>
                    </a:lnTo>
                    <a:lnTo>
                      <a:pt x="456" y="270"/>
                    </a:lnTo>
                    <a:lnTo>
                      <a:pt x="457" y="270"/>
                    </a:lnTo>
                    <a:lnTo>
                      <a:pt x="459" y="269"/>
                    </a:lnTo>
                    <a:lnTo>
                      <a:pt x="460" y="269"/>
                    </a:lnTo>
                    <a:lnTo>
                      <a:pt x="461" y="269"/>
                    </a:lnTo>
                    <a:lnTo>
                      <a:pt x="463" y="269"/>
                    </a:lnTo>
                    <a:lnTo>
                      <a:pt x="464" y="269"/>
                    </a:lnTo>
                    <a:lnTo>
                      <a:pt x="465" y="268"/>
                    </a:lnTo>
                    <a:lnTo>
                      <a:pt x="467" y="268"/>
                    </a:lnTo>
                    <a:lnTo>
                      <a:pt x="468" y="268"/>
                    </a:lnTo>
                    <a:lnTo>
                      <a:pt x="469" y="268"/>
                    </a:lnTo>
                    <a:lnTo>
                      <a:pt x="471" y="268"/>
                    </a:lnTo>
                    <a:lnTo>
                      <a:pt x="472" y="267"/>
                    </a:lnTo>
                    <a:lnTo>
                      <a:pt x="473" y="267"/>
                    </a:lnTo>
                    <a:lnTo>
                      <a:pt x="475" y="267"/>
                    </a:lnTo>
                    <a:lnTo>
                      <a:pt x="476" y="267"/>
                    </a:lnTo>
                    <a:lnTo>
                      <a:pt x="477" y="267"/>
                    </a:lnTo>
                    <a:lnTo>
                      <a:pt x="479" y="267"/>
                    </a:lnTo>
                    <a:lnTo>
                      <a:pt x="480" y="266"/>
                    </a:lnTo>
                    <a:lnTo>
                      <a:pt x="481" y="266"/>
                    </a:lnTo>
                    <a:lnTo>
                      <a:pt x="483" y="266"/>
                    </a:lnTo>
                    <a:lnTo>
                      <a:pt x="484" y="266"/>
                    </a:lnTo>
                    <a:lnTo>
                      <a:pt x="485" y="266"/>
                    </a:lnTo>
                    <a:lnTo>
                      <a:pt x="487" y="265"/>
                    </a:lnTo>
                    <a:lnTo>
                      <a:pt x="488" y="265"/>
                    </a:lnTo>
                    <a:lnTo>
                      <a:pt x="490" y="265"/>
                    </a:lnTo>
                    <a:lnTo>
                      <a:pt x="491" y="265"/>
                    </a:lnTo>
                    <a:lnTo>
                      <a:pt x="492" y="265"/>
                    </a:lnTo>
                    <a:lnTo>
                      <a:pt x="494" y="265"/>
                    </a:lnTo>
                    <a:lnTo>
                      <a:pt x="495" y="265"/>
                    </a:lnTo>
                    <a:lnTo>
                      <a:pt x="496" y="264"/>
                    </a:lnTo>
                    <a:lnTo>
                      <a:pt x="498" y="264"/>
                    </a:lnTo>
                    <a:lnTo>
                      <a:pt x="499" y="264"/>
                    </a:lnTo>
                    <a:lnTo>
                      <a:pt x="500" y="264"/>
                    </a:lnTo>
                    <a:lnTo>
                      <a:pt x="502" y="264"/>
                    </a:lnTo>
                    <a:lnTo>
                      <a:pt x="503" y="264"/>
                    </a:lnTo>
                    <a:lnTo>
                      <a:pt x="504" y="263"/>
                    </a:lnTo>
                    <a:lnTo>
                      <a:pt x="506" y="263"/>
                    </a:lnTo>
                    <a:lnTo>
                      <a:pt x="507" y="263"/>
                    </a:lnTo>
                    <a:lnTo>
                      <a:pt x="508" y="263"/>
                    </a:lnTo>
                    <a:lnTo>
                      <a:pt x="510" y="263"/>
                    </a:lnTo>
                    <a:lnTo>
                      <a:pt x="511" y="263"/>
                    </a:lnTo>
                    <a:lnTo>
                      <a:pt x="512" y="263"/>
                    </a:lnTo>
                    <a:lnTo>
                      <a:pt x="514" y="262"/>
                    </a:lnTo>
                    <a:lnTo>
                      <a:pt x="515" y="262"/>
                    </a:lnTo>
                    <a:lnTo>
                      <a:pt x="516" y="262"/>
                    </a:lnTo>
                    <a:lnTo>
                      <a:pt x="518" y="262"/>
                    </a:lnTo>
                    <a:lnTo>
                      <a:pt x="519" y="262"/>
                    </a:lnTo>
                    <a:lnTo>
                      <a:pt x="520" y="262"/>
                    </a:lnTo>
                    <a:lnTo>
                      <a:pt x="522" y="262"/>
                    </a:lnTo>
                    <a:lnTo>
                      <a:pt x="523" y="262"/>
                    </a:lnTo>
                    <a:lnTo>
                      <a:pt x="524" y="261"/>
                    </a:lnTo>
                    <a:lnTo>
                      <a:pt x="526" y="261"/>
                    </a:lnTo>
                    <a:lnTo>
                      <a:pt x="527" y="261"/>
                    </a:lnTo>
                    <a:lnTo>
                      <a:pt x="529" y="261"/>
                    </a:lnTo>
                    <a:lnTo>
                      <a:pt x="530" y="261"/>
                    </a:lnTo>
                    <a:lnTo>
                      <a:pt x="531" y="261"/>
                    </a:lnTo>
                    <a:lnTo>
                      <a:pt x="533" y="261"/>
                    </a:lnTo>
                    <a:lnTo>
                      <a:pt x="534" y="260"/>
                    </a:lnTo>
                    <a:lnTo>
                      <a:pt x="535" y="260"/>
                    </a:lnTo>
                    <a:lnTo>
                      <a:pt x="537" y="260"/>
                    </a:lnTo>
                    <a:lnTo>
                      <a:pt x="538" y="260"/>
                    </a:lnTo>
                    <a:lnTo>
                      <a:pt x="539" y="260"/>
                    </a:lnTo>
                    <a:lnTo>
                      <a:pt x="541" y="260"/>
                    </a:lnTo>
                    <a:lnTo>
                      <a:pt x="542" y="260"/>
                    </a:lnTo>
                    <a:lnTo>
                      <a:pt x="543" y="260"/>
                    </a:lnTo>
                    <a:lnTo>
                      <a:pt x="545" y="259"/>
                    </a:lnTo>
                    <a:lnTo>
                      <a:pt x="546" y="259"/>
                    </a:lnTo>
                    <a:lnTo>
                      <a:pt x="547" y="259"/>
                    </a:lnTo>
                    <a:lnTo>
                      <a:pt x="549" y="259"/>
                    </a:lnTo>
                    <a:lnTo>
                      <a:pt x="550" y="259"/>
                    </a:lnTo>
                    <a:lnTo>
                      <a:pt x="551" y="259"/>
                    </a:lnTo>
                    <a:lnTo>
                      <a:pt x="553" y="259"/>
                    </a:lnTo>
                    <a:lnTo>
                      <a:pt x="554" y="258"/>
                    </a:lnTo>
                    <a:lnTo>
                      <a:pt x="555" y="258"/>
                    </a:lnTo>
                    <a:lnTo>
                      <a:pt x="557" y="258"/>
                    </a:lnTo>
                    <a:lnTo>
                      <a:pt x="558" y="258"/>
                    </a:lnTo>
                    <a:lnTo>
                      <a:pt x="559" y="258"/>
                    </a:lnTo>
                    <a:lnTo>
                      <a:pt x="561" y="258"/>
                    </a:lnTo>
                    <a:lnTo>
                      <a:pt x="562" y="258"/>
                    </a:lnTo>
                    <a:lnTo>
                      <a:pt x="564" y="258"/>
                    </a:lnTo>
                    <a:lnTo>
                      <a:pt x="565" y="258"/>
                    </a:lnTo>
                    <a:lnTo>
                      <a:pt x="566" y="257"/>
                    </a:lnTo>
                    <a:lnTo>
                      <a:pt x="568" y="257"/>
                    </a:lnTo>
                    <a:lnTo>
                      <a:pt x="569" y="257"/>
                    </a:lnTo>
                    <a:lnTo>
                      <a:pt x="570" y="257"/>
                    </a:lnTo>
                    <a:lnTo>
                      <a:pt x="572" y="257"/>
                    </a:lnTo>
                    <a:lnTo>
                      <a:pt x="573" y="257"/>
                    </a:lnTo>
                    <a:lnTo>
                      <a:pt x="574" y="257"/>
                    </a:lnTo>
                    <a:lnTo>
                      <a:pt x="576" y="257"/>
                    </a:lnTo>
                    <a:lnTo>
                      <a:pt x="577" y="257"/>
                    </a:lnTo>
                    <a:lnTo>
                      <a:pt x="578" y="257"/>
                    </a:lnTo>
                    <a:lnTo>
                      <a:pt x="580" y="257"/>
                    </a:lnTo>
                    <a:lnTo>
                      <a:pt x="581" y="256"/>
                    </a:lnTo>
                    <a:lnTo>
                      <a:pt x="582" y="256"/>
                    </a:lnTo>
                    <a:lnTo>
                      <a:pt x="584" y="256"/>
                    </a:lnTo>
                    <a:lnTo>
                      <a:pt x="585" y="256"/>
                    </a:lnTo>
                    <a:lnTo>
                      <a:pt x="586" y="256"/>
                    </a:lnTo>
                    <a:lnTo>
                      <a:pt x="588" y="256"/>
                    </a:lnTo>
                    <a:lnTo>
                      <a:pt x="589" y="256"/>
                    </a:lnTo>
                    <a:lnTo>
                      <a:pt x="590" y="256"/>
                    </a:lnTo>
                    <a:lnTo>
                      <a:pt x="592" y="256"/>
                    </a:lnTo>
                    <a:lnTo>
                      <a:pt x="593" y="255"/>
                    </a:lnTo>
                    <a:lnTo>
                      <a:pt x="594" y="255"/>
                    </a:lnTo>
                    <a:lnTo>
                      <a:pt x="596" y="255"/>
                    </a:lnTo>
                    <a:lnTo>
                      <a:pt x="597" y="255"/>
                    </a:lnTo>
                    <a:lnTo>
                      <a:pt x="599" y="255"/>
                    </a:lnTo>
                    <a:lnTo>
                      <a:pt x="600" y="255"/>
                    </a:lnTo>
                    <a:lnTo>
                      <a:pt x="601" y="255"/>
                    </a:lnTo>
                    <a:lnTo>
                      <a:pt x="603" y="255"/>
                    </a:lnTo>
                    <a:lnTo>
                      <a:pt x="604" y="255"/>
                    </a:lnTo>
                    <a:lnTo>
                      <a:pt x="605" y="255"/>
                    </a:lnTo>
                    <a:lnTo>
                      <a:pt x="607" y="254"/>
                    </a:lnTo>
                    <a:lnTo>
                      <a:pt x="608" y="254"/>
                    </a:lnTo>
                    <a:lnTo>
                      <a:pt x="609" y="254"/>
                    </a:lnTo>
                    <a:lnTo>
                      <a:pt x="611" y="254"/>
                    </a:lnTo>
                    <a:lnTo>
                      <a:pt x="612" y="254"/>
                    </a:lnTo>
                    <a:lnTo>
                      <a:pt x="613" y="254"/>
                    </a:lnTo>
                    <a:lnTo>
                      <a:pt x="615" y="254"/>
                    </a:lnTo>
                    <a:lnTo>
                      <a:pt x="616" y="254"/>
                    </a:lnTo>
                    <a:lnTo>
                      <a:pt x="617" y="254"/>
                    </a:lnTo>
                    <a:lnTo>
                      <a:pt x="619" y="254"/>
                    </a:lnTo>
                    <a:lnTo>
                      <a:pt x="620" y="254"/>
                    </a:lnTo>
                    <a:lnTo>
                      <a:pt x="621" y="254"/>
                    </a:lnTo>
                    <a:lnTo>
                      <a:pt x="623" y="253"/>
                    </a:lnTo>
                    <a:lnTo>
                      <a:pt x="624" y="253"/>
                    </a:lnTo>
                    <a:lnTo>
                      <a:pt x="625" y="253"/>
                    </a:lnTo>
                    <a:lnTo>
                      <a:pt x="627" y="253"/>
                    </a:lnTo>
                    <a:lnTo>
                      <a:pt x="628" y="253"/>
                    </a:lnTo>
                    <a:lnTo>
                      <a:pt x="629" y="253"/>
                    </a:lnTo>
                    <a:lnTo>
                      <a:pt x="631" y="253"/>
                    </a:lnTo>
                    <a:lnTo>
                      <a:pt x="632" y="253"/>
                    </a:lnTo>
                    <a:lnTo>
                      <a:pt x="634" y="253"/>
                    </a:lnTo>
                    <a:lnTo>
                      <a:pt x="635" y="253"/>
                    </a:lnTo>
                    <a:lnTo>
                      <a:pt x="636" y="253"/>
                    </a:lnTo>
                    <a:lnTo>
                      <a:pt x="638" y="252"/>
                    </a:lnTo>
                    <a:lnTo>
                      <a:pt x="639" y="252"/>
                    </a:lnTo>
                    <a:lnTo>
                      <a:pt x="640" y="252"/>
                    </a:lnTo>
                    <a:lnTo>
                      <a:pt x="642" y="252"/>
                    </a:lnTo>
                    <a:lnTo>
                      <a:pt x="643" y="252"/>
                    </a:lnTo>
                    <a:lnTo>
                      <a:pt x="644" y="252"/>
                    </a:lnTo>
                    <a:lnTo>
                      <a:pt x="646" y="252"/>
                    </a:lnTo>
                    <a:lnTo>
                      <a:pt x="647" y="252"/>
                    </a:lnTo>
                    <a:lnTo>
                      <a:pt x="648" y="252"/>
                    </a:lnTo>
                    <a:lnTo>
                      <a:pt x="650" y="252"/>
                    </a:lnTo>
                    <a:lnTo>
                      <a:pt x="651" y="252"/>
                    </a:lnTo>
                    <a:lnTo>
                      <a:pt x="652" y="251"/>
                    </a:lnTo>
                    <a:lnTo>
                      <a:pt x="654" y="251"/>
                    </a:lnTo>
                    <a:lnTo>
                      <a:pt x="655" y="251"/>
                    </a:lnTo>
                    <a:lnTo>
                      <a:pt x="656" y="251"/>
                    </a:lnTo>
                    <a:lnTo>
                      <a:pt x="658" y="251"/>
                    </a:lnTo>
                    <a:lnTo>
                      <a:pt x="659" y="251"/>
                    </a:lnTo>
                    <a:lnTo>
                      <a:pt x="660" y="251"/>
                    </a:lnTo>
                    <a:lnTo>
                      <a:pt x="662" y="251"/>
                    </a:lnTo>
                    <a:lnTo>
                      <a:pt x="663" y="251"/>
                    </a:lnTo>
                    <a:lnTo>
                      <a:pt x="664" y="251"/>
                    </a:lnTo>
                    <a:lnTo>
                      <a:pt x="666" y="251"/>
                    </a:lnTo>
                    <a:lnTo>
                      <a:pt x="667" y="251"/>
                    </a:lnTo>
                    <a:lnTo>
                      <a:pt x="668" y="251"/>
                    </a:lnTo>
                    <a:lnTo>
                      <a:pt x="670" y="250"/>
                    </a:lnTo>
                    <a:lnTo>
                      <a:pt x="671" y="250"/>
                    </a:lnTo>
                    <a:lnTo>
                      <a:pt x="673" y="250"/>
                    </a:lnTo>
                    <a:lnTo>
                      <a:pt x="674" y="250"/>
                    </a:lnTo>
                    <a:lnTo>
                      <a:pt x="675" y="250"/>
                    </a:lnTo>
                    <a:lnTo>
                      <a:pt x="677" y="250"/>
                    </a:lnTo>
                    <a:lnTo>
                      <a:pt x="678" y="250"/>
                    </a:lnTo>
                    <a:lnTo>
                      <a:pt x="679" y="250"/>
                    </a:lnTo>
                    <a:lnTo>
                      <a:pt x="681" y="250"/>
                    </a:lnTo>
                    <a:lnTo>
                      <a:pt x="682" y="250"/>
                    </a:lnTo>
                    <a:lnTo>
                      <a:pt x="683" y="250"/>
                    </a:lnTo>
                    <a:lnTo>
                      <a:pt x="685" y="250"/>
                    </a:lnTo>
                    <a:lnTo>
                      <a:pt x="686" y="250"/>
                    </a:lnTo>
                    <a:lnTo>
                      <a:pt x="687" y="249"/>
                    </a:lnTo>
                    <a:lnTo>
                      <a:pt x="689" y="249"/>
                    </a:lnTo>
                    <a:lnTo>
                      <a:pt x="690" y="249"/>
                    </a:lnTo>
                    <a:lnTo>
                      <a:pt x="691" y="249"/>
                    </a:lnTo>
                    <a:lnTo>
                      <a:pt x="693" y="249"/>
                    </a:lnTo>
                    <a:lnTo>
                      <a:pt x="694" y="249"/>
                    </a:lnTo>
                    <a:lnTo>
                      <a:pt x="695" y="249"/>
                    </a:lnTo>
                    <a:lnTo>
                      <a:pt x="697" y="249"/>
                    </a:lnTo>
                    <a:lnTo>
                      <a:pt x="698" y="249"/>
                    </a:lnTo>
                    <a:lnTo>
                      <a:pt x="699" y="249"/>
                    </a:lnTo>
                    <a:lnTo>
                      <a:pt x="701" y="249"/>
                    </a:lnTo>
                    <a:lnTo>
                      <a:pt x="702" y="249"/>
                    </a:lnTo>
                    <a:lnTo>
                      <a:pt x="703" y="249"/>
                    </a:lnTo>
                    <a:lnTo>
                      <a:pt x="705" y="249"/>
                    </a:lnTo>
                    <a:lnTo>
                      <a:pt x="706" y="248"/>
                    </a:lnTo>
                    <a:lnTo>
                      <a:pt x="708" y="248"/>
                    </a:lnTo>
                    <a:lnTo>
                      <a:pt x="709" y="248"/>
                    </a:lnTo>
                    <a:lnTo>
                      <a:pt x="710" y="248"/>
                    </a:lnTo>
                    <a:lnTo>
                      <a:pt x="712" y="248"/>
                    </a:lnTo>
                    <a:lnTo>
                      <a:pt x="713" y="248"/>
                    </a:lnTo>
                    <a:lnTo>
                      <a:pt x="714" y="248"/>
                    </a:lnTo>
                    <a:lnTo>
                      <a:pt x="716" y="248"/>
                    </a:lnTo>
                    <a:lnTo>
                      <a:pt x="717" y="248"/>
                    </a:lnTo>
                    <a:lnTo>
                      <a:pt x="718" y="248"/>
                    </a:lnTo>
                    <a:lnTo>
                      <a:pt x="720" y="248"/>
                    </a:lnTo>
                    <a:lnTo>
                      <a:pt x="721" y="248"/>
                    </a:lnTo>
                    <a:lnTo>
                      <a:pt x="722" y="247"/>
                    </a:lnTo>
                    <a:lnTo>
                      <a:pt x="724" y="247"/>
                    </a:lnTo>
                    <a:lnTo>
                      <a:pt x="725" y="247"/>
                    </a:lnTo>
                    <a:lnTo>
                      <a:pt x="726" y="247"/>
                    </a:lnTo>
                    <a:lnTo>
                      <a:pt x="728" y="247"/>
                    </a:lnTo>
                    <a:lnTo>
                      <a:pt x="729" y="247"/>
                    </a:lnTo>
                    <a:lnTo>
                      <a:pt x="730" y="247"/>
                    </a:lnTo>
                    <a:lnTo>
                      <a:pt x="732" y="247"/>
                    </a:lnTo>
                    <a:lnTo>
                      <a:pt x="733" y="247"/>
                    </a:lnTo>
                    <a:lnTo>
                      <a:pt x="734" y="247"/>
                    </a:lnTo>
                    <a:lnTo>
                      <a:pt x="736" y="247"/>
                    </a:lnTo>
                    <a:lnTo>
                      <a:pt x="737" y="247"/>
                    </a:lnTo>
                    <a:lnTo>
                      <a:pt x="738" y="247"/>
                    </a:lnTo>
                    <a:lnTo>
                      <a:pt x="740" y="247"/>
                    </a:lnTo>
                    <a:lnTo>
                      <a:pt x="741" y="247"/>
                    </a:lnTo>
                    <a:lnTo>
                      <a:pt x="743" y="247"/>
                    </a:lnTo>
                    <a:lnTo>
                      <a:pt x="744" y="247"/>
                    </a:lnTo>
                    <a:lnTo>
                      <a:pt x="745" y="247"/>
                    </a:lnTo>
                    <a:lnTo>
                      <a:pt x="747" y="246"/>
                    </a:lnTo>
                    <a:lnTo>
                      <a:pt x="748" y="246"/>
                    </a:lnTo>
                    <a:lnTo>
                      <a:pt x="749" y="246"/>
                    </a:lnTo>
                    <a:lnTo>
                      <a:pt x="751" y="246"/>
                    </a:lnTo>
                    <a:lnTo>
                      <a:pt x="752" y="246"/>
                    </a:lnTo>
                    <a:lnTo>
                      <a:pt x="753" y="246"/>
                    </a:lnTo>
                    <a:lnTo>
                      <a:pt x="755" y="246"/>
                    </a:lnTo>
                    <a:lnTo>
                      <a:pt x="756" y="246"/>
                    </a:lnTo>
                    <a:lnTo>
                      <a:pt x="757" y="246"/>
                    </a:lnTo>
                    <a:lnTo>
                      <a:pt x="759" y="246"/>
                    </a:lnTo>
                    <a:lnTo>
                      <a:pt x="760" y="246"/>
                    </a:lnTo>
                    <a:lnTo>
                      <a:pt x="761" y="246"/>
                    </a:lnTo>
                    <a:lnTo>
                      <a:pt x="763" y="246"/>
                    </a:lnTo>
                    <a:lnTo>
                      <a:pt x="764" y="246"/>
                    </a:lnTo>
                    <a:lnTo>
                      <a:pt x="765" y="246"/>
                    </a:lnTo>
                    <a:lnTo>
                      <a:pt x="767" y="245"/>
                    </a:lnTo>
                    <a:lnTo>
                      <a:pt x="768" y="245"/>
                    </a:lnTo>
                    <a:lnTo>
                      <a:pt x="769" y="245"/>
                    </a:lnTo>
                    <a:lnTo>
                      <a:pt x="771" y="245"/>
                    </a:lnTo>
                    <a:lnTo>
                      <a:pt x="772" y="245"/>
                    </a:lnTo>
                    <a:lnTo>
                      <a:pt x="773" y="245"/>
                    </a:lnTo>
                    <a:lnTo>
                      <a:pt x="775" y="245"/>
                    </a:lnTo>
                    <a:lnTo>
                      <a:pt x="776" y="245"/>
                    </a:lnTo>
                    <a:lnTo>
                      <a:pt x="777" y="245"/>
                    </a:lnTo>
                    <a:lnTo>
                      <a:pt x="779" y="245"/>
                    </a:lnTo>
                    <a:lnTo>
                      <a:pt x="780" y="245"/>
                    </a:lnTo>
                    <a:lnTo>
                      <a:pt x="782" y="245"/>
                    </a:lnTo>
                    <a:lnTo>
                      <a:pt x="783" y="245"/>
                    </a:lnTo>
                    <a:lnTo>
                      <a:pt x="784" y="245"/>
                    </a:lnTo>
                    <a:lnTo>
                      <a:pt x="786" y="245"/>
                    </a:lnTo>
                    <a:lnTo>
                      <a:pt x="787" y="245"/>
                    </a:lnTo>
                    <a:lnTo>
                      <a:pt x="788" y="244"/>
                    </a:lnTo>
                    <a:lnTo>
                      <a:pt x="790" y="244"/>
                    </a:lnTo>
                    <a:lnTo>
                      <a:pt x="791" y="244"/>
                    </a:lnTo>
                    <a:lnTo>
                      <a:pt x="792" y="244"/>
                    </a:lnTo>
                    <a:lnTo>
                      <a:pt x="794" y="244"/>
                    </a:lnTo>
                    <a:lnTo>
                      <a:pt x="795" y="244"/>
                    </a:lnTo>
                    <a:lnTo>
                      <a:pt x="796" y="244"/>
                    </a:lnTo>
                    <a:lnTo>
                      <a:pt x="798" y="244"/>
                    </a:lnTo>
                    <a:lnTo>
                      <a:pt x="799" y="244"/>
                    </a:lnTo>
                    <a:lnTo>
                      <a:pt x="800" y="244"/>
                    </a:lnTo>
                    <a:lnTo>
                      <a:pt x="802" y="244"/>
                    </a:lnTo>
                    <a:lnTo>
                      <a:pt x="803" y="244"/>
                    </a:lnTo>
                    <a:lnTo>
                      <a:pt x="804" y="244"/>
                    </a:lnTo>
                    <a:lnTo>
                      <a:pt x="806" y="244"/>
                    </a:lnTo>
                    <a:lnTo>
                      <a:pt x="807" y="244"/>
                    </a:lnTo>
                    <a:lnTo>
                      <a:pt x="808" y="243"/>
                    </a:lnTo>
                    <a:lnTo>
                      <a:pt x="810" y="243"/>
                    </a:lnTo>
                    <a:lnTo>
                      <a:pt x="811" y="243"/>
                    </a:lnTo>
                    <a:lnTo>
                      <a:pt x="812" y="243"/>
                    </a:lnTo>
                    <a:lnTo>
                      <a:pt x="814" y="243"/>
                    </a:lnTo>
                    <a:lnTo>
                      <a:pt x="815" y="243"/>
                    </a:lnTo>
                    <a:lnTo>
                      <a:pt x="817" y="243"/>
                    </a:lnTo>
                    <a:lnTo>
                      <a:pt x="818" y="243"/>
                    </a:lnTo>
                    <a:lnTo>
                      <a:pt x="819" y="243"/>
                    </a:lnTo>
                    <a:lnTo>
                      <a:pt x="821" y="243"/>
                    </a:lnTo>
                    <a:lnTo>
                      <a:pt x="822" y="243"/>
                    </a:lnTo>
                    <a:lnTo>
                      <a:pt x="823" y="243"/>
                    </a:lnTo>
                    <a:lnTo>
                      <a:pt x="825" y="243"/>
                    </a:lnTo>
                    <a:lnTo>
                      <a:pt x="826" y="243"/>
                    </a:lnTo>
                    <a:lnTo>
                      <a:pt x="827" y="242"/>
                    </a:lnTo>
                    <a:lnTo>
                      <a:pt x="829" y="242"/>
                    </a:lnTo>
                    <a:lnTo>
                      <a:pt x="830" y="242"/>
                    </a:lnTo>
                    <a:lnTo>
                      <a:pt x="831" y="242"/>
                    </a:lnTo>
                    <a:lnTo>
                      <a:pt x="833" y="242"/>
                    </a:lnTo>
                    <a:lnTo>
                      <a:pt x="834" y="242"/>
                    </a:lnTo>
                    <a:lnTo>
                      <a:pt x="835" y="242"/>
                    </a:lnTo>
                    <a:lnTo>
                      <a:pt x="837" y="242"/>
                    </a:lnTo>
                    <a:lnTo>
                      <a:pt x="838" y="242"/>
                    </a:lnTo>
                    <a:lnTo>
                      <a:pt x="839" y="242"/>
                    </a:lnTo>
                    <a:lnTo>
                      <a:pt x="841" y="242"/>
                    </a:lnTo>
                    <a:lnTo>
                      <a:pt x="842" y="242"/>
                    </a:lnTo>
                    <a:lnTo>
                      <a:pt x="843" y="242"/>
                    </a:lnTo>
                    <a:lnTo>
                      <a:pt x="845" y="242"/>
                    </a:lnTo>
                    <a:lnTo>
                      <a:pt x="846" y="242"/>
                    </a:lnTo>
                    <a:lnTo>
                      <a:pt x="847" y="242"/>
                    </a:lnTo>
                    <a:lnTo>
                      <a:pt x="849" y="241"/>
                    </a:lnTo>
                    <a:lnTo>
                      <a:pt x="850" y="241"/>
                    </a:lnTo>
                    <a:lnTo>
                      <a:pt x="852" y="241"/>
                    </a:lnTo>
                    <a:lnTo>
                      <a:pt x="853" y="241"/>
                    </a:lnTo>
                    <a:lnTo>
                      <a:pt x="854" y="241"/>
                    </a:lnTo>
                    <a:lnTo>
                      <a:pt x="856" y="241"/>
                    </a:lnTo>
                    <a:lnTo>
                      <a:pt x="857" y="241"/>
                    </a:lnTo>
                    <a:lnTo>
                      <a:pt x="858" y="241"/>
                    </a:lnTo>
                    <a:lnTo>
                      <a:pt x="860" y="241"/>
                    </a:lnTo>
                    <a:lnTo>
                      <a:pt x="861" y="241"/>
                    </a:lnTo>
                    <a:lnTo>
                      <a:pt x="862" y="241"/>
                    </a:lnTo>
                    <a:lnTo>
                      <a:pt x="864" y="241"/>
                    </a:lnTo>
                    <a:lnTo>
                      <a:pt x="865" y="241"/>
                    </a:lnTo>
                    <a:lnTo>
                      <a:pt x="866" y="241"/>
                    </a:lnTo>
                    <a:lnTo>
                      <a:pt x="868" y="241"/>
                    </a:lnTo>
                    <a:lnTo>
                      <a:pt x="869" y="241"/>
                    </a:lnTo>
                    <a:lnTo>
                      <a:pt x="870" y="241"/>
                    </a:lnTo>
                    <a:lnTo>
                      <a:pt x="872" y="240"/>
                    </a:lnTo>
                    <a:lnTo>
                      <a:pt x="873" y="240"/>
                    </a:lnTo>
                    <a:lnTo>
                      <a:pt x="874" y="240"/>
                    </a:lnTo>
                    <a:lnTo>
                      <a:pt x="876" y="240"/>
                    </a:lnTo>
                    <a:lnTo>
                      <a:pt x="877" y="240"/>
                    </a:lnTo>
                    <a:lnTo>
                      <a:pt x="878" y="240"/>
                    </a:lnTo>
                    <a:lnTo>
                      <a:pt x="880" y="240"/>
                    </a:lnTo>
                    <a:lnTo>
                      <a:pt x="881" y="240"/>
                    </a:lnTo>
                    <a:lnTo>
                      <a:pt x="882" y="240"/>
                    </a:lnTo>
                    <a:lnTo>
                      <a:pt x="884" y="240"/>
                    </a:lnTo>
                    <a:lnTo>
                      <a:pt x="885" y="240"/>
                    </a:lnTo>
                    <a:lnTo>
                      <a:pt x="887" y="240"/>
                    </a:lnTo>
                    <a:lnTo>
                      <a:pt x="888" y="240"/>
                    </a:lnTo>
                    <a:lnTo>
                      <a:pt x="889" y="240"/>
                    </a:lnTo>
                    <a:lnTo>
                      <a:pt x="891" y="240"/>
                    </a:lnTo>
                    <a:lnTo>
                      <a:pt x="892" y="240"/>
                    </a:lnTo>
                    <a:lnTo>
                      <a:pt x="893" y="240"/>
                    </a:lnTo>
                    <a:lnTo>
                      <a:pt x="895" y="240"/>
                    </a:lnTo>
                    <a:lnTo>
                      <a:pt x="896" y="239"/>
                    </a:lnTo>
                    <a:lnTo>
                      <a:pt x="897" y="239"/>
                    </a:lnTo>
                    <a:lnTo>
                      <a:pt x="899" y="239"/>
                    </a:lnTo>
                    <a:lnTo>
                      <a:pt x="900" y="239"/>
                    </a:lnTo>
                    <a:lnTo>
                      <a:pt x="901" y="239"/>
                    </a:lnTo>
                    <a:lnTo>
                      <a:pt x="903" y="239"/>
                    </a:lnTo>
                    <a:lnTo>
                      <a:pt x="904" y="239"/>
                    </a:lnTo>
                    <a:lnTo>
                      <a:pt x="905" y="239"/>
                    </a:lnTo>
                    <a:lnTo>
                      <a:pt x="907" y="239"/>
                    </a:lnTo>
                    <a:lnTo>
                      <a:pt x="908" y="239"/>
                    </a:lnTo>
                    <a:lnTo>
                      <a:pt x="909" y="239"/>
                    </a:lnTo>
                    <a:lnTo>
                      <a:pt x="911" y="239"/>
                    </a:lnTo>
                    <a:lnTo>
                      <a:pt x="912" y="239"/>
                    </a:lnTo>
                    <a:lnTo>
                      <a:pt x="913" y="239"/>
                    </a:lnTo>
                    <a:lnTo>
                      <a:pt x="915" y="239"/>
                    </a:lnTo>
                    <a:lnTo>
                      <a:pt x="916" y="239"/>
                    </a:lnTo>
                    <a:lnTo>
                      <a:pt x="917" y="239"/>
                    </a:lnTo>
                    <a:lnTo>
                      <a:pt x="919" y="238"/>
                    </a:lnTo>
                    <a:lnTo>
                      <a:pt x="920" y="238"/>
                    </a:lnTo>
                    <a:lnTo>
                      <a:pt x="921" y="238"/>
                    </a:lnTo>
                    <a:lnTo>
                      <a:pt x="923" y="238"/>
                    </a:lnTo>
                    <a:lnTo>
                      <a:pt x="924" y="238"/>
                    </a:lnTo>
                    <a:lnTo>
                      <a:pt x="926" y="238"/>
                    </a:lnTo>
                    <a:lnTo>
                      <a:pt x="927" y="238"/>
                    </a:lnTo>
                    <a:lnTo>
                      <a:pt x="928" y="238"/>
                    </a:lnTo>
                    <a:lnTo>
                      <a:pt x="930" y="238"/>
                    </a:lnTo>
                    <a:lnTo>
                      <a:pt x="931" y="238"/>
                    </a:lnTo>
                    <a:lnTo>
                      <a:pt x="932" y="238"/>
                    </a:lnTo>
                    <a:lnTo>
                      <a:pt x="934" y="238"/>
                    </a:lnTo>
                    <a:lnTo>
                      <a:pt x="935" y="238"/>
                    </a:lnTo>
                    <a:lnTo>
                      <a:pt x="936" y="238"/>
                    </a:lnTo>
                    <a:lnTo>
                      <a:pt x="938" y="238"/>
                    </a:lnTo>
                    <a:lnTo>
                      <a:pt x="939" y="238"/>
                    </a:lnTo>
                    <a:lnTo>
                      <a:pt x="940" y="238"/>
                    </a:lnTo>
                    <a:lnTo>
                      <a:pt x="942" y="238"/>
                    </a:lnTo>
                    <a:lnTo>
                      <a:pt x="943" y="237"/>
                    </a:lnTo>
                    <a:lnTo>
                      <a:pt x="944" y="237"/>
                    </a:lnTo>
                    <a:lnTo>
                      <a:pt x="946" y="237"/>
                    </a:lnTo>
                    <a:lnTo>
                      <a:pt x="947" y="237"/>
                    </a:lnTo>
                    <a:lnTo>
                      <a:pt x="948" y="237"/>
                    </a:lnTo>
                    <a:lnTo>
                      <a:pt x="950" y="237"/>
                    </a:lnTo>
                    <a:lnTo>
                      <a:pt x="951" y="237"/>
                    </a:lnTo>
                    <a:lnTo>
                      <a:pt x="952" y="237"/>
                    </a:lnTo>
                    <a:lnTo>
                      <a:pt x="954" y="237"/>
                    </a:lnTo>
                    <a:lnTo>
                      <a:pt x="955" y="237"/>
                    </a:lnTo>
                    <a:lnTo>
                      <a:pt x="956" y="237"/>
                    </a:lnTo>
                    <a:lnTo>
                      <a:pt x="958" y="237"/>
                    </a:lnTo>
                    <a:lnTo>
                      <a:pt x="959" y="237"/>
                    </a:lnTo>
                    <a:lnTo>
                      <a:pt x="961" y="237"/>
                    </a:lnTo>
                    <a:lnTo>
                      <a:pt x="962" y="237"/>
                    </a:lnTo>
                    <a:lnTo>
                      <a:pt x="963" y="237"/>
                    </a:lnTo>
                    <a:lnTo>
                      <a:pt x="965" y="237"/>
                    </a:lnTo>
                    <a:lnTo>
                      <a:pt x="966" y="236"/>
                    </a:lnTo>
                    <a:lnTo>
                      <a:pt x="967" y="236"/>
                    </a:lnTo>
                    <a:lnTo>
                      <a:pt x="969" y="236"/>
                    </a:lnTo>
                    <a:lnTo>
                      <a:pt x="970" y="236"/>
                    </a:lnTo>
                    <a:lnTo>
                      <a:pt x="971" y="236"/>
                    </a:lnTo>
                    <a:lnTo>
                      <a:pt x="973" y="236"/>
                    </a:lnTo>
                    <a:lnTo>
                      <a:pt x="974" y="236"/>
                    </a:lnTo>
                    <a:lnTo>
                      <a:pt x="975" y="236"/>
                    </a:lnTo>
                    <a:lnTo>
                      <a:pt x="977" y="236"/>
                    </a:lnTo>
                    <a:lnTo>
                      <a:pt x="978" y="236"/>
                    </a:lnTo>
                    <a:lnTo>
                      <a:pt x="979" y="236"/>
                    </a:lnTo>
                    <a:lnTo>
                      <a:pt x="981" y="236"/>
                    </a:lnTo>
                    <a:lnTo>
                      <a:pt x="982" y="236"/>
                    </a:lnTo>
                    <a:lnTo>
                      <a:pt x="983" y="236"/>
                    </a:lnTo>
                    <a:lnTo>
                      <a:pt x="985" y="236"/>
                    </a:lnTo>
                    <a:lnTo>
                      <a:pt x="986" y="236"/>
                    </a:lnTo>
                    <a:lnTo>
                      <a:pt x="987" y="236"/>
                    </a:lnTo>
                    <a:lnTo>
                      <a:pt x="989" y="236"/>
                    </a:lnTo>
                    <a:lnTo>
                      <a:pt x="990" y="236"/>
                    </a:lnTo>
                    <a:lnTo>
                      <a:pt x="991" y="235"/>
                    </a:lnTo>
                    <a:lnTo>
                      <a:pt x="993" y="235"/>
                    </a:lnTo>
                    <a:lnTo>
                      <a:pt x="994" y="235"/>
                    </a:lnTo>
                    <a:lnTo>
                      <a:pt x="996" y="235"/>
                    </a:lnTo>
                    <a:lnTo>
                      <a:pt x="997" y="235"/>
                    </a:lnTo>
                    <a:lnTo>
                      <a:pt x="998" y="235"/>
                    </a:lnTo>
                    <a:lnTo>
                      <a:pt x="1000" y="235"/>
                    </a:lnTo>
                    <a:lnTo>
                      <a:pt x="1001" y="235"/>
                    </a:lnTo>
                    <a:lnTo>
                      <a:pt x="1002" y="235"/>
                    </a:lnTo>
                    <a:lnTo>
                      <a:pt x="1004" y="235"/>
                    </a:lnTo>
                    <a:lnTo>
                      <a:pt x="1005" y="235"/>
                    </a:lnTo>
                    <a:lnTo>
                      <a:pt x="1006" y="235"/>
                    </a:lnTo>
                    <a:lnTo>
                      <a:pt x="1008" y="235"/>
                    </a:lnTo>
                    <a:lnTo>
                      <a:pt x="1009" y="235"/>
                    </a:lnTo>
                    <a:lnTo>
                      <a:pt x="1010" y="235"/>
                    </a:lnTo>
                    <a:lnTo>
                      <a:pt x="1012" y="235"/>
                    </a:lnTo>
                    <a:lnTo>
                      <a:pt x="1013" y="235"/>
                    </a:lnTo>
                    <a:lnTo>
                      <a:pt x="1014" y="235"/>
                    </a:lnTo>
                    <a:lnTo>
                      <a:pt x="1016" y="235"/>
                    </a:lnTo>
                    <a:lnTo>
                      <a:pt x="1017" y="234"/>
                    </a:lnTo>
                    <a:lnTo>
                      <a:pt x="1018" y="234"/>
                    </a:lnTo>
                    <a:lnTo>
                      <a:pt x="1020" y="234"/>
                    </a:lnTo>
                    <a:lnTo>
                      <a:pt x="1021" y="234"/>
                    </a:lnTo>
                    <a:lnTo>
                      <a:pt x="1022" y="234"/>
                    </a:lnTo>
                    <a:lnTo>
                      <a:pt x="1024" y="234"/>
                    </a:lnTo>
                    <a:lnTo>
                      <a:pt x="1025" y="234"/>
                    </a:lnTo>
                    <a:lnTo>
                      <a:pt x="1026" y="234"/>
                    </a:lnTo>
                    <a:lnTo>
                      <a:pt x="1028" y="234"/>
                    </a:lnTo>
                    <a:lnTo>
                      <a:pt x="1029" y="234"/>
                    </a:lnTo>
                    <a:lnTo>
                      <a:pt x="1031" y="234"/>
                    </a:lnTo>
                    <a:lnTo>
                      <a:pt x="1032" y="234"/>
                    </a:lnTo>
                    <a:lnTo>
                      <a:pt x="1033" y="234"/>
                    </a:lnTo>
                    <a:lnTo>
                      <a:pt x="1035" y="234"/>
                    </a:lnTo>
                    <a:lnTo>
                      <a:pt x="1036" y="234"/>
                    </a:lnTo>
                    <a:lnTo>
                      <a:pt x="1037" y="234"/>
                    </a:lnTo>
                    <a:lnTo>
                      <a:pt x="1039" y="234"/>
                    </a:lnTo>
                    <a:lnTo>
                      <a:pt x="1040" y="234"/>
                    </a:lnTo>
                    <a:lnTo>
                      <a:pt x="1041" y="234"/>
                    </a:lnTo>
                    <a:lnTo>
                      <a:pt x="1043" y="234"/>
                    </a:lnTo>
                    <a:lnTo>
                      <a:pt x="1044" y="233"/>
                    </a:lnTo>
                    <a:lnTo>
                      <a:pt x="1045" y="233"/>
                    </a:lnTo>
                    <a:lnTo>
                      <a:pt x="1047" y="233"/>
                    </a:lnTo>
                    <a:lnTo>
                      <a:pt x="1048" y="233"/>
                    </a:lnTo>
                    <a:lnTo>
                      <a:pt x="1049" y="233"/>
                    </a:lnTo>
                    <a:lnTo>
                      <a:pt x="1051" y="233"/>
                    </a:lnTo>
                    <a:lnTo>
                      <a:pt x="1052" y="233"/>
                    </a:lnTo>
                    <a:lnTo>
                      <a:pt x="1053" y="233"/>
                    </a:lnTo>
                    <a:lnTo>
                      <a:pt x="1055" y="233"/>
                    </a:lnTo>
                    <a:lnTo>
                      <a:pt x="1056" y="233"/>
                    </a:lnTo>
                    <a:lnTo>
                      <a:pt x="1057" y="233"/>
                    </a:lnTo>
                    <a:lnTo>
                      <a:pt x="1059" y="233"/>
                    </a:lnTo>
                    <a:lnTo>
                      <a:pt x="1060" y="233"/>
                    </a:lnTo>
                    <a:lnTo>
                      <a:pt x="1061" y="233"/>
                    </a:lnTo>
                    <a:lnTo>
                      <a:pt x="1063" y="233"/>
                    </a:lnTo>
                    <a:lnTo>
                      <a:pt x="1064" y="233"/>
                    </a:lnTo>
                    <a:lnTo>
                      <a:pt x="1065" y="233"/>
                    </a:lnTo>
                    <a:lnTo>
                      <a:pt x="1067" y="233"/>
                    </a:lnTo>
                    <a:lnTo>
                      <a:pt x="1068" y="233"/>
                    </a:lnTo>
                    <a:lnTo>
                      <a:pt x="1070" y="233"/>
                    </a:lnTo>
                    <a:lnTo>
                      <a:pt x="1071" y="233"/>
                    </a:lnTo>
                    <a:lnTo>
                      <a:pt x="1072" y="233"/>
                    </a:lnTo>
                    <a:lnTo>
                      <a:pt x="1074" y="232"/>
                    </a:lnTo>
                    <a:lnTo>
                      <a:pt x="1075" y="232"/>
                    </a:lnTo>
                    <a:lnTo>
                      <a:pt x="1076" y="232"/>
                    </a:lnTo>
                    <a:lnTo>
                      <a:pt x="1078" y="232"/>
                    </a:lnTo>
                    <a:lnTo>
                      <a:pt x="1079" y="232"/>
                    </a:lnTo>
                    <a:lnTo>
                      <a:pt x="1080" y="232"/>
                    </a:lnTo>
                    <a:lnTo>
                      <a:pt x="1082" y="232"/>
                    </a:lnTo>
                    <a:lnTo>
                      <a:pt x="1083" y="232"/>
                    </a:lnTo>
                    <a:lnTo>
                      <a:pt x="1084" y="232"/>
                    </a:lnTo>
                    <a:lnTo>
                      <a:pt x="1086" y="232"/>
                    </a:lnTo>
                    <a:lnTo>
                      <a:pt x="1087" y="232"/>
                    </a:lnTo>
                    <a:lnTo>
                      <a:pt x="1088" y="232"/>
                    </a:lnTo>
                    <a:lnTo>
                      <a:pt x="1090" y="232"/>
                    </a:lnTo>
                    <a:lnTo>
                      <a:pt x="1091" y="232"/>
                    </a:lnTo>
                    <a:lnTo>
                      <a:pt x="1092" y="232"/>
                    </a:lnTo>
                    <a:lnTo>
                      <a:pt x="1094" y="232"/>
                    </a:lnTo>
                    <a:lnTo>
                      <a:pt x="1095" y="232"/>
                    </a:lnTo>
                    <a:lnTo>
                      <a:pt x="1096" y="232"/>
                    </a:lnTo>
                    <a:lnTo>
                      <a:pt x="1098" y="232"/>
                    </a:lnTo>
                    <a:lnTo>
                      <a:pt x="1099" y="232"/>
                    </a:lnTo>
                    <a:lnTo>
                      <a:pt x="1100" y="232"/>
                    </a:lnTo>
                    <a:lnTo>
                      <a:pt x="1102" y="231"/>
                    </a:lnTo>
                    <a:lnTo>
                      <a:pt x="1103" y="231"/>
                    </a:lnTo>
                    <a:lnTo>
                      <a:pt x="1105" y="231"/>
                    </a:lnTo>
                    <a:lnTo>
                      <a:pt x="1106" y="231"/>
                    </a:lnTo>
                    <a:lnTo>
                      <a:pt x="1107" y="231"/>
                    </a:lnTo>
                    <a:lnTo>
                      <a:pt x="1109" y="231"/>
                    </a:lnTo>
                    <a:lnTo>
                      <a:pt x="1110" y="231"/>
                    </a:lnTo>
                    <a:lnTo>
                      <a:pt x="1111" y="231"/>
                    </a:lnTo>
                    <a:lnTo>
                      <a:pt x="1113" y="231"/>
                    </a:lnTo>
                    <a:lnTo>
                      <a:pt x="1114" y="231"/>
                    </a:lnTo>
                    <a:lnTo>
                      <a:pt x="1115" y="231"/>
                    </a:lnTo>
                    <a:lnTo>
                      <a:pt x="1117" y="231"/>
                    </a:lnTo>
                    <a:lnTo>
                      <a:pt x="1118" y="231"/>
                    </a:lnTo>
                    <a:lnTo>
                      <a:pt x="1119" y="231"/>
                    </a:lnTo>
                    <a:lnTo>
                      <a:pt x="1121" y="231"/>
                    </a:lnTo>
                    <a:lnTo>
                      <a:pt x="1122" y="231"/>
                    </a:lnTo>
                    <a:lnTo>
                      <a:pt x="1123" y="231"/>
                    </a:lnTo>
                    <a:lnTo>
                      <a:pt x="1125" y="231"/>
                    </a:lnTo>
                    <a:lnTo>
                      <a:pt x="1126" y="231"/>
                    </a:lnTo>
                    <a:lnTo>
                      <a:pt x="1127" y="230"/>
                    </a:lnTo>
                    <a:lnTo>
                      <a:pt x="1129" y="230"/>
                    </a:lnTo>
                    <a:lnTo>
                      <a:pt x="1130" y="230"/>
                    </a:lnTo>
                    <a:lnTo>
                      <a:pt x="1131" y="230"/>
                    </a:lnTo>
                    <a:lnTo>
                      <a:pt x="1133" y="230"/>
                    </a:lnTo>
                    <a:lnTo>
                      <a:pt x="1134" y="230"/>
                    </a:lnTo>
                    <a:lnTo>
                      <a:pt x="1135" y="230"/>
                    </a:lnTo>
                    <a:lnTo>
                      <a:pt x="1137" y="230"/>
                    </a:lnTo>
                    <a:lnTo>
                      <a:pt x="1138" y="230"/>
                    </a:lnTo>
                    <a:lnTo>
                      <a:pt x="1140" y="230"/>
                    </a:lnTo>
                    <a:lnTo>
                      <a:pt x="1141" y="230"/>
                    </a:lnTo>
                    <a:lnTo>
                      <a:pt x="1142" y="230"/>
                    </a:lnTo>
                    <a:lnTo>
                      <a:pt x="1144" y="230"/>
                    </a:lnTo>
                    <a:lnTo>
                      <a:pt x="1145" y="230"/>
                    </a:lnTo>
                    <a:lnTo>
                      <a:pt x="1146" y="230"/>
                    </a:lnTo>
                    <a:lnTo>
                      <a:pt x="1148" y="230"/>
                    </a:lnTo>
                    <a:lnTo>
                      <a:pt x="1149" y="230"/>
                    </a:lnTo>
                    <a:lnTo>
                      <a:pt x="1150" y="230"/>
                    </a:lnTo>
                    <a:lnTo>
                      <a:pt x="1152" y="230"/>
                    </a:lnTo>
                    <a:lnTo>
                      <a:pt x="1153" y="230"/>
                    </a:lnTo>
                    <a:lnTo>
                      <a:pt x="1154" y="229"/>
                    </a:lnTo>
                    <a:lnTo>
                      <a:pt x="1156" y="229"/>
                    </a:lnTo>
                    <a:lnTo>
                      <a:pt x="1157" y="229"/>
                    </a:lnTo>
                    <a:lnTo>
                      <a:pt x="1158" y="229"/>
                    </a:lnTo>
                    <a:lnTo>
                      <a:pt x="1160" y="229"/>
                    </a:lnTo>
                    <a:lnTo>
                      <a:pt x="1161" y="229"/>
                    </a:lnTo>
                    <a:lnTo>
                      <a:pt x="1162" y="229"/>
                    </a:lnTo>
                    <a:lnTo>
                      <a:pt x="1164" y="229"/>
                    </a:lnTo>
                    <a:lnTo>
                      <a:pt x="1165" y="229"/>
                    </a:lnTo>
                    <a:lnTo>
                      <a:pt x="1166" y="229"/>
                    </a:lnTo>
                    <a:lnTo>
                      <a:pt x="1168" y="229"/>
                    </a:lnTo>
                    <a:lnTo>
                      <a:pt x="1169" y="229"/>
                    </a:lnTo>
                    <a:lnTo>
                      <a:pt x="1170" y="229"/>
                    </a:lnTo>
                    <a:lnTo>
                      <a:pt x="1172" y="229"/>
                    </a:lnTo>
                    <a:lnTo>
                      <a:pt x="1173" y="229"/>
                    </a:lnTo>
                    <a:lnTo>
                      <a:pt x="1175" y="229"/>
                    </a:lnTo>
                    <a:lnTo>
                      <a:pt x="1176" y="229"/>
                    </a:lnTo>
                    <a:lnTo>
                      <a:pt x="1177" y="229"/>
                    </a:lnTo>
                    <a:lnTo>
                      <a:pt x="1179" y="229"/>
                    </a:lnTo>
                    <a:lnTo>
                      <a:pt x="1180" y="229"/>
                    </a:lnTo>
                    <a:lnTo>
                      <a:pt x="1181" y="228"/>
                    </a:lnTo>
                    <a:lnTo>
                      <a:pt x="1183" y="228"/>
                    </a:lnTo>
                    <a:lnTo>
                      <a:pt x="1184" y="228"/>
                    </a:lnTo>
                    <a:lnTo>
                      <a:pt x="1185" y="228"/>
                    </a:lnTo>
                    <a:lnTo>
                      <a:pt x="1187" y="228"/>
                    </a:lnTo>
                    <a:lnTo>
                      <a:pt x="1188" y="228"/>
                    </a:lnTo>
                    <a:lnTo>
                      <a:pt x="1189" y="228"/>
                    </a:lnTo>
                    <a:lnTo>
                      <a:pt x="1191" y="228"/>
                    </a:lnTo>
                    <a:lnTo>
                      <a:pt x="1192" y="228"/>
                    </a:lnTo>
                    <a:lnTo>
                      <a:pt x="1193" y="228"/>
                    </a:lnTo>
                    <a:lnTo>
                      <a:pt x="1195" y="228"/>
                    </a:lnTo>
                    <a:lnTo>
                      <a:pt x="1196" y="228"/>
                    </a:lnTo>
                    <a:lnTo>
                      <a:pt x="1197" y="228"/>
                    </a:lnTo>
                    <a:lnTo>
                      <a:pt x="1199" y="228"/>
                    </a:lnTo>
                    <a:lnTo>
                      <a:pt x="1200" y="228"/>
                    </a:lnTo>
                    <a:lnTo>
                      <a:pt x="1201" y="228"/>
                    </a:lnTo>
                    <a:lnTo>
                      <a:pt x="1203" y="228"/>
                    </a:lnTo>
                    <a:lnTo>
                      <a:pt x="1204" y="228"/>
                    </a:lnTo>
                    <a:lnTo>
                      <a:pt x="1205" y="228"/>
                    </a:lnTo>
                    <a:lnTo>
                      <a:pt x="1207" y="228"/>
                    </a:lnTo>
                    <a:lnTo>
                      <a:pt x="1208" y="228"/>
                    </a:lnTo>
                    <a:lnTo>
                      <a:pt x="1209" y="228"/>
                    </a:lnTo>
                    <a:lnTo>
                      <a:pt x="1211" y="228"/>
                    </a:lnTo>
                    <a:lnTo>
                      <a:pt x="1212" y="227"/>
                    </a:lnTo>
                    <a:lnTo>
                      <a:pt x="1214" y="227"/>
                    </a:lnTo>
                    <a:lnTo>
                      <a:pt x="1215" y="227"/>
                    </a:lnTo>
                    <a:lnTo>
                      <a:pt x="1216" y="227"/>
                    </a:lnTo>
                    <a:lnTo>
                      <a:pt x="1218" y="227"/>
                    </a:lnTo>
                    <a:lnTo>
                      <a:pt x="1219" y="227"/>
                    </a:lnTo>
                    <a:lnTo>
                      <a:pt x="1220" y="227"/>
                    </a:lnTo>
                    <a:lnTo>
                      <a:pt x="1222" y="227"/>
                    </a:lnTo>
                    <a:lnTo>
                      <a:pt x="1223" y="227"/>
                    </a:lnTo>
                    <a:lnTo>
                      <a:pt x="1224" y="227"/>
                    </a:lnTo>
                    <a:lnTo>
                      <a:pt x="1226" y="227"/>
                    </a:lnTo>
                    <a:lnTo>
                      <a:pt x="1227" y="227"/>
                    </a:lnTo>
                    <a:lnTo>
                      <a:pt x="1228" y="227"/>
                    </a:lnTo>
                    <a:lnTo>
                      <a:pt x="1230" y="227"/>
                    </a:lnTo>
                    <a:lnTo>
                      <a:pt x="1231" y="227"/>
                    </a:lnTo>
                    <a:lnTo>
                      <a:pt x="1232" y="227"/>
                    </a:lnTo>
                    <a:lnTo>
                      <a:pt x="1234" y="227"/>
                    </a:lnTo>
                    <a:lnTo>
                      <a:pt x="1235" y="227"/>
                    </a:lnTo>
                    <a:lnTo>
                      <a:pt x="1236" y="227"/>
                    </a:lnTo>
                    <a:lnTo>
                      <a:pt x="1238" y="227"/>
                    </a:lnTo>
                    <a:lnTo>
                      <a:pt x="1239" y="226"/>
                    </a:lnTo>
                    <a:lnTo>
                      <a:pt x="1240" y="226"/>
                    </a:lnTo>
                    <a:lnTo>
                      <a:pt x="1242" y="226"/>
                    </a:lnTo>
                    <a:lnTo>
                      <a:pt x="1243" y="226"/>
                    </a:lnTo>
                    <a:lnTo>
                      <a:pt x="1244" y="226"/>
                    </a:lnTo>
                    <a:lnTo>
                      <a:pt x="1246" y="226"/>
                    </a:lnTo>
                    <a:lnTo>
                      <a:pt x="1247" y="226"/>
                    </a:lnTo>
                    <a:lnTo>
                      <a:pt x="1249" y="226"/>
                    </a:lnTo>
                    <a:lnTo>
                      <a:pt x="1250" y="226"/>
                    </a:lnTo>
                    <a:lnTo>
                      <a:pt x="1251" y="226"/>
                    </a:lnTo>
                    <a:lnTo>
                      <a:pt x="1253" y="226"/>
                    </a:lnTo>
                    <a:lnTo>
                      <a:pt x="1254" y="226"/>
                    </a:lnTo>
                    <a:lnTo>
                      <a:pt x="1255" y="226"/>
                    </a:lnTo>
                    <a:lnTo>
                      <a:pt x="1257" y="226"/>
                    </a:lnTo>
                    <a:lnTo>
                      <a:pt x="1258" y="226"/>
                    </a:lnTo>
                    <a:lnTo>
                      <a:pt x="1259" y="226"/>
                    </a:lnTo>
                    <a:lnTo>
                      <a:pt x="1261" y="226"/>
                    </a:lnTo>
                    <a:lnTo>
                      <a:pt x="1262" y="226"/>
                    </a:lnTo>
                    <a:lnTo>
                      <a:pt x="1263" y="225"/>
                    </a:lnTo>
                    <a:lnTo>
                      <a:pt x="1265" y="225"/>
                    </a:lnTo>
                    <a:lnTo>
                      <a:pt x="1266" y="225"/>
                    </a:lnTo>
                    <a:lnTo>
                      <a:pt x="1267" y="225"/>
                    </a:lnTo>
                    <a:lnTo>
                      <a:pt x="1269" y="225"/>
                    </a:lnTo>
                    <a:lnTo>
                      <a:pt x="1270" y="225"/>
                    </a:lnTo>
                    <a:lnTo>
                      <a:pt x="1271" y="225"/>
                    </a:lnTo>
                    <a:lnTo>
                      <a:pt x="1273" y="225"/>
                    </a:lnTo>
                    <a:lnTo>
                      <a:pt x="1274" y="225"/>
                    </a:lnTo>
                    <a:lnTo>
                      <a:pt x="1275" y="225"/>
                    </a:lnTo>
                    <a:lnTo>
                      <a:pt x="1277" y="225"/>
                    </a:lnTo>
                    <a:lnTo>
                      <a:pt x="1278" y="225"/>
                    </a:lnTo>
                    <a:lnTo>
                      <a:pt x="1279" y="225"/>
                    </a:lnTo>
                    <a:lnTo>
                      <a:pt x="1281" y="225"/>
                    </a:lnTo>
                    <a:lnTo>
                      <a:pt x="1282" y="225"/>
                    </a:lnTo>
                    <a:lnTo>
                      <a:pt x="1284" y="225"/>
                    </a:lnTo>
                    <a:lnTo>
                      <a:pt x="1285" y="225"/>
                    </a:lnTo>
                    <a:lnTo>
                      <a:pt x="1286" y="225"/>
                    </a:lnTo>
                    <a:lnTo>
                      <a:pt x="1288" y="224"/>
                    </a:lnTo>
                    <a:lnTo>
                      <a:pt x="1289" y="224"/>
                    </a:lnTo>
                    <a:lnTo>
                      <a:pt x="1290" y="224"/>
                    </a:lnTo>
                    <a:lnTo>
                      <a:pt x="1292" y="224"/>
                    </a:lnTo>
                    <a:lnTo>
                      <a:pt x="1293" y="224"/>
                    </a:lnTo>
                    <a:lnTo>
                      <a:pt x="1294" y="224"/>
                    </a:lnTo>
                    <a:lnTo>
                      <a:pt x="1296" y="224"/>
                    </a:lnTo>
                    <a:lnTo>
                      <a:pt x="1297" y="224"/>
                    </a:lnTo>
                    <a:lnTo>
                      <a:pt x="1298" y="224"/>
                    </a:lnTo>
                    <a:lnTo>
                      <a:pt x="1300" y="224"/>
                    </a:lnTo>
                    <a:lnTo>
                      <a:pt x="1301" y="224"/>
                    </a:lnTo>
                    <a:lnTo>
                      <a:pt x="1302" y="224"/>
                    </a:lnTo>
                    <a:lnTo>
                      <a:pt x="1304" y="224"/>
                    </a:lnTo>
                    <a:lnTo>
                      <a:pt x="1305" y="224"/>
                    </a:lnTo>
                    <a:lnTo>
                      <a:pt x="1306" y="224"/>
                    </a:lnTo>
                    <a:lnTo>
                      <a:pt x="1308" y="224"/>
                    </a:lnTo>
                    <a:lnTo>
                      <a:pt x="1309" y="224"/>
                    </a:lnTo>
                    <a:lnTo>
                      <a:pt x="1310" y="224"/>
                    </a:lnTo>
                    <a:lnTo>
                      <a:pt x="1312" y="224"/>
                    </a:lnTo>
                    <a:lnTo>
                      <a:pt x="1313" y="224"/>
                    </a:lnTo>
                    <a:lnTo>
                      <a:pt x="1314" y="224"/>
                    </a:lnTo>
                    <a:lnTo>
                      <a:pt x="1316" y="224"/>
                    </a:lnTo>
                    <a:lnTo>
                      <a:pt x="1317" y="223"/>
                    </a:lnTo>
                    <a:lnTo>
                      <a:pt x="1319" y="223"/>
                    </a:lnTo>
                    <a:lnTo>
                      <a:pt x="1320" y="223"/>
                    </a:lnTo>
                    <a:lnTo>
                      <a:pt x="1321" y="223"/>
                    </a:lnTo>
                    <a:lnTo>
                      <a:pt x="1323" y="223"/>
                    </a:lnTo>
                    <a:lnTo>
                      <a:pt x="1324" y="223"/>
                    </a:lnTo>
                    <a:lnTo>
                      <a:pt x="1325" y="223"/>
                    </a:lnTo>
                    <a:lnTo>
                      <a:pt x="1327" y="223"/>
                    </a:lnTo>
                    <a:lnTo>
                      <a:pt x="1328" y="223"/>
                    </a:lnTo>
                    <a:lnTo>
                      <a:pt x="1329" y="223"/>
                    </a:lnTo>
                    <a:lnTo>
                      <a:pt x="1331" y="223"/>
                    </a:lnTo>
                    <a:lnTo>
                      <a:pt x="1332" y="223"/>
                    </a:lnTo>
                    <a:lnTo>
                      <a:pt x="1333" y="223"/>
                    </a:lnTo>
                    <a:lnTo>
                      <a:pt x="1335" y="223"/>
                    </a:lnTo>
                    <a:lnTo>
                      <a:pt x="1336" y="223"/>
                    </a:lnTo>
                    <a:lnTo>
                      <a:pt x="1337" y="223"/>
                    </a:lnTo>
                    <a:lnTo>
                      <a:pt x="1339" y="223"/>
                    </a:lnTo>
                    <a:lnTo>
                      <a:pt x="1340" y="223"/>
                    </a:lnTo>
                    <a:lnTo>
                      <a:pt x="1341" y="223"/>
                    </a:lnTo>
                    <a:lnTo>
                      <a:pt x="1343" y="223"/>
                    </a:lnTo>
                    <a:lnTo>
                      <a:pt x="1344" y="223"/>
                    </a:lnTo>
                    <a:lnTo>
                      <a:pt x="1345" y="222"/>
                    </a:lnTo>
                    <a:lnTo>
                      <a:pt x="1347" y="222"/>
                    </a:lnTo>
                    <a:lnTo>
                      <a:pt x="1348" y="222"/>
                    </a:lnTo>
                    <a:lnTo>
                      <a:pt x="1349" y="222"/>
                    </a:lnTo>
                    <a:lnTo>
                      <a:pt x="1351" y="222"/>
                    </a:lnTo>
                    <a:lnTo>
                      <a:pt x="1352" y="222"/>
                    </a:lnTo>
                    <a:lnTo>
                      <a:pt x="1353" y="222"/>
                    </a:lnTo>
                    <a:lnTo>
                      <a:pt x="1355" y="222"/>
                    </a:lnTo>
                    <a:lnTo>
                      <a:pt x="1356" y="222"/>
                    </a:lnTo>
                    <a:lnTo>
                      <a:pt x="1358" y="222"/>
                    </a:lnTo>
                    <a:lnTo>
                      <a:pt x="1359" y="222"/>
                    </a:lnTo>
                    <a:lnTo>
                      <a:pt x="1360" y="222"/>
                    </a:lnTo>
                    <a:lnTo>
                      <a:pt x="1362" y="222"/>
                    </a:lnTo>
                    <a:lnTo>
                      <a:pt x="1363" y="222"/>
                    </a:lnTo>
                    <a:lnTo>
                      <a:pt x="1364" y="222"/>
                    </a:lnTo>
                    <a:lnTo>
                      <a:pt x="1366" y="222"/>
                    </a:lnTo>
                    <a:lnTo>
                      <a:pt x="1367" y="222"/>
                    </a:lnTo>
                    <a:lnTo>
                      <a:pt x="1368" y="221"/>
                    </a:lnTo>
                    <a:lnTo>
                      <a:pt x="1370" y="221"/>
                    </a:lnTo>
                    <a:lnTo>
                      <a:pt x="1371" y="221"/>
                    </a:lnTo>
                    <a:lnTo>
                      <a:pt x="1372" y="221"/>
                    </a:lnTo>
                    <a:lnTo>
                      <a:pt x="1374" y="221"/>
                    </a:lnTo>
                    <a:lnTo>
                      <a:pt x="1375" y="221"/>
                    </a:lnTo>
                    <a:lnTo>
                      <a:pt x="1376" y="221"/>
                    </a:lnTo>
                    <a:lnTo>
                      <a:pt x="1378" y="221"/>
                    </a:lnTo>
                    <a:lnTo>
                      <a:pt x="1379" y="221"/>
                    </a:lnTo>
                    <a:lnTo>
                      <a:pt x="1380" y="221"/>
                    </a:lnTo>
                    <a:lnTo>
                      <a:pt x="1382" y="221"/>
                    </a:lnTo>
                    <a:lnTo>
                      <a:pt x="1383" y="221"/>
                    </a:lnTo>
                    <a:lnTo>
                      <a:pt x="1384" y="221"/>
                    </a:lnTo>
                    <a:lnTo>
                      <a:pt x="1386" y="221"/>
                    </a:lnTo>
                    <a:lnTo>
                      <a:pt x="1387" y="221"/>
                    </a:lnTo>
                    <a:lnTo>
                      <a:pt x="1388" y="221"/>
                    </a:lnTo>
                    <a:lnTo>
                      <a:pt x="1390" y="221"/>
                    </a:lnTo>
                    <a:lnTo>
                      <a:pt x="1391" y="221"/>
                    </a:lnTo>
                    <a:lnTo>
                      <a:pt x="1393" y="220"/>
                    </a:lnTo>
                    <a:lnTo>
                      <a:pt x="1394" y="220"/>
                    </a:lnTo>
                    <a:lnTo>
                      <a:pt x="1395" y="220"/>
                    </a:lnTo>
                    <a:lnTo>
                      <a:pt x="1397" y="220"/>
                    </a:lnTo>
                    <a:lnTo>
                      <a:pt x="1398" y="220"/>
                    </a:lnTo>
                    <a:lnTo>
                      <a:pt x="1399" y="220"/>
                    </a:lnTo>
                    <a:lnTo>
                      <a:pt x="1401" y="220"/>
                    </a:lnTo>
                    <a:lnTo>
                      <a:pt x="1402" y="220"/>
                    </a:lnTo>
                    <a:lnTo>
                      <a:pt x="1403" y="220"/>
                    </a:lnTo>
                    <a:lnTo>
                      <a:pt x="1405" y="220"/>
                    </a:lnTo>
                    <a:lnTo>
                      <a:pt x="1406" y="220"/>
                    </a:lnTo>
                    <a:lnTo>
                      <a:pt x="1407" y="220"/>
                    </a:lnTo>
                    <a:lnTo>
                      <a:pt x="1409" y="220"/>
                    </a:lnTo>
                    <a:lnTo>
                      <a:pt x="1410" y="220"/>
                    </a:lnTo>
                    <a:lnTo>
                      <a:pt x="1411" y="220"/>
                    </a:lnTo>
                    <a:lnTo>
                      <a:pt x="1413" y="220"/>
                    </a:lnTo>
                    <a:lnTo>
                      <a:pt x="1414" y="220"/>
                    </a:lnTo>
                    <a:lnTo>
                      <a:pt x="1415" y="219"/>
                    </a:lnTo>
                    <a:lnTo>
                      <a:pt x="1417" y="219"/>
                    </a:lnTo>
                    <a:lnTo>
                      <a:pt x="1418" y="219"/>
                    </a:lnTo>
                    <a:lnTo>
                      <a:pt x="1419" y="219"/>
                    </a:lnTo>
                    <a:lnTo>
                      <a:pt x="1421" y="219"/>
                    </a:lnTo>
                    <a:lnTo>
                      <a:pt x="1422" y="219"/>
                    </a:lnTo>
                  </a:path>
                </a:pathLst>
              </a:custGeom>
              <a:noFill/>
              <a:ln cap="flat" cmpd="sng" w="25400">
                <a:solidFill>
                  <a:srgbClr val="DAA52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 flipH="1" rot="10800000">
                <a:off x="6950076" y="2111376"/>
                <a:ext cx="3756025" cy="1011238"/>
              </a:xfrm>
              <a:custGeom>
                <a:rect b="b" l="l" r="r" t="t"/>
                <a:pathLst>
                  <a:path extrusionOk="0" h="459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4"/>
                    </a:lnTo>
                    <a:lnTo>
                      <a:pt x="118" y="13"/>
                    </a:lnTo>
                    <a:lnTo>
                      <a:pt x="119" y="22"/>
                    </a:lnTo>
                    <a:lnTo>
                      <a:pt x="121" y="31"/>
                    </a:lnTo>
                    <a:lnTo>
                      <a:pt x="122" y="40"/>
                    </a:lnTo>
                    <a:lnTo>
                      <a:pt x="123" y="49"/>
                    </a:lnTo>
                    <a:lnTo>
                      <a:pt x="125" y="57"/>
                    </a:lnTo>
                    <a:lnTo>
                      <a:pt x="126" y="66"/>
                    </a:lnTo>
                    <a:lnTo>
                      <a:pt x="127" y="74"/>
                    </a:lnTo>
                    <a:lnTo>
                      <a:pt x="129" y="83"/>
                    </a:lnTo>
                    <a:lnTo>
                      <a:pt x="130" y="91"/>
                    </a:lnTo>
                    <a:lnTo>
                      <a:pt x="132" y="99"/>
                    </a:lnTo>
                    <a:lnTo>
                      <a:pt x="133" y="107"/>
                    </a:lnTo>
                    <a:lnTo>
                      <a:pt x="134" y="115"/>
                    </a:lnTo>
                    <a:lnTo>
                      <a:pt x="136" y="123"/>
                    </a:lnTo>
                    <a:lnTo>
                      <a:pt x="137" y="130"/>
                    </a:lnTo>
                    <a:lnTo>
                      <a:pt x="138" y="138"/>
                    </a:lnTo>
                    <a:lnTo>
                      <a:pt x="140" y="145"/>
                    </a:lnTo>
                    <a:lnTo>
                      <a:pt x="141" y="152"/>
                    </a:lnTo>
                    <a:lnTo>
                      <a:pt x="142" y="159"/>
                    </a:lnTo>
                    <a:lnTo>
                      <a:pt x="144" y="166"/>
                    </a:lnTo>
                    <a:lnTo>
                      <a:pt x="145" y="172"/>
                    </a:lnTo>
                    <a:lnTo>
                      <a:pt x="146" y="179"/>
                    </a:lnTo>
                    <a:lnTo>
                      <a:pt x="148" y="185"/>
                    </a:lnTo>
                    <a:lnTo>
                      <a:pt x="149" y="191"/>
                    </a:lnTo>
                    <a:lnTo>
                      <a:pt x="150" y="197"/>
                    </a:lnTo>
                    <a:lnTo>
                      <a:pt x="152" y="203"/>
                    </a:lnTo>
                    <a:lnTo>
                      <a:pt x="153" y="209"/>
                    </a:lnTo>
                    <a:lnTo>
                      <a:pt x="154" y="214"/>
                    </a:lnTo>
                    <a:lnTo>
                      <a:pt x="156" y="220"/>
                    </a:lnTo>
                    <a:lnTo>
                      <a:pt x="157" y="225"/>
                    </a:lnTo>
                    <a:lnTo>
                      <a:pt x="158" y="230"/>
                    </a:lnTo>
                    <a:lnTo>
                      <a:pt x="160" y="235"/>
                    </a:lnTo>
                    <a:lnTo>
                      <a:pt x="161" y="240"/>
                    </a:lnTo>
                    <a:lnTo>
                      <a:pt x="162" y="244"/>
                    </a:lnTo>
                    <a:lnTo>
                      <a:pt x="164" y="249"/>
                    </a:lnTo>
                    <a:lnTo>
                      <a:pt x="165" y="253"/>
                    </a:lnTo>
                    <a:lnTo>
                      <a:pt x="167" y="257"/>
                    </a:lnTo>
                    <a:lnTo>
                      <a:pt x="168" y="261"/>
                    </a:lnTo>
                    <a:lnTo>
                      <a:pt x="169" y="265"/>
                    </a:lnTo>
                    <a:lnTo>
                      <a:pt x="171" y="269"/>
                    </a:lnTo>
                    <a:lnTo>
                      <a:pt x="172" y="272"/>
                    </a:lnTo>
                    <a:lnTo>
                      <a:pt x="173" y="275"/>
                    </a:lnTo>
                    <a:lnTo>
                      <a:pt x="175" y="279"/>
                    </a:lnTo>
                    <a:lnTo>
                      <a:pt x="176" y="282"/>
                    </a:lnTo>
                    <a:lnTo>
                      <a:pt x="177" y="285"/>
                    </a:lnTo>
                    <a:lnTo>
                      <a:pt x="179" y="288"/>
                    </a:lnTo>
                    <a:lnTo>
                      <a:pt x="180" y="291"/>
                    </a:lnTo>
                    <a:lnTo>
                      <a:pt x="181" y="293"/>
                    </a:lnTo>
                    <a:lnTo>
                      <a:pt x="183" y="296"/>
                    </a:lnTo>
                    <a:lnTo>
                      <a:pt x="184" y="299"/>
                    </a:lnTo>
                    <a:lnTo>
                      <a:pt x="185" y="301"/>
                    </a:lnTo>
                    <a:lnTo>
                      <a:pt x="187" y="304"/>
                    </a:lnTo>
                    <a:lnTo>
                      <a:pt x="188" y="306"/>
                    </a:lnTo>
                    <a:lnTo>
                      <a:pt x="189" y="309"/>
                    </a:lnTo>
                    <a:lnTo>
                      <a:pt x="191" y="311"/>
                    </a:lnTo>
                    <a:lnTo>
                      <a:pt x="192" y="314"/>
                    </a:lnTo>
                    <a:lnTo>
                      <a:pt x="193" y="316"/>
                    </a:lnTo>
                    <a:lnTo>
                      <a:pt x="195" y="319"/>
                    </a:lnTo>
                    <a:lnTo>
                      <a:pt x="196" y="321"/>
                    </a:lnTo>
                    <a:lnTo>
                      <a:pt x="197" y="323"/>
                    </a:lnTo>
                    <a:lnTo>
                      <a:pt x="199" y="326"/>
                    </a:lnTo>
                    <a:lnTo>
                      <a:pt x="200" y="328"/>
                    </a:lnTo>
                    <a:lnTo>
                      <a:pt x="202" y="330"/>
                    </a:lnTo>
                    <a:lnTo>
                      <a:pt x="203" y="333"/>
                    </a:lnTo>
                    <a:lnTo>
                      <a:pt x="204" y="335"/>
                    </a:lnTo>
                    <a:lnTo>
                      <a:pt x="206" y="337"/>
                    </a:lnTo>
                    <a:lnTo>
                      <a:pt x="207" y="339"/>
                    </a:lnTo>
                    <a:lnTo>
                      <a:pt x="208" y="342"/>
                    </a:lnTo>
                    <a:lnTo>
                      <a:pt x="210" y="344"/>
                    </a:lnTo>
                    <a:lnTo>
                      <a:pt x="211" y="346"/>
                    </a:lnTo>
                    <a:lnTo>
                      <a:pt x="212" y="348"/>
                    </a:lnTo>
                    <a:lnTo>
                      <a:pt x="214" y="350"/>
                    </a:lnTo>
                    <a:lnTo>
                      <a:pt x="215" y="352"/>
                    </a:lnTo>
                    <a:lnTo>
                      <a:pt x="216" y="354"/>
                    </a:lnTo>
                    <a:lnTo>
                      <a:pt x="218" y="357"/>
                    </a:lnTo>
                    <a:lnTo>
                      <a:pt x="219" y="359"/>
                    </a:lnTo>
                    <a:lnTo>
                      <a:pt x="220" y="361"/>
                    </a:lnTo>
                    <a:lnTo>
                      <a:pt x="222" y="363"/>
                    </a:lnTo>
                    <a:lnTo>
                      <a:pt x="223" y="365"/>
                    </a:lnTo>
                    <a:lnTo>
                      <a:pt x="224" y="367"/>
                    </a:lnTo>
                    <a:lnTo>
                      <a:pt x="226" y="369"/>
                    </a:lnTo>
                    <a:lnTo>
                      <a:pt x="227" y="371"/>
                    </a:lnTo>
                    <a:lnTo>
                      <a:pt x="228" y="373"/>
                    </a:lnTo>
                    <a:lnTo>
                      <a:pt x="230" y="375"/>
                    </a:lnTo>
                    <a:lnTo>
                      <a:pt x="231" y="377"/>
                    </a:lnTo>
                    <a:lnTo>
                      <a:pt x="232" y="379"/>
                    </a:lnTo>
                    <a:lnTo>
                      <a:pt x="234" y="381"/>
                    </a:lnTo>
                    <a:lnTo>
                      <a:pt x="235" y="383"/>
                    </a:lnTo>
                    <a:lnTo>
                      <a:pt x="236" y="385"/>
                    </a:lnTo>
                    <a:lnTo>
                      <a:pt x="238" y="387"/>
                    </a:lnTo>
                    <a:lnTo>
                      <a:pt x="239" y="389"/>
                    </a:lnTo>
                    <a:lnTo>
                      <a:pt x="241" y="391"/>
                    </a:lnTo>
                    <a:lnTo>
                      <a:pt x="242" y="393"/>
                    </a:lnTo>
                    <a:lnTo>
                      <a:pt x="243" y="395"/>
                    </a:lnTo>
                    <a:lnTo>
                      <a:pt x="245" y="396"/>
                    </a:lnTo>
                    <a:lnTo>
                      <a:pt x="246" y="398"/>
                    </a:lnTo>
                    <a:lnTo>
                      <a:pt x="247" y="400"/>
                    </a:lnTo>
                    <a:lnTo>
                      <a:pt x="249" y="402"/>
                    </a:lnTo>
                    <a:lnTo>
                      <a:pt x="250" y="404"/>
                    </a:lnTo>
                    <a:lnTo>
                      <a:pt x="251" y="406"/>
                    </a:lnTo>
                    <a:lnTo>
                      <a:pt x="253" y="408"/>
                    </a:lnTo>
                    <a:lnTo>
                      <a:pt x="254" y="409"/>
                    </a:lnTo>
                    <a:lnTo>
                      <a:pt x="255" y="411"/>
                    </a:lnTo>
                    <a:lnTo>
                      <a:pt x="257" y="413"/>
                    </a:lnTo>
                    <a:lnTo>
                      <a:pt x="258" y="415"/>
                    </a:lnTo>
                    <a:lnTo>
                      <a:pt x="259" y="416"/>
                    </a:lnTo>
                    <a:lnTo>
                      <a:pt x="261" y="418"/>
                    </a:lnTo>
                    <a:lnTo>
                      <a:pt x="262" y="420"/>
                    </a:lnTo>
                    <a:lnTo>
                      <a:pt x="263" y="422"/>
                    </a:lnTo>
                    <a:lnTo>
                      <a:pt x="265" y="423"/>
                    </a:lnTo>
                    <a:lnTo>
                      <a:pt x="266" y="425"/>
                    </a:lnTo>
                    <a:lnTo>
                      <a:pt x="267" y="427"/>
                    </a:lnTo>
                    <a:lnTo>
                      <a:pt x="269" y="428"/>
                    </a:lnTo>
                    <a:lnTo>
                      <a:pt x="270" y="430"/>
                    </a:lnTo>
                    <a:lnTo>
                      <a:pt x="271" y="432"/>
                    </a:lnTo>
                    <a:lnTo>
                      <a:pt x="273" y="433"/>
                    </a:lnTo>
                    <a:lnTo>
                      <a:pt x="274" y="435"/>
                    </a:lnTo>
                    <a:lnTo>
                      <a:pt x="276" y="436"/>
                    </a:lnTo>
                    <a:lnTo>
                      <a:pt x="277" y="437"/>
                    </a:lnTo>
                    <a:lnTo>
                      <a:pt x="278" y="438"/>
                    </a:lnTo>
                    <a:lnTo>
                      <a:pt x="280" y="439"/>
                    </a:lnTo>
                    <a:lnTo>
                      <a:pt x="281" y="441"/>
                    </a:lnTo>
                    <a:lnTo>
                      <a:pt x="282" y="442"/>
                    </a:lnTo>
                    <a:lnTo>
                      <a:pt x="284" y="443"/>
                    </a:lnTo>
                    <a:lnTo>
                      <a:pt x="285" y="444"/>
                    </a:lnTo>
                    <a:lnTo>
                      <a:pt x="286" y="445"/>
                    </a:lnTo>
                    <a:lnTo>
                      <a:pt x="288" y="446"/>
                    </a:lnTo>
                    <a:lnTo>
                      <a:pt x="289" y="447"/>
                    </a:lnTo>
                    <a:lnTo>
                      <a:pt x="290" y="448"/>
                    </a:lnTo>
                    <a:lnTo>
                      <a:pt x="292" y="449"/>
                    </a:lnTo>
                    <a:lnTo>
                      <a:pt x="293" y="449"/>
                    </a:lnTo>
                    <a:lnTo>
                      <a:pt x="294" y="450"/>
                    </a:lnTo>
                    <a:lnTo>
                      <a:pt x="296" y="451"/>
                    </a:lnTo>
                    <a:lnTo>
                      <a:pt x="297" y="452"/>
                    </a:lnTo>
                    <a:lnTo>
                      <a:pt x="298" y="452"/>
                    </a:lnTo>
                    <a:lnTo>
                      <a:pt x="300" y="453"/>
                    </a:lnTo>
                    <a:lnTo>
                      <a:pt x="301" y="454"/>
                    </a:lnTo>
                    <a:lnTo>
                      <a:pt x="302" y="454"/>
                    </a:lnTo>
                    <a:lnTo>
                      <a:pt x="304" y="455"/>
                    </a:lnTo>
                    <a:lnTo>
                      <a:pt x="305" y="455"/>
                    </a:lnTo>
                    <a:lnTo>
                      <a:pt x="306" y="456"/>
                    </a:lnTo>
                    <a:lnTo>
                      <a:pt x="308" y="456"/>
                    </a:lnTo>
                    <a:lnTo>
                      <a:pt x="309" y="457"/>
                    </a:lnTo>
                    <a:lnTo>
                      <a:pt x="311" y="457"/>
                    </a:lnTo>
                    <a:lnTo>
                      <a:pt x="312" y="457"/>
                    </a:lnTo>
                    <a:lnTo>
                      <a:pt x="313" y="458"/>
                    </a:lnTo>
                    <a:lnTo>
                      <a:pt x="315" y="458"/>
                    </a:lnTo>
                    <a:lnTo>
                      <a:pt x="316" y="458"/>
                    </a:lnTo>
                    <a:lnTo>
                      <a:pt x="317" y="458"/>
                    </a:lnTo>
                    <a:lnTo>
                      <a:pt x="319" y="459"/>
                    </a:lnTo>
                    <a:lnTo>
                      <a:pt x="320" y="459"/>
                    </a:lnTo>
                    <a:lnTo>
                      <a:pt x="321" y="459"/>
                    </a:lnTo>
                    <a:lnTo>
                      <a:pt x="323" y="459"/>
                    </a:lnTo>
                    <a:lnTo>
                      <a:pt x="324" y="459"/>
                    </a:lnTo>
                    <a:lnTo>
                      <a:pt x="325" y="459"/>
                    </a:lnTo>
                    <a:lnTo>
                      <a:pt x="327" y="459"/>
                    </a:lnTo>
                    <a:lnTo>
                      <a:pt x="328" y="459"/>
                    </a:lnTo>
                    <a:lnTo>
                      <a:pt x="329" y="459"/>
                    </a:lnTo>
                    <a:lnTo>
                      <a:pt x="331" y="459"/>
                    </a:lnTo>
                    <a:lnTo>
                      <a:pt x="332" y="459"/>
                    </a:lnTo>
                    <a:lnTo>
                      <a:pt x="333" y="459"/>
                    </a:lnTo>
                    <a:lnTo>
                      <a:pt x="335" y="459"/>
                    </a:lnTo>
                    <a:lnTo>
                      <a:pt x="336" y="459"/>
                    </a:lnTo>
                    <a:lnTo>
                      <a:pt x="337" y="459"/>
                    </a:lnTo>
                    <a:lnTo>
                      <a:pt x="339" y="459"/>
                    </a:lnTo>
                    <a:lnTo>
                      <a:pt x="340" y="459"/>
                    </a:lnTo>
                    <a:lnTo>
                      <a:pt x="341" y="459"/>
                    </a:lnTo>
                    <a:lnTo>
                      <a:pt x="343" y="459"/>
                    </a:lnTo>
                    <a:lnTo>
                      <a:pt x="344" y="459"/>
                    </a:lnTo>
                    <a:lnTo>
                      <a:pt x="346" y="458"/>
                    </a:lnTo>
                    <a:lnTo>
                      <a:pt x="347" y="458"/>
                    </a:lnTo>
                    <a:lnTo>
                      <a:pt x="348" y="458"/>
                    </a:lnTo>
                    <a:lnTo>
                      <a:pt x="350" y="458"/>
                    </a:lnTo>
                    <a:lnTo>
                      <a:pt x="351" y="458"/>
                    </a:lnTo>
                    <a:lnTo>
                      <a:pt x="352" y="457"/>
                    </a:lnTo>
                    <a:lnTo>
                      <a:pt x="354" y="457"/>
                    </a:lnTo>
                    <a:lnTo>
                      <a:pt x="355" y="457"/>
                    </a:lnTo>
                    <a:lnTo>
                      <a:pt x="356" y="457"/>
                    </a:lnTo>
                    <a:lnTo>
                      <a:pt x="358" y="456"/>
                    </a:lnTo>
                    <a:lnTo>
                      <a:pt x="359" y="456"/>
                    </a:lnTo>
                    <a:lnTo>
                      <a:pt x="360" y="456"/>
                    </a:lnTo>
                    <a:lnTo>
                      <a:pt x="362" y="455"/>
                    </a:lnTo>
                    <a:lnTo>
                      <a:pt x="363" y="455"/>
                    </a:lnTo>
                    <a:lnTo>
                      <a:pt x="364" y="455"/>
                    </a:lnTo>
                    <a:lnTo>
                      <a:pt x="366" y="455"/>
                    </a:lnTo>
                    <a:lnTo>
                      <a:pt x="367" y="454"/>
                    </a:lnTo>
                    <a:lnTo>
                      <a:pt x="368" y="454"/>
                    </a:lnTo>
                    <a:lnTo>
                      <a:pt x="370" y="454"/>
                    </a:lnTo>
                    <a:lnTo>
                      <a:pt x="371" y="453"/>
                    </a:lnTo>
                    <a:lnTo>
                      <a:pt x="372" y="453"/>
                    </a:lnTo>
                    <a:lnTo>
                      <a:pt x="374" y="453"/>
                    </a:lnTo>
                    <a:lnTo>
                      <a:pt x="375" y="452"/>
                    </a:lnTo>
                    <a:lnTo>
                      <a:pt x="376" y="452"/>
                    </a:lnTo>
                    <a:lnTo>
                      <a:pt x="378" y="452"/>
                    </a:lnTo>
                    <a:lnTo>
                      <a:pt x="379" y="451"/>
                    </a:lnTo>
                    <a:lnTo>
                      <a:pt x="380" y="451"/>
                    </a:lnTo>
                    <a:lnTo>
                      <a:pt x="382" y="450"/>
                    </a:lnTo>
                    <a:lnTo>
                      <a:pt x="383" y="450"/>
                    </a:lnTo>
                    <a:lnTo>
                      <a:pt x="385" y="450"/>
                    </a:lnTo>
                    <a:lnTo>
                      <a:pt x="386" y="449"/>
                    </a:lnTo>
                    <a:lnTo>
                      <a:pt x="387" y="449"/>
                    </a:lnTo>
                    <a:lnTo>
                      <a:pt x="389" y="449"/>
                    </a:lnTo>
                    <a:lnTo>
                      <a:pt x="390" y="448"/>
                    </a:lnTo>
                    <a:lnTo>
                      <a:pt x="391" y="448"/>
                    </a:lnTo>
                    <a:lnTo>
                      <a:pt x="393" y="447"/>
                    </a:lnTo>
                    <a:lnTo>
                      <a:pt x="394" y="447"/>
                    </a:lnTo>
                    <a:lnTo>
                      <a:pt x="395" y="446"/>
                    </a:lnTo>
                    <a:lnTo>
                      <a:pt x="397" y="446"/>
                    </a:lnTo>
                    <a:lnTo>
                      <a:pt x="398" y="446"/>
                    </a:lnTo>
                    <a:lnTo>
                      <a:pt x="399" y="445"/>
                    </a:lnTo>
                    <a:lnTo>
                      <a:pt x="401" y="445"/>
                    </a:lnTo>
                    <a:lnTo>
                      <a:pt x="402" y="444"/>
                    </a:lnTo>
                    <a:lnTo>
                      <a:pt x="403" y="444"/>
                    </a:lnTo>
                    <a:lnTo>
                      <a:pt x="405" y="443"/>
                    </a:lnTo>
                    <a:lnTo>
                      <a:pt x="406" y="443"/>
                    </a:lnTo>
                    <a:lnTo>
                      <a:pt x="407" y="443"/>
                    </a:lnTo>
                    <a:lnTo>
                      <a:pt x="409" y="442"/>
                    </a:lnTo>
                    <a:lnTo>
                      <a:pt x="410" y="442"/>
                    </a:lnTo>
                    <a:lnTo>
                      <a:pt x="411" y="441"/>
                    </a:lnTo>
                    <a:lnTo>
                      <a:pt x="413" y="441"/>
                    </a:lnTo>
                    <a:lnTo>
                      <a:pt x="414" y="440"/>
                    </a:lnTo>
                    <a:lnTo>
                      <a:pt x="415" y="440"/>
                    </a:lnTo>
                    <a:lnTo>
                      <a:pt x="417" y="440"/>
                    </a:lnTo>
                    <a:lnTo>
                      <a:pt x="418" y="439"/>
                    </a:lnTo>
                    <a:lnTo>
                      <a:pt x="420" y="435"/>
                    </a:lnTo>
                    <a:lnTo>
                      <a:pt x="421" y="434"/>
                    </a:lnTo>
                    <a:lnTo>
                      <a:pt x="422" y="433"/>
                    </a:lnTo>
                    <a:lnTo>
                      <a:pt x="424" y="432"/>
                    </a:lnTo>
                    <a:lnTo>
                      <a:pt x="425" y="431"/>
                    </a:lnTo>
                    <a:lnTo>
                      <a:pt x="426" y="431"/>
                    </a:lnTo>
                    <a:lnTo>
                      <a:pt x="428" y="430"/>
                    </a:lnTo>
                    <a:lnTo>
                      <a:pt x="429" y="429"/>
                    </a:lnTo>
                    <a:lnTo>
                      <a:pt x="430" y="428"/>
                    </a:lnTo>
                    <a:lnTo>
                      <a:pt x="432" y="428"/>
                    </a:lnTo>
                    <a:lnTo>
                      <a:pt x="433" y="427"/>
                    </a:lnTo>
                    <a:lnTo>
                      <a:pt x="434" y="426"/>
                    </a:lnTo>
                    <a:lnTo>
                      <a:pt x="436" y="426"/>
                    </a:lnTo>
                    <a:lnTo>
                      <a:pt x="437" y="425"/>
                    </a:lnTo>
                    <a:lnTo>
                      <a:pt x="438" y="424"/>
                    </a:lnTo>
                    <a:lnTo>
                      <a:pt x="440" y="424"/>
                    </a:lnTo>
                    <a:lnTo>
                      <a:pt x="441" y="423"/>
                    </a:lnTo>
                    <a:lnTo>
                      <a:pt x="442" y="423"/>
                    </a:lnTo>
                    <a:lnTo>
                      <a:pt x="444" y="422"/>
                    </a:lnTo>
                    <a:lnTo>
                      <a:pt x="445" y="421"/>
                    </a:lnTo>
                    <a:lnTo>
                      <a:pt x="446" y="421"/>
                    </a:lnTo>
                    <a:lnTo>
                      <a:pt x="448" y="420"/>
                    </a:lnTo>
                    <a:lnTo>
                      <a:pt x="449" y="420"/>
                    </a:lnTo>
                    <a:lnTo>
                      <a:pt x="450" y="419"/>
                    </a:lnTo>
                    <a:lnTo>
                      <a:pt x="452" y="419"/>
                    </a:lnTo>
                    <a:lnTo>
                      <a:pt x="453" y="418"/>
                    </a:lnTo>
                    <a:lnTo>
                      <a:pt x="455" y="418"/>
                    </a:lnTo>
                    <a:lnTo>
                      <a:pt x="456" y="417"/>
                    </a:lnTo>
                    <a:lnTo>
                      <a:pt x="457" y="417"/>
                    </a:lnTo>
                    <a:lnTo>
                      <a:pt x="459" y="416"/>
                    </a:lnTo>
                    <a:lnTo>
                      <a:pt x="460" y="416"/>
                    </a:lnTo>
                    <a:lnTo>
                      <a:pt x="461" y="415"/>
                    </a:lnTo>
                    <a:lnTo>
                      <a:pt x="463" y="415"/>
                    </a:lnTo>
                    <a:lnTo>
                      <a:pt x="464" y="415"/>
                    </a:lnTo>
                    <a:lnTo>
                      <a:pt x="465" y="414"/>
                    </a:lnTo>
                    <a:lnTo>
                      <a:pt x="467" y="414"/>
                    </a:lnTo>
                    <a:lnTo>
                      <a:pt x="468" y="413"/>
                    </a:lnTo>
                    <a:lnTo>
                      <a:pt x="469" y="413"/>
                    </a:lnTo>
                    <a:lnTo>
                      <a:pt x="471" y="412"/>
                    </a:lnTo>
                    <a:lnTo>
                      <a:pt x="472" y="412"/>
                    </a:lnTo>
                    <a:lnTo>
                      <a:pt x="473" y="412"/>
                    </a:lnTo>
                    <a:lnTo>
                      <a:pt x="475" y="411"/>
                    </a:lnTo>
                    <a:lnTo>
                      <a:pt x="476" y="411"/>
                    </a:lnTo>
                    <a:lnTo>
                      <a:pt x="477" y="410"/>
                    </a:lnTo>
                    <a:lnTo>
                      <a:pt x="479" y="410"/>
                    </a:lnTo>
                    <a:lnTo>
                      <a:pt x="480" y="410"/>
                    </a:lnTo>
                    <a:lnTo>
                      <a:pt x="481" y="409"/>
                    </a:lnTo>
                    <a:lnTo>
                      <a:pt x="483" y="409"/>
                    </a:lnTo>
                    <a:lnTo>
                      <a:pt x="484" y="408"/>
                    </a:lnTo>
                    <a:lnTo>
                      <a:pt x="485" y="408"/>
                    </a:lnTo>
                    <a:lnTo>
                      <a:pt x="487" y="408"/>
                    </a:lnTo>
                    <a:lnTo>
                      <a:pt x="488" y="407"/>
                    </a:lnTo>
                    <a:lnTo>
                      <a:pt x="490" y="407"/>
                    </a:lnTo>
                    <a:lnTo>
                      <a:pt x="491" y="407"/>
                    </a:lnTo>
                    <a:lnTo>
                      <a:pt x="492" y="406"/>
                    </a:lnTo>
                    <a:lnTo>
                      <a:pt x="494" y="406"/>
                    </a:lnTo>
                    <a:lnTo>
                      <a:pt x="495" y="406"/>
                    </a:lnTo>
                    <a:lnTo>
                      <a:pt x="496" y="405"/>
                    </a:lnTo>
                    <a:lnTo>
                      <a:pt x="498" y="405"/>
                    </a:lnTo>
                    <a:lnTo>
                      <a:pt x="499" y="404"/>
                    </a:lnTo>
                    <a:lnTo>
                      <a:pt x="500" y="404"/>
                    </a:lnTo>
                    <a:lnTo>
                      <a:pt x="502" y="404"/>
                    </a:lnTo>
                    <a:lnTo>
                      <a:pt x="503" y="403"/>
                    </a:lnTo>
                    <a:lnTo>
                      <a:pt x="504" y="403"/>
                    </a:lnTo>
                    <a:lnTo>
                      <a:pt x="506" y="403"/>
                    </a:lnTo>
                    <a:lnTo>
                      <a:pt x="507" y="402"/>
                    </a:lnTo>
                    <a:lnTo>
                      <a:pt x="508" y="402"/>
                    </a:lnTo>
                    <a:lnTo>
                      <a:pt x="510" y="402"/>
                    </a:lnTo>
                    <a:lnTo>
                      <a:pt x="511" y="402"/>
                    </a:lnTo>
                    <a:lnTo>
                      <a:pt x="512" y="401"/>
                    </a:lnTo>
                    <a:lnTo>
                      <a:pt x="514" y="401"/>
                    </a:lnTo>
                    <a:lnTo>
                      <a:pt x="515" y="401"/>
                    </a:lnTo>
                    <a:lnTo>
                      <a:pt x="516" y="400"/>
                    </a:lnTo>
                    <a:lnTo>
                      <a:pt x="518" y="400"/>
                    </a:lnTo>
                    <a:lnTo>
                      <a:pt x="519" y="400"/>
                    </a:lnTo>
                    <a:lnTo>
                      <a:pt x="520" y="399"/>
                    </a:lnTo>
                    <a:lnTo>
                      <a:pt x="522" y="399"/>
                    </a:lnTo>
                    <a:lnTo>
                      <a:pt x="523" y="399"/>
                    </a:lnTo>
                    <a:lnTo>
                      <a:pt x="524" y="399"/>
                    </a:lnTo>
                    <a:lnTo>
                      <a:pt x="526" y="398"/>
                    </a:lnTo>
                    <a:lnTo>
                      <a:pt x="527" y="398"/>
                    </a:lnTo>
                    <a:lnTo>
                      <a:pt x="529" y="398"/>
                    </a:lnTo>
                    <a:lnTo>
                      <a:pt x="530" y="397"/>
                    </a:lnTo>
                    <a:lnTo>
                      <a:pt x="531" y="397"/>
                    </a:lnTo>
                    <a:lnTo>
                      <a:pt x="533" y="397"/>
                    </a:lnTo>
                    <a:lnTo>
                      <a:pt x="534" y="397"/>
                    </a:lnTo>
                    <a:lnTo>
                      <a:pt x="535" y="396"/>
                    </a:lnTo>
                    <a:lnTo>
                      <a:pt x="537" y="396"/>
                    </a:lnTo>
                    <a:lnTo>
                      <a:pt x="538" y="396"/>
                    </a:lnTo>
                    <a:lnTo>
                      <a:pt x="539" y="395"/>
                    </a:lnTo>
                    <a:lnTo>
                      <a:pt x="541" y="395"/>
                    </a:lnTo>
                    <a:lnTo>
                      <a:pt x="542" y="395"/>
                    </a:lnTo>
                    <a:lnTo>
                      <a:pt x="543" y="395"/>
                    </a:lnTo>
                    <a:lnTo>
                      <a:pt x="545" y="394"/>
                    </a:lnTo>
                    <a:lnTo>
                      <a:pt x="546" y="394"/>
                    </a:lnTo>
                    <a:lnTo>
                      <a:pt x="547" y="394"/>
                    </a:lnTo>
                    <a:lnTo>
                      <a:pt x="549" y="394"/>
                    </a:lnTo>
                    <a:lnTo>
                      <a:pt x="550" y="393"/>
                    </a:lnTo>
                    <a:lnTo>
                      <a:pt x="551" y="393"/>
                    </a:lnTo>
                    <a:lnTo>
                      <a:pt x="553" y="393"/>
                    </a:lnTo>
                    <a:lnTo>
                      <a:pt x="554" y="392"/>
                    </a:lnTo>
                    <a:lnTo>
                      <a:pt x="555" y="392"/>
                    </a:lnTo>
                    <a:lnTo>
                      <a:pt x="557" y="392"/>
                    </a:lnTo>
                    <a:lnTo>
                      <a:pt x="558" y="392"/>
                    </a:lnTo>
                    <a:lnTo>
                      <a:pt x="559" y="391"/>
                    </a:lnTo>
                    <a:lnTo>
                      <a:pt x="561" y="391"/>
                    </a:lnTo>
                    <a:lnTo>
                      <a:pt x="562" y="391"/>
                    </a:lnTo>
                    <a:lnTo>
                      <a:pt x="564" y="391"/>
                    </a:lnTo>
                    <a:lnTo>
                      <a:pt x="565" y="390"/>
                    </a:lnTo>
                    <a:lnTo>
                      <a:pt x="566" y="390"/>
                    </a:lnTo>
                    <a:lnTo>
                      <a:pt x="568" y="390"/>
                    </a:lnTo>
                    <a:lnTo>
                      <a:pt x="569" y="390"/>
                    </a:lnTo>
                    <a:lnTo>
                      <a:pt x="570" y="390"/>
                    </a:lnTo>
                    <a:lnTo>
                      <a:pt x="572" y="389"/>
                    </a:lnTo>
                    <a:lnTo>
                      <a:pt x="573" y="389"/>
                    </a:lnTo>
                    <a:lnTo>
                      <a:pt x="574" y="389"/>
                    </a:lnTo>
                    <a:lnTo>
                      <a:pt x="576" y="389"/>
                    </a:lnTo>
                    <a:lnTo>
                      <a:pt x="577" y="388"/>
                    </a:lnTo>
                    <a:lnTo>
                      <a:pt x="578" y="388"/>
                    </a:lnTo>
                    <a:lnTo>
                      <a:pt x="580" y="388"/>
                    </a:lnTo>
                    <a:lnTo>
                      <a:pt x="581" y="388"/>
                    </a:lnTo>
                    <a:lnTo>
                      <a:pt x="582" y="388"/>
                    </a:lnTo>
                    <a:lnTo>
                      <a:pt x="584" y="387"/>
                    </a:lnTo>
                    <a:lnTo>
                      <a:pt x="585" y="387"/>
                    </a:lnTo>
                    <a:lnTo>
                      <a:pt x="586" y="387"/>
                    </a:lnTo>
                    <a:lnTo>
                      <a:pt x="588" y="387"/>
                    </a:lnTo>
                    <a:lnTo>
                      <a:pt x="589" y="386"/>
                    </a:lnTo>
                    <a:lnTo>
                      <a:pt x="590" y="386"/>
                    </a:lnTo>
                    <a:lnTo>
                      <a:pt x="592" y="386"/>
                    </a:lnTo>
                    <a:lnTo>
                      <a:pt x="593" y="386"/>
                    </a:lnTo>
                    <a:lnTo>
                      <a:pt x="594" y="385"/>
                    </a:lnTo>
                    <a:lnTo>
                      <a:pt x="596" y="385"/>
                    </a:lnTo>
                    <a:lnTo>
                      <a:pt x="597" y="385"/>
                    </a:lnTo>
                    <a:lnTo>
                      <a:pt x="599" y="385"/>
                    </a:lnTo>
                    <a:lnTo>
                      <a:pt x="600" y="385"/>
                    </a:lnTo>
                    <a:lnTo>
                      <a:pt x="601" y="384"/>
                    </a:lnTo>
                    <a:lnTo>
                      <a:pt x="603" y="384"/>
                    </a:lnTo>
                    <a:lnTo>
                      <a:pt x="604" y="384"/>
                    </a:lnTo>
                    <a:lnTo>
                      <a:pt x="605" y="384"/>
                    </a:lnTo>
                    <a:lnTo>
                      <a:pt x="607" y="383"/>
                    </a:lnTo>
                    <a:lnTo>
                      <a:pt x="608" y="383"/>
                    </a:lnTo>
                    <a:lnTo>
                      <a:pt x="609" y="383"/>
                    </a:lnTo>
                    <a:lnTo>
                      <a:pt x="611" y="383"/>
                    </a:lnTo>
                    <a:lnTo>
                      <a:pt x="612" y="383"/>
                    </a:lnTo>
                    <a:lnTo>
                      <a:pt x="613" y="383"/>
                    </a:lnTo>
                    <a:lnTo>
                      <a:pt x="615" y="382"/>
                    </a:lnTo>
                    <a:lnTo>
                      <a:pt x="616" y="382"/>
                    </a:lnTo>
                    <a:lnTo>
                      <a:pt x="617" y="382"/>
                    </a:lnTo>
                    <a:lnTo>
                      <a:pt x="619" y="382"/>
                    </a:lnTo>
                    <a:lnTo>
                      <a:pt x="620" y="381"/>
                    </a:lnTo>
                    <a:lnTo>
                      <a:pt x="621" y="381"/>
                    </a:lnTo>
                    <a:lnTo>
                      <a:pt x="623" y="381"/>
                    </a:lnTo>
                    <a:lnTo>
                      <a:pt x="624" y="381"/>
                    </a:lnTo>
                    <a:lnTo>
                      <a:pt x="625" y="381"/>
                    </a:lnTo>
                    <a:lnTo>
                      <a:pt x="627" y="381"/>
                    </a:lnTo>
                    <a:lnTo>
                      <a:pt x="628" y="380"/>
                    </a:lnTo>
                    <a:lnTo>
                      <a:pt x="629" y="380"/>
                    </a:lnTo>
                    <a:lnTo>
                      <a:pt x="631" y="380"/>
                    </a:lnTo>
                    <a:lnTo>
                      <a:pt x="632" y="380"/>
                    </a:lnTo>
                    <a:lnTo>
                      <a:pt x="634" y="380"/>
                    </a:lnTo>
                    <a:lnTo>
                      <a:pt x="635" y="379"/>
                    </a:lnTo>
                    <a:lnTo>
                      <a:pt x="636" y="379"/>
                    </a:lnTo>
                    <a:lnTo>
                      <a:pt x="638" y="379"/>
                    </a:lnTo>
                    <a:lnTo>
                      <a:pt x="639" y="379"/>
                    </a:lnTo>
                    <a:lnTo>
                      <a:pt x="640" y="379"/>
                    </a:lnTo>
                    <a:lnTo>
                      <a:pt x="642" y="379"/>
                    </a:lnTo>
                    <a:lnTo>
                      <a:pt x="643" y="378"/>
                    </a:lnTo>
                    <a:lnTo>
                      <a:pt x="644" y="378"/>
                    </a:lnTo>
                    <a:lnTo>
                      <a:pt x="646" y="378"/>
                    </a:lnTo>
                    <a:lnTo>
                      <a:pt x="647" y="378"/>
                    </a:lnTo>
                    <a:lnTo>
                      <a:pt x="648" y="378"/>
                    </a:lnTo>
                    <a:lnTo>
                      <a:pt x="650" y="377"/>
                    </a:lnTo>
                    <a:lnTo>
                      <a:pt x="651" y="377"/>
                    </a:lnTo>
                    <a:lnTo>
                      <a:pt x="652" y="377"/>
                    </a:lnTo>
                    <a:lnTo>
                      <a:pt x="654" y="377"/>
                    </a:lnTo>
                    <a:lnTo>
                      <a:pt x="655" y="377"/>
                    </a:lnTo>
                    <a:lnTo>
                      <a:pt x="656" y="376"/>
                    </a:lnTo>
                    <a:lnTo>
                      <a:pt x="658" y="376"/>
                    </a:lnTo>
                    <a:lnTo>
                      <a:pt x="659" y="376"/>
                    </a:lnTo>
                    <a:lnTo>
                      <a:pt x="660" y="376"/>
                    </a:lnTo>
                    <a:lnTo>
                      <a:pt x="662" y="376"/>
                    </a:lnTo>
                    <a:lnTo>
                      <a:pt x="663" y="376"/>
                    </a:lnTo>
                    <a:lnTo>
                      <a:pt x="664" y="375"/>
                    </a:lnTo>
                    <a:lnTo>
                      <a:pt x="666" y="375"/>
                    </a:lnTo>
                    <a:lnTo>
                      <a:pt x="667" y="375"/>
                    </a:lnTo>
                    <a:lnTo>
                      <a:pt x="668" y="375"/>
                    </a:lnTo>
                    <a:lnTo>
                      <a:pt x="670" y="375"/>
                    </a:lnTo>
                    <a:lnTo>
                      <a:pt x="671" y="374"/>
                    </a:lnTo>
                    <a:lnTo>
                      <a:pt x="673" y="374"/>
                    </a:lnTo>
                    <a:lnTo>
                      <a:pt x="674" y="374"/>
                    </a:lnTo>
                    <a:lnTo>
                      <a:pt x="675" y="374"/>
                    </a:lnTo>
                    <a:lnTo>
                      <a:pt x="677" y="374"/>
                    </a:lnTo>
                    <a:lnTo>
                      <a:pt x="678" y="374"/>
                    </a:lnTo>
                    <a:lnTo>
                      <a:pt x="679" y="374"/>
                    </a:lnTo>
                    <a:lnTo>
                      <a:pt x="681" y="373"/>
                    </a:lnTo>
                    <a:lnTo>
                      <a:pt x="682" y="373"/>
                    </a:lnTo>
                    <a:lnTo>
                      <a:pt x="683" y="373"/>
                    </a:lnTo>
                    <a:lnTo>
                      <a:pt x="685" y="373"/>
                    </a:lnTo>
                    <a:lnTo>
                      <a:pt x="686" y="373"/>
                    </a:lnTo>
                    <a:lnTo>
                      <a:pt x="687" y="373"/>
                    </a:lnTo>
                    <a:lnTo>
                      <a:pt x="689" y="372"/>
                    </a:lnTo>
                    <a:lnTo>
                      <a:pt x="690" y="372"/>
                    </a:lnTo>
                    <a:lnTo>
                      <a:pt x="691" y="372"/>
                    </a:lnTo>
                    <a:lnTo>
                      <a:pt x="693" y="372"/>
                    </a:lnTo>
                    <a:lnTo>
                      <a:pt x="694" y="372"/>
                    </a:lnTo>
                    <a:lnTo>
                      <a:pt x="695" y="372"/>
                    </a:lnTo>
                    <a:lnTo>
                      <a:pt x="697" y="371"/>
                    </a:lnTo>
                    <a:lnTo>
                      <a:pt x="698" y="371"/>
                    </a:lnTo>
                    <a:lnTo>
                      <a:pt x="699" y="371"/>
                    </a:lnTo>
                    <a:lnTo>
                      <a:pt x="701" y="371"/>
                    </a:lnTo>
                    <a:lnTo>
                      <a:pt x="702" y="371"/>
                    </a:lnTo>
                    <a:lnTo>
                      <a:pt x="703" y="371"/>
                    </a:lnTo>
                    <a:lnTo>
                      <a:pt x="705" y="371"/>
                    </a:lnTo>
                    <a:lnTo>
                      <a:pt x="706" y="370"/>
                    </a:lnTo>
                    <a:lnTo>
                      <a:pt x="708" y="370"/>
                    </a:lnTo>
                    <a:lnTo>
                      <a:pt x="709" y="370"/>
                    </a:lnTo>
                    <a:lnTo>
                      <a:pt x="710" y="370"/>
                    </a:lnTo>
                    <a:lnTo>
                      <a:pt x="712" y="370"/>
                    </a:lnTo>
                    <a:lnTo>
                      <a:pt x="713" y="370"/>
                    </a:lnTo>
                    <a:lnTo>
                      <a:pt x="714" y="369"/>
                    </a:lnTo>
                    <a:lnTo>
                      <a:pt x="716" y="369"/>
                    </a:lnTo>
                    <a:lnTo>
                      <a:pt x="717" y="369"/>
                    </a:lnTo>
                    <a:lnTo>
                      <a:pt x="718" y="369"/>
                    </a:lnTo>
                    <a:lnTo>
                      <a:pt x="720" y="369"/>
                    </a:lnTo>
                    <a:lnTo>
                      <a:pt x="721" y="369"/>
                    </a:lnTo>
                    <a:lnTo>
                      <a:pt x="722" y="368"/>
                    </a:lnTo>
                    <a:lnTo>
                      <a:pt x="724" y="368"/>
                    </a:lnTo>
                    <a:lnTo>
                      <a:pt x="725" y="368"/>
                    </a:lnTo>
                    <a:lnTo>
                      <a:pt x="726" y="368"/>
                    </a:lnTo>
                    <a:lnTo>
                      <a:pt x="728" y="368"/>
                    </a:lnTo>
                    <a:lnTo>
                      <a:pt x="729" y="368"/>
                    </a:lnTo>
                    <a:lnTo>
                      <a:pt x="730" y="368"/>
                    </a:lnTo>
                    <a:lnTo>
                      <a:pt x="732" y="368"/>
                    </a:lnTo>
                    <a:lnTo>
                      <a:pt x="733" y="367"/>
                    </a:lnTo>
                    <a:lnTo>
                      <a:pt x="734" y="367"/>
                    </a:lnTo>
                    <a:lnTo>
                      <a:pt x="736" y="367"/>
                    </a:lnTo>
                    <a:lnTo>
                      <a:pt x="737" y="367"/>
                    </a:lnTo>
                    <a:lnTo>
                      <a:pt x="738" y="367"/>
                    </a:lnTo>
                    <a:lnTo>
                      <a:pt x="740" y="367"/>
                    </a:lnTo>
                    <a:lnTo>
                      <a:pt x="741" y="366"/>
                    </a:lnTo>
                    <a:lnTo>
                      <a:pt x="743" y="366"/>
                    </a:lnTo>
                    <a:lnTo>
                      <a:pt x="744" y="366"/>
                    </a:lnTo>
                    <a:lnTo>
                      <a:pt x="745" y="366"/>
                    </a:lnTo>
                    <a:lnTo>
                      <a:pt x="747" y="366"/>
                    </a:lnTo>
                    <a:lnTo>
                      <a:pt x="748" y="366"/>
                    </a:lnTo>
                    <a:lnTo>
                      <a:pt x="749" y="366"/>
                    </a:lnTo>
                    <a:lnTo>
                      <a:pt x="751" y="365"/>
                    </a:lnTo>
                    <a:lnTo>
                      <a:pt x="752" y="365"/>
                    </a:lnTo>
                    <a:lnTo>
                      <a:pt x="753" y="365"/>
                    </a:lnTo>
                    <a:lnTo>
                      <a:pt x="755" y="365"/>
                    </a:lnTo>
                    <a:lnTo>
                      <a:pt x="756" y="365"/>
                    </a:lnTo>
                    <a:lnTo>
                      <a:pt x="757" y="365"/>
                    </a:lnTo>
                    <a:lnTo>
                      <a:pt x="759" y="365"/>
                    </a:lnTo>
                    <a:lnTo>
                      <a:pt x="760" y="364"/>
                    </a:lnTo>
                    <a:lnTo>
                      <a:pt x="761" y="364"/>
                    </a:lnTo>
                    <a:lnTo>
                      <a:pt x="763" y="364"/>
                    </a:lnTo>
                    <a:lnTo>
                      <a:pt x="764" y="364"/>
                    </a:lnTo>
                    <a:lnTo>
                      <a:pt x="765" y="364"/>
                    </a:lnTo>
                    <a:lnTo>
                      <a:pt x="767" y="364"/>
                    </a:lnTo>
                    <a:lnTo>
                      <a:pt x="768" y="364"/>
                    </a:lnTo>
                    <a:lnTo>
                      <a:pt x="769" y="363"/>
                    </a:lnTo>
                    <a:lnTo>
                      <a:pt x="771" y="363"/>
                    </a:lnTo>
                    <a:lnTo>
                      <a:pt x="772" y="363"/>
                    </a:lnTo>
                    <a:lnTo>
                      <a:pt x="773" y="363"/>
                    </a:lnTo>
                    <a:lnTo>
                      <a:pt x="775" y="363"/>
                    </a:lnTo>
                    <a:lnTo>
                      <a:pt x="776" y="363"/>
                    </a:lnTo>
                    <a:lnTo>
                      <a:pt x="777" y="363"/>
                    </a:lnTo>
                    <a:lnTo>
                      <a:pt x="779" y="362"/>
                    </a:lnTo>
                    <a:lnTo>
                      <a:pt x="780" y="362"/>
                    </a:lnTo>
                    <a:lnTo>
                      <a:pt x="782" y="362"/>
                    </a:lnTo>
                    <a:lnTo>
                      <a:pt x="783" y="362"/>
                    </a:lnTo>
                    <a:lnTo>
                      <a:pt x="784" y="362"/>
                    </a:lnTo>
                    <a:lnTo>
                      <a:pt x="786" y="362"/>
                    </a:lnTo>
                    <a:lnTo>
                      <a:pt x="787" y="362"/>
                    </a:lnTo>
                    <a:lnTo>
                      <a:pt x="788" y="361"/>
                    </a:lnTo>
                    <a:lnTo>
                      <a:pt x="790" y="361"/>
                    </a:lnTo>
                    <a:lnTo>
                      <a:pt x="791" y="361"/>
                    </a:lnTo>
                    <a:lnTo>
                      <a:pt x="792" y="361"/>
                    </a:lnTo>
                    <a:lnTo>
                      <a:pt x="794" y="361"/>
                    </a:lnTo>
                    <a:lnTo>
                      <a:pt x="795" y="361"/>
                    </a:lnTo>
                    <a:lnTo>
                      <a:pt x="796" y="361"/>
                    </a:lnTo>
                    <a:lnTo>
                      <a:pt x="798" y="361"/>
                    </a:lnTo>
                    <a:lnTo>
                      <a:pt x="799" y="360"/>
                    </a:lnTo>
                    <a:lnTo>
                      <a:pt x="800" y="360"/>
                    </a:lnTo>
                    <a:lnTo>
                      <a:pt x="802" y="360"/>
                    </a:lnTo>
                    <a:lnTo>
                      <a:pt x="803" y="360"/>
                    </a:lnTo>
                    <a:lnTo>
                      <a:pt x="804" y="360"/>
                    </a:lnTo>
                    <a:lnTo>
                      <a:pt x="806" y="360"/>
                    </a:lnTo>
                    <a:lnTo>
                      <a:pt x="807" y="360"/>
                    </a:lnTo>
                    <a:lnTo>
                      <a:pt x="808" y="360"/>
                    </a:lnTo>
                    <a:lnTo>
                      <a:pt x="810" y="359"/>
                    </a:lnTo>
                    <a:lnTo>
                      <a:pt x="811" y="359"/>
                    </a:lnTo>
                    <a:lnTo>
                      <a:pt x="812" y="359"/>
                    </a:lnTo>
                    <a:lnTo>
                      <a:pt x="814" y="359"/>
                    </a:lnTo>
                    <a:lnTo>
                      <a:pt x="815" y="359"/>
                    </a:lnTo>
                    <a:lnTo>
                      <a:pt x="817" y="359"/>
                    </a:lnTo>
                    <a:lnTo>
                      <a:pt x="818" y="359"/>
                    </a:lnTo>
                    <a:lnTo>
                      <a:pt x="819" y="358"/>
                    </a:lnTo>
                    <a:lnTo>
                      <a:pt x="821" y="358"/>
                    </a:lnTo>
                    <a:lnTo>
                      <a:pt x="822" y="358"/>
                    </a:lnTo>
                    <a:lnTo>
                      <a:pt x="823" y="358"/>
                    </a:lnTo>
                    <a:lnTo>
                      <a:pt x="825" y="358"/>
                    </a:lnTo>
                    <a:lnTo>
                      <a:pt x="826" y="358"/>
                    </a:lnTo>
                    <a:lnTo>
                      <a:pt x="827" y="358"/>
                    </a:lnTo>
                    <a:lnTo>
                      <a:pt x="829" y="357"/>
                    </a:lnTo>
                    <a:lnTo>
                      <a:pt x="830" y="357"/>
                    </a:lnTo>
                    <a:lnTo>
                      <a:pt x="831" y="357"/>
                    </a:lnTo>
                    <a:lnTo>
                      <a:pt x="833" y="357"/>
                    </a:lnTo>
                    <a:lnTo>
                      <a:pt x="834" y="357"/>
                    </a:lnTo>
                    <a:lnTo>
                      <a:pt x="835" y="357"/>
                    </a:lnTo>
                    <a:lnTo>
                      <a:pt x="837" y="357"/>
                    </a:lnTo>
                    <a:lnTo>
                      <a:pt x="838" y="356"/>
                    </a:lnTo>
                    <a:lnTo>
                      <a:pt x="839" y="356"/>
                    </a:lnTo>
                    <a:lnTo>
                      <a:pt x="841" y="356"/>
                    </a:lnTo>
                    <a:lnTo>
                      <a:pt x="842" y="356"/>
                    </a:lnTo>
                    <a:lnTo>
                      <a:pt x="843" y="356"/>
                    </a:lnTo>
                    <a:lnTo>
                      <a:pt x="845" y="356"/>
                    </a:lnTo>
                    <a:lnTo>
                      <a:pt x="846" y="356"/>
                    </a:lnTo>
                    <a:lnTo>
                      <a:pt x="847" y="356"/>
                    </a:lnTo>
                    <a:lnTo>
                      <a:pt x="849" y="356"/>
                    </a:lnTo>
                    <a:lnTo>
                      <a:pt x="850" y="355"/>
                    </a:lnTo>
                    <a:lnTo>
                      <a:pt x="852" y="355"/>
                    </a:lnTo>
                    <a:lnTo>
                      <a:pt x="853" y="355"/>
                    </a:lnTo>
                    <a:lnTo>
                      <a:pt x="854" y="355"/>
                    </a:lnTo>
                    <a:lnTo>
                      <a:pt x="856" y="355"/>
                    </a:lnTo>
                    <a:lnTo>
                      <a:pt x="857" y="355"/>
                    </a:lnTo>
                    <a:lnTo>
                      <a:pt x="858" y="355"/>
                    </a:lnTo>
                    <a:lnTo>
                      <a:pt x="860" y="355"/>
                    </a:lnTo>
                    <a:lnTo>
                      <a:pt x="861" y="355"/>
                    </a:lnTo>
                    <a:lnTo>
                      <a:pt x="862" y="354"/>
                    </a:lnTo>
                    <a:lnTo>
                      <a:pt x="864" y="354"/>
                    </a:lnTo>
                    <a:lnTo>
                      <a:pt x="865" y="354"/>
                    </a:lnTo>
                    <a:lnTo>
                      <a:pt x="866" y="354"/>
                    </a:lnTo>
                    <a:lnTo>
                      <a:pt x="868" y="354"/>
                    </a:lnTo>
                    <a:lnTo>
                      <a:pt x="869" y="354"/>
                    </a:lnTo>
                    <a:lnTo>
                      <a:pt x="870" y="354"/>
                    </a:lnTo>
                    <a:lnTo>
                      <a:pt x="872" y="354"/>
                    </a:lnTo>
                    <a:lnTo>
                      <a:pt x="873" y="354"/>
                    </a:lnTo>
                    <a:lnTo>
                      <a:pt x="874" y="353"/>
                    </a:lnTo>
                    <a:lnTo>
                      <a:pt x="876" y="353"/>
                    </a:lnTo>
                    <a:lnTo>
                      <a:pt x="877" y="353"/>
                    </a:lnTo>
                    <a:lnTo>
                      <a:pt x="878" y="353"/>
                    </a:lnTo>
                    <a:lnTo>
                      <a:pt x="880" y="353"/>
                    </a:lnTo>
                    <a:lnTo>
                      <a:pt x="881" y="353"/>
                    </a:lnTo>
                    <a:lnTo>
                      <a:pt x="882" y="353"/>
                    </a:lnTo>
                    <a:lnTo>
                      <a:pt x="884" y="352"/>
                    </a:lnTo>
                    <a:lnTo>
                      <a:pt x="885" y="352"/>
                    </a:lnTo>
                    <a:lnTo>
                      <a:pt x="887" y="352"/>
                    </a:lnTo>
                    <a:lnTo>
                      <a:pt x="888" y="352"/>
                    </a:lnTo>
                    <a:lnTo>
                      <a:pt x="889" y="352"/>
                    </a:lnTo>
                    <a:lnTo>
                      <a:pt x="891" y="352"/>
                    </a:lnTo>
                    <a:lnTo>
                      <a:pt x="892" y="352"/>
                    </a:lnTo>
                    <a:lnTo>
                      <a:pt x="893" y="352"/>
                    </a:lnTo>
                    <a:lnTo>
                      <a:pt x="895" y="351"/>
                    </a:lnTo>
                    <a:lnTo>
                      <a:pt x="896" y="351"/>
                    </a:lnTo>
                    <a:lnTo>
                      <a:pt x="897" y="351"/>
                    </a:lnTo>
                    <a:lnTo>
                      <a:pt x="899" y="351"/>
                    </a:lnTo>
                    <a:lnTo>
                      <a:pt x="900" y="351"/>
                    </a:lnTo>
                    <a:lnTo>
                      <a:pt x="901" y="351"/>
                    </a:lnTo>
                    <a:lnTo>
                      <a:pt x="903" y="351"/>
                    </a:lnTo>
                    <a:lnTo>
                      <a:pt x="904" y="351"/>
                    </a:lnTo>
                    <a:lnTo>
                      <a:pt x="905" y="351"/>
                    </a:lnTo>
                    <a:lnTo>
                      <a:pt x="907" y="350"/>
                    </a:lnTo>
                    <a:lnTo>
                      <a:pt x="908" y="350"/>
                    </a:lnTo>
                    <a:lnTo>
                      <a:pt x="909" y="350"/>
                    </a:lnTo>
                    <a:lnTo>
                      <a:pt x="911" y="350"/>
                    </a:lnTo>
                    <a:lnTo>
                      <a:pt x="912" y="350"/>
                    </a:lnTo>
                    <a:lnTo>
                      <a:pt x="913" y="350"/>
                    </a:lnTo>
                    <a:lnTo>
                      <a:pt x="915" y="350"/>
                    </a:lnTo>
                    <a:lnTo>
                      <a:pt x="916" y="350"/>
                    </a:lnTo>
                    <a:lnTo>
                      <a:pt x="917" y="350"/>
                    </a:lnTo>
                    <a:lnTo>
                      <a:pt x="919" y="349"/>
                    </a:lnTo>
                    <a:lnTo>
                      <a:pt x="920" y="349"/>
                    </a:lnTo>
                    <a:lnTo>
                      <a:pt x="921" y="349"/>
                    </a:lnTo>
                    <a:lnTo>
                      <a:pt x="923" y="349"/>
                    </a:lnTo>
                    <a:lnTo>
                      <a:pt x="924" y="349"/>
                    </a:lnTo>
                    <a:lnTo>
                      <a:pt x="926" y="349"/>
                    </a:lnTo>
                    <a:lnTo>
                      <a:pt x="927" y="349"/>
                    </a:lnTo>
                    <a:lnTo>
                      <a:pt x="928" y="349"/>
                    </a:lnTo>
                    <a:lnTo>
                      <a:pt x="930" y="349"/>
                    </a:lnTo>
                    <a:lnTo>
                      <a:pt x="931" y="348"/>
                    </a:lnTo>
                    <a:lnTo>
                      <a:pt x="932" y="348"/>
                    </a:lnTo>
                    <a:lnTo>
                      <a:pt x="934" y="348"/>
                    </a:lnTo>
                    <a:lnTo>
                      <a:pt x="935" y="348"/>
                    </a:lnTo>
                    <a:lnTo>
                      <a:pt x="936" y="348"/>
                    </a:lnTo>
                    <a:lnTo>
                      <a:pt x="938" y="348"/>
                    </a:lnTo>
                    <a:lnTo>
                      <a:pt x="939" y="348"/>
                    </a:lnTo>
                    <a:lnTo>
                      <a:pt x="940" y="348"/>
                    </a:lnTo>
                    <a:lnTo>
                      <a:pt x="942" y="348"/>
                    </a:lnTo>
                    <a:lnTo>
                      <a:pt x="943" y="348"/>
                    </a:lnTo>
                    <a:lnTo>
                      <a:pt x="944" y="347"/>
                    </a:lnTo>
                    <a:lnTo>
                      <a:pt x="946" y="347"/>
                    </a:lnTo>
                    <a:lnTo>
                      <a:pt x="947" y="347"/>
                    </a:lnTo>
                    <a:lnTo>
                      <a:pt x="948" y="347"/>
                    </a:lnTo>
                    <a:lnTo>
                      <a:pt x="950" y="347"/>
                    </a:lnTo>
                    <a:lnTo>
                      <a:pt x="951" y="347"/>
                    </a:lnTo>
                    <a:lnTo>
                      <a:pt x="952" y="347"/>
                    </a:lnTo>
                    <a:lnTo>
                      <a:pt x="954" y="347"/>
                    </a:lnTo>
                    <a:lnTo>
                      <a:pt x="955" y="346"/>
                    </a:lnTo>
                    <a:lnTo>
                      <a:pt x="956" y="346"/>
                    </a:lnTo>
                    <a:lnTo>
                      <a:pt x="958" y="346"/>
                    </a:lnTo>
                    <a:lnTo>
                      <a:pt x="959" y="346"/>
                    </a:lnTo>
                    <a:lnTo>
                      <a:pt x="961" y="346"/>
                    </a:lnTo>
                    <a:lnTo>
                      <a:pt x="962" y="346"/>
                    </a:lnTo>
                    <a:lnTo>
                      <a:pt x="963" y="346"/>
                    </a:lnTo>
                    <a:lnTo>
                      <a:pt x="965" y="346"/>
                    </a:lnTo>
                    <a:lnTo>
                      <a:pt x="966" y="346"/>
                    </a:lnTo>
                    <a:lnTo>
                      <a:pt x="967" y="345"/>
                    </a:lnTo>
                    <a:lnTo>
                      <a:pt x="969" y="345"/>
                    </a:lnTo>
                    <a:lnTo>
                      <a:pt x="970" y="345"/>
                    </a:lnTo>
                    <a:lnTo>
                      <a:pt x="971" y="345"/>
                    </a:lnTo>
                    <a:lnTo>
                      <a:pt x="973" y="345"/>
                    </a:lnTo>
                    <a:lnTo>
                      <a:pt x="974" y="345"/>
                    </a:lnTo>
                    <a:lnTo>
                      <a:pt x="975" y="345"/>
                    </a:lnTo>
                    <a:lnTo>
                      <a:pt x="977" y="345"/>
                    </a:lnTo>
                    <a:lnTo>
                      <a:pt x="978" y="345"/>
                    </a:lnTo>
                    <a:lnTo>
                      <a:pt x="979" y="344"/>
                    </a:lnTo>
                    <a:lnTo>
                      <a:pt x="981" y="344"/>
                    </a:lnTo>
                    <a:lnTo>
                      <a:pt x="982" y="344"/>
                    </a:lnTo>
                    <a:lnTo>
                      <a:pt x="983" y="344"/>
                    </a:lnTo>
                    <a:lnTo>
                      <a:pt x="985" y="344"/>
                    </a:lnTo>
                    <a:lnTo>
                      <a:pt x="986" y="344"/>
                    </a:lnTo>
                    <a:lnTo>
                      <a:pt x="987" y="344"/>
                    </a:lnTo>
                    <a:lnTo>
                      <a:pt x="989" y="344"/>
                    </a:lnTo>
                    <a:lnTo>
                      <a:pt x="990" y="344"/>
                    </a:lnTo>
                    <a:lnTo>
                      <a:pt x="991" y="344"/>
                    </a:lnTo>
                    <a:lnTo>
                      <a:pt x="993" y="343"/>
                    </a:lnTo>
                    <a:lnTo>
                      <a:pt x="994" y="343"/>
                    </a:lnTo>
                    <a:lnTo>
                      <a:pt x="996" y="343"/>
                    </a:lnTo>
                    <a:lnTo>
                      <a:pt x="997" y="343"/>
                    </a:lnTo>
                    <a:lnTo>
                      <a:pt x="998" y="343"/>
                    </a:lnTo>
                    <a:lnTo>
                      <a:pt x="1000" y="343"/>
                    </a:lnTo>
                    <a:lnTo>
                      <a:pt x="1001" y="343"/>
                    </a:lnTo>
                    <a:lnTo>
                      <a:pt x="1002" y="343"/>
                    </a:lnTo>
                    <a:lnTo>
                      <a:pt x="1004" y="343"/>
                    </a:lnTo>
                    <a:lnTo>
                      <a:pt x="1005" y="343"/>
                    </a:lnTo>
                    <a:lnTo>
                      <a:pt x="1006" y="343"/>
                    </a:lnTo>
                    <a:lnTo>
                      <a:pt x="1008" y="342"/>
                    </a:lnTo>
                    <a:lnTo>
                      <a:pt x="1009" y="342"/>
                    </a:lnTo>
                    <a:lnTo>
                      <a:pt x="1010" y="342"/>
                    </a:lnTo>
                    <a:lnTo>
                      <a:pt x="1012" y="342"/>
                    </a:lnTo>
                    <a:lnTo>
                      <a:pt x="1013" y="342"/>
                    </a:lnTo>
                    <a:lnTo>
                      <a:pt x="1014" y="342"/>
                    </a:lnTo>
                    <a:lnTo>
                      <a:pt x="1016" y="342"/>
                    </a:lnTo>
                    <a:lnTo>
                      <a:pt x="1017" y="342"/>
                    </a:lnTo>
                    <a:lnTo>
                      <a:pt x="1018" y="342"/>
                    </a:lnTo>
                    <a:lnTo>
                      <a:pt x="1020" y="341"/>
                    </a:lnTo>
                    <a:lnTo>
                      <a:pt x="1021" y="341"/>
                    </a:lnTo>
                    <a:lnTo>
                      <a:pt x="1022" y="341"/>
                    </a:lnTo>
                    <a:lnTo>
                      <a:pt x="1024" y="341"/>
                    </a:lnTo>
                    <a:lnTo>
                      <a:pt x="1025" y="341"/>
                    </a:lnTo>
                    <a:lnTo>
                      <a:pt x="1026" y="341"/>
                    </a:lnTo>
                    <a:lnTo>
                      <a:pt x="1028" y="341"/>
                    </a:lnTo>
                    <a:lnTo>
                      <a:pt x="1029" y="341"/>
                    </a:lnTo>
                    <a:lnTo>
                      <a:pt x="1031" y="341"/>
                    </a:lnTo>
                    <a:lnTo>
                      <a:pt x="1032" y="340"/>
                    </a:lnTo>
                    <a:lnTo>
                      <a:pt x="1033" y="340"/>
                    </a:lnTo>
                    <a:lnTo>
                      <a:pt x="1035" y="340"/>
                    </a:lnTo>
                    <a:lnTo>
                      <a:pt x="1036" y="340"/>
                    </a:lnTo>
                    <a:lnTo>
                      <a:pt x="1037" y="340"/>
                    </a:lnTo>
                    <a:lnTo>
                      <a:pt x="1039" y="340"/>
                    </a:lnTo>
                    <a:lnTo>
                      <a:pt x="1040" y="340"/>
                    </a:lnTo>
                    <a:lnTo>
                      <a:pt x="1041" y="340"/>
                    </a:lnTo>
                    <a:lnTo>
                      <a:pt x="1043" y="340"/>
                    </a:lnTo>
                    <a:lnTo>
                      <a:pt x="1044" y="340"/>
                    </a:lnTo>
                    <a:lnTo>
                      <a:pt x="1045" y="340"/>
                    </a:lnTo>
                    <a:lnTo>
                      <a:pt x="1047" y="340"/>
                    </a:lnTo>
                    <a:lnTo>
                      <a:pt x="1048" y="339"/>
                    </a:lnTo>
                    <a:lnTo>
                      <a:pt x="1049" y="339"/>
                    </a:lnTo>
                    <a:lnTo>
                      <a:pt x="1051" y="339"/>
                    </a:lnTo>
                    <a:lnTo>
                      <a:pt x="1052" y="339"/>
                    </a:lnTo>
                    <a:lnTo>
                      <a:pt x="1053" y="339"/>
                    </a:lnTo>
                    <a:lnTo>
                      <a:pt x="1055" y="339"/>
                    </a:lnTo>
                    <a:lnTo>
                      <a:pt x="1056" y="339"/>
                    </a:lnTo>
                    <a:lnTo>
                      <a:pt x="1057" y="339"/>
                    </a:lnTo>
                    <a:lnTo>
                      <a:pt x="1059" y="339"/>
                    </a:lnTo>
                    <a:lnTo>
                      <a:pt x="1060" y="338"/>
                    </a:lnTo>
                    <a:lnTo>
                      <a:pt x="1061" y="338"/>
                    </a:lnTo>
                    <a:lnTo>
                      <a:pt x="1063" y="338"/>
                    </a:lnTo>
                    <a:lnTo>
                      <a:pt x="1064" y="338"/>
                    </a:lnTo>
                    <a:lnTo>
                      <a:pt x="1065" y="338"/>
                    </a:lnTo>
                    <a:lnTo>
                      <a:pt x="1067" y="338"/>
                    </a:lnTo>
                    <a:lnTo>
                      <a:pt x="1068" y="338"/>
                    </a:lnTo>
                    <a:lnTo>
                      <a:pt x="1070" y="338"/>
                    </a:lnTo>
                    <a:lnTo>
                      <a:pt x="1071" y="338"/>
                    </a:lnTo>
                    <a:lnTo>
                      <a:pt x="1072" y="338"/>
                    </a:lnTo>
                    <a:lnTo>
                      <a:pt x="1074" y="337"/>
                    </a:lnTo>
                    <a:lnTo>
                      <a:pt x="1075" y="337"/>
                    </a:lnTo>
                    <a:lnTo>
                      <a:pt x="1076" y="337"/>
                    </a:lnTo>
                    <a:lnTo>
                      <a:pt x="1078" y="337"/>
                    </a:lnTo>
                    <a:lnTo>
                      <a:pt x="1079" y="337"/>
                    </a:lnTo>
                    <a:lnTo>
                      <a:pt x="1080" y="337"/>
                    </a:lnTo>
                    <a:lnTo>
                      <a:pt x="1082" y="337"/>
                    </a:lnTo>
                    <a:lnTo>
                      <a:pt x="1083" y="337"/>
                    </a:lnTo>
                    <a:lnTo>
                      <a:pt x="1084" y="337"/>
                    </a:lnTo>
                    <a:lnTo>
                      <a:pt x="1086" y="337"/>
                    </a:lnTo>
                    <a:lnTo>
                      <a:pt x="1087" y="337"/>
                    </a:lnTo>
                    <a:lnTo>
                      <a:pt x="1088" y="336"/>
                    </a:lnTo>
                    <a:lnTo>
                      <a:pt x="1090" y="336"/>
                    </a:lnTo>
                    <a:lnTo>
                      <a:pt x="1091" y="336"/>
                    </a:lnTo>
                    <a:lnTo>
                      <a:pt x="1092" y="336"/>
                    </a:lnTo>
                    <a:lnTo>
                      <a:pt x="1094" y="336"/>
                    </a:lnTo>
                    <a:lnTo>
                      <a:pt x="1095" y="336"/>
                    </a:lnTo>
                    <a:lnTo>
                      <a:pt x="1096" y="336"/>
                    </a:lnTo>
                    <a:lnTo>
                      <a:pt x="1098" y="336"/>
                    </a:lnTo>
                    <a:lnTo>
                      <a:pt x="1099" y="336"/>
                    </a:lnTo>
                    <a:lnTo>
                      <a:pt x="1100" y="336"/>
                    </a:lnTo>
                    <a:lnTo>
                      <a:pt x="1102" y="335"/>
                    </a:lnTo>
                    <a:lnTo>
                      <a:pt x="1103" y="335"/>
                    </a:lnTo>
                    <a:lnTo>
                      <a:pt x="1105" y="335"/>
                    </a:lnTo>
                    <a:lnTo>
                      <a:pt x="1106" y="335"/>
                    </a:lnTo>
                    <a:lnTo>
                      <a:pt x="1107" y="335"/>
                    </a:lnTo>
                    <a:lnTo>
                      <a:pt x="1109" y="335"/>
                    </a:lnTo>
                    <a:lnTo>
                      <a:pt x="1110" y="335"/>
                    </a:lnTo>
                    <a:lnTo>
                      <a:pt x="1111" y="335"/>
                    </a:lnTo>
                    <a:lnTo>
                      <a:pt x="1113" y="335"/>
                    </a:lnTo>
                    <a:lnTo>
                      <a:pt x="1114" y="335"/>
                    </a:lnTo>
                    <a:lnTo>
                      <a:pt x="1115" y="335"/>
                    </a:lnTo>
                    <a:lnTo>
                      <a:pt x="1117" y="335"/>
                    </a:lnTo>
                    <a:lnTo>
                      <a:pt x="1118" y="334"/>
                    </a:lnTo>
                    <a:lnTo>
                      <a:pt x="1119" y="334"/>
                    </a:lnTo>
                    <a:lnTo>
                      <a:pt x="1121" y="334"/>
                    </a:lnTo>
                    <a:lnTo>
                      <a:pt x="1122" y="334"/>
                    </a:lnTo>
                    <a:lnTo>
                      <a:pt x="1123" y="334"/>
                    </a:lnTo>
                    <a:lnTo>
                      <a:pt x="1125" y="334"/>
                    </a:lnTo>
                    <a:lnTo>
                      <a:pt x="1126" y="334"/>
                    </a:lnTo>
                    <a:lnTo>
                      <a:pt x="1127" y="334"/>
                    </a:lnTo>
                    <a:lnTo>
                      <a:pt x="1129" y="334"/>
                    </a:lnTo>
                    <a:lnTo>
                      <a:pt x="1130" y="334"/>
                    </a:lnTo>
                    <a:lnTo>
                      <a:pt x="1131" y="333"/>
                    </a:lnTo>
                    <a:lnTo>
                      <a:pt x="1133" y="333"/>
                    </a:lnTo>
                    <a:lnTo>
                      <a:pt x="1134" y="333"/>
                    </a:lnTo>
                    <a:lnTo>
                      <a:pt x="1135" y="333"/>
                    </a:lnTo>
                    <a:lnTo>
                      <a:pt x="1137" y="333"/>
                    </a:lnTo>
                    <a:lnTo>
                      <a:pt x="1138" y="333"/>
                    </a:lnTo>
                    <a:lnTo>
                      <a:pt x="1140" y="333"/>
                    </a:lnTo>
                    <a:lnTo>
                      <a:pt x="1141" y="333"/>
                    </a:lnTo>
                    <a:lnTo>
                      <a:pt x="1142" y="333"/>
                    </a:lnTo>
                    <a:lnTo>
                      <a:pt x="1144" y="333"/>
                    </a:lnTo>
                    <a:lnTo>
                      <a:pt x="1145" y="333"/>
                    </a:lnTo>
                    <a:lnTo>
                      <a:pt x="1146" y="332"/>
                    </a:lnTo>
                    <a:lnTo>
                      <a:pt x="1148" y="332"/>
                    </a:lnTo>
                    <a:lnTo>
                      <a:pt x="1149" y="332"/>
                    </a:lnTo>
                    <a:lnTo>
                      <a:pt x="1150" y="332"/>
                    </a:lnTo>
                    <a:lnTo>
                      <a:pt x="1152" y="332"/>
                    </a:lnTo>
                    <a:lnTo>
                      <a:pt x="1153" y="332"/>
                    </a:lnTo>
                    <a:lnTo>
                      <a:pt x="1154" y="332"/>
                    </a:lnTo>
                    <a:lnTo>
                      <a:pt x="1156" y="332"/>
                    </a:lnTo>
                    <a:lnTo>
                      <a:pt x="1157" y="332"/>
                    </a:lnTo>
                    <a:lnTo>
                      <a:pt x="1158" y="332"/>
                    </a:lnTo>
                    <a:lnTo>
                      <a:pt x="1160" y="332"/>
                    </a:lnTo>
                    <a:lnTo>
                      <a:pt x="1161" y="331"/>
                    </a:lnTo>
                    <a:lnTo>
                      <a:pt x="1162" y="331"/>
                    </a:lnTo>
                    <a:lnTo>
                      <a:pt x="1164" y="331"/>
                    </a:lnTo>
                    <a:lnTo>
                      <a:pt x="1165" y="331"/>
                    </a:lnTo>
                    <a:lnTo>
                      <a:pt x="1166" y="331"/>
                    </a:lnTo>
                    <a:lnTo>
                      <a:pt x="1168" y="331"/>
                    </a:lnTo>
                    <a:lnTo>
                      <a:pt x="1169" y="331"/>
                    </a:lnTo>
                    <a:lnTo>
                      <a:pt x="1170" y="331"/>
                    </a:lnTo>
                    <a:lnTo>
                      <a:pt x="1172" y="331"/>
                    </a:lnTo>
                    <a:lnTo>
                      <a:pt x="1173" y="331"/>
                    </a:lnTo>
                    <a:lnTo>
                      <a:pt x="1175" y="331"/>
                    </a:lnTo>
                    <a:lnTo>
                      <a:pt x="1176" y="330"/>
                    </a:lnTo>
                    <a:lnTo>
                      <a:pt x="1177" y="330"/>
                    </a:lnTo>
                    <a:lnTo>
                      <a:pt x="1179" y="330"/>
                    </a:lnTo>
                    <a:lnTo>
                      <a:pt x="1180" y="330"/>
                    </a:lnTo>
                    <a:lnTo>
                      <a:pt x="1181" y="330"/>
                    </a:lnTo>
                    <a:lnTo>
                      <a:pt x="1183" y="330"/>
                    </a:lnTo>
                    <a:lnTo>
                      <a:pt x="1184" y="330"/>
                    </a:lnTo>
                    <a:lnTo>
                      <a:pt x="1185" y="330"/>
                    </a:lnTo>
                    <a:lnTo>
                      <a:pt x="1187" y="330"/>
                    </a:lnTo>
                    <a:lnTo>
                      <a:pt x="1188" y="330"/>
                    </a:lnTo>
                    <a:lnTo>
                      <a:pt x="1189" y="330"/>
                    </a:lnTo>
                    <a:lnTo>
                      <a:pt x="1191" y="330"/>
                    </a:lnTo>
                    <a:lnTo>
                      <a:pt x="1192" y="329"/>
                    </a:lnTo>
                    <a:lnTo>
                      <a:pt x="1193" y="329"/>
                    </a:lnTo>
                    <a:lnTo>
                      <a:pt x="1195" y="329"/>
                    </a:lnTo>
                    <a:lnTo>
                      <a:pt x="1196" y="329"/>
                    </a:lnTo>
                    <a:lnTo>
                      <a:pt x="1197" y="329"/>
                    </a:lnTo>
                    <a:lnTo>
                      <a:pt x="1199" y="329"/>
                    </a:lnTo>
                    <a:lnTo>
                      <a:pt x="1200" y="329"/>
                    </a:lnTo>
                    <a:lnTo>
                      <a:pt x="1201" y="329"/>
                    </a:lnTo>
                    <a:lnTo>
                      <a:pt x="1203" y="329"/>
                    </a:lnTo>
                    <a:lnTo>
                      <a:pt x="1204" y="328"/>
                    </a:lnTo>
                    <a:lnTo>
                      <a:pt x="1205" y="328"/>
                    </a:lnTo>
                    <a:lnTo>
                      <a:pt x="1207" y="328"/>
                    </a:lnTo>
                    <a:lnTo>
                      <a:pt x="1208" y="328"/>
                    </a:lnTo>
                    <a:lnTo>
                      <a:pt x="1209" y="328"/>
                    </a:lnTo>
                    <a:lnTo>
                      <a:pt x="1211" y="328"/>
                    </a:lnTo>
                    <a:lnTo>
                      <a:pt x="1212" y="328"/>
                    </a:lnTo>
                    <a:lnTo>
                      <a:pt x="1214" y="328"/>
                    </a:lnTo>
                    <a:lnTo>
                      <a:pt x="1215" y="328"/>
                    </a:lnTo>
                    <a:lnTo>
                      <a:pt x="1216" y="328"/>
                    </a:lnTo>
                    <a:lnTo>
                      <a:pt x="1218" y="328"/>
                    </a:lnTo>
                    <a:lnTo>
                      <a:pt x="1219" y="328"/>
                    </a:lnTo>
                    <a:lnTo>
                      <a:pt x="1220" y="327"/>
                    </a:lnTo>
                    <a:lnTo>
                      <a:pt x="1222" y="327"/>
                    </a:lnTo>
                    <a:lnTo>
                      <a:pt x="1223" y="327"/>
                    </a:lnTo>
                    <a:lnTo>
                      <a:pt x="1224" y="327"/>
                    </a:lnTo>
                    <a:lnTo>
                      <a:pt x="1226" y="327"/>
                    </a:lnTo>
                    <a:lnTo>
                      <a:pt x="1227" y="327"/>
                    </a:lnTo>
                    <a:lnTo>
                      <a:pt x="1228" y="327"/>
                    </a:lnTo>
                    <a:lnTo>
                      <a:pt x="1230" y="327"/>
                    </a:lnTo>
                    <a:lnTo>
                      <a:pt x="1231" y="327"/>
                    </a:lnTo>
                    <a:lnTo>
                      <a:pt x="1232" y="327"/>
                    </a:lnTo>
                    <a:lnTo>
                      <a:pt x="1234" y="327"/>
                    </a:lnTo>
                    <a:lnTo>
                      <a:pt x="1235" y="327"/>
                    </a:lnTo>
                    <a:lnTo>
                      <a:pt x="1236" y="327"/>
                    </a:lnTo>
                    <a:lnTo>
                      <a:pt x="1238" y="326"/>
                    </a:lnTo>
                    <a:lnTo>
                      <a:pt x="1239" y="326"/>
                    </a:lnTo>
                    <a:lnTo>
                      <a:pt x="1240" y="326"/>
                    </a:lnTo>
                    <a:lnTo>
                      <a:pt x="1242" y="326"/>
                    </a:lnTo>
                    <a:lnTo>
                      <a:pt x="1243" y="326"/>
                    </a:lnTo>
                    <a:lnTo>
                      <a:pt x="1244" y="326"/>
                    </a:lnTo>
                    <a:lnTo>
                      <a:pt x="1246" y="326"/>
                    </a:lnTo>
                    <a:lnTo>
                      <a:pt x="1247" y="326"/>
                    </a:lnTo>
                    <a:lnTo>
                      <a:pt x="1249" y="326"/>
                    </a:lnTo>
                    <a:lnTo>
                      <a:pt x="1250" y="325"/>
                    </a:lnTo>
                    <a:lnTo>
                      <a:pt x="1251" y="325"/>
                    </a:lnTo>
                    <a:lnTo>
                      <a:pt x="1253" y="325"/>
                    </a:lnTo>
                    <a:lnTo>
                      <a:pt x="1254" y="325"/>
                    </a:lnTo>
                    <a:lnTo>
                      <a:pt x="1255" y="325"/>
                    </a:lnTo>
                    <a:lnTo>
                      <a:pt x="1257" y="325"/>
                    </a:lnTo>
                    <a:lnTo>
                      <a:pt x="1258" y="325"/>
                    </a:lnTo>
                    <a:lnTo>
                      <a:pt x="1259" y="325"/>
                    </a:lnTo>
                    <a:lnTo>
                      <a:pt x="1261" y="325"/>
                    </a:lnTo>
                    <a:lnTo>
                      <a:pt x="1262" y="325"/>
                    </a:lnTo>
                    <a:lnTo>
                      <a:pt x="1263" y="325"/>
                    </a:lnTo>
                    <a:lnTo>
                      <a:pt x="1265" y="325"/>
                    </a:lnTo>
                    <a:lnTo>
                      <a:pt x="1266" y="324"/>
                    </a:lnTo>
                    <a:lnTo>
                      <a:pt x="1267" y="324"/>
                    </a:lnTo>
                    <a:lnTo>
                      <a:pt x="1269" y="324"/>
                    </a:lnTo>
                    <a:lnTo>
                      <a:pt x="1270" y="324"/>
                    </a:lnTo>
                    <a:lnTo>
                      <a:pt x="1271" y="324"/>
                    </a:lnTo>
                    <a:lnTo>
                      <a:pt x="1273" y="324"/>
                    </a:lnTo>
                    <a:lnTo>
                      <a:pt x="1274" y="324"/>
                    </a:lnTo>
                    <a:lnTo>
                      <a:pt x="1275" y="324"/>
                    </a:lnTo>
                    <a:lnTo>
                      <a:pt x="1277" y="324"/>
                    </a:lnTo>
                    <a:lnTo>
                      <a:pt x="1278" y="324"/>
                    </a:lnTo>
                    <a:lnTo>
                      <a:pt x="1279" y="324"/>
                    </a:lnTo>
                    <a:lnTo>
                      <a:pt x="1281" y="323"/>
                    </a:lnTo>
                    <a:lnTo>
                      <a:pt x="1282" y="323"/>
                    </a:lnTo>
                    <a:lnTo>
                      <a:pt x="1284" y="323"/>
                    </a:lnTo>
                    <a:lnTo>
                      <a:pt x="1285" y="323"/>
                    </a:lnTo>
                    <a:lnTo>
                      <a:pt x="1286" y="323"/>
                    </a:lnTo>
                    <a:lnTo>
                      <a:pt x="1288" y="323"/>
                    </a:lnTo>
                    <a:lnTo>
                      <a:pt x="1289" y="323"/>
                    </a:lnTo>
                    <a:lnTo>
                      <a:pt x="1290" y="323"/>
                    </a:lnTo>
                    <a:lnTo>
                      <a:pt x="1292" y="323"/>
                    </a:lnTo>
                    <a:lnTo>
                      <a:pt x="1293" y="323"/>
                    </a:lnTo>
                    <a:lnTo>
                      <a:pt x="1294" y="323"/>
                    </a:lnTo>
                    <a:lnTo>
                      <a:pt x="1296" y="323"/>
                    </a:lnTo>
                    <a:lnTo>
                      <a:pt x="1297" y="322"/>
                    </a:lnTo>
                    <a:lnTo>
                      <a:pt x="1298" y="322"/>
                    </a:lnTo>
                    <a:lnTo>
                      <a:pt x="1300" y="322"/>
                    </a:lnTo>
                    <a:lnTo>
                      <a:pt x="1301" y="322"/>
                    </a:lnTo>
                    <a:lnTo>
                      <a:pt x="1302" y="322"/>
                    </a:lnTo>
                    <a:lnTo>
                      <a:pt x="1304" y="322"/>
                    </a:lnTo>
                    <a:lnTo>
                      <a:pt x="1305" y="322"/>
                    </a:lnTo>
                    <a:lnTo>
                      <a:pt x="1306" y="322"/>
                    </a:lnTo>
                    <a:lnTo>
                      <a:pt x="1308" y="322"/>
                    </a:lnTo>
                    <a:lnTo>
                      <a:pt x="1309" y="322"/>
                    </a:lnTo>
                    <a:lnTo>
                      <a:pt x="1310" y="322"/>
                    </a:lnTo>
                    <a:lnTo>
                      <a:pt x="1312" y="322"/>
                    </a:lnTo>
                    <a:lnTo>
                      <a:pt x="1313" y="322"/>
                    </a:lnTo>
                    <a:lnTo>
                      <a:pt x="1314" y="321"/>
                    </a:lnTo>
                    <a:lnTo>
                      <a:pt x="1316" y="321"/>
                    </a:lnTo>
                    <a:lnTo>
                      <a:pt x="1317" y="321"/>
                    </a:lnTo>
                    <a:lnTo>
                      <a:pt x="1319" y="321"/>
                    </a:lnTo>
                    <a:lnTo>
                      <a:pt x="1320" y="321"/>
                    </a:lnTo>
                    <a:lnTo>
                      <a:pt x="1321" y="321"/>
                    </a:lnTo>
                    <a:lnTo>
                      <a:pt x="1323" y="321"/>
                    </a:lnTo>
                    <a:lnTo>
                      <a:pt x="1324" y="321"/>
                    </a:lnTo>
                    <a:lnTo>
                      <a:pt x="1325" y="321"/>
                    </a:lnTo>
                    <a:lnTo>
                      <a:pt x="1327" y="321"/>
                    </a:lnTo>
                    <a:lnTo>
                      <a:pt x="1328" y="321"/>
                    </a:lnTo>
                    <a:lnTo>
                      <a:pt x="1329" y="321"/>
                    </a:lnTo>
                    <a:lnTo>
                      <a:pt x="1331" y="320"/>
                    </a:lnTo>
                    <a:lnTo>
                      <a:pt x="1332" y="320"/>
                    </a:lnTo>
                    <a:lnTo>
                      <a:pt x="1333" y="320"/>
                    </a:lnTo>
                    <a:lnTo>
                      <a:pt x="1335" y="320"/>
                    </a:lnTo>
                    <a:lnTo>
                      <a:pt x="1336" y="320"/>
                    </a:lnTo>
                    <a:lnTo>
                      <a:pt x="1337" y="320"/>
                    </a:lnTo>
                    <a:lnTo>
                      <a:pt x="1339" y="320"/>
                    </a:lnTo>
                    <a:lnTo>
                      <a:pt x="1340" y="320"/>
                    </a:lnTo>
                    <a:lnTo>
                      <a:pt x="1341" y="320"/>
                    </a:lnTo>
                    <a:lnTo>
                      <a:pt x="1343" y="320"/>
                    </a:lnTo>
                    <a:lnTo>
                      <a:pt x="1344" y="320"/>
                    </a:lnTo>
                    <a:lnTo>
                      <a:pt x="1345" y="320"/>
                    </a:lnTo>
                    <a:lnTo>
                      <a:pt x="1347" y="319"/>
                    </a:lnTo>
                    <a:lnTo>
                      <a:pt x="1348" y="319"/>
                    </a:lnTo>
                    <a:lnTo>
                      <a:pt x="1349" y="319"/>
                    </a:lnTo>
                    <a:lnTo>
                      <a:pt x="1351" y="319"/>
                    </a:lnTo>
                    <a:lnTo>
                      <a:pt x="1352" y="319"/>
                    </a:lnTo>
                    <a:lnTo>
                      <a:pt x="1353" y="319"/>
                    </a:lnTo>
                    <a:lnTo>
                      <a:pt x="1355" y="319"/>
                    </a:lnTo>
                    <a:lnTo>
                      <a:pt x="1356" y="319"/>
                    </a:lnTo>
                    <a:lnTo>
                      <a:pt x="1358" y="319"/>
                    </a:lnTo>
                    <a:lnTo>
                      <a:pt x="1359" y="319"/>
                    </a:lnTo>
                    <a:lnTo>
                      <a:pt x="1360" y="319"/>
                    </a:lnTo>
                    <a:lnTo>
                      <a:pt x="1362" y="319"/>
                    </a:lnTo>
                    <a:lnTo>
                      <a:pt x="1363" y="318"/>
                    </a:lnTo>
                    <a:lnTo>
                      <a:pt x="1364" y="318"/>
                    </a:lnTo>
                    <a:lnTo>
                      <a:pt x="1366" y="318"/>
                    </a:lnTo>
                    <a:lnTo>
                      <a:pt x="1367" y="318"/>
                    </a:lnTo>
                    <a:lnTo>
                      <a:pt x="1368" y="318"/>
                    </a:lnTo>
                    <a:lnTo>
                      <a:pt x="1370" y="318"/>
                    </a:lnTo>
                    <a:lnTo>
                      <a:pt x="1371" y="318"/>
                    </a:lnTo>
                    <a:lnTo>
                      <a:pt x="1372" y="318"/>
                    </a:lnTo>
                    <a:lnTo>
                      <a:pt x="1374" y="318"/>
                    </a:lnTo>
                    <a:lnTo>
                      <a:pt x="1375" y="318"/>
                    </a:lnTo>
                    <a:lnTo>
                      <a:pt x="1376" y="318"/>
                    </a:lnTo>
                    <a:lnTo>
                      <a:pt x="1378" y="317"/>
                    </a:lnTo>
                    <a:lnTo>
                      <a:pt x="1379" y="317"/>
                    </a:lnTo>
                    <a:lnTo>
                      <a:pt x="1380" y="317"/>
                    </a:lnTo>
                    <a:lnTo>
                      <a:pt x="1382" y="317"/>
                    </a:lnTo>
                    <a:lnTo>
                      <a:pt x="1383" y="317"/>
                    </a:lnTo>
                    <a:lnTo>
                      <a:pt x="1384" y="317"/>
                    </a:lnTo>
                    <a:lnTo>
                      <a:pt x="1386" y="317"/>
                    </a:lnTo>
                    <a:lnTo>
                      <a:pt x="1387" y="317"/>
                    </a:lnTo>
                    <a:lnTo>
                      <a:pt x="1388" y="317"/>
                    </a:lnTo>
                    <a:lnTo>
                      <a:pt x="1390" y="317"/>
                    </a:lnTo>
                    <a:lnTo>
                      <a:pt x="1391" y="317"/>
                    </a:lnTo>
                    <a:lnTo>
                      <a:pt x="1393" y="317"/>
                    </a:lnTo>
                    <a:lnTo>
                      <a:pt x="1394" y="316"/>
                    </a:lnTo>
                    <a:lnTo>
                      <a:pt x="1395" y="316"/>
                    </a:lnTo>
                    <a:lnTo>
                      <a:pt x="1397" y="316"/>
                    </a:lnTo>
                    <a:lnTo>
                      <a:pt x="1398" y="316"/>
                    </a:lnTo>
                    <a:lnTo>
                      <a:pt x="1399" y="316"/>
                    </a:lnTo>
                    <a:lnTo>
                      <a:pt x="1401" y="316"/>
                    </a:lnTo>
                    <a:lnTo>
                      <a:pt x="1402" y="316"/>
                    </a:lnTo>
                    <a:lnTo>
                      <a:pt x="1403" y="316"/>
                    </a:lnTo>
                    <a:lnTo>
                      <a:pt x="1405" y="316"/>
                    </a:lnTo>
                    <a:lnTo>
                      <a:pt x="1406" y="316"/>
                    </a:lnTo>
                    <a:lnTo>
                      <a:pt x="1407" y="316"/>
                    </a:lnTo>
                    <a:lnTo>
                      <a:pt x="1409" y="315"/>
                    </a:lnTo>
                    <a:lnTo>
                      <a:pt x="1410" y="315"/>
                    </a:lnTo>
                    <a:lnTo>
                      <a:pt x="1411" y="315"/>
                    </a:lnTo>
                    <a:lnTo>
                      <a:pt x="1413" y="315"/>
                    </a:lnTo>
                    <a:lnTo>
                      <a:pt x="1414" y="315"/>
                    </a:lnTo>
                    <a:lnTo>
                      <a:pt x="1415" y="315"/>
                    </a:lnTo>
                    <a:lnTo>
                      <a:pt x="1417" y="315"/>
                    </a:lnTo>
                    <a:lnTo>
                      <a:pt x="1418" y="315"/>
                    </a:lnTo>
                    <a:lnTo>
                      <a:pt x="1419" y="315"/>
                    </a:lnTo>
                    <a:lnTo>
                      <a:pt x="1421" y="315"/>
                    </a:lnTo>
                    <a:lnTo>
                      <a:pt x="1422" y="314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 flipH="1" rot="10800000">
                <a:off x="6950076" y="1765301"/>
                <a:ext cx="3756025" cy="1357313"/>
              </a:xfrm>
              <a:custGeom>
                <a:rect b="b" l="l" r="r" t="t"/>
                <a:pathLst>
                  <a:path extrusionOk="0" h="616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9"/>
                    </a:lnTo>
                    <a:lnTo>
                      <a:pt x="118" y="30"/>
                    </a:lnTo>
                    <a:lnTo>
                      <a:pt x="119" y="49"/>
                    </a:lnTo>
                    <a:lnTo>
                      <a:pt x="121" y="67"/>
                    </a:lnTo>
                    <a:lnTo>
                      <a:pt x="122" y="86"/>
                    </a:lnTo>
                    <a:lnTo>
                      <a:pt x="123" y="103"/>
                    </a:lnTo>
                    <a:lnTo>
                      <a:pt x="125" y="121"/>
                    </a:lnTo>
                    <a:lnTo>
                      <a:pt x="126" y="138"/>
                    </a:lnTo>
                    <a:lnTo>
                      <a:pt x="127" y="154"/>
                    </a:lnTo>
                    <a:lnTo>
                      <a:pt x="129" y="170"/>
                    </a:lnTo>
                    <a:lnTo>
                      <a:pt x="130" y="185"/>
                    </a:lnTo>
                    <a:lnTo>
                      <a:pt x="132" y="199"/>
                    </a:lnTo>
                    <a:lnTo>
                      <a:pt x="133" y="213"/>
                    </a:lnTo>
                    <a:lnTo>
                      <a:pt x="134" y="227"/>
                    </a:lnTo>
                    <a:lnTo>
                      <a:pt x="136" y="239"/>
                    </a:lnTo>
                    <a:lnTo>
                      <a:pt x="137" y="251"/>
                    </a:lnTo>
                    <a:lnTo>
                      <a:pt x="138" y="263"/>
                    </a:lnTo>
                    <a:lnTo>
                      <a:pt x="140" y="273"/>
                    </a:lnTo>
                    <a:lnTo>
                      <a:pt x="141" y="283"/>
                    </a:lnTo>
                    <a:lnTo>
                      <a:pt x="142" y="292"/>
                    </a:lnTo>
                    <a:lnTo>
                      <a:pt x="144" y="300"/>
                    </a:lnTo>
                    <a:lnTo>
                      <a:pt x="145" y="308"/>
                    </a:lnTo>
                    <a:lnTo>
                      <a:pt x="146" y="315"/>
                    </a:lnTo>
                    <a:lnTo>
                      <a:pt x="148" y="321"/>
                    </a:lnTo>
                    <a:lnTo>
                      <a:pt x="149" y="328"/>
                    </a:lnTo>
                    <a:lnTo>
                      <a:pt x="150" y="334"/>
                    </a:lnTo>
                    <a:lnTo>
                      <a:pt x="152" y="341"/>
                    </a:lnTo>
                    <a:lnTo>
                      <a:pt x="153" y="347"/>
                    </a:lnTo>
                    <a:lnTo>
                      <a:pt x="154" y="353"/>
                    </a:lnTo>
                    <a:lnTo>
                      <a:pt x="156" y="358"/>
                    </a:lnTo>
                    <a:lnTo>
                      <a:pt x="157" y="364"/>
                    </a:lnTo>
                    <a:lnTo>
                      <a:pt x="158" y="370"/>
                    </a:lnTo>
                    <a:lnTo>
                      <a:pt x="160" y="376"/>
                    </a:lnTo>
                    <a:lnTo>
                      <a:pt x="161" y="382"/>
                    </a:lnTo>
                    <a:lnTo>
                      <a:pt x="162" y="387"/>
                    </a:lnTo>
                    <a:lnTo>
                      <a:pt x="164" y="393"/>
                    </a:lnTo>
                    <a:lnTo>
                      <a:pt x="165" y="398"/>
                    </a:lnTo>
                    <a:lnTo>
                      <a:pt x="167" y="404"/>
                    </a:lnTo>
                    <a:lnTo>
                      <a:pt x="168" y="409"/>
                    </a:lnTo>
                    <a:lnTo>
                      <a:pt x="169" y="415"/>
                    </a:lnTo>
                    <a:lnTo>
                      <a:pt x="171" y="420"/>
                    </a:lnTo>
                    <a:lnTo>
                      <a:pt x="172" y="425"/>
                    </a:lnTo>
                    <a:lnTo>
                      <a:pt x="173" y="431"/>
                    </a:lnTo>
                    <a:lnTo>
                      <a:pt x="175" y="436"/>
                    </a:lnTo>
                    <a:lnTo>
                      <a:pt x="176" y="441"/>
                    </a:lnTo>
                    <a:lnTo>
                      <a:pt x="177" y="446"/>
                    </a:lnTo>
                    <a:lnTo>
                      <a:pt x="179" y="451"/>
                    </a:lnTo>
                    <a:lnTo>
                      <a:pt x="180" y="456"/>
                    </a:lnTo>
                    <a:lnTo>
                      <a:pt x="181" y="461"/>
                    </a:lnTo>
                    <a:lnTo>
                      <a:pt x="183" y="466"/>
                    </a:lnTo>
                    <a:lnTo>
                      <a:pt x="184" y="471"/>
                    </a:lnTo>
                    <a:lnTo>
                      <a:pt x="185" y="476"/>
                    </a:lnTo>
                    <a:lnTo>
                      <a:pt x="187" y="481"/>
                    </a:lnTo>
                    <a:lnTo>
                      <a:pt x="188" y="485"/>
                    </a:lnTo>
                    <a:lnTo>
                      <a:pt x="189" y="490"/>
                    </a:lnTo>
                    <a:lnTo>
                      <a:pt x="191" y="494"/>
                    </a:lnTo>
                    <a:lnTo>
                      <a:pt x="192" y="498"/>
                    </a:lnTo>
                    <a:lnTo>
                      <a:pt x="193" y="502"/>
                    </a:lnTo>
                    <a:lnTo>
                      <a:pt x="195" y="506"/>
                    </a:lnTo>
                    <a:lnTo>
                      <a:pt x="196" y="510"/>
                    </a:lnTo>
                    <a:lnTo>
                      <a:pt x="197" y="514"/>
                    </a:lnTo>
                    <a:lnTo>
                      <a:pt x="199" y="518"/>
                    </a:lnTo>
                    <a:lnTo>
                      <a:pt x="200" y="521"/>
                    </a:lnTo>
                    <a:lnTo>
                      <a:pt x="202" y="525"/>
                    </a:lnTo>
                    <a:lnTo>
                      <a:pt x="203" y="528"/>
                    </a:lnTo>
                    <a:lnTo>
                      <a:pt x="204" y="531"/>
                    </a:lnTo>
                    <a:lnTo>
                      <a:pt x="206" y="534"/>
                    </a:lnTo>
                    <a:lnTo>
                      <a:pt x="207" y="537"/>
                    </a:lnTo>
                    <a:lnTo>
                      <a:pt x="208" y="540"/>
                    </a:lnTo>
                    <a:lnTo>
                      <a:pt x="210" y="542"/>
                    </a:lnTo>
                    <a:lnTo>
                      <a:pt x="211" y="545"/>
                    </a:lnTo>
                    <a:lnTo>
                      <a:pt x="212" y="547"/>
                    </a:lnTo>
                    <a:lnTo>
                      <a:pt x="214" y="550"/>
                    </a:lnTo>
                    <a:lnTo>
                      <a:pt x="215" y="552"/>
                    </a:lnTo>
                    <a:lnTo>
                      <a:pt x="216" y="554"/>
                    </a:lnTo>
                    <a:lnTo>
                      <a:pt x="218" y="556"/>
                    </a:lnTo>
                    <a:lnTo>
                      <a:pt x="219" y="558"/>
                    </a:lnTo>
                    <a:lnTo>
                      <a:pt x="220" y="560"/>
                    </a:lnTo>
                    <a:lnTo>
                      <a:pt x="222" y="561"/>
                    </a:lnTo>
                    <a:lnTo>
                      <a:pt x="223" y="563"/>
                    </a:lnTo>
                    <a:lnTo>
                      <a:pt x="224" y="565"/>
                    </a:lnTo>
                    <a:lnTo>
                      <a:pt x="226" y="566"/>
                    </a:lnTo>
                    <a:lnTo>
                      <a:pt x="227" y="568"/>
                    </a:lnTo>
                    <a:lnTo>
                      <a:pt x="228" y="569"/>
                    </a:lnTo>
                    <a:lnTo>
                      <a:pt x="230" y="571"/>
                    </a:lnTo>
                    <a:lnTo>
                      <a:pt x="231" y="572"/>
                    </a:lnTo>
                    <a:lnTo>
                      <a:pt x="232" y="573"/>
                    </a:lnTo>
                    <a:lnTo>
                      <a:pt x="234" y="575"/>
                    </a:lnTo>
                    <a:lnTo>
                      <a:pt x="235" y="576"/>
                    </a:lnTo>
                    <a:lnTo>
                      <a:pt x="236" y="577"/>
                    </a:lnTo>
                    <a:lnTo>
                      <a:pt x="238" y="579"/>
                    </a:lnTo>
                    <a:lnTo>
                      <a:pt x="239" y="580"/>
                    </a:lnTo>
                    <a:lnTo>
                      <a:pt x="241" y="581"/>
                    </a:lnTo>
                    <a:lnTo>
                      <a:pt x="242" y="582"/>
                    </a:lnTo>
                    <a:lnTo>
                      <a:pt x="243" y="583"/>
                    </a:lnTo>
                    <a:lnTo>
                      <a:pt x="245" y="585"/>
                    </a:lnTo>
                    <a:lnTo>
                      <a:pt x="246" y="586"/>
                    </a:lnTo>
                    <a:lnTo>
                      <a:pt x="247" y="587"/>
                    </a:lnTo>
                    <a:lnTo>
                      <a:pt x="249" y="588"/>
                    </a:lnTo>
                    <a:lnTo>
                      <a:pt x="250" y="589"/>
                    </a:lnTo>
                    <a:lnTo>
                      <a:pt x="251" y="590"/>
                    </a:lnTo>
                    <a:lnTo>
                      <a:pt x="253" y="592"/>
                    </a:lnTo>
                    <a:lnTo>
                      <a:pt x="254" y="593"/>
                    </a:lnTo>
                    <a:lnTo>
                      <a:pt x="255" y="594"/>
                    </a:lnTo>
                    <a:lnTo>
                      <a:pt x="257" y="595"/>
                    </a:lnTo>
                    <a:lnTo>
                      <a:pt x="258" y="596"/>
                    </a:lnTo>
                    <a:lnTo>
                      <a:pt x="259" y="597"/>
                    </a:lnTo>
                    <a:lnTo>
                      <a:pt x="261" y="598"/>
                    </a:lnTo>
                    <a:lnTo>
                      <a:pt x="262" y="600"/>
                    </a:lnTo>
                    <a:lnTo>
                      <a:pt x="263" y="601"/>
                    </a:lnTo>
                    <a:lnTo>
                      <a:pt x="265" y="602"/>
                    </a:lnTo>
                    <a:lnTo>
                      <a:pt x="266" y="603"/>
                    </a:lnTo>
                    <a:lnTo>
                      <a:pt x="267" y="604"/>
                    </a:lnTo>
                    <a:lnTo>
                      <a:pt x="269" y="605"/>
                    </a:lnTo>
                    <a:lnTo>
                      <a:pt x="270" y="606"/>
                    </a:lnTo>
                    <a:lnTo>
                      <a:pt x="271" y="607"/>
                    </a:lnTo>
                    <a:lnTo>
                      <a:pt x="273" y="608"/>
                    </a:lnTo>
                    <a:lnTo>
                      <a:pt x="274" y="608"/>
                    </a:lnTo>
                    <a:lnTo>
                      <a:pt x="276" y="609"/>
                    </a:lnTo>
                    <a:lnTo>
                      <a:pt x="277" y="610"/>
                    </a:lnTo>
                    <a:lnTo>
                      <a:pt x="278" y="610"/>
                    </a:lnTo>
                    <a:lnTo>
                      <a:pt x="280" y="611"/>
                    </a:lnTo>
                    <a:lnTo>
                      <a:pt x="281" y="611"/>
                    </a:lnTo>
                    <a:lnTo>
                      <a:pt x="282" y="612"/>
                    </a:lnTo>
                    <a:lnTo>
                      <a:pt x="284" y="612"/>
                    </a:lnTo>
                    <a:lnTo>
                      <a:pt x="285" y="612"/>
                    </a:lnTo>
                    <a:lnTo>
                      <a:pt x="286" y="613"/>
                    </a:lnTo>
                    <a:lnTo>
                      <a:pt x="288" y="613"/>
                    </a:lnTo>
                    <a:lnTo>
                      <a:pt x="289" y="614"/>
                    </a:lnTo>
                    <a:lnTo>
                      <a:pt x="290" y="614"/>
                    </a:lnTo>
                    <a:lnTo>
                      <a:pt x="292" y="614"/>
                    </a:lnTo>
                    <a:lnTo>
                      <a:pt x="293" y="614"/>
                    </a:lnTo>
                    <a:lnTo>
                      <a:pt x="294" y="615"/>
                    </a:lnTo>
                    <a:lnTo>
                      <a:pt x="296" y="615"/>
                    </a:lnTo>
                    <a:lnTo>
                      <a:pt x="297" y="615"/>
                    </a:lnTo>
                    <a:lnTo>
                      <a:pt x="298" y="615"/>
                    </a:lnTo>
                    <a:lnTo>
                      <a:pt x="300" y="615"/>
                    </a:lnTo>
                    <a:lnTo>
                      <a:pt x="301" y="615"/>
                    </a:lnTo>
                    <a:lnTo>
                      <a:pt x="302" y="616"/>
                    </a:lnTo>
                    <a:lnTo>
                      <a:pt x="304" y="616"/>
                    </a:lnTo>
                    <a:lnTo>
                      <a:pt x="305" y="616"/>
                    </a:lnTo>
                    <a:lnTo>
                      <a:pt x="306" y="616"/>
                    </a:lnTo>
                    <a:lnTo>
                      <a:pt x="308" y="616"/>
                    </a:lnTo>
                    <a:lnTo>
                      <a:pt x="309" y="616"/>
                    </a:lnTo>
                    <a:lnTo>
                      <a:pt x="311" y="616"/>
                    </a:lnTo>
                    <a:lnTo>
                      <a:pt x="312" y="616"/>
                    </a:lnTo>
                    <a:lnTo>
                      <a:pt x="313" y="616"/>
                    </a:lnTo>
                    <a:lnTo>
                      <a:pt x="315" y="615"/>
                    </a:lnTo>
                    <a:lnTo>
                      <a:pt x="316" y="615"/>
                    </a:lnTo>
                    <a:lnTo>
                      <a:pt x="317" y="615"/>
                    </a:lnTo>
                    <a:lnTo>
                      <a:pt x="319" y="615"/>
                    </a:lnTo>
                    <a:lnTo>
                      <a:pt x="320" y="615"/>
                    </a:lnTo>
                    <a:lnTo>
                      <a:pt x="321" y="615"/>
                    </a:lnTo>
                    <a:lnTo>
                      <a:pt x="323" y="614"/>
                    </a:lnTo>
                    <a:lnTo>
                      <a:pt x="324" y="614"/>
                    </a:lnTo>
                    <a:lnTo>
                      <a:pt x="325" y="614"/>
                    </a:lnTo>
                    <a:lnTo>
                      <a:pt x="327" y="614"/>
                    </a:lnTo>
                    <a:lnTo>
                      <a:pt x="328" y="613"/>
                    </a:lnTo>
                    <a:lnTo>
                      <a:pt x="329" y="613"/>
                    </a:lnTo>
                    <a:lnTo>
                      <a:pt x="331" y="613"/>
                    </a:lnTo>
                    <a:lnTo>
                      <a:pt x="332" y="613"/>
                    </a:lnTo>
                    <a:lnTo>
                      <a:pt x="333" y="612"/>
                    </a:lnTo>
                    <a:lnTo>
                      <a:pt x="335" y="612"/>
                    </a:lnTo>
                    <a:lnTo>
                      <a:pt x="336" y="612"/>
                    </a:lnTo>
                    <a:lnTo>
                      <a:pt x="337" y="612"/>
                    </a:lnTo>
                    <a:lnTo>
                      <a:pt x="339" y="611"/>
                    </a:lnTo>
                    <a:lnTo>
                      <a:pt x="340" y="611"/>
                    </a:lnTo>
                    <a:lnTo>
                      <a:pt x="341" y="611"/>
                    </a:lnTo>
                    <a:lnTo>
                      <a:pt x="343" y="611"/>
                    </a:lnTo>
                    <a:lnTo>
                      <a:pt x="344" y="610"/>
                    </a:lnTo>
                    <a:lnTo>
                      <a:pt x="346" y="610"/>
                    </a:lnTo>
                    <a:lnTo>
                      <a:pt x="347" y="610"/>
                    </a:lnTo>
                    <a:lnTo>
                      <a:pt x="348" y="609"/>
                    </a:lnTo>
                    <a:lnTo>
                      <a:pt x="350" y="609"/>
                    </a:lnTo>
                    <a:lnTo>
                      <a:pt x="351" y="609"/>
                    </a:lnTo>
                    <a:lnTo>
                      <a:pt x="352" y="609"/>
                    </a:lnTo>
                    <a:lnTo>
                      <a:pt x="354" y="608"/>
                    </a:lnTo>
                    <a:lnTo>
                      <a:pt x="355" y="608"/>
                    </a:lnTo>
                    <a:lnTo>
                      <a:pt x="356" y="608"/>
                    </a:lnTo>
                    <a:lnTo>
                      <a:pt x="358" y="607"/>
                    </a:lnTo>
                    <a:lnTo>
                      <a:pt x="359" y="607"/>
                    </a:lnTo>
                    <a:lnTo>
                      <a:pt x="360" y="607"/>
                    </a:lnTo>
                    <a:lnTo>
                      <a:pt x="362" y="606"/>
                    </a:lnTo>
                    <a:lnTo>
                      <a:pt x="363" y="606"/>
                    </a:lnTo>
                    <a:lnTo>
                      <a:pt x="364" y="606"/>
                    </a:lnTo>
                    <a:lnTo>
                      <a:pt x="366" y="606"/>
                    </a:lnTo>
                    <a:lnTo>
                      <a:pt x="367" y="605"/>
                    </a:lnTo>
                    <a:lnTo>
                      <a:pt x="368" y="605"/>
                    </a:lnTo>
                    <a:lnTo>
                      <a:pt x="370" y="605"/>
                    </a:lnTo>
                    <a:lnTo>
                      <a:pt x="371" y="604"/>
                    </a:lnTo>
                    <a:lnTo>
                      <a:pt x="372" y="604"/>
                    </a:lnTo>
                    <a:lnTo>
                      <a:pt x="374" y="604"/>
                    </a:lnTo>
                    <a:lnTo>
                      <a:pt x="375" y="603"/>
                    </a:lnTo>
                    <a:lnTo>
                      <a:pt x="376" y="603"/>
                    </a:lnTo>
                    <a:lnTo>
                      <a:pt x="378" y="603"/>
                    </a:lnTo>
                    <a:lnTo>
                      <a:pt x="379" y="603"/>
                    </a:lnTo>
                    <a:lnTo>
                      <a:pt x="380" y="602"/>
                    </a:lnTo>
                    <a:lnTo>
                      <a:pt x="382" y="602"/>
                    </a:lnTo>
                    <a:lnTo>
                      <a:pt x="383" y="602"/>
                    </a:lnTo>
                    <a:lnTo>
                      <a:pt x="385" y="601"/>
                    </a:lnTo>
                    <a:lnTo>
                      <a:pt x="386" y="601"/>
                    </a:lnTo>
                    <a:lnTo>
                      <a:pt x="387" y="601"/>
                    </a:lnTo>
                    <a:lnTo>
                      <a:pt x="389" y="601"/>
                    </a:lnTo>
                    <a:lnTo>
                      <a:pt x="390" y="600"/>
                    </a:lnTo>
                    <a:lnTo>
                      <a:pt x="391" y="600"/>
                    </a:lnTo>
                    <a:lnTo>
                      <a:pt x="393" y="600"/>
                    </a:lnTo>
                    <a:lnTo>
                      <a:pt x="394" y="599"/>
                    </a:lnTo>
                    <a:lnTo>
                      <a:pt x="395" y="599"/>
                    </a:lnTo>
                    <a:lnTo>
                      <a:pt x="397" y="599"/>
                    </a:lnTo>
                    <a:lnTo>
                      <a:pt x="398" y="598"/>
                    </a:lnTo>
                    <a:lnTo>
                      <a:pt x="399" y="598"/>
                    </a:lnTo>
                    <a:lnTo>
                      <a:pt x="401" y="597"/>
                    </a:lnTo>
                    <a:lnTo>
                      <a:pt x="402" y="597"/>
                    </a:lnTo>
                    <a:lnTo>
                      <a:pt x="403" y="596"/>
                    </a:lnTo>
                    <a:lnTo>
                      <a:pt x="405" y="596"/>
                    </a:lnTo>
                    <a:lnTo>
                      <a:pt x="406" y="596"/>
                    </a:lnTo>
                    <a:lnTo>
                      <a:pt x="407" y="595"/>
                    </a:lnTo>
                    <a:lnTo>
                      <a:pt x="409" y="595"/>
                    </a:lnTo>
                    <a:lnTo>
                      <a:pt x="410" y="594"/>
                    </a:lnTo>
                    <a:lnTo>
                      <a:pt x="411" y="594"/>
                    </a:lnTo>
                    <a:lnTo>
                      <a:pt x="413" y="594"/>
                    </a:lnTo>
                    <a:lnTo>
                      <a:pt x="414" y="593"/>
                    </a:lnTo>
                    <a:lnTo>
                      <a:pt x="415" y="593"/>
                    </a:lnTo>
                    <a:lnTo>
                      <a:pt x="417" y="593"/>
                    </a:lnTo>
                    <a:lnTo>
                      <a:pt x="418" y="592"/>
                    </a:lnTo>
                    <a:lnTo>
                      <a:pt x="420" y="584"/>
                    </a:lnTo>
                    <a:lnTo>
                      <a:pt x="421" y="580"/>
                    </a:lnTo>
                    <a:lnTo>
                      <a:pt x="422" y="577"/>
                    </a:lnTo>
                    <a:lnTo>
                      <a:pt x="424" y="575"/>
                    </a:lnTo>
                    <a:lnTo>
                      <a:pt x="425" y="573"/>
                    </a:lnTo>
                    <a:lnTo>
                      <a:pt x="426" y="571"/>
                    </a:lnTo>
                    <a:lnTo>
                      <a:pt x="428" y="569"/>
                    </a:lnTo>
                    <a:lnTo>
                      <a:pt x="429" y="567"/>
                    </a:lnTo>
                    <a:lnTo>
                      <a:pt x="430" y="566"/>
                    </a:lnTo>
                    <a:lnTo>
                      <a:pt x="432" y="564"/>
                    </a:lnTo>
                    <a:lnTo>
                      <a:pt x="433" y="563"/>
                    </a:lnTo>
                    <a:lnTo>
                      <a:pt x="434" y="562"/>
                    </a:lnTo>
                    <a:lnTo>
                      <a:pt x="436" y="561"/>
                    </a:lnTo>
                    <a:lnTo>
                      <a:pt x="437" y="559"/>
                    </a:lnTo>
                    <a:lnTo>
                      <a:pt x="438" y="558"/>
                    </a:lnTo>
                    <a:lnTo>
                      <a:pt x="440" y="557"/>
                    </a:lnTo>
                    <a:lnTo>
                      <a:pt x="441" y="556"/>
                    </a:lnTo>
                    <a:lnTo>
                      <a:pt x="442" y="555"/>
                    </a:lnTo>
                    <a:lnTo>
                      <a:pt x="444" y="554"/>
                    </a:lnTo>
                    <a:lnTo>
                      <a:pt x="445" y="553"/>
                    </a:lnTo>
                    <a:lnTo>
                      <a:pt x="446" y="552"/>
                    </a:lnTo>
                    <a:lnTo>
                      <a:pt x="448" y="551"/>
                    </a:lnTo>
                    <a:lnTo>
                      <a:pt x="449" y="550"/>
                    </a:lnTo>
                    <a:lnTo>
                      <a:pt x="450" y="550"/>
                    </a:lnTo>
                    <a:lnTo>
                      <a:pt x="452" y="549"/>
                    </a:lnTo>
                    <a:lnTo>
                      <a:pt x="453" y="548"/>
                    </a:lnTo>
                    <a:lnTo>
                      <a:pt x="455" y="547"/>
                    </a:lnTo>
                    <a:lnTo>
                      <a:pt x="456" y="546"/>
                    </a:lnTo>
                    <a:lnTo>
                      <a:pt x="457" y="545"/>
                    </a:lnTo>
                    <a:lnTo>
                      <a:pt x="459" y="545"/>
                    </a:lnTo>
                    <a:lnTo>
                      <a:pt x="460" y="544"/>
                    </a:lnTo>
                    <a:lnTo>
                      <a:pt x="461" y="543"/>
                    </a:lnTo>
                    <a:lnTo>
                      <a:pt x="463" y="543"/>
                    </a:lnTo>
                    <a:lnTo>
                      <a:pt x="464" y="542"/>
                    </a:lnTo>
                    <a:lnTo>
                      <a:pt x="465" y="541"/>
                    </a:lnTo>
                    <a:lnTo>
                      <a:pt x="467" y="540"/>
                    </a:lnTo>
                    <a:lnTo>
                      <a:pt x="468" y="540"/>
                    </a:lnTo>
                    <a:lnTo>
                      <a:pt x="469" y="539"/>
                    </a:lnTo>
                    <a:lnTo>
                      <a:pt x="471" y="538"/>
                    </a:lnTo>
                    <a:lnTo>
                      <a:pt x="472" y="538"/>
                    </a:lnTo>
                    <a:lnTo>
                      <a:pt x="473" y="537"/>
                    </a:lnTo>
                    <a:lnTo>
                      <a:pt x="475" y="536"/>
                    </a:lnTo>
                    <a:lnTo>
                      <a:pt x="476" y="536"/>
                    </a:lnTo>
                    <a:lnTo>
                      <a:pt x="477" y="535"/>
                    </a:lnTo>
                    <a:lnTo>
                      <a:pt x="479" y="534"/>
                    </a:lnTo>
                    <a:lnTo>
                      <a:pt x="480" y="534"/>
                    </a:lnTo>
                    <a:lnTo>
                      <a:pt x="481" y="533"/>
                    </a:lnTo>
                    <a:lnTo>
                      <a:pt x="483" y="533"/>
                    </a:lnTo>
                    <a:lnTo>
                      <a:pt x="484" y="532"/>
                    </a:lnTo>
                    <a:lnTo>
                      <a:pt x="485" y="532"/>
                    </a:lnTo>
                    <a:lnTo>
                      <a:pt x="487" y="531"/>
                    </a:lnTo>
                    <a:lnTo>
                      <a:pt x="488" y="530"/>
                    </a:lnTo>
                    <a:lnTo>
                      <a:pt x="490" y="530"/>
                    </a:lnTo>
                    <a:lnTo>
                      <a:pt x="491" y="529"/>
                    </a:lnTo>
                    <a:lnTo>
                      <a:pt x="492" y="529"/>
                    </a:lnTo>
                    <a:lnTo>
                      <a:pt x="494" y="528"/>
                    </a:lnTo>
                    <a:lnTo>
                      <a:pt x="495" y="528"/>
                    </a:lnTo>
                    <a:lnTo>
                      <a:pt x="496" y="527"/>
                    </a:lnTo>
                    <a:lnTo>
                      <a:pt x="498" y="527"/>
                    </a:lnTo>
                    <a:lnTo>
                      <a:pt x="499" y="526"/>
                    </a:lnTo>
                    <a:lnTo>
                      <a:pt x="500" y="526"/>
                    </a:lnTo>
                    <a:lnTo>
                      <a:pt x="502" y="525"/>
                    </a:lnTo>
                    <a:lnTo>
                      <a:pt x="503" y="525"/>
                    </a:lnTo>
                    <a:lnTo>
                      <a:pt x="504" y="524"/>
                    </a:lnTo>
                    <a:lnTo>
                      <a:pt x="506" y="524"/>
                    </a:lnTo>
                    <a:lnTo>
                      <a:pt x="507" y="523"/>
                    </a:lnTo>
                    <a:lnTo>
                      <a:pt x="508" y="523"/>
                    </a:lnTo>
                    <a:lnTo>
                      <a:pt x="510" y="522"/>
                    </a:lnTo>
                    <a:lnTo>
                      <a:pt x="511" y="522"/>
                    </a:lnTo>
                    <a:lnTo>
                      <a:pt x="512" y="521"/>
                    </a:lnTo>
                    <a:lnTo>
                      <a:pt x="514" y="521"/>
                    </a:lnTo>
                    <a:lnTo>
                      <a:pt x="515" y="521"/>
                    </a:lnTo>
                    <a:lnTo>
                      <a:pt x="516" y="520"/>
                    </a:lnTo>
                    <a:lnTo>
                      <a:pt x="518" y="520"/>
                    </a:lnTo>
                    <a:lnTo>
                      <a:pt x="519" y="519"/>
                    </a:lnTo>
                    <a:lnTo>
                      <a:pt x="520" y="519"/>
                    </a:lnTo>
                    <a:lnTo>
                      <a:pt x="522" y="518"/>
                    </a:lnTo>
                    <a:lnTo>
                      <a:pt x="523" y="518"/>
                    </a:lnTo>
                    <a:lnTo>
                      <a:pt x="524" y="518"/>
                    </a:lnTo>
                    <a:lnTo>
                      <a:pt x="526" y="517"/>
                    </a:lnTo>
                    <a:lnTo>
                      <a:pt x="527" y="517"/>
                    </a:lnTo>
                    <a:lnTo>
                      <a:pt x="529" y="516"/>
                    </a:lnTo>
                    <a:lnTo>
                      <a:pt x="530" y="516"/>
                    </a:lnTo>
                    <a:lnTo>
                      <a:pt x="531" y="516"/>
                    </a:lnTo>
                    <a:lnTo>
                      <a:pt x="533" y="515"/>
                    </a:lnTo>
                    <a:lnTo>
                      <a:pt x="534" y="515"/>
                    </a:lnTo>
                    <a:lnTo>
                      <a:pt x="535" y="514"/>
                    </a:lnTo>
                    <a:lnTo>
                      <a:pt x="537" y="514"/>
                    </a:lnTo>
                    <a:lnTo>
                      <a:pt x="538" y="514"/>
                    </a:lnTo>
                    <a:lnTo>
                      <a:pt x="539" y="513"/>
                    </a:lnTo>
                    <a:lnTo>
                      <a:pt x="541" y="513"/>
                    </a:lnTo>
                    <a:lnTo>
                      <a:pt x="542" y="513"/>
                    </a:lnTo>
                    <a:lnTo>
                      <a:pt x="543" y="512"/>
                    </a:lnTo>
                    <a:lnTo>
                      <a:pt x="545" y="512"/>
                    </a:lnTo>
                    <a:lnTo>
                      <a:pt x="546" y="511"/>
                    </a:lnTo>
                    <a:lnTo>
                      <a:pt x="547" y="511"/>
                    </a:lnTo>
                    <a:lnTo>
                      <a:pt x="549" y="511"/>
                    </a:lnTo>
                    <a:lnTo>
                      <a:pt x="550" y="510"/>
                    </a:lnTo>
                    <a:lnTo>
                      <a:pt x="551" y="510"/>
                    </a:lnTo>
                    <a:lnTo>
                      <a:pt x="553" y="510"/>
                    </a:lnTo>
                    <a:lnTo>
                      <a:pt x="554" y="509"/>
                    </a:lnTo>
                    <a:lnTo>
                      <a:pt x="555" y="509"/>
                    </a:lnTo>
                    <a:lnTo>
                      <a:pt x="557" y="508"/>
                    </a:lnTo>
                    <a:lnTo>
                      <a:pt x="558" y="508"/>
                    </a:lnTo>
                    <a:lnTo>
                      <a:pt x="559" y="508"/>
                    </a:lnTo>
                    <a:lnTo>
                      <a:pt x="561" y="507"/>
                    </a:lnTo>
                    <a:lnTo>
                      <a:pt x="562" y="507"/>
                    </a:lnTo>
                    <a:lnTo>
                      <a:pt x="564" y="507"/>
                    </a:lnTo>
                    <a:lnTo>
                      <a:pt x="565" y="506"/>
                    </a:lnTo>
                    <a:lnTo>
                      <a:pt x="566" y="506"/>
                    </a:lnTo>
                    <a:lnTo>
                      <a:pt x="568" y="506"/>
                    </a:lnTo>
                    <a:lnTo>
                      <a:pt x="569" y="506"/>
                    </a:lnTo>
                    <a:lnTo>
                      <a:pt x="570" y="505"/>
                    </a:lnTo>
                    <a:lnTo>
                      <a:pt x="572" y="505"/>
                    </a:lnTo>
                    <a:lnTo>
                      <a:pt x="573" y="505"/>
                    </a:lnTo>
                    <a:lnTo>
                      <a:pt x="574" y="504"/>
                    </a:lnTo>
                    <a:lnTo>
                      <a:pt x="576" y="504"/>
                    </a:lnTo>
                    <a:lnTo>
                      <a:pt x="577" y="504"/>
                    </a:lnTo>
                    <a:lnTo>
                      <a:pt x="578" y="503"/>
                    </a:lnTo>
                    <a:lnTo>
                      <a:pt x="580" y="503"/>
                    </a:lnTo>
                    <a:lnTo>
                      <a:pt x="581" y="503"/>
                    </a:lnTo>
                    <a:lnTo>
                      <a:pt x="582" y="502"/>
                    </a:lnTo>
                    <a:lnTo>
                      <a:pt x="584" y="502"/>
                    </a:lnTo>
                    <a:lnTo>
                      <a:pt x="585" y="502"/>
                    </a:lnTo>
                    <a:lnTo>
                      <a:pt x="586" y="502"/>
                    </a:lnTo>
                    <a:lnTo>
                      <a:pt x="588" y="501"/>
                    </a:lnTo>
                    <a:lnTo>
                      <a:pt x="589" y="501"/>
                    </a:lnTo>
                    <a:lnTo>
                      <a:pt x="590" y="501"/>
                    </a:lnTo>
                    <a:lnTo>
                      <a:pt x="592" y="500"/>
                    </a:lnTo>
                    <a:lnTo>
                      <a:pt x="593" y="500"/>
                    </a:lnTo>
                    <a:lnTo>
                      <a:pt x="594" y="500"/>
                    </a:lnTo>
                    <a:lnTo>
                      <a:pt x="596" y="500"/>
                    </a:lnTo>
                    <a:lnTo>
                      <a:pt x="597" y="499"/>
                    </a:lnTo>
                    <a:lnTo>
                      <a:pt x="599" y="499"/>
                    </a:lnTo>
                    <a:lnTo>
                      <a:pt x="600" y="499"/>
                    </a:lnTo>
                    <a:lnTo>
                      <a:pt x="601" y="498"/>
                    </a:lnTo>
                    <a:lnTo>
                      <a:pt x="603" y="498"/>
                    </a:lnTo>
                    <a:lnTo>
                      <a:pt x="604" y="498"/>
                    </a:lnTo>
                    <a:lnTo>
                      <a:pt x="605" y="498"/>
                    </a:lnTo>
                    <a:lnTo>
                      <a:pt x="607" y="497"/>
                    </a:lnTo>
                    <a:lnTo>
                      <a:pt x="608" y="497"/>
                    </a:lnTo>
                    <a:lnTo>
                      <a:pt x="609" y="497"/>
                    </a:lnTo>
                    <a:lnTo>
                      <a:pt x="611" y="497"/>
                    </a:lnTo>
                    <a:lnTo>
                      <a:pt x="612" y="496"/>
                    </a:lnTo>
                    <a:lnTo>
                      <a:pt x="613" y="496"/>
                    </a:lnTo>
                    <a:lnTo>
                      <a:pt x="615" y="496"/>
                    </a:lnTo>
                    <a:lnTo>
                      <a:pt x="616" y="496"/>
                    </a:lnTo>
                    <a:lnTo>
                      <a:pt x="617" y="495"/>
                    </a:lnTo>
                    <a:lnTo>
                      <a:pt x="619" y="495"/>
                    </a:lnTo>
                    <a:lnTo>
                      <a:pt x="620" y="495"/>
                    </a:lnTo>
                    <a:lnTo>
                      <a:pt x="621" y="495"/>
                    </a:lnTo>
                    <a:lnTo>
                      <a:pt x="623" y="494"/>
                    </a:lnTo>
                    <a:lnTo>
                      <a:pt x="624" y="494"/>
                    </a:lnTo>
                    <a:lnTo>
                      <a:pt x="625" y="494"/>
                    </a:lnTo>
                    <a:lnTo>
                      <a:pt x="627" y="494"/>
                    </a:lnTo>
                    <a:lnTo>
                      <a:pt x="628" y="493"/>
                    </a:lnTo>
                    <a:lnTo>
                      <a:pt x="629" y="493"/>
                    </a:lnTo>
                    <a:lnTo>
                      <a:pt x="631" y="493"/>
                    </a:lnTo>
                    <a:lnTo>
                      <a:pt x="632" y="493"/>
                    </a:lnTo>
                    <a:lnTo>
                      <a:pt x="634" y="492"/>
                    </a:lnTo>
                    <a:lnTo>
                      <a:pt x="635" y="492"/>
                    </a:lnTo>
                    <a:lnTo>
                      <a:pt x="636" y="492"/>
                    </a:lnTo>
                    <a:lnTo>
                      <a:pt x="638" y="492"/>
                    </a:lnTo>
                    <a:lnTo>
                      <a:pt x="639" y="491"/>
                    </a:lnTo>
                    <a:lnTo>
                      <a:pt x="640" y="491"/>
                    </a:lnTo>
                    <a:lnTo>
                      <a:pt x="642" y="491"/>
                    </a:lnTo>
                    <a:lnTo>
                      <a:pt x="643" y="491"/>
                    </a:lnTo>
                    <a:lnTo>
                      <a:pt x="644" y="490"/>
                    </a:lnTo>
                    <a:lnTo>
                      <a:pt x="646" y="490"/>
                    </a:lnTo>
                    <a:lnTo>
                      <a:pt x="647" y="490"/>
                    </a:lnTo>
                    <a:lnTo>
                      <a:pt x="648" y="490"/>
                    </a:lnTo>
                    <a:lnTo>
                      <a:pt x="650" y="490"/>
                    </a:lnTo>
                    <a:lnTo>
                      <a:pt x="651" y="489"/>
                    </a:lnTo>
                    <a:lnTo>
                      <a:pt x="652" y="489"/>
                    </a:lnTo>
                    <a:lnTo>
                      <a:pt x="654" y="489"/>
                    </a:lnTo>
                    <a:lnTo>
                      <a:pt x="655" y="489"/>
                    </a:lnTo>
                    <a:lnTo>
                      <a:pt x="656" y="488"/>
                    </a:lnTo>
                    <a:lnTo>
                      <a:pt x="658" y="488"/>
                    </a:lnTo>
                    <a:lnTo>
                      <a:pt x="659" y="488"/>
                    </a:lnTo>
                    <a:lnTo>
                      <a:pt x="660" y="488"/>
                    </a:lnTo>
                    <a:lnTo>
                      <a:pt x="662" y="488"/>
                    </a:lnTo>
                    <a:lnTo>
                      <a:pt x="663" y="487"/>
                    </a:lnTo>
                    <a:lnTo>
                      <a:pt x="664" y="487"/>
                    </a:lnTo>
                    <a:lnTo>
                      <a:pt x="666" y="487"/>
                    </a:lnTo>
                    <a:lnTo>
                      <a:pt x="667" y="487"/>
                    </a:lnTo>
                    <a:lnTo>
                      <a:pt x="668" y="486"/>
                    </a:lnTo>
                    <a:lnTo>
                      <a:pt x="670" y="486"/>
                    </a:lnTo>
                    <a:lnTo>
                      <a:pt x="671" y="486"/>
                    </a:lnTo>
                    <a:lnTo>
                      <a:pt x="673" y="486"/>
                    </a:lnTo>
                    <a:lnTo>
                      <a:pt x="674" y="486"/>
                    </a:lnTo>
                    <a:lnTo>
                      <a:pt x="675" y="485"/>
                    </a:lnTo>
                    <a:lnTo>
                      <a:pt x="677" y="485"/>
                    </a:lnTo>
                    <a:lnTo>
                      <a:pt x="678" y="485"/>
                    </a:lnTo>
                    <a:lnTo>
                      <a:pt x="679" y="485"/>
                    </a:lnTo>
                    <a:lnTo>
                      <a:pt x="681" y="485"/>
                    </a:lnTo>
                    <a:lnTo>
                      <a:pt x="682" y="484"/>
                    </a:lnTo>
                    <a:lnTo>
                      <a:pt x="683" y="484"/>
                    </a:lnTo>
                    <a:lnTo>
                      <a:pt x="685" y="484"/>
                    </a:lnTo>
                    <a:lnTo>
                      <a:pt x="686" y="484"/>
                    </a:lnTo>
                    <a:lnTo>
                      <a:pt x="687" y="483"/>
                    </a:lnTo>
                    <a:lnTo>
                      <a:pt x="689" y="483"/>
                    </a:lnTo>
                    <a:lnTo>
                      <a:pt x="690" y="483"/>
                    </a:lnTo>
                    <a:lnTo>
                      <a:pt x="691" y="483"/>
                    </a:lnTo>
                    <a:lnTo>
                      <a:pt x="693" y="483"/>
                    </a:lnTo>
                    <a:lnTo>
                      <a:pt x="694" y="482"/>
                    </a:lnTo>
                    <a:lnTo>
                      <a:pt x="695" y="482"/>
                    </a:lnTo>
                    <a:lnTo>
                      <a:pt x="697" y="482"/>
                    </a:lnTo>
                    <a:lnTo>
                      <a:pt x="698" y="482"/>
                    </a:lnTo>
                    <a:lnTo>
                      <a:pt x="699" y="482"/>
                    </a:lnTo>
                    <a:lnTo>
                      <a:pt x="701" y="481"/>
                    </a:lnTo>
                    <a:lnTo>
                      <a:pt x="702" y="481"/>
                    </a:lnTo>
                    <a:lnTo>
                      <a:pt x="703" y="481"/>
                    </a:lnTo>
                    <a:lnTo>
                      <a:pt x="705" y="481"/>
                    </a:lnTo>
                    <a:lnTo>
                      <a:pt x="706" y="481"/>
                    </a:lnTo>
                    <a:lnTo>
                      <a:pt x="708" y="481"/>
                    </a:lnTo>
                    <a:lnTo>
                      <a:pt x="709" y="480"/>
                    </a:lnTo>
                    <a:lnTo>
                      <a:pt x="710" y="480"/>
                    </a:lnTo>
                    <a:lnTo>
                      <a:pt x="712" y="480"/>
                    </a:lnTo>
                    <a:lnTo>
                      <a:pt x="713" y="480"/>
                    </a:lnTo>
                    <a:lnTo>
                      <a:pt x="714" y="480"/>
                    </a:lnTo>
                    <a:lnTo>
                      <a:pt x="716" y="479"/>
                    </a:lnTo>
                    <a:lnTo>
                      <a:pt x="717" y="479"/>
                    </a:lnTo>
                    <a:lnTo>
                      <a:pt x="718" y="479"/>
                    </a:lnTo>
                    <a:lnTo>
                      <a:pt x="720" y="479"/>
                    </a:lnTo>
                    <a:lnTo>
                      <a:pt x="721" y="479"/>
                    </a:lnTo>
                    <a:lnTo>
                      <a:pt x="722" y="478"/>
                    </a:lnTo>
                    <a:lnTo>
                      <a:pt x="724" y="478"/>
                    </a:lnTo>
                    <a:lnTo>
                      <a:pt x="725" y="478"/>
                    </a:lnTo>
                    <a:lnTo>
                      <a:pt x="726" y="478"/>
                    </a:lnTo>
                    <a:lnTo>
                      <a:pt x="728" y="478"/>
                    </a:lnTo>
                    <a:lnTo>
                      <a:pt x="729" y="478"/>
                    </a:lnTo>
                    <a:lnTo>
                      <a:pt x="730" y="477"/>
                    </a:lnTo>
                    <a:lnTo>
                      <a:pt x="732" y="477"/>
                    </a:lnTo>
                    <a:lnTo>
                      <a:pt x="733" y="477"/>
                    </a:lnTo>
                    <a:lnTo>
                      <a:pt x="734" y="477"/>
                    </a:lnTo>
                    <a:lnTo>
                      <a:pt x="736" y="477"/>
                    </a:lnTo>
                    <a:lnTo>
                      <a:pt x="737" y="477"/>
                    </a:lnTo>
                    <a:lnTo>
                      <a:pt x="738" y="476"/>
                    </a:lnTo>
                    <a:lnTo>
                      <a:pt x="740" y="476"/>
                    </a:lnTo>
                    <a:lnTo>
                      <a:pt x="741" y="476"/>
                    </a:lnTo>
                    <a:lnTo>
                      <a:pt x="743" y="476"/>
                    </a:lnTo>
                    <a:lnTo>
                      <a:pt x="744" y="476"/>
                    </a:lnTo>
                    <a:lnTo>
                      <a:pt x="745" y="476"/>
                    </a:lnTo>
                    <a:lnTo>
                      <a:pt x="747" y="475"/>
                    </a:lnTo>
                    <a:lnTo>
                      <a:pt x="748" y="475"/>
                    </a:lnTo>
                    <a:lnTo>
                      <a:pt x="749" y="475"/>
                    </a:lnTo>
                    <a:lnTo>
                      <a:pt x="751" y="475"/>
                    </a:lnTo>
                    <a:lnTo>
                      <a:pt x="752" y="475"/>
                    </a:lnTo>
                    <a:lnTo>
                      <a:pt x="753" y="474"/>
                    </a:lnTo>
                    <a:lnTo>
                      <a:pt x="755" y="474"/>
                    </a:lnTo>
                    <a:lnTo>
                      <a:pt x="756" y="474"/>
                    </a:lnTo>
                    <a:lnTo>
                      <a:pt x="757" y="474"/>
                    </a:lnTo>
                    <a:lnTo>
                      <a:pt x="759" y="474"/>
                    </a:lnTo>
                    <a:lnTo>
                      <a:pt x="760" y="474"/>
                    </a:lnTo>
                    <a:lnTo>
                      <a:pt x="761" y="473"/>
                    </a:lnTo>
                    <a:lnTo>
                      <a:pt x="763" y="473"/>
                    </a:lnTo>
                    <a:lnTo>
                      <a:pt x="764" y="473"/>
                    </a:lnTo>
                    <a:lnTo>
                      <a:pt x="765" y="473"/>
                    </a:lnTo>
                    <a:lnTo>
                      <a:pt x="767" y="473"/>
                    </a:lnTo>
                    <a:lnTo>
                      <a:pt x="768" y="473"/>
                    </a:lnTo>
                    <a:lnTo>
                      <a:pt x="769" y="472"/>
                    </a:lnTo>
                    <a:lnTo>
                      <a:pt x="771" y="472"/>
                    </a:lnTo>
                    <a:lnTo>
                      <a:pt x="772" y="472"/>
                    </a:lnTo>
                    <a:lnTo>
                      <a:pt x="773" y="472"/>
                    </a:lnTo>
                    <a:lnTo>
                      <a:pt x="775" y="472"/>
                    </a:lnTo>
                    <a:lnTo>
                      <a:pt x="776" y="472"/>
                    </a:lnTo>
                    <a:lnTo>
                      <a:pt x="777" y="472"/>
                    </a:lnTo>
                    <a:lnTo>
                      <a:pt x="779" y="471"/>
                    </a:lnTo>
                    <a:lnTo>
                      <a:pt x="780" y="471"/>
                    </a:lnTo>
                    <a:lnTo>
                      <a:pt x="782" y="471"/>
                    </a:lnTo>
                    <a:lnTo>
                      <a:pt x="783" y="471"/>
                    </a:lnTo>
                    <a:lnTo>
                      <a:pt x="784" y="471"/>
                    </a:lnTo>
                    <a:lnTo>
                      <a:pt x="786" y="471"/>
                    </a:lnTo>
                    <a:lnTo>
                      <a:pt x="787" y="470"/>
                    </a:lnTo>
                    <a:lnTo>
                      <a:pt x="788" y="470"/>
                    </a:lnTo>
                    <a:lnTo>
                      <a:pt x="790" y="470"/>
                    </a:lnTo>
                    <a:lnTo>
                      <a:pt x="791" y="470"/>
                    </a:lnTo>
                    <a:lnTo>
                      <a:pt x="792" y="470"/>
                    </a:lnTo>
                    <a:lnTo>
                      <a:pt x="794" y="470"/>
                    </a:lnTo>
                    <a:lnTo>
                      <a:pt x="795" y="470"/>
                    </a:lnTo>
                    <a:lnTo>
                      <a:pt x="796" y="469"/>
                    </a:lnTo>
                    <a:lnTo>
                      <a:pt x="798" y="469"/>
                    </a:lnTo>
                    <a:lnTo>
                      <a:pt x="799" y="469"/>
                    </a:lnTo>
                    <a:lnTo>
                      <a:pt x="800" y="469"/>
                    </a:lnTo>
                    <a:lnTo>
                      <a:pt x="802" y="469"/>
                    </a:lnTo>
                    <a:lnTo>
                      <a:pt x="803" y="469"/>
                    </a:lnTo>
                    <a:lnTo>
                      <a:pt x="804" y="468"/>
                    </a:lnTo>
                    <a:lnTo>
                      <a:pt x="806" y="468"/>
                    </a:lnTo>
                    <a:lnTo>
                      <a:pt x="807" y="468"/>
                    </a:lnTo>
                    <a:lnTo>
                      <a:pt x="808" y="468"/>
                    </a:lnTo>
                    <a:lnTo>
                      <a:pt x="810" y="468"/>
                    </a:lnTo>
                    <a:lnTo>
                      <a:pt x="811" y="468"/>
                    </a:lnTo>
                    <a:lnTo>
                      <a:pt x="812" y="468"/>
                    </a:lnTo>
                    <a:lnTo>
                      <a:pt x="814" y="467"/>
                    </a:lnTo>
                    <a:lnTo>
                      <a:pt x="815" y="467"/>
                    </a:lnTo>
                    <a:lnTo>
                      <a:pt x="817" y="467"/>
                    </a:lnTo>
                    <a:lnTo>
                      <a:pt x="818" y="467"/>
                    </a:lnTo>
                    <a:lnTo>
                      <a:pt x="819" y="467"/>
                    </a:lnTo>
                    <a:lnTo>
                      <a:pt x="821" y="467"/>
                    </a:lnTo>
                    <a:lnTo>
                      <a:pt x="822" y="467"/>
                    </a:lnTo>
                    <a:lnTo>
                      <a:pt x="823" y="466"/>
                    </a:lnTo>
                    <a:lnTo>
                      <a:pt x="825" y="466"/>
                    </a:lnTo>
                    <a:lnTo>
                      <a:pt x="826" y="466"/>
                    </a:lnTo>
                    <a:lnTo>
                      <a:pt x="827" y="466"/>
                    </a:lnTo>
                    <a:lnTo>
                      <a:pt x="829" y="466"/>
                    </a:lnTo>
                    <a:lnTo>
                      <a:pt x="830" y="466"/>
                    </a:lnTo>
                    <a:lnTo>
                      <a:pt x="831" y="465"/>
                    </a:lnTo>
                    <a:lnTo>
                      <a:pt x="833" y="465"/>
                    </a:lnTo>
                    <a:lnTo>
                      <a:pt x="834" y="465"/>
                    </a:lnTo>
                    <a:lnTo>
                      <a:pt x="835" y="465"/>
                    </a:lnTo>
                    <a:lnTo>
                      <a:pt x="837" y="465"/>
                    </a:lnTo>
                    <a:lnTo>
                      <a:pt x="838" y="465"/>
                    </a:lnTo>
                    <a:lnTo>
                      <a:pt x="839" y="465"/>
                    </a:lnTo>
                    <a:lnTo>
                      <a:pt x="841" y="465"/>
                    </a:lnTo>
                    <a:lnTo>
                      <a:pt x="842" y="464"/>
                    </a:lnTo>
                    <a:lnTo>
                      <a:pt x="843" y="464"/>
                    </a:lnTo>
                    <a:lnTo>
                      <a:pt x="845" y="464"/>
                    </a:lnTo>
                    <a:lnTo>
                      <a:pt x="846" y="464"/>
                    </a:lnTo>
                    <a:lnTo>
                      <a:pt x="847" y="464"/>
                    </a:lnTo>
                    <a:lnTo>
                      <a:pt x="849" y="464"/>
                    </a:lnTo>
                    <a:lnTo>
                      <a:pt x="850" y="464"/>
                    </a:lnTo>
                    <a:lnTo>
                      <a:pt x="852" y="463"/>
                    </a:lnTo>
                    <a:lnTo>
                      <a:pt x="853" y="463"/>
                    </a:lnTo>
                    <a:lnTo>
                      <a:pt x="854" y="463"/>
                    </a:lnTo>
                    <a:lnTo>
                      <a:pt x="856" y="463"/>
                    </a:lnTo>
                    <a:lnTo>
                      <a:pt x="857" y="463"/>
                    </a:lnTo>
                    <a:lnTo>
                      <a:pt x="858" y="463"/>
                    </a:lnTo>
                    <a:lnTo>
                      <a:pt x="860" y="463"/>
                    </a:lnTo>
                    <a:lnTo>
                      <a:pt x="861" y="463"/>
                    </a:lnTo>
                    <a:lnTo>
                      <a:pt x="862" y="462"/>
                    </a:lnTo>
                    <a:lnTo>
                      <a:pt x="864" y="462"/>
                    </a:lnTo>
                    <a:lnTo>
                      <a:pt x="865" y="462"/>
                    </a:lnTo>
                    <a:lnTo>
                      <a:pt x="866" y="462"/>
                    </a:lnTo>
                    <a:lnTo>
                      <a:pt x="868" y="462"/>
                    </a:lnTo>
                    <a:lnTo>
                      <a:pt x="869" y="462"/>
                    </a:lnTo>
                    <a:lnTo>
                      <a:pt x="870" y="462"/>
                    </a:lnTo>
                    <a:lnTo>
                      <a:pt x="872" y="462"/>
                    </a:lnTo>
                    <a:lnTo>
                      <a:pt x="873" y="461"/>
                    </a:lnTo>
                    <a:lnTo>
                      <a:pt x="874" y="461"/>
                    </a:lnTo>
                    <a:lnTo>
                      <a:pt x="876" y="461"/>
                    </a:lnTo>
                    <a:lnTo>
                      <a:pt x="877" y="461"/>
                    </a:lnTo>
                    <a:lnTo>
                      <a:pt x="878" y="461"/>
                    </a:lnTo>
                    <a:lnTo>
                      <a:pt x="880" y="461"/>
                    </a:lnTo>
                    <a:lnTo>
                      <a:pt x="881" y="461"/>
                    </a:lnTo>
                    <a:lnTo>
                      <a:pt x="882" y="460"/>
                    </a:lnTo>
                    <a:lnTo>
                      <a:pt x="884" y="460"/>
                    </a:lnTo>
                    <a:lnTo>
                      <a:pt x="885" y="460"/>
                    </a:lnTo>
                    <a:lnTo>
                      <a:pt x="887" y="460"/>
                    </a:lnTo>
                    <a:lnTo>
                      <a:pt x="888" y="460"/>
                    </a:lnTo>
                    <a:lnTo>
                      <a:pt x="889" y="460"/>
                    </a:lnTo>
                    <a:lnTo>
                      <a:pt x="891" y="460"/>
                    </a:lnTo>
                    <a:lnTo>
                      <a:pt x="892" y="459"/>
                    </a:lnTo>
                    <a:lnTo>
                      <a:pt x="893" y="459"/>
                    </a:lnTo>
                    <a:lnTo>
                      <a:pt x="895" y="459"/>
                    </a:lnTo>
                    <a:lnTo>
                      <a:pt x="896" y="459"/>
                    </a:lnTo>
                    <a:lnTo>
                      <a:pt x="897" y="459"/>
                    </a:lnTo>
                    <a:lnTo>
                      <a:pt x="899" y="459"/>
                    </a:lnTo>
                    <a:lnTo>
                      <a:pt x="900" y="459"/>
                    </a:lnTo>
                    <a:lnTo>
                      <a:pt x="901" y="458"/>
                    </a:lnTo>
                    <a:lnTo>
                      <a:pt x="903" y="458"/>
                    </a:lnTo>
                    <a:lnTo>
                      <a:pt x="904" y="458"/>
                    </a:lnTo>
                    <a:lnTo>
                      <a:pt x="905" y="458"/>
                    </a:lnTo>
                    <a:lnTo>
                      <a:pt x="907" y="458"/>
                    </a:lnTo>
                    <a:lnTo>
                      <a:pt x="908" y="458"/>
                    </a:lnTo>
                    <a:lnTo>
                      <a:pt x="909" y="458"/>
                    </a:lnTo>
                    <a:lnTo>
                      <a:pt x="911" y="458"/>
                    </a:lnTo>
                    <a:lnTo>
                      <a:pt x="912" y="457"/>
                    </a:lnTo>
                    <a:lnTo>
                      <a:pt x="913" y="457"/>
                    </a:lnTo>
                    <a:lnTo>
                      <a:pt x="915" y="457"/>
                    </a:lnTo>
                    <a:lnTo>
                      <a:pt x="916" y="457"/>
                    </a:lnTo>
                    <a:lnTo>
                      <a:pt x="917" y="457"/>
                    </a:lnTo>
                    <a:lnTo>
                      <a:pt x="919" y="457"/>
                    </a:lnTo>
                    <a:lnTo>
                      <a:pt x="920" y="457"/>
                    </a:lnTo>
                    <a:lnTo>
                      <a:pt x="921" y="457"/>
                    </a:lnTo>
                    <a:lnTo>
                      <a:pt x="923" y="457"/>
                    </a:lnTo>
                    <a:lnTo>
                      <a:pt x="924" y="456"/>
                    </a:lnTo>
                    <a:lnTo>
                      <a:pt x="926" y="456"/>
                    </a:lnTo>
                    <a:lnTo>
                      <a:pt x="927" y="456"/>
                    </a:lnTo>
                    <a:lnTo>
                      <a:pt x="928" y="456"/>
                    </a:lnTo>
                    <a:lnTo>
                      <a:pt x="930" y="456"/>
                    </a:lnTo>
                    <a:lnTo>
                      <a:pt x="931" y="456"/>
                    </a:lnTo>
                    <a:lnTo>
                      <a:pt x="932" y="456"/>
                    </a:lnTo>
                    <a:lnTo>
                      <a:pt x="934" y="456"/>
                    </a:lnTo>
                    <a:lnTo>
                      <a:pt x="935" y="456"/>
                    </a:lnTo>
                    <a:lnTo>
                      <a:pt x="936" y="455"/>
                    </a:lnTo>
                    <a:lnTo>
                      <a:pt x="938" y="455"/>
                    </a:lnTo>
                    <a:lnTo>
                      <a:pt x="939" y="455"/>
                    </a:lnTo>
                    <a:lnTo>
                      <a:pt x="940" y="455"/>
                    </a:lnTo>
                    <a:lnTo>
                      <a:pt x="942" y="455"/>
                    </a:lnTo>
                    <a:lnTo>
                      <a:pt x="943" y="455"/>
                    </a:lnTo>
                    <a:lnTo>
                      <a:pt x="944" y="455"/>
                    </a:lnTo>
                    <a:lnTo>
                      <a:pt x="946" y="455"/>
                    </a:lnTo>
                    <a:lnTo>
                      <a:pt x="947" y="455"/>
                    </a:lnTo>
                    <a:lnTo>
                      <a:pt x="948" y="454"/>
                    </a:lnTo>
                    <a:lnTo>
                      <a:pt x="950" y="454"/>
                    </a:lnTo>
                    <a:lnTo>
                      <a:pt x="951" y="454"/>
                    </a:lnTo>
                    <a:lnTo>
                      <a:pt x="952" y="454"/>
                    </a:lnTo>
                    <a:lnTo>
                      <a:pt x="954" y="454"/>
                    </a:lnTo>
                    <a:lnTo>
                      <a:pt x="955" y="454"/>
                    </a:lnTo>
                    <a:lnTo>
                      <a:pt x="956" y="454"/>
                    </a:lnTo>
                    <a:lnTo>
                      <a:pt x="958" y="454"/>
                    </a:lnTo>
                    <a:lnTo>
                      <a:pt x="959" y="453"/>
                    </a:lnTo>
                    <a:lnTo>
                      <a:pt x="961" y="453"/>
                    </a:lnTo>
                    <a:lnTo>
                      <a:pt x="962" y="453"/>
                    </a:lnTo>
                    <a:lnTo>
                      <a:pt x="963" y="453"/>
                    </a:lnTo>
                    <a:lnTo>
                      <a:pt x="965" y="453"/>
                    </a:lnTo>
                    <a:lnTo>
                      <a:pt x="966" y="453"/>
                    </a:lnTo>
                    <a:lnTo>
                      <a:pt x="967" y="453"/>
                    </a:lnTo>
                    <a:lnTo>
                      <a:pt x="969" y="453"/>
                    </a:lnTo>
                    <a:lnTo>
                      <a:pt x="970" y="453"/>
                    </a:lnTo>
                    <a:lnTo>
                      <a:pt x="971" y="452"/>
                    </a:lnTo>
                    <a:lnTo>
                      <a:pt x="973" y="452"/>
                    </a:lnTo>
                    <a:lnTo>
                      <a:pt x="974" y="452"/>
                    </a:lnTo>
                    <a:lnTo>
                      <a:pt x="975" y="452"/>
                    </a:lnTo>
                    <a:lnTo>
                      <a:pt x="977" y="452"/>
                    </a:lnTo>
                    <a:lnTo>
                      <a:pt x="978" y="452"/>
                    </a:lnTo>
                    <a:lnTo>
                      <a:pt x="979" y="452"/>
                    </a:lnTo>
                    <a:lnTo>
                      <a:pt x="981" y="452"/>
                    </a:lnTo>
                    <a:lnTo>
                      <a:pt x="982" y="452"/>
                    </a:lnTo>
                    <a:lnTo>
                      <a:pt x="983" y="451"/>
                    </a:lnTo>
                    <a:lnTo>
                      <a:pt x="985" y="451"/>
                    </a:lnTo>
                    <a:lnTo>
                      <a:pt x="986" y="451"/>
                    </a:lnTo>
                    <a:lnTo>
                      <a:pt x="987" y="451"/>
                    </a:lnTo>
                    <a:lnTo>
                      <a:pt x="989" y="451"/>
                    </a:lnTo>
                    <a:lnTo>
                      <a:pt x="990" y="451"/>
                    </a:lnTo>
                    <a:lnTo>
                      <a:pt x="991" y="451"/>
                    </a:lnTo>
                    <a:lnTo>
                      <a:pt x="993" y="451"/>
                    </a:lnTo>
                    <a:lnTo>
                      <a:pt x="994" y="451"/>
                    </a:lnTo>
                    <a:lnTo>
                      <a:pt x="996" y="450"/>
                    </a:lnTo>
                    <a:lnTo>
                      <a:pt x="997" y="450"/>
                    </a:lnTo>
                    <a:lnTo>
                      <a:pt x="998" y="450"/>
                    </a:lnTo>
                    <a:lnTo>
                      <a:pt x="1000" y="450"/>
                    </a:lnTo>
                    <a:lnTo>
                      <a:pt x="1001" y="450"/>
                    </a:lnTo>
                    <a:lnTo>
                      <a:pt x="1002" y="450"/>
                    </a:lnTo>
                    <a:lnTo>
                      <a:pt x="1004" y="450"/>
                    </a:lnTo>
                    <a:lnTo>
                      <a:pt x="1005" y="450"/>
                    </a:lnTo>
                    <a:lnTo>
                      <a:pt x="1006" y="450"/>
                    </a:lnTo>
                    <a:lnTo>
                      <a:pt x="1008" y="449"/>
                    </a:lnTo>
                    <a:lnTo>
                      <a:pt x="1009" y="449"/>
                    </a:lnTo>
                    <a:lnTo>
                      <a:pt x="1010" y="449"/>
                    </a:lnTo>
                    <a:lnTo>
                      <a:pt x="1012" y="449"/>
                    </a:lnTo>
                    <a:lnTo>
                      <a:pt x="1013" y="449"/>
                    </a:lnTo>
                    <a:lnTo>
                      <a:pt x="1014" y="449"/>
                    </a:lnTo>
                    <a:lnTo>
                      <a:pt x="1016" y="449"/>
                    </a:lnTo>
                    <a:lnTo>
                      <a:pt x="1017" y="449"/>
                    </a:lnTo>
                    <a:lnTo>
                      <a:pt x="1018" y="449"/>
                    </a:lnTo>
                    <a:lnTo>
                      <a:pt x="1020" y="448"/>
                    </a:lnTo>
                    <a:lnTo>
                      <a:pt x="1021" y="448"/>
                    </a:lnTo>
                    <a:lnTo>
                      <a:pt x="1022" y="448"/>
                    </a:lnTo>
                    <a:lnTo>
                      <a:pt x="1024" y="448"/>
                    </a:lnTo>
                    <a:lnTo>
                      <a:pt x="1025" y="448"/>
                    </a:lnTo>
                    <a:lnTo>
                      <a:pt x="1026" y="448"/>
                    </a:lnTo>
                    <a:lnTo>
                      <a:pt x="1028" y="448"/>
                    </a:lnTo>
                    <a:lnTo>
                      <a:pt x="1029" y="448"/>
                    </a:lnTo>
                    <a:lnTo>
                      <a:pt x="1031" y="448"/>
                    </a:lnTo>
                    <a:lnTo>
                      <a:pt x="1032" y="448"/>
                    </a:lnTo>
                    <a:lnTo>
                      <a:pt x="1033" y="447"/>
                    </a:lnTo>
                    <a:lnTo>
                      <a:pt x="1035" y="447"/>
                    </a:lnTo>
                    <a:lnTo>
                      <a:pt x="1036" y="447"/>
                    </a:lnTo>
                    <a:lnTo>
                      <a:pt x="1037" y="447"/>
                    </a:lnTo>
                    <a:lnTo>
                      <a:pt x="1039" y="447"/>
                    </a:lnTo>
                    <a:lnTo>
                      <a:pt x="1040" y="447"/>
                    </a:lnTo>
                    <a:lnTo>
                      <a:pt x="1041" y="447"/>
                    </a:lnTo>
                    <a:lnTo>
                      <a:pt x="1043" y="447"/>
                    </a:lnTo>
                    <a:lnTo>
                      <a:pt x="1044" y="447"/>
                    </a:lnTo>
                    <a:lnTo>
                      <a:pt x="1045" y="447"/>
                    </a:lnTo>
                    <a:lnTo>
                      <a:pt x="1047" y="446"/>
                    </a:lnTo>
                    <a:lnTo>
                      <a:pt x="1048" y="446"/>
                    </a:lnTo>
                    <a:lnTo>
                      <a:pt x="1049" y="446"/>
                    </a:lnTo>
                    <a:lnTo>
                      <a:pt x="1051" y="446"/>
                    </a:lnTo>
                    <a:lnTo>
                      <a:pt x="1052" y="446"/>
                    </a:lnTo>
                    <a:lnTo>
                      <a:pt x="1053" y="446"/>
                    </a:lnTo>
                    <a:lnTo>
                      <a:pt x="1055" y="446"/>
                    </a:lnTo>
                    <a:lnTo>
                      <a:pt x="1056" y="446"/>
                    </a:lnTo>
                    <a:lnTo>
                      <a:pt x="1057" y="446"/>
                    </a:lnTo>
                    <a:lnTo>
                      <a:pt x="1059" y="445"/>
                    </a:lnTo>
                    <a:lnTo>
                      <a:pt x="1060" y="445"/>
                    </a:lnTo>
                    <a:lnTo>
                      <a:pt x="1061" y="445"/>
                    </a:lnTo>
                    <a:lnTo>
                      <a:pt x="1063" y="445"/>
                    </a:lnTo>
                    <a:lnTo>
                      <a:pt x="1064" y="445"/>
                    </a:lnTo>
                    <a:lnTo>
                      <a:pt x="1065" y="445"/>
                    </a:lnTo>
                    <a:lnTo>
                      <a:pt x="1067" y="445"/>
                    </a:lnTo>
                    <a:lnTo>
                      <a:pt x="1068" y="445"/>
                    </a:lnTo>
                    <a:lnTo>
                      <a:pt x="1070" y="445"/>
                    </a:lnTo>
                    <a:lnTo>
                      <a:pt x="1071" y="445"/>
                    </a:lnTo>
                    <a:lnTo>
                      <a:pt x="1072" y="445"/>
                    </a:lnTo>
                    <a:lnTo>
                      <a:pt x="1074" y="444"/>
                    </a:lnTo>
                    <a:lnTo>
                      <a:pt x="1075" y="444"/>
                    </a:lnTo>
                    <a:lnTo>
                      <a:pt x="1076" y="444"/>
                    </a:lnTo>
                    <a:lnTo>
                      <a:pt x="1078" y="444"/>
                    </a:lnTo>
                    <a:lnTo>
                      <a:pt x="1079" y="444"/>
                    </a:lnTo>
                    <a:lnTo>
                      <a:pt x="1080" y="444"/>
                    </a:lnTo>
                    <a:lnTo>
                      <a:pt x="1082" y="444"/>
                    </a:lnTo>
                    <a:lnTo>
                      <a:pt x="1083" y="444"/>
                    </a:lnTo>
                    <a:lnTo>
                      <a:pt x="1084" y="444"/>
                    </a:lnTo>
                    <a:lnTo>
                      <a:pt x="1086" y="443"/>
                    </a:lnTo>
                    <a:lnTo>
                      <a:pt x="1087" y="443"/>
                    </a:lnTo>
                    <a:lnTo>
                      <a:pt x="1088" y="443"/>
                    </a:lnTo>
                    <a:lnTo>
                      <a:pt x="1090" y="443"/>
                    </a:lnTo>
                    <a:lnTo>
                      <a:pt x="1091" y="443"/>
                    </a:lnTo>
                    <a:lnTo>
                      <a:pt x="1092" y="443"/>
                    </a:lnTo>
                    <a:lnTo>
                      <a:pt x="1094" y="443"/>
                    </a:lnTo>
                    <a:lnTo>
                      <a:pt x="1095" y="443"/>
                    </a:lnTo>
                    <a:lnTo>
                      <a:pt x="1096" y="443"/>
                    </a:lnTo>
                    <a:lnTo>
                      <a:pt x="1098" y="443"/>
                    </a:lnTo>
                    <a:lnTo>
                      <a:pt x="1099" y="442"/>
                    </a:lnTo>
                    <a:lnTo>
                      <a:pt x="1100" y="442"/>
                    </a:lnTo>
                    <a:lnTo>
                      <a:pt x="1102" y="442"/>
                    </a:lnTo>
                    <a:lnTo>
                      <a:pt x="1103" y="442"/>
                    </a:lnTo>
                    <a:lnTo>
                      <a:pt x="1105" y="442"/>
                    </a:lnTo>
                    <a:lnTo>
                      <a:pt x="1106" y="442"/>
                    </a:lnTo>
                    <a:lnTo>
                      <a:pt x="1107" y="442"/>
                    </a:lnTo>
                    <a:lnTo>
                      <a:pt x="1109" y="442"/>
                    </a:lnTo>
                    <a:lnTo>
                      <a:pt x="1110" y="442"/>
                    </a:lnTo>
                    <a:lnTo>
                      <a:pt x="1111" y="442"/>
                    </a:lnTo>
                    <a:lnTo>
                      <a:pt x="1113" y="442"/>
                    </a:lnTo>
                    <a:lnTo>
                      <a:pt x="1114" y="441"/>
                    </a:lnTo>
                    <a:lnTo>
                      <a:pt x="1115" y="441"/>
                    </a:lnTo>
                    <a:lnTo>
                      <a:pt x="1117" y="441"/>
                    </a:lnTo>
                    <a:lnTo>
                      <a:pt x="1118" y="441"/>
                    </a:lnTo>
                    <a:lnTo>
                      <a:pt x="1119" y="441"/>
                    </a:lnTo>
                    <a:lnTo>
                      <a:pt x="1121" y="441"/>
                    </a:lnTo>
                    <a:lnTo>
                      <a:pt x="1122" y="441"/>
                    </a:lnTo>
                    <a:lnTo>
                      <a:pt x="1123" y="441"/>
                    </a:lnTo>
                    <a:lnTo>
                      <a:pt x="1125" y="441"/>
                    </a:lnTo>
                    <a:lnTo>
                      <a:pt x="1126" y="440"/>
                    </a:lnTo>
                    <a:lnTo>
                      <a:pt x="1127" y="440"/>
                    </a:lnTo>
                    <a:lnTo>
                      <a:pt x="1129" y="440"/>
                    </a:lnTo>
                    <a:lnTo>
                      <a:pt x="1130" y="440"/>
                    </a:lnTo>
                    <a:lnTo>
                      <a:pt x="1131" y="440"/>
                    </a:lnTo>
                    <a:lnTo>
                      <a:pt x="1133" y="440"/>
                    </a:lnTo>
                    <a:lnTo>
                      <a:pt x="1134" y="440"/>
                    </a:lnTo>
                    <a:lnTo>
                      <a:pt x="1135" y="440"/>
                    </a:lnTo>
                    <a:lnTo>
                      <a:pt x="1137" y="440"/>
                    </a:lnTo>
                    <a:lnTo>
                      <a:pt x="1138" y="440"/>
                    </a:lnTo>
                    <a:lnTo>
                      <a:pt x="1140" y="440"/>
                    </a:lnTo>
                    <a:lnTo>
                      <a:pt x="1141" y="439"/>
                    </a:lnTo>
                    <a:lnTo>
                      <a:pt x="1142" y="439"/>
                    </a:lnTo>
                    <a:lnTo>
                      <a:pt x="1144" y="439"/>
                    </a:lnTo>
                    <a:lnTo>
                      <a:pt x="1145" y="439"/>
                    </a:lnTo>
                    <a:lnTo>
                      <a:pt x="1146" y="439"/>
                    </a:lnTo>
                    <a:lnTo>
                      <a:pt x="1148" y="439"/>
                    </a:lnTo>
                    <a:lnTo>
                      <a:pt x="1149" y="439"/>
                    </a:lnTo>
                    <a:lnTo>
                      <a:pt x="1150" y="439"/>
                    </a:lnTo>
                    <a:lnTo>
                      <a:pt x="1152" y="439"/>
                    </a:lnTo>
                    <a:lnTo>
                      <a:pt x="1153" y="439"/>
                    </a:lnTo>
                    <a:lnTo>
                      <a:pt x="1154" y="439"/>
                    </a:lnTo>
                    <a:lnTo>
                      <a:pt x="1156" y="439"/>
                    </a:lnTo>
                    <a:lnTo>
                      <a:pt x="1157" y="438"/>
                    </a:lnTo>
                    <a:lnTo>
                      <a:pt x="1158" y="438"/>
                    </a:lnTo>
                    <a:lnTo>
                      <a:pt x="1160" y="438"/>
                    </a:lnTo>
                    <a:lnTo>
                      <a:pt x="1161" y="438"/>
                    </a:lnTo>
                    <a:lnTo>
                      <a:pt x="1162" y="438"/>
                    </a:lnTo>
                    <a:lnTo>
                      <a:pt x="1164" y="438"/>
                    </a:lnTo>
                    <a:lnTo>
                      <a:pt x="1165" y="438"/>
                    </a:lnTo>
                    <a:lnTo>
                      <a:pt x="1166" y="438"/>
                    </a:lnTo>
                    <a:lnTo>
                      <a:pt x="1168" y="438"/>
                    </a:lnTo>
                    <a:lnTo>
                      <a:pt x="1169" y="438"/>
                    </a:lnTo>
                    <a:lnTo>
                      <a:pt x="1170" y="438"/>
                    </a:lnTo>
                    <a:lnTo>
                      <a:pt x="1172" y="437"/>
                    </a:lnTo>
                    <a:lnTo>
                      <a:pt x="1173" y="437"/>
                    </a:lnTo>
                    <a:lnTo>
                      <a:pt x="1175" y="437"/>
                    </a:lnTo>
                    <a:lnTo>
                      <a:pt x="1176" y="437"/>
                    </a:lnTo>
                    <a:lnTo>
                      <a:pt x="1177" y="437"/>
                    </a:lnTo>
                    <a:lnTo>
                      <a:pt x="1179" y="437"/>
                    </a:lnTo>
                    <a:lnTo>
                      <a:pt x="1180" y="437"/>
                    </a:lnTo>
                    <a:lnTo>
                      <a:pt x="1181" y="437"/>
                    </a:lnTo>
                    <a:lnTo>
                      <a:pt x="1183" y="437"/>
                    </a:lnTo>
                    <a:lnTo>
                      <a:pt x="1184" y="437"/>
                    </a:lnTo>
                    <a:lnTo>
                      <a:pt x="1185" y="437"/>
                    </a:lnTo>
                    <a:lnTo>
                      <a:pt x="1187" y="437"/>
                    </a:lnTo>
                    <a:lnTo>
                      <a:pt x="1188" y="436"/>
                    </a:lnTo>
                    <a:lnTo>
                      <a:pt x="1189" y="436"/>
                    </a:lnTo>
                    <a:lnTo>
                      <a:pt x="1191" y="436"/>
                    </a:lnTo>
                    <a:lnTo>
                      <a:pt x="1192" y="436"/>
                    </a:lnTo>
                    <a:lnTo>
                      <a:pt x="1193" y="436"/>
                    </a:lnTo>
                    <a:lnTo>
                      <a:pt x="1195" y="436"/>
                    </a:lnTo>
                    <a:lnTo>
                      <a:pt x="1196" y="436"/>
                    </a:lnTo>
                    <a:lnTo>
                      <a:pt x="1197" y="436"/>
                    </a:lnTo>
                    <a:lnTo>
                      <a:pt x="1199" y="436"/>
                    </a:lnTo>
                    <a:lnTo>
                      <a:pt x="1200" y="435"/>
                    </a:lnTo>
                    <a:lnTo>
                      <a:pt x="1201" y="435"/>
                    </a:lnTo>
                    <a:lnTo>
                      <a:pt x="1203" y="435"/>
                    </a:lnTo>
                    <a:lnTo>
                      <a:pt x="1204" y="435"/>
                    </a:lnTo>
                    <a:lnTo>
                      <a:pt x="1205" y="435"/>
                    </a:lnTo>
                    <a:lnTo>
                      <a:pt x="1207" y="435"/>
                    </a:lnTo>
                    <a:lnTo>
                      <a:pt x="1208" y="435"/>
                    </a:lnTo>
                    <a:lnTo>
                      <a:pt x="1209" y="435"/>
                    </a:lnTo>
                    <a:lnTo>
                      <a:pt x="1211" y="435"/>
                    </a:lnTo>
                    <a:lnTo>
                      <a:pt x="1212" y="435"/>
                    </a:lnTo>
                    <a:lnTo>
                      <a:pt x="1214" y="435"/>
                    </a:lnTo>
                    <a:lnTo>
                      <a:pt x="1215" y="435"/>
                    </a:lnTo>
                    <a:lnTo>
                      <a:pt x="1216" y="435"/>
                    </a:lnTo>
                    <a:lnTo>
                      <a:pt x="1218" y="434"/>
                    </a:lnTo>
                    <a:lnTo>
                      <a:pt x="1219" y="434"/>
                    </a:lnTo>
                    <a:lnTo>
                      <a:pt x="1220" y="434"/>
                    </a:lnTo>
                    <a:lnTo>
                      <a:pt x="1222" y="434"/>
                    </a:lnTo>
                    <a:lnTo>
                      <a:pt x="1223" y="434"/>
                    </a:lnTo>
                    <a:lnTo>
                      <a:pt x="1224" y="434"/>
                    </a:lnTo>
                    <a:lnTo>
                      <a:pt x="1226" y="434"/>
                    </a:lnTo>
                    <a:lnTo>
                      <a:pt x="1227" y="434"/>
                    </a:lnTo>
                    <a:lnTo>
                      <a:pt x="1228" y="434"/>
                    </a:lnTo>
                    <a:lnTo>
                      <a:pt x="1230" y="434"/>
                    </a:lnTo>
                    <a:lnTo>
                      <a:pt x="1231" y="434"/>
                    </a:lnTo>
                    <a:lnTo>
                      <a:pt x="1232" y="434"/>
                    </a:lnTo>
                    <a:lnTo>
                      <a:pt x="1234" y="434"/>
                    </a:lnTo>
                    <a:lnTo>
                      <a:pt x="1235" y="433"/>
                    </a:lnTo>
                    <a:lnTo>
                      <a:pt x="1236" y="433"/>
                    </a:lnTo>
                    <a:lnTo>
                      <a:pt x="1238" y="433"/>
                    </a:lnTo>
                    <a:lnTo>
                      <a:pt x="1239" y="433"/>
                    </a:lnTo>
                    <a:lnTo>
                      <a:pt x="1240" y="433"/>
                    </a:lnTo>
                    <a:lnTo>
                      <a:pt x="1242" y="433"/>
                    </a:lnTo>
                    <a:lnTo>
                      <a:pt x="1243" y="433"/>
                    </a:lnTo>
                    <a:lnTo>
                      <a:pt x="1244" y="433"/>
                    </a:lnTo>
                    <a:lnTo>
                      <a:pt x="1246" y="433"/>
                    </a:lnTo>
                    <a:lnTo>
                      <a:pt x="1247" y="433"/>
                    </a:lnTo>
                    <a:lnTo>
                      <a:pt x="1249" y="433"/>
                    </a:lnTo>
                    <a:lnTo>
                      <a:pt x="1250" y="432"/>
                    </a:lnTo>
                    <a:lnTo>
                      <a:pt x="1251" y="432"/>
                    </a:lnTo>
                    <a:lnTo>
                      <a:pt x="1253" y="432"/>
                    </a:lnTo>
                    <a:lnTo>
                      <a:pt x="1254" y="432"/>
                    </a:lnTo>
                    <a:lnTo>
                      <a:pt x="1255" y="432"/>
                    </a:lnTo>
                    <a:lnTo>
                      <a:pt x="1257" y="432"/>
                    </a:lnTo>
                    <a:lnTo>
                      <a:pt x="1258" y="432"/>
                    </a:lnTo>
                    <a:lnTo>
                      <a:pt x="1259" y="432"/>
                    </a:lnTo>
                    <a:lnTo>
                      <a:pt x="1261" y="432"/>
                    </a:lnTo>
                    <a:lnTo>
                      <a:pt x="1262" y="432"/>
                    </a:lnTo>
                    <a:lnTo>
                      <a:pt x="1263" y="432"/>
                    </a:lnTo>
                    <a:lnTo>
                      <a:pt x="1265" y="431"/>
                    </a:lnTo>
                    <a:lnTo>
                      <a:pt x="1266" y="431"/>
                    </a:lnTo>
                    <a:lnTo>
                      <a:pt x="1267" y="431"/>
                    </a:lnTo>
                    <a:lnTo>
                      <a:pt x="1269" y="431"/>
                    </a:lnTo>
                    <a:lnTo>
                      <a:pt x="1270" y="431"/>
                    </a:lnTo>
                    <a:lnTo>
                      <a:pt x="1271" y="431"/>
                    </a:lnTo>
                    <a:lnTo>
                      <a:pt x="1273" y="431"/>
                    </a:lnTo>
                    <a:lnTo>
                      <a:pt x="1274" y="431"/>
                    </a:lnTo>
                    <a:lnTo>
                      <a:pt x="1275" y="431"/>
                    </a:lnTo>
                    <a:lnTo>
                      <a:pt x="1277" y="431"/>
                    </a:lnTo>
                    <a:lnTo>
                      <a:pt x="1278" y="431"/>
                    </a:lnTo>
                    <a:lnTo>
                      <a:pt x="1279" y="431"/>
                    </a:lnTo>
                    <a:lnTo>
                      <a:pt x="1281" y="430"/>
                    </a:lnTo>
                    <a:lnTo>
                      <a:pt x="1282" y="430"/>
                    </a:lnTo>
                    <a:lnTo>
                      <a:pt x="1284" y="430"/>
                    </a:lnTo>
                    <a:lnTo>
                      <a:pt x="1285" y="430"/>
                    </a:lnTo>
                    <a:lnTo>
                      <a:pt x="1286" y="430"/>
                    </a:lnTo>
                    <a:lnTo>
                      <a:pt x="1288" y="430"/>
                    </a:lnTo>
                    <a:lnTo>
                      <a:pt x="1289" y="430"/>
                    </a:lnTo>
                    <a:lnTo>
                      <a:pt x="1290" y="430"/>
                    </a:lnTo>
                    <a:lnTo>
                      <a:pt x="1292" y="430"/>
                    </a:lnTo>
                    <a:lnTo>
                      <a:pt x="1293" y="430"/>
                    </a:lnTo>
                    <a:lnTo>
                      <a:pt x="1294" y="430"/>
                    </a:lnTo>
                    <a:lnTo>
                      <a:pt x="1296" y="430"/>
                    </a:lnTo>
                    <a:lnTo>
                      <a:pt x="1297" y="430"/>
                    </a:lnTo>
                    <a:lnTo>
                      <a:pt x="1298" y="429"/>
                    </a:lnTo>
                    <a:lnTo>
                      <a:pt x="1300" y="429"/>
                    </a:lnTo>
                    <a:lnTo>
                      <a:pt x="1301" y="429"/>
                    </a:lnTo>
                    <a:lnTo>
                      <a:pt x="1302" y="429"/>
                    </a:lnTo>
                    <a:lnTo>
                      <a:pt x="1304" y="429"/>
                    </a:lnTo>
                    <a:lnTo>
                      <a:pt x="1305" y="429"/>
                    </a:lnTo>
                    <a:lnTo>
                      <a:pt x="1306" y="429"/>
                    </a:lnTo>
                    <a:lnTo>
                      <a:pt x="1308" y="429"/>
                    </a:lnTo>
                    <a:lnTo>
                      <a:pt x="1309" y="429"/>
                    </a:lnTo>
                    <a:lnTo>
                      <a:pt x="1310" y="429"/>
                    </a:lnTo>
                    <a:lnTo>
                      <a:pt x="1312" y="429"/>
                    </a:lnTo>
                    <a:lnTo>
                      <a:pt x="1313" y="429"/>
                    </a:lnTo>
                    <a:lnTo>
                      <a:pt x="1314" y="429"/>
                    </a:lnTo>
                    <a:lnTo>
                      <a:pt x="1316" y="428"/>
                    </a:lnTo>
                    <a:lnTo>
                      <a:pt x="1317" y="428"/>
                    </a:lnTo>
                    <a:lnTo>
                      <a:pt x="1319" y="428"/>
                    </a:lnTo>
                    <a:lnTo>
                      <a:pt x="1320" y="428"/>
                    </a:lnTo>
                    <a:lnTo>
                      <a:pt x="1321" y="428"/>
                    </a:lnTo>
                    <a:lnTo>
                      <a:pt x="1323" y="428"/>
                    </a:lnTo>
                    <a:lnTo>
                      <a:pt x="1324" y="428"/>
                    </a:lnTo>
                    <a:lnTo>
                      <a:pt x="1325" y="428"/>
                    </a:lnTo>
                    <a:lnTo>
                      <a:pt x="1327" y="428"/>
                    </a:lnTo>
                    <a:lnTo>
                      <a:pt x="1328" y="428"/>
                    </a:lnTo>
                    <a:lnTo>
                      <a:pt x="1329" y="428"/>
                    </a:lnTo>
                    <a:lnTo>
                      <a:pt x="1331" y="427"/>
                    </a:lnTo>
                    <a:lnTo>
                      <a:pt x="1332" y="427"/>
                    </a:lnTo>
                    <a:lnTo>
                      <a:pt x="1333" y="427"/>
                    </a:lnTo>
                    <a:lnTo>
                      <a:pt x="1335" y="427"/>
                    </a:lnTo>
                    <a:lnTo>
                      <a:pt x="1336" y="427"/>
                    </a:lnTo>
                    <a:lnTo>
                      <a:pt x="1337" y="427"/>
                    </a:lnTo>
                    <a:lnTo>
                      <a:pt x="1339" y="427"/>
                    </a:lnTo>
                    <a:lnTo>
                      <a:pt x="1340" y="427"/>
                    </a:lnTo>
                    <a:lnTo>
                      <a:pt x="1341" y="427"/>
                    </a:lnTo>
                    <a:lnTo>
                      <a:pt x="1343" y="427"/>
                    </a:lnTo>
                    <a:lnTo>
                      <a:pt x="1344" y="427"/>
                    </a:lnTo>
                    <a:lnTo>
                      <a:pt x="1345" y="427"/>
                    </a:lnTo>
                    <a:lnTo>
                      <a:pt x="1347" y="427"/>
                    </a:lnTo>
                    <a:lnTo>
                      <a:pt x="1348" y="427"/>
                    </a:lnTo>
                    <a:lnTo>
                      <a:pt x="1349" y="426"/>
                    </a:lnTo>
                    <a:lnTo>
                      <a:pt x="1351" y="426"/>
                    </a:lnTo>
                    <a:lnTo>
                      <a:pt x="1352" y="426"/>
                    </a:lnTo>
                    <a:lnTo>
                      <a:pt x="1353" y="426"/>
                    </a:lnTo>
                    <a:lnTo>
                      <a:pt x="1355" y="426"/>
                    </a:lnTo>
                    <a:lnTo>
                      <a:pt x="1356" y="426"/>
                    </a:lnTo>
                    <a:lnTo>
                      <a:pt x="1358" y="426"/>
                    </a:lnTo>
                    <a:lnTo>
                      <a:pt x="1359" y="426"/>
                    </a:lnTo>
                    <a:lnTo>
                      <a:pt x="1360" y="426"/>
                    </a:lnTo>
                    <a:lnTo>
                      <a:pt x="1362" y="426"/>
                    </a:lnTo>
                    <a:lnTo>
                      <a:pt x="1363" y="426"/>
                    </a:lnTo>
                    <a:lnTo>
                      <a:pt x="1364" y="425"/>
                    </a:lnTo>
                    <a:lnTo>
                      <a:pt x="1366" y="425"/>
                    </a:lnTo>
                    <a:lnTo>
                      <a:pt x="1367" y="425"/>
                    </a:lnTo>
                    <a:lnTo>
                      <a:pt x="1368" y="425"/>
                    </a:lnTo>
                    <a:lnTo>
                      <a:pt x="1370" y="425"/>
                    </a:lnTo>
                    <a:lnTo>
                      <a:pt x="1371" y="425"/>
                    </a:lnTo>
                    <a:lnTo>
                      <a:pt x="1372" y="425"/>
                    </a:lnTo>
                    <a:lnTo>
                      <a:pt x="1374" y="425"/>
                    </a:lnTo>
                    <a:lnTo>
                      <a:pt x="1375" y="425"/>
                    </a:lnTo>
                    <a:lnTo>
                      <a:pt x="1376" y="425"/>
                    </a:lnTo>
                    <a:lnTo>
                      <a:pt x="1378" y="425"/>
                    </a:lnTo>
                    <a:lnTo>
                      <a:pt x="1379" y="425"/>
                    </a:lnTo>
                    <a:lnTo>
                      <a:pt x="1380" y="424"/>
                    </a:lnTo>
                    <a:lnTo>
                      <a:pt x="1382" y="424"/>
                    </a:lnTo>
                    <a:lnTo>
                      <a:pt x="1383" y="424"/>
                    </a:lnTo>
                    <a:lnTo>
                      <a:pt x="1384" y="424"/>
                    </a:lnTo>
                    <a:lnTo>
                      <a:pt x="1386" y="424"/>
                    </a:lnTo>
                    <a:lnTo>
                      <a:pt x="1387" y="424"/>
                    </a:lnTo>
                    <a:lnTo>
                      <a:pt x="1388" y="424"/>
                    </a:lnTo>
                    <a:lnTo>
                      <a:pt x="1390" y="424"/>
                    </a:lnTo>
                    <a:lnTo>
                      <a:pt x="1391" y="424"/>
                    </a:lnTo>
                    <a:lnTo>
                      <a:pt x="1393" y="424"/>
                    </a:lnTo>
                    <a:lnTo>
                      <a:pt x="1394" y="424"/>
                    </a:lnTo>
                    <a:lnTo>
                      <a:pt x="1395" y="423"/>
                    </a:lnTo>
                    <a:lnTo>
                      <a:pt x="1397" y="423"/>
                    </a:lnTo>
                    <a:lnTo>
                      <a:pt x="1398" y="423"/>
                    </a:lnTo>
                    <a:lnTo>
                      <a:pt x="1399" y="423"/>
                    </a:lnTo>
                    <a:lnTo>
                      <a:pt x="1401" y="423"/>
                    </a:lnTo>
                    <a:lnTo>
                      <a:pt x="1402" y="423"/>
                    </a:lnTo>
                    <a:lnTo>
                      <a:pt x="1403" y="423"/>
                    </a:lnTo>
                    <a:lnTo>
                      <a:pt x="1405" y="423"/>
                    </a:lnTo>
                    <a:lnTo>
                      <a:pt x="1406" y="423"/>
                    </a:lnTo>
                    <a:lnTo>
                      <a:pt x="1407" y="423"/>
                    </a:lnTo>
                    <a:lnTo>
                      <a:pt x="1409" y="423"/>
                    </a:lnTo>
                    <a:lnTo>
                      <a:pt x="1410" y="423"/>
                    </a:lnTo>
                    <a:lnTo>
                      <a:pt x="1411" y="422"/>
                    </a:lnTo>
                    <a:lnTo>
                      <a:pt x="1413" y="422"/>
                    </a:lnTo>
                    <a:lnTo>
                      <a:pt x="1414" y="422"/>
                    </a:lnTo>
                    <a:lnTo>
                      <a:pt x="1415" y="422"/>
                    </a:lnTo>
                    <a:lnTo>
                      <a:pt x="1417" y="422"/>
                    </a:lnTo>
                    <a:lnTo>
                      <a:pt x="1418" y="422"/>
                    </a:lnTo>
                    <a:lnTo>
                      <a:pt x="1419" y="422"/>
                    </a:lnTo>
                    <a:lnTo>
                      <a:pt x="1421" y="422"/>
                    </a:lnTo>
                    <a:lnTo>
                      <a:pt x="1422" y="422"/>
                    </a:lnTo>
                  </a:path>
                </a:pathLst>
              </a:custGeom>
              <a:noFill/>
              <a:ln cap="flat" cmpd="sng" w="25400">
                <a:solidFill>
                  <a:srgbClr val="8B008B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 flipH="1" rot="10800000">
                <a:off x="6950076" y="1212851"/>
                <a:ext cx="3756025" cy="1909763"/>
              </a:xfrm>
              <a:custGeom>
                <a:rect b="b" l="l" r="r" t="t"/>
                <a:pathLst>
                  <a:path extrusionOk="0" h="867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10"/>
                    </a:lnTo>
                    <a:lnTo>
                      <a:pt x="118" y="47"/>
                    </a:lnTo>
                    <a:lnTo>
                      <a:pt x="119" y="85"/>
                    </a:lnTo>
                    <a:lnTo>
                      <a:pt x="121" y="122"/>
                    </a:lnTo>
                    <a:lnTo>
                      <a:pt x="122" y="157"/>
                    </a:lnTo>
                    <a:lnTo>
                      <a:pt x="123" y="191"/>
                    </a:lnTo>
                    <a:lnTo>
                      <a:pt x="125" y="221"/>
                    </a:lnTo>
                    <a:lnTo>
                      <a:pt x="126" y="249"/>
                    </a:lnTo>
                    <a:lnTo>
                      <a:pt x="127" y="274"/>
                    </a:lnTo>
                    <a:lnTo>
                      <a:pt x="129" y="294"/>
                    </a:lnTo>
                    <a:lnTo>
                      <a:pt x="130" y="312"/>
                    </a:lnTo>
                    <a:lnTo>
                      <a:pt x="132" y="328"/>
                    </a:lnTo>
                    <a:lnTo>
                      <a:pt x="133" y="343"/>
                    </a:lnTo>
                    <a:lnTo>
                      <a:pt x="134" y="358"/>
                    </a:lnTo>
                    <a:lnTo>
                      <a:pt x="136" y="372"/>
                    </a:lnTo>
                    <a:lnTo>
                      <a:pt x="137" y="387"/>
                    </a:lnTo>
                    <a:lnTo>
                      <a:pt x="138" y="401"/>
                    </a:lnTo>
                    <a:lnTo>
                      <a:pt x="140" y="415"/>
                    </a:lnTo>
                    <a:lnTo>
                      <a:pt x="141" y="428"/>
                    </a:lnTo>
                    <a:lnTo>
                      <a:pt x="142" y="442"/>
                    </a:lnTo>
                    <a:lnTo>
                      <a:pt x="144" y="455"/>
                    </a:lnTo>
                    <a:lnTo>
                      <a:pt x="145" y="468"/>
                    </a:lnTo>
                    <a:lnTo>
                      <a:pt x="146" y="481"/>
                    </a:lnTo>
                    <a:lnTo>
                      <a:pt x="148" y="493"/>
                    </a:lnTo>
                    <a:lnTo>
                      <a:pt x="149" y="504"/>
                    </a:lnTo>
                    <a:lnTo>
                      <a:pt x="150" y="515"/>
                    </a:lnTo>
                    <a:lnTo>
                      <a:pt x="152" y="526"/>
                    </a:lnTo>
                    <a:lnTo>
                      <a:pt x="153" y="535"/>
                    </a:lnTo>
                    <a:lnTo>
                      <a:pt x="154" y="543"/>
                    </a:lnTo>
                    <a:lnTo>
                      <a:pt x="156" y="551"/>
                    </a:lnTo>
                    <a:lnTo>
                      <a:pt x="157" y="557"/>
                    </a:lnTo>
                    <a:lnTo>
                      <a:pt x="158" y="563"/>
                    </a:lnTo>
                    <a:lnTo>
                      <a:pt x="160" y="568"/>
                    </a:lnTo>
                    <a:lnTo>
                      <a:pt x="161" y="572"/>
                    </a:lnTo>
                    <a:lnTo>
                      <a:pt x="162" y="576"/>
                    </a:lnTo>
                    <a:lnTo>
                      <a:pt x="164" y="580"/>
                    </a:lnTo>
                    <a:lnTo>
                      <a:pt x="165" y="584"/>
                    </a:lnTo>
                    <a:lnTo>
                      <a:pt x="167" y="587"/>
                    </a:lnTo>
                    <a:lnTo>
                      <a:pt x="168" y="590"/>
                    </a:lnTo>
                    <a:lnTo>
                      <a:pt x="169" y="593"/>
                    </a:lnTo>
                    <a:lnTo>
                      <a:pt x="171" y="596"/>
                    </a:lnTo>
                    <a:lnTo>
                      <a:pt x="172" y="599"/>
                    </a:lnTo>
                    <a:lnTo>
                      <a:pt x="173" y="602"/>
                    </a:lnTo>
                    <a:lnTo>
                      <a:pt x="175" y="605"/>
                    </a:lnTo>
                    <a:lnTo>
                      <a:pt x="176" y="608"/>
                    </a:lnTo>
                    <a:lnTo>
                      <a:pt x="177" y="610"/>
                    </a:lnTo>
                    <a:lnTo>
                      <a:pt x="179" y="613"/>
                    </a:lnTo>
                    <a:lnTo>
                      <a:pt x="180" y="616"/>
                    </a:lnTo>
                    <a:lnTo>
                      <a:pt x="181" y="618"/>
                    </a:lnTo>
                    <a:lnTo>
                      <a:pt x="183" y="621"/>
                    </a:lnTo>
                    <a:lnTo>
                      <a:pt x="184" y="623"/>
                    </a:lnTo>
                    <a:lnTo>
                      <a:pt x="185" y="626"/>
                    </a:lnTo>
                    <a:lnTo>
                      <a:pt x="187" y="628"/>
                    </a:lnTo>
                    <a:lnTo>
                      <a:pt x="188" y="631"/>
                    </a:lnTo>
                    <a:lnTo>
                      <a:pt x="189" y="633"/>
                    </a:lnTo>
                    <a:lnTo>
                      <a:pt x="191" y="636"/>
                    </a:lnTo>
                    <a:lnTo>
                      <a:pt x="192" y="638"/>
                    </a:lnTo>
                    <a:lnTo>
                      <a:pt x="193" y="641"/>
                    </a:lnTo>
                    <a:lnTo>
                      <a:pt x="195" y="643"/>
                    </a:lnTo>
                    <a:lnTo>
                      <a:pt x="196" y="646"/>
                    </a:lnTo>
                    <a:lnTo>
                      <a:pt x="197" y="648"/>
                    </a:lnTo>
                    <a:lnTo>
                      <a:pt x="199" y="651"/>
                    </a:lnTo>
                    <a:lnTo>
                      <a:pt x="200" y="653"/>
                    </a:lnTo>
                    <a:lnTo>
                      <a:pt x="202" y="655"/>
                    </a:lnTo>
                    <a:lnTo>
                      <a:pt x="203" y="658"/>
                    </a:lnTo>
                    <a:lnTo>
                      <a:pt x="204" y="660"/>
                    </a:lnTo>
                    <a:lnTo>
                      <a:pt x="206" y="663"/>
                    </a:lnTo>
                    <a:lnTo>
                      <a:pt x="207" y="665"/>
                    </a:lnTo>
                    <a:lnTo>
                      <a:pt x="208" y="667"/>
                    </a:lnTo>
                    <a:lnTo>
                      <a:pt x="210" y="670"/>
                    </a:lnTo>
                    <a:lnTo>
                      <a:pt x="211" y="672"/>
                    </a:lnTo>
                    <a:lnTo>
                      <a:pt x="212" y="675"/>
                    </a:lnTo>
                    <a:lnTo>
                      <a:pt x="214" y="677"/>
                    </a:lnTo>
                    <a:lnTo>
                      <a:pt x="215" y="679"/>
                    </a:lnTo>
                    <a:lnTo>
                      <a:pt x="216" y="682"/>
                    </a:lnTo>
                    <a:lnTo>
                      <a:pt x="218" y="684"/>
                    </a:lnTo>
                    <a:lnTo>
                      <a:pt x="219" y="687"/>
                    </a:lnTo>
                    <a:lnTo>
                      <a:pt x="220" y="689"/>
                    </a:lnTo>
                    <a:lnTo>
                      <a:pt x="222" y="691"/>
                    </a:lnTo>
                    <a:lnTo>
                      <a:pt x="223" y="694"/>
                    </a:lnTo>
                    <a:lnTo>
                      <a:pt x="224" y="696"/>
                    </a:lnTo>
                    <a:lnTo>
                      <a:pt x="226" y="698"/>
                    </a:lnTo>
                    <a:lnTo>
                      <a:pt x="227" y="700"/>
                    </a:lnTo>
                    <a:lnTo>
                      <a:pt x="228" y="703"/>
                    </a:lnTo>
                    <a:lnTo>
                      <a:pt x="230" y="705"/>
                    </a:lnTo>
                    <a:lnTo>
                      <a:pt x="231" y="707"/>
                    </a:lnTo>
                    <a:lnTo>
                      <a:pt x="232" y="710"/>
                    </a:lnTo>
                    <a:lnTo>
                      <a:pt x="234" y="712"/>
                    </a:lnTo>
                    <a:lnTo>
                      <a:pt x="235" y="714"/>
                    </a:lnTo>
                    <a:lnTo>
                      <a:pt x="236" y="717"/>
                    </a:lnTo>
                    <a:lnTo>
                      <a:pt x="238" y="719"/>
                    </a:lnTo>
                    <a:lnTo>
                      <a:pt x="239" y="721"/>
                    </a:lnTo>
                    <a:lnTo>
                      <a:pt x="241" y="724"/>
                    </a:lnTo>
                    <a:lnTo>
                      <a:pt x="242" y="726"/>
                    </a:lnTo>
                    <a:lnTo>
                      <a:pt x="243" y="728"/>
                    </a:lnTo>
                    <a:lnTo>
                      <a:pt x="245" y="731"/>
                    </a:lnTo>
                    <a:lnTo>
                      <a:pt x="246" y="733"/>
                    </a:lnTo>
                    <a:lnTo>
                      <a:pt x="247" y="735"/>
                    </a:lnTo>
                    <a:lnTo>
                      <a:pt x="249" y="738"/>
                    </a:lnTo>
                    <a:lnTo>
                      <a:pt x="250" y="740"/>
                    </a:lnTo>
                    <a:lnTo>
                      <a:pt x="251" y="742"/>
                    </a:lnTo>
                    <a:lnTo>
                      <a:pt x="253" y="745"/>
                    </a:lnTo>
                    <a:lnTo>
                      <a:pt x="254" y="747"/>
                    </a:lnTo>
                    <a:lnTo>
                      <a:pt x="255" y="749"/>
                    </a:lnTo>
                    <a:lnTo>
                      <a:pt x="257" y="752"/>
                    </a:lnTo>
                    <a:lnTo>
                      <a:pt x="258" y="754"/>
                    </a:lnTo>
                    <a:lnTo>
                      <a:pt x="259" y="756"/>
                    </a:lnTo>
                    <a:lnTo>
                      <a:pt x="261" y="759"/>
                    </a:lnTo>
                    <a:lnTo>
                      <a:pt x="262" y="761"/>
                    </a:lnTo>
                    <a:lnTo>
                      <a:pt x="263" y="763"/>
                    </a:lnTo>
                    <a:lnTo>
                      <a:pt x="265" y="766"/>
                    </a:lnTo>
                    <a:lnTo>
                      <a:pt x="266" y="768"/>
                    </a:lnTo>
                    <a:lnTo>
                      <a:pt x="267" y="770"/>
                    </a:lnTo>
                    <a:lnTo>
                      <a:pt x="269" y="773"/>
                    </a:lnTo>
                    <a:lnTo>
                      <a:pt x="270" y="775"/>
                    </a:lnTo>
                    <a:lnTo>
                      <a:pt x="271" y="777"/>
                    </a:lnTo>
                    <a:lnTo>
                      <a:pt x="273" y="779"/>
                    </a:lnTo>
                    <a:lnTo>
                      <a:pt x="274" y="780"/>
                    </a:lnTo>
                    <a:lnTo>
                      <a:pt x="276" y="782"/>
                    </a:lnTo>
                    <a:lnTo>
                      <a:pt x="277" y="784"/>
                    </a:lnTo>
                    <a:lnTo>
                      <a:pt x="278" y="785"/>
                    </a:lnTo>
                    <a:lnTo>
                      <a:pt x="280" y="787"/>
                    </a:lnTo>
                    <a:lnTo>
                      <a:pt x="281" y="788"/>
                    </a:lnTo>
                    <a:lnTo>
                      <a:pt x="282" y="790"/>
                    </a:lnTo>
                    <a:lnTo>
                      <a:pt x="284" y="791"/>
                    </a:lnTo>
                    <a:lnTo>
                      <a:pt x="285" y="793"/>
                    </a:lnTo>
                    <a:lnTo>
                      <a:pt x="286" y="794"/>
                    </a:lnTo>
                    <a:lnTo>
                      <a:pt x="288" y="796"/>
                    </a:lnTo>
                    <a:lnTo>
                      <a:pt x="289" y="797"/>
                    </a:lnTo>
                    <a:lnTo>
                      <a:pt x="290" y="799"/>
                    </a:lnTo>
                    <a:lnTo>
                      <a:pt x="292" y="800"/>
                    </a:lnTo>
                    <a:lnTo>
                      <a:pt x="293" y="801"/>
                    </a:lnTo>
                    <a:lnTo>
                      <a:pt x="294" y="803"/>
                    </a:lnTo>
                    <a:lnTo>
                      <a:pt x="296" y="804"/>
                    </a:lnTo>
                    <a:lnTo>
                      <a:pt x="297" y="805"/>
                    </a:lnTo>
                    <a:lnTo>
                      <a:pt x="298" y="807"/>
                    </a:lnTo>
                    <a:lnTo>
                      <a:pt x="300" y="808"/>
                    </a:lnTo>
                    <a:lnTo>
                      <a:pt x="301" y="809"/>
                    </a:lnTo>
                    <a:lnTo>
                      <a:pt x="302" y="811"/>
                    </a:lnTo>
                    <a:lnTo>
                      <a:pt x="304" y="812"/>
                    </a:lnTo>
                    <a:lnTo>
                      <a:pt x="305" y="813"/>
                    </a:lnTo>
                    <a:lnTo>
                      <a:pt x="306" y="814"/>
                    </a:lnTo>
                    <a:lnTo>
                      <a:pt x="308" y="816"/>
                    </a:lnTo>
                    <a:lnTo>
                      <a:pt x="309" y="817"/>
                    </a:lnTo>
                    <a:lnTo>
                      <a:pt x="311" y="818"/>
                    </a:lnTo>
                    <a:lnTo>
                      <a:pt x="312" y="819"/>
                    </a:lnTo>
                    <a:lnTo>
                      <a:pt x="313" y="820"/>
                    </a:lnTo>
                    <a:lnTo>
                      <a:pt x="315" y="821"/>
                    </a:lnTo>
                    <a:lnTo>
                      <a:pt x="316" y="822"/>
                    </a:lnTo>
                    <a:lnTo>
                      <a:pt x="317" y="823"/>
                    </a:lnTo>
                    <a:lnTo>
                      <a:pt x="319" y="824"/>
                    </a:lnTo>
                    <a:lnTo>
                      <a:pt x="320" y="825"/>
                    </a:lnTo>
                    <a:lnTo>
                      <a:pt x="321" y="826"/>
                    </a:lnTo>
                    <a:lnTo>
                      <a:pt x="323" y="826"/>
                    </a:lnTo>
                    <a:lnTo>
                      <a:pt x="324" y="827"/>
                    </a:lnTo>
                    <a:lnTo>
                      <a:pt x="325" y="828"/>
                    </a:lnTo>
                    <a:lnTo>
                      <a:pt x="327" y="829"/>
                    </a:lnTo>
                    <a:lnTo>
                      <a:pt x="328" y="830"/>
                    </a:lnTo>
                    <a:lnTo>
                      <a:pt x="329" y="831"/>
                    </a:lnTo>
                    <a:lnTo>
                      <a:pt x="331" y="831"/>
                    </a:lnTo>
                    <a:lnTo>
                      <a:pt x="332" y="832"/>
                    </a:lnTo>
                    <a:lnTo>
                      <a:pt x="333" y="833"/>
                    </a:lnTo>
                    <a:lnTo>
                      <a:pt x="335" y="834"/>
                    </a:lnTo>
                    <a:lnTo>
                      <a:pt x="336" y="835"/>
                    </a:lnTo>
                    <a:lnTo>
                      <a:pt x="337" y="835"/>
                    </a:lnTo>
                    <a:lnTo>
                      <a:pt x="339" y="836"/>
                    </a:lnTo>
                    <a:lnTo>
                      <a:pt x="340" y="837"/>
                    </a:lnTo>
                    <a:lnTo>
                      <a:pt x="341" y="838"/>
                    </a:lnTo>
                    <a:lnTo>
                      <a:pt x="343" y="838"/>
                    </a:lnTo>
                    <a:lnTo>
                      <a:pt x="344" y="839"/>
                    </a:lnTo>
                    <a:lnTo>
                      <a:pt x="346" y="840"/>
                    </a:lnTo>
                    <a:lnTo>
                      <a:pt x="347" y="841"/>
                    </a:lnTo>
                    <a:lnTo>
                      <a:pt x="348" y="841"/>
                    </a:lnTo>
                    <a:lnTo>
                      <a:pt x="350" y="842"/>
                    </a:lnTo>
                    <a:lnTo>
                      <a:pt x="351" y="843"/>
                    </a:lnTo>
                    <a:lnTo>
                      <a:pt x="352" y="844"/>
                    </a:lnTo>
                    <a:lnTo>
                      <a:pt x="354" y="844"/>
                    </a:lnTo>
                    <a:lnTo>
                      <a:pt x="355" y="845"/>
                    </a:lnTo>
                    <a:lnTo>
                      <a:pt x="356" y="846"/>
                    </a:lnTo>
                    <a:lnTo>
                      <a:pt x="358" y="846"/>
                    </a:lnTo>
                    <a:lnTo>
                      <a:pt x="359" y="847"/>
                    </a:lnTo>
                    <a:lnTo>
                      <a:pt x="360" y="848"/>
                    </a:lnTo>
                    <a:lnTo>
                      <a:pt x="362" y="848"/>
                    </a:lnTo>
                    <a:lnTo>
                      <a:pt x="363" y="849"/>
                    </a:lnTo>
                    <a:lnTo>
                      <a:pt x="364" y="850"/>
                    </a:lnTo>
                    <a:lnTo>
                      <a:pt x="366" y="850"/>
                    </a:lnTo>
                    <a:lnTo>
                      <a:pt x="367" y="851"/>
                    </a:lnTo>
                    <a:lnTo>
                      <a:pt x="368" y="852"/>
                    </a:lnTo>
                    <a:lnTo>
                      <a:pt x="370" y="852"/>
                    </a:lnTo>
                    <a:lnTo>
                      <a:pt x="371" y="853"/>
                    </a:lnTo>
                    <a:lnTo>
                      <a:pt x="372" y="853"/>
                    </a:lnTo>
                    <a:lnTo>
                      <a:pt x="374" y="854"/>
                    </a:lnTo>
                    <a:lnTo>
                      <a:pt x="375" y="855"/>
                    </a:lnTo>
                    <a:lnTo>
                      <a:pt x="376" y="855"/>
                    </a:lnTo>
                    <a:lnTo>
                      <a:pt x="378" y="856"/>
                    </a:lnTo>
                    <a:lnTo>
                      <a:pt x="379" y="856"/>
                    </a:lnTo>
                    <a:lnTo>
                      <a:pt x="380" y="857"/>
                    </a:lnTo>
                    <a:lnTo>
                      <a:pt x="382" y="857"/>
                    </a:lnTo>
                    <a:lnTo>
                      <a:pt x="383" y="858"/>
                    </a:lnTo>
                    <a:lnTo>
                      <a:pt x="385" y="858"/>
                    </a:lnTo>
                    <a:lnTo>
                      <a:pt x="386" y="859"/>
                    </a:lnTo>
                    <a:lnTo>
                      <a:pt x="387" y="859"/>
                    </a:lnTo>
                    <a:lnTo>
                      <a:pt x="389" y="859"/>
                    </a:lnTo>
                    <a:lnTo>
                      <a:pt x="390" y="860"/>
                    </a:lnTo>
                    <a:lnTo>
                      <a:pt x="391" y="860"/>
                    </a:lnTo>
                    <a:lnTo>
                      <a:pt x="393" y="861"/>
                    </a:lnTo>
                    <a:lnTo>
                      <a:pt x="394" y="861"/>
                    </a:lnTo>
                    <a:lnTo>
                      <a:pt x="395" y="862"/>
                    </a:lnTo>
                    <a:lnTo>
                      <a:pt x="397" y="862"/>
                    </a:lnTo>
                    <a:lnTo>
                      <a:pt x="398" y="862"/>
                    </a:lnTo>
                    <a:lnTo>
                      <a:pt x="399" y="863"/>
                    </a:lnTo>
                    <a:lnTo>
                      <a:pt x="401" y="863"/>
                    </a:lnTo>
                    <a:lnTo>
                      <a:pt x="402" y="863"/>
                    </a:lnTo>
                    <a:lnTo>
                      <a:pt x="403" y="864"/>
                    </a:lnTo>
                    <a:lnTo>
                      <a:pt x="405" y="864"/>
                    </a:lnTo>
                    <a:lnTo>
                      <a:pt x="406" y="865"/>
                    </a:lnTo>
                    <a:lnTo>
                      <a:pt x="407" y="865"/>
                    </a:lnTo>
                    <a:lnTo>
                      <a:pt x="409" y="865"/>
                    </a:lnTo>
                    <a:lnTo>
                      <a:pt x="410" y="866"/>
                    </a:lnTo>
                    <a:lnTo>
                      <a:pt x="411" y="866"/>
                    </a:lnTo>
                    <a:lnTo>
                      <a:pt x="413" y="866"/>
                    </a:lnTo>
                    <a:lnTo>
                      <a:pt x="414" y="866"/>
                    </a:lnTo>
                    <a:lnTo>
                      <a:pt x="415" y="867"/>
                    </a:lnTo>
                    <a:lnTo>
                      <a:pt x="417" y="867"/>
                    </a:lnTo>
                    <a:lnTo>
                      <a:pt x="418" y="867"/>
                    </a:lnTo>
                    <a:lnTo>
                      <a:pt x="420" y="858"/>
                    </a:lnTo>
                    <a:lnTo>
                      <a:pt x="421" y="849"/>
                    </a:lnTo>
                    <a:lnTo>
                      <a:pt x="422" y="842"/>
                    </a:lnTo>
                    <a:lnTo>
                      <a:pt x="424" y="836"/>
                    </a:lnTo>
                    <a:lnTo>
                      <a:pt x="425" y="831"/>
                    </a:lnTo>
                    <a:lnTo>
                      <a:pt x="426" y="827"/>
                    </a:lnTo>
                    <a:lnTo>
                      <a:pt x="428" y="822"/>
                    </a:lnTo>
                    <a:lnTo>
                      <a:pt x="429" y="818"/>
                    </a:lnTo>
                    <a:lnTo>
                      <a:pt x="430" y="815"/>
                    </a:lnTo>
                    <a:lnTo>
                      <a:pt x="432" y="811"/>
                    </a:lnTo>
                    <a:lnTo>
                      <a:pt x="433" y="808"/>
                    </a:lnTo>
                    <a:lnTo>
                      <a:pt x="434" y="805"/>
                    </a:lnTo>
                    <a:lnTo>
                      <a:pt x="436" y="803"/>
                    </a:lnTo>
                    <a:lnTo>
                      <a:pt x="437" y="800"/>
                    </a:lnTo>
                    <a:lnTo>
                      <a:pt x="438" y="798"/>
                    </a:lnTo>
                    <a:lnTo>
                      <a:pt x="440" y="795"/>
                    </a:lnTo>
                    <a:lnTo>
                      <a:pt x="441" y="793"/>
                    </a:lnTo>
                    <a:lnTo>
                      <a:pt x="442" y="791"/>
                    </a:lnTo>
                    <a:lnTo>
                      <a:pt x="444" y="789"/>
                    </a:lnTo>
                    <a:lnTo>
                      <a:pt x="445" y="787"/>
                    </a:lnTo>
                    <a:lnTo>
                      <a:pt x="446" y="785"/>
                    </a:lnTo>
                    <a:lnTo>
                      <a:pt x="448" y="784"/>
                    </a:lnTo>
                    <a:lnTo>
                      <a:pt x="449" y="782"/>
                    </a:lnTo>
                    <a:lnTo>
                      <a:pt x="450" y="780"/>
                    </a:lnTo>
                    <a:lnTo>
                      <a:pt x="452" y="779"/>
                    </a:lnTo>
                    <a:lnTo>
                      <a:pt x="453" y="777"/>
                    </a:lnTo>
                    <a:lnTo>
                      <a:pt x="455" y="776"/>
                    </a:lnTo>
                    <a:lnTo>
                      <a:pt x="456" y="774"/>
                    </a:lnTo>
                    <a:lnTo>
                      <a:pt x="457" y="773"/>
                    </a:lnTo>
                    <a:lnTo>
                      <a:pt x="459" y="772"/>
                    </a:lnTo>
                    <a:lnTo>
                      <a:pt x="460" y="770"/>
                    </a:lnTo>
                    <a:lnTo>
                      <a:pt x="461" y="769"/>
                    </a:lnTo>
                    <a:lnTo>
                      <a:pt x="463" y="768"/>
                    </a:lnTo>
                    <a:lnTo>
                      <a:pt x="464" y="767"/>
                    </a:lnTo>
                    <a:lnTo>
                      <a:pt x="465" y="766"/>
                    </a:lnTo>
                    <a:lnTo>
                      <a:pt x="467" y="764"/>
                    </a:lnTo>
                    <a:lnTo>
                      <a:pt x="468" y="763"/>
                    </a:lnTo>
                    <a:lnTo>
                      <a:pt x="469" y="762"/>
                    </a:lnTo>
                    <a:lnTo>
                      <a:pt x="471" y="761"/>
                    </a:lnTo>
                    <a:lnTo>
                      <a:pt x="472" y="760"/>
                    </a:lnTo>
                    <a:lnTo>
                      <a:pt x="473" y="759"/>
                    </a:lnTo>
                    <a:lnTo>
                      <a:pt x="475" y="758"/>
                    </a:lnTo>
                    <a:lnTo>
                      <a:pt x="476" y="757"/>
                    </a:lnTo>
                    <a:lnTo>
                      <a:pt x="477" y="756"/>
                    </a:lnTo>
                    <a:lnTo>
                      <a:pt x="479" y="755"/>
                    </a:lnTo>
                    <a:lnTo>
                      <a:pt x="480" y="754"/>
                    </a:lnTo>
                    <a:lnTo>
                      <a:pt x="481" y="753"/>
                    </a:lnTo>
                    <a:lnTo>
                      <a:pt x="483" y="753"/>
                    </a:lnTo>
                    <a:lnTo>
                      <a:pt x="484" y="752"/>
                    </a:lnTo>
                    <a:lnTo>
                      <a:pt x="485" y="751"/>
                    </a:lnTo>
                    <a:lnTo>
                      <a:pt x="487" y="750"/>
                    </a:lnTo>
                    <a:lnTo>
                      <a:pt x="488" y="749"/>
                    </a:lnTo>
                    <a:lnTo>
                      <a:pt x="490" y="748"/>
                    </a:lnTo>
                    <a:lnTo>
                      <a:pt x="491" y="748"/>
                    </a:lnTo>
                    <a:lnTo>
                      <a:pt x="492" y="747"/>
                    </a:lnTo>
                    <a:lnTo>
                      <a:pt x="494" y="746"/>
                    </a:lnTo>
                    <a:lnTo>
                      <a:pt x="495" y="745"/>
                    </a:lnTo>
                    <a:lnTo>
                      <a:pt x="496" y="745"/>
                    </a:lnTo>
                    <a:lnTo>
                      <a:pt x="498" y="744"/>
                    </a:lnTo>
                    <a:lnTo>
                      <a:pt x="499" y="743"/>
                    </a:lnTo>
                    <a:lnTo>
                      <a:pt x="500" y="743"/>
                    </a:lnTo>
                    <a:lnTo>
                      <a:pt x="502" y="742"/>
                    </a:lnTo>
                    <a:lnTo>
                      <a:pt x="503" y="741"/>
                    </a:lnTo>
                    <a:lnTo>
                      <a:pt x="504" y="740"/>
                    </a:lnTo>
                    <a:lnTo>
                      <a:pt x="506" y="740"/>
                    </a:lnTo>
                    <a:lnTo>
                      <a:pt x="507" y="739"/>
                    </a:lnTo>
                    <a:lnTo>
                      <a:pt x="508" y="739"/>
                    </a:lnTo>
                    <a:lnTo>
                      <a:pt x="510" y="738"/>
                    </a:lnTo>
                    <a:lnTo>
                      <a:pt x="511" y="737"/>
                    </a:lnTo>
                    <a:lnTo>
                      <a:pt x="512" y="737"/>
                    </a:lnTo>
                    <a:lnTo>
                      <a:pt x="514" y="736"/>
                    </a:lnTo>
                    <a:lnTo>
                      <a:pt x="515" y="735"/>
                    </a:lnTo>
                    <a:lnTo>
                      <a:pt x="516" y="735"/>
                    </a:lnTo>
                    <a:lnTo>
                      <a:pt x="518" y="734"/>
                    </a:lnTo>
                    <a:lnTo>
                      <a:pt x="519" y="734"/>
                    </a:lnTo>
                    <a:lnTo>
                      <a:pt x="520" y="733"/>
                    </a:lnTo>
                    <a:lnTo>
                      <a:pt x="522" y="733"/>
                    </a:lnTo>
                    <a:lnTo>
                      <a:pt x="523" y="732"/>
                    </a:lnTo>
                    <a:lnTo>
                      <a:pt x="524" y="731"/>
                    </a:lnTo>
                    <a:lnTo>
                      <a:pt x="526" y="731"/>
                    </a:lnTo>
                    <a:lnTo>
                      <a:pt x="527" y="730"/>
                    </a:lnTo>
                    <a:lnTo>
                      <a:pt x="529" y="730"/>
                    </a:lnTo>
                    <a:lnTo>
                      <a:pt x="530" y="729"/>
                    </a:lnTo>
                    <a:lnTo>
                      <a:pt x="531" y="729"/>
                    </a:lnTo>
                    <a:lnTo>
                      <a:pt x="533" y="728"/>
                    </a:lnTo>
                    <a:lnTo>
                      <a:pt x="534" y="728"/>
                    </a:lnTo>
                    <a:lnTo>
                      <a:pt x="535" y="727"/>
                    </a:lnTo>
                    <a:lnTo>
                      <a:pt x="537" y="727"/>
                    </a:lnTo>
                    <a:lnTo>
                      <a:pt x="538" y="726"/>
                    </a:lnTo>
                    <a:lnTo>
                      <a:pt x="539" y="726"/>
                    </a:lnTo>
                    <a:lnTo>
                      <a:pt x="541" y="725"/>
                    </a:lnTo>
                    <a:lnTo>
                      <a:pt x="542" y="725"/>
                    </a:lnTo>
                    <a:lnTo>
                      <a:pt x="543" y="724"/>
                    </a:lnTo>
                    <a:lnTo>
                      <a:pt x="545" y="724"/>
                    </a:lnTo>
                    <a:lnTo>
                      <a:pt x="546" y="723"/>
                    </a:lnTo>
                    <a:lnTo>
                      <a:pt x="547" y="723"/>
                    </a:lnTo>
                    <a:lnTo>
                      <a:pt x="549" y="723"/>
                    </a:lnTo>
                    <a:lnTo>
                      <a:pt x="550" y="722"/>
                    </a:lnTo>
                    <a:lnTo>
                      <a:pt x="551" y="722"/>
                    </a:lnTo>
                    <a:lnTo>
                      <a:pt x="553" y="721"/>
                    </a:lnTo>
                    <a:lnTo>
                      <a:pt x="554" y="721"/>
                    </a:lnTo>
                    <a:lnTo>
                      <a:pt x="555" y="720"/>
                    </a:lnTo>
                    <a:lnTo>
                      <a:pt x="557" y="720"/>
                    </a:lnTo>
                    <a:lnTo>
                      <a:pt x="558" y="720"/>
                    </a:lnTo>
                    <a:lnTo>
                      <a:pt x="559" y="719"/>
                    </a:lnTo>
                    <a:lnTo>
                      <a:pt x="561" y="719"/>
                    </a:lnTo>
                    <a:lnTo>
                      <a:pt x="562" y="718"/>
                    </a:lnTo>
                    <a:lnTo>
                      <a:pt x="564" y="718"/>
                    </a:lnTo>
                    <a:lnTo>
                      <a:pt x="565" y="718"/>
                    </a:lnTo>
                    <a:lnTo>
                      <a:pt x="566" y="717"/>
                    </a:lnTo>
                    <a:lnTo>
                      <a:pt x="568" y="717"/>
                    </a:lnTo>
                    <a:lnTo>
                      <a:pt x="569" y="716"/>
                    </a:lnTo>
                    <a:lnTo>
                      <a:pt x="570" y="716"/>
                    </a:lnTo>
                    <a:lnTo>
                      <a:pt x="572" y="716"/>
                    </a:lnTo>
                    <a:lnTo>
                      <a:pt x="573" y="715"/>
                    </a:lnTo>
                    <a:lnTo>
                      <a:pt x="574" y="715"/>
                    </a:lnTo>
                    <a:lnTo>
                      <a:pt x="576" y="715"/>
                    </a:lnTo>
                    <a:lnTo>
                      <a:pt x="577" y="714"/>
                    </a:lnTo>
                    <a:lnTo>
                      <a:pt x="578" y="714"/>
                    </a:lnTo>
                    <a:lnTo>
                      <a:pt x="580" y="713"/>
                    </a:lnTo>
                    <a:lnTo>
                      <a:pt x="581" y="713"/>
                    </a:lnTo>
                    <a:lnTo>
                      <a:pt x="582" y="713"/>
                    </a:lnTo>
                    <a:lnTo>
                      <a:pt x="584" y="712"/>
                    </a:lnTo>
                    <a:lnTo>
                      <a:pt x="585" y="712"/>
                    </a:lnTo>
                    <a:lnTo>
                      <a:pt x="586" y="712"/>
                    </a:lnTo>
                    <a:lnTo>
                      <a:pt x="588" y="711"/>
                    </a:lnTo>
                    <a:lnTo>
                      <a:pt x="589" y="711"/>
                    </a:lnTo>
                    <a:lnTo>
                      <a:pt x="590" y="711"/>
                    </a:lnTo>
                    <a:lnTo>
                      <a:pt x="592" y="710"/>
                    </a:lnTo>
                    <a:lnTo>
                      <a:pt x="593" y="710"/>
                    </a:lnTo>
                    <a:lnTo>
                      <a:pt x="594" y="710"/>
                    </a:lnTo>
                    <a:lnTo>
                      <a:pt x="596" y="709"/>
                    </a:lnTo>
                    <a:lnTo>
                      <a:pt x="597" y="709"/>
                    </a:lnTo>
                    <a:lnTo>
                      <a:pt x="599" y="709"/>
                    </a:lnTo>
                    <a:lnTo>
                      <a:pt x="600" y="708"/>
                    </a:lnTo>
                    <a:lnTo>
                      <a:pt x="601" y="708"/>
                    </a:lnTo>
                    <a:lnTo>
                      <a:pt x="603" y="708"/>
                    </a:lnTo>
                    <a:lnTo>
                      <a:pt x="604" y="707"/>
                    </a:lnTo>
                    <a:lnTo>
                      <a:pt x="605" y="707"/>
                    </a:lnTo>
                    <a:lnTo>
                      <a:pt x="607" y="707"/>
                    </a:lnTo>
                    <a:lnTo>
                      <a:pt x="608" y="706"/>
                    </a:lnTo>
                    <a:lnTo>
                      <a:pt x="609" y="706"/>
                    </a:lnTo>
                    <a:lnTo>
                      <a:pt x="611" y="706"/>
                    </a:lnTo>
                    <a:lnTo>
                      <a:pt x="612" y="706"/>
                    </a:lnTo>
                    <a:lnTo>
                      <a:pt x="613" y="705"/>
                    </a:lnTo>
                    <a:lnTo>
                      <a:pt x="615" y="705"/>
                    </a:lnTo>
                    <a:lnTo>
                      <a:pt x="616" y="705"/>
                    </a:lnTo>
                    <a:lnTo>
                      <a:pt x="617" y="704"/>
                    </a:lnTo>
                    <a:lnTo>
                      <a:pt x="619" y="704"/>
                    </a:lnTo>
                    <a:lnTo>
                      <a:pt x="620" y="704"/>
                    </a:lnTo>
                    <a:lnTo>
                      <a:pt x="621" y="703"/>
                    </a:lnTo>
                    <a:lnTo>
                      <a:pt x="623" y="703"/>
                    </a:lnTo>
                    <a:lnTo>
                      <a:pt x="624" y="703"/>
                    </a:lnTo>
                    <a:lnTo>
                      <a:pt x="625" y="703"/>
                    </a:lnTo>
                    <a:lnTo>
                      <a:pt x="627" y="702"/>
                    </a:lnTo>
                    <a:lnTo>
                      <a:pt x="628" y="702"/>
                    </a:lnTo>
                    <a:lnTo>
                      <a:pt x="629" y="702"/>
                    </a:lnTo>
                    <a:lnTo>
                      <a:pt x="631" y="701"/>
                    </a:lnTo>
                    <a:lnTo>
                      <a:pt x="632" y="701"/>
                    </a:lnTo>
                    <a:lnTo>
                      <a:pt x="634" y="701"/>
                    </a:lnTo>
                    <a:lnTo>
                      <a:pt x="635" y="701"/>
                    </a:lnTo>
                    <a:lnTo>
                      <a:pt x="636" y="700"/>
                    </a:lnTo>
                    <a:lnTo>
                      <a:pt x="638" y="700"/>
                    </a:lnTo>
                    <a:lnTo>
                      <a:pt x="639" y="700"/>
                    </a:lnTo>
                    <a:lnTo>
                      <a:pt x="640" y="700"/>
                    </a:lnTo>
                    <a:lnTo>
                      <a:pt x="642" y="699"/>
                    </a:lnTo>
                    <a:lnTo>
                      <a:pt x="643" y="699"/>
                    </a:lnTo>
                    <a:lnTo>
                      <a:pt x="644" y="699"/>
                    </a:lnTo>
                    <a:lnTo>
                      <a:pt x="646" y="699"/>
                    </a:lnTo>
                    <a:lnTo>
                      <a:pt x="647" y="698"/>
                    </a:lnTo>
                    <a:lnTo>
                      <a:pt x="648" y="698"/>
                    </a:lnTo>
                    <a:lnTo>
                      <a:pt x="650" y="698"/>
                    </a:lnTo>
                    <a:lnTo>
                      <a:pt x="651" y="698"/>
                    </a:lnTo>
                    <a:lnTo>
                      <a:pt x="652" y="697"/>
                    </a:lnTo>
                    <a:lnTo>
                      <a:pt x="654" y="697"/>
                    </a:lnTo>
                    <a:lnTo>
                      <a:pt x="655" y="697"/>
                    </a:lnTo>
                    <a:lnTo>
                      <a:pt x="656" y="697"/>
                    </a:lnTo>
                    <a:lnTo>
                      <a:pt x="658" y="696"/>
                    </a:lnTo>
                    <a:lnTo>
                      <a:pt x="659" y="696"/>
                    </a:lnTo>
                    <a:lnTo>
                      <a:pt x="660" y="696"/>
                    </a:lnTo>
                    <a:lnTo>
                      <a:pt x="662" y="696"/>
                    </a:lnTo>
                    <a:lnTo>
                      <a:pt x="663" y="695"/>
                    </a:lnTo>
                    <a:lnTo>
                      <a:pt x="664" y="695"/>
                    </a:lnTo>
                    <a:lnTo>
                      <a:pt x="666" y="695"/>
                    </a:lnTo>
                    <a:lnTo>
                      <a:pt x="667" y="695"/>
                    </a:lnTo>
                    <a:lnTo>
                      <a:pt x="668" y="694"/>
                    </a:lnTo>
                    <a:lnTo>
                      <a:pt x="670" y="694"/>
                    </a:lnTo>
                    <a:lnTo>
                      <a:pt x="671" y="694"/>
                    </a:lnTo>
                    <a:lnTo>
                      <a:pt x="673" y="694"/>
                    </a:lnTo>
                    <a:lnTo>
                      <a:pt x="674" y="694"/>
                    </a:lnTo>
                    <a:lnTo>
                      <a:pt x="675" y="693"/>
                    </a:lnTo>
                    <a:lnTo>
                      <a:pt x="677" y="693"/>
                    </a:lnTo>
                    <a:lnTo>
                      <a:pt x="678" y="693"/>
                    </a:lnTo>
                    <a:lnTo>
                      <a:pt x="679" y="693"/>
                    </a:lnTo>
                    <a:lnTo>
                      <a:pt x="681" y="692"/>
                    </a:lnTo>
                    <a:lnTo>
                      <a:pt x="682" y="692"/>
                    </a:lnTo>
                    <a:lnTo>
                      <a:pt x="683" y="692"/>
                    </a:lnTo>
                    <a:lnTo>
                      <a:pt x="685" y="692"/>
                    </a:lnTo>
                    <a:lnTo>
                      <a:pt x="686" y="692"/>
                    </a:lnTo>
                    <a:lnTo>
                      <a:pt x="687" y="691"/>
                    </a:lnTo>
                    <a:lnTo>
                      <a:pt x="689" y="691"/>
                    </a:lnTo>
                    <a:lnTo>
                      <a:pt x="690" y="691"/>
                    </a:lnTo>
                    <a:lnTo>
                      <a:pt x="691" y="691"/>
                    </a:lnTo>
                    <a:lnTo>
                      <a:pt x="693" y="690"/>
                    </a:lnTo>
                    <a:lnTo>
                      <a:pt x="694" y="690"/>
                    </a:lnTo>
                    <a:lnTo>
                      <a:pt x="695" y="690"/>
                    </a:lnTo>
                    <a:lnTo>
                      <a:pt x="697" y="690"/>
                    </a:lnTo>
                    <a:lnTo>
                      <a:pt x="698" y="690"/>
                    </a:lnTo>
                    <a:lnTo>
                      <a:pt x="699" y="690"/>
                    </a:lnTo>
                    <a:lnTo>
                      <a:pt x="701" y="689"/>
                    </a:lnTo>
                    <a:lnTo>
                      <a:pt x="702" y="689"/>
                    </a:lnTo>
                    <a:lnTo>
                      <a:pt x="703" y="689"/>
                    </a:lnTo>
                    <a:lnTo>
                      <a:pt x="705" y="689"/>
                    </a:lnTo>
                    <a:lnTo>
                      <a:pt x="706" y="689"/>
                    </a:lnTo>
                    <a:lnTo>
                      <a:pt x="708" y="688"/>
                    </a:lnTo>
                    <a:lnTo>
                      <a:pt x="709" y="688"/>
                    </a:lnTo>
                    <a:lnTo>
                      <a:pt x="710" y="688"/>
                    </a:lnTo>
                    <a:lnTo>
                      <a:pt x="712" y="688"/>
                    </a:lnTo>
                    <a:lnTo>
                      <a:pt x="713" y="688"/>
                    </a:lnTo>
                    <a:lnTo>
                      <a:pt x="714" y="687"/>
                    </a:lnTo>
                    <a:lnTo>
                      <a:pt x="716" y="687"/>
                    </a:lnTo>
                    <a:lnTo>
                      <a:pt x="717" y="687"/>
                    </a:lnTo>
                    <a:lnTo>
                      <a:pt x="718" y="687"/>
                    </a:lnTo>
                    <a:lnTo>
                      <a:pt x="720" y="687"/>
                    </a:lnTo>
                    <a:lnTo>
                      <a:pt x="721" y="686"/>
                    </a:lnTo>
                    <a:lnTo>
                      <a:pt x="722" y="686"/>
                    </a:lnTo>
                    <a:lnTo>
                      <a:pt x="724" y="686"/>
                    </a:lnTo>
                    <a:lnTo>
                      <a:pt x="725" y="686"/>
                    </a:lnTo>
                    <a:lnTo>
                      <a:pt x="726" y="686"/>
                    </a:lnTo>
                    <a:lnTo>
                      <a:pt x="728" y="685"/>
                    </a:lnTo>
                    <a:lnTo>
                      <a:pt x="729" y="685"/>
                    </a:lnTo>
                    <a:lnTo>
                      <a:pt x="730" y="685"/>
                    </a:lnTo>
                    <a:lnTo>
                      <a:pt x="732" y="685"/>
                    </a:lnTo>
                    <a:lnTo>
                      <a:pt x="733" y="685"/>
                    </a:lnTo>
                    <a:lnTo>
                      <a:pt x="734" y="684"/>
                    </a:lnTo>
                    <a:lnTo>
                      <a:pt x="736" y="684"/>
                    </a:lnTo>
                    <a:lnTo>
                      <a:pt x="737" y="684"/>
                    </a:lnTo>
                    <a:lnTo>
                      <a:pt x="738" y="684"/>
                    </a:lnTo>
                    <a:lnTo>
                      <a:pt x="740" y="684"/>
                    </a:lnTo>
                    <a:lnTo>
                      <a:pt x="741" y="684"/>
                    </a:lnTo>
                    <a:lnTo>
                      <a:pt x="743" y="684"/>
                    </a:lnTo>
                    <a:lnTo>
                      <a:pt x="744" y="683"/>
                    </a:lnTo>
                    <a:lnTo>
                      <a:pt x="745" y="683"/>
                    </a:lnTo>
                    <a:lnTo>
                      <a:pt x="747" y="683"/>
                    </a:lnTo>
                    <a:lnTo>
                      <a:pt x="748" y="683"/>
                    </a:lnTo>
                    <a:lnTo>
                      <a:pt x="749" y="683"/>
                    </a:lnTo>
                    <a:lnTo>
                      <a:pt x="751" y="682"/>
                    </a:lnTo>
                    <a:lnTo>
                      <a:pt x="752" y="682"/>
                    </a:lnTo>
                    <a:lnTo>
                      <a:pt x="753" y="682"/>
                    </a:lnTo>
                    <a:lnTo>
                      <a:pt x="755" y="682"/>
                    </a:lnTo>
                    <a:lnTo>
                      <a:pt x="756" y="682"/>
                    </a:lnTo>
                    <a:lnTo>
                      <a:pt x="757" y="681"/>
                    </a:lnTo>
                    <a:lnTo>
                      <a:pt x="759" y="681"/>
                    </a:lnTo>
                    <a:lnTo>
                      <a:pt x="760" y="681"/>
                    </a:lnTo>
                    <a:lnTo>
                      <a:pt x="761" y="681"/>
                    </a:lnTo>
                    <a:lnTo>
                      <a:pt x="763" y="681"/>
                    </a:lnTo>
                    <a:lnTo>
                      <a:pt x="764" y="681"/>
                    </a:lnTo>
                    <a:lnTo>
                      <a:pt x="765" y="680"/>
                    </a:lnTo>
                    <a:lnTo>
                      <a:pt x="767" y="680"/>
                    </a:lnTo>
                    <a:lnTo>
                      <a:pt x="768" y="680"/>
                    </a:lnTo>
                    <a:lnTo>
                      <a:pt x="769" y="680"/>
                    </a:lnTo>
                    <a:lnTo>
                      <a:pt x="771" y="680"/>
                    </a:lnTo>
                    <a:lnTo>
                      <a:pt x="772" y="680"/>
                    </a:lnTo>
                    <a:lnTo>
                      <a:pt x="773" y="679"/>
                    </a:lnTo>
                    <a:lnTo>
                      <a:pt x="775" y="679"/>
                    </a:lnTo>
                    <a:lnTo>
                      <a:pt x="776" y="679"/>
                    </a:lnTo>
                    <a:lnTo>
                      <a:pt x="777" y="679"/>
                    </a:lnTo>
                    <a:lnTo>
                      <a:pt x="779" y="679"/>
                    </a:lnTo>
                    <a:lnTo>
                      <a:pt x="780" y="679"/>
                    </a:lnTo>
                    <a:lnTo>
                      <a:pt x="782" y="679"/>
                    </a:lnTo>
                    <a:lnTo>
                      <a:pt x="783" y="678"/>
                    </a:lnTo>
                    <a:lnTo>
                      <a:pt x="784" y="678"/>
                    </a:lnTo>
                    <a:lnTo>
                      <a:pt x="786" y="678"/>
                    </a:lnTo>
                    <a:lnTo>
                      <a:pt x="787" y="678"/>
                    </a:lnTo>
                    <a:lnTo>
                      <a:pt x="788" y="678"/>
                    </a:lnTo>
                    <a:lnTo>
                      <a:pt x="790" y="678"/>
                    </a:lnTo>
                    <a:lnTo>
                      <a:pt x="791" y="677"/>
                    </a:lnTo>
                    <a:lnTo>
                      <a:pt x="792" y="677"/>
                    </a:lnTo>
                    <a:lnTo>
                      <a:pt x="794" y="677"/>
                    </a:lnTo>
                    <a:lnTo>
                      <a:pt x="795" y="677"/>
                    </a:lnTo>
                    <a:lnTo>
                      <a:pt x="796" y="677"/>
                    </a:lnTo>
                    <a:lnTo>
                      <a:pt x="798" y="677"/>
                    </a:lnTo>
                    <a:lnTo>
                      <a:pt x="799" y="676"/>
                    </a:lnTo>
                    <a:lnTo>
                      <a:pt x="800" y="676"/>
                    </a:lnTo>
                    <a:lnTo>
                      <a:pt x="802" y="676"/>
                    </a:lnTo>
                    <a:lnTo>
                      <a:pt x="803" y="676"/>
                    </a:lnTo>
                    <a:lnTo>
                      <a:pt x="804" y="676"/>
                    </a:lnTo>
                    <a:lnTo>
                      <a:pt x="806" y="676"/>
                    </a:lnTo>
                    <a:lnTo>
                      <a:pt x="807" y="676"/>
                    </a:lnTo>
                    <a:lnTo>
                      <a:pt x="808" y="675"/>
                    </a:lnTo>
                    <a:lnTo>
                      <a:pt x="810" y="675"/>
                    </a:lnTo>
                    <a:lnTo>
                      <a:pt x="811" y="675"/>
                    </a:lnTo>
                    <a:lnTo>
                      <a:pt x="812" y="675"/>
                    </a:lnTo>
                    <a:lnTo>
                      <a:pt x="814" y="675"/>
                    </a:lnTo>
                    <a:lnTo>
                      <a:pt x="815" y="675"/>
                    </a:lnTo>
                    <a:lnTo>
                      <a:pt x="817" y="674"/>
                    </a:lnTo>
                    <a:lnTo>
                      <a:pt x="818" y="674"/>
                    </a:lnTo>
                    <a:lnTo>
                      <a:pt x="819" y="674"/>
                    </a:lnTo>
                    <a:lnTo>
                      <a:pt x="821" y="674"/>
                    </a:lnTo>
                    <a:lnTo>
                      <a:pt x="822" y="674"/>
                    </a:lnTo>
                    <a:lnTo>
                      <a:pt x="823" y="674"/>
                    </a:lnTo>
                    <a:lnTo>
                      <a:pt x="825" y="674"/>
                    </a:lnTo>
                    <a:lnTo>
                      <a:pt x="826" y="673"/>
                    </a:lnTo>
                    <a:lnTo>
                      <a:pt x="827" y="673"/>
                    </a:lnTo>
                    <a:lnTo>
                      <a:pt x="829" y="673"/>
                    </a:lnTo>
                    <a:lnTo>
                      <a:pt x="830" y="673"/>
                    </a:lnTo>
                    <a:lnTo>
                      <a:pt x="831" y="673"/>
                    </a:lnTo>
                    <a:lnTo>
                      <a:pt x="833" y="673"/>
                    </a:lnTo>
                    <a:lnTo>
                      <a:pt x="834" y="673"/>
                    </a:lnTo>
                    <a:lnTo>
                      <a:pt x="835" y="673"/>
                    </a:lnTo>
                    <a:lnTo>
                      <a:pt x="837" y="672"/>
                    </a:lnTo>
                    <a:lnTo>
                      <a:pt x="838" y="672"/>
                    </a:lnTo>
                    <a:lnTo>
                      <a:pt x="839" y="672"/>
                    </a:lnTo>
                    <a:lnTo>
                      <a:pt x="841" y="672"/>
                    </a:lnTo>
                    <a:lnTo>
                      <a:pt x="842" y="672"/>
                    </a:lnTo>
                    <a:lnTo>
                      <a:pt x="843" y="672"/>
                    </a:lnTo>
                    <a:lnTo>
                      <a:pt x="845" y="672"/>
                    </a:lnTo>
                    <a:lnTo>
                      <a:pt x="846" y="672"/>
                    </a:lnTo>
                    <a:lnTo>
                      <a:pt x="847" y="671"/>
                    </a:lnTo>
                    <a:lnTo>
                      <a:pt x="849" y="671"/>
                    </a:lnTo>
                    <a:lnTo>
                      <a:pt x="850" y="671"/>
                    </a:lnTo>
                    <a:lnTo>
                      <a:pt x="852" y="671"/>
                    </a:lnTo>
                    <a:lnTo>
                      <a:pt x="853" y="671"/>
                    </a:lnTo>
                    <a:lnTo>
                      <a:pt x="854" y="671"/>
                    </a:lnTo>
                    <a:lnTo>
                      <a:pt x="856" y="671"/>
                    </a:lnTo>
                    <a:lnTo>
                      <a:pt x="857" y="671"/>
                    </a:lnTo>
                    <a:lnTo>
                      <a:pt x="858" y="670"/>
                    </a:lnTo>
                    <a:lnTo>
                      <a:pt x="860" y="670"/>
                    </a:lnTo>
                    <a:lnTo>
                      <a:pt x="861" y="670"/>
                    </a:lnTo>
                    <a:lnTo>
                      <a:pt x="862" y="670"/>
                    </a:lnTo>
                    <a:lnTo>
                      <a:pt x="864" y="670"/>
                    </a:lnTo>
                    <a:lnTo>
                      <a:pt x="865" y="670"/>
                    </a:lnTo>
                    <a:lnTo>
                      <a:pt x="866" y="670"/>
                    </a:lnTo>
                    <a:lnTo>
                      <a:pt x="868" y="670"/>
                    </a:lnTo>
                    <a:lnTo>
                      <a:pt x="869" y="669"/>
                    </a:lnTo>
                    <a:lnTo>
                      <a:pt x="870" y="669"/>
                    </a:lnTo>
                    <a:lnTo>
                      <a:pt x="872" y="669"/>
                    </a:lnTo>
                    <a:lnTo>
                      <a:pt x="873" y="669"/>
                    </a:lnTo>
                    <a:lnTo>
                      <a:pt x="874" y="669"/>
                    </a:lnTo>
                    <a:lnTo>
                      <a:pt x="876" y="669"/>
                    </a:lnTo>
                    <a:lnTo>
                      <a:pt x="877" y="669"/>
                    </a:lnTo>
                    <a:lnTo>
                      <a:pt x="878" y="668"/>
                    </a:lnTo>
                    <a:lnTo>
                      <a:pt x="880" y="668"/>
                    </a:lnTo>
                    <a:lnTo>
                      <a:pt x="881" y="668"/>
                    </a:lnTo>
                    <a:lnTo>
                      <a:pt x="882" y="668"/>
                    </a:lnTo>
                    <a:lnTo>
                      <a:pt x="884" y="668"/>
                    </a:lnTo>
                    <a:lnTo>
                      <a:pt x="885" y="668"/>
                    </a:lnTo>
                    <a:lnTo>
                      <a:pt x="887" y="668"/>
                    </a:lnTo>
                    <a:lnTo>
                      <a:pt x="888" y="668"/>
                    </a:lnTo>
                    <a:lnTo>
                      <a:pt x="889" y="667"/>
                    </a:lnTo>
                    <a:lnTo>
                      <a:pt x="891" y="667"/>
                    </a:lnTo>
                    <a:lnTo>
                      <a:pt x="892" y="667"/>
                    </a:lnTo>
                    <a:lnTo>
                      <a:pt x="893" y="667"/>
                    </a:lnTo>
                    <a:lnTo>
                      <a:pt x="895" y="667"/>
                    </a:lnTo>
                    <a:lnTo>
                      <a:pt x="896" y="667"/>
                    </a:lnTo>
                    <a:lnTo>
                      <a:pt x="897" y="667"/>
                    </a:lnTo>
                    <a:lnTo>
                      <a:pt x="899" y="667"/>
                    </a:lnTo>
                    <a:lnTo>
                      <a:pt x="900" y="666"/>
                    </a:lnTo>
                    <a:lnTo>
                      <a:pt x="901" y="666"/>
                    </a:lnTo>
                    <a:lnTo>
                      <a:pt x="903" y="666"/>
                    </a:lnTo>
                    <a:lnTo>
                      <a:pt x="904" y="666"/>
                    </a:lnTo>
                    <a:lnTo>
                      <a:pt x="905" y="666"/>
                    </a:lnTo>
                    <a:lnTo>
                      <a:pt x="907" y="666"/>
                    </a:lnTo>
                    <a:lnTo>
                      <a:pt x="908" y="666"/>
                    </a:lnTo>
                    <a:lnTo>
                      <a:pt x="909" y="666"/>
                    </a:lnTo>
                    <a:lnTo>
                      <a:pt x="911" y="665"/>
                    </a:lnTo>
                    <a:lnTo>
                      <a:pt x="912" y="665"/>
                    </a:lnTo>
                    <a:lnTo>
                      <a:pt x="913" y="665"/>
                    </a:lnTo>
                    <a:lnTo>
                      <a:pt x="915" y="665"/>
                    </a:lnTo>
                    <a:lnTo>
                      <a:pt x="916" y="665"/>
                    </a:lnTo>
                    <a:lnTo>
                      <a:pt x="917" y="665"/>
                    </a:lnTo>
                    <a:lnTo>
                      <a:pt x="919" y="665"/>
                    </a:lnTo>
                    <a:lnTo>
                      <a:pt x="920" y="665"/>
                    </a:lnTo>
                    <a:lnTo>
                      <a:pt x="921" y="665"/>
                    </a:lnTo>
                    <a:lnTo>
                      <a:pt x="923" y="665"/>
                    </a:lnTo>
                    <a:lnTo>
                      <a:pt x="924" y="664"/>
                    </a:lnTo>
                    <a:lnTo>
                      <a:pt x="926" y="664"/>
                    </a:lnTo>
                    <a:lnTo>
                      <a:pt x="927" y="664"/>
                    </a:lnTo>
                    <a:lnTo>
                      <a:pt x="928" y="664"/>
                    </a:lnTo>
                    <a:lnTo>
                      <a:pt x="930" y="664"/>
                    </a:lnTo>
                    <a:lnTo>
                      <a:pt x="931" y="664"/>
                    </a:lnTo>
                    <a:lnTo>
                      <a:pt x="932" y="664"/>
                    </a:lnTo>
                    <a:lnTo>
                      <a:pt x="934" y="664"/>
                    </a:lnTo>
                    <a:lnTo>
                      <a:pt x="935" y="664"/>
                    </a:lnTo>
                    <a:lnTo>
                      <a:pt x="936" y="663"/>
                    </a:lnTo>
                    <a:lnTo>
                      <a:pt x="938" y="663"/>
                    </a:lnTo>
                    <a:lnTo>
                      <a:pt x="939" y="663"/>
                    </a:lnTo>
                    <a:lnTo>
                      <a:pt x="940" y="663"/>
                    </a:lnTo>
                    <a:lnTo>
                      <a:pt x="942" y="663"/>
                    </a:lnTo>
                    <a:lnTo>
                      <a:pt x="943" y="663"/>
                    </a:lnTo>
                    <a:lnTo>
                      <a:pt x="944" y="663"/>
                    </a:lnTo>
                    <a:lnTo>
                      <a:pt x="946" y="663"/>
                    </a:lnTo>
                    <a:lnTo>
                      <a:pt x="947" y="662"/>
                    </a:lnTo>
                    <a:lnTo>
                      <a:pt x="948" y="662"/>
                    </a:lnTo>
                    <a:lnTo>
                      <a:pt x="950" y="662"/>
                    </a:lnTo>
                    <a:lnTo>
                      <a:pt x="951" y="662"/>
                    </a:lnTo>
                    <a:lnTo>
                      <a:pt x="952" y="662"/>
                    </a:lnTo>
                    <a:lnTo>
                      <a:pt x="954" y="662"/>
                    </a:lnTo>
                    <a:lnTo>
                      <a:pt x="955" y="662"/>
                    </a:lnTo>
                    <a:lnTo>
                      <a:pt x="956" y="662"/>
                    </a:lnTo>
                    <a:lnTo>
                      <a:pt x="958" y="662"/>
                    </a:lnTo>
                    <a:lnTo>
                      <a:pt x="959" y="661"/>
                    </a:lnTo>
                    <a:lnTo>
                      <a:pt x="961" y="661"/>
                    </a:lnTo>
                    <a:lnTo>
                      <a:pt x="962" y="661"/>
                    </a:lnTo>
                    <a:lnTo>
                      <a:pt x="963" y="661"/>
                    </a:lnTo>
                    <a:lnTo>
                      <a:pt x="965" y="661"/>
                    </a:lnTo>
                    <a:lnTo>
                      <a:pt x="966" y="661"/>
                    </a:lnTo>
                    <a:lnTo>
                      <a:pt x="967" y="661"/>
                    </a:lnTo>
                    <a:lnTo>
                      <a:pt x="969" y="661"/>
                    </a:lnTo>
                    <a:lnTo>
                      <a:pt x="970" y="661"/>
                    </a:lnTo>
                    <a:lnTo>
                      <a:pt x="971" y="660"/>
                    </a:lnTo>
                    <a:lnTo>
                      <a:pt x="973" y="660"/>
                    </a:lnTo>
                    <a:lnTo>
                      <a:pt x="974" y="660"/>
                    </a:lnTo>
                    <a:lnTo>
                      <a:pt x="975" y="660"/>
                    </a:lnTo>
                    <a:lnTo>
                      <a:pt x="977" y="660"/>
                    </a:lnTo>
                    <a:lnTo>
                      <a:pt x="978" y="660"/>
                    </a:lnTo>
                    <a:lnTo>
                      <a:pt x="979" y="660"/>
                    </a:lnTo>
                    <a:lnTo>
                      <a:pt x="981" y="660"/>
                    </a:lnTo>
                    <a:lnTo>
                      <a:pt x="982" y="660"/>
                    </a:lnTo>
                    <a:lnTo>
                      <a:pt x="983" y="660"/>
                    </a:lnTo>
                    <a:lnTo>
                      <a:pt x="985" y="659"/>
                    </a:lnTo>
                    <a:lnTo>
                      <a:pt x="986" y="659"/>
                    </a:lnTo>
                    <a:lnTo>
                      <a:pt x="987" y="659"/>
                    </a:lnTo>
                    <a:lnTo>
                      <a:pt x="989" y="659"/>
                    </a:lnTo>
                    <a:lnTo>
                      <a:pt x="990" y="659"/>
                    </a:lnTo>
                    <a:lnTo>
                      <a:pt x="991" y="659"/>
                    </a:lnTo>
                    <a:lnTo>
                      <a:pt x="993" y="659"/>
                    </a:lnTo>
                    <a:lnTo>
                      <a:pt x="994" y="659"/>
                    </a:lnTo>
                    <a:lnTo>
                      <a:pt x="996" y="659"/>
                    </a:lnTo>
                    <a:lnTo>
                      <a:pt x="997" y="659"/>
                    </a:lnTo>
                    <a:lnTo>
                      <a:pt x="998" y="658"/>
                    </a:lnTo>
                    <a:lnTo>
                      <a:pt x="1000" y="658"/>
                    </a:lnTo>
                    <a:lnTo>
                      <a:pt x="1001" y="658"/>
                    </a:lnTo>
                    <a:lnTo>
                      <a:pt x="1002" y="658"/>
                    </a:lnTo>
                    <a:lnTo>
                      <a:pt x="1004" y="658"/>
                    </a:lnTo>
                    <a:lnTo>
                      <a:pt x="1005" y="658"/>
                    </a:lnTo>
                    <a:lnTo>
                      <a:pt x="1006" y="658"/>
                    </a:lnTo>
                    <a:lnTo>
                      <a:pt x="1008" y="658"/>
                    </a:lnTo>
                    <a:lnTo>
                      <a:pt x="1009" y="658"/>
                    </a:lnTo>
                    <a:lnTo>
                      <a:pt x="1010" y="658"/>
                    </a:lnTo>
                    <a:lnTo>
                      <a:pt x="1012" y="657"/>
                    </a:lnTo>
                    <a:lnTo>
                      <a:pt x="1013" y="657"/>
                    </a:lnTo>
                    <a:lnTo>
                      <a:pt x="1014" y="657"/>
                    </a:lnTo>
                    <a:lnTo>
                      <a:pt x="1016" y="657"/>
                    </a:lnTo>
                    <a:lnTo>
                      <a:pt x="1017" y="657"/>
                    </a:lnTo>
                    <a:lnTo>
                      <a:pt x="1018" y="657"/>
                    </a:lnTo>
                    <a:lnTo>
                      <a:pt x="1020" y="657"/>
                    </a:lnTo>
                    <a:lnTo>
                      <a:pt x="1021" y="657"/>
                    </a:lnTo>
                    <a:lnTo>
                      <a:pt x="1022" y="657"/>
                    </a:lnTo>
                    <a:lnTo>
                      <a:pt x="1024" y="657"/>
                    </a:lnTo>
                    <a:lnTo>
                      <a:pt x="1025" y="657"/>
                    </a:lnTo>
                    <a:lnTo>
                      <a:pt x="1026" y="656"/>
                    </a:lnTo>
                    <a:lnTo>
                      <a:pt x="1028" y="656"/>
                    </a:lnTo>
                    <a:lnTo>
                      <a:pt x="1029" y="656"/>
                    </a:lnTo>
                    <a:lnTo>
                      <a:pt x="1031" y="656"/>
                    </a:lnTo>
                    <a:lnTo>
                      <a:pt x="1032" y="656"/>
                    </a:lnTo>
                    <a:lnTo>
                      <a:pt x="1033" y="656"/>
                    </a:lnTo>
                    <a:lnTo>
                      <a:pt x="1035" y="656"/>
                    </a:lnTo>
                    <a:lnTo>
                      <a:pt x="1036" y="656"/>
                    </a:lnTo>
                    <a:lnTo>
                      <a:pt x="1037" y="656"/>
                    </a:lnTo>
                    <a:lnTo>
                      <a:pt x="1039" y="656"/>
                    </a:lnTo>
                    <a:lnTo>
                      <a:pt x="1040" y="656"/>
                    </a:lnTo>
                    <a:lnTo>
                      <a:pt x="1041" y="656"/>
                    </a:lnTo>
                    <a:lnTo>
                      <a:pt x="1043" y="655"/>
                    </a:lnTo>
                    <a:lnTo>
                      <a:pt x="1044" y="655"/>
                    </a:lnTo>
                    <a:lnTo>
                      <a:pt x="1045" y="655"/>
                    </a:lnTo>
                    <a:lnTo>
                      <a:pt x="1047" y="655"/>
                    </a:lnTo>
                    <a:lnTo>
                      <a:pt x="1048" y="655"/>
                    </a:lnTo>
                    <a:lnTo>
                      <a:pt x="1049" y="655"/>
                    </a:lnTo>
                    <a:lnTo>
                      <a:pt x="1051" y="655"/>
                    </a:lnTo>
                    <a:lnTo>
                      <a:pt x="1052" y="655"/>
                    </a:lnTo>
                    <a:lnTo>
                      <a:pt x="1053" y="655"/>
                    </a:lnTo>
                    <a:lnTo>
                      <a:pt x="1055" y="655"/>
                    </a:lnTo>
                    <a:lnTo>
                      <a:pt x="1056" y="654"/>
                    </a:lnTo>
                    <a:lnTo>
                      <a:pt x="1057" y="654"/>
                    </a:lnTo>
                    <a:lnTo>
                      <a:pt x="1059" y="654"/>
                    </a:lnTo>
                    <a:lnTo>
                      <a:pt x="1060" y="654"/>
                    </a:lnTo>
                    <a:lnTo>
                      <a:pt x="1061" y="654"/>
                    </a:lnTo>
                    <a:lnTo>
                      <a:pt x="1063" y="654"/>
                    </a:lnTo>
                    <a:lnTo>
                      <a:pt x="1064" y="654"/>
                    </a:lnTo>
                    <a:lnTo>
                      <a:pt x="1065" y="654"/>
                    </a:lnTo>
                    <a:lnTo>
                      <a:pt x="1067" y="654"/>
                    </a:lnTo>
                    <a:lnTo>
                      <a:pt x="1068" y="654"/>
                    </a:lnTo>
                    <a:lnTo>
                      <a:pt x="1070" y="654"/>
                    </a:lnTo>
                    <a:lnTo>
                      <a:pt x="1071" y="654"/>
                    </a:lnTo>
                    <a:lnTo>
                      <a:pt x="1072" y="653"/>
                    </a:lnTo>
                    <a:lnTo>
                      <a:pt x="1074" y="653"/>
                    </a:lnTo>
                    <a:lnTo>
                      <a:pt x="1075" y="653"/>
                    </a:lnTo>
                    <a:lnTo>
                      <a:pt x="1076" y="653"/>
                    </a:lnTo>
                    <a:lnTo>
                      <a:pt x="1078" y="653"/>
                    </a:lnTo>
                    <a:lnTo>
                      <a:pt x="1079" y="653"/>
                    </a:lnTo>
                    <a:lnTo>
                      <a:pt x="1080" y="653"/>
                    </a:lnTo>
                    <a:lnTo>
                      <a:pt x="1082" y="653"/>
                    </a:lnTo>
                    <a:lnTo>
                      <a:pt x="1083" y="653"/>
                    </a:lnTo>
                    <a:lnTo>
                      <a:pt x="1084" y="653"/>
                    </a:lnTo>
                    <a:lnTo>
                      <a:pt x="1086" y="652"/>
                    </a:lnTo>
                    <a:lnTo>
                      <a:pt x="1087" y="652"/>
                    </a:lnTo>
                    <a:lnTo>
                      <a:pt x="1088" y="652"/>
                    </a:lnTo>
                    <a:lnTo>
                      <a:pt x="1090" y="652"/>
                    </a:lnTo>
                    <a:lnTo>
                      <a:pt x="1091" y="652"/>
                    </a:lnTo>
                    <a:lnTo>
                      <a:pt x="1092" y="652"/>
                    </a:lnTo>
                    <a:lnTo>
                      <a:pt x="1094" y="652"/>
                    </a:lnTo>
                    <a:lnTo>
                      <a:pt x="1095" y="652"/>
                    </a:lnTo>
                    <a:lnTo>
                      <a:pt x="1096" y="652"/>
                    </a:lnTo>
                    <a:lnTo>
                      <a:pt x="1098" y="652"/>
                    </a:lnTo>
                    <a:lnTo>
                      <a:pt x="1099" y="652"/>
                    </a:lnTo>
                    <a:lnTo>
                      <a:pt x="1100" y="652"/>
                    </a:lnTo>
                    <a:lnTo>
                      <a:pt x="1102" y="651"/>
                    </a:lnTo>
                    <a:lnTo>
                      <a:pt x="1103" y="651"/>
                    </a:lnTo>
                    <a:lnTo>
                      <a:pt x="1105" y="651"/>
                    </a:lnTo>
                    <a:lnTo>
                      <a:pt x="1106" y="651"/>
                    </a:lnTo>
                    <a:lnTo>
                      <a:pt x="1107" y="651"/>
                    </a:lnTo>
                    <a:lnTo>
                      <a:pt x="1109" y="651"/>
                    </a:lnTo>
                    <a:lnTo>
                      <a:pt x="1110" y="651"/>
                    </a:lnTo>
                    <a:lnTo>
                      <a:pt x="1111" y="651"/>
                    </a:lnTo>
                    <a:lnTo>
                      <a:pt x="1113" y="651"/>
                    </a:lnTo>
                    <a:lnTo>
                      <a:pt x="1114" y="651"/>
                    </a:lnTo>
                    <a:lnTo>
                      <a:pt x="1115" y="651"/>
                    </a:lnTo>
                    <a:lnTo>
                      <a:pt x="1117" y="651"/>
                    </a:lnTo>
                    <a:lnTo>
                      <a:pt x="1118" y="651"/>
                    </a:lnTo>
                    <a:lnTo>
                      <a:pt x="1119" y="651"/>
                    </a:lnTo>
                    <a:lnTo>
                      <a:pt x="1121" y="651"/>
                    </a:lnTo>
                    <a:lnTo>
                      <a:pt x="1122" y="650"/>
                    </a:lnTo>
                    <a:lnTo>
                      <a:pt x="1123" y="650"/>
                    </a:lnTo>
                    <a:lnTo>
                      <a:pt x="1125" y="650"/>
                    </a:lnTo>
                    <a:lnTo>
                      <a:pt x="1126" y="650"/>
                    </a:lnTo>
                    <a:lnTo>
                      <a:pt x="1127" y="650"/>
                    </a:lnTo>
                    <a:lnTo>
                      <a:pt x="1129" y="650"/>
                    </a:lnTo>
                    <a:lnTo>
                      <a:pt x="1130" y="650"/>
                    </a:lnTo>
                    <a:lnTo>
                      <a:pt x="1131" y="650"/>
                    </a:lnTo>
                    <a:lnTo>
                      <a:pt x="1133" y="650"/>
                    </a:lnTo>
                    <a:lnTo>
                      <a:pt x="1134" y="650"/>
                    </a:lnTo>
                    <a:lnTo>
                      <a:pt x="1135" y="649"/>
                    </a:lnTo>
                    <a:lnTo>
                      <a:pt x="1137" y="649"/>
                    </a:lnTo>
                    <a:lnTo>
                      <a:pt x="1138" y="649"/>
                    </a:lnTo>
                    <a:lnTo>
                      <a:pt x="1140" y="649"/>
                    </a:lnTo>
                    <a:lnTo>
                      <a:pt x="1141" y="649"/>
                    </a:lnTo>
                    <a:lnTo>
                      <a:pt x="1142" y="649"/>
                    </a:lnTo>
                    <a:lnTo>
                      <a:pt x="1144" y="649"/>
                    </a:lnTo>
                    <a:lnTo>
                      <a:pt x="1145" y="649"/>
                    </a:lnTo>
                    <a:lnTo>
                      <a:pt x="1146" y="649"/>
                    </a:lnTo>
                    <a:lnTo>
                      <a:pt x="1148" y="649"/>
                    </a:lnTo>
                    <a:lnTo>
                      <a:pt x="1149" y="649"/>
                    </a:lnTo>
                    <a:lnTo>
                      <a:pt x="1150" y="649"/>
                    </a:lnTo>
                    <a:lnTo>
                      <a:pt x="1152" y="649"/>
                    </a:lnTo>
                    <a:lnTo>
                      <a:pt x="1153" y="649"/>
                    </a:lnTo>
                    <a:lnTo>
                      <a:pt x="1154" y="648"/>
                    </a:lnTo>
                    <a:lnTo>
                      <a:pt x="1156" y="648"/>
                    </a:lnTo>
                    <a:lnTo>
                      <a:pt x="1157" y="648"/>
                    </a:lnTo>
                    <a:lnTo>
                      <a:pt x="1158" y="648"/>
                    </a:lnTo>
                    <a:lnTo>
                      <a:pt x="1160" y="648"/>
                    </a:lnTo>
                    <a:lnTo>
                      <a:pt x="1161" y="648"/>
                    </a:lnTo>
                    <a:lnTo>
                      <a:pt x="1162" y="648"/>
                    </a:lnTo>
                    <a:lnTo>
                      <a:pt x="1164" y="648"/>
                    </a:lnTo>
                    <a:lnTo>
                      <a:pt x="1165" y="648"/>
                    </a:lnTo>
                    <a:lnTo>
                      <a:pt x="1166" y="648"/>
                    </a:lnTo>
                    <a:lnTo>
                      <a:pt x="1168" y="648"/>
                    </a:lnTo>
                    <a:lnTo>
                      <a:pt x="1169" y="648"/>
                    </a:lnTo>
                    <a:lnTo>
                      <a:pt x="1170" y="648"/>
                    </a:lnTo>
                    <a:lnTo>
                      <a:pt x="1172" y="647"/>
                    </a:lnTo>
                    <a:lnTo>
                      <a:pt x="1173" y="647"/>
                    </a:lnTo>
                    <a:lnTo>
                      <a:pt x="1175" y="647"/>
                    </a:lnTo>
                    <a:lnTo>
                      <a:pt x="1176" y="647"/>
                    </a:lnTo>
                    <a:lnTo>
                      <a:pt x="1177" y="647"/>
                    </a:lnTo>
                    <a:lnTo>
                      <a:pt x="1179" y="647"/>
                    </a:lnTo>
                    <a:lnTo>
                      <a:pt x="1180" y="647"/>
                    </a:lnTo>
                    <a:lnTo>
                      <a:pt x="1181" y="647"/>
                    </a:lnTo>
                    <a:lnTo>
                      <a:pt x="1183" y="647"/>
                    </a:lnTo>
                    <a:lnTo>
                      <a:pt x="1184" y="647"/>
                    </a:lnTo>
                    <a:lnTo>
                      <a:pt x="1185" y="647"/>
                    </a:lnTo>
                    <a:lnTo>
                      <a:pt x="1187" y="647"/>
                    </a:lnTo>
                    <a:lnTo>
                      <a:pt x="1188" y="646"/>
                    </a:lnTo>
                    <a:lnTo>
                      <a:pt x="1189" y="646"/>
                    </a:lnTo>
                    <a:lnTo>
                      <a:pt x="1191" y="646"/>
                    </a:lnTo>
                    <a:lnTo>
                      <a:pt x="1192" y="646"/>
                    </a:lnTo>
                    <a:lnTo>
                      <a:pt x="1193" y="646"/>
                    </a:lnTo>
                    <a:lnTo>
                      <a:pt x="1195" y="646"/>
                    </a:lnTo>
                    <a:lnTo>
                      <a:pt x="1196" y="646"/>
                    </a:lnTo>
                    <a:lnTo>
                      <a:pt x="1197" y="646"/>
                    </a:lnTo>
                    <a:lnTo>
                      <a:pt x="1199" y="646"/>
                    </a:lnTo>
                    <a:lnTo>
                      <a:pt x="1200" y="646"/>
                    </a:lnTo>
                    <a:lnTo>
                      <a:pt x="1201" y="646"/>
                    </a:lnTo>
                    <a:lnTo>
                      <a:pt x="1203" y="646"/>
                    </a:lnTo>
                    <a:lnTo>
                      <a:pt x="1204" y="645"/>
                    </a:lnTo>
                    <a:lnTo>
                      <a:pt x="1205" y="645"/>
                    </a:lnTo>
                    <a:lnTo>
                      <a:pt x="1207" y="645"/>
                    </a:lnTo>
                    <a:lnTo>
                      <a:pt x="1208" y="645"/>
                    </a:lnTo>
                    <a:lnTo>
                      <a:pt x="1209" y="645"/>
                    </a:lnTo>
                    <a:lnTo>
                      <a:pt x="1211" y="645"/>
                    </a:lnTo>
                    <a:lnTo>
                      <a:pt x="1212" y="645"/>
                    </a:lnTo>
                    <a:lnTo>
                      <a:pt x="1214" y="645"/>
                    </a:lnTo>
                    <a:lnTo>
                      <a:pt x="1215" y="645"/>
                    </a:lnTo>
                    <a:lnTo>
                      <a:pt x="1216" y="645"/>
                    </a:lnTo>
                    <a:lnTo>
                      <a:pt x="1218" y="645"/>
                    </a:lnTo>
                    <a:lnTo>
                      <a:pt x="1219" y="645"/>
                    </a:lnTo>
                    <a:lnTo>
                      <a:pt x="1220" y="645"/>
                    </a:lnTo>
                    <a:lnTo>
                      <a:pt x="1222" y="645"/>
                    </a:lnTo>
                    <a:lnTo>
                      <a:pt x="1223" y="645"/>
                    </a:lnTo>
                    <a:lnTo>
                      <a:pt x="1224" y="645"/>
                    </a:lnTo>
                    <a:lnTo>
                      <a:pt x="1226" y="645"/>
                    </a:lnTo>
                    <a:lnTo>
                      <a:pt x="1227" y="644"/>
                    </a:lnTo>
                    <a:lnTo>
                      <a:pt x="1228" y="644"/>
                    </a:lnTo>
                    <a:lnTo>
                      <a:pt x="1230" y="644"/>
                    </a:lnTo>
                    <a:lnTo>
                      <a:pt x="1231" y="644"/>
                    </a:lnTo>
                    <a:lnTo>
                      <a:pt x="1232" y="644"/>
                    </a:lnTo>
                    <a:lnTo>
                      <a:pt x="1234" y="644"/>
                    </a:lnTo>
                    <a:lnTo>
                      <a:pt x="1235" y="644"/>
                    </a:lnTo>
                    <a:lnTo>
                      <a:pt x="1236" y="644"/>
                    </a:lnTo>
                    <a:lnTo>
                      <a:pt x="1238" y="644"/>
                    </a:lnTo>
                    <a:lnTo>
                      <a:pt x="1239" y="644"/>
                    </a:lnTo>
                    <a:lnTo>
                      <a:pt x="1240" y="644"/>
                    </a:lnTo>
                    <a:lnTo>
                      <a:pt x="1242" y="644"/>
                    </a:lnTo>
                    <a:lnTo>
                      <a:pt x="1243" y="644"/>
                    </a:lnTo>
                    <a:lnTo>
                      <a:pt x="1244" y="643"/>
                    </a:lnTo>
                    <a:lnTo>
                      <a:pt x="1246" y="643"/>
                    </a:lnTo>
                    <a:lnTo>
                      <a:pt x="1247" y="643"/>
                    </a:lnTo>
                    <a:lnTo>
                      <a:pt x="1249" y="643"/>
                    </a:lnTo>
                    <a:lnTo>
                      <a:pt x="1250" y="643"/>
                    </a:lnTo>
                    <a:lnTo>
                      <a:pt x="1251" y="643"/>
                    </a:lnTo>
                    <a:lnTo>
                      <a:pt x="1253" y="643"/>
                    </a:lnTo>
                    <a:lnTo>
                      <a:pt x="1254" y="643"/>
                    </a:lnTo>
                    <a:lnTo>
                      <a:pt x="1255" y="643"/>
                    </a:lnTo>
                    <a:lnTo>
                      <a:pt x="1257" y="643"/>
                    </a:lnTo>
                    <a:lnTo>
                      <a:pt x="1258" y="643"/>
                    </a:lnTo>
                    <a:lnTo>
                      <a:pt x="1259" y="643"/>
                    </a:lnTo>
                    <a:lnTo>
                      <a:pt x="1261" y="643"/>
                    </a:lnTo>
                    <a:lnTo>
                      <a:pt x="1262" y="642"/>
                    </a:lnTo>
                    <a:lnTo>
                      <a:pt x="1263" y="642"/>
                    </a:lnTo>
                    <a:lnTo>
                      <a:pt x="1265" y="642"/>
                    </a:lnTo>
                    <a:lnTo>
                      <a:pt x="1266" y="642"/>
                    </a:lnTo>
                    <a:lnTo>
                      <a:pt x="1267" y="642"/>
                    </a:lnTo>
                    <a:lnTo>
                      <a:pt x="1269" y="642"/>
                    </a:lnTo>
                    <a:lnTo>
                      <a:pt x="1270" y="642"/>
                    </a:lnTo>
                    <a:lnTo>
                      <a:pt x="1271" y="642"/>
                    </a:lnTo>
                    <a:lnTo>
                      <a:pt x="1273" y="642"/>
                    </a:lnTo>
                    <a:lnTo>
                      <a:pt x="1274" y="642"/>
                    </a:lnTo>
                    <a:lnTo>
                      <a:pt x="1275" y="642"/>
                    </a:lnTo>
                    <a:lnTo>
                      <a:pt x="1277" y="642"/>
                    </a:lnTo>
                    <a:lnTo>
                      <a:pt x="1278" y="642"/>
                    </a:lnTo>
                    <a:lnTo>
                      <a:pt x="1279" y="642"/>
                    </a:lnTo>
                    <a:lnTo>
                      <a:pt x="1281" y="642"/>
                    </a:lnTo>
                    <a:lnTo>
                      <a:pt x="1282" y="641"/>
                    </a:lnTo>
                    <a:lnTo>
                      <a:pt x="1284" y="641"/>
                    </a:lnTo>
                    <a:lnTo>
                      <a:pt x="1285" y="641"/>
                    </a:lnTo>
                    <a:lnTo>
                      <a:pt x="1286" y="641"/>
                    </a:lnTo>
                    <a:lnTo>
                      <a:pt x="1288" y="641"/>
                    </a:lnTo>
                    <a:lnTo>
                      <a:pt x="1289" y="641"/>
                    </a:lnTo>
                    <a:lnTo>
                      <a:pt x="1290" y="641"/>
                    </a:lnTo>
                    <a:lnTo>
                      <a:pt x="1292" y="641"/>
                    </a:lnTo>
                    <a:lnTo>
                      <a:pt x="1293" y="641"/>
                    </a:lnTo>
                    <a:lnTo>
                      <a:pt x="1294" y="641"/>
                    </a:lnTo>
                    <a:lnTo>
                      <a:pt x="1296" y="641"/>
                    </a:lnTo>
                    <a:lnTo>
                      <a:pt x="1297" y="641"/>
                    </a:lnTo>
                    <a:lnTo>
                      <a:pt x="1298" y="641"/>
                    </a:lnTo>
                    <a:lnTo>
                      <a:pt x="1300" y="641"/>
                    </a:lnTo>
                    <a:lnTo>
                      <a:pt x="1301" y="641"/>
                    </a:lnTo>
                    <a:lnTo>
                      <a:pt x="1302" y="641"/>
                    </a:lnTo>
                    <a:lnTo>
                      <a:pt x="1304" y="641"/>
                    </a:lnTo>
                    <a:lnTo>
                      <a:pt x="1305" y="641"/>
                    </a:lnTo>
                    <a:lnTo>
                      <a:pt x="1306" y="640"/>
                    </a:lnTo>
                    <a:lnTo>
                      <a:pt x="1308" y="640"/>
                    </a:lnTo>
                    <a:lnTo>
                      <a:pt x="1309" y="640"/>
                    </a:lnTo>
                    <a:lnTo>
                      <a:pt x="1310" y="640"/>
                    </a:lnTo>
                    <a:lnTo>
                      <a:pt x="1312" y="640"/>
                    </a:lnTo>
                    <a:lnTo>
                      <a:pt x="1313" y="640"/>
                    </a:lnTo>
                    <a:lnTo>
                      <a:pt x="1314" y="640"/>
                    </a:lnTo>
                    <a:lnTo>
                      <a:pt x="1316" y="640"/>
                    </a:lnTo>
                    <a:lnTo>
                      <a:pt x="1317" y="640"/>
                    </a:lnTo>
                    <a:lnTo>
                      <a:pt x="1319" y="640"/>
                    </a:lnTo>
                    <a:lnTo>
                      <a:pt x="1320" y="640"/>
                    </a:lnTo>
                    <a:lnTo>
                      <a:pt x="1321" y="640"/>
                    </a:lnTo>
                    <a:lnTo>
                      <a:pt x="1323" y="640"/>
                    </a:lnTo>
                    <a:lnTo>
                      <a:pt x="1324" y="640"/>
                    </a:lnTo>
                    <a:lnTo>
                      <a:pt x="1325" y="639"/>
                    </a:lnTo>
                    <a:lnTo>
                      <a:pt x="1327" y="639"/>
                    </a:lnTo>
                    <a:lnTo>
                      <a:pt x="1328" y="639"/>
                    </a:lnTo>
                    <a:lnTo>
                      <a:pt x="1329" y="639"/>
                    </a:lnTo>
                    <a:lnTo>
                      <a:pt x="1331" y="639"/>
                    </a:lnTo>
                    <a:lnTo>
                      <a:pt x="1332" y="639"/>
                    </a:lnTo>
                    <a:lnTo>
                      <a:pt x="1333" y="639"/>
                    </a:lnTo>
                    <a:lnTo>
                      <a:pt x="1335" y="639"/>
                    </a:lnTo>
                    <a:lnTo>
                      <a:pt x="1336" y="639"/>
                    </a:lnTo>
                    <a:lnTo>
                      <a:pt x="1337" y="639"/>
                    </a:lnTo>
                    <a:lnTo>
                      <a:pt x="1339" y="639"/>
                    </a:lnTo>
                    <a:lnTo>
                      <a:pt x="1340" y="639"/>
                    </a:lnTo>
                    <a:lnTo>
                      <a:pt x="1341" y="639"/>
                    </a:lnTo>
                    <a:lnTo>
                      <a:pt x="1343" y="639"/>
                    </a:lnTo>
                    <a:lnTo>
                      <a:pt x="1344" y="639"/>
                    </a:lnTo>
                    <a:lnTo>
                      <a:pt x="1345" y="639"/>
                    </a:lnTo>
                    <a:lnTo>
                      <a:pt x="1347" y="638"/>
                    </a:lnTo>
                    <a:lnTo>
                      <a:pt x="1348" y="638"/>
                    </a:lnTo>
                    <a:lnTo>
                      <a:pt x="1349" y="638"/>
                    </a:lnTo>
                    <a:lnTo>
                      <a:pt x="1351" y="638"/>
                    </a:lnTo>
                    <a:lnTo>
                      <a:pt x="1352" y="638"/>
                    </a:lnTo>
                    <a:lnTo>
                      <a:pt x="1353" y="638"/>
                    </a:lnTo>
                    <a:lnTo>
                      <a:pt x="1355" y="638"/>
                    </a:lnTo>
                    <a:lnTo>
                      <a:pt x="1356" y="638"/>
                    </a:lnTo>
                    <a:lnTo>
                      <a:pt x="1358" y="638"/>
                    </a:lnTo>
                    <a:lnTo>
                      <a:pt x="1359" y="638"/>
                    </a:lnTo>
                    <a:lnTo>
                      <a:pt x="1360" y="638"/>
                    </a:lnTo>
                    <a:lnTo>
                      <a:pt x="1362" y="638"/>
                    </a:lnTo>
                    <a:lnTo>
                      <a:pt x="1363" y="638"/>
                    </a:lnTo>
                    <a:lnTo>
                      <a:pt x="1364" y="638"/>
                    </a:lnTo>
                    <a:lnTo>
                      <a:pt x="1366" y="638"/>
                    </a:lnTo>
                    <a:lnTo>
                      <a:pt x="1367" y="638"/>
                    </a:lnTo>
                    <a:lnTo>
                      <a:pt x="1368" y="637"/>
                    </a:lnTo>
                    <a:lnTo>
                      <a:pt x="1370" y="637"/>
                    </a:lnTo>
                    <a:lnTo>
                      <a:pt x="1371" y="637"/>
                    </a:lnTo>
                    <a:lnTo>
                      <a:pt x="1372" y="637"/>
                    </a:lnTo>
                    <a:lnTo>
                      <a:pt x="1374" y="637"/>
                    </a:lnTo>
                    <a:lnTo>
                      <a:pt x="1375" y="637"/>
                    </a:lnTo>
                    <a:lnTo>
                      <a:pt x="1376" y="637"/>
                    </a:lnTo>
                    <a:lnTo>
                      <a:pt x="1378" y="637"/>
                    </a:lnTo>
                    <a:lnTo>
                      <a:pt x="1379" y="637"/>
                    </a:lnTo>
                    <a:lnTo>
                      <a:pt x="1380" y="637"/>
                    </a:lnTo>
                    <a:lnTo>
                      <a:pt x="1382" y="637"/>
                    </a:lnTo>
                    <a:lnTo>
                      <a:pt x="1383" y="637"/>
                    </a:lnTo>
                    <a:lnTo>
                      <a:pt x="1384" y="637"/>
                    </a:lnTo>
                    <a:lnTo>
                      <a:pt x="1386" y="637"/>
                    </a:lnTo>
                    <a:lnTo>
                      <a:pt x="1387" y="637"/>
                    </a:lnTo>
                    <a:lnTo>
                      <a:pt x="1388" y="636"/>
                    </a:lnTo>
                    <a:lnTo>
                      <a:pt x="1390" y="636"/>
                    </a:lnTo>
                    <a:lnTo>
                      <a:pt x="1391" y="636"/>
                    </a:lnTo>
                    <a:lnTo>
                      <a:pt x="1393" y="636"/>
                    </a:lnTo>
                    <a:lnTo>
                      <a:pt x="1394" y="636"/>
                    </a:lnTo>
                    <a:lnTo>
                      <a:pt x="1395" y="636"/>
                    </a:lnTo>
                    <a:lnTo>
                      <a:pt x="1397" y="636"/>
                    </a:lnTo>
                    <a:lnTo>
                      <a:pt x="1398" y="636"/>
                    </a:lnTo>
                    <a:lnTo>
                      <a:pt x="1399" y="636"/>
                    </a:lnTo>
                    <a:lnTo>
                      <a:pt x="1401" y="636"/>
                    </a:lnTo>
                    <a:lnTo>
                      <a:pt x="1402" y="636"/>
                    </a:lnTo>
                    <a:lnTo>
                      <a:pt x="1403" y="636"/>
                    </a:lnTo>
                    <a:lnTo>
                      <a:pt x="1405" y="636"/>
                    </a:lnTo>
                    <a:lnTo>
                      <a:pt x="1406" y="636"/>
                    </a:lnTo>
                    <a:lnTo>
                      <a:pt x="1407" y="636"/>
                    </a:lnTo>
                    <a:lnTo>
                      <a:pt x="1409" y="635"/>
                    </a:lnTo>
                    <a:lnTo>
                      <a:pt x="1410" y="635"/>
                    </a:lnTo>
                    <a:lnTo>
                      <a:pt x="1411" y="635"/>
                    </a:lnTo>
                    <a:lnTo>
                      <a:pt x="1413" y="635"/>
                    </a:lnTo>
                    <a:lnTo>
                      <a:pt x="1414" y="635"/>
                    </a:lnTo>
                    <a:lnTo>
                      <a:pt x="1415" y="635"/>
                    </a:lnTo>
                    <a:lnTo>
                      <a:pt x="1417" y="635"/>
                    </a:lnTo>
                    <a:lnTo>
                      <a:pt x="1418" y="635"/>
                    </a:lnTo>
                    <a:lnTo>
                      <a:pt x="1419" y="635"/>
                    </a:lnTo>
                    <a:lnTo>
                      <a:pt x="1421" y="635"/>
                    </a:lnTo>
                    <a:lnTo>
                      <a:pt x="1422" y="635"/>
                    </a:lnTo>
                  </a:path>
                </a:pathLst>
              </a:custGeom>
              <a:noFill/>
              <a:ln cap="flat" cmpd="sng" w="25400">
                <a:solidFill>
                  <a:srgbClr val="32CD32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16"/>
              <p:cNvSpPr/>
              <p:nvPr/>
            </p:nvSpPr>
            <p:spPr>
              <a:xfrm flipH="1" rot="10800000">
                <a:off x="6950076" y="2093912"/>
                <a:ext cx="3756025" cy="1028701"/>
              </a:xfrm>
              <a:custGeom>
                <a:rect b="b" l="l" r="r" t="t"/>
                <a:pathLst>
                  <a:path extrusionOk="0" h="467" w="1422">
                    <a:moveTo>
                      <a:pt x="0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10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1" y="0"/>
                    </a:lnTo>
                    <a:lnTo>
                      <a:pt x="32" y="0"/>
                    </a:lnTo>
                    <a:lnTo>
                      <a:pt x="33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7" y="0"/>
                    </a:lnTo>
                    <a:lnTo>
                      <a:pt x="39" y="0"/>
                    </a:lnTo>
                    <a:lnTo>
                      <a:pt x="40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4" y="0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8" y="0"/>
                    </a:lnTo>
                    <a:lnTo>
                      <a:pt x="49" y="0"/>
                    </a:lnTo>
                    <a:lnTo>
                      <a:pt x="51" y="0"/>
                    </a:lnTo>
                    <a:lnTo>
                      <a:pt x="52" y="0"/>
                    </a:lnTo>
                    <a:lnTo>
                      <a:pt x="53" y="0"/>
                    </a:lnTo>
                    <a:lnTo>
                      <a:pt x="55" y="0"/>
                    </a:lnTo>
                    <a:lnTo>
                      <a:pt x="56" y="0"/>
                    </a:lnTo>
                    <a:lnTo>
                      <a:pt x="58" y="0"/>
                    </a:lnTo>
                    <a:lnTo>
                      <a:pt x="59" y="0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7" y="0"/>
                    </a:lnTo>
                    <a:lnTo>
                      <a:pt x="68" y="0"/>
                    </a:lnTo>
                    <a:lnTo>
                      <a:pt x="70" y="0"/>
                    </a:lnTo>
                    <a:lnTo>
                      <a:pt x="71" y="0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5" y="0"/>
                    </a:lnTo>
                    <a:lnTo>
                      <a:pt x="76" y="0"/>
                    </a:lnTo>
                    <a:lnTo>
                      <a:pt x="78" y="0"/>
                    </a:lnTo>
                    <a:lnTo>
                      <a:pt x="79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3" y="0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8" y="0"/>
                    </a:lnTo>
                    <a:lnTo>
                      <a:pt x="90" y="0"/>
                    </a:lnTo>
                    <a:lnTo>
                      <a:pt x="91" y="0"/>
                    </a:lnTo>
                    <a:lnTo>
                      <a:pt x="92" y="0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7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1" y="0"/>
                    </a:lnTo>
                    <a:lnTo>
                      <a:pt x="102" y="0"/>
                    </a:lnTo>
                    <a:lnTo>
                      <a:pt x="103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9" y="0"/>
                    </a:lnTo>
                    <a:lnTo>
                      <a:pt x="110" y="0"/>
                    </a:lnTo>
                    <a:lnTo>
                      <a:pt x="111" y="0"/>
                    </a:lnTo>
                    <a:lnTo>
                      <a:pt x="113" y="0"/>
                    </a:lnTo>
                    <a:lnTo>
                      <a:pt x="114" y="0"/>
                    </a:lnTo>
                    <a:lnTo>
                      <a:pt x="115" y="0"/>
                    </a:lnTo>
                    <a:lnTo>
                      <a:pt x="117" y="18"/>
                    </a:lnTo>
                    <a:lnTo>
                      <a:pt x="118" y="41"/>
                    </a:lnTo>
                    <a:lnTo>
                      <a:pt x="119" y="50"/>
                    </a:lnTo>
                    <a:lnTo>
                      <a:pt x="121" y="59"/>
                    </a:lnTo>
                    <a:lnTo>
                      <a:pt x="122" y="67"/>
                    </a:lnTo>
                    <a:lnTo>
                      <a:pt x="123" y="76"/>
                    </a:lnTo>
                    <a:lnTo>
                      <a:pt x="125" y="84"/>
                    </a:lnTo>
                    <a:lnTo>
                      <a:pt x="126" y="92"/>
                    </a:lnTo>
                    <a:lnTo>
                      <a:pt x="127" y="100"/>
                    </a:lnTo>
                    <a:lnTo>
                      <a:pt x="129" y="108"/>
                    </a:lnTo>
                    <a:lnTo>
                      <a:pt x="130" y="116"/>
                    </a:lnTo>
                    <a:lnTo>
                      <a:pt x="132" y="123"/>
                    </a:lnTo>
                    <a:lnTo>
                      <a:pt x="133" y="131"/>
                    </a:lnTo>
                    <a:lnTo>
                      <a:pt x="134" y="139"/>
                    </a:lnTo>
                    <a:lnTo>
                      <a:pt x="136" y="146"/>
                    </a:lnTo>
                    <a:lnTo>
                      <a:pt x="137" y="153"/>
                    </a:lnTo>
                    <a:lnTo>
                      <a:pt x="138" y="160"/>
                    </a:lnTo>
                    <a:lnTo>
                      <a:pt x="140" y="167"/>
                    </a:lnTo>
                    <a:lnTo>
                      <a:pt x="141" y="174"/>
                    </a:lnTo>
                    <a:lnTo>
                      <a:pt x="142" y="181"/>
                    </a:lnTo>
                    <a:lnTo>
                      <a:pt x="144" y="187"/>
                    </a:lnTo>
                    <a:lnTo>
                      <a:pt x="145" y="194"/>
                    </a:lnTo>
                    <a:lnTo>
                      <a:pt x="146" y="200"/>
                    </a:lnTo>
                    <a:lnTo>
                      <a:pt x="148" y="206"/>
                    </a:lnTo>
                    <a:lnTo>
                      <a:pt x="149" y="212"/>
                    </a:lnTo>
                    <a:lnTo>
                      <a:pt x="150" y="218"/>
                    </a:lnTo>
                    <a:lnTo>
                      <a:pt x="152" y="223"/>
                    </a:lnTo>
                    <a:lnTo>
                      <a:pt x="153" y="229"/>
                    </a:lnTo>
                    <a:lnTo>
                      <a:pt x="154" y="234"/>
                    </a:lnTo>
                    <a:lnTo>
                      <a:pt x="156" y="239"/>
                    </a:lnTo>
                    <a:lnTo>
                      <a:pt x="157" y="244"/>
                    </a:lnTo>
                    <a:lnTo>
                      <a:pt x="158" y="249"/>
                    </a:lnTo>
                    <a:lnTo>
                      <a:pt x="160" y="254"/>
                    </a:lnTo>
                    <a:lnTo>
                      <a:pt x="161" y="258"/>
                    </a:lnTo>
                    <a:lnTo>
                      <a:pt x="162" y="263"/>
                    </a:lnTo>
                    <a:lnTo>
                      <a:pt x="164" y="267"/>
                    </a:lnTo>
                    <a:lnTo>
                      <a:pt x="165" y="271"/>
                    </a:lnTo>
                    <a:lnTo>
                      <a:pt x="167" y="275"/>
                    </a:lnTo>
                    <a:lnTo>
                      <a:pt x="168" y="279"/>
                    </a:lnTo>
                    <a:lnTo>
                      <a:pt x="169" y="282"/>
                    </a:lnTo>
                    <a:lnTo>
                      <a:pt x="171" y="286"/>
                    </a:lnTo>
                    <a:lnTo>
                      <a:pt x="172" y="289"/>
                    </a:lnTo>
                    <a:lnTo>
                      <a:pt x="173" y="292"/>
                    </a:lnTo>
                    <a:lnTo>
                      <a:pt x="175" y="295"/>
                    </a:lnTo>
                    <a:lnTo>
                      <a:pt x="176" y="298"/>
                    </a:lnTo>
                    <a:lnTo>
                      <a:pt x="177" y="301"/>
                    </a:lnTo>
                    <a:lnTo>
                      <a:pt x="179" y="304"/>
                    </a:lnTo>
                    <a:lnTo>
                      <a:pt x="180" y="307"/>
                    </a:lnTo>
                    <a:lnTo>
                      <a:pt x="181" y="310"/>
                    </a:lnTo>
                    <a:lnTo>
                      <a:pt x="183" y="312"/>
                    </a:lnTo>
                    <a:lnTo>
                      <a:pt x="184" y="315"/>
                    </a:lnTo>
                    <a:lnTo>
                      <a:pt x="185" y="317"/>
                    </a:lnTo>
                    <a:lnTo>
                      <a:pt x="187" y="320"/>
                    </a:lnTo>
                    <a:lnTo>
                      <a:pt x="188" y="322"/>
                    </a:lnTo>
                    <a:lnTo>
                      <a:pt x="189" y="325"/>
                    </a:lnTo>
                    <a:lnTo>
                      <a:pt x="191" y="327"/>
                    </a:lnTo>
                    <a:lnTo>
                      <a:pt x="192" y="329"/>
                    </a:lnTo>
                    <a:lnTo>
                      <a:pt x="193" y="332"/>
                    </a:lnTo>
                    <a:lnTo>
                      <a:pt x="195" y="334"/>
                    </a:lnTo>
                    <a:lnTo>
                      <a:pt x="196" y="336"/>
                    </a:lnTo>
                    <a:lnTo>
                      <a:pt x="197" y="339"/>
                    </a:lnTo>
                    <a:lnTo>
                      <a:pt x="199" y="341"/>
                    </a:lnTo>
                    <a:lnTo>
                      <a:pt x="200" y="343"/>
                    </a:lnTo>
                    <a:lnTo>
                      <a:pt x="202" y="345"/>
                    </a:lnTo>
                    <a:lnTo>
                      <a:pt x="203" y="347"/>
                    </a:lnTo>
                    <a:lnTo>
                      <a:pt x="204" y="350"/>
                    </a:lnTo>
                    <a:lnTo>
                      <a:pt x="206" y="352"/>
                    </a:lnTo>
                    <a:lnTo>
                      <a:pt x="207" y="354"/>
                    </a:lnTo>
                    <a:lnTo>
                      <a:pt x="208" y="356"/>
                    </a:lnTo>
                    <a:lnTo>
                      <a:pt x="210" y="358"/>
                    </a:lnTo>
                    <a:lnTo>
                      <a:pt x="211" y="360"/>
                    </a:lnTo>
                    <a:lnTo>
                      <a:pt x="212" y="362"/>
                    </a:lnTo>
                    <a:lnTo>
                      <a:pt x="214" y="365"/>
                    </a:lnTo>
                    <a:lnTo>
                      <a:pt x="215" y="367"/>
                    </a:lnTo>
                    <a:lnTo>
                      <a:pt x="216" y="369"/>
                    </a:lnTo>
                    <a:lnTo>
                      <a:pt x="218" y="371"/>
                    </a:lnTo>
                    <a:lnTo>
                      <a:pt x="219" y="373"/>
                    </a:lnTo>
                    <a:lnTo>
                      <a:pt x="220" y="375"/>
                    </a:lnTo>
                    <a:lnTo>
                      <a:pt x="222" y="377"/>
                    </a:lnTo>
                    <a:lnTo>
                      <a:pt x="223" y="379"/>
                    </a:lnTo>
                    <a:lnTo>
                      <a:pt x="224" y="381"/>
                    </a:lnTo>
                    <a:lnTo>
                      <a:pt x="226" y="383"/>
                    </a:lnTo>
                    <a:lnTo>
                      <a:pt x="227" y="385"/>
                    </a:lnTo>
                    <a:lnTo>
                      <a:pt x="228" y="386"/>
                    </a:lnTo>
                    <a:lnTo>
                      <a:pt x="230" y="388"/>
                    </a:lnTo>
                    <a:lnTo>
                      <a:pt x="231" y="390"/>
                    </a:lnTo>
                    <a:lnTo>
                      <a:pt x="232" y="392"/>
                    </a:lnTo>
                    <a:lnTo>
                      <a:pt x="234" y="394"/>
                    </a:lnTo>
                    <a:lnTo>
                      <a:pt x="235" y="396"/>
                    </a:lnTo>
                    <a:lnTo>
                      <a:pt x="236" y="398"/>
                    </a:lnTo>
                    <a:lnTo>
                      <a:pt x="238" y="399"/>
                    </a:lnTo>
                    <a:lnTo>
                      <a:pt x="239" y="401"/>
                    </a:lnTo>
                    <a:lnTo>
                      <a:pt x="241" y="403"/>
                    </a:lnTo>
                    <a:lnTo>
                      <a:pt x="242" y="405"/>
                    </a:lnTo>
                    <a:lnTo>
                      <a:pt x="243" y="407"/>
                    </a:lnTo>
                    <a:lnTo>
                      <a:pt x="245" y="408"/>
                    </a:lnTo>
                    <a:lnTo>
                      <a:pt x="246" y="410"/>
                    </a:lnTo>
                    <a:lnTo>
                      <a:pt x="247" y="412"/>
                    </a:lnTo>
                    <a:lnTo>
                      <a:pt x="249" y="414"/>
                    </a:lnTo>
                    <a:lnTo>
                      <a:pt x="250" y="415"/>
                    </a:lnTo>
                    <a:lnTo>
                      <a:pt x="251" y="417"/>
                    </a:lnTo>
                    <a:lnTo>
                      <a:pt x="253" y="419"/>
                    </a:lnTo>
                    <a:lnTo>
                      <a:pt x="254" y="421"/>
                    </a:lnTo>
                    <a:lnTo>
                      <a:pt x="255" y="422"/>
                    </a:lnTo>
                    <a:lnTo>
                      <a:pt x="257" y="424"/>
                    </a:lnTo>
                    <a:lnTo>
                      <a:pt x="258" y="426"/>
                    </a:lnTo>
                    <a:lnTo>
                      <a:pt x="259" y="427"/>
                    </a:lnTo>
                    <a:lnTo>
                      <a:pt x="261" y="429"/>
                    </a:lnTo>
                    <a:lnTo>
                      <a:pt x="262" y="431"/>
                    </a:lnTo>
                    <a:lnTo>
                      <a:pt x="263" y="432"/>
                    </a:lnTo>
                    <a:lnTo>
                      <a:pt x="265" y="434"/>
                    </a:lnTo>
                    <a:lnTo>
                      <a:pt x="266" y="435"/>
                    </a:lnTo>
                    <a:lnTo>
                      <a:pt x="267" y="437"/>
                    </a:lnTo>
                    <a:lnTo>
                      <a:pt x="269" y="439"/>
                    </a:lnTo>
                    <a:lnTo>
                      <a:pt x="270" y="440"/>
                    </a:lnTo>
                    <a:lnTo>
                      <a:pt x="271" y="442"/>
                    </a:lnTo>
                    <a:lnTo>
                      <a:pt x="273" y="443"/>
                    </a:lnTo>
                    <a:lnTo>
                      <a:pt x="274" y="444"/>
                    </a:lnTo>
                    <a:lnTo>
                      <a:pt x="276" y="446"/>
                    </a:lnTo>
                    <a:lnTo>
                      <a:pt x="277" y="447"/>
                    </a:lnTo>
                    <a:lnTo>
                      <a:pt x="278" y="448"/>
                    </a:lnTo>
                    <a:lnTo>
                      <a:pt x="280" y="449"/>
                    </a:lnTo>
                    <a:lnTo>
                      <a:pt x="281" y="450"/>
                    </a:lnTo>
                    <a:lnTo>
                      <a:pt x="282" y="451"/>
                    </a:lnTo>
                    <a:lnTo>
                      <a:pt x="284" y="452"/>
                    </a:lnTo>
                    <a:lnTo>
                      <a:pt x="285" y="453"/>
                    </a:lnTo>
                    <a:lnTo>
                      <a:pt x="286" y="454"/>
                    </a:lnTo>
                    <a:lnTo>
                      <a:pt x="288" y="455"/>
                    </a:lnTo>
                    <a:lnTo>
                      <a:pt x="289" y="456"/>
                    </a:lnTo>
                    <a:lnTo>
                      <a:pt x="290" y="457"/>
                    </a:lnTo>
                    <a:lnTo>
                      <a:pt x="292" y="457"/>
                    </a:lnTo>
                    <a:lnTo>
                      <a:pt x="293" y="458"/>
                    </a:lnTo>
                    <a:lnTo>
                      <a:pt x="294" y="459"/>
                    </a:lnTo>
                    <a:lnTo>
                      <a:pt x="296" y="460"/>
                    </a:lnTo>
                    <a:lnTo>
                      <a:pt x="297" y="460"/>
                    </a:lnTo>
                    <a:lnTo>
                      <a:pt x="298" y="461"/>
                    </a:lnTo>
                    <a:lnTo>
                      <a:pt x="300" y="461"/>
                    </a:lnTo>
                    <a:lnTo>
                      <a:pt x="301" y="462"/>
                    </a:lnTo>
                    <a:lnTo>
                      <a:pt x="302" y="463"/>
                    </a:lnTo>
                    <a:lnTo>
                      <a:pt x="304" y="463"/>
                    </a:lnTo>
                    <a:lnTo>
                      <a:pt x="305" y="463"/>
                    </a:lnTo>
                    <a:lnTo>
                      <a:pt x="306" y="464"/>
                    </a:lnTo>
                    <a:lnTo>
                      <a:pt x="308" y="464"/>
                    </a:lnTo>
                    <a:lnTo>
                      <a:pt x="309" y="465"/>
                    </a:lnTo>
                    <a:lnTo>
                      <a:pt x="311" y="465"/>
                    </a:lnTo>
                    <a:lnTo>
                      <a:pt x="312" y="465"/>
                    </a:lnTo>
                    <a:lnTo>
                      <a:pt x="313" y="466"/>
                    </a:lnTo>
                    <a:lnTo>
                      <a:pt x="315" y="466"/>
                    </a:lnTo>
                    <a:lnTo>
                      <a:pt x="316" y="466"/>
                    </a:lnTo>
                    <a:lnTo>
                      <a:pt x="317" y="466"/>
                    </a:lnTo>
                    <a:lnTo>
                      <a:pt x="319" y="466"/>
                    </a:lnTo>
                    <a:lnTo>
                      <a:pt x="320" y="466"/>
                    </a:lnTo>
                    <a:lnTo>
                      <a:pt x="321" y="466"/>
                    </a:lnTo>
                    <a:lnTo>
                      <a:pt x="323" y="467"/>
                    </a:lnTo>
                    <a:lnTo>
                      <a:pt x="324" y="467"/>
                    </a:lnTo>
                    <a:lnTo>
                      <a:pt x="325" y="467"/>
                    </a:lnTo>
                    <a:lnTo>
                      <a:pt x="327" y="467"/>
                    </a:lnTo>
                    <a:lnTo>
                      <a:pt x="328" y="467"/>
                    </a:lnTo>
                    <a:lnTo>
                      <a:pt x="329" y="467"/>
                    </a:lnTo>
                    <a:lnTo>
                      <a:pt x="331" y="466"/>
                    </a:lnTo>
                    <a:lnTo>
                      <a:pt x="332" y="466"/>
                    </a:lnTo>
                    <a:lnTo>
                      <a:pt x="333" y="466"/>
                    </a:lnTo>
                    <a:lnTo>
                      <a:pt x="335" y="466"/>
                    </a:lnTo>
                    <a:lnTo>
                      <a:pt x="336" y="466"/>
                    </a:lnTo>
                    <a:lnTo>
                      <a:pt x="337" y="466"/>
                    </a:lnTo>
                    <a:lnTo>
                      <a:pt x="339" y="466"/>
                    </a:lnTo>
                    <a:lnTo>
                      <a:pt x="340" y="465"/>
                    </a:lnTo>
                    <a:lnTo>
                      <a:pt x="341" y="465"/>
                    </a:lnTo>
                    <a:lnTo>
                      <a:pt x="343" y="465"/>
                    </a:lnTo>
                    <a:lnTo>
                      <a:pt x="344" y="465"/>
                    </a:lnTo>
                    <a:lnTo>
                      <a:pt x="346" y="465"/>
                    </a:lnTo>
                    <a:lnTo>
                      <a:pt x="347" y="464"/>
                    </a:lnTo>
                    <a:lnTo>
                      <a:pt x="348" y="464"/>
                    </a:lnTo>
                    <a:lnTo>
                      <a:pt x="350" y="464"/>
                    </a:lnTo>
                    <a:lnTo>
                      <a:pt x="351" y="464"/>
                    </a:lnTo>
                    <a:lnTo>
                      <a:pt x="352" y="463"/>
                    </a:lnTo>
                    <a:lnTo>
                      <a:pt x="354" y="463"/>
                    </a:lnTo>
                    <a:lnTo>
                      <a:pt x="355" y="463"/>
                    </a:lnTo>
                    <a:lnTo>
                      <a:pt x="356" y="462"/>
                    </a:lnTo>
                    <a:lnTo>
                      <a:pt x="358" y="462"/>
                    </a:lnTo>
                    <a:lnTo>
                      <a:pt x="359" y="462"/>
                    </a:lnTo>
                    <a:lnTo>
                      <a:pt x="360" y="461"/>
                    </a:lnTo>
                    <a:lnTo>
                      <a:pt x="362" y="461"/>
                    </a:lnTo>
                    <a:lnTo>
                      <a:pt x="363" y="461"/>
                    </a:lnTo>
                    <a:lnTo>
                      <a:pt x="364" y="460"/>
                    </a:lnTo>
                    <a:lnTo>
                      <a:pt x="366" y="460"/>
                    </a:lnTo>
                    <a:lnTo>
                      <a:pt x="367" y="459"/>
                    </a:lnTo>
                    <a:lnTo>
                      <a:pt x="368" y="459"/>
                    </a:lnTo>
                    <a:lnTo>
                      <a:pt x="370" y="459"/>
                    </a:lnTo>
                    <a:lnTo>
                      <a:pt x="371" y="458"/>
                    </a:lnTo>
                    <a:lnTo>
                      <a:pt x="372" y="458"/>
                    </a:lnTo>
                    <a:lnTo>
                      <a:pt x="374" y="457"/>
                    </a:lnTo>
                    <a:lnTo>
                      <a:pt x="375" y="457"/>
                    </a:lnTo>
                    <a:lnTo>
                      <a:pt x="376" y="457"/>
                    </a:lnTo>
                    <a:lnTo>
                      <a:pt x="378" y="456"/>
                    </a:lnTo>
                    <a:lnTo>
                      <a:pt x="379" y="456"/>
                    </a:lnTo>
                    <a:lnTo>
                      <a:pt x="380" y="455"/>
                    </a:lnTo>
                    <a:lnTo>
                      <a:pt x="382" y="455"/>
                    </a:lnTo>
                    <a:lnTo>
                      <a:pt x="383" y="455"/>
                    </a:lnTo>
                    <a:lnTo>
                      <a:pt x="385" y="454"/>
                    </a:lnTo>
                    <a:lnTo>
                      <a:pt x="386" y="454"/>
                    </a:lnTo>
                    <a:lnTo>
                      <a:pt x="387" y="453"/>
                    </a:lnTo>
                    <a:lnTo>
                      <a:pt x="389" y="453"/>
                    </a:lnTo>
                    <a:lnTo>
                      <a:pt x="390" y="452"/>
                    </a:lnTo>
                    <a:lnTo>
                      <a:pt x="391" y="452"/>
                    </a:lnTo>
                    <a:lnTo>
                      <a:pt x="393" y="451"/>
                    </a:lnTo>
                    <a:lnTo>
                      <a:pt x="394" y="451"/>
                    </a:lnTo>
                    <a:lnTo>
                      <a:pt x="395" y="451"/>
                    </a:lnTo>
                    <a:lnTo>
                      <a:pt x="397" y="450"/>
                    </a:lnTo>
                    <a:lnTo>
                      <a:pt x="398" y="450"/>
                    </a:lnTo>
                    <a:lnTo>
                      <a:pt x="399" y="449"/>
                    </a:lnTo>
                    <a:lnTo>
                      <a:pt x="401" y="449"/>
                    </a:lnTo>
                    <a:lnTo>
                      <a:pt x="402" y="448"/>
                    </a:lnTo>
                    <a:lnTo>
                      <a:pt x="403" y="448"/>
                    </a:lnTo>
                    <a:lnTo>
                      <a:pt x="405" y="447"/>
                    </a:lnTo>
                    <a:lnTo>
                      <a:pt x="406" y="447"/>
                    </a:lnTo>
                    <a:lnTo>
                      <a:pt x="407" y="446"/>
                    </a:lnTo>
                    <a:lnTo>
                      <a:pt x="409" y="446"/>
                    </a:lnTo>
                    <a:lnTo>
                      <a:pt x="410" y="446"/>
                    </a:lnTo>
                    <a:lnTo>
                      <a:pt x="411" y="445"/>
                    </a:lnTo>
                    <a:lnTo>
                      <a:pt x="413" y="445"/>
                    </a:lnTo>
                    <a:lnTo>
                      <a:pt x="414" y="444"/>
                    </a:lnTo>
                    <a:lnTo>
                      <a:pt x="415" y="444"/>
                    </a:lnTo>
                    <a:lnTo>
                      <a:pt x="417" y="443"/>
                    </a:lnTo>
                    <a:lnTo>
                      <a:pt x="418" y="443"/>
                    </a:lnTo>
                    <a:lnTo>
                      <a:pt x="420" y="422"/>
                    </a:lnTo>
                    <a:lnTo>
                      <a:pt x="421" y="420"/>
                    </a:lnTo>
                    <a:lnTo>
                      <a:pt x="422" y="419"/>
                    </a:lnTo>
                    <a:lnTo>
                      <a:pt x="424" y="418"/>
                    </a:lnTo>
                    <a:lnTo>
                      <a:pt x="425" y="417"/>
                    </a:lnTo>
                    <a:lnTo>
                      <a:pt x="426" y="417"/>
                    </a:lnTo>
                    <a:lnTo>
                      <a:pt x="428" y="416"/>
                    </a:lnTo>
                    <a:lnTo>
                      <a:pt x="429" y="415"/>
                    </a:lnTo>
                    <a:lnTo>
                      <a:pt x="430" y="414"/>
                    </a:lnTo>
                    <a:lnTo>
                      <a:pt x="432" y="414"/>
                    </a:lnTo>
                    <a:lnTo>
                      <a:pt x="433" y="413"/>
                    </a:lnTo>
                    <a:lnTo>
                      <a:pt x="434" y="412"/>
                    </a:lnTo>
                    <a:lnTo>
                      <a:pt x="436" y="412"/>
                    </a:lnTo>
                    <a:lnTo>
                      <a:pt x="437" y="411"/>
                    </a:lnTo>
                    <a:lnTo>
                      <a:pt x="438" y="410"/>
                    </a:lnTo>
                    <a:lnTo>
                      <a:pt x="440" y="410"/>
                    </a:lnTo>
                    <a:lnTo>
                      <a:pt x="441" y="409"/>
                    </a:lnTo>
                    <a:lnTo>
                      <a:pt x="442" y="409"/>
                    </a:lnTo>
                    <a:lnTo>
                      <a:pt x="444" y="408"/>
                    </a:lnTo>
                    <a:lnTo>
                      <a:pt x="445" y="408"/>
                    </a:lnTo>
                    <a:lnTo>
                      <a:pt x="446" y="407"/>
                    </a:lnTo>
                    <a:lnTo>
                      <a:pt x="448" y="407"/>
                    </a:lnTo>
                    <a:lnTo>
                      <a:pt x="449" y="406"/>
                    </a:lnTo>
                    <a:lnTo>
                      <a:pt x="450" y="406"/>
                    </a:lnTo>
                    <a:lnTo>
                      <a:pt x="452" y="405"/>
                    </a:lnTo>
                    <a:lnTo>
                      <a:pt x="453" y="404"/>
                    </a:lnTo>
                    <a:lnTo>
                      <a:pt x="455" y="404"/>
                    </a:lnTo>
                    <a:lnTo>
                      <a:pt x="456" y="403"/>
                    </a:lnTo>
                    <a:lnTo>
                      <a:pt x="457" y="403"/>
                    </a:lnTo>
                    <a:lnTo>
                      <a:pt x="459" y="403"/>
                    </a:lnTo>
                    <a:lnTo>
                      <a:pt x="460" y="402"/>
                    </a:lnTo>
                    <a:lnTo>
                      <a:pt x="461" y="402"/>
                    </a:lnTo>
                    <a:lnTo>
                      <a:pt x="463" y="401"/>
                    </a:lnTo>
                    <a:lnTo>
                      <a:pt x="464" y="401"/>
                    </a:lnTo>
                    <a:lnTo>
                      <a:pt x="465" y="400"/>
                    </a:lnTo>
                    <a:lnTo>
                      <a:pt x="467" y="400"/>
                    </a:lnTo>
                    <a:lnTo>
                      <a:pt x="468" y="399"/>
                    </a:lnTo>
                    <a:lnTo>
                      <a:pt x="469" y="399"/>
                    </a:lnTo>
                    <a:lnTo>
                      <a:pt x="471" y="398"/>
                    </a:lnTo>
                    <a:lnTo>
                      <a:pt x="472" y="398"/>
                    </a:lnTo>
                    <a:lnTo>
                      <a:pt x="473" y="398"/>
                    </a:lnTo>
                    <a:lnTo>
                      <a:pt x="475" y="397"/>
                    </a:lnTo>
                    <a:lnTo>
                      <a:pt x="476" y="397"/>
                    </a:lnTo>
                    <a:lnTo>
                      <a:pt x="477" y="396"/>
                    </a:lnTo>
                    <a:lnTo>
                      <a:pt x="479" y="396"/>
                    </a:lnTo>
                    <a:lnTo>
                      <a:pt x="480" y="396"/>
                    </a:lnTo>
                    <a:lnTo>
                      <a:pt x="481" y="395"/>
                    </a:lnTo>
                    <a:lnTo>
                      <a:pt x="483" y="395"/>
                    </a:lnTo>
                    <a:lnTo>
                      <a:pt x="484" y="395"/>
                    </a:lnTo>
                    <a:lnTo>
                      <a:pt x="485" y="394"/>
                    </a:lnTo>
                    <a:lnTo>
                      <a:pt x="487" y="394"/>
                    </a:lnTo>
                    <a:lnTo>
                      <a:pt x="488" y="393"/>
                    </a:lnTo>
                    <a:lnTo>
                      <a:pt x="490" y="393"/>
                    </a:lnTo>
                    <a:lnTo>
                      <a:pt x="491" y="393"/>
                    </a:lnTo>
                    <a:lnTo>
                      <a:pt x="492" y="392"/>
                    </a:lnTo>
                    <a:lnTo>
                      <a:pt x="494" y="392"/>
                    </a:lnTo>
                    <a:lnTo>
                      <a:pt x="495" y="391"/>
                    </a:lnTo>
                    <a:lnTo>
                      <a:pt x="496" y="391"/>
                    </a:lnTo>
                    <a:lnTo>
                      <a:pt x="498" y="391"/>
                    </a:lnTo>
                    <a:lnTo>
                      <a:pt x="499" y="390"/>
                    </a:lnTo>
                    <a:lnTo>
                      <a:pt x="500" y="390"/>
                    </a:lnTo>
                    <a:lnTo>
                      <a:pt x="502" y="390"/>
                    </a:lnTo>
                    <a:lnTo>
                      <a:pt x="503" y="389"/>
                    </a:lnTo>
                    <a:lnTo>
                      <a:pt x="504" y="389"/>
                    </a:lnTo>
                    <a:lnTo>
                      <a:pt x="506" y="389"/>
                    </a:lnTo>
                    <a:lnTo>
                      <a:pt x="507" y="388"/>
                    </a:lnTo>
                    <a:lnTo>
                      <a:pt x="508" y="388"/>
                    </a:lnTo>
                    <a:lnTo>
                      <a:pt x="510" y="388"/>
                    </a:lnTo>
                    <a:lnTo>
                      <a:pt x="511" y="387"/>
                    </a:lnTo>
                    <a:lnTo>
                      <a:pt x="512" y="387"/>
                    </a:lnTo>
                    <a:lnTo>
                      <a:pt x="514" y="387"/>
                    </a:lnTo>
                    <a:lnTo>
                      <a:pt x="515" y="386"/>
                    </a:lnTo>
                    <a:lnTo>
                      <a:pt x="516" y="386"/>
                    </a:lnTo>
                    <a:lnTo>
                      <a:pt x="518" y="386"/>
                    </a:lnTo>
                    <a:lnTo>
                      <a:pt x="519" y="386"/>
                    </a:lnTo>
                    <a:lnTo>
                      <a:pt x="520" y="385"/>
                    </a:lnTo>
                    <a:lnTo>
                      <a:pt x="522" y="385"/>
                    </a:lnTo>
                    <a:lnTo>
                      <a:pt x="523" y="385"/>
                    </a:lnTo>
                    <a:lnTo>
                      <a:pt x="524" y="384"/>
                    </a:lnTo>
                    <a:lnTo>
                      <a:pt x="526" y="384"/>
                    </a:lnTo>
                    <a:lnTo>
                      <a:pt x="527" y="384"/>
                    </a:lnTo>
                    <a:lnTo>
                      <a:pt x="529" y="383"/>
                    </a:lnTo>
                    <a:lnTo>
                      <a:pt x="530" y="383"/>
                    </a:lnTo>
                    <a:lnTo>
                      <a:pt x="531" y="383"/>
                    </a:lnTo>
                    <a:lnTo>
                      <a:pt x="533" y="383"/>
                    </a:lnTo>
                    <a:lnTo>
                      <a:pt x="534" y="382"/>
                    </a:lnTo>
                    <a:lnTo>
                      <a:pt x="535" y="382"/>
                    </a:lnTo>
                    <a:lnTo>
                      <a:pt x="537" y="382"/>
                    </a:lnTo>
                    <a:lnTo>
                      <a:pt x="538" y="381"/>
                    </a:lnTo>
                    <a:lnTo>
                      <a:pt x="539" y="381"/>
                    </a:lnTo>
                    <a:lnTo>
                      <a:pt x="541" y="381"/>
                    </a:lnTo>
                    <a:lnTo>
                      <a:pt x="542" y="380"/>
                    </a:lnTo>
                    <a:lnTo>
                      <a:pt x="543" y="380"/>
                    </a:lnTo>
                    <a:lnTo>
                      <a:pt x="545" y="380"/>
                    </a:lnTo>
                    <a:lnTo>
                      <a:pt x="546" y="380"/>
                    </a:lnTo>
                    <a:lnTo>
                      <a:pt x="547" y="379"/>
                    </a:lnTo>
                    <a:lnTo>
                      <a:pt x="549" y="379"/>
                    </a:lnTo>
                    <a:lnTo>
                      <a:pt x="550" y="379"/>
                    </a:lnTo>
                    <a:lnTo>
                      <a:pt x="551" y="378"/>
                    </a:lnTo>
                    <a:lnTo>
                      <a:pt x="553" y="378"/>
                    </a:lnTo>
                    <a:lnTo>
                      <a:pt x="554" y="378"/>
                    </a:lnTo>
                    <a:lnTo>
                      <a:pt x="555" y="378"/>
                    </a:lnTo>
                    <a:lnTo>
                      <a:pt x="557" y="377"/>
                    </a:lnTo>
                    <a:lnTo>
                      <a:pt x="558" y="377"/>
                    </a:lnTo>
                    <a:lnTo>
                      <a:pt x="559" y="377"/>
                    </a:lnTo>
                    <a:lnTo>
                      <a:pt x="561" y="376"/>
                    </a:lnTo>
                    <a:lnTo>
                      <a:pt x="562" y="376"/>
                    </a:lnTo>
                    <a:lnTo>
                      <a:pt x="564" y="376"/>
                    </a:lnTo>
                    <a:lnTo>
                      <a:pt x="565" y="376"/>
                    </a:lnTo>
                    <a:lnTo>
                      <a:pt x="566" y="376"/>
                    </a:lnTo>
                    <a:lnTo>
                      <a:pt x="568" y="375"/>
                    </a:lnTo>
                    <a:lnTo>
                      <a:pt x="569" y="375"/>
                    </a:lnTo>
                    <a:lnTo>
                      <a:pt x="570" y="375"/>
                    </a:lnTo>
                    <a:lnTo>
                      <a:pt x="572" y="375"/>
                    </a:lnTo>
                    <a:lnTo>
                      <a:pt x="573" y="374"/>
                    </a:lnTo>
                    <a:lnTo>
                      <a:pt x="574" y="374"/>
                    </a:lnTo>
                    <a:lnTo>
                      <a:pt x="576" y="374"/>
                    </a:lnTo>
                    <a:lnTo>
                      <a:pt x="577" y="374"/>
                    </a:lnTo>
                    <a:lnTo>
                      <a:pt x="578" y="373"/>
                    </a:lnTo>
                    <a:lnTo>
                      <a:pt x="580" y="373"/>
                    </a:lnTo>
                    <a:lnTo>
                      <a:pt x="581" y="373"/>
                    </a:lnTo>
                    <a:lnTo>
                      <a:pt x="582" y="373"/>
                    </a:lnTo>
                    <a:lnTo>
                      <a:pt x="584" y="372"/>
                    </a:lnTo>
                    <a:lnTo>
                      <a:pt x="585" y="372"/>
                    </a:lnTo>
                    <a:lnTo>
                      <a:pt x="586" y="372"/>
                    </a:lnTo>
                    <a:lnTo>
                      <a:pt x="588" y="372"/>
                    </a:lnTo>
                    <a:lnTo>
                      <a:pt x="589" y="371"/>
                    </a:lnTo>
                    <a:lnTo>
                      <a:pt x="590" y="371"/>
                    </a:lnTo>
                    <a:lnTo>
                      <a:pt x="592" y="371"/>
                    </a:lnTo>
                    <a:lnTo>
                      <a:pt x="593" y="371"/>
                    </a:lnTo>
                    <a:lnTo>
                      <a:pt x="594" y="371"/>
                    </a:lnTo>
                    <a:lnTo>
                      <a:pt x="596" y="370"/>
                    </a:lnTo>
                    <a:lnTo>
                      <a:pt x="597" y="370"/>
                    </a:lnTo>
                    <a:lnTo>
                      <a:pt x="599" y="370"/>
                    </a:lnTo>
                    <a:lnTo>
                      <a:pt x="600" y="370"/>
                    </a:lnTo>
                    <a:lnTo>
                      <a:pt x="601" y="369"/>
                    </a:lnTo>
                    <a:lnTo>
                      <a:pt x="603" y="369"/>
                    </a:lnTo>
                    <a:lnTo>
                      <a:pt x="604" y="369"/>
                    </a:lnTo>
                    <a:lnTo>
                      <a:pt x="605" y="369"/>
                    </a:lnTo>
                    <a:lnTo>
                      <a:pt x="607" y="369"/>
                    </a:lnTo>
                    <a:lnTo>
                      <a:pt x="608" y="368"/>
                    </a:lnTo>
                    <a:lnTo>
                      <a:pt x="609" y="368"/>
                    </a:lnTo>
                    <a:lnTo>
                      <a:pt x="611" y="368"/>
                    </a:lnTo>
                    <a:lnTo>
                      <a:pt x="612" y="368"/>
                    </a:lnTo>
                    <a:lnTo>
                      <a:pt x="613" y="368"/>
                    </a:lnTo>
                    <a:lnTo>
                      <a:pt x="615" y="367"/>
                    </a:lnTo>
                    <a:lnTo>
                      <a:pt x="616" y="367"/>
                    </a:lnTo>
                    <a:lnTo>
                      <a:pt x="617" y="367"/>
                    </a:lnTo>
                    <a:lnTo>
                      <a:pt x="619" y="367"/>
                    </a:lnTo>
                    <a:lnTo>
                      <a:pt x="620" y="366"/>
                    </a:lnTo>
                    <a:lnTo>
                      <a:pt x="621" y="366"/>
                    </a:lnTo>
                    <a:lnTo>
                      <a:pt x="623" y="366"/>
                    </a:lnTo>
                    <a:lnTo>
                      <a:pt x="624" y="366"/>
                    </a:lnTo>
                    <a:lnTo>
                      <a:pt x="625" y="366"/>
                    </a:lnTo>
                    <a:lnTo>
                      <a:pt x="627" y="365"/>
                    </a:lnTo>
                    <a:lnTo>
                      <a:pt x="628" y="365"/>
                    </a:lnTo>
                    <a:lnTo>
                      <a:pt x="629" y="365"/>
                    </a:lnTo>
                    <a:lnTo>
                      <a:pt x="631" y="365"/>
                    </a:lnTo>
                    <a:lnTo>
                      <a:pt x="632" y="365"/>
                    </a:lnTo>
                    <a:lnTo>
                      <a:pt x="634" y="364"/>
                    </a:lnTo>
                    <a:lnTo>
                      <a:pt x="635" y="364"/>
                    </a:lnTo>
                    <a:lnTo>
                      <a:pt x="636" y="364"/>
                    </a:lnTo>
                    <a:lnTo>
                      <a:pt x="638" y="364"/>
                    </a:lnTo>
                    <a:lnTo>
                      <a:pt x="639" y="364"/>
                    </a:lnTo>
                    <a:lnTo>
                      <a:pt x="640" y="363"/>
                    </a:lnTo>
                    <a:lnTo>
                      <a:pt x="642" y="363"/>
                    </a:lnTo>
                    <a:lnTo>
                      <a:pt x="643" y="363"/>
                    </a:lnTo>
                    <a:lnTo>
                      <a:pt x="644" y="363"/>
                    </a:lnTo>
                    <a:lnTo>
                      <a:pt x="646" y="363"/>
                    </a:lnTo>
                    <a:lnTo>
                      <a:pt x="647" y="362"/>
                    </a:lnTo>
                    <a:lnTo>
                      <a:pt x="648" y="362"/>
                    </a:lnTo>
                    <a:lnTo>
                      <a:pt x="650" y="362"/>
                    </a:lnTo>
                    <a:lnTo>
                      <a:pt x="651" y="362"/>
                    </a:lnTo>
                    <a:lnTo>
                      <a:pt x="652" y="362"/>
                    </a:lnTo>
                    <a:lnTo>
                      <a:pt x="654" y="361"/>
                    </a:lnTo>
                    <a:lnTo>
                      <a:pt x="655" y="361"/>
                    </a:lnTo>
                    <a:lnTo>
                      <a:pt x="656" y="361"/>
                    </a:lnTo>
                    <a:lnTo>
                      <a:pt x="658" y="361"/>
                    </a:lnTo>
                    <a:lnTo>
                      <a:pt x="659" y="361"/>
                    </a:lnTo>
                    <a:lnTo>
                      <a:pt x="660" y="360"/>
                    </a:lnTo>
                    <a:lnTo>
                      <a:pt x="662" y="360"/>
                    </a:lnTo>
                    <a:lnTo>
                      <a:pt x="663" y="360"/>
                    </a:lnTo>
                    <a:lnTo>
                      <a:pt x="664" y="360"/>
                    </a:lnTo>
                    <a:lnTo>
                      <a:pt x="666" y="360"/>
                    </a:lnTo>
                    <a:lnTo>
                      <a:pt x="667" y="360"/>
                    </a:lnTo>
                    <a:lnTo>
                      <a:pt x="668" y="359"/>
                    </a:lnTo>
                    <a:lnTo>
                      <a:pt x="670" y="359"/>
                    </a:lnTo>
                    <a:lnTo>
                      <a:pt x="671" y="359"/>
                    </a:lnTo>
                    <a:lnTo>
                      <a:pt x="673" y="359"/>
                    </a:lnTo>
                    <a:lnTo>
                      <a:pt x="674" y="359"/>
                    </a:lnTo>
                    <a:lnTo>
                      <a:pt x="675" y="358"/>
                    </a:lnTo>
                    <a:lnTo>
                      <a:pt x="677" y="358"/>
                    </a:lnTo>
                    <a:lnTo>
                      <a:pt x="678" y="358"/>
                    </a:lnTo>
                    <a:lnTo>
                      <a:pt x="679" y="358"/>
                    </a:lnTo>
                    <a:lnTo>
                      <a:pt x="681" y="358"/>
                    </a:lnTo>
                    <a:lnTo>
                      <a:pt x="682" y="358"/>
                    </a:lnTo>
                    <a:lnTo>
                      <a:pt x="683" y="357"/>
                    </a:lnTo>
                    <a:lnTo>
                      <a:pt x="685" y="357"/>
                    </a:lnTo>
                    <a:lnTo>
                      <a:pt x="686" y="357"/>
                    </a:lnTo>
                    <a:lnTo>
                      <a:pt x="687" y="357"/>
                    </a:lnTo>
                    <a:lnTo>
                      <a:pt x="689" y="357"/>
                    </a:lnTo>
                    <a:lnTo>
                      <a:pt x="690" y="357"/>
                    </a:lnTo>
                    <a:lnTo>
                      <a:pt x="691" y="356"/>
                    </a:lnTo>
                    <a:lnTo>
                      <a:pt x="693" y="356"/>
                    </a:lnTo>
                    <a:lnTo>
                      <a:pt x="694" y="356"/>
                    </a:lnTo>
                    <a:lnTo>
                      <a:pt x="695" y="356"/>
                    </a:lnTo>
                    <a:lnTo>
                      <a:pt x="697" y="356"/>
                    </a:lnTo>
                    <a:lnTo>
                      <a:pt x="698" y="356"/>
                    </a:lnTo>
                    <a:lnTo>
                      <a:pt x="699" y="355"/>
                    </a:lnTo>
                    <a:lnTo>
                      <a:pt x="701" y="355"/>
                    </a:lnTo>
                    <a:lnTo>
                      <a:pt x="702" y="355"/>
                    </a:lnTo>
                    <a:lnTo>
                      <a:pt x="703" y="355"/>
                    </a:lnTo>
                    <a:lnTo>
                      <a:pt x="705" y="355"/>
                    </a:lnTo>
                    <a:lnTo>
                      <a:pt x="706" y="354"/>
                    </a:lnTo>
                    <a:lnTo>
                      <a:pt x="708" y="354"/>
                    </a:lnTo>
                    <a:lnTo>
                      <a:pt x="709" y="354"/>
                    </a:lnTo>
                    <a:lnTo>
                      <a:pt x="710" y="354"/>
                    </a:lnTo>
                    <a:lnTo>
                      <a:pt x="712" y="354"/>
                    </a:lnTo>
                    <a:lnTo>
                      <a:pt x="713" y="354"/>
                    </a:lnTo>
                    <a:lnTo>
                      <a:pt x="714" y="353"/>
                    </a:lnTo>
                    <a:lnTo>
                      <a:pt x="716" y="353"/>
                    </a:lnTo>
                    <a:lnTo>
                      <a:pt x="717" y="353"/>
                    </a:lnTo>
                    <a:lnTo>
                      <a:pt x="718" y="353"/>
                    </a:lnTo>
                    <a:lnTo>
                      <a:pt x="720" y="353"/>
                    </a:lnTo>
                    <a:lnTo>
                      <a:pt x="721" y="353"/>
                    </a:lnTo>
                    <a:lnTo>
                      <a:pt x="722" y="352"/>
                    </a:lnTo>
                    <a:lnTo>
                      <a:pt x="724" y="352"/>
                    </a:lnTo>
                    <a:lnTo>
                      <a:pt x="725" y="352"/>
                    </a:lnTo>
                    <a:lnTo>
                      <a:pt x="726" y="352"/>
                    </a:lnTo>
                    <a:lnTo>
                      <a:pt x="728" y="352"/>
                    </a:lnTo>
                    <a:lnTo>
                      <a:pt x="729" y="352"/>
                    </a:lnTo>
                    <a:lnTo>
                      <a:pt x="730" y="351"/>
                    </a:lnTo>
                    <a:lnTo>
                      <a:pt x="732" y="351"/>
                    </a:lnTo>
                    <a:lnTo>
                      <a:pt x="733" y="351"/>
                    </a:lnTo>
                    <a:lnTo>
                      <a:pt x="734" y="351"/>
                    </a:lnTo>
                    <a:lnTo>
                      <a:pt x="736" y="351"/>
                    </a:lnTo>
                    <a:lnTo>
                      <a:pt x="737" y="351"/>
                    </a:lnTo>
                    <a:lnTo>
                      <a:pt x="738" y="351"/>
                    </a:lnTo>
                    <a:lnTo>
                      <a:pt x="740" y="350"/>
                    </a:lnTo>
                    <a:lnTo>
                      <a:pt x="741" y="350"/>
                    </a:lnTo>
                    <a:lnTo>
                      <a:pt x="743" y="350"/>
                    </a:lnTo>
                    <a:lnTo>
                      <a:pt x="744" y="350"/>
                    </a:lnTo>
                    <a:lnTo>
                      <a:pt x="745" y="350"/>
                    </a:lnTo>
                    <a:lnTo>
                      <a:pt x="747" y="350"/>
                    </a:lnTo>
                    <a:lnTo>
                      <a:pt x="748" y="350"/>
                    </a:lnTo>
                    <a:lnTo>
                      <a:pt x="749" y="349"/>
                    </a:lnTo>
                    <a:lnTo>
                      <a:pt x="751" y="349"/>
                    </a:lnTo>
                    <a:lnTo>
                      <a:pt x="752" y="349"/>
                    </a:lnTo>
                    <a:lnTo>
                      <a:pt x="753" y="349"/>
                    </a:lnTo>
                    <a:lnTo>
                      <a:pt x="755" y="349"/>
                    </a:lnTo>
                    <a:lnTo>
                      <a:pt x="756" y="349"/>
                    </a:lnTo>
                    <a:lnTo>
                      <a:pt x="757" y="348"/>
                    </a:lnTo>
                    <a:lnTo>
                      <a:pt x="759" y="348"/>
                    </a:lnTo>
                    <a:lnTo>
                      <a:pt x="760" y="348"/>
                    </a:lnTo>
                    <a:lnTo>
                      <a:pt x="761" y="348"/>
                    </a:lnTo>
                    <a:lnTo>
                      <a:pt x="763" y="348"/>
                    </a:lnTo>
                    <a:lnTo>
                      <a:pt x="764" y="348"/>
                    </a:lnTo>
                    <a:lnTo>
                      <a:pt x="765" y="348"/>
                    </a:lnTo>
                    <a:lnTo>
                      <a:pt x="767" y="347"/>
                    </a:lnTo>
                    <a:lnTo>
                      <a:pt x="768" y="347"/>
                    </a:lnTo>
                    <a:lnTo>
                      <a:pt x="769" y="347"/>
                    </a:lnTo>
                    <a:lnTo>
                      <a:pt x="771" y="347"/>
                    </a:lnTo>
                    <a:lnTo>
                      <a:pt x="772" y="347"/>
                    </a:lnTo>
                    <a:lnTo>
                      <a:pt x="773" y="347"/>
                    </a:lnTo>
                    <a:lnTo>
                      <a:pt x="775" y="346"/>
                    </a:lnTo>
                    <a:lnTo>
                      <a:pt x="776" y="346"/>
                    </a:lnTo>
                    <a:lnTo>
                      <a:pt x="777" y="346"/>
                    </a:lnTo>
                    <a:lnTo>
                      <a:pt x="779" y="346"/>
                    </a:lnTo>
                    <a:lnTo>
                      <a:pt x="780" y="346"/>
                    </a:lnTo>
                    <a:lnTo>
                      <a:pt x="782" y="346"/>
                    </a:lnTo>
                    <a:lnTo>
                      <a:pt x="783" y="346"/>
                    </a:lnTo>
                    <a:lnTo>
                      <a:pt x="784" y="345"/>
                    </a:lnTo>
                    <a:lnTo>
                      <a:pt x="786" y="345"/>
                    </a:lnTo>
                    <a:lnTo>
                      <a:pt x="787" y="345"/>
                    </a:lnTo>
                    <a:lnTo>
                      <a:pt x="788" y="345"/>
                    </a:lnTo>
                    <a:lnTo>
                      <a:pt x="790" y="345"/>
                    </a:lnTo>
                    <a:lnTo>
                      <a:pt x="791" y="345"/>
                    </a:lnTo>
                    <a:lnTo>
                      <a:pt x="792" y="344"/>
                    </a:lnTo>
                    <a:lnTo>
                      <a:pt x="794" y="344"/>
                    </a:lnTo>
                    <a:lnTo>
                      <a:pt x="795" y="344"/>
                    </a:lnTo>
                    <a:lnTo>
                      <a:pt x="796" y="344"/>
                    </a:lnTo>
                    <a:lnTo>
                      <a:pt x="798" y="344"/>
                    </a:lnTo>
                    <a:lnTo>
                      <a:pt x="799" y="344"/>
                    </a:lnTo>
                    <a:lnTo>
                      <a:pt x="800" y="343"/>
                    </a:lnTo>
                    <a:lnTo>
                      <a:pt x="802" y="343"/>
                    </a:lnTo>
                    <a:lnTo>
                      <a:pt x="803" y="343"/>
                    </a:lnTo>
                    <a:lnTo>
                      <a:pt x="804" y="343"/>
                    </a:lnTo>
                    <a:lnTo>
                      <a:pt x="806" y="343"/>
                    </a:lnTo>
                    <a:lnTo>
                      <a:pt x="807" y="343"/>
                    </a:lnTo>
                    <a:lnTo>
                      <a:pt x="808" y="343"/>
                    </a:lnTo>
                    <a:lnTo>
                      <a:pt x="810" y="343"/>
                    </a:lnTo>
                    <a:lnTo>
                      <a:pt x="811" y="342"/>
                    </a:lnTo>
                    <a:lnTo>
                      <a:pt x="812" y="342"/>
                    </a:lnTo>
                    <a:lnTo>
                      <a:pt x="814" y="342"/>
                    </a:lnTo>
                    <a:lnTo>
                      <a:pt x="815" y="342"/>
                    </a:lnTo>
                    <a:lnTo>
                      <a:pt x="817" y="342"/>
                    </a:lnTo>
                    <a:lnTo>
                      <a:pt x="818" y="342"/>
                    </a:lnTo>
                    <a:lnTo>
                      <a:pt x="819" y="341"/>
                    </a:lnTo>
                    <a:lnTo>
                      <a:pt x="821" y="341"/>
                    </a:lnTo>
                    <a:lnTo>
                      <a:pt x="822" y="341"/>
                    </a:lnTo>
                    <a:lnTo>
                      <a:pt x="823" y="341"/>
                    </a:lnTo>
                    <a:lnTo>
                      <a:pt x="825" y="341"/>
                    </a:lnTo>
                    <a:lnTo>
                      <a:pt x="826" y="341"/>
                    </a:lnTo>
                    <a:lnTo>
                      <a:pt x="827" y="341"/>
                    </a:lnTo>
                    <a:lnTo>
                      <a:pt x="829" y="341"/>
                    </a:lnTo>
                    <a:lnTo>
                      <a:pt x="830" y="340"/>
                    </a:lnTo>
                    <a:lnTo>
                      <a:pt x="831" y="340"/>
                    </a:lnTo>
                    <a:lnTo>
                      <a:pt x="833" y="340"/>
                    </a:lnTo>
                    <a:lnTo>
                      <a:pt x="834" y="340"/>
                    </a:lnTo>
                    <a:lnTo>
                      <a:pt x="835" y="340"/>
                    </a:lnTo>
                    <a:lnTo>
                      <a:pt x="837" y="340"/>
                    </a:lnTo>
                    <a:lnTo>
                      <a:pt x="838" y="340"/>
                    </a:lnTo>
                    <a:lnTo>
                      <a:pt x="839" y="339"/>
                    </a:lnTo>
                    <a:lnTo>
                      <a:pt x="841" y="339"/>
                    </a:lnTo>
                    <a:lnTo>
                      <a:pt x="842" y="339"/>
                    </a:lnTo>
                    <a:lnTo>
                      <a:pt x="843" y="339"/>
                    </a:lnTo>
                    <a:lnTo>
                      <a:pt x="845" y="339"/>
                    </a:lnTo>
                    <a:lnTo>
                      <a:pt x="846" y="339"/>
                    </a:lnTo>
                    <a:lnTo>
                      <a:pt x="847" y="339"/>
                    </a:lnTo>
                    <a:lnTo>
                      <a:pt x="849" y="339"/>
                    </a:lnTo>
                    <a:lnTo>
                      <a:pt x="850" y="338"/>
                    </a:lnTo>
                    <a:lnTo>
                      <a:pt x="852" y="338"/>
                    </a:lnTo>
                    <a:lnTo>
                      <a:pt x="853" y="338"/>
                    </a:lnTo>
                    <a:lnTo>
                      <a:pt x="854" y="338"/>
                    </a:lnTo>
                    <a:lnTo>
                      <a:pt x="856" y="338"/>
                    </a:lnTo>
                    <a:lnTo>
                      <a:pt x="857" y="338"/>
                    </a:lnTo>
                    <a:lnTo>
                      <a:pt x="858" y="338"/>
                    </a:lnTo>
                    <a:lnTo>
                      <a:pt x="860" y="337"/>
                    </a:lnTo>
                    <a:lnTo>
                      <a:pt x="861" y="337"/>
                    </a:lnTo>
                    <a:lnTo>
                      <a:pt x="862" y="337"/>
                    </a:lnTo>
                    <a:lnTo>
                      <a:pt x="864" y="337"/>
                    </a:lnTo>
                    <a:lnTo>
                      <a:pt x="865" y="337"/>
                    </a:lnTo>
                    <a:lnTo>
                      <a:pt x="866" y="337"/>
                    </a:lnTo>
                    <a:lnTo>
                      <a:pt x="868" y="337"/>
                    </a:lnTo>
                    <a:lnTo>
                      <a:pt x="869" y="337"/>
                    </a:lnTo>
                    <a:lnTo>
                      <a:pt x="870" y="336"/>
                    </a:lnTo>
                    <a:lnTo>
                      <a:pt x="872" y="336"/>
                    </a:lnTo>
                    <a:lnTo>
                      <a:pt x="873" y="336"/>
                    </a:lnTo>
                    <a:lnTo>
                      <a:pt x="874" y="336"/>
                    </a:lnTo>
                    <a:lnTo>
                      <a:pt x="876" y="336"/>
                    </a:lnTo>
                    <a:lnTo>
                      <a:pt x="877" y="336"/>
                    </a:lnTo>
                    <a:lnTo>
                      <a:pt x="878" y="336"/>
                    </a:lnTo>
                    <a:lnTo>
                      <a:pt x="880" y="336"/>
                    </a:lnTo>
                    <a:lnTo>
                      <a:pt x="881" y="335"/>
                    </a:lnTo>
                    <a:lnTo>
                      <a:pt x="882" y="335"/>
                    </a:lnTo>
                    <a:lnTo>
                      <a:pt x="884" y="335"/>
                    </a:lnTo>
                    <a:lnTo>
                      <a:pt x="885" y="335"/>
                    </a:lnTo>
                    <a:lnTo>
                      <a:pt x="887" y="335"/>
                    </a:lnTo>
                    <a:lnTo>
                      <a:pt x="888" y="335"/>
                    </a:lnTo>
                    <a:lnTo>
                      <a:pt x="889" y="334"/>
                    </a:lnTo>
                    <a:lnTo>
                      <a:pt x="891" y="334"/>
                    </a:lnTo>
                    <a:lnTo>
                      <a:pt x="892" y="334"/>
                    </a:lnTo>
                    <a:lnTo>
                      <a:pt x="893" y="334"/>
                    </a:lnTo>
                    <a:lnTo>
                      <a:pt x="895" y="334"/>
                    </a:lnTo>
                    <a:lnTo>
                      <a:pt x="896" y="334"/>
                    </a:lnTo>
                    <a:lnTo>
                      <a:pt x="897" y="334"/>
                    </a:lnTo>
                    <a:lnTo>
                      <a:pt x="899" y="334"/>
                    </a:lnTo>
                    <a:lnTo>
                      <a:pt x="900" y="334"/>
                    </a:lnTo>
                    <a:lnTo>
                      <a:pt x="901" y="333"/>
                    </a:lnTo>
                    <a:lnTo>
                      <a:pt x="903" y="333"/>
                    </a:lnTo>
                    <a:lnTo>
                      <a:pt x="904" y="333"/>
                    </a:lnTo>
                    <a:lnTo>
                      <a:pt x="905" y="333"/>
                    </a:lnTo>
                    <a:lnTo>
                      <a:pt x="907" y="333"/>
                    </a:lnTo>
                    <a:lnTo>
                      <a:pt x="908" y="333"/>
                    </a:lnTo>
                    <a:lnTo>
                      <a:pt x="909" y="333"/>
                    </a:lnTo>
                    <a:lnTo>
                      <a:pt x="911" y="333"/>
                    </a:lnTo>
                    <a:lnTo>
                      <a:pt x="912" y="332"/>
                    </a:lnTo>
                    <a:lnTo>
                      <a:pt x="913" y="332"/>
                    </a:lnTo>
                    <a:lnTo>
                      <a:pt x="915" y="332"/>
                    </a:lnTo>
                    <a:lnTo>
                      <a:pt x="916" y="332"/>
                    </a:lnTo>
                    <a:lnTo>
                      <a:pt x="917" y="332"/>
                    </a:lnTo>
                    <a:lnTo>
                      <a:pt x="919" y="332"/>
                    </a:lnTo>
                    <a:lnTo>
                      <a:pt x="920" y="332"/>
                    </a:lnTo>
                    <a:lnTo>
                      <a:pt x="921" y="332"/>
                    </a:lnTo>
                    <a:lnTo>
                      <a:pt x="923" y="331"/>
                    </a:lnTo>
                    <a:lnTo>
                      <a:pt x="924" y="331"/>
                    </a:lnTo>
                    <a:lnTo>
                      <a:pt x="926" y="331"/>
                    </a:lnTo>
                    <a:lnTo>
                      <a:pt x="927" y="331"/>
                    </a:lnTo>
                    <a:lnTo>
                      <a:pt x="928" y="331"/>
                    </a:lnTo>
                    <a:lnTo>
                      <a:pt x="930" y="331"/>
                    </a:lnTo>
                    <a:lnTo>
                      <a:pt x="931" y="331"/>
                    </a:lnTo>
                    <a:lnTo>
                      <a:pt x="932" y="331"/>
                    </a:lnTo>
                    <a:lnTo>
                      <a:pt x="934" y="331"/>
                    </a:lnTo>
                    <a:lnTo>
                      <a:pt x="935" y="330"/>
                    </a:lnTo>
                    <a:lnTo>
                      <a:pt x="936" y="330"/>
                    </a:lnTo>
                    <a:lnTo>
                      <a:pt x="938" y="330"/>
                    </a:lnTo>
                    <a:lnTo>
                      <a:pt x="939" y="330"/>
                    </a:lnTo>
                    <a:lnTo>
                      <a:pt x="940" y="330"/>
                    </a:lnTo>
                    <a:lnTo>
                      <a:pt x="942" y="330"/>
                    </a:lnTo>
                    <a:lnTo>
                      <a:pt x="943" y="330"/>
                    </a:lnTo>
                    <a:lnTo>
                      <a:pt x="944" y="330"/>
                    </a:lnTo>
                    <a:lnTo>
                      <a:pt x="946" y="329"/>
                    </a:lnTo>
                    <a:lnTo>
                      <a:pt x="947" y="329"/>
                    </a:lnTo>
                    <a:lnTo>
                      <a:pt x="948" y="329"/>
                    </a:lnTo>
                    <a:lnTo>
                      <a:pt x="950" y="329"/>
                    </a:lnTo>
                    <a:lnTo>
                      <a:pt x="951" y="329"/>
                    </a:lnTo>
                    <a:lnTo>
                      <a:pt x="952" y="329"/>
                    </a:lnTo>
                    <a:lnTo>
                      <a:pt x="954" y="329"/>
                    </a:lnTo>
                    <a:lnTo>
                      <a:pt x="955" y="329"/>
                    </a:lnTo>
                    <a:lnTo>
                      <a:pt x="956" y="328"/>
                    </a:lnTo>
                    <a:lnTo>
                      <a:pt x="958" y="328"/>
                    </a:lnTo>
                    <a:lnTo>
                      <a:pt x="959" y="328"/>
                    </a:lnTo>
                    <a:lnTo>
                      <a:pt x="961" y="328"/>
                    </a:lnTo>
                    <a:lnTo>
                      <a:pt x="962" y="328"/>
                    </a:lnTo>
                    <a:lnTo>
                      <a:pt x="963" y="328"/>
                    </a:lnTo>
                    <a:lnTo>
                      <a:pt x="965" y="328"/>
                    </a:lnTo>
                    <a:lnTo>
                      <a:pt x="966" y="328"/>
                    </a:lnTo>
                    <a:lnTo>
                      <a:pt x="967" y="328"/>
                    </a:lnTo>
                    <a:lnTo>
                      <a:pt x="969" y="327"/>
                    </a:lnTo>
                    <a:lnTo>
                      <a:pt x="970" y="327"/>
                    </a:lnTo>
                    <a:lnTo>
                      <a:pt x="971" y="327"/>
                    </a:lnTo>
                    <a:lnTo>
                      <a:pt x="973" y="327"/>
                    </a:lnTo>
                    <a:lnTo>
                      <a:pt x="974" y="327"/>
                    </a:lnTo>
                    <a:lnTo>
                      <a:pt x="975" y="327"/>
                    </a:lnTo>
                    <a:lnTo>
                      <a:pt x="977" y="327"/>
                    </a:lnTo>
                    <a:lnTo>
                      <a:pt x="978" y="327"/>
                    </a:lnTo>
                    <a:lnTo>
                      <a:pt x="979" y="327"/>
                    </a:lnTo>
                    <a:lnTo>
                      <a:pt x="981" y="326"/>
                    </a:lnTo>
                    <a:lnTo>
                      <a:pt x="982" y="326"/>
                    </a:lnTo>
                    <a:lnTo>
                      <a:pt x="983" y="326"/>
                    </a:lnTo>
                    <a:lnTo>
                      <a:pt x="985" y="326"/>
                    </a:lnTo>
                    <a:lnTo>
                      <a:pt x="986" y="326"/>
                    </a:lnTo>
                    <a:lnTo>
                      <a:pt x="987" y="326"/>
                    </a:lnTo>
                    <a:lnTo>
                      <a:pt x="989" y="326"/>
                    </a:lnTo>
                    <a:lnTo>
                      <a:pt x="990" y="326"/>
                    </a:lnTo>
                    <a:lnTo>
                      <a:pt x="991" y="326"/>
                    </a:lnTo>
                    <a:lnTo>
                      <a:pt x="993" y="325"/>
                    </a:lnTo>
                    <a:lnTo>
                      <a:pt x="994" y="325"/>
                    </a:lnTo>
                    <a:lnTo>
                      <a:pt x="996" y="325"/>
                    </a:lnTo>
                    <a:lnTo>
                      <a:pt x="997" y="325"/>
                    </a:lnTo>
                    <a:lnTo>
                      <a:pt x="998" y="325"/>
                    </a:lnTo>
                    <a:lnTo>
                      <a:pt x="1000" y="325"/>
                    </a:lnTo>
                    <a:lnTo>
                      <a:pt x="1001" y="325"/>
                    </a:lnTo>
                    <a:lnTo>
                      <a:pt x="1002" y="325"/>
                    </a:lnTo>
                    <a:lnTo>
                      <a:pt x="1004" y="325"/>
                    </a:lnTo>
                    <a:lnTo>
                      <a:pt x="1005" y="325"/>
                    </a:lnTo>
                    <a:lnTo>
                      <a:pt x="1006" y="324"/>
                    </a:lnTo>
                    <a:lnTo>
                      <a:pt x="1008" y="324"/>
                    </a:lnTo>
                    <a:lnTo>
                      <a:pt x="1009" y="324"/>
                    </a:lnTo>
                    <a:lnTo>
                      <a:pt x="1010" y="324"/>
                    </a:lnTo>
                    <a:lnTo>
                      <a:pt x="1012" y="324"/>
                    </a:lnTo>
                    <a:lnTo>
                      <a:pt x="1013" y="324"/>
                    </a:lnTo>
                    <a:lnTo>
                      <a:pt x="1014" y="324"/>
                    </a:lnTo>
                    <a:lnTo>
                      <a:pt x="1016" y="324"/>
                    </a:lnTo>
                    <a:lnTo>
                      <a:pt x="1017" y="323"/>
                    </a:lnTo>
                    <a:lnTo>
                      <a:pt x="1018" y="323"/>
                    </a:lnTo>
                    <a:lnTo>
                      <a:pt x="1020" y="323"/>
                    </a:lnTo>
                    <a:lnTo>
                      <a:pt x="1021" y="323"/>
                    </a:lnTo>
                    <a:lnTo>
                      <a:pt x="1022" y="323"/>
                    </a:lnTo>
                    <a:lnTo>
                      <a:pt x="1024" y="323"/>
                    </a:lnTo>
                    <a:lnTo>
                      <a:pt x="1025" y="323"/>
                    </a:lnTo>
                    <a:lnTo>
                      <a:pt x="1026" y="323"/>
                    </a:lnTo>
                    <a:lnTo>
                      <a:pt x="1028" y="323"/>
                    </a:lnTo>
                    <a:lnTo>
                      <a:pt x="1029" y="322"/>
                    </a:lnTo>
                    <a:lnTo>
                      <a:pt x="1031" y="322"/>
                    </a:lnTo>
                    <a:lnTo>
                      <a:pt x="1032" y="322"/>
                    </a:lnTo>
                    <a:lnTo>
                      <a:pt x="1033" y="322"/>
                    </a:lnTo>
                    <a:lnTo>
                      <a:pt x="1035" y="322"/>
                    </a:lnTo>
                    <a:lnTo>
                      <a:pt x="1036" y="322"/>
                    </a:lnTo>
                    <a:lnTo>
                      <a:pt x="1037" y="322"/>
                    </a:lnTo>
                    <a:lnTo>
                      <a:pt x="1039" y="322"/>
                    </a:lnTo>
                    <a:lnTo>
                      <a:pt x="1040" y="321"/>
                    </a:lnTo>
                    <a:lnTo>
                      <a:pt x="1041" y="321"/>
                    </a:lnTo>
                    <a:lnTo>
                      <a:pt x="1043" y="321"/>
                    </a:lnTo>
                    <a:lnTo>
                      <a:pt x="1044" y="321"/>
                    </a:lnTo>
                    <a:lnTo>
                      <a:pt x="1045" y="321"/>
                    </a:lnTo>
                    <a:lnTo>
                      <a:pt x="1047" y="321"/>
                    </a:lnTo>
                    <a:lnTo>
                      <a:pt x="1048" y="321"/>
                    </a:lnTo>
                    <a:lnTo>
                      <a:pt x="1049" y="321"/>
                    </a:lnTo>
                    <a:lnTo>
                      <a:pt x="1051" y="321"/>
                    </a:lnTo>
                    <a:lnTo>
                      <a:pt x="1052" y="320"/>
                    </a:lnTo>
                    <a:lnTo>
                      <a:pt x="1053" y="320"/>
                    </a:lnTo>
                    <a:lnTo>
                      <a:pt x="1055" y="320"/>
                    </a:lnTo>
                    <a:lnTo>
                      <a:pt x="1056" y="320"/>
                    </a:lnTo>
                    <a:lnTo>
                      <a:pt x="1057" y="320"/>
                    </a:lnTo>
                    <a:lnTo>
                      <a:pt x="1059" y="320"/>
                    </a:lnTo>
                    <a:lnTo>
                      <a:pt x="1060" y="320"/>
                    </a:lnTo>
                    <a:lnTo>
                      <a:pt x="1061" y="320"/>
                    </a:lnTo>
                    <a:lnTo>
                      <a:pt x="1063" y="320"/>
                    </a:lnTo>
                    <a:lnTo>
                      <a:pt x="1064" y="319"/>
                    </a:lnTo>
                    <a:lnTo>
                      <a:pt x="1065" y="319"/>
                    </a:lnTo>
                    <a:lnTo>
                      <a:pt x="1067" y="319"/>
                    </a:lnTo>
                    <a:lnTo>
                      <a:pt x="1068" y="319"/>
                    </a:lnTo>
                    <a:lnTo>
                      <a:pt x="1070" y="319"/>
                    </a:lnTo>
                    <a:lnTo>
                      <a:pt x="1071" y="319"/>
                    </a:lnTo>
                    <a:lnTo>
                      <a:pt x="1072" y="319"/>
                    </a:lnTo>
                    <a:lnTo>
                      <a:pt x="1074" y="319"/>
                    </a:lnTo>
                    <a:lnTo>
                      <a:pt x="1075" y="319"/>
                    </a:lnTo>
                    <a:lnTo>
                      <a:pt x="1076" y="318"/>
                    </a:lnTo>
                    <a:lnTo>
                      <a:pt x="1078" y="318"/>
                    </a:lnTo>
                    <a:lnTo>
                      <a:pt x="1079" y="318"/>
                    </a:lnTo>
                    <a:lnTo>
                      <a:pt x="1080" y="318"/>
                    </a:lnTo>
                    <a:lnTo>
                      <a:pt x="1082" y="318"/>
                    </a:lnTo>
                    <a:lnTo>
                      <a:pt x="1083" y="318"/>
                    </a:lnTo>
                    <a:lnTo>
                      <a:pt x="1084" y="318"/>
                    </a:lnTo>
                    <a:lnTo>
                      <a:pt x="1086" y="318"/>
                    </a:lnTo>
                    <a:lnTo>
                      <a:pt x="1087" y="318"/>
                    </a:lnTo>
                    <a:lnTo>
                      <a:pt x="1088" y="318"/>
                    </a:lnTo>
                    <a:lnTo>
                      <a:pt x="1090" y="317"/>
                    </a:lnTo>
                    <a:lnTo>
                      <a:pt x="1091" y="317"/>
                    </a:lnTo>
                    <a:lnTo>
                      <a:pt x="1092" y="317"/>
                    </a:lnTo>
                    <a:lnTo>
                      <a:pt x="1094" y="317"/>
                    </a:lnTo>
                    <a:lnTo>
                      <a:pt x="1095" y="317"/>
                    </a:lnTo>
                    <a:lnTo>
                      <a:pt x="1096" y="317"/>
                    </a:lnTo>
                    <a:lnTo>
                      <a:pt x="1098" y="317"/>
                    </a:lnTo>
                    <a:lnTo>
                      <a:pt x="1099" y="317"/>
                    </a:lnTo>
                    <a:lnTo>
                      <a:pt x="1100" y="317"/>
                    </a:lnTo>
                    <a:lnTo>
                      <a:pt x="1102" y="316"/>
                    </a:lnTo>
                    <a:lnTo>
                      <a:pt x="1103" y="316"/>
                    </a:lnTo>
                    <a:lnTo>
                      <a:pt x="1105" y="316"/>
                    </a:lnTo>
                    <a:lnTo>
                      <a:pt x="1106" y="316"/>
                    </a:lnTo>
                    <a:lnTo>
                      <a:pt x="1107" y="316"/>
                    </a:lnTo>
                    <a:lnTo>
                      <a:pt x="1109" y="316"/>
                    </a:lnTo>
                    <a:lnTo>
                      <a:pt x="1110" y="316"/>
                    </a:lnTo>
                    <a:lnTo>
                      <a:pt x="1111" y="316"/>
                    </a:lnTo>
                    <a:lnTo>
                      <a:pt x="1113" y="316"/>
                    </a:lnTo>
                    <a:lnTo>
                      <a:pt x="1114" y="316"/>
                    </a:lnTo>
                    <a:lnTo>
                      <a:pt x="1115" y="315"/>
                    </a:lnTo>
                    <a:lnTo>
                      <a:pt x="1117" y="315"/>
                    </a:lnTo>
                    <a:lnTo>
                      <a:pt x="1118" y="315"/>
                    </a:lnTo>
                    <a:lnTo>
                      <a:pt x="1119" y="315"/>
                    </a:lnTo>
                    <a:lnTo>
                      <a:pt x="1121" y="315"/>
                    </a:lnTo>
                    <a:lnTo>
                      <a:pt x="1122" y="315"/>
                    </a:lnTo>
                    <a:lnTo>
                      <a:pt x="1123" y="315"/>
                    </a:lnTo>
                    <a:lnTo>
                      <a:pt x="1125" y="315"/>
                    </a:lnTo>
                    <a:lnTo>
                      <a:pt x="1126" y="315"/>
                    </a:lnTo>
                    <a:lnTo>
                      <a:pt x="1127" y="315"/>
                    </a:lnTo>
                    <a:lnTo>
                      <a:pt x="1129" y="315"/>
                    </a:lnTo>
                    <a:lnTo>
                      <a:pt x="1130" y="314"/>
                    </a:lnTo>
                    <a:lnTo>
                      <a:pt x="1131" y="314"/>
                    </a:lnTo>
                    <a:lnTo>
                      <a:pt x="1133" y="314"/>
                    </a:lnTo>
                    <a:lnTo>
                      <a:pt x="1134" y="314"/>
                    </a:lnTo>
                    <a:lnTo>
                      <a:pt x="1135" y="314"/>
                    </a:lnTo>
                    <a:lnTo>
                      <a:pt x="1137" y="314"/>
                    </a:lnTo>
                    <a:lnTo>
                      <a:pt x="1138" y="314"/>
                    </a:lnTo>
                    <a:lnTo>
                      <a:pt x="1140" y="314"/>
                    </a:lnTo>
                    <a:lnTo>
                      <a:pt x="1141" y="314"/>
                    </a:lnTo>
                    <a:lnTo>
                      <a:pt x="1142" y="314"/>
                    </a:lnTo>
                    <a:lnTo>
                      <a:pt x="1144" y="313"/>
                    </a:lnTo>
                    <a:lnTo>
                      <a:pt x="1145" y="313"/>
                    </a:lnTo>
                    <a:lnTo>
                      <a:pt x="1146" y="313"/>
                    </a:lnTo>
                    <a:lnTo>
                      <a:pt x="1148" y="313"/>
                    </a:lnTo>
                    <a:lnTo>
                      <a:pt x="1149" y="313"/>
                    </a:lnTo>
                    <a:lnTo>
                      <a:pt x="1150" y="313"/>
                    </a:lnTo>
                    <a:lnTo>
                      <a:pt x="1152" y="313"/>
                    </a:lnTo>
                    <a:lnTo>
                      <a:pt x="1153" y="313"/>
                    </a:lnTo>
                    <a:lnTo>
                      <a:pt x="1154" y="313"/>
                    </a:lnTo>
                    <a:lnTo>
                      <a:pt x="1156" y="313"/>
                    </a:lnTo>
                    <a:lnTo>
                      <a:pt x="1157" y="312"/>
                    </a:lnTo>
                    <a:lnTo>
                      <a:pt x="1158" y="312"/>
                    </a:lnTo>
                    <a:lnTo>
                      <a:pt x="1160" y="312"/>
                    </a:lnTo>
                    <a:lnTo>
                      <a:pt x="1161" y="312"/>
                    </a:lnTo>
                    <a:lnTo>
                      <a:pt x="1162" y="312"/>
                    </a:lnTo>
                    <a:lnTo>
                      <a:pt x="1164" y="312"/>
                    </a:lnTo>
                    <a:lnTo>
                      <a:pt x="1165" y="312"/>
                    </a:lnTo>
                    <a:lnTo>
                      <a:pt x="1166" y="312"/>
                    </a:lnTo>
                    <a:lnTo>
                      <a:pt x="1168" y="312"/>
                    </a:lnTo>
                    <a:lnTo>
                      <a:pt x="1169" y="312"/>
                    </a:lnTo>
                    <a:lnTo>
                      <a:pt x="1170" y="312"/>
                    </a:lnTo>
                    <a:lnTo>
                      <a:pt x="1172" y="311"/>
                    </a:lnTo>
                    <a:lnTo>
                      <a:pt x="1173" y="311"/>
                    </a:lnTo>
                    <a:lnTo>
                      <a:pt x="1175" y="311"/>
                    </a:lnTo>
                    <a:lnTo>
                      <a:pt x="1176" y="311"/>
                    </a:lnTo>
                    <a:lnTo>
                      <a:pt x="1177" y="311"/>
                    </a:lnTo>
                    <a:lnTo>
                      <a:pt x="1179" y="311"/>
                    </a:lnTo>
                    <a:lnTo>
                      <a:pt x="1180" y="311"/>
                    </a:lnTo>
                    <a:lnTo>
                      <a:pt x="1181" y="311"/>
                    </a:lnTo>
                    <a:lnTo>
                      <a:pt x="1183" y="311"/>
                    </a:lnTo>
                    <a:lnTo>
                      <a:pt x="1184" y="311"/>
                    </a:lnTo>
                    <a:lnTo>
                      <a:pt x="1185" y="310"/>
                    </a:lnTo>
                    <a:lnTo>
                      <a:pt x="1187" y="310"/>
                    </a:lnTo>
                    <a:lnTo>
                      <a:pt x="1188" y="310"/>
                    </a:lnTo>
                    <a:lnTo>
                      <a:pt x="1189" y="310"/>
                    </a:lnTo>
                    <a:lnTo>
                      <a:pt x="1191" y="310"/>
                    </a:lnTo>
                    <a:lnTo>
                      <a:pt x="1192" y="310"/>
                    </a:lnTo>
                    <a:lnTo>
                      <a:pt x="1193" y="310"/>
                    </a:lnTo>
                    <a:lnTo>
                      <a:pt x="1195" y="310"/>
                    </a:lnTo>
                    <a:lnTo>
                      <a:pt x="1196" y="310"/>
                    </a:lnTo>
                    <a:lnTo>
                      <a:pt x="1197" y="309"/>
                    </a:lnTo>
                    <a:lnTo>
                      <a:pt x="1199" y="309"/>
                    </a:lnTo>
                    <a:lnTo>
                      <a:pt x="1200" y="309"/>
                    </a:lnTo>
                    <a:lnTo>
                      <a:pt x="1201" y="309"/>
                    </a:lnTo>
                    <a:lnTo>
                      <a:pt x="1203" y="309"/>
                    </a:lnTo>
                    <a:lnTo>
                      <a:pt x="1204" y="309"/>
                    </a:lnTo>
                    <a:lnTo>
                      <a:pt x="1205" y="309"/>
                    </a:lnTo>
                    <a:lnTo>
                      <a:pt x="1207" y="309"/>
                    </a:lnTo>
                    <a:lnTo>
                      <a:pt x="1208" y="309"/>
                    </a:lnTo>
                    <a:lnTo>
                      <a:pt x="1209" y="309"/>
                    </a:lnTo>
                    <a:lnTo>
                      <a:pt x="1211" y="309"/>
                    </a:lnTo>
                    <a:lnTo>
                      <a:pt x="1212" y="309"/>
                    </a:lnTo>
                    <a:lnTo>
                      <a:pt x="1214" y="309"/>
                    </a:lnTo>
                    <a:lnTo>
                      <a:pt x="1215" y="308"/>
                    </a:lnTo>
                    <a:lnTo>
                      <a:pt x="1216" y="308"/>
                    </a:lnTo>
                    <a:lnTo>
                      <a:pt x="1218" y="308"/>
                    </a:lnTo>
                    <a:lnTo>
                      <a:pt x="1219" y="308"/>
                    </a:lnTo>
                    <a:lnTo>
                      <a:pt x="1220" y="308"/>
                    </a:lnTo>
                    <a:lnTo>
                      <a:pt x="1222" y="308"/>
                    </a:lnTo>
                    <a:lnTo>
                      <a:pt x="1223" y="308"/>
                    </a:lnTo>
                    <a:lnTo>
                      <a:pt x="1224" y="308"/>
                    </a:lnTo>
                    <a:lnTo>
                      <a:pt x="1226" y="308"/>
                    </a:lnTo>
                    <a:lnTo>
                      <a:pt x="1227" y="308"/>
                    </a:lnTo>
                    <a:lnTo>
                      <a:pt x="1228" y="308"/>
                    </a:lnTo>
                    <a:lnTo>
                      <a:pt x="1230" y="307"/>
                    </a:lnTo>
                    <a:lnTo>
                      <a:pt x="1231" y="307"/>
                    </a:lnTo>
                    <a:lnTo>
                      <a:pt x="1232" y="307"/>
                    </a:lnTo>
                    <a:lnTo>
                      <a:pt x="1234" y="307"/>
                    </a:lnTo>
                    <a:lnTo>
                      <a:pt x="1235" y="307"/>
                    </a:lnTo>
                    <a:lnTo>
                      <a:pt x="1236" y="307"/>
                    </a:lnTo>
                    <a:lnTo>
                      <a:pt x="1238" y="307"/>
                    </a:lnTo>
                    <a:lnTo>
                      <a:pt x="1239" y="307"/>
                    </a:lnTo>
                    <a:lnTo>
                      <a:pt x="1240" y="307"/>
                    </a:lnTo>
                    <a:lnTo>
                      <a:pt x="1242" y="306"/>
                    </a:lnTo>
                    <a:lnTo>
                      <a:pt x="1243" y="306"/>
                    </a:lnTo>
                    <a:lnTo>
                      <a:pt x="1244" y="306"/>
                    </a:lnTo>
                    <a:lnTo>
                      <a:pt x="1246" y="306"/>
                    </a:lnTo>
                    <a:lnTo>
                      <a:pt x="1247" y="306"/>
                    </a:lnTo>
                    <a:lnTo>
                      <a:pt x="1249" y="306"/>
                    </a:lnTo>
                    <a:lnTo>
                      <a:pt x="1250" y="306"/>
                    </a:lnTo>
                    <a:lnTo>
                      <a:pt x="1251" y="306"/>
                    </a:lnTo>
                    <a:lnTo>
                      <a:pt x="1253" y="306"/>
                    </a:lnTo>
                    <a:lnTo>
                      <a:pt x="1254" y="306"/>
                    </a:lnTo>
                    <a:lnTo>
                      <a:pt x="1255" y="306"/>
                    </a:lnTo>
                    <a:lnTo>
                      <a:pt x="1257" y="305"/>
                    </a:lnTo>
                    <a:lnTo>
                      <a:pt x="1258" y="305"/>
                    </a:lnTo>
                    <a:lnTo>
                      <a:pt x="1259" y="305"/>
                    </a:lnTo>
                    <a:lnTo>
                      <a:pt x="1261" y="305"/>
                    </a:lnTo>
                    <a:lnTo>
                      <a:pt x="1262" y="305"/>
                    </a:lnTo>
                    <a:lnTo>
                      <a:pt x="1263" y="305"/>
                    </a:lnTo>
                    <a:lnTo>
                      <a:pt x="1265" y="305"/>
                    </a:lnTo>
                    <a:lnTo>
                      <a:pt x="1266" y="305"/>
                    </a:lnTo>
                    <a:lnTo>
                      <a:pt x="1267" y="305"/>
                    </a:lnTo>
                    <a:lnTo>
                      <a:pt x="1269" y="305"/>
                    </a:lnTo>
                    <a:lnTo>
                      <a:pt x="1270" y="305"/>
                    </a:lnTo>
                    <a:lnTo>
                      <a:pt x="1271" y="304"/>
                    </a:lnTo>
                    <a:lnTo>
                      <a:pt x="1273" y="304"/>
                    </a:lnTo>
                    <a:lnTo>
                      <a:pt x="1274" y="304"/>
                    </a:lnTo>
                    <a:lnTo>
                      <a:pt x="1275" y="304"/>
                    </a:lnTo>
                    <a:lnTo>
                      <a:pt x="1277" y="304"/>
                    </a:lnTo>
                    <a:lnTo>
                      <a:pt x="1278" y="304"/>
                    </a:lnTo>
                    <a:lnTo>
                      <a:pt x="1279" y="304"/>
                    </a:lnTo>
                    <a:lnTo>
                      <a:pt x="1281" y="304"/>
                    </a:lnTo>
                    <a:lnTo>
                      <a:pt x="1282" y="304"/>
                    </a:lnTo>
                    <a:lnTo>
                      <a:pt x="1284" y="304"/>
                    </a:lnTo>
                    <a:lnTo>
                      <a:pt x="1285" y="304"/>
                    </a:lnTo>
                    <a:lnTo>
                      <a:pt x="1286" y="303"/>
                    </a:lnTo>
                    <a:lnTo>
                      <a:pt x="1288" y="303"/>
                    </a:lnTo>
                    <a:lnTo>
                      <a:pt x="1289" y="303"/>
                    </a:lnTo>
                    <a:lnTo>
                      <a:pt x="1290" y="303"/>
                    </a:lnTo>
                    <a:lnTo>
                      <a:pt x="1292" y="303"/>
                    </a:lnTo>
                    <a:lnTo>
                      <a:pt x="1293" y="303"/>
                    </a:lnTo>
                    <a:lnTo>
                      <a:pt x="1294" y="303"/>
                    </a:lnTo>
                    <a:lnTo>
                      <a:pt x="1296" y="303"/>
                    </a:lnTo>
                    <a:lnTo>
                      <a:pt x="1297" y="303"/>
                    </a:lnTo>
                    <a:lnTo>
                      <a:pt x="1298" y="302"/>
                    </a:lnTo>
                    <a:lnTo>
                      <a:pt x="1300" y="302"/>
                    </a:lnTo>
                    <a:lnTo>
                      <a:pt x="1301" y="302"/>
                    </a:lnTo>
                    <a:lnTo>
                      <a:pt x="1302" y="302"/>
                    </a:lnTo>
                    <a:lnTo>
                      <a:pt x="1304" y="302"/>
                    </a:lnTo>
                    <a:lnTo>
                      <a:pt x="1305" y="302"/>
                    </a:lnTo>
                    <a:lnTo>
                      <a:pt x="1306" y="302"/>
                    </a:lnTo>
                    <a:lnTo>
                      <a:pt x="1308" y="302"/>
                    </a:lnTo>
                    <a:lnTo>
                      <a:pt x="1309" y="302"/>
                    </a:lnTo>
                    <a:lnTo>
                      <a:pt x="1310" y="302"/>
                    </a:lnTo>
                    <a:lnTo>
                      <a:pt x="1312" y="302"/>
                    </a:lnTo>
                    <a:lnTo>
                      <a:pt x="1313" y="301"/>
                    </a:lnTo>
                    <a:lnTo>
                      <a:pt x="1314" y="301"/>
                    </a:lnTo>
                    <a:lnTo>
                      <a:pt x="1316" y="301"/>
                    </a:lnTo>
                    <a:lnTo>
                      <a:pt x="1317" y="301"/>
                    </a:lnTo>
                    <a:lnTo>
                      <a:pt x="1319" y="301"/>
                    </a:lnTo>
                    <a:lnTo>
                      <a:pt x="1320" y="301"/>
                    </a:lnTo>
                    <a:lnTo>
                      <a:pt x="1321" y="301"/>
                    </a:lnTo>
                    <a:lnTo>
                      <a:pt x="1323" y="301"/>
                    </a:lnTo>
                    <a:lnTo>
                      <a:pt x="1324" y="301"/>
                    </a:lnTo>
                    <a:lnTo>
                      <a:pt x="1325" y="301"/>
                    </a:lnTo>
                    <a:lnTo>
                      <a:pt x="1327" y="301"/>
                    </a:lnTo>
                    <a:lnTo>
                      <a:pt x="1328" y="300"/>
                    </a:lnTo>
                    <a:lnTo>
                      <a:pt x="1329" y="300"/>
                    </a:lnTo>
                    <a:lnTo>
                      <a:pt x="1331" y="300"/>
                    </a:lnTo>
                    <a:lnTo>
                      <a:pt x="1332" y="300"/>
                    </a:lnTo>
                    <a:lnTo>
                      <a:pt x="1333" y="300"/>
                    </a:lnTo>
                    <a:lnTo>
                      <a:pt x="1335" y="300"/>
                    </a:lnTo>
                    <a:lnTo>
                      <a:pt x="1336" y="300"/>
                    </a:lnTo>
                    <a:lnTo>
                      <a:pt x="1337" y="300"/>
                    </a:lnTo>
                    <a:lnTo>
                      <a:pt x="1339" y="300"/>
                    </a:lnTo>
                    <a:lnTo>
                      <a:pt x="1340" y="300"/>
                    </a:lnTo>
                    <a:lnTo>
                      <a:pt x="1341" y="300"/>
                    </a:lnTo>
                    <a:lnTo>
                      <a:pt x="1343" y="299"/>
                    </a:lnTo>
                    <a:lnTo>
                      <a:pt x="1344" y="299"/>
                    </a:lnTo>
                    <a:lnTo>
                      <a:pt x="1345" y="299"/>
                    </a:lnTo>
                    <a:lnTo>
                      <a:pt x="1347" y="299"/>
                    </a:lnTo>
                    <a:lnTo>
                      <a:pt x="1348" y="299"/>
                    </a:lnTo>
                    <a:lnTo>
                      <a:pt x="1349" y="299"/>
                    </a:lnTo>
                    <a:lnTo>
                      <a:pt x="1351" y="299"/>
                    </a:lnTo>
                    <a:lnTo>
                      <a:pt x="1352" y="299"/>
                    </a:lnTo>
                    <a:lnTo>
                      <a:pt x="1353" y="299"/>
                    </a:lnTo>
                    <a:lnTo>
                      <a:pt x="1355" y="299"/>
                    </a:lnTo>
                    <a:lnTo>
                      <a:pt x="1356" y="299"/>
                    </a:lnTo>
                    <a:lnTo>
                      <a:pt x="1358" y="299"/>
                    </a:lnTo>
                    <a:lnTo>
                      <a:pt x="1359" y="298"/>
                    </a:lnTo>
                    <a:lnTo>
                      <a:pt x="1360" y="298"/>
                    </a:lnTo>
                    <a:lnTo>
                      <a:pt x="1362" y="298"/>
                    </a:lnTo>
                    <a:lnTo>
                      <a:pt x="1363" y="298"/>
                    </a:lnTo>
                    <a:lnTo>
                      <a:pt x="1364" y="298"/>
                    </a:lnTo>
                    <a:lnTo>
                      <a:pt x="1366" y="298"/>
                    </a:lnTo>
                    <a:lnTo>
                      <a:pt x="1367" y="298"/>
                    </a:lnTo>
                    <a:lnTo>
                      <a:pt x="1368" y="298"/>
                    </a:lnTo>
                    <a:lnTo>
                      <a:pt x="1370" y="298"/>
                    </a:lnTo>
                    <a:lnTo>
                      <a:pt x="1371" y="297"/>
                    </a:lnTo>
                    <a:lnTo>
                      <a:pt x="1372" y="297"/>
                    </a:lnTo>
                    <a:lnTo>
                      <a:pt x="1374" y="297"/>
                    </a:lnTo>
                    <a:lnTo>
                      <a:pt x="1375" y="297"/>
                    </a:lnTo>
                    <a:lnTo>
                      <a:pt x="1376" y="297"/>
                    </a:lnTo>
                    <a:lnTo>
                      <a:pt x="1378" y="297"/>
                    </a:lnTo>
                    <a:lnTo>
                      <a:pt x="1379" y="297"/>
                    </a:lnTo>
                    <a:lnTo>
                      <a:pt x="1380" y="297"/>
                    </a:lnTo>
                    <a:lnTo>
                      <a:pt x="1382" y="297"/>
                    </a:lnTo>
                    <a:lnTo>
                      <a:pt x="1383" y="297"/>
                    </a:lnTo>
                    <a:lnTo>
                      <a:pt x="1384" y="296"/>
                    </a:lnTo>
                    <a:lnTo>
                      <a:pt x="1386" y="296"/>
                    </a:lnTo>
                    <a:lnTo>
                      <a:pt x="1387" y="296"/>
                    </a:lnTo>
                    <a:lnTo>
                      <a:pt x="1388" y="296"/>
                    </a:lnTo>
                    <a:lnTo>
                      <a:pt x="1390" y="296"/>
                    </a:lnTo>
                    <a:lnTo>
                      <a:pt x="1391" y="296"/>
                    </a:lnTo>
                    <a:lnTo>
                      <a:pt x="1393" y="296"/>
                    </a:lnTo>
                    <a:lnTo>
                      <a:pt x="1394" y="296"/>
                    </a:lnTo>
                    <a:lnTo>
                      <a:pt x="1395" y="296"/>
                    </a:lnTo>
                    <a:lnTo>
                      <a:pt x="1397" y="296"/>
                    </a:lnTo>
                    <a:lnTo>
                      <a:pt x="1398" y="296"/>
                    </a:lnTo>
                    <a:lnTo>
                      <a:pt x="1399" y="296"/>
                    </a:lnTo>
                    <a:lnTo>
                      <a:pt x="1401" y="295"/>
                    </a:lnTo>
                    <a:lnTo>
                      <a:pt x="1402" y="295"/>
                    </a:lnTo>
                    <a:lnTo>
                      <a:pt x="1403" y="295"/>
                    </a:lnTo>
                    <a:lnTo>
                      <a:pt x="1405" y="295"/>
                    </a:lnTo>
                    <a:lnTo>
                      <a:pt x="1406" y="295"/>
                    </a:lnTo>
                    <a:lnTo>
                      <a:pt x="1407" y="295"/>
                    </a:lnTo>
                    <a:lnTo>
                      <a:pt x="1409" y="295"/>
                    </a:lnTo>
                    <a:lnTo>
                      <a:pt x="1410" y="295"/>
                    </a:lnTo>
                    <a:lnTo>
                      <a:pt x="1411" y="295"/>
                    </a:lnTo>
                    <a:lnTo>
                      <a:pt x="1413" y="295"/>
                    </a:lnTo>
                    <a:lnTo>
                      <a:pt x="1414" y="295"/>
                    </a:lnTo>
                    <a:lnTo>
                      <a:pt x="1415" y="295"/>
                    </a:lnTo>
                    <a:lnTo>
                      <a:pt x="1417" y="294"/>
                    </a:lnTo>
                    <a:lnTo>
                      <a:pt x="1418" y="294"/>
                    </a:lnTo>
                    <a:lnTo>
                      <a:pt x="1419" y="294"/>
                    </a:lnTo>
                    <a:lnTo>
                      <a:pt x="1421" y="294"/>
                    </a:lnTo>
                    <a:lnTo>
                      <a:pt x="1422" y="294"/>
                    </a:lnTo>
                  </a:path>
                </a:pathLst>
              </a:custGeom>
              <a:noFill/>
              <a:ln cap="flat" cmpd="sng" w="25400">
                <a:solidFill>
                  <a:srgbClr val="A9A9A9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2" name="Google Shape;772;p16"/>
            <p:cNvGrpSpPr/>
            <p:nvPr/>
          </p:nvGrpSpPr>
          <p:grpSpPr>
            <a:xfrm>
              <a:off x="9412407" y="1497409"/>
              <a:ext cx="1278300" cy="1526400"/>
              <a:chOff x="10620451" y="1465790"/>
              <a:chExt cx="1278300" cy="1526400"/>
            </a:xfrm>
          </p:grpSpPr>
          <p:sp>
            <p:nvSpPr>
              <p:cNvPr id="773" name="Google Shape;773;p16"/>
              <p:cNvSpPr/>
              <p:nvPr/>
            </p:nvSpPr>
            <p:spPr>
              <a:xfrm>
                <a:off x="10620451" y="1465790"/>
                <a:ext cx="1278300" cy="1526400"/>
              </a:xfrm>
              <a:prstGeom prst="rect">
                <a:avLst/>
              </a:prstGeom>
              <a:solidFill>
                <a:schemeClr val="lt1">
                  <a:alpha val="80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74" name="Google Shape;774;p16"/>
              <p:cNvGrpSpPr/>
              <p:nvPr/>
            </p:nvGrpSpPr>
            <p:grpSpPr>
              <a:xfrm>
                <a:off x="10687758" y="1547141"/>
                <a:ext cx="1143711" cy="1363587"/>
                <a:chOff x="6059885" y="1975691"/>
                <a:chExt cx="1143711" cy="1363587"/>
              </a:xfrm>
            </p:grpSpPr>
            <p:grpSp>
              <p:nvGrpSpPr>
                <p:cNvPr id="775" name="Google Shape;775;p16"/>
                <p:cNvGrpSpPr/>
                <p:nvPr/>
              </p:nvGrpSpPr>
              <p:grpSpPr>
                <a:xfrm>
                  <a:off x="6059885" y="1975691"/>
                  <a:ext cx="1073211" cy="153900"/>
                  <a:chOff x="6059885" y="2009032"/>
                  <a:chExt cx="1073211" cy="153900"/>
                </a:xfrm>
              </p:grpSpPr>
              <p:sp>
                <p:nvSpPr>
                  <p:cNvPr id="776" name="Google Shape;776;p16"/>
                  <p:cNvSpPr/>
                  <p:nvPr/>
                </p:nvSpPr>
                <p:spPr>
                  <a:xfrm>
                    <a:off x="6302696" y="2009032"/>
                    <a:ext cx="8304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173.2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77" name="Google Shape;777;p16"/>
                  <p:cNvCxnSpPr/>
                  <p:nvPr/>
                </p:nvCxnSpPr>
                <p:spPr>
                  <a:xfrm>
                    <a:off x="6059885" y="2085976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32CD3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78" name="Google Shape;778;p16"/>
                <p:cNvGrpSpPr/>
                <p:nvPr/>
              </p:nvGrpSpPr>
              <p:grpSpPr>
                <a:xfrm>
                  <a:off x="6059885" y="2126902"/>
                  <a:ext cx="1002711" cy="153900"/>
                  <a:chOff x="6059885" y="2156075"/>
                  <a:chExt cx="1002711" cy="153900"/>
                </a:xfrm>
              </p:grpSpPr>
              <p:sp>
                <p:nvSpPr>
                  <p:cNvPr id="779" name="Google Shape;779;p16"/>
                  <p:cNvSpPr/>
                  <p:nvPr/>
                </p:nvSpPr>
                <p:spPr>
                  <a:xfrm>
                    <a:off x="6302696" y="2156075"/>
                    <a:ext cx="7599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86.6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80" name="Google Shape;780;p16"/>
                  <p:cNvCxnSpPr/>
                  <p:nvPr/>
                </p:nvCxnSpPr>
                <p:spPr>
                  <a:xfrm>
                    <a:off x="6059885" y="2233019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8B008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81" name="Google Shape;781;p16"/>
                <p:cNvGrpSpPr/>
                <p:nvPr/>
              </p:nvGrpSpPr>
              <p:grpSpPr>
                <a:xfrm>
                  <a:off x="6059885" y="2278113"/>
                  <a:ext cx="1002711" cy="153900"/>
                  <a:chOff x="6059885" y="2303118"/>
                  <a:chExt cx="1002711" cy="153900"/>
                </a:xfrm>
              </p:grpSpPr>
              <p:sp>
                <p:nvSpPr>
                  <p:cNvPr id="782" name="Google Shape;782;p16"/>
                  <p:cNvSpPr/>
                  <p:nvPr/>
                </p:nvSpPr>
                <p:spPr>
                  <a:xfrm>
                    <a:off x="6302696" y="2303118"/>
                    <a:ext cx="7599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43.3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83" name="Google Shape;783;p16"/>
                  <p:cNvCxnSpPr/>
                  <p:nvPr/>
                </p:nvCxnSpPr>
                <p:spPr>
                  <a:xfrm>
                    <a:off x="6059885" y="2380062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A9A9A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84" name="Google Shape;784;p16"/>
                <p:cNvGrpSpPr/>
                <p:nvPr/>
              </p:nvGrpSpPr>
              <p:grpSpPr>
                <a:xfrm>
                  <a:off x="6059885" y="2429324"/>
                  <a:ext cx="1073211" cy="153900"/>
                  <a:chOff x="6059885" y="2450161"/>
                  <a:chExt cx="1073211" cy="153900"/>
                </a:xfrm>
              </p:grpSpPr>
              <p:sp>
                <p:nvSpPr>
                  <p:cNvPr id="785" name="Google Shape;785;p16"/>
                  <p:cNvSpPr/>
                  <p:nvPr/>
                </p:nvSpPr>
                <p:spPr>
                  <a:xfrm>
                    <a:off x="6302696" y="2450161"/>
                    <a:ext cx="8304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21.65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86" name="Google Shape;786;p16"/>
                  <p:cNvCxnSpPr/>
                  <p:nvPr/>
                </p:nvCxnSpPr>
                <p:spPr>
                  <a:xfrm>
                    <a:off x="6059885" y="2527105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DAA52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87" name="Google Shape;787;p16"/>
                <p:cNvGrpSpPr/>
                <p:nvPr/>
              </p:nvGrpSpPr>
              <p:grpSpPr>
                <a:xfrm>
                  <a:off x="6059885" y="2580535"/>
                  <a:ext cx="1143711" cy="153900"/>
                  <a:chOff x="6059885" y="2597204"/>
                  <a:chExt cx="1143711" cy="153900"/>
                </a:xfrm>
              </p:grpSpPr>
              <p:sp>
                <p:nvSpPr>
                  <p:cNvPr id="788" name="Google Shape;788;p16"/>
                  <p:cNvSpPr/>
                  <p:nvPr/>
                </p:nvSpPr>
                <p:spPr>
                  <a:xfrm>
                    <a:off x="6302696" y="2597204"/>
                    <a:ext cx="9009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10.825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89" name="Google Shape;789;p16"/>
                  <p:cNvCxnSpPr/>
                  <p:nvPr/>
                </p:nvCxnSpPr>
                <p:spPr>
                  <a:xfrm>
                    <a:off x="6059885" y="2674148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CED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90" name="Google Shape;790;p16"/>
                <p:cNvGrpSpPr/>
                <p:nvPr/>
              </p:nvGrpSpPr>
              <p:grpSpPr>
                <a:xfrm>
                  <a:off x="6059885" y="2731746"/>
                  <a:ext cx="1143711" cy="153900"/>
                  <a:chOff x="6059885" y="2744247"/>
                  <a:chExt cx="1143711" cy="153900"/>
                </a:xfrm>
              </p:grpSpPr>
              <p:sp>
                <p:nvSpPr>
                  <p:cNvPr id="791" name="Google Shape;791;p16"/>
                  <p:cNvSpPr/>
                  <p:nvPr/>
                </p:nvSpPr>
                <p:spPr>
                  <a:xfrm>
                    <a:off x="6302696" y="2744247"/>
                    <a:ext cx="9009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5.4124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92" name="Google Shape;792;p16"/>
                  <p:cNvCxnSpPr/>
                  <p:nvPr/>
                </p:nvCxnSpPr>
                <p:spPr>
                  <a:xfrm>
                    <a:off x="6059885" y="2821191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93" name="Google Shape;793;p16"/>
                <p:cNvGrpSpPr/>
                <p:nvPr/>
              </p:nvGrpSpPr>
              <p:grpSpPr>
                <a:xfrm>
                  <a:off x="6059885" y="2882957"/>
                  <a:ext cx="1143711" cy="153900"/>
                  <a:chOff x="6059885" y="2891290"/>
                  <a:chExt cx="1143711" cy="153900"/>
                </a:xfrm>
              </p:grpSpPr>
              <p:sp>
                <p:nvSpPr>
                  <p:cNvPr id="794" name="Google Shape;794;p16"/>
                  <p:cNvSpPr/>
                  <p:nvPr/>
                </p:nvSpPr>
                <p:spPr>
                  <a:xfrm>
                    <a:off x="6302696" y="2891290"/>
                    <a:ext cx="9009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2.7062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95" name="Google Shape;795;p16"/>
                  <p:cNvCxnSpPr/>
                  <p:nvPr/>
                </p:nvCxnSpPr>
                <p:spPr>
                  <a:xfrm>
                    <a:off x="6059885" y="2968234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96" name="Google Shape;796;p16"/>
                <p:cNvGrpSpPr/>
                <p:nvPr/>
              </p:nvGrpSpPr>
              <p:grpSpPr>
                <a:xfrm>
                  <a:off x="6059885" y="3034168"/>
                  <a:ext cx="1143711" cy="153900"/>
                  <a:chOff x="6059885" y="3038333"/>
                  <a:chExt cx="1143711" cy="153900"/>
                </a:xfrm>
              </p:grpSpPr>
              <p:sp>
                <p:nvSpPr>
                  <p:cNvPr id="797" name="Google Shape;797;p16"/>
                  <p:cNvSpPr/>
                  <p:nvPr/>
                </p:nvSpPr>
                <p:spPr>
                  <a:xfrm>
                    <a:off x="6302696" y="3038333"/>
                    <a:ext cx="9009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1.3531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798" name="Google Shape;798;p16"/>
                  <p:cNvCxnSpPr/>
                  <p:nvPr/>
                </p:nvCxnSpPr>
                <p:spPr>
                  <a:xfrm>
                    <a:off x="6059885" y="3115277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228B2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99" name="Google Shape;799;p16"/>
                <p:cNvGrpSpPr/>
                <p:nvPr/>
              </p:nvGrpSpPr>
              <p:grpSpPr>
                <a:xfrm>
                  <a:off x="6059885" y="3185378"/>
                  <a:ext cx="826311" cy="153900"/>
                  <a:chOff x="6059885" y="3185378"/>
                  <a:chExt cx="826311" cy="153900"/>
                </a:xfrm>
              </p:grpSpPr>
              <p:sp>
                <p:nvSpPr>
                  <p:cNvPr id="800" name="Google Shape;800;p16"/>
                  <p:cNvSpPr/>
                  <p:nvPr/>
                </p:nvSpPr>
                <p:spPr>
                  <a:xfrm>
                    <a:off x="6302696" y="3185378"/>
                    <a:ext cx="583500" cy="1539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 nM CTH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01" name="Google Shape;801;p16"/>
                  <p:cNvCxnSpPr/>
                  <p:nvPr/>
                </p:nvCxnSpPr>
                <p:spPr>
                  <a:xfrm>
                    <a:off x="6059885" y="3262322"/>
                    <a:ext cx="183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FF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</p:grpSp>
        <p:sp>
          <p:nvSpPr>
            <p:cNvPr id="802" name="Google Shape;802;p16"/>
            <p:cNvSpPr txBox="1"/>
            <p:nvPr/>
          </p:nvSpPr>
          <p:spPr>
            <a:xfrm>
              <a:off x="6727738" y="608495"/>
              <a:ext cx="2218500" cy="4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Surface (Fc4, Raw)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Buffer Subtracted</a:t>
              </a:r>
              <a:endParaRPr i="1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7" name="Google Shape;807;p17"/>
          <p:cNvGraphicFramePr/>
          <p:nvPr/>
        </p:nvGraphicFramePr>
        <p:xfrm>
          <a:off x="304799" y="121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{91843E12-6AEC-48AD-900A-CC03F146AAD7}</a:tableStyleId>
              </a:tblPr>
              <a:tblGrid>
                <a:gridCol w="579500"/>
                <a:gridCol w="757300"/>
                <a:gridCol w="750950"/>
                <a:gridCol w="750950"/>
                <a:gridCol w="852550"/>
                <a:gridCol w="912875"/>
              </a:tblGrid>
              <a:tr h="21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MCH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(Fc3)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RNA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(Fc4)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RNA - MCH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(Fc4-3)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[RNA - MCH]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- BSA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Analyte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Conc (nM)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-0.85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1.35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2.71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46.2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5.41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32.7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71.8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39.1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47.3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111.9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64.6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66.1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159.8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88.8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108.8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240.1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131.3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124.25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86.6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157.4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319.2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161.8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163.5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173.2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170.9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459.7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288.8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290.8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112.1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1.56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3.13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21.6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29.8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27.8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1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28.2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8" name="Google Shape;808;p17"/>
          <p:cNvSpPr txBox="1"/>
          <p:nvPr/>
        </p:nvSpPr>
        <p:spPr>
          <a:xfrm>
            <a:off x="1704352" y="80914"/>
            <a:ext cx="8783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Binding Results Summary (Exp 1)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9" name="Google Shape;809;p17"/>
          <p:cNvGrpSpPr/>
          <p:nvPr/>
        </p:nvGrpSpPr>
        <p:grpSpPr>
          <a:xfrm>
            <a:off x="5257800" y="634877"/>
            <a:ext cx="6400800" cy="2044230"/>
            <a:chOff x="5257800" y="634877"/>
            <a:chExt cx="6400800" cy="2044230"/>
          </a:xfrm>
        </p:grpSpPr>
        <p:pic>
          <p:nvPicPr>
            <p:cNvPr id="810" name="Google Shape;81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57800" y="758867"/>
              <a:ext cx="6400800" cy="19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17"/>
            <p:cNvSpPr txBox="1"/>
            <p:nvPr/>
          </p:nvSpPr>
          <p:spPr>
            <a:xfrm>
              <a:off x="6918804" y="634877"/>
              <a:ext cx="307879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MCH and RNA Binding Response 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(Raw)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17"/>
          <p:cNvGrpSpPr/>
          <p:nvPr/>
        </p:nvGrpSpPr>
        <p:grpSpPr>
          <a:xfrm>
            <a:off x="5257800" y="2731868"/>
            <a:ext cx="6400800" cy="1940336"/>
            <a:chOff x="5257800" y="2782612"/>
            <a:chExt cx="6400800" cy="1940336"/>
          </a:xfrm>
        </p:grpSpPr>
        <p:pic>
          <p:nvPicPr>
            <p:cNvPr id="813" name="Google Shape;81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7800" y="2802708"/>
              <a:ext cx="6400800" cy="19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17"/>
            <p:cNvSpPr txBox="1"/>
            <p:nvPr/>
          </p:nvSpPr>
          <p:spPr>
            <a:xfrm>
              <a:off x="6453934" y="2782612"/>
              <a:ext cx="4008533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Binding Response 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(MCH Cont. Surf. Subtracted)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5" name="Google Shape;815;p17"/>
          <p:cNvGrpSpPr/>
          <p:nvPr/>
        </p:nvGrpSpPr>
        <p:grpSpPr>
          <a:xfrm>
            <a:off x="5257800" y="4724965"/>
            <a:ext cx="4114800" cy="2083803"/>
            <a:chOff x="5257800" y="4724965"/>
            <a:chExt cx="4114800" cy="2083803"/>
          </a:xfrm>
        </p:grpSpPr>
        <p:pic>
          <p:nvPicPr>
            <p:cNvPr id="816" name="Google Shape;81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57800" y="4888528"/>
              <a:ext cx="4114800" cy="19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17"/>
            <p:cNvSpPr txBox="1"/>
            <p:nvPr/>
          </p:nvSpPr>
          <p:spPr>
            <a:xfrm>
              <a:off x="6066118" y="4724965"/>
              <a:ext cx="304076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Binding 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(MCH Cont. Surf., BSA Cont. Subtracted)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18" name="Google Shape;818;p17"/>
          <p:cNvCxnSpPr/>
          <p:nvPr/>
        </p:nvCxnSpPr>
        <p:spPr>
          <a:xfrm rot="10800000">
            <a:off x="8650732" y="887464"/>
            <a:ext cx="0" cy="138316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9" name="Google Shape;819;p17"/>
          <p:cNvSpPr txBox="1"/>
          <p:nvPr/>
        </p:nvSpPr>
        <p:spPr>
          <a:xfrm>
            <a:off x="5830753" y="1609853"/>
            <a:ext cx="5533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CTH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17"/>
          <p:cNvSpPr txBox="1"/>
          <p:nvPr/>
        </p:nvSpPr>
        <p:spPr>
          <a:xfrm>
            <a:off x="8871522" y="1609853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BSA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7"/>
          <p:cNvSpPr txBox="1"/>
          <p:nvPr/>
        </p:nvSpPr>
        <p:spPr>
          <a:xfrm>
            <a:off x="5906953" y="3686647"/>
            <a:ext cx="5533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CTH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7"/>
          <p:cNvSpPr txBox="1"/>
          <p:nvPr/>
        </p:nvSpPr>
        <p:spPr>
          <a:xfrm>
            <a:off x="8947722" y="3686647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BSA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3" name="Google Shape;823;p17"/>
          <p:cNvCxnSpPr/>
          <p:nvPr/>
        </p:nvCxnSpPr>
        <p:spPr>
          <a:xfrm rot="10800000">
            <a:off x="8650732" y="3008867"/>
            <a:ext cx="0" cy="122391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4" name="Google Shape;824;p17"/>
          <p:cNvSpPr txBox="1"/>
          <p:nvPr/>
        </p:nvSpPr>
        <p:spPr>
          <a:xfrm>
            <a:off x="9512300" y="4672204"/>
            <a:ext cx="240951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1.35 nM is lowest concentration that produced detectable binding signal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8"/>
          <p:cNvSpPr txBox="1"/>
          <p:nvPr/>
        </p:nvSpPr>
        <p:spPr>
          <a:xfrm>
            <a:off x="1704352" y="80914"/>
            <a:ext cx="8783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Binding Kinetics Results (Exp 1)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0" name="Google Shape;830;p18"/>
          <p:cNvGrpSpPr/>
          <p:nvPr/>
        </p:nvGrpSpPr>
        <p:grpSpPr>
          <a:xfrm>
            <a:off x="5787856" y="1303373"/>
            <a:ext cx="6005077" cy="2963764"/>
            <a:chOff x="3034607" y="2278063"/>
            <a:chExt cx="6005077" cy="2963764"/>
          </a:xfrm>
        </p:grpSpPr>
        <p:cxnSp>
          <p:nvCxnSpPr>
            <p:cNvPr id="831" name="Google Shape;831;p18"/>
            <p:cNvCxnSpPr/>
            <p:nvPr/>
          </p:nvCxnSpPr>
          <p:spPr>
            <a:xfrm rot="10800000">
              <a:off x="3538538" y="2354263"/>
              <a:ext cx="0" cy="24733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" name="Google Shape;832;p18"/>
            <p:cNvCxnSpPr/>
            <p:nvPr/>
          </p:nvCxnSpPr>
          <p:spPr>
            <a:xfrm rot="10800000">
              <a:off x="3517901" y="4827588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18"/>
            <p:cNvCxnSpPr/>
            <p:nvPr/>
          </p:nvCxnSpPr>
          <p:spPr>
            <a:xfrm rot="10800000">
              <a:off x="3517901" y="4691063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18"/>
            <p:cNvCxnSpPr/>
            <p:nvPr/>
          </p:nvCxnSpPr>
          <p:spPr>
            <a:xfrm rot="10800000">
              <a:off x="3517901" y="4554538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18"/>
            <p:cNvCxnSpPr/>
            <p:nvPr/>
          </p:nvCxnSpPr>
          <p:spPr>
            <a:xfrm rot="10800000">
              <a:off x="3517901" y="4416425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6" name="Google Shape;836;p18"/>
            <p:cNvCxnSpPr/>
            <p:nvPr/>
          </p:nvCxnSpPr>
          <p:spPr>
            <a:xfrm rot="10800000">
              <a:off x="3517901" y="4279900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7" name="Google Shape;837;p18"/>
            <p:cNvCxnSpPr/>
            <p:nvPr/>
          </p:nvCxnSpPr>
          <p:spPr>
            <a:xfrm rot="10800000">
              <a:off x="3517901" y="4143375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8" name="Google Shape;838;p18"/>
            <p:cNvCxnSpPr/>
            <p:nvPr/>
          </p:nvCxnSpPr>
          <p:spPr>
            <a:xfrm rot="10800000">
              <a:off x="3517901" y="4002088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18"/>
            <p:cNvCxnSpPr/>
            <p:nvPr/>
          </p:nvCxnSpPr>
          <p:spPr>
            <a:xfrm rot="10800000">
              <a:off x="3517901" y="3865563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18"/>
            <p:cNvCxnSpPr/>
            <p:nvPr/>
          </p:nvCxnSpPr>
          <p:spPr>
            <a:xfrm rot="10800000">
              <a:off x="3517901" y="3729038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18"/>
            <p:cNvCxnSpPr/>
            <p:nvPr/>
          </p:nvCxnSpPr>
          <p:spPr>
            <a:xfrm rot="10800000">
              <a:off x="3517901" y="3592513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18"/>
            <p:cNvCxnSpPr/>
            <p:nvPr/>
          </p:nvCxnSpPr>
          <p:spPr>
            <a:xfrm rot="10800000">
              <a:off x="3517901" y="3455988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18"/>
            <p:cNvCxnSpPr/>
            <p:nvPr/>
          </p:nvCxnSpPr>
          <p:spPr>
            <a:xfrm rot="10800000">
              <a:off x="3517901" y="3319463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18"/>
            <p:cNvCxnSpPr/>
            <p:nvPr/>
          </p:nvCxnSpPr>
          <p:spPr>
            <a:xfrm rot="10800000">
              <a:off x="3517901" y="3178175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18"/>
            <p:cNvCxnSpPr/>
            <p:nvPr/>
          </p:nvCxnSpPr>
          <p:spPr>
            <a:xfrm rot="10800000">
              <a:off x="3517901" y="3041650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18"/>
            <p:cNvCxnSpPr/>
            <p:nvPr/>
          </p:nvCxnSpPr>
          <p:spPr>
            <a:xfrm rot="10800000">
              <a:off x="3517901" y="2905125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18"/>
            <p:cNvCxnSpPr/>
            <p:nvPr/>
          </p:nvCxnSpPr>
          <p:spPr>
            <a:xfrm rot="10800000">
              <a:off x="3517901" y="2768600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18"/>
            <p:cNvCxnSpPr/>
            <p:nvPr/>
          </p:nvCxnSpPr>
          <p:spPr>
            <a:xfrm rot="10800000">
              <a:off x="3517901" y="2632075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18"/>
            <p:cNvCxnSpPr/>
            <p:nvPr/>
          </p:nvCxnSpPr>
          <p:spPr>
            <a:xfrm rot="10800000">
              <a:off x="3517901" y="2495550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18"/>
            <p:cNvCxnSpPr/>
            <p:nvPr/>
          </p:nvCxnSpPr>
          <p:spPr>
            <a:xfrm rot="10800000">
              <a:off x="3517901" y="2354263"/>
              <a:ext cx="285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18"/>
            <p:cNvCxnSpPr/>
            <p:nvPr/>
          </p:nvCxnSpPr>
          <p:spPr>
            <a:xfrm rot="10800000">
              <a:off x="3489326" y="4827588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18"/>
            <p:cNvCxnSpPr/>
            <p:nvPr/>
          </p:nvCxnSpPr>
          <p:spPr>
            <a:xfrm rot="10800000">
              <a:off x="3489326" y="4554538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18"/>
            <p:cNvCxnSpPr/>
            <p:nvPr/>
          </p:nvCxnSpPr>
          <p:spPr>
            <a:xfrm rot="10800000">
              <a:off x="3489326" y="4279900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18"/>
            <p:cNvCxnSpPr/>
            <p:nvPr/>
          </p:nvCxnSpPr>
          <p:spPr>
            <a:xfrm rot="10800000">
              <a:off x="3489326" y="4002088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18"/>
            <p:cNvCxnSpPr/>
            <p:nvPr/>
          </p:nvCxnSpPr>
          <p:spPr>
            <a:xfrm rot="10800000">
              <a:off x="3489326" y="3729038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18"/>
            <p:cNvCxnSpPr/>
            <p:nvPr/>
          </p:nvCxnSpPr>
          <p:spPr>
            <a:xfrm rot="10800000">
              <a:off x="3489326" y="3455988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18"/>
            <p:cNvCxnSpPr/>
            <p:nvPr/>
          </p:nvCxnSpPr>
          <p:spPr>
            <a:xfrm rot="10800000">
              <a:off x="3489326" y="3178175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18"/>
            <p:cNvCxnSpPr/>
            <p:nvPr/>
          </p:nvCxnSpPr>
          <p:spPr>
            <a:xfrm rot="10800000">
              <a:off x="3489326" y="2905125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18"/>
            <p:cNvCxnSpPr/>
            <p:nvPr/>
          </p:nvCxnSpPr>
          <p:spPr>
            <a:xfrm rot="10800000">
              <a:off x="3489326" y="2632075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18"/>
            <p:cNvCxnSpPr/>
            <p:nvPr/>
          </p:nvCxnSpPr>
          <p:spPr>
            <a:xfrm rot="10800000">
              <a:off x="3489326" y="2354263"/>
              <a:ext cx="7143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1" name="Google Shape;861;p18"/>
            <p:cNvSpPr/>
            <p:nvPr/>
          </p:nvSpPr>
          <p:spPr>
            <a:xfrm>
              <a:off x="3276601" y="4749800"/>
              <a:ext cx="18434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-20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3357563" y="4476750"/>
              <a:ext cx="705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3308351" y="4203700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3308351" y="3925888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3308351" y="3652838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3308351" y="3379788"/>
              <a:ext cx="141064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3254376" y="3101975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3254376" y="2828925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120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3254376" y="2555875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3254376" y="2278063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160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1" name="Google Shape;871;p18"/>
            <p:cNvCxnSpPr/>
            <p:nvPr/>
          </p:nvCxnSpPr>
          <p:spPr>
            <a:xfrm>
              <a:off x="3538538" y="4827588"/>
              <a:ext cx="5373688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18"/>
            <p:cNvCxnSpPr/>
            <p:nvPr/>
          </p:nvCxnSpPr>
          <p:spPr>
            <a:xfrm>
              <a:off x="353853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18"/>
            <p:cNvCxnSpPr/>
            <p:nvPr/>
          </p:nvCxnSpPr>
          <p:spPr>
            <a:xfrm>
              <a:off x="3835401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p18"/>
            <p:cNvCxnSpPr/>
            <p:nvPr/>
          </p:nvCxnSpPr>
          <p:spPr>
            <a:xfrm>
              <a:off x="4133851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18"/>
            <p:cNvCxnSpPr/>
            <p:nvPr/>
          </p:nvCxnSpPr>
          <p:spPr>
            <a:xfrm>
              <a:off x="4432301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18"/>
            <p:cNvCxnSpPr/>
            <p:nvPr/>
          </p:nvCxnSpPr>
          <p:spPr>
            <a:xfrm>
              <a:off x="4730751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18"/>
            <p:cNvCxnSpPr/>
            <p:nvPr/>
          </p:nvCxnSpPr>
          <p:spPr>
            <a:xfrm>
              <a:off x="503078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18"/>
            <p:cNvCxnSpPr/>
            <p:nvPr/>
          </p:nvCxnSpPr>
          <p:spPr>
            <a:xfrm>
              <a:off x="532923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9" name="Google Shape;879;p18"/>
            <p:cNvCxnSpPr/>
            <p:nvPr/>
          </p:nvCxnSpPr>
          <p:spPr>
            <a:xfrm>
              <a:off x="562768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18"/>
            <p:cNvCxnSpPr/>
            <p:nvPr/>
          </p:nvCxnSpPr>
          <p:spPr>
            <a:xfrm>
              <a:off x="5927726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18"/>
            <p:cNvCxnSpPr/>
            <p:nvPr/>
          </p:nvCxnSpPr>
          <p:spPr>
            <a:xfrm>
              <a:off x="6226176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2" name="Google Shape;882;p18"/>
            <p:cNvCxnSpPr/>
            <p:nvPr/>
          </p:nvCxnSpPr>
          <p:spPr>
            <a:xfrm>
              <a:off x="6521451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18"/>
            <p:cNvCxnSpPr/>
            <p:nvPr/>
          </p:nvCxnSpPr>
          <p:spPr>
            <a:xfrm>
              <a:off x="6819901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18"/>
            <p:cNvCxnSpPr/>
            <p:nvPr/>
          </p:nvCxnSpPr>
          <p:spPr>
            <a:xfrm>
              <a:off x="711993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18"/>
            <p:cNvCxnSpPr/>
            <p:nvPr/>
          </p:nvCxnSpPr>
          <p:spPr>
            <a:xfrm>
              <a:off x="741838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18"/>
            <p:cNvCxnSpPr/>
            <p:nvPr/>
          </p:nvCxnSpPr>
          <p:spPr>
            <a:xfrm>
              <a:off x="771683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7" name="Google Shape;887;p18"/>
            <p:cNvCxnSpPr/>
            <p:nvPr/>
          </p:nvCxnSpPr>
          <p:spPr>
            <a:xfrm>
              <a:off x="8015288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18"/>
            <p:cNvCxnSpPr/>
            <p:nvPr/>
          </p:nvCxnSpPr>
          <p:spPr>
            <a:xfrm>
              <a:off x="8315326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18"/>
            <p:cNvCxnSpPr/>
            <p:nvPr/>
          </p:nvCxnSpPr>
          <p:spPr>
            <a:xfrm>
              <a:off x="8613776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18"/>
            <p:cNvCxnSpPr/>
            <p:nvPr/>
          </p:nvCxnSpPr>
          <p:spPr>
            <a:xfrm>
              <a:off x="8912226" y="4818063"/>
              <a:ext cx="0" cy="349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18"/>
            <p:cNvCxnSpPr/>
            <p:nvPr/>
          </p:nvCxnSpPr>
          <p:spPr>
            <a:xfrm>
              <a:off x="3538538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18"/>
            <p:cNvCxnSpPr/>
            <p:nvPr/>
          </p:nvCxnSpPr>
          <p:spPr>
            <a:xfrm>
              <a:off x="4133851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18"/>
            <p:cNvCxnSpPr/>
            <p:nvPr/>
          </p:nvCxnSpPr>
          <p:spPr>
            <a:xfrm>
              <a:off x="4730751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18"/>
            <p:cNvCxnSpPr/>
            <p:nvPr/>
          </p:nvCxnSpPr>
          <p:spPr>
            <a:xfrm>
              <a:off x="5329238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p18"/>
            <p:cNvCxnSpPr/>
            <p:nvPr/>
          </p:nvCxnSpPr>
          <p:spPr>
            <a:xfrm>
              <a:off x="5927726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p18"/>
            <p:cNvCxnSpPr/>
            <p:nvPr/>
          </p:nvCxnSpPr>
          <p:spPr>
            <a:xfrm>
              <a:off x="6521451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p18"/>
            <p:cNvCxnSpPr/>
            <p:nvPr/>
          </p:nvCxnSpPr>
          <p:spPr>
            <a:xfrm>
              <a:off x="7119938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18"/>
            <p:cNvCxnSpPr/>
            <p:nvPr/>
          </p:nvCxnSpPr>
          <p:spPr>
            <a:xfrm>
              <a:off x="7716838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p18"/>
            <p:cNvCxnSpPr/>
            <p:nvPr/>
          </p:nvCxnSpPr>
          <p:spPr>
            <a:xfrm>
              <a:off x="8315326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p18"/>
            <p:cNvCxnSpPr/>
            <p:nvPr/>
          </p:nvCxnSpPr>
          <p:spPr>
            <a:xfrm>
              <a:off x="8912226" y="4802188"/>
              <a:ext cx="0" cy="84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1" name="Google Shape;901;p18"/>
            <p:cNvSpPr/>
            <p:nvPr/>
          </p:nvSpPr>
          <p:spPr>
            <a:xfrm>
              <a:off x="3435351" y="4929188"/>
              <a:ext cx="254878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4105276" y="4929188"/>
              <a:ext cx="705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4646613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5243513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5842001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6435726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7034213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7631113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8229601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8828088" y="4929188"/>
              <a:ext cx="211596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800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 rot="-5400000">
              <a:off x="2652291" y="3486520"/>
              <a:ext cx="918521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Response (RU)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5913140" y="5087939"/>
              <a:ext cx="490519" cy="153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 (s)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8"/>
            <p:cNvSpPr/>
            <p:nvPr/>
          </p:nvSpPr>
          <p:spPr>
            <a:xfrm flipH="1" rot="10800000">
              <a:off x="3778251" y="4365625"/>
              <a:ext cx="5013325" cy="188913"/>
            </a:xfrm>
            <a:custGeom>
              <a:rect b="b" l="l" r="r" t="t"/>
              <a:pathLst>
                <a:path extrusionOk="0" h="44" w="1409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1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1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5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7" y="0"/>
                  </a:lnTo>
                  <a:lnTo>
                    <a:pt x="59" y="0"/>
                  </a:lnTo>
                  <a:lnTo>
                    <a:pt x="60" y="0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4" y="0"/>
                  </a:lnTo>
                  <a:lnTo>
                    <a:pt x="65" y="0"/>
                  </a:lnTo>
                  <a:lnTo>
                    <a:pt x="67" y="0"/>
                  </a:lnTo>
                  <a:lnTo>
                    <a:pt x="68" y="0"/>
                  </a:lnTo>
                  <a:lnTo>
                    <a:pt x="69" y="0"/>
                  </a:lnTo>
                  <a:lnTo>
                    <a:pt x="71" y="0"/>
                  </a:lnTo>
                  <a:lnTo>
                    <a:pt x="72" y="0"/>
                  </a:lnTo>
                  <a:lnTo>
                    <a:pt x="73" y="0"/>
                  </a:lnTo>
                  <a:lnTo>
                    <a:pt x="75" y="0"/>
                  </a:lnTo>
                  <a:lnTo>
                    <a:pt x="76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0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8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2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6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0" y="0"/>
                  </a:lnTo>
                  <a:lnTo>
                    <a:pt x="102" y="0"/>
                  </a:lnTo>
                  <a:lnTo>
                    <a:pt x="103" y="0"/>
                  </a:lnTo>
                  <a:lnTo>
                    <a:pt x="104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8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2" y="0"/>
                  </a:lnTo>
                  <a:lnTo>
                    <a:pt x="114" y="0"/>
                  </a:lnTo>
                  <a:lnTo>
                    <a:pt x="115" y="0"/>
                  </a:lnTo>
                  <a:lnTo>
                    <a:pt x="116" y="0"/>
                  </a:lnTo>
                  <a:lnTo>
                    <a:pt x="118" y="0"/>
                  </a:lnTo>
                  <a:lnTo>
                    <a:pt x="119" y="0"/>
                  </a:lnTo>
                  <a:lnTo>
                    <a:pt x="120" y="0"/>
                  </a:lnTo>
                  <a:lnTo>
                    <a:pt x="122" y="0"/>
                  </a:lnTo>
                  <a:lnTo>
                    <a:pt x="123" y="0"/>
                  </a:lnTo>
                  <a:lnTo>
                    <a:pt x="124" y="0"/>
                  </a:lnTo>
                  <a:lnTo>
                    <a:pt x="126" y="0"/>
                  </a:lnTo>
                  <a:lnTo>
                    <a:pt x="127" y="0"/>
                  </a:lnTo>
                  <a:lnTo>
                    <a:pt x="128" y="0"/>
                  </a:lnTo>
                  <a:lnTo>
                    <a:pt x="130" y="0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4" y="0"/>
                  </a:lnTo>
                  <a:lnTo>
                    <a:pt x="135" y="1"/>
                  </a:lnTo>
                  <a:lnTo>
                    <a:pt x="136" y="1"/>
                  </a:lnTo>
                  <a:lnTo>
                    <a:pt x="138" y="1"/>
                  </a:lnTo>
                  <a:lnTo>
                    <a:pt x="139" y="1"/>
                  </a:lnTo>
                  <a:lnTo>
                    <a:pt x="140" y="1"/>
                  </a:lnTo>
                  <a:lnTo>
                    <a:pt x="142" y="1"/>
                  </a:lnTo>
                  <a:lnTo>
                    <a:pt x="143" y="1"/>
                  </a:lnTo>
                  <a:lnTo>
                    <a:pt x="144" y="1"/>
                  </a:lnTo>
                  <a:lnTo>
                    <a:pt x="146" y="1"/>
                  </a:lnTo>
                  <a:lnTo>
                    <a:pt x="147" y="1"/>
                  </a:lnTo>
                  <a:lnTo>
                    <a:pt x="148" y="1"/>
                  </a:lnTo>
                  <a:lnTo>
                    <a:pt x="150" y="1"/>
                  </a:lnTo>
                  <a:lnTo>
                    <a:pt x="151" y="2"/>
                  </a:lnTo>
                  <a:lnTo>
                    <a:pt x="153" y="2"/>
                  </a:lnTo>
                  <a:lnTo>
                    <a:pt x="154" y="2"/>
                  </a:lnTo>
                  <a:lnTo>
                    <a:pt x="155" y="2"/>
                  </a:lnTo>
                  <a:lnTo>
                    <a:pt x="157" y="2"/>
                  </a:lnTo>
                  <a:lnTo>
                    <a:pt x="158" y="3"/>
                  </a:lnTo>
                  <a:lnTo>
                    <a:pt x="159" y="3"/>
                  </a:lnTo>
                  <a:lnTo>
                    <a:pt x="161" y="3"/>
                  </a:lnTo>
                  <a:lnTo>
                    <a:pt x="162" y="3"/>
                  </a:lnTo>
                  <a:lnTo>
                    <a:pt x="163" y="3"/>
                  </a:lnTo>
                  <a:lnTo>
                    <a:pt x="165" y="3"/>
                  </a:lnTo>
                  <a:lnTo>
                    <a:pt x="166" y="3"/>
                  </a:lnTo>
                  <a:lnTo>
                    <a:pt x="167" y="4"/>
                  </a:lnTo>
                  <a:lnTo>
                    <a:pt x="169" y="4"/>
                  </a:lnTo>
                  <a:lnTo>
                    <a:pt x="170" y="4"/>
                  </a:lnTo>
                  <a:lnTo>
                    <a:pt x="171" y="4"/>
                  </a:lnTo>
                  <a:lnTo>
                    <a:pt x="173" y="5"/>
                  </a:lnTo>
                  <a:lnTo>
                    <a:pt x="174" y="5"/>
                  </a:lnTo>
                  <a:lnTo>
                    <a:pt x="175" y="5"/>
                  </a:lnTo>
                  <a:lnTo>
                    <a:pt x="177" y="5"/>
                  </a:lnTo>
                  <a:lnTo>
                    <a:pt x="178" y="5"/>
                  </a:lnTo>
                  <a:lnTo>
                    <a:pt x="179" y="6"/>
                  </a:lnTo>
                  <a:lnTo>
                    <a:pt x="181" y="6"/>
                  </a:lnTo>
                  <a:lnTo>
                    <a:pt x="182" y="6"/>
                  </a:lnTo>
                  <a:lnTo>
                    <a:pt x="183" y="6"/>
                  </a:lnTo>
                  <a:lnTo>
                    <a:pt x="185" y="6"/>
                  </a:lnTo>
                  <a:lnTo>
                    <a:pt x="186" y="6"/>
                  </a:lnTo>
                  <a:lnTo>
                    <a:pt x="187" y="7"/>
                  </a:lnTo>
                  <a:lnTo>
                    <a:pt x="189" y="7"/>
                  </a:lnTo>
                  <a:lnTo>
                    <a:pt x="190" y="7"/>
                  </a:lnTo>
                  <a:lnTo>
                    <a:pt x="191" y="7"/>
                  </a:lnTo>
                  <a:lnTo>
                    <a:pt x="193" y="8"/>
                  </a:lnTo>
                  <a:lnTo>
                    <a:pt x="194" y="8"/>
                  </a:lnTo>
                  <a:lnTo>
                    <a:pt x="195" y="8"/>
                  </a:lnTo>
                  <a:lnTo>
                    <a:pt x="197" y="8"/>
                  </a:lnTo>
                  <a:lnTo>
                    <a:pt x="198" y="9"/>
                  </a:lnTo>
                  <a:lnTo>
                    <a:pt x="200" y="9"/>
                  </a:lnTo>
                  <a:lnTo>
                    <a:pt x="201" y="9"/>
                  </a:lnTo>
                  <a:lnTo>
                    <a:pt x="202" y="9"/>
                  </a:lnTo>
                  <a:lnTo>
                    <a:pt x="204" y="10"/>
                  </a:lnTo>
                  <a:lnTo>
                    <a:pt x="205" y="10"/>
                  </a:lnTo>
                  <a:lnTo>
                    <a:pt x="206" y="10"/>
                  </a:lnTo>
                  <a:lnTo>
                    <a:pt x="208" y="10"/>
                  </a:lnTo>
                  <a:lnTo>
                    <a:pt x="209" y="11"/>
                  </a:lnTo>
                  <a:lnTo>
                    <a:pt x="210" y="11"/>
                  </a:lnTo>
                  <a:lnTo>
                    <a:pt x="212" y="11"/>
                  </a:lnTo>
                  <a:lnTo>
                    <a:pt x="213" y="11"/>
                  </a:lnTo>
                  <a:lnTo>
                    <a:pt x="214" y="12"/>
                  </a:lnTo>
                  <a:lnTo>
                    <a:pt x="216" y="12"/>
                  </a:lnTo>
                  <a:lnTo>
                    <a:pt x="217" y="12"/>
                  </a:lnTo>
                  <a:lnTo>
                    <a:pt x="218" y="12"/>
                  </a:lnTo>
                  <a:lnTo>
                    <a:pt x="220" y="12"/>
                  </a:lnTo>
                  <a:lnTo>
                    <a:pt x="221" y="13"/>
                  </a:lnTo>
                  <a:lnTo>
                    <a:pt x="222" y="13"/>
                  </a:lnTo>
                  <a:lnTo>
                    <a:pt x="224" y="13"/>
                  </a:lnTo>
                  <a:lnTo>
                    <a:pt x="225" y="13"/>
                  </a:lnTo>
                  <a:lnTo>
                    <a:pt x="226" y="14"/>
                  </a:lnTo>
                  <a:lnTo>
                    <a:pt x="228" y="14"/>
                  </a:lnTo>
                  <a:lnTo>
                    <a:pt x="229" y="14"/>
                  </a:lnTo>
                  <a:lnTo>
                    <a:pt x="230" y="15"/>
                  </a:lnTo>
                  <a:lnTo>
                    <a:pt x="232" y="15"/>
                  </a:lnTo>
                  <a:lnTo>
                    <a:pt x="233" y="15"/>
                  </a:lnTo>
                  <a:lnTo>
                    <a:pt x="234" y="15"/>
                  </a:lnTo>
                  <a:lnTo>
                    <a:pt x="236" y="16"/>
                  </a:lnTo>
                  <a:lnTo>
                    <a:pt x="237" y="16"/>
                  </a:lnTo>
                  <a:lnTo>
                    <a:pt x="238" y="16"/>
                  </a:lnTo>
                  <a:lnTo>
                    <a:pt x="240" y="16"/>
                  </a:lnTo>
                  <a:lnTo>
                    <a:pt x="241" y="16"/>
                  </a:lnTo>
                  <a:lnTo>
                    <a:pt x="242" y="17"/>
                  </a:lnTo>
                  <a:lnTo>
                    <a:pt x="244" y="17"/>
                  </a:lnTo>
                  <a:lnTo>
                    <a:pt x="245" y="17"/>
                  </a:lnTo>
                  <a:lnTo>
                    <a:pt x="246" y="18"/>
                  </a:lnTo>
                  <a:lnTo>
                    <a:pt x="248" y="18"/>
                  </a:lnTo>
                  <a:lnTo>
                    <a:pt x="249" y="18"/>
                  </a:lnTo>
                  <a:lnTo>
                    <a:pt x="251" y="18"/>
                  </a:lnTo>
                  <a:lnTo>
                    <a:pt x="252" y="19"/>
                  </a:lnTo>
                  <a:lnTo>
                    <a:pt x="253" y="19"/>
                  </a:lnTo>
                  <a:lnTo>
                    <a:pt x="255" y="19"/>
                  </a:lnTo>
                  <a:lnTo>
                    <a:pt x="256" y="20"/>
                  </a:lnTo>
                  <a:lnTo>
                    <a:pt x="257" y="20"/>
                  </a:lnTo>
                  <a:lnTo>
                    <a:pt x="259" y="20"/>
                  </a:lnTo>
                  <a:lnTo>
                    <a:pt x="260" y="20"/>
                  </a:lnTo>
                  <a:lnTo>
                    <a:pt x="261" y="20"/>
                  </a:lnTo>
                  <a:lnTo>
                    <a:pt x="263" y="21"/>
                  </a:lnTo>
                  <a:lnTo>
                    <a:pt x="264" y="21"/>
                  </a:lnTo>
                  <a:lnTo>
                    <a:pt x="265" y="21"/>
                  </a:lnTo>
                  <a:lnTo>
                    <a:pt x="267" y="21"/>
                  </a:lnTo>
                  <a:lnTo>
                    <a:pt x="268" y="21"/>
                  </a:lnTo>
                  <a:lnTo>
                    <a:pt x="269" y="22"/>
                  </a:lnTo>
                  <a:lnTo>
                    <a:pt x="271" y="22"/>
                  </a:lnTo>
                  <a:lnTo>
                    <a:pt x="272" y="22"/>
                  </a:lnTo>
                  <a:lnTo>
                    <a:pt x="273" y="23"/>
                  </a:lnTo>
                  <a:lnTo>
                    <a:pt x="275" y="23"/>
                  </a:lnTo>
                  <a:lnTo>
                    <a:pt x="276" y="23"/>
                  </a:lnTo>
                  <a:lnTo>
                    <a:pt x="277" y="23"/>
                  </a:lnTo>
                  <a:lnTo>
                    <a:pt x="279" y="24"/>
                  </a:lnTo>
                  <a:lnTo>
                    <a:pt x="280" y="24"/>
                  </a:lnTo>
                  <a:lnTo>
                    <a:pt x="281" y="24"/>
                  </a:lnTo>
                  <a:lnTo>
                    <a:pt x="283" y="24"/>
                  </a:lnTo>
                  <a:lnTo>
                    <a:pt x="284" y="25"/>
                  </a:lnTo>
                  <a:lnTo>
                    <a:pt x="285" y="25"/>
                  </a:lnTo>
                  <a:lnTo>
                    <a:pt x="287" y="25"/>
                  </a:lnTo>
                  <a:lnTo>
                    <a:pt x="288" y="25"/>
                  </a:lnTo>
                  <a:lnTo>
                    <a:pt x="289" y="25"/>
                  </a:lnTo>
                  <a:lnTo>
                    <a:pt x="291" y="26"/>
                  </a:lnTo>
                  <a:lnTo>
                    <a:pt x="292" y="26"/>
                  </a:lnTo>
                  <a:lnTo>
                    <a:pt x="293" y="26"/>
                  </a:lnTo>
                  <a:lnTo>
                    <a:pt x="295" y="26"/>
                  </a:lnTo>
                  <a:lnTo>
                    <a:pt x="296" y="26"/>
                  </a:lnTo>
                  <a:lnTo>
                    <a:pt x="297" y="27"/>
                  </a:lnTo>
                  <a:lnTo>
                    <a:pt x="299" y="27"/>
                  </a:lnTo>
                  <a:lnTo>
                    <a:pt x="300" y="27"/>
                  </a:lnTo>
                  <a:lnTo>
                    <a:pt x="302" y="27"/>
                  </a:lnTo>
                  <a:lnTo>
                    <a:pt x="303" y="27"/>
                  </a:lnTo>
                  <a:lnTo>
                    <a:pt x="304" y="27"/>
                  </a:lnTo>
                  <a:lnTo>
                    <a:pt x="306" y="27"/>
                  </a:lnTo>
                  <a:lnTo>
                    <a:pt x="307" y="28"/>
                  </a:lnTo>
                  <a:lnTo>
                    <a:pt x="308" y="28"/>
                  </a:lnTo>
                  <a:lnTo>
                    <a:pt x="310" y="28"/>
                  </a:lnTo>
                  <a:lnTo>
                    <a:pt x="311" y="28"/>
                  </a:lnTo>
                  <a:lnTo>
                    <a:pt x="312" y="28"/>
                  </a:lnTo>
                  <a:lnTo>
                    <a:pt x="314" y="28"/>
                  </a:lnTo>
                  <a:lnTo>
                    <a:pt x="315" y="28"/>
                  </a:lnTo>
                  <a:lnTo>
                    <a:pt x="316" y="29"/>
                  </a:lnTo>
                  <a:lnTo>
                    <a:pt x="318" y="29"/>
                  </a:lnTo>
                  <a:lnTo>
                    <a:pt x="319" y="29"/>
                  </a:lnTo>
                  <a:lnTo>
                    <a:pt x="320" y="29"/>
                  </a:lnTo>
                  <a:lnTo>
                    <a:pt x="322" y="29"/>
                  </a:lnTo>
                  <a:lnTo>
                    <a:pt x="323" y="29"/>
                  </a:lnTo>
                  <a:lnTo>
                    <a:pt x="324" y="29"/>
                  </a:lnTo>
                  <a:lnTo>
                    <a:pt x="326" y="30"/>
                  </a:lnTo>
                  <a:lnTo>
                    <a:pt x="327" y="30"/>
                  </a:lnTo>
                  <a:lnTo>
                    <a:pt x="328" y="30"/>
                  </a:lnTo>
                  <a:lnTo>
                    <a:pt x="330" y="30"/>
                  </a:lnTo>
                  <a:lnTo>
                    <a:pt x="331" y="30"/>
                  </a:lnTo>
                  <a:lnTo>
                    <a:pt x="332" y="30"/>
                  </a:lnTo>
                  <a:lnTo>
                    <a:pt x="334" y="30"/>
                  </a:lnTo>
                  <a:lnTo>
                    <a:pt x="335" y="30"/>
                  </a:lnTo>
                  <a:lnTo>
                    <a:pt x="336" y="30"/>
                  </a:lnTo>
                  <a:lnTo>
                    <a:pt x="338" y="31"/>
                  </a:lnTo>
                  <a:lnTo>
                    <a:pt x="339" y="31"/>
                  </a:lnTo>
                  <a:lnTo>
                    <a:pt x="340" y="31"/>
                  </a:lnTo>
                  <a:lnTo>
                    <a:pt x="342" y="31"/>
                  </a:lnTo>
                  <a:lnTo>
                    <a:pt x="343" y="31"/>
                  </a:lnTo>
                  <a:lnTo>
                    <a:pt x="344" y="31"/>
                  </a:lnTo>
                  <a:lnTo>
                    <a:pt x="346" y="31"/>
                  </a:lnTo>
                  <a:lnTo>
                    <a:pt x="347" y="31"/>
                  </a:lnTo>
                  <a:lnTo>
                    <a:pt x="348" y="31"/>
                  </a:lnTo>
                  <a:lnTo>
                    <a:pt x="350" y="31"/>
                  </a:lnTo>
                  <a:lnTo>
                    <a:pt x="351" y="31"/>
                  </a:lnTo>
                  <a:lnTo>
                    <a:pt x="353" y="32"/>
                  </a:lnTo>
                  <a:lnTo>
                    <a:pt x="354" y="32"/>
                  </a:lnTo>
                  <a:lnTo>
                    <a:pt x="355" y="32"/>
                  </a:lnTo>
                  <a:lnTo>
                    <a:pt x="357" y="32"/>
                  </a:lnTo>
                  <a:lnTo>
                    <a:pt x="358" y="32"/>
                  </a:lnTo>
                  <a:lnTo>
                    <a:pt x="359" y="32"/>
                  </a:lnTo>
                  <a:lnTo>
                    <a:pt x="361" y="32"/>
                  </a:lnTo>
                  <a:lnTo>
                    <a:pt x="362" y="32"/>
                  </a:lnTo>
                  <a:lnTo>
                    <a:pt x="363" y="33"/>
                  </a:lnTo>
                  <a:lnTo>
                    <a:pt x="365" y="33"/>
                  </a:lnTo>
                  <a:lnTo>
                    <a:pt x="366" y="33"/>
                  </a:lnTo>
                  <a:lnTo>
                    <a:pt x="367" y="33"/>
                  </a:lnTo>
                  <a:lnTo>
                    <a:pt x="369" y="33"/>
                  </a:lnTo>
                  <a:lnTo>
                    <a:pt x="370" y="33"/>
                  </a:lnTo>
                  <a:lnTo>
                    <a:pt x="371" y="33"/>
                  </a:lnTo>
                  <a:lnTo>
                    <a:pt x="373" y="33"/>
                  </a:lnTo>
                  <a:lnTo>
                    <a:pt x="374" y="33"/>
                  </a:lnTo>
                  <a:lnTo>
                    <a:pt x="375" y="33"/>
                  </a:lnTo>
                  <a:lnTo>
                    <a:pt x="377" y="33"/>
                  </a:lnTo>
                  <a:lnTo>
                    <a:pt x="378" y="33"/>
                  </a:lnTo>
                  <a:lnTo>
                    <a:pt x="379" y="33"/>
                  </a:lnTo>
                  <a:lnTo>
                    <a:pt x="381" y="33"/>
                  </a:lnTo>
                  <a:lnTo>
                    <a:pt x="382" y="33"/>
                  </a:lnTo>
                  <a:lnTo>
                    <a:pt x="383" y="33"/>
                  </a:lnTo>
                  <a:lnTo>
                    <a:pt x="385" y="33"/>
                  </a:lnTo>
                  <a:lnTo>
                    <a:pt x="386" y="33"/>
                  </a:lnTo>
                  <a:lnTo>
                    <a:pt x="387" y="33"/>
                  </a:lnTo>
                  <a:lnTo>
                    <a:pt x="389" y="34"/>
                  </a:lnTo>
                  <a:lnTo>
                    <a:pt x="390" y="34"/>
                  </a:lnTo>
                  <a:lnTo>
                    <a:pt x="391" y="34"/>
                  </a:lnTo>
                  <a:lnTo>
                    <a:pt x="393" y="34"/>
                  </a:lnTo>
                  <a:lnTo>
                    <a:pt x="394" y="34"/>
                  </a:lnTo>
                  <a:lnTo>
                    <a:pt x="395" y="34"/>
                  </a:lnTo>
                  <a:lnTo>
                    <a:pt x="397" y="34"/>
                  </a:lnTo>
                  <a:lnTo>
                    <a:pt x="398" y="34"/>
                  </a:lnTo>
                  <a:lnTo>
                    <a:pt x="399" y="34"/>
                  </a:lnTo>
                  <a:lnTo>
                    <a:pt x="401" y="34"/>
                  </a:lnTo>
                  <a:lnTo>
                    <a:pt x="402" y="34"/>
                  </a:lnTo>
                  <a:lnTo>
                    <a:pt x="404" y="34"/>
                  </a:lnTo>
                  <a:lnTo>
                    <a:pt x="405" y="34"/>
                  </a:lnTo>
                  <a:lnTo>
                    <a:pt x="406" y="35"/>
                  </a:lnTo>
                  <a:lnTo>
                    <a:pt x="408" y="35"/>
                  </a:lnTo>
                  <a:lnTo>
                    <a:pt x="409" y="34"/>
                  </a:lnTo>
                  <a:lnTo>
                    <a:pt x="410" y="35"/>
                  </a:lnTo>
                  <a:lnTo>
                    <a:pt x="412" y="35"/>
                  </a:lnTo>
                  <a:lnTo>
                    <a:pt x="413" y="35"/>
                  </a:lnTo>
                  <a:lnTo>
                    <a:pt x="414" y="35"/>
                  </a:lnTo>
                  <a:lnTo>
                    <a:pt x="416" y="35"/>
                  </a:lnTo>
                  <a:lnTo>
                    <a:pt x="417" y="35"/>
                  </a:lnTo>
                  <a:lnTo>
                    <a:pt x="418" y="35"/>
                  </a:lnTo>
                  <a:lnTo>
                    <a:pt x="420" y="35"/>
                  </a:lnTo>
                  <a:lnTo>
                    <a:pt x="421" y="35"/>
                  </a:lnTo>
                  <a:lnTo>
                    <a:pt x="422" y="35"/>
                  </a:lnTo>
                  <a:lnTo>
                    <a:pt x="424" y="35"/>
                  </a:lnTo>
                  <a:lnTo>
                    <a:pt x="425" y="35"/>
                  </a:lnTo>
                  <a:lnTo>
                    <a:pt x="426" y="35"/>
                  </a:lnTo>
                  <a:lnTo>
                    <a:pt x="428" y="35"/>
                  </a:lnTo>
                  <a:lnTo>
                    <a:pt x="429" y="35"/>
                  </a:lnTo>
                  <a:lnTo>
                    <a:pt x="430" y="35"/>
                  </a:lnTo>
                  <a:lnTo>
                    <a:pt x="432" y="35"/>
                  </a:lnTo>
                  <a:lnTo>
                    <a:pt x="433" y="35"/>
                  </a:lnTo>
                  <a:lnTo>
                    <a:pt x="434" y="35"/>
                  </a:lnTo>
                  <a:lnTo>
                    <a:pt x="436" y="35"/>
                  </a:lnTo>
                  <a:lnTo>
                    <a:pt x="437" y="35"/>
                  </a:lnTo>
                  <a:lnTo>
                    <a:pt x="438" y="35"/>
                  </a:lnTo>
                  <a:lnTo>
                    <a:pt x="440" y="35"/>
                  </a:lnTo>
                  <a:lnTo>
                    <a:pt x="441" y="35"/>
                  </a:lnTo>
                  <a:lnTo>
                    <a:pt x="442" y="35"/>
                  </a:lnTo>
                  <a:lnTo>
                    <a:pt x="444" y="35"/>
                  </a:lnTo>
                  <a:lnTo>
                    <a:pt x="445" y="35"/>
                  </a:lnTo>
                  <a:lnTo>
                    <a:pt x="446" y="35"/>
                  </a:lnTo>
                  <a:lnTo>
                    <a:pt x="448" y="35"/>
                  </a:lnTo>
                  <a:lnTo>
                    <a:pt x="449" y="35"/>
                  </a:lnTo>
                  <a:lnTo>
                    <a:pt x="450" y="35"/>
                  </a:lnTo>
                  <a:lnTo>
                    <a:pt x="452" y="35"/>
                  </a:lnTo>
                  <a:lnTo>
                    <a:pt x="453" y="35"/>
                  </a:lnTo>
                  <a:lnTo>
                    <a:pt x="455" y="35"/>
                  </a:lnTo>
                  <a:lnTo>
                    <a:pt x="456" y="36"/>
                  </a:lnTo>
                  <a:lnTo>
                    <a:pt x="457" y="36"/>
                  </a:lnTo>
                  <a:lnTo>
                    <a:pt x="459" y="36"/>
                  </a:lnTo>
                  <a:lnTo>
                    <a:pt x="460" y="36"/>
                  </a:lnTo>
                  <a:lnTo>
                    <a:pt x="461" y="36"/>
                  </a:lnTo>
                  <a:lnTo>
                    <a:pt x="463" y="36"/>
                  </a:lnTo>
                  <a:lnTo>
                    <a:pt x="464" y="36"/>
                  </a:lnTo>
                  <a:lnTo>
                    <a:pt x="465" y="36"/>
                  </a:lnTo>
                  <a:lnTo>
                    <a:pt x="467" y="36"/>
                  </a:lnTo>
                  <a:lnTo>
                    <a:pt x="468" y="36"/>
                  </a:lnTo>
                  <a:lnTo>
                    <a:pt x="469" y="36"/>
                  </a:lnTo>
                  <a:lnTo>
                    <a:pt x="471" y="36"/>
                  </a:lnTo>
                  <a:lnTo>
                    <a:pt x="472" y="36"/>
                  </a:lnTo>
                  <a:lnTo>
                    <a:pt x="473" y="36"/>
                  </a:lnTo>
                  <a:lnTo>
                    <a:pt x="475" y="36"/>
                  </a:lnTo>
                  <a:lnTo>
                    <a:pt x="476" y="36"/>
                  </a:lnTo>
                  <a:lnTo>
                    <a:pt x="477" y="36"/>
                  </a:lnTo>
                  <a:lnTo>
                    <a:pt x="479" y="36"/>
                  </a:lnTo>
                  <a:lnTo>
                    <a:pt x="480" y="36"/>
                  </a:lnTo>
                  <a:lnTo>
                    <a:pt x="481" y="36"/>
                  </a:lnTo>
                  <a:lnTo>
                    <a:pt x="483" y="36"/>
                  </a:lnTo>
                  <a:lnTo>
                    <a:pt x="484" y="36"/>
                  </a:lnTo>
                  <a:lnTo>
                    <a:pt x="485" y="36"/>
                  </a:lnTo>
                  <a:lnTo>
                    <a:pt x="487" y="36"/>
                  </a:lnTo>
                  <a:lnTo>
                    <a:pt x="488" y="36"/>
                  </a:lnTo>
                  <a:lnTo>
                    <a:pt x="489" y="36"/>
                  </a:lnTo>
                  <a:lnTo>
                    <a:pt x="491" y="36"/>
                  </a:lnTo>
                  <a:lnTo>
                    <a:pt x="492" y="36"/>
                  </a:lnTo>
                  <a:lnTo>
                    <a:pt x="493" y="36"/>
                  </a:lnTo>
                  <a:lnTo>
                    <a:pt x="495" y="36"/>
                  </a:lnTo>
                  <a:lnTo>
                    <a:pt x="496" y="36"/>
                  </a:lnTo>
                  <a:lnTo>
                    <a:pt x="497" y="36"/>
                  </a:lnTo>
                  <a:lnTo>
                    <a:pt x="499" y="36"/>
                  </a:lnTo>
                  <a:lnTo>
                    <a:pt x="500" y="36"/>
                  </a:lnTo>
                  <a:lnTo>
                    <a:pt x="502" y="36"/>
                  </a:lnTo>
                  <a:lnTo>
                    <a:pt x="503" y="36"/>
                  </a:lnTo>
                  <a:lnTo>
                    <a:pt x="504" y="36"/>
                  </a:lnTo>
                  <a:lnTo>
                    <a:pt x="506" y="36"/>
                  </a:lnTo>
                  <a:lnTo>
                    <a:pt x="507" y="36"/>
                  </a:lnTo>
                  <a:lnTo>
                    <a:pt x="508" y="36"/>
                  </a:lnTo>
                  <a:lnTo>
                    <a:pt x="510" y="36"/>
                  </a:lnTo>
                  <a:lnTo>
                    <a:pt x="511" y="36"/>
                  </a:lnTo>
                  <a:lnTo>
                    <a:pt x="512" y="36"/>
                  </a:lnTo>
                  <a:lnTo>
                    <a:pt x="514" y="36"/>
                  </a:lnTo>
                  <a:lnTo>
                    <a:pt x="515" y="36"/>
                  </a:lnTo>
                  <a:lnTo>
                    <a:pt x="516" y="36"/>
                  </a:lnTo>
                  <a:lnTo>
                    <a:pt x="518" y="36"/>
                  </a:lnTo>
                  <a:lnTo>
                    <a:pt x="519" y="36"/>
                  </a:lnTo>
                  <a:lnTo>
                    <a:pt x="520" y="36"/>
                  </a:lnTo>
                  <a:lnTo>
                    <a:pt x="522" y="36"/>
                  </a:lnTo>
                  <a:lnTo>
                    <a:pt x="523" y="36"/>
                  </a:lnTo>
                  <a:lnTo>
                    <a:pt x="524" y="36"/>
                  </a:lnTo>
                  <a:lnTo>
                    <a:pt x="526" y="36"/>
                  </a:lnTo>
                  <a:lnTo>
                    <a:pt x="527" y="36"/>
                  </a:lnTo>
                  <a:lnTo>
                    <a:pt x="528" y="36"/>
                  </a:lnTo>
                  <a:lnTo>
                    <a:pt x="530" y="36"/>
                  </a:lnTo>
                  <a:lnTo>
                    <a:pt x="531" y="36"/>
                  </a:lnTo>
                  <a:lnTo>
                    <a:pt x="532" y="36"/>
                  </a:lnTo>
                  <a:lnTo>
                    <a:pt x="534" y="37"/>
                  </a:lnTo>
                  <a:lnTo>
                    <a:pt x="535" y="36"/>
                  </a:lnTo>
                  <a:lnTo>
                    <a:pt x="536" y="37"/>
                  </a:lnTo>
                  <a:lnTo>
                    <a:pt x="538" y="36"/>
                  </a:lnTo>
                  <a:lnTo>
                    <a:pt x="539" y="36"/>
                  </a:lnTo>
                  <a:lnTo>
                    <a:pt x="540" y="36"/>
                  </a:lnTo>
                  <a:lnTo>
                    <a:pt x="542" y="36"/>
                  </a:lnTo>
                  <a:lnTo>
                    <a:pt x="543" y="37"/>
                  </a:lnTo>
                  <a:lnTo>
                    <a:pt x="544" y="37"/>
                  </a:lnTo>
                  <a:lnTo>
                    <a:pt x="546" y="37"/>
                  </a:lnTo>
                  <a:lnTo>
                    <a:pt x="547" y="37"/>
                  </a:lnTo>
                  <a:lnTo>
                    <a:pt x="548" y="37"/>
                  </a:lnTo>
                  <a:lnTo>
                    <a:pt x="550" y="37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4" y="37"/>
                  </a:lnTo>
                  <a:lnTo>
                    <a:pt x="555" y="37"/>
                  </a:lnTo>
                  <a:lnTo>
                    <a:pt x="557" y="37"/>
                  </a:lnTo>
                  <a:lnTo>
                    <a:pt x="558" y="37"/>
                  </a:lnTo>
                  <a:lnTo>
                    <a:pt x="559" y="37"/>
                  </a:lnTo>
                  <a:lnTo>
                    <a:pt x="561" y="37"/>
                  </a:lnTo>
                  <a:lnTo>
                    <a:pt x="562" y="37"/>
                  </a:lnTo>
                  <a:lnTo>
                    <a:pt x="563" y="37"/>
                  </a:lnTo>
                  <a:lnTo>
                    <a:pt x="565" y="37"/>
                  </a:lnTo>
                  <a:lnTo>
                    <a:pt x="566" y="37"/>
                  </a:lnTo>
                  <a:lnTo>
                    <a:pt x="567" y="37"/>
                  </a:lnTo>
                  <a:lnTo>
                    <a:pt x="569" y="37"/>
                  </a:lnTo>
                  <a:lnTo>
                    <a:pt x="570" y="37"/>
                  </a:lnTo>
                  <a:lnTo>
                    <a:pt x="571" y="37"/>
                  </a:lnTo>
                  <a:lnTo>
                    <a:pt x="573" y="37"/>
                  </a:lnTo>
                  <a:lnTo>
                    <a:pt x="574" y="37"/>
                  </a:lnTo>
                  <a:lnTo>
                    <a:pt x="575" y="37"/>
                  </a:lnTo>
                  <a:lnTo>
                    <a:pt x="577" y="37"/>
                  </a:lnTo>
                  <a:lnTo>
                    <a:pt x="578" y="37"/>
                  </a:lnTo>
                  <a:lnTo>
                    <a:pt x="579" y="37"/>
                  </a:lnTo>
                  <a:lnTo>
                    <a:pt x="581" y="37"/>
                  </a:lnTo>
                  <a:lnTo>
                    <a:pt x="582" y="37"/>
                  </a:lnTo>
                  <a:lnTo>
                    <a:pt x="583" y="37"/>
                  </a:lnTo>
                  <a:lnTo>
                    <a:pt x="585" y="37"/>
                  </a:lnTo>
                  <a:lnTo>
                    <a:pt x="586" y="37"/>
                  </a:lnTo>
                  <a:lnTo>
                    <a:pt x="587" y="37"/>
                  </a:lnTo>
                  <a:lnTo>
                    <a:pt x="589" y="37"/>
                  </a:lnTo>
                  <a:lnTo>
                    <a:pt x="590" y="37"/>
                  </a:lnTo>
                  <a:lnTo>
                    <a:pt x="591" y="37"/>
                  </a:lnTo>
                  <a:lnTo>
                    <a:pt x="593" y="37"/>
                  </a:lnTo>
                  <a:lnTo>
                    <a:pt x="594" y="37"/>
                  </a:lnTo>
                  <a:lnTo>
                    <a:pt x="595" y="37"/>
                  </a:lnTo>
                  <a:lnTo>
                    <a:pt x="597" y="37"/>
                  </a:lnTo>
                  <a:lnTo>
                    <a:pt x="598" y="37"/>
                  </a:lnTo>
                  <a:lnTo>
                    <a:pt x="599" y="37"/>
                  </a:lnTo>
                  <a:lnTo>
                    <a:pt x="601" y="37"/>
                  </a:lnTo>
                  <a:lnTo>
                    <a:pt x="602" y="37"/>
                  </a:lnTo>
                  <a:lnTo>
                    <a:pt x="604" y="37"/>
                  </a:lnTo>
                  <a:lnTo>
                    <a:pt x="605" y="38"/>
                  </a:lnTo>
                  <a:lnTo>
                    <a:pt x="606" y="37"/>
                  </a:lnTo>
                  <a:lnTo>
                    <a:pt x="608" y="37"/>
                  </a:lnTo>
                  <a:lnTo>
                    <a:pt x="609" y="37"/>
                  </a:lnTo>
                  <a:lnTo>
                    <a:pt x="610" y="37"/>
                  </a:lnTo>
                  <a:lnTo>
                    <a:pt x="612" y="37"/>
                  </a:lnTo>
                  <a:lnTo>
                    <a:pt x="613" y="37"/>
                  </a:lnTo>
                  <a:lnTo>
                    <a:pt x="614" y="37"/>
                  </a:lnTo>
                  <a:lnTo>
                    <a:pt x="616" y="37"/>
                  </a:lnTo>
                  <a:lnTo>
                    <a:pt x="617" y="37"/>
                  </a:lnTo>
                  <a:lnTo>
                    <a:pt x="618" y="37"/>
                  </a:lnTo>
                  <a:lnTo>
                    <a:pt x="620" y="37"/>
                  </a:lnTo>
                  <a:lnTo>
                    <a:pt x="621" y="37"/>
                  </a:lnTo>
                  <a:lnTo>
                    <a:pt x="622" y="38"/>
                  </a:lnTo>
                  <a:lnTo>
                    <a:pt x="624" y="38"/>
                  </a:lnTo>
                  <a:lnTo>
                    <a:pt x="625" y="37"/>
                  </a:lnTo>
                  <a:lnTo>
                    <a:pt x="626" y="37"/>
                  </a:lnTo>
                  <a:lnTo>
                    <a:pt x="628" y="37"/>
                  </a:lnTo>
                  <a:lnTo>
                    <a:pt x="629" y="37"/>
                  </a:lnTo>
                  <a:lnTo>
                    <a:pt x="630" y="37"/>
                  </a:lnTo>
                  <a:lnTo>
                    <a:pt x="632" y="37"/>
                  </a:lnTo>
                  <a:lnTo>
                    <a:pt x="633" y="37"/>
                  </a:lnTo>
                  <a:lnTo>
                    <a:pt x="634" y="37"/>
                  </a:lnTo>
                  <a:lnTo>
                    <a:pt x="636" y="38"/>
                  </a:lnTo>
                  <a:lnTo>
                    <a:pt x="637" y="38"/>
                  </a:lnTo>
                  <a:lnTo>
                    <a:pt x="638" y="38"/>
                  </a:lnTo>
                  <a:lnTo>
                    <a:pt x="640" y="38"/>
                  </a:lnTo>
                  <a:lnTo>
                    <a:pt x="641" y="38"/>
                  </a:lnTo>
                  <a:lnTo>
                    <a:pt x="642" y="38"/>
                  </a:lnTo>
                  <a:lnTo>
                    <a:pt x="644" y="38"/>
                  </a:lnTo>
                  <a:lnTo>
                    <a:pt x="645" y="38"/>
                  </a:lnTo>
                  <a:lnTo>
                    <a:pt x="646" y="38"/>
                  </a:lnTo>
                  <a:lnTo>
                    <a:pt x="648" y="38"/>
                  </a:lnTo>
                  <a:lnTo>
                    <a:pt x="649" y="38"/>
                  </a:lnTo>
                  <a:lnTo>
                    <a:pt x="650" y="38"/>
                  </a:lnTo>
                  <a:lnTo>
                    <a:pt x="652" y="38"/>
                  </a:lnTo>
                  <a:lnTo>
                    <a:pt x="653" y="38"/>
                  </a:lnTo>
                  <a:lnTo>
                    <a:pt x="655" y="38"/>
                  </a:lnTo>
                  <a:lnTo>
                    <a:pt x="656" y="38"/>
                  </a:lnTo>
                  <a:lnTo>
                    <a:pt x="657" y="38"/>
                  </a:lnTo>
                  <a:lnTo>
                    <a:pt x="659" y="38"/>
                  </a:lnTo>
                  <a:lnTo>
                    <a:pt x="660" y="38"/>
                  </a:lnTo>
                  <a:lnTo>
                    <a:pt x="661" y="38"/>
                  </a:lnTo>
                  <a:lnTo>
                    <a:pt x="663" y="38"/>
                  </a:lnTo>
                  <a:lnTo>
                    <a:pt x="664" y="38"/>
                  </a:lnTo>
                  <a:lnTo>
                    <a:pt x="665" y="38"/>
                  </a:lnTo>
                  <a:lnTo>
                    <a:pt x="667" y="38"/>
                  </a:lnTo>
                  <a:lnTo>
                    <a:pt x="668" y="38"/>
                  </a:lnTo>
                  <a:lnTo>
                    <a:pt x="669" y="38"/>
                  </a:lnTo>
                  <a:lnTo>
                    <a:pt x="671" y="38"/>
                  </a:lnTo>
                  <a:lnTo>
                    <a:pt x="672" y="38"/>
                  </a:lnTo>
                  <a:lnTo>
                    <a:pt x="673" y="38"/>
                  </a:lnTo>
                  <a:lnTo>
                    <a:pt x="675" y="38"/>
                  </a:lnTo>
                  <a:lnTo>
                    <a:pt x="676" y="38"/>
                  </a:lnTo>
                  <a:lnTo>
                    <a:pt x="677" y="38"/>
                  </a:lnTo>
                  <a:lnTo>
                    <a:pt x="679" y="38"/>
                  </a:lnTo>
                  <a:lnTo>
                    <a:pt x="680" y="38"/>
                  </a:lnTo>
                  <a:lnTo>
                    <a:pt x="681" y="38"/>
                  </a:lnTo>
                  <a:lnTo>
                    <a:pt x="683" y="38"/>
                  </a:lnTo>
                  <a:lnTo>
                    <a:pt x="684" y="38"/>
                  </a:lnTo>
                  <a:lnTo>
                    <a:pt x="685" y="38"/>
                  </a:lnTo>
                  <a:lnTo>
                    <a:pt x="687" y="38"/>
                  </a:lnTo>
                  <a:lnTo>
                    <a:pt x="688" y="38"/>
                  </a:lnTo>
                  <a:lnTo>
                    <a:pt x="689" y="38"/>
                  </a:lnTo>
                  <a:lnTo>
                    <a:pt x="691" y="38"/>
                  </a:lnTo>
                  <a:lnTo>
                    <a:pt x="692" y="38"/>
                  </a:lnTo>
                  <a:lnTo>
                    <a:pt x="693" y="38"/>
                  </a:lnTo>
                  <a:lnTo>
                    <a:pt x="695" y="38"/>
                  </a:lnTo>
                  <a:lnTo>
                    <a:pt x="696" y="38"/>
                  </a:lnTo>
                  <a:lnTo>
                    <a:pt x="697" y="38"/>
                  </a:lnTo>
                  <a:lnTo>
                    <a:pt x="699" y="38"/>
                  </a:lnTo>
                  <a:lnTo>
                    <a:pt x="700" y="38"/>
                  </a:lnTo>
                  <a:lnTo>
                    <a:pt x="701" y="38"/>
                  </a:lnTo>
                  <a:lnTo>
                    <a:pt x="703" y="38"/>
                  </a:lnTo>
                  <a:lnTo>
                    <a:pt x="704" y="38"/>
                  </a:lnTo>
                  <a:lnTo>
                    <a:pt x="706" y="38"/>
                  </a:lnTo>
                  <a:lnTo>
                    <a:pt x="707" y="38"/>
                  </a:lnTo>
                  <a:lnTo>
                    <a:pt x="708" y="38"/>
                  </a:lnTo>
                  <a:lnTo>
                    <a:pt x="710" y="38"/>
                  </a:lnTo>
                  <a:lnTo>
                    <a:pt x="711" y="38"/>
                  </a:lnTo>
                  <a:lnTo>
                    <a:pt x="712" y="38"/>
                  </a:lnTo>
                  <a:lnTo>
                    <a:pt x="714" y="38"/>
                  </a:lnTo>
                  <a:lnTo>
                    <a:pt x="715" y="38"/>
                  </a:lnTo>
                  <a:lnTo>
                    <a:pt x="716" y="38"/>
                  </a:lnTo>
                  <a:lnTo>
                    <a:pt x="718" y="38"/>
                  </a:lnTo>
                  <a:lnTo>
                    <a:pt x="719" y="38"/>
                  </a:lnTo>
                  <a:lnTo>
                    <a:pt x="720" y="38"/>
                  </a:lnTo>
                  <a:lnTo>
                    <a:pt x="722" y="38"/>
                  </a:lnTo>
                  <a:lnTo>
                    <a:pt x="723" y="39"/>
                  </a:lnTo>
                  <a:lnTo>
                    <a:pt x="724" y="39"/>
                  </a:lnTo>
                  <a:lnTo>
                    <a:pt x="726" y="39"/>
                  </a:lnTo>
                  <a:lnTo>
                    <a:pt x="727" y="39"/>
                  </a:lnTo>
                  <a:lnTo>
                    <a:pt x="728" y="39"/>
                  </a:lnTo>
                  <a:lnTo>
                    <a:pt x="730" y="39"/>
                  </a:lnTo>
                  <a:lnTo>
                    <a:pt x="731" y="39"/>
                  </a:lnTo>
                  <a:lnTo>
                    <a:pt x="732" y="39"/>
                  </a:lnTo>
                  <a:lnTo>
                    <a:pt x="734" y="39"/>
                  </a:lnTo>
                  <a:lnTo>
                    <a:pt x="735" y="39"/>
                  </a:lnTo>
                  <a:lnTo>
                    <a:pt x="736" y="39"/>
                  </a:lnTo>
                  <a:lnTo>
                    <a:pt x="738" y="39"/>
                  </a:lnTo>
                  <a:lnTo>
                    <a:pt x="739" y="39"/>
                  </a:lnTo>
                  <a:lnTo>
                    <a:pt x="740" y="39"/>
                  </a:lnTo>
                  <a:lnTo>
                    <a:pt x="742" y="39"/>
                  </a:lnTo>
                  <a:lnTo>
                    <a:pt x="743" y="39"/>
                  </a:lnTo>
                  <a:lnTo>
                    <a:pt x="744" y="39"/>
                  </a:lnTo>
                  <a:lnTo>
                    <a:pt x="746" y="39"/>
                  </a:lnTo>
                  <a:lnTo>
                    <a:pt x="747" y="39"/>
                  </a:lnTo>
                  <a:lnTo>
                    <a:pt x="748" y="39"/>
                  </a:lnTo>
                  <a:lnTo>
                    <a:pt x="750" y="39"/>
                  </a:lnTo>
                  <a:lnTo>
                    <a:pt x="751" y="39"/>
                  </a:lnTo>
                  <a:lnTo>
                    <a:pt x="752" y="39"/>
                  </a:lnTo>
                  <a:lnTo>
                    <a:pt x="754" y="39"/>
                  </a:lnTo>
                  <a:lnTo>
                    <a:pt x="755" y="39"/>
                  </a:lnTo>
                  <a:lnTo>
                    <a:pt x="757" y="39"/>
                  </a:lnTo>
                  <a:lnTo>
                    <a:pt x="758" y="39"/>
                  </a:lnTo>
                  <a:lnTo>
                    <a:pt x="759" y="39"/>
                  </a:lnTo>
                  <a:lnTo>
                    <a:pt x="761" y="39"/>
                  </a:lnTo>
                  <a:lnTo>
                    <a:pt x="762" y="39"/>
                  </a:lnTo>
                  <a:lnTo>
                    <a:pt x="763" y="39"/>
                  </a:lnTo>
                  <a:lnTo>
                    <a:pt x="765" y="39"/>
                  </a:lnTo>
                  <a:lnTo>
                    <a:pt x="766" y="39"/>
                  </a:lnTo>
                  <a:lnTo>
                    <a:pt x="767" y="39"/>
                  </a:lnTo>
                  <a:lnTo>
                    <a:pt x="769" y="39"/>
                  </a:lnTo>
                  <a:lnTo>
                    <a:pt x="770" y="39"/>
                  </a:lnTo>
                  <a:lnTo>
                    <a:pt x="771" y="39"/>
                  </a:lnTo>
                  <a:lnTo>
                    <a:pt x="773" y="39"/>
                  </a:lnTo>
                  <a:lnTo>
                    <a:pt x="774" y="39"/>
                  </a:lnTo>
                  <a:lnTo>
                    <a:pt x="775" y="39"/>
                  </a:lnTo>
                  <a:lnTo>
                    <a:pt x="777" y="39"/>
                  </a:lnTo>
                  <a:lnTo>
                    <a:pt x="778" y="39"/>
                  </a:lnTo>
                  <a:lnTo>
                    <a:pt x="779" y="39"/>
                  </a:lnTo>
                  <a:lnTo>
                    <a:pt x="781" y="39"/>
                  </a:lnTo>
                  <a:lnTo>
                    <a:pt x="782" y="39"/>
                  </a:lnTo>
                  <a:lnTo>
                    <a:pt x="783" y="39"/>
                  </a:lnTo>
                  <a:lnTo>
                    <a:pt x="785" y="39"/>
                  </a:lnTo>
                  <a:lnTo>
                    <a:pt x="786" y="39"/>
                  </a:lnTo>
                  <a:lnTo>
                    <a:pt x="787" y="39"/>
                  </a:lnTo>
                  <a:lnTo>
                    <a:pt x="789" y="39"/>
                  </a:lnTo>
                  <a:lnTo>
                    <a:pt x="790" y="39"/>
                  </a:lnTo>
                  <a:lnTo>
                    <a:pt x="791" y="39"/>
                  </a:lnTo>
                  <a:lnTo>
                    <a:pt x="793" y="39"/>
                  </a:lnTo>
                  <a:lnTo>
                    <a:pt x="794" y="39"/>
                  </a:lnTo>
                  <a:lnTo>
                    <a:pt x="795" y="39"/>
                  </a:lnTo>
                  <a:lnTo>
                    <a:pt x="797" y="39"/>
                  </a:lnTo>
                  <a:lnTo>
                    <a:pt x="798" y="39"/>
                  </a:lnTo>
                  <a:lnTo>
                    <a:pt x="799" y="39"/>
                  </a:lnTo>
                  <a:lnTo>
                    <a:pt x="801" y="39"/>
                  </a:lnTo>
                  <a:lnTo>
                    <a:pt x="802" y="39"/>
                  </a:lnTo>
                  <a:lnTo>
                    <a:pt x="804" y="39"/>
                  </a:lnTo>
                  <a:lnTo>
                    <a:pt x="805" y="39"/>
                  </a:lnTo>
                  <a:lnTo>
                    <a:pt x="806" y="39"/>
                  </a:lnTo>
                  <a:lnTo>
                    <a:pt x="808" y="39"/>
                  </a:lnTo>
                  <a:lnTo>
                    <a:pt x="809" y="39"/>
                  </a:lnTo>
                  <a:lnTo>
                    <a:pt x="810" y="39"/>
                  </a:lnTo>
                  <a:lnTo>
                    <a:pt x="812" y="39"/>
                  </a:lnTo>
                  <a:lnTo>
                    <a:pt x="813" y="39"/>
                  </a:lnTo>
                  <a:lnTo>
                    <a:pt x="814" y="39"/>
                  </a:lnTo>
                  <a:lnTo>
                    <a:pt x="816" y="39"/>
                  </a:lnTo>
                  <a:lnTo>
                    <a:pt x="817" y="39"/>
                  </a:lnTo>
                  <a:lnTo>
                    <a:pt x="818" y="39"/>
                  </a:lnTo>
                  <a:lnTo>
                    <a:pt x="820" y="39"/>
                  </a:lnTo>
                  <a:lnTo>
                    <a:pt x="821" y="39"/>
                  </a:lnTo>
                  <a:lnTo>
                    <a:pt x="822" y="39"/>
                  </a:lnTo>
                  <a:lnTo>
                    <a:pt x="824" y="39"/>
                  </a:lnTo>
                  <a:lnTo>
                    <a:pt x="825" y="39"/>
                  </a:lnTo>
                  <a:lnTo>
                    <a:pt x="826" y="39"/>
                  </a:lnTo>
                  <a:lnTo>
                    <a:pt x="828" y="39"/>
                  </a:lnTo>
                  <a:lnTo>
                    <a:pt x="829" y="39"/>
                  </a:lnTo>
                  <a:lnTo>
                    <a:pt x="830" y="39"/>
                  </a:lnTo>
                  <a:lnTo>
                    <a:pt x="832" y="39"/>
                  </a:lnTo>
                  <a:lnTo>
                    <a:pt x="833" y="40"/>
                  </a:lnTo>
                  <a:lnTo>
                    <a:pt x="834" y="40"/>
                  </a:lnTo>
                  <a:lnTo>
                    <a:pt x="836" y="39"/>
                  </a:lnTo>
                  <a:lnTo>
                    <a:pt x="837" y="40"/>
                  </a:lnTo>
                  <a:lnTo>
                    <a:pt x="838" y="40"/>
                  </a:lnTo>
                  <a:lnTo>
                    <a:pt x="840" y="40"/>
                  </a:lnTo>
                  <a:lnTo>
                    <a:pt x="841" y="40"/>
                  </a:lnTo>
                  <a:lnTo>
                    <a:pt x="842" y="40"/>
                  </a:lnTo>
                  <a:lnTo>
                    <a:pt x="844" y="40"/>
                  </a:lnTo>
                  <a:lnTo>
                    <a:pt x="845" y="40"/>
                  </a:lnTo>
                  <a:lnTo>
                    <a:pt x="846" y="40"/>
                  </a:lnTo>
                  <a:lnTo>
                    <a:pt x="848" y="40"/>
                  </a:lnTo>
                  <a:lnTo>
                    <a:pt x="849" y="40"/>
                  </a:lnTo>
                  <a:lnTo>
                    <a:pt x="850" y="40"/>
                  </a:lnTo>
                  <a:lnTo>
                    <a:pt x="852" y="40"/>
                  </a:lnTo>
                  <a:lnTo>
                    <a:pt x="853" y="40"/>
                  </a:lnTo>
                  <a:lnTo>
                    <a:pt x="855" y="40"/>
                  </a:lnTo>
                  <a:lnTo>
                    <a:pt x="856" y="40"/>
                  </a:lnTo>
                  <a:lnTo>
                    <a:pt x="857" y="40"/>
                  </a:lnTo>
                  <a:lnTo>
                    <a:pt x="859" y="40"/>
                  </a:lnTo>
                  <a:lnTo>
                    <a:pt x="860" y="40"/>
                  </a:lnTo>
                  <a:lnTo>
                    <a:pt x="861" y="40"/>
                  </a:lnTo>
                  <a:lnTo>
                    <a:pt x="863" y="40"/>
                  </a:lnTo>
                  <a:lnTo>
                    <a:pt x="864" y="40"/>
                  </a:lnTo>
                  <a:lnTo>
                    <a:pt x="865" y="40"/>
                  </a:lnTo>
                  <a:lnTo>
                    <a:pt x="867" y="40"/>
                  </a:lnTo>
                  <a:lnTo>
                    <a:pt x="868" y="40"/>
                  </a:lnTo>
                  <a:lnTo>
                    <a:pt x="869" y="40"/>
                  </a:lnTo>
                  <a:lnTo>
                    <a:pt x="871" y="40"/>
                  </a:lnTo>
                  <a:lnTo>
                    <a:pt x="872" y="40"/>
                  </a:lnTo>
                  <a:lnTo>
                    <a:pt x="873" y="40"/>
                  </a:lnTo>
                  <a:lnTo>
                    <a:pt x="875" y="40"/>
                  </a:lnTo>
                  <a:lnTo>
                    <a:pt x="876" y="40"/>
                  </a:lnTo>
                  <a:lnTo>
                    <a:pt x="877" y="40"/>
                  </a:lnTo>
                  <a:lnTo>
                    <a:pt x="879" y="40"/>
                  </a:lnTo>
                  <a:lnTo>
                    <a:pt x="880" y="40"/>
                  </a:lnTo>
                  <a:lnTo>
                    <a:pt x="881" y="40"/>
                  </a:lnTo>
                  <a:lnTo>
                    <a:pt x="883" y="40"/>
                  </a:lnTo>
                  <a:lnTo>
                    <a:pt x="884" y="40"/>
                  </a:lnTo>
                  <a:lnTo>
                    <a:pt x="885" y="40"/>
                  </a:lnTo>
                  <a:lnTo>
                    <a:pt x="887" y="40"/>
                  </a:lnTo>
                  <a:lnTo>
                    <a:pt x="888" y="40"/>
                  </a:lnTo>
                  <a:lnTo>
                    <a:pt x="889" y="40"/>
                  </a:lnTo>
                  <a:lnTo>
                    <a:pt x="891" y="40"/>
                  </a:lnTo>
                  <a:lnTo>
                    <a:pt x="892" y="40"/>
                  </a:lnTo>
                  <a:lnTo>
                    <a:pt x="893" y="40"/>
                  </a:lnTo>
                  <a:lnTo>
                    <a:pt x="895" y="40"/>
                  </a:lnTo>
                  <a:lnTo>
                    <a:pt x="896" y="40"/>
                  </a:lnTo>
                  <a:lnTo>
                    <a:pt x="897" y="40"/>
                  </a:lnTo>
                  <a:lnTo>
                    <a:pt x="899" y="40"/>
                  </a:lnTo>
                  <a:lnTo>
                    <a:pt x="900" y="40"/>
                  </a:lnTo>
                  <a:lnTo>
                    <a:pt x="901" y="40"/>
                  </a:lnTo>
                  <a:lnTo>
                    <a:pt x="903" y="40"/>
                  </a:lnTo>
                  <a:lnTo>
                    <a:pt x="904" y="40"/>
                  </a:lnTo>
                  <a:lnTo>
                    <a:pt x="906" y="40"/>
                  </a:lnTo>
                  <a:lnTo>
                    <a:pt x="907" y="40"/>
                  </a:lnTo>
                  <a:lnTo>
                    <a:pt x="908" y="40"/>
                  </a:lnTo>
                  <a:lnTo>
                    <a:pt x="910" y="40"/>
                  </a:lnTo>
                  <a:lnTo>
                    <a:pt x="911" y="40"/>
                  </a:lnTo>
                  <a:lnTo>
                    <a:pt x="912" y="40"/>
                  </a:lnTo>
                  <a:lnTo>
                    <a:pt x="914" y="40"/>
                  </a:lnTo>
                  <a:lnTo>
                    <a:pt x="915" y="40"/>
                  </a:lnTo>
                  <a:lnTo>
                    <a:pt x="916" y="40"/>
                  </a:lnTo>
                  <a:lnTo>
                    <a:pt x="918" y="40"/>
                  </a:lnTo>
                  <a:lnTo>
                    <a:pt x="919" y="40"/>
                  </a:lnTo>
                  <a:lnTo>
                    <a:pt x="920" y="40"/>
                  </a:lnTo>
                  <a:lnTo>
                    <a:pt x="922" y="40"/>
                  </a:lnTo>
                  <a:lnTo>
                    <a:pt x="923" y="40"/>
                  </a:lnTo>
                  <a:lnTo>
                    <a:pt x="924" y="40"/>
                  </a:lnTo>
                  <a:lnTo>
                    <a:pt x="926" y="40"/>
                  </a:lnTo>
                  <a:lnTo>
                    <a:pt x="927" y="40"/>
                  </a:lnTo>
                  <a:lnTo>
                    <a:pt x="928" y="40"/>
                  </a:lnTo>
                  <a:lnTo>
                    <a:pt x="930" y="40"/>
                  </a:lnTo>
                  <a:lnTo>
                    <a:pt x="931" y="40"/>
                  </a:lnTo>
                  <a:lnTo>
                    <a:pt x="932" y="40"/>
                  </a:lnTo>
                  <a:lnTo>
                    <a:pt x="934" y="40"/>
                  </a:lnTo>
                  <a:lnTo>
                    <a:pt x="935" y="40"/>
                  </a:lnTo>
                  <a:lnTo>
                    <a:pt x="936" y="40"/>
                  </a:lnTo>
                  <a:lnTo>
                    <a:pt x="938" y="40"/>
                  </a:lnTo>
                  <a:lnTo>
                    <a:pt x="939" y="40"/>
                  </a:lnTo>
                  <a:lnTo>
                    <a:pt x="940" y="40"/>
                  </a:lnTo>
                  <a:lnTo>
                    <a:pt x="942" y="40"/>
                  </a:lnTo>
                  <a:lnTo>
                    <a:pt x="943" y="41"/>
                  </a:lnTo>
                  <a:lnTo>
                    <a:pt x="944" y="41"/>
                  </a:lnTo>
                  <a:lnTo>
                    <a:pt x="946" y="41"/>
                  </a:lnTo>
                  <a:lnTo>
                    <a:pt x="947" y="41"/>
                  </a:lnTo>
                  <a:lnTo>
                    <a:pt x="948" y="41"/>
                  </a:lnTo>
                  <a:lnTo>
                    <a:pt x="950" y="41"/>
                  </a:lnTo>
                  <a:lnTo>
                    <a:pt x="951" y="40"/>
                  </a:lnTo>
                  <a:lnTo>
                    <a:pt x="952" y="40"/>
                  </a:lnTo>
                  <a:lnTo>
                    <a:pt x="954" y="40"/>
                  </a:lnTo>
                  <a:lnTo>
                    <a:pt x="955" y="40"/>
                  </a:lnTo>
                  <a:lnTo>
                    <a:pt x="957" y="40"/>
                  </a:lnTo>
                  <a:lnTo>
                    <a:pt x="958" y="40"/>
                  </a:lnTo>
                  <a:lnTo>
                    <a:pt x="959" y="40"/>
                  </a:lnTo>
                  <a:lnTo>
                    <a:pt x="961" y="41"/>
                  </a:lnTo>
                  <a:lnTo>
                    <a:pt x="962" y="41"/>
                  </a:lnTo>
                  <a:lnTo>
                    <a:pt x="963" y="41"/>
                  </a:lnTo>
                  <a:lnTo>
                    <a:pt x="965" y="41"/>
                  </a:lnTo>
                  <a:lnTo>
                    <a:pt x="966" y="41"/>
                  </a:lnTo>
                  <a:lnTo>
                    <a:pt x="967" y="41"/>
                  </a:lnTo>
                  <a:lnTo>
                    <a:pt x="969" y="41"/>
                  </a:lnTo>
                  <a:lnTo>
                    <a:pt x="970" y="41"/>
                  </a:lnTo>
                  <a:lnTo>
                    <a:pt x="971" y="41"/>
                  </a:lnTo>
                  <a:lnTo>
                    <a:pt x="973" y="41"/>
                  </a:lnTo>
                  <a:lnTo>
                    <a:pt x="974" y="41"/>
                  </a:lnTo>
                  <a:lnTo>
                    <a:pt x="975" y="41"/>
                  </a:lnTo>
                  <a:lnTo>
                    <a:pt x="977" y="41"/>
                  </a:lnTo>
                  <a:lnTo>
                    <a:pt x="978" y="41"/>
                  </a:lnTo>
                  <a:lnTo>
                    <a:pt x="979" y="41"/>
                  </a:lnTo>
                  <a:lnTo>
                    <a:pt x="981" y="41"/>
                  </a:lnTo>
                  <a:lnTo>
                    <a:pt x="982" y="41"/>
                  </a:lnTo>
                  <a:lnTo>
                    <a:pt x="983" y="41"/>
                  </a:lnTo>
                  <a:lnTo>
                    <a:pt x="985" y="41"/>
                  </a:lnTo>
                  <a:lnTo>
                    <a:pt x="986" y="41"/>
                  </a:lnTo>
                  <a:lnTo>
                    <a:pt x="987" y="41"/>
                  </a:lnTo>
                  <a:lnTo>
                    <a:pt x="989" y="41"/>
                  </a:lnTo>
                  <a:lnTo>
                    <a:pt x="990" y="41"/>
                  </a:lnTo>
                  <a:lnTo>
                    <a:pt x="991" y="41"/>
                  </a:lnTo>
                  <a:lnTo>
                    <a:pt x="993" y="41"/>
                  </a:lnTo>
                  <a:lnTo>
                    <a:pt x="994" y="41"/>
                  </a:lnTo>
                  <a:lnTo>
                    <a:pt x="995" y="41"/>
                  </a:lnTo>
                  <a:lnTo>
                    <a:pt x="997" y="41"/>
                  </a:lnTo>
                  <a:lnTo>
                    <a:pt x="998" y="41"/>
                  </a:lnTo>
                  <a:lnTo>
                    <a:pt x="999" y="41"/>
                  </a:lnTo>
                  <a:lnTo>
                    <a:pt x="1001" y="41"/>
                  </a:lnTo>
                  <a:lnTo>
                    <a:pt x="1002" y="41"/>
                  </a:lnTo>
                  <a:lnTo>
                    <a:pt x="1003" y="41"/>
                  </a:lnTo>
                  <a:lnTo>
                    <a:pt x="1005" y="41"/>
                  </a:lnTo>
                  <a:lnTo>
                    <a:pt x="1006" y="41"/>
                  </a:lnTo>
                  <a:lnTo>
                    <a:pt x="1008" y="41"/>
                  </a:lnTo>
                  <a:lnTo>
                    <a:pt x="1009" y="41"/>
                  </a:lnTo>
                  <a:lnTo>
                    <a:pt x="1010" y="41"/>
                  </a:lnTo>
                  <a:lnTo>
                    <a:pt x="1012" y="41"/>
                  </a:lnTo>
                  <a:lnTo>
                    <a:pt x="1013" y="41"/>
                  </a:lnTo>
                  <a:lnTo>
                    <a:pt x="1014" y="41"/>
                  </a:lnTo>
                  <a:lnTo>
                    <a:pt x="1016" y="41"/>
                  </a:lnTo>
                  <a:lnTo>
                    <a:pt x="1017" y="41"/>
                  </a:lnTo>
                  <a:lnTo>
                    <a:pt x="1018" y="41"/>
                  </a:lnTo>
                  <a:lnTo>
                    <a:pt x="1020" y="41"/>
                  </a:lnTo>
                  <a:lnTo>
                    <a:pt x="1021" y="41"/>
                  </a:lnTo>
                  <a:lnTo>
                    <a:pt x="1022" y="41"/>
                  </a:lnTo>
                  <a:lnTo>
                    <a:pt x="1024" y="41"/>
                  </a:lnTo>
                  <a:lnTo>
                    <a:pt x="1025" y="41"/>
                  </a:lnTo>
                  <a:lnTo>
                    <a:pt x="1026" y="41"/>
                  </a:lnTo>
                  <a:lnTo>
                    <a:pt x="1028" y="41"/>
                  </a:lnTo>
                  <a:lnTo>
                    <a:pt x="1029" y="41"/>
                  </a:lnTo>
                  <a:lnTo>
                    <a:pt x="1030" y="41"/>
                  </a:lnTo>
                  <a:lnTo>
                    <a:pt x="1032" y="41"/>
                  </a:lnTo>
                  <a:lnTo>
                    <a:pt x="1033" y="41"/>
                  </a:lnTo>
                  <a:lnTo>
                    <a:pt x="1034" y="41"/>
                  </a:lnTo>
                  <a:lnTo>
                    <a:pt x="1036" y="41"/>
                  </a:lnTo>
                  <a:lnTo>
                    <a:pt x="1037" y="41"/>
                  </a:lnTo>
                  <a:lnTo>
                    <a:pt x="1038" y="41"/>
                  </a:lnTo>
                  <a:lnTo>
                    <a:pt x="1040" y="41"/>
                  </a:lnTo>
                  <a:lnTo>
                    <a:pt x="1041" y="41"/>
                  </a:lnTo>
                  <a:lnTo>
                    <a:pt x="1042" y="41"/>
                  </a:lnTo>
                  <a:lnTo>
                    <a:pt x="1044" y="41"/>
                  </a:lnTo>
                  <a:lnTo>
                    <a:pt x="1045" y="41"/>
                  </a:lnTo>
                  <a:lnTo>
                    <a:pt x="1046" y="41"/>
                  </a:lnTo>
                  <a:lnTo>
                    <a:pt x="1048" y="41"/>
                  </a:lnTo>
                  <a:lnTo>
                    <a:pt x="1049" y="41"/>
                  </a:lnTo>
                  <a:lnTo>
                    <a:pt x="1050" y="41"/>
                  </a:lnTo>
                  <a:lnTo>
                    <a:pt x="1052" y="41"/>
                  </a:lnTo>
                  <a:lnTo>
                    <a:pt x="1053" y="41"/>
                  </a:lnTo>
                  <a:lnTo>
                    <a:pt x="1054" y="41"/>
                  </a:lnTo>
                  <a:lnTo>
                    <a:pt x="1056" y="41"/>
                  </a:lnTo>
                  <a:lnTo>
                    <a:pt x="1057" y="41"/>
                  </a:lnTo>
                  <a:lnTo>
                    <a:pt x="1059" y="41"/>
                  </a:lnTo>
                  <a:lnTo>
                    <a:pt x="1060" y="41"/>
                  </a:lnTo>
                  <a:lnTo>
                    <a:pt x="1061" y="41"/>
                  </a:lnTo>
                  <a:lnTo>
                    <a:pt x="1063" y="41"/>
                  </a:lnTo>
                  <a:lnTo>
                    <a:pt x="1064" y="41"/>
                  </a:lnTo>
                  <a:lnTo>
                    <a:pt x="1065" y="41"/>
                  </a:lnTo>
                  <a:lnTo>
                    <a:pt x="1067" y="41"/>
                  </a:lnTo>
                  <a:lnTo>
                    <a:pt x="1068" y="41"/>
                  </a:lnTo>
                  <a:lnTo>
                    <a:pt x="1069" y="41"/>
                  </a:lnTo>
                  <a:lnTo>
                    <a:pt x="1071" y="41"/>
                  </a:lnTo>
                  <a:lnTo>
                    <a:pt x="1072" y="41"/>
                  </a:lnTo>
                  <a:lnTo>
                    <a:pt x="1073" y="41"/>
                  </a:lnTo>
                  <a:lnTo>
                    <a:pt x="1075" y="41"/>
                  </a:lnTo>
                  <a:lnTo>
                    <a:pt x="1076" y="41"/>
                  </a:lnTo>
                  <a:lnTo>
                    <a:pt x="1077" y="41"/>
                  </a:lnTo>
                  <a:lnTo>
                    <a:pt x="1079" y="41"/>
                  </a:lnTo>
                  <a:lnTo>
                    <a:pt x="1080" y="42"/>
                  </a:lnTo>
                  <a:lnTo>
                    <a:pt x="1081" y="42"/>
                  </a:lnTo>
                  <a:lnTo>
                    <a:pt x="1083" y="42"/>
                  </a:lnTo>
                  <a:lnTo>
                    <a:pt x="1084" y="42"/>
                  </a:lnTo>
                  <a:lnTo>
                    <a:pt x="1085" y="42"/>
                  </a:lnTo>
                  <a:lnTo>
                    <a:pt x="1087" y="42"/>
                  </a:lnTo>
                  <a:lnTo>
                    <a:pt x="1088" y="42"/>
                  </a:lnTo>
                  <a:lnTo>
                    <a:pt x="1089" y="42"/>
                  </a:lnTo>
                  <a:lnTo>
                    <a:pt x="1091" y="42"/>
                  </a:lnTo>
                  <a:lnTo>
                    <a:pt x="1092" y="42"/>
                  </a:lnTo>
                  <a:lnTo>
                    <a:pt x="1093" y="42"/>
                  </a:lnTo>
                  <a:lnTo>
                    <a:pt x="1095" y="42"/>
                  </a:lnTo>
                  <a:lnTo>
                    <a:pt x="1096" y="42"/>
                  </a:lnTo>
                  <a:lnTo>
                    <a:pt x="1097" y="42"/>
                  </a:lnTo>
                  <a:lnTo>
                    <a:pt x="1099" y="42"/>
                  </a:lnTo>
                  <a:lnTo>
                    <a:pt x="1100" y="42"/>
                  </a:lnTo>
                  <a:lnTo>
                    <a:pt x="1101" y="42"/>
                  </a:lnTo>
                  <a:lnTo>
                    <a:pt x="1103" y="42"/>
                  </a:lnTo>
                  <a:lnTo>
                    <a:pt x="1104" y="42"/>
                  </a:lnTo>
                  <a:lnTo>
                    <a:pt x="1106" y="42"/>
                  </a:lnTo>
                  <a:lnTo>
                    <a:pt x="1107" y="42"/>
                  </a:lnTo>
                  <a:lnTo>
                    <a:pt x="1108" y="42"/>
                  </a:lnTo>
                  <a:lnTo>
                    <a:pt x="1110" y="42"/>
                  </a:lnTo>
                  <a:lnTo>
                    <a:pt x="1111" y="42"/>
                  </a:lnTo>
                  <a:lnTo>
                    <a:pt x="1112" y="42"/>
                  </a:lnTo>
                  <a:lnTo>
                    <a:pt x="1114" y="42"/>
                  </a:lnTo>
                  <a:lnTo>
                    <a:pt x="1115" y="42"/>
                  </a:lnTo>
                  <a:lnTo>
                    <a:pt x="1116" y="42"/>
                  </a:lnTo>
                  <a:lnTo>
                    <a:pt x="1118" y="42"/>
                  </a:lnTo>
                  <a:lnTo>
                    <a:pt x="1119" y="42"/>
                  </a:lnTo>
                  <a:lnTo>
                    <a:pt x="1120" y="42"/>
                  </a:lnTo>
                  <a:lnTo>
                    <a:pt x="1122" y="42"/>
                  </a:lnTo>
                  <a:lnTo>
                    <a:pt x="1123" y="42"/>
                  </a:lnTo>
                  <a:lnTo>
                    <a:pt x="1124" y="42"/>
                  </a:lnTo>
                  <a:lnTo>
                    <a:pt x="1126" y="42"/>
                  </a:lnTo>
                  <a:lnTo>
                    <a:pt x="1127" y="42"/>
                  </a:lnTo>
                  <a:lnTo>
                    <a:pt x="1128" y="42"/>
                  </a:lnTo>
                  <a:lnTo>
                    <a:pt x="1130" y="42"/>
                  </a:lnTo>
                  <a:lnTo>
                    <a:pt x="1131" y="42"/>
                  </a:lnTo>
                  <a:lnTo>
                    <a:pt x="1132" y="42"/>
                  </a:lnTo>
                  <a:lnTo>
                    <a:pt x="1134" y="42"/>
                  </a:lnTo>
                  <a:lnTo>
                    <a:pt x="1135" y="42"/>
                  </a:lnTo>
                  <a:lnTo>
                    <a:pt x="1136" y="42"/>
                  </a:lnTo>
                  <a:lnTo>
                    <a:pt x="1138" y="42"/>
                  </a:lnTo>
                  <a:lnTo>
                    <a:pt x="1139" y="42"/>
                  </a:lnTo>
                  <a:lnTo>
                    <a:pt x="1140" y="42"/>
                  </a:lnTo>
                  <a:lnTo>
                    <a:pt x="1142" y="42"/>
                  </a:lnTo>
                  <a:lnTo>
                    <a:pt x="1143" y="42"/>
                  </a:lnTo>
                  <a:lnTo>
                    <a:pt x="1144" y="42"/>
                  </a:lnTo>
                  <a:lnTo>
                    <a:pt x="1146" y="42"/>
                  </a:lnTo>
                  <a:lnTo>
                    <a:pt x="1147" y="42"/>
                  </a:lnTo>
                  <a:lnTo>
                    <a:pt x="1148" y="42"/>
                  </a:lnTo>
                  <a:lnTo>
                    <a:pt x="1150" y="42"/>
                  </a:lnTo>
                  <a:lnTo>
                    <a:pt x="1151" y="42"/>
                  </a:lnTo>
                  <a:lnTo>
                    <a:pt x="1152" y="42"/>
                  </a:lnTo>
                  <a:lnTo>
                    <a:pt x="1154" y="42"/>
                  </a:lnTo>
                  <a:lnTo>
                    <a:pt x="1155" y="42"/>
                  </a:lnTo>
                  <a:lnTo>
                    <a:pt x="1157" y="42"/>
                  </a:lnTo>
                  <a:lnTo>
                    <a:pt x="1158" y="42"/>
                  </a:lnTo>
                  <a:lnTo>
                    <a:pt x="1159" y="42"/>
                  </a:lnTo>
                  <a:lnTo>
                    <a:pt x="1161" y="42"/>
                  </a:lnTo>
                  <a:lnTo>
                    <a:pt x="1162" y="42"/>
                  </a:lnTo>
                  <a:lnTo>
                    <a:pt x="1163" y="42"/>
                  </a:lnTo>
                  <a:lnTo>
                    <a:pt x="1165" y="42"/>
                  </a:lnTo>
                  <a:lnTo>
                    <a:pt x="1166" y="42"/>
                  </a:lnTo>
                  <a:lnTo>
                    <a:pt x="1167" y="42"/>
                  </a:lnTo>
                  <a:lnTo>
                    <a:pt x="1169" y="42"/>
                  </a:lnTo>
                  <a:lnTo>
                    <a:pt x="1170" y="42"/>
                  </a:lnTo>
                  <a:lnTo>
                    <a:pt x="1171" y="42"/>
                  </a:lnTo>
                  <a:lnTo>
                    <a:pt x="1173" y="42"/>
                  </a:lnTo>
                  <a:lnTo>
                    <a:pt x="1174" y="42"/>
                  </a:lnTo>
                  <a:lnTo>
                    <a:pt x="1175" y="42"/>
                  </a:lnTo>
                  <a:lnTo>
                    <a:pt x="1177" y="42"/>
                  </a:lnTo>
                  <a:lnTo>
                    <a:pt x="1178" y="42"/>
                  </a:lnTo>
                  <a:lnTo>
                    <a:pt x="1179" y="42"/>
                  </a:lnTo>
                  <a:lnTo>
                    <a:pt x="1181" y="42"/>
                  </a:lnTo>
                  <a:lnTo>
                    <a:pt x="1182" y="42"/>
                  </a:lnTo>
                  <a:lnTo>
                    <a:pt x="1183" y="42"/>
                  </a:lnTo>
                  <a:lnTo>
                    <a:pt x="1185" y="42"/>
                  </a:lnTo>
                  <a:lnTo>
                    <a:pt x="1186" y="42"/>
                  </a:lnTo>
                  <a:lnTo>
                    <a:pt x="1187" y="42"/>
                  </a:lnTo>
                  <a:lnTo>
                    <a:pt x="1189" y="42"/>
                  </a:lnTo>
                  <a:lnTo>
                    <a:pt x="1190" y="42"/>
                  </a:lnTo>
                  <a:lnTo>
                    <a:pt x="1191" y="42"/>
                  </a:lnTo>
                  <a:lnTo>
                    <a:pt x="1193" y="42"/>
                  </a:lnTo>
                  <a:lnTo>
                    <a:pt x="1194" y="42"/>
                  </a:lnTo>
                  <a:lnTo>
                    <a:pt x="1195" y="42"/>
                  </a:lnTo>
                  <a:lnTo>
                    <a:pt x="1197" y="42"/>
                  </a:lnTo>
                  <a:lnTo>
                    <a:pt x="1198" y="42"/>
                  </a:lnTo>
                  <a:lnTo>
                    <a:pt x="1199" y="42"/>
                  </a:lnTo>
                  <a:lnTo>
                    <a:pt x="1201" y="42"/>
                  </a:lnTo>
                  <a:lnTo>
                    <a:pt x="1202" y="42"/>
                  </a:lnTo>
                  <a:lnTo>
                    <a:pt x="1203" y="42"/>
                  </a:lnTo>
                  <a:lnTo>
                    <a:pt x="1205" y="42"/>
                  </a:lnTo>
                  <a:lnTo>
                    <a:pt x="1206" y="42"/>
                  </a:lnTo>
                  <a:lnTo>
                    <a:pt x="1208" y="42"/>
                  </a:lnTo>
                  <a:lnTo>
                    <a:pt x="1209" y="42"/>
                  </a:lnTo>
                  <a:lnTo>
                    <a:pt x="1210" y="42"/>
                  </a:lnTo>
                  <a:lnTo>
                    <a:pt x="1212" y="42"/>
                  </a:lnTo>
                  <a:lnTo>
                    <a:pt x="1213" y="42"/>
                  </a:lnTo>
                  <a:lnTo>
                    <a:pt x="1214" y="42"/>
                  </a:lnTo>
                  <a:lnTo>
                    <a:pt x="1216" y="42"/>
                  </a:lnTo>
                  <a:lnTo>
                    <a:pt x="1217" y="43"/>
                  </a:lnTo>
                  <a:lnTo>
                    <a:pt x="1218" y="43"/>
                  </a:lnTo>
                  <a:lnTo>
                    <a:pt x="1220" y="43"/>
                  </a:lnTo>
                  <a:lnTo>
                    <a:pt x="1221" y="43"/>
                  </a:lnTo>
                  <a:lnTo>
                    <a:pt x="1222" y="43"/>
                  </a:lnTo>
                  <a:lnTo>
                    <a:pt x="1224" y="42"/>
                  </a:lnTo>
                  <a:lnTo>
                    <a:pt x="1225" y="42"/>
                  </a:lnTo>
                  <a:lnTo>
                    <a:pt x="1226" y="42"/>
                  </a:lnTo>
                  <a:lnTo>
                    <a:pt x="1228" y="42"/>
                  </a:lnTo>
                  <a:lnTo>
                    <a:pt x="1229" y="42"/>
                  </a:lnTo>
                  <a:lnTo>
                    <a:pt x="1230" y="42"/>
                  </a:lnTo>
                  <a:lnTo>
                    <a:pt x="1232" y="42"/>
                  </a:lnTo>
                  <a:lnTo>
                    <a:pt x="1233" y="42"/>
                  </a:lnTo>
                  <a:lnTo>
                    <a:pt x="1234" y="42"/>
                  </a:lnTo>
                  <a:lnTo>
                    <a:pt x="1236" y="42"/>
                  </a:lnTo>
                  <a:lnTo>
                    <a:pt x="1237" y="42"/>
                  </a:lnTo>
                  <a:lnTo>
                    <a:pt x="1238" y="42"/>
                  </a:lnTo>
                  <a:lnTo>
                    <a:pt x="1240" y="42"/>
                  </a:lnTo>
                  <a:lnTo>
                    <a:pt x="1241" y="42"/>
                  </a:lnTo>
                  <a:lnTo>
                    <a:pt x="1242" y="43"/>
                  </a:lnTo>
                  <a:lnTo>
                    <a:pt x="1244" y="43"/>
                  </a:lnTo>
                  <a:lnTo>
                    <a:pt x="1245" y="43"/>
                  </a:lnTo>
                  <a:lnTo>
                    <a:pt x="1246" y="43"/>
                  </a:lnTo>
                  <a:lnTo>
                    <a:pt x="1248" y="42"/>
                  </a:lnTo>
                  <a:lnTo>
                    <a:pt x="1249" y="42"/>
                  </a:lnTo>
                  <a:lnTo>
                    <a:pt x="1250" y="43"/>
                  </a:lnTo>
                  <a:lnTo>
                    <a:pt x="1252" y="42"/>
                  </a:lnTo>
                  <a:lnTo>
                    <a:pt x="1253" y="42"/>
                  </a:lnTo>
                  <a:lnTo>
                    <a:pt x="1254" y="42"/>
                  </a:lnTo>
                  <a:lnTo>
                    <a:pt x="1256" y="42"/>
                  </a:lnTo>
                  <a:lnTo>
                    <a:pt x="1257" y="43"/>
                  </a:lnTo>
                  <a:lnTo>
                    <a:pt x="1259" y="43"/>
                  </a:lnTo>
                  <a:lnTo>
                    <a:pt x="1260" y="43"/>
                  </a:lnTo>
                  <a:lnTo>
                    <a:pt x="1261" y="43"/>
                  </a:lnTo>
                  <a:lnTo>
                    <a:pt x="1263" y="43"/>
                  </a:lnTo>
                  <a:lnTo>
                    <a:pt x="1264" y="43"/>
                  </a:lnTo>
                  <a:lnTo>
                    <a:pt x="1265" y="43"/>
                  </a:lnTo>
                  <a:lnTo>
                    <a:pt x="1267" y="43"/>
                  </a:lnTo>
                  <a:lnTo>
                    <a:pt x="1268" y="43"/>
                  </a:lnTo>
                  <a:lnTo>
                    <a:pt x="1269" y="43"/>
                  </a:lnTo>
                  <a:lnTo>
                    <a:pt x="1271" y="43"/>
                  </a:lnTo>
                  <a:lnTo>
                    <a:pt x="1272" y="43"/>
                  </a:lnTo>
                  <a:lnTo>
                    <a:pt x="1273" y="43"/>
                  </a:lnTo>
                  <a:lnTo>
                    <a:pt x="1275" y="43"/>
                  </a:lnTo>
                  <a:lnTo>
                    <a:pt x="1276" y="43"/>
                  </a:lnTo>
                  <a:lnTo>
                    <a:pt x="1277" y="43"/>
                  </a:lnTo>
                  <a:lnTo>
                    <a:pt x="1279" y="43"/>
                  </a:lnTo>
                  <a:lnTo>
                    <a:pt x="1280" y="43"/>
                  </a:lnTo>
                  <a:lnTo>
                    <a:pt x="1281" y="43"/>
                  </a:lnTo>
                  <a:lnTo>
                    <a:pt x="1283" y="43"/>
                  </a:lnTo>
                  <a:lnTo>
                    <a:pt x="1284" y="43"/>
                  </a:lnTo>
                  <a:lnTo>
                    <a:pt x="1285" y="43"/>
                  </a:lnTo>
                  <a:lnTo>
                    <a:pt x="1287" y="43"/>
                  </a:lnTo>
                  <a:lnTo>
                    <a:pt x="1288" y="43"/>
                  </a:lnTo>
                  <a:lnTo>
                    <a:pt x="1289" y="43"/>
                  </a:lnTo>
                  <a:lnTo>
                    <a:pt x="1291" y="43"/>
                  </a:lnTo>
                  <a:lnTo>
                    <a:pt x="1292" y="43"/>
                  </a:lnTo>
                  <a:lnTo>
                    <a:pt x="1293" y="43"/>
                  </a:lnTo>
                  <a:lnTo>
                    <a:pt x="1295" y="43"/>
                  </a:lnTo>
                  <a:lnTo>
                    <a:pt x="1296" y="43"/>
                  </a:lnTo>
                  <a:lnTo>
                    <a:pt x="1297" y="43"/>
                  </a:lnTo>
                  <a:lnTo>
                    <a:pt x="1299" y="43"/>
                  </a:lnTo>
                  <a:lnTo>
                    <a:pt x="1300" y="43"/>
                  </a:lnTo>
                  <a:lnTo>
                    <a:pt x="1301" y="43"/>
                  </a:lnTo>
                  <a:lnTo>
                    <a:pt x="1303" y="43"/>
                  </a:lnTo>
                  <a:lnTo>
                    <a:pt x="1304" y="43"/>
                  </a:lnTo>
                  <a:lnTo>
                    <a:pt x="1305" y="43"/>
                  </a:lnTo>
                  <a:lnTo>
                    <a:pt x="1307" y="43"/>
                  </a:lnTo>
                  <a:lnTo>
                    <a:pt x="1308" y="43"/>
                  </a:lnTo>
                  <a:lnTo>
                    <a:pt x="1310" y="43"/>
                  </a:lnTo>
                  <a:lnTo>
                    <a:pt x="1311" y="43"/>
                  </a:lnTo>
                  <a:lnTo>
                    <a:pt x="1312" y="43"/>
                  </a:lnTo>
                  <a:lnTo>
                    <a:pt x="1314" y="43"/>
                  </a:lnTo>
                  <a:lnTo>
                    <a:pt x="1315" y="43"/>
                  </a:lnTo>
                  <a:lnTo>
                    <a:pt x="1316" y="43"/>
                  </a:lnTo>
                  <a:lnTo>
                    <a:pt x="1318" y="43"/>
                  </a:lnTo>
                  <a:lnTo>
                    <a:pt x="1319" y="43"/>
                  </a:lnTo>
                  <a:lnTo>
                    <a:pt x="1320" y="43"/>
                  </a:lnTo>
                  <a:lnTo>
                    <a:pt x="1322" y="43"/>
                  </a:lnTo>
                  <a:lnTo>
                    <a:pt x="1323" y="43"/>
                  </a:lnTo>
                  <a:lnTo>
                    <a:pt x="1324" y="43"/>
                  </a:lnTo>
                  <a:lnTo>
                    <a:pt x="1326" y="43"/>
                  </a:lnTo>
                  <a:lnTo>
                    <a:pt x="1327" y="43"/>
                  </a:lnTo>
                  <a:lnTo>
                    <a:pt x="1328" y="43"/>
                  </a:lnTo>
                  <a:lnTo>
                    <a:pt x="1330" y="43"/>
                  </a:lnTo>
                  <a:lnTo>
                    <a:pt x="1331" y="43"/>
                  </a:lnTo>
                  <a:lnTo>
                    <a:pt x="1332" y="43"/>
                  </a:lnTo>
                  <a:lnTo>
                    <a:pt x="1334" y="43"/>
                  </a:lnTo>
                  <a:lnTo>
                    <a:pt x="1335" y="43"/>
                  </a:lnTo>
                  <a:lnTo>
                    <a:pt x="1336" y="43"/>
                  </a:lnTo>
                  <a:lnTo>
                    <a:pt x="1338" y="43"/>
                  </a:lnTo>
                  <a:lnTo>
                    <a:pt x="1339" y="43"/>
                  </a:lnTo>
                  <a:lnTo>
                    <a:pt x="1340" y="43"/>
                  </a:lnTo>
                  <a:lnTo>
                    <a:pt x="1342" y="43"/>
                  </a:lnTo>
                  <a:lnTo>
                    <a:pt x="1343" y="43"/>
                  </a:lnTo>
                  <a:lnTo>
                    <a:pt x="1344" y="43"/>
                  </a:lnTo>
                  <a:lnTo>
                    <a:pt x="1346" y="43"/>
                  </a:lnTo>
                  <a:lnTo>
                    <a:pt x="1347" y="43"/>
                  </a:lnTo>
                  <a:lnTo>
                    <a:pt x="1348" y="43"/>
                  </a:lnTo>
                  <a:lnTo>
                    <a:pt x="1350" y="43"/>
                  </a:lnTo>
                  <a:lnTo>
                    <a:pt x="1351" y="43"/>
                  </a:lnTo>
                  <a:lnTo>
                    <a:pt x="1352" y="43"/>
                  </a:lnTo>
                  <a:lnTo>
                    <a:pt x="1354" y="43"/>
                  </a:lnTo>
                  <a:lnTo>
                    <a:pt x="1355" y="43"/>
                  </a:lnTo>
                  <a:lnTo>
                    <a:pt x="1356" y="43"/>
                  </a:lnTo>
                  <a:lnTo>
                    <a:pt x="1358" y="43"/>
                  </a:lnTo>
                  <a:lnTo>
                    <a:pt x="1359" y="43"/>
                  </a:lnTo>
                  <a:lnTo>
                    <a:pt x="1361" y="43"/>
                  </a:lnTo>
                  <a:lnTo>
                    <a:pt x="1362" y="43"/>
                  </a:lnTo>
                  <a:lnTo>
                    <a:pt x="1363" y="43"/>
                  </a:lnTo>
                  <a:lnTo>
                    <a:pt x="1365" y="43"/>
                  </a:lnTo>
                  <a:lnTo>
                    <a:pt x="1366" y="43"/>
                  </a:lnTo>
                  <a:lnTo>
                    <a:pt x="1367" y="43"/>
                  </a:lnTo>
                  <a:lnTo>
                    <a:pt x="1369" y="43"/>
                  </a:lnTo>
                  <a:lnTo>
                    <a:pt x="1370" y="43"/>
                  </a:lnTo>
                  <a:lnTo>
                    <a:pt x="1371" y="43"/>
                  </a:lnTo>
                  <a:lnTo>
                    <a:pt x="1373" y="43"/>
                  </a:lnTo>
                  <a:lnTo>
                    <a:pt x="1374" y="43"/>
                  </a:lnTo>
                  <a:lnTo>
                    <a:pt x="1375" y="43"/>
                  </a:lnTo>
                  <a:lnTo>
                    <a:pt x="1377" y="43"/>
                  </a:lnTo>
                  <a:lnTo>
                    <a:pt x="1378" y="43"/>
                  </a:lnTo>
                  <a:lnTo>
                    <a:pt x="1379" y="43"/>
                  </a:lnTo>
                  <a:lnTo>
                    <a:pt x="1381" y="43"/>
                  </a:lnTo>
                  <a:lnTo>
                    <a:pt x="1382" y="43"/>
                  </a:lnTo>
                  <a:lnTo>
                    <a:pt x="1383" y="43"/>
                  </a:lnTo>
                  <a:lnTo>
                    <a:pt x="1385" y="43"/>
                  </a:lnTo>
                  <a:lnTo>
                    <a:pt x="1386" y="43"/>
                  </a:lnTo>
                  <a:lnTo>
                    <a:pt x="1387" y="43"/>
                  </a:lnTo>
                  <a:lnTo>
                    <a:pt x="1389" y="43"/>
                  </a:lnTo>
                  <a:lnTo>
                    <a:pt x="1390" y="43"/>
                  </a:lnTo>
                  <a:lnTo>
                    <a:pt x="1391" y="43"/>
                  </a:lnTo>
                  <a:lnTo>
                    <a:pt x="1393" y="43"/>
                  </a:lnTo>
                  <a:lnTo>
                    <a:pt x="1394" y="43"/>
                  </a:lnTo>
                  <a:lnTo>
                    <a:pt x="1395" y="43"/>
                  </a:lnTo>
                  <a:lnTo>
                    <a:pt x="1397" y="43"/>
                  </a:lnTo>
                  <a:lnTo>
                    <a:pt x="1398" y="43"/>
                  </a:lnTo>
                  <a:lnTo>
                    <a:pt x="1399" y="43"/>
                  </a:lnTo>
                  <a:lnTo>
                    <a:pt x="1401" y="43"/>
                  </a:lnTo>
                  <a:lnTo>
                    <a:pt x="1402" y="43"/>
                  </a:lnTo>
                  <a:lnTo>
                    <a:pt x="1403" y="43"/>
                  </a:lnTo>
                  <a:lnTo>
                    <a:pt x="1405" y="43"/>
                  </a:lnTo>
                  <a:lnTo>
                    <a:pt x="1406" y="43"/>
                  </a:lnTo>
                  <a:lnTo>
                    <a:pt x="1408" y="43"/>
                  </a:lnTo>
                  <a:lnTo>
                    <a:pt x="1409" y="44"/>
                  </a:lnTo>
                </a:path>
              </a:pathLst>
            </a:custGeom>
            <a:noFill/>
            <a:ln cap="flat" cmpd="sng" w="25400">
              <a:solidFill>
                <a:srgbClr val="228B2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8"/>
            <p:cNvSpPr/>
            <p:nvPr/>
          </p:nvSpPr>
          <p:spPr>
            <a:xfrm flipH="1" rot="10800000">
              <a:off x="3781426" y="4378325"/>
              <a:ext cx="5010150" cy="188913"/>
            </a:xfrm>
            <a:custGeom>
              <a:rect b="b" l="l" r="r" t="t"/>
              <a:pathLst>
                <a:path extrusionOk="0" h="44" w="1408">
                  <a:moveTo>
                    <a:pt x="0" y="3"/>
                  </a:moveTo>
                  <a:lnTo>
                    <a:pt x="6" y="3"/>
                  </a:lnTo>
                  <a:lnTo>
                    <a:pt x="11" y="3"/>
                  </a:lnTo>
                  <a:lnTo>
                    <a:pt x="16" y="3"/>
                  </a:lnTo>
                  <a:lnTo>
                    <a:pt x="22" y="3"/>
                  </a:lnTo>
                  <a:lnTo>
                    <a:pt x="27" y="3"/>
                  </a:lnTo>
                  <a:lnTo>
                    <a:pt x="32" y="3"/>
                  </a:lnTo>
                  <a:lnTo>
                    <a:pt x="38" y="3"/>
                  </a:lnTo>
                  <a:lnTo>
                    <a:pt x="43" y="3"/>
                  </a:lnTo>
                  <a:lnTo>
                    <a:pt x="48" y="3"/>
                  </a:lnTo>
                  <a:lnTo>
                    <a:pt x="54" y="3"/>
                  </a:lnTo>
                  <a:lnTo>
                    <a:pt x="59" y="3"/>
                  </a:lnTo>
                  <a:lnTo>
                    <a:pt x="64" y="3"/>
                  </a:lnTo>
                  <a:lnTo>
                    <a:pt x="69" y="3"/>
                  </a:lnTo>
                  <a:lnTo>
                    <a:pt x="75" y="3"/>
                  </a:lnTo>
                  <a:lnTo>
                    <a:pt x="80" y="3"/>
                  </a:lnTo>
                  <a:lnTo>
                    <a:pt x="85" y="3"/>
                  </a:lnTo>
                  <a:lnTo>
                    <a:pt x="91" y="3"/>
                  </a:lnTo>
                  <a:lnTo>
                    <a:pt x="96" y="3"/>
                  </a:lnTo>
                  <a:lnTo>
                    <a:pt x="101" y="0"/>
                  </a:lnTo>
                  <a:lnTo>
                    <a:pt x="107" y="1"/>
                  </a:lnTo>
                  <a:lnTo>
                    <a:pt x="112" y="1"/>
                  </a:lnTo>
                  <a:lnTo>
                    <a:pt x="117" y="2"/>
                  </a:lnTo>
                  <a:lnTo>
                    <a:pt x="123" y="3"/>
                  </a:lnTo>
                  <a:lnTo>
                    <a:pt x="128" y="4"/>
                  </a:lnTo>
                  <a:lnTo>
                    <a:pt x="133" y="4"/>
                  </a:lnTo>
                  <a:lnTo>
                    <a:pt x="138" y="5"/>
                  </a:lnTo>
                  <a:lnTo>
                    <a:pt x="144" y="6"/>
                  </a:lnTo>
                  <a:lnTo>
                    <a:pt x="149" y="7"/>
                  </a:lnTo>
                  <a:lnTo>
                    <a:pt x="154" y="7"/>
                  </a:lnTo>
                  <a:lnTo>
                    <a:pt x="160" y="8"/>
                  </a:lnTo>
                  <a:lnTo>
                    <a:pt x="165" y="9"/>
                  </a:lnTo>
                  <a:lnTo>
                    <a:pt x="170" y="9"/>
                  </a:lnTo>
                  <a:lnTo>
                    <a:pt x="176" y="10"/>
                  </a:lnTo>
                  <a:lnTo>
                    <a:pt x="181" y="11"/>
                  </a:lnTo>
                  <a:lnTo>
                    <a:pt x="186" y="12"/>
                  </a:lnTo>
                  <a:lnTo>
                    <a:pt x="192" y="12"/>
                  </a:lnTo>
                  <a:lnTo>
                    <a:pt x="197" y="13"/>
                  </a:lnTo>
                  <a:lnTo>
                    <a:pt x="202" y="14"/>
                  </a:lnTo>
                  <a:lnTo>
                    <a:pt x="207" y="15"/>
                  </a:lnTo>
                  <a:lnTo>
                    <a:pt x="213" y="15"/>
                  </a:lnTo>
                  <a:lnTo>
                    <a:pt x="218" y="16"/>
                  </a:lnTo>
                  <a:lnTo>
                    <a:pt x="223" y="17"/>
                  </a:lnTo>
                  <a:lnTo>
                    <a:pt x="229" y="18"/>
                  </a:lnTo>
                  <a:lnTo>
                    <a:pt x="234" y="18"/>
                  </a:lnTo>
                  <a:lnTo>
                    <a:pt x="239" y="19"/>
                  </a:lnTo>
                  <a:lnTo>
                    <a:pt x="245" y="20"/>
                  </a:lnTo>
                  <a:lnTo>
                    <a:pt x="250" y="20"/>
                  </a:lnTo>
                  <a:lnTo>
                    <a:pt x="255" y="21"/>
                  </a:lnTo>
                  <a:lnTo>
                    <a:pt x="261" y="22"/>
                  </a:lnTo>
                  <a:lnTo>
                    <a:pt x="266" y="23"/>
                  </a:lnTo>
                  <a:lnTo>
                    <a:pt x="271" y="23"/>
                  </a:lnTo>
                  <a:lnTo>
                    <a:pt x="276" y="24"/>
                  </a:lnTo>
                  <a:lnTo>
                    <a:pt x="282" y="25"/>
                  </a:lnTo>
                  <a:lnTo>
                    <a:pt x="287" y="26"/>
                  </a:lnTo>
                  <a:lnTo>
                    <a:pt x="292" y="26"/>
                  </a:lnTo>
                  <a:lnTo>
                    <a:pt x="298" y="27"/>
                  </a:lnTo>
                  <a:lnTo>
                    <a:pt x="303" y="28"/>
                  </a:lnTo>
                  <a:lnTo>
                    <a:pt x="308" y="28"/>
                  </a:lnTo>
                  <a:lnTo>
                    <a:pt x="314" y="29"/>
                  </a:lnTo>
                  <a:lnTo>
                    <a:pt x="319" y="30"/>
                  </a:lnTo>
                  <a:lnTo>
                    <a:pt x="324" y="31"/>
                  </a:lnTo>
                  <a:lnTo>
                    <a:pt x="330" y="31"/>
                  </a:lnTo>
                  <a:lnTo>
                    <a:pt x="335" y="32"/>
                  </a:lnTo>
                  <a:lnTo>
                    <a:pt x="340" y="33"/>
                  </a:lnTo>
                  <a:lnTo>
                    <a:pt x="345" y="34"/>
                  </a:lnTo>
                  <a:lnTo>
                    <a:pt x="351" y="34"/>
                  </a:lnTo>
                  <a:lnTo>
                    <a:pt x="356" y="35"/>
                  </a:lnTo>
                  <a:lnTo>
                    <a:pt x="361" y="36"/>
                  </a:lnTo>
                  <a:lnTo>
                    <a:pt x="367" y="36"/>
                  </a:lnTo>
                  <a:lnTo>
                    <a:pt x="372" y="37"/>
                  </a:lnTo>
                  <a:lnTo>
                    <a:pt x="377" y="38"/>
                  </a:lnTo>
                  <a:lnTo>
                    <a:pt x="383" y="39"/>
                  </a:lnTo>
                  <a:lnTo>
                    <a:pt x="388" y="39"/>
                  </a:lnTo>
                  <a:lnTo>
                    <a:pt x="393" y="40"/>
                  </a:lnTo>
                  <a:lnTo>
                    <a:pt x="399" y="41"/>
                  </a:lnTo>
                  <a:lnTo>
                    <a:pt x="404" y="44"/>
                  </a:lnTo>
                  <a:lnTo>
                    <a:pt x="409" y="44"/>
                  </a:lnTo>
                  <a:lnTo>
                    <a:pt x="414" y="44"/>
                  </a:lnTo>
                  <a:lnTo>
                    <a:pt x="420" y="44"/>
                  </a:lnTo>
                  <a:lnTo>
                    <a:pt x="425" y="44"/>
                  </a:lnTo>
                  <a:lnTo>
                    <a:pt x="430" y="44"/>
                  </a:lnTo>
                  <a:lnTo>
                    <a:pt x="436" y="44"/>
                  </a:lnTo>
                  <a:lnTo>
                    <a:pt x="441" y="44"/>
                  </a:lnTo>
                  <a:lnTo>
                    <a:pt x="446" y="44"/>
                  </a:lnTo>
                  <a:lnTo>
                    <a:pt x="452" y="44"/>
                  </a:lnTo>
                  <a:lnTo>
                    <a:pt x="457" y="44"/>
                  </a:lnTo>
                  <a:lnTo>
                    <a:pt x="462" y="44"/>
                  </a:lnTo>
                  <a:lnTo>
                    <a:pt x="468" y="44"/>
                  </a:lnTo>
                  <a:lnTo>
                    <a:pt x="473" y="44"/>
                  </a:lnTo>
                  <a:lnTo>
                    <a:pt x="478" y="44"/>
                  </a:lnTo>
                  <a:lnTo>
                    <a:pt x="483" y="44"/>
                  </a:lnTo>
                  <a:lnTo>
                    <a:pt x="489" y="44"/>
                  </a:lnTo>
                  <a:lnTo>
                    <a:pt x="494" y="44"/>
                  </a:lnTo>
                  <a:lnTo>
                    <a:pt x="499" y="44"/>
                  </a:lnTo>
                  <a:lnTo>
                    <a:pt x="505" y="44"/>
                  </a:lnTo>
                  <a:lnTo>
                    <a:pt x="510" y="44"/>
                  </a:lnTo>
                  <a:lnTo>
                    <a:pt x="515" y="44"/>
                  </a:lnTo>
                  <a:lnTo>
                    <a:pt x="521" y="44"/>
                  </a:lnTo>
                  <a:lnTo>
                    <a:pt x="526" y="44"/>
                  </a:lnTo>
                  <a:lnTo>
                    <a:pt x="531" y="44"/>
                  </a:lnTo>
                  <a:lnTo>
                    <a:pt x="537" y="44"/>
                  </a:lnTo>
                  <a:lnTo>
                    <a:pt x="542" y="44"/>
                  </a:lnTo>
                  <a:lnTo>
                    <a:pt x="547" y="44"/>
                  </a:lnTo>
                  <a:lnTo>
                    <a:pt x="552" y="44"/>
                  </a:lnTo>
                  <a:lnTo>
                    <a:pt x="558" y="44"/>
                  </a:lnTo>
                  <a:lnTo>
                    <a:pt x="563" y="44"/>
                  </a:lnTo>
                  <a:lnTo>
                    <a:pt x="568" y="44"/>
                  </a:lnTo>
                  <a:lnTo>
                    <a:pt x="574" y="44"/>
                  </a:lnTo>
                  <a:lnTo>
                    <a:pt x="579" y="44"/>
                  </a:lnTo>
                  <a:lnTo>
                    <a:pt x="584" y="44"/>
                  </a:lnTo>
                  <a:lnTo>
                    <a:pt x="590" y="44"/>
                  </a:lnTo>
                  <a:lnTo>
                    <a:pt x="595" y="44"/>
                  </a:lnTo>
                  <a:lnTo>
                    <a:pt x="600" y="44"/>
                  </a:lnTo>
                  <a:lnTo>
                    <a:pt x="606" y="44"/>
                  </a:lnTo>
                  <a:lnTo>
                    <a:pt x="611" y="44"/>
                  </a:lnTo>
                  <a:lnTo>
                    <a:pt x="616" y="44"/>
                  </a:lnTo>
                  <a:lnTo>
                    <a:pt x="621" y="44"/>
                  </a:lnTo>
                  <a:lnTo>
                    <a:pt x="627" y="44"/>
                  </a:lnTo>
                  <a:lnTo>
                    <a:pt x="632" y="44"/>
                  </a:lnTo>
                  <a:lnTo>
                    <a:pt x="637" y="44"/>
                  </a:lnTo>
                  <a:lnTo>
                    <a:pt x="643" y="44"/>
                  </a:lnTo>
                  <a:lnTo>
                    <a:pt x="648" y="44"/>
                  </a:lnTo>
                  <a:lnTo>
                    <a:pt x="653" y="44"/>
                  </a:lnTo>
                  <a:lnTo>
                    <a:pt x="659" y="44"/>
                  </a:lnTo>
                  <a:lnTo>
                    <a:pt x="664" y="44"/>
                  </a:lnTo>
                  <a:lnTo>
                    <a:pt x="669" y="44"/>
                  </a:lnTo>
                  <a:lnTo>
                    <a:pt x="675" y="44"/>
                  </a:lnTo>
                  <a:lnTo>
                    <a:pt x="680" y="44"/>
                  </a:lnTo>
                  <a:lnTo>
                    <a:pt x="685" y="44"/>
                  </a:lnTo>
                  <a:lnTo>
                    <a:pt x="690" y="44"/>
                  </a:lnTo>
                  <a:lnTo>
                    <a:pt x="696" y="44"/>
                  </a:lnTo>
                  <a:lnTo>
                    <a:pt x="701" y="44"/>
                  </a:lnTo>
                  <a:lnTo>
                    <a:pt x="706" y="44"/>
                  </a:lnTo>
                  <a:lnTo>
                    <a:pt x="712" y="44"/>
                  </a:lnTo>
                  <a:lnTo>
                    <a:pt x="717" y="44"/>
                  </a:lnTo>
                  <a:lnTo>
                    <a:pt x="722" y="44"/>
                  </a:lnTo>
                  <a:lnTo>
                    <a:pt x="728" y="44"/>
                  </a:lnTo>
                  <a:lnTo>
                    <a:pt x="733" y="44"/>
                  </a:lnTo>
                  <a:lnTo>
                    <a:pt x="738" y="44"/>
                  </a:lnTo>
                  <a:lnTo>
                    <a:pt x="744" y="44"/>
                  </a:lnTo>
                  <a:lnTo>
                    <a:pt x="749" y="44"/>
                  </a:lnTo>
                  <a:lnTo>
                    <a:pt x="754" y="44"/>
                  </a:lnTo>
                  <a:lnTo>
                    <a:pt x="759" y="44"/>
                  </a:lnTo>
                  <a:lnTo>
                    <a:pt x="765" y="44"/>
                  </a:lnTo>
                  <a:lnTo>
                    <a:pt x="770" y="44"/>
                  </a:lnTo>
                  <a:lnTo>
                    <a:pt x="775" y="43"/>
                  </a:lnTo>
                  <a:lnTo>
                    <a:pt x="781" y="43"/>
                  </a:lnTo>
                  <a:lnTo>
                    <a:pt x="786" y="43"/>
                  </a:lnTo>
                  <a:lnTo>
                    <a:pt x="791" y="43"/>
                  </a:lnTo>
                  <a:lnTo>
                    <a:pt x="797" y="43"/>
                  </a:lnTo>
                  <a:lnTo>
                    <a:pt x="802" y="43"/>
                  </a:lnTo>
                  <a:lnTo>
                    <a:pt x="807" y="43"/>
                  </a:lnTo>
                  <a:lnTo>
                    <a:pt x="813" y="43"/>
                  </a:lnTo>
                  <a:lnTo>
                    <a:pt x="818" y="43"/>
                  </a:lnTo>
                  <a:lnTo>
                    <a:pt x="823" y="43"/>
                  </a:lnTo>
                  <a:lnTo>
                    <a:pt x="828" y="43"/>
                  </a:lnTo>
                  <a:lnTo>
                    <a:pt x="834" y="43"/>
                  </a:lnTo>
                  <a:lnTo>
                    <a:pt x="839" y="43"/>
                  </a:lnTo>
                  <a:lnTo>
                    <a:pt x="844" y="43"/>
                  </a:lnTo>
                  <a:lnTo>
                    <a:pt x="850" y="43"/>
                  </a:lnTo>
                  <a:lnTo>
                    <a:pt x="855" y="43"/>
                  </a:lnTo>
                  <a:lnTo>
                    <a:pt x="860" y="43"/>
                  </a:lnTo>
                  <a:lnTo>
                    <a:pt x="866" y="43"/>
                  </a:lnTo>
                  <a:lnTo>
                    <a:pt x="871" y="43"/>
                  </a:lnTo>
                  <a:lnTo>
                    <a:pt x="876" y="43"/>
                  </a:lnTo>
                  <a:lnTo>
                    <a:pt x="882" y="43"/>
                  </a:lnTo>
                  <a:lnTo>
                    <a:pt x="887" y="43"/>
                  </a:lnTo>
                  <a:lnTo>
                    <a:pt x="892" y="43"/>
                  </a:lnTo>
                  <a:lnTo>
                    <a:pt x="897" y="43"/>
                  </a:lnTo>
                  <a:lnTo>
                    <a:pt x="903" y="43"/>
                  </a:lnTo>
                  <a:lnTo>
                    <a:pt x="908" y="43"/>
                  </a:lnTo>
                  <a:lnTo>
                    <a:pt x="913" y="43"/>
                  </a:lnTo>
                  <a:lnTo>
                    <a:pt x="919" y="43"/>
                  </a:lnTo>
                  <a:lnTo>
                    <a:pt x="924" y="43"/>
                  </a:lnTo>
                  <a:lnTo>
                    <a:pt x="929" y="43"/>
                  </a:lnTo>
                  <a:lnTo>
                    <a:pt x="935" y="43"/>
                  </a:lnTo>
                  <a:lnTo>
                    <a:pt x="940" y="43"/>
                  </a:lnTo>
                  <a:lnTo>
                    <a:pt x="945" y="43"/>
                  </a:lnTo>
                  <a:lnTo>
                    <a:pt x="951" y="43"/>
                  </a:lnTo>
                  <a:lnTo>
                    <a:pt x="956" y="43"/>
                  </a:lnTo>
                  <a:lnTo>
                    <a:pt x="961" y="43"/>
                  </a:lnTo>
                  <a:lnTo>
                    <a:pt x="966" y="43"/>
                  </a:lnTo>
                  <a:lnTo>
                    <a:pt x="972" y="43"/>
                  </a:lnTo>
                  <a:lnTo>
                    <a:pt x="977" y="43"/>
                  </a:lnTo>
                  <a:lnTo>
                    <a:pt x="982" y="43"/>
                  </a:lnTo>
                  <a:lnTo>
                    <a:pt x="988" y="43"/>
                  </a:lnTo>
                  <a:lnTo>
                    <a:pt x="993" y="43"/>
                  </a:lnTo>
                  <a:lnTo>
                    <a:pt x="998" y="43"/>
                  </a:lnTo>
                  <a:lnTo>
                    <a:pt x="1004" y="43"/>
                  </a:lnTo>
                  <a:lnTo>
                    <a:pt x="1009" y="43"/>
                  </a:lnTo>
                  <a:lnTo>
                    <a:pt x="1014" y="43"/>
                  </a:lnTo>
                  <a:lnTo>
                    <a:pt x="1020" y="43"/>
                  </a:lnTo>
                  <a:lnTo>
                    <a:pt x="1025" y="43"/>
                  </a:lnTo>
                  <a:lnTo>
                    <a:pt x="1030" y="43"/>
                  </a:lnTo>
                  <a:lnTo>
                    <a:pt x="1035" y="43"/>
                  </a:lnTo>
                  <a:lnTo>
                    <a:pt x="1041" y="43"/>
                  </a:lnTo>
                  <a:lnTo>
                    <a:pt x="1046" y="43"/>
                  </a:lnTo>
                  <a:lnTo>
                    <a:pt x="1051" y="43"/>
                  </a:lnTo>
                  <a:lnTo>
                    <a:pt x="1057" y="43"/>
                  </a:lnTo>
                  <a:lnTo>
                    <a:pt x="1062" y="43"/>
                  </a:lnTo>
                  <a:lnTo>
                    <a:pt x="1067" y="43"/>
                  </a:lnTo>
                  <a:lnTo>
                    <a:pt x="1073" y="43"/>
                  </a:lnTo>
                  <a:lnTo>
                    <a:pt x="1078" y="43"/>
                  </a:lnTo>
                  <a:lnTo>
                    <a:pt x="1083" y="43"/>
                  </a:lnTo>
                  <a:lnTo>
                    <a:pt x="1089" y="43"/>
                  </a:lnTo>
                  <a:lnTo>
                    <a:pt x="1094" y="43"/>
                  </a:lnTo>
                  <a:lnTo>
                    <a:pt x="1099" y="43"/>
                  </a:lnTo>
                  <a:lnTo>
                    <a:pt x="1104" y="43"/>
                  </a:lnTo>
                  <a:lnTo>
                    <a:pt x="1110" y="43"/>
                  </a:lnTo>
                  <a:lnTo>
                    <a:pt x="1115" y="43"/>
                  </a:lnTo>
                  <a:lnTo>
                    <a:pt x="1120" y="43"/>
                  </a:lnTo>
                  <a:lnTo>
                    <a:pt x="1126" y="43"/>
                  </a:lnTo>
                  <a:lnTo>
                    <a:pt x="1131" y="43"/>
                  </a:lnTo>
                  <a:lnTo>
                    <a:pt x="1136" y="43"/>
                  </a:lnTo>
                  <a:lnTo>
                    <a:pt x="1142" y="43"/>
                  </a:lnTo>
                  <a:lnTo>
                    <a:pt x="1147" y="43"/>
                  </a:lnTo>
                  <a:lnTo>
                    <a:pt x="1152" y="43"/>
                  </a:lnTo>
                  <a:lnTo>
                    <a:pt x="1158" y="43"/>
                  </a:lnTo>
                  <a:lnTo>
                    <a:pt x="1163" y="43"/>
                  </a:lnTo>
                  <a:lnTo>
                    <a:pt x="1168" y="43"/>
                  </a:lnTo>
                  <a:lnTo>
                    <a:pt x="1173" y="43"/>
                  </a:lnTo>
                  <a:lnTo>
                    <a:pt x="1179" y="43"/>
                  </a:lnTo>
                  <a:lnTo>
                    <a:pt x="1184" y="42"/>
                  </a:lnTo>
                  <a:lnTo>
                    <a:pt x="1189" y="42"/>
                  </a:lnTo>
                  <a:lnTo>
                    <a:pt x="1195" y="42"/>
                  </a:lnTo>
                  <a:lnTo>
                    <a:pt x="1200" y="42"/>
                  </a:lnTo>
                  <a:lnTo>
                    <a:pt x="1205" y="42"/>
                  </a:lnTo>
                  <a:lnTo>
                    <a:pt x="1211" y="42"/>
                  </a:lnTo>
                  <a:lnTo>
                    <a:pt x="1216" y="42"/>
                  </a:lnTo>
                  <a:lnTo>
                    <a:pt x="1221" y="42"/>
                  </a:lnTo>
                  <a:lnTo>
                    <a:pt x="1227" y="42"/>
                  </a:lnTo>
                  <a:lnTo>
                    <a:pt x="1232" y="42"/>
                  </a:lnTo>
                  <a:lnTo>
                    <a:pt x="1237" y="42"/>
                  </a:lnTo>
                  <a:lnTo>
                    <a:pt x="1242" y="42"/>
                  </a:lnTo>
                  <a:lnTo>
                    <a:pt x="1248" y="42"/>
                  </a:lnTo>
                  <a:lnTo>
                    <a:pt x="1253" y="42"/>
                  </a:lnTo>
                  <a:lnTo>
                    <a:pt x="1258" y="42"/>
                  </a:lnTo>
                  <a:lnTo>
                    <a:pt x="1264" y="42"/>
                  </a:lnTo>
                  <a:lnTo>
                    <a:pt x="1269" y="42"/>
                  </a:lnTo>
                  <a:lnTo>
                    <a:pt x="1274" y="42"/>
                  </a:lnTo>
                  <a:lnTo>
                    <a:pt x="1280" y="42"/>
                  </a:lnTo>
                  <a:lnTo>
                    <a:pt x="1285" y="42"/>
                  </a:lnTo>
                  <a:lnTo>
                    <a:pt x="1290" y="42"/>
                  </a:lnTo>
                  <a:lnTo>
                    <a:pt x="1296" y="42"/>
                  </a:lnTo>
                  <a:lnTo>
                    <a:pt x="1301" y="42"/>
                  </a:lnTo>
                  <a:lnTo>
                    <a:pt x="1306" y="42"/>
                  </a:lnTo>
                  <a:lnTo>
                    <a:pt x="1311" y="42"/>
                  </a:lnTo>
                  <a:lnTo>
                    <a:pt x="1317" y="42"/>
                  </a:lnTo>
                  <a:lnTo>
                    <a:pt x="1322" y="42"/>
                  </a:lnTo>
                  <a:lnTo>
                    <a:pt x="1327" y="42"/>
                  </a:lnTo>
                  <a:lnTo>
                    <a:pt x="1333" y="42"/>
                  </a:lnTo>
                  <a:lnTo>
                    <a:pt x="1338" y="42"/>
                  </a:lnTo>
                  <a:lnTo>
                    <a:pt x="1343" y="42"/>
                  </a:lnTo>
                  <a:lnTo>
                    <a:pt x="1349" y="42"/>
                  </a:lnTo>
                  <a:lnTo>
                    <a:pt x="1354" y="42"/>
                  </a:lnTo>
                  <a:lnTo>
                    <a:pt x="1359" y="42"/>
                  </a:lnTo>
                  <a:lnTo>
                    <a:pt x="1365" y="42"/>
                  </a:lnTo>
                  <a:lnTo>
                    <a:pt x="1370" y="42"/>
                  </a:lnTo>
                  <a:lnTo>
                    <a:pt x="1375" y="42"/>
                  </a:lnTo>
                  <a:lnTo>
                    <a:pt x="1380" y="42"/>
                  </a:lnTo>
                  <a:lnTo>
                    <a:pt x="1386" y="42"/>
                  </a:lnTo>
                  <a:lnTo>
                    <a:pt x="1391" y="42"/>
                  </a:lnTo>
                  <a:lnTo>
                    <a:pt x="1396" y="42"/>
                  </a:lnTo>
                  <a:lnTo>
                    <a:pt x="1402" y="42"/>
                  </a:lnTo>
                  <a:lnTo>
                    <a:pt x="1407" y="42"/>
                  </a:lnTo>
                  <a:lnTo>
                    <a:pt x="1408" y="4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8"/>
            <p:cNvSpPr/>
            <p:nvPr/>
          </p:nvSpPr>
          <p:spPr>
            <a:xfrm flipH="1" rot="10800000">
              <a:off x="3778251" y="4208463"/>
              <a:ext cx="5013325" cy="349250"/>
            </a:xfrm>
            <a:custGeom>
              <a:rect b="b" l="l" r="r" t="t"/>
              <a:pathLst>
                <a:path extrusionOk="0" h="82" w="1409">
                  <a:moveTo>
                    <a:pt x="0" y="1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7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8" y="1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2" y="1"/>
                  </a:lnTo>
                  <a:lnTo>
                    <a:pt x="33" y="1"/>
                  </a:lnTo>
                  <a:lnTo>
                    <a:pt x="34" y="1"/>
                  </a:lnTo>
                  <a:lnTo>
                    <a:pt x="36" y="1"/>
                  </a:lnTo>
                  <a:lnTo>
                    <a:pt x="37" y="1"/>
                  </a:lnTo>
                  <a:lnTo>
                    <a:pt x="38" y="1"/>
                  </a:lnTo>
                  <a:lnTo>
                    <a:pt x="40" y="1"/>
                  </a:lnTo>
                  <a:lnTo>
                    <a:pt x="41" y="1"/>
                  </a:lnTo>
                  <a:lnTo>
                    <a:pt x="42" y="1"/>
                  </a:lnTo>
                  <a:lnTo>
                    <a:pt x="44" y="1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2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6" y="1"/>
                  </a:lnTo>
                  <a:lnTo>
                    <a:pt x="57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1" y="1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7" y="1"/>
                  </a:lnTo>
                  <a:lnTo>
                    <a:pt x="68" y="1"/>
                  </a:lnTo>
                  <a:lnTo>
                    <a:pt x="69" y="1"/>
                  </a:lnTo>
                  <a:lnTo>
                    <a:pt x="71" y="1"/>
                  </a:lnTo>
                  <a:lnTo>
                    <a:pt x="72" y="1"/>
                  </a:lnTo>
                  <a:lnTo>
                    <a:pt x="73" y="1"/>
                  </a:lnTo>
                  <a:lnTo>
                    <a:pt x="75" y="1"/>
                  </a:lnTo>
                  <a:lnTo>
                    <a:pt x="76" y="1"/>
                  </a:lnTo>
                  <a:lnTo>
                    <a:pt x="77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1" y="1"/>
                  </a:lnTo>
                  <a:lnTo>
                    <a:pt x="83" y="1"/>
                  </a:lnTo>
                  <a:lnTo>
                    <a:pt x="84" y="1"/>
                  </a:lnTo>
                  <a:lnTo>
                    <a:pt x="85" y="1"/>
                  </a:lnTo>
                  <a:lnTo>
                    <a:pt x="87" y="1"/>
                  </a:lnTo>
                  <a:lnTo>
                    <a:pt x="88" y="1"/>
                  </a:lnTo>
                  <a:lnTo>
                    <a:pt x="89" y="1"/>
                  </a:lnTo>
                  <a:lnTo>
                    <a:pt x="91" y="1"/>
                  </a:lnTo>
                  <a:lnTo>
                    <a:pt x="92" y="1"/>
                  </a:lnTo>
                  <a:lnTo>
                    <a:pt x="93" y="1"/>
                  </a:lnTo>
                  <a:lnTo>
                    <a:pt x="95" y="1"/>
                  </a:lnTo>
                  <a:lnTo>
                    <a:pt x="96" y="1"/>
                  </a:lnTo>
                  <a:lnTo>
                    <a:pt x="97" y="1"/>
                  </a:lnTo>
                  <a:lnTo>
                    <a:pt x="99" y="1"/>
                  </a:lnTo>
                  <a:lnTo>
                    <a:pt x="100" y="0"/>
                  </a:lnTo>
                  <a:lnTo>
                    <a:pt x="102" y="0"/>
                  </a:lnTo>
                  <a:lnTo>
                    <a:pt x="103" y="1"/>
                  </a:lnTo>
                  <a:lnTo>
                    <a:pt x="104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8" y="0"/>
                  </a:lnTo>
                  <a:lnTo>
                    <a:pt x="110" y="0"/>
                  </a:lnTo>
                  <a:lnTo>
                    <a:pt x="111" y="0"/>
                  </a:lnTo>
                  <a:lnTo>
                    <a:pt x="112" y="0"/>
                  </a:lnTo>
                  <a:lnTo>
                    <a:pt x="114" y="0"/>
                  </a:lnTo>
                  <a:lnTo>
                    <a:pt x="115" y="1"/>
                  </a:lnTo>
                  <a:lnTo>
                    <a:pt x="116" y="1"/>
                  </a:lnTo>
                  <a:lnTo>
                    <a:pt x="118" y="1"/>
                  </a:lnTo>
                  <a:lnTo>
                    <a:pt x="119" y="1"/>
                  </a:lnTo>
                  <a:lnTo>
                    <a:pt x="120" y="1"/>
                  </a:lnTo>
                  <a:lnTo>
                    <a:pt x="122" y="1"/>
                  </a:lnTo>
                  <a:lnTo>
                    <a:pt x="123" y="2"/>
                  </a:lnTo>
                  <a:lnTo>
                    <a:pt x="124" y="2"/>
                  </a:lnTo>
                  <a:lnTo>
                    <a:pt x="126" y="2"/>
                  </a:lnTo>
                  <a:lnTo>
                    <a:pt x="127" y="2"/>
                  </a:lnTo>
                  <a:lnTo>
                    <a:pt x="128" y="3"/>
                  </a:lnTo>
                  <a:lnTo>
                    <a:pt x="130" y="3"/>
                  </a:lnTo>
                  <a:lnTo>
                    <a:pt x="131" y="3"/>
                  </a:lnTo>
                  <a:lnTo>
                    <a:pt x="132" y="4"/>
                  </a:lnTo>
                  <a:lnTo>
                    <a:pt x="134" y="4"/>
                  </a:lnTo>
                  <a:lnTo>
                    <a:pt x="135" y="4"/>
                  </a:lnTo>
                  <a:lnTo>
                    <a:pt x="136" y="4"/>
                  </a:lnTo>
                  <a:lnTo>
                    <a:pt x="138" y="5"/>
                  </a:lnTo>
                  <a:lnTo>
                    <a:pt x="139" y="5"/>
                  </a:lnTo>
                  <a:lnTo>
                    <a:pt x="140" y="5"/>
                  </a:lnTo>
                  <a:lnTo>
                    <a:pt x="142" y="6"/>
                  </a:lnTo>
                  <a:lnTo>
                    <a:pt x="143" y="6"/>
                  </a:lnTo>
                  <a:lnTo>
                    <a:pt x="144" y="7"/>
                  </a:lnTo>
                  <a:lnTo>
                    <a:pt x="146" y="7"/>
                  </a:lnTo>
                  <a:lnTo>
                    <a:pt x="147" y="7"/>
                  </a:lnTo>
                  <a:lnTo>
                    <a:pt x="148" y="8"/>
                  </a:lnTo>
                  <a:lnTo>
                    <a:pt x="150" y="8"/>
                  </a:lnTo>
                  <a:lnTo>
                    <a:pt x="151" y="9"/>
                  </a:lnTo>
                  <a:lnTo>
                    <a:pt x="153" y="9"/>
                  </a:lnTo>
                  <a:lnTo>
                    <a:pt x="154" y="10"/>
                  </a:lnTo>
                  <a:lnTo>
                    <a:pt x="155" y="10"/>
                  </a:lnTo>
                  <a:lnTo>
                    <a:pt x="157" y="11"/>
                  </a:lnTo>
                  <a:lnTo>
                    <a:pt x="158" y="11"/>
                  </a:lnTo>
                  <a:lnTo>
                    <a:pt x="159" y="12"/>
                  </a:lnTo>
                  <a:lnTo>
                    <a:pt x="161" y="12"/>
                  </a:lnTo>
                  <a:lnTo>
                    <a:pt x="162" y="13"/>
                  </a:lnTo>
                  <a:lnTo>
                    <a:pt x="163" y="13"/>
                  </a:lnTo>
                  <a:lnTo>
                    <a:pt x="165" y="14"/>
                  </a:lnTo>
                  <a:lnTo>
                    <a:pt x="166" y="14"/>
                  </a:lnTo>
                  <a:lnTo>
                    <a:pt x="167" y="15"/>
                  </a:lnTo>
                  <a:lnTo>
                    <a:pt x="169" y="15"/>
                  </a:lnTo>
                  <a:lnTo>
                    <a:pt x="170" y="16"/>
                  </a:lnTo>
                  <a:lnTo>
                    <a:pt x="171" y="16"/>
                  </a:lnTo>
                  <a:lnTo>
                    <a:pt x="173" y="17"/>
                  </a:lnTo>
                  <a:lnTo>
                    <a:pt x="174" y="18"/>
                  </a:lnTo>
                  <a:lnTo>
                    <a:pt x="175" y="18"/>
                  </a:lnTo>
                  <a:lnTo>
                    <a:pt x="177" y="19"/>
                  </a:lnTo>
                  <a:lnTo>
                    <a:pt x="178" y="19"/>
                  </a:lnTo>
                  <a:lnTo>
                    <a:pt x="179" y="20"/>
                  </a:lnTo>
                  <a:lnTo>
                    <a:pt x="181" y="20"/>
                  </a:lnTo>
                  <a:lnTo>
                    <a:pt x="182" y="21"/>
                  </a:lnTo>
                  <a:lnTo>
                    <a:pt x="183" y="21"/>
                  </a:lnTo>
                  <a:lnTo>
                    <a:pt x="185" y="22"/>
                  </a:lnTo>
                  <a:lnTo>
                    <a:pt x="186" y="22"/>
                  </a:lnTo>
                  <a:lnTo>
                    <a:pt x="187" y="23"/>
                  </a:lnTo>
                  <a:lnTo>
                    <a:pt x="189" y="23"/>
                  </a:lnTo>
                  <a:lnTo>
                    <a:pt x="190" y="24"/>
                  </a:lnTo>
                  <a:lnTo>
                    <a:pt x="191" y="24"/>
                  </a:lnTo>
                  <a:lnTo>
                    <a:pt x="193" y="25"/>
                  </a:lnTo>
                  <a:lnTo>
                    <a:pt x="194" y="25"/>
                  </a:lnTo>
                  <a:lnTo>
                    <a:pt x="195" y="26"/>
                  </a:lnTo>
                  <a:lnTo>
                    <a:pt x="197" y="26"/>
                  </a:lnTo>
                  <a:lnTo>
                    <a:pt x="198" y="27"/>
                  </a:lnTo>
                  <a:lnTo>
                    <a:pt x="200" y="28"/>
                  </a:lnTo>
                  <a:lnTo>
                    <a:pt x="201" y="28"/>
                  </a:lnTo>
                  <a:lnTo>
                    <a:pt x="202" y="29"/>
                  </a:lnTo>
                  <a:lnTo>
                    <a:pt x="204" y="29"/>
                  </a:lnTo>
                  <a:lnTo>
                    <a:pt x="205" y="30"/>
                  </a:lnTo>
                  <a:lnTo>
                    <a:pt x="206" y="31"/>
                  </a:lnTo>
                  <a:lnTo>
                    <a:pt x="208" y="31"/>
                  </a:lnTo>
                  <a:lnTo>
                    <a:pt x="209" y="32"/>
                  </a:lnTo>
                  <a:lnTo>
                    <a:pt x="210" y="32"/>
                  </a:lnTo>
                  <a:lnTo>
                    <a:pt x="212" y="33"/>
                  </a:lnTo>
                  <a:lnTo>
                    <a:pt x="213" y="33"/>
                  </a:lnTo>
                  <a:lnTo>
                    <a:pt x="214" y="34"/>
                  </a:lnTo>
                  <a:lnTo>
                    <a:pt x="216" y="34"/>
                  </a:lnTo>
                  <a:lnTo>
                    <a:pt x="217" y="35"/>
                  </a:lnTo>
                  <a:lnTo>
                    <a:pt x="218" y="35"/>
                  </a:lnTo>
                  <a:lnTo>
                    <a:pt x="220" y="36"/>
                  </a:lnTo>
                  <a:lnTo>
                    <a:pt x="221" y="36"/>
                  </a:lnTo>
                  <a:lnTo>
                    <a:pt x="222" y="37"/>
                  </a:lnTo>
                  <a:lnTo>
                    <a:pt x="224" y="37"/>
                  </a:lnTo>
                  <a:lnTo>
                    <a:pt x="225" y="38"/>
                  </a:lnTo>
                  <a:lnTo>
                    <a:pt x="226" y="38"/>
                  </a:lnTo>
                  <a:lnTo>
                    <a:pt x="228" y="39"/>
                  </a:lnTo>
                  <a:lnTo>
                    <a:pt x="229" y="39"/>
                  </a:lnTo>
                  <a:lnTo>
                    <a:pt x="230" y="40"/>
                  </a:lnTo>
                  <a:lnTo>
                    <a:pt x="232" y="40"/>
                  </a:lnTo>
                  <a:lnTo>
                    <a:pt x="233" y="41"/>
                  </a:lnTo>
                  <a:lnTo>
                    <a:pt x="234" y="42"/>
                  </a:lnTo>
                  <a:lnTo>
                    <a:pt x="236" y="42"/>
                  </a:lnTo>
                  <a:lnTo>
                    <a:pt x="237" y="43"/>
                  </a:lnTo>
                  <a:lnTo>
                    <a:pt x="238" y="43"/>
                  </a:lnTo>
                  <a:lnTo>
                    <a:pt x="240" y="44"/>
                  </a:lnTo>
                  <a:lnTo>
                    <a:pt x="241" y="44"/>
                  </a:lnTo>
                  <a:lnTo>
                    <a:pt x="242" y="45"/>
                  </a:lnTo>
                  <a:lnTo>
                    <a:pt x="244" y="45"/>
                  </a:lnTo>
                  <a:lnTo>
                    <a:pt x="245" y="46"/>
                  </a:lnTo>
                  <a:lnTo>
                    <a:pt x="246" y="46"/>
                  </a:lnTo>
                  <a:lnTo>
                    <a:pt x="248" y="47"/>
                  </a:lnTo>
                  <a:lnTo>
                    <a:pt x="249" y="47"/>
                  </a:lnTo>
                  <a:lnTo>
                    <a:pt x="251" y="48"/>
                  </a:lnTo>
                  <a:lnTo>
                    <a:pt x="252" y="48"/>
                  </a:lnTo>
                  <a:lnTo>
                    <a:pt x="253" y="49"/>
                  </a:lnTo>
                  <a:lnTo>
                    <a:pt x="255" y="49"/>
                  </a:lnTo>
                  <a:lnTo>
                    <a:pt x="256" y="50"/>
                  </a:lnTo>
                  <a:lnTo>
                    <a:pt x="257" y="50"/>
                  </a:lnTo>
                  <a:lnTo>
                    <a:pt x="259" y="51"/>
                  </a:lnTo>
                  <a:lnTo>
                    <a:pt x="260" y="51"/>
                  </a:lnTo>
                  <a:lnTo>
                    <a:pt x="261" y="52"/>
                  </a:lnTo>
                  <a:lnTo>
                    <a:pt x="263" y="52"/>
                  </a:lnTo>
                  <a:lnTo>
                    <a:pt x="264" y="53"/>
                  </a:lnTo>
                  <a:lnTo>
                    <a:pt x="265" y="53"/>
                  </a:lnTo>
                  <a:lnTo>
                    <a:pt x="267" y="53"/>
                  </a:lnTo>
                  <a:lnTo>
                    <a:pt x="268" y="54"/>
                  </a:lnTo>
                  <a:lnTo>
                    <a:pt x="269" y="54"/>
                  </a:lnTo>
                  <a:lnTo>
                    <a:pt x="271" y="55"/>
                  </a:lnTo>
                  <a:lnTo>
                    <a:pt x="272" y="55"/>
                  </a:lnTo>
                  <a:lnTo>
                    <a:pt x="273" y="56"/>
                  </a:lnTo>
                  <a:lnTo>
                    <a:pt x="275" y="56"/>
                  </a:lnTo>
                  <a:lnTo>
                    <a:pt x="276" y="57"/>
                  </a:lnTo>
                  <a:lnTo>
                    <a:pt x="277" y="57"/>
                  </a:lnTo>
                  <a:lnTo>
                    <a:pt x="279" y="58"/>
                  </a:lnTo>
                  <a:lnTo>
                    <a:pt x="280" y="58"/>
                  </a:lnTo>
                  <a:lnTo>
                    <a:pt x="281" y="59"/>
                  </a:lnTo>
                  <a:lnTo>
                    <a:pt x="283" y="59"/>
                  </a:lnTo>
                  <a:lnTo>
                    <a:pt x="284" y="59"/>
                  </a:lnTo>
                  <a:lnTo>
                    <a:pt x="285" y="60"/>
                  </a:lnTo>
                  <a:lnTo>
                    <a:pt x="287" y="60"/>
                  </a:lnTo>
                  <a:lnTo>
                    <a:pt x="288" y="60"/>
                  </a:lnTo>
                  <a:lnTo>
                    <a:pt x="289" y="61"/>
                  </a:lnTo>
                  <a:lnTo>
                    <a:pt x="291" y="61"/>
                  </a:lnTo>
                  <a:lnTo>
                    <a:pt x="292" y="61"/>
                  </a:lnTo>
                  <a:lnTo>
                    <a:pt x="293" y="62"/>
                  </a:lnTo>
                  <a:lnTo>
                    <a:pt x="295" y="62"/>
                  </a:lnTo>
                  <a:lnTo>
                    <a:pt x="296" y="62"/>
                  </a:lnTo>
                  <a:lnTo>
                    <a:pt x="297" y="63"/>
                  </a:lnTo>
                  <a:lnTo>
                    <a:pt x="299" y="63"/>
                  </a:lnTo>
                  <a:lnTo>
                    <a:pt x="300" y="63"/>
                  </a:lnTo>
                  <a:lnTo>
                    <a:pt x="302" y="64"/>
                  </a:lnTo>
                  <a:lnTo>
                    <a:pt x="303" y="64"/>
                  </a:lnTo>
                  <a:lnTo>
                    <a:pt x="304" y="64"/>
                  </a:lnTo>
                  <a:lnTo>
                    <a:pt x="306" y="64"/>
                  </a:lnTo>
                  <a:lnTo>
                    <a:pt x="307" y="65"/>
                  </a:lnTo>
                  <a:lnTo>
                    <a:pt x="308" y="65"/>
                  </a:lnTo>
                  <a:lnTo>
                    <a:pt x="310" y="65"/>
                  </a:lnTo>
                  <a:lnTo>
                    <a:pt x="311" y="66"/>
                  </a:lnTo>
                  <a:lnTo>
                    <a:pt x="312" y="66"/>
                  </a:lnTo>
                  <a:lnTo>
                    <a:pt x="314" y="66"/>
                  </a:lnTo>
                  <a:lnTo>
                    <a:pt x="315" y="66"/>
                  </a:lnTo>
                  <a:lnTo>
                    <a:pt x="316" y="67"/>
                  </a:lnTo>
                  <a:lnTo>
                    <a:pt x="318" y="67"/>
                  </a:lnTo>
                  <a:lnTo>
                    <a:pt x="319" y="67"/>
                  </a:lnTo>
                  <a:lnTo>
                    <a:pt x="320" y="67"/>
                  </a:lnTo>
                  <a:lnTo>
                    <a:pt x="322" y="68"/>
                  </a:lnTo>
                  <a:lnTo>
                    <a:pt x="323" y="68"/>
                  </a:lnTo>
                  <a:lnTo>
                    <a:pt x="324" y="68"/>
                  </a:lnTo>
                  <a:lnTo>
                    <a:pt x="326" y="68"/>
                  </a:lnTo>
                  <a:lnTo>
                    <a:pt x="327" y="69"/>
                  </a:lnTo>
                  <a:lnTo>
                    <a:pt x="328" y="69"/>
                  </a:lnTo>
                  <a:lnTo>
                    <a:pt x="330" y="69"/>
                  </a:lnTo>
                  <a:lnTo>
                    <a:pt x="331" y="69"/>
                  </a:lnTo>
                  <a:lnTo>
                    <a:pt x="332" y="69"/>
                  </a:lnTo>
                  <a:lnTo>
                    <a:pt x="334" y="69"/>
                  </a:lnTo>
                  <a:lnTo>
                    <a:pt x="335" y="70"/>
                  </a:lnTo>
                  <a:lnTo>
                    <a:pt x="336" y="70"/>
                  </a:lnTo>
                  <a:lnTo>
                    <a:pt x="338" y="70"/>
                  </a:lnTo>
                  <a:lnTo>
                    <a:pt x="339" y="70"/>
                  </a:lnTo>
                  <a:lnTo>
                    <a:pt x="340" y="70"/>
                  </a:lnTo>
                  <a:lnTo>
                    <a:pt x="342" y="70"/>
                  </a:lnTo>
                  <a:lnTo>
                    <a:pt x="343" y="71"/>
                  </a:lnTo>
                  <a:lnTo>
                    <a:pt x="344" y="71"/>
                  </a:lnTo>
                  <a:lnTo>
                    <a:pt x="346" y="71"/>
                  </a:lnTo>
                  <a:lnTo>
                    <a:pt x="347" y="71"/>
                  </a:lnTo>
                  <a:lnTo>
                    <a:pt x="348" y="71"/>
                  </a:lnTo>
                  <a:lnTo>
                    <a:pt x="350" y="71"/>
                  </a:lnTo>
                  <a:lnTo>
                    <a:pt x="351" y="72"/>
                  </a:lnTo>
                  <a:lnTo>
                    <a:pt x="353" y="72"/>
                  </a:lnTo>
                  <a:lnTo>
                    <a:pt x="354" y="72"/>
                  </a:lnTo>
                  <a:lnTo>
                    <a:pt x="355" y="72"/>
                  </a:lnTo>
                  <a:lnTo>
                    <a:pt x="357" y="72"/>
                  </a:lnTo>
                  <a:lnTo>
                    <a:pt x="358" y="72"/>
                  </a:lnTo>
                  <a:lnTo>
                    <a:pt x="359" y="72"/>
                  </a:lnTo>
                  <a:lnTo>
                    <a:pt x="361" y="73"/>
                  </a:lnTo>
                  <a:lnTo>
                    <a:pt x="362" y="73"/>
                  </a:lnTo>
                  <a:lnTo>
                    <a:pt x="363" y="73"/>
                  </a:lnTo>
                  <a:lnTo>
                    <a:pt x="365" y="73"/>
                  </a:lnTo>
                  <a:lnTo>
                    <a:pt x="366" y="73"/>
                  </a:lnTo>
                  <a:lnTo>
                    <a:pt x="367" y="73"/>
                  </a:lnTo>
                  <a:lnTo>
                    <a:pt x="369" y="73"/>
                  </a:lnTo>
                  <a:lnTo>
                    <a:pt x="370" y="73"/>
                  </a:lnTo>
                  <a:lnTo>
                    <a:pt x="371" y="73"/>
                  </a:lnTo>
                  <a:lnTo>
                    <a:pt x="373" y="74"/>
                  </a:lnTo>
                  <a:lnTo>
                    <a:pt x="374" y="74"/>
                  </a:lnTo>
                  <a:lnTo>
                    <a:pt x="375" y="74"/>
                  </a:lnTo>
                  <a:lnTo>
                    <a:pt x="377" y="74"/>
                  </a:lnTo>
                  <a:lnTo>
                    <a:pt x="378" y="74"/>
                  </a:lnTo>
                  <a:lnTo>
                    <a:pt x="379" y="74"/>
                  </a:lnTo>
                  <a:lnTo>
                    <a:pt x="381" y="74"/>
                  </a:lnTo>
                  <a:lnTo>
                    <a:pt x="382" y="74"/>
                  </a:lnTo>
                  <a:lnTo>
                    <a:pt x="383" y="74"/>
                  </a:lnTo>
                  <a:lnTo>
                    <a:pt x="385" y="74"/>
                  </a:lnTo>
                  <a:lnTo>
                    <a:pt x="386" y="74"/>
                  </a:lnTo>
                  <a:lnTo>
                    <a:pt x="387" y="74"/>
                  </a:lnTo>
                  <a:lnTo>
                    <a:pt x="389" y="74"/>
                  </a:lnTo>
                  <a:lnTo>
                    <a:pt x="390" y="74"/>
                  </a:lnTo>
                  <a:lnTo>
                    <a:pt x="391" y="75"/>
                  </a:lnTo>
                  <a:lnTo>
                    <a:pt x="393" y="75"/>
                  </a:lnTo>
                  <a:lnTo>
                    <a:pt x="394" y="75"/>
                  </a:lnTo>
                  <a:lnTo>
                    <a:pt x="395" y="75"/>
                  </a:lnTo>
                  <a:lnTo>
                    <a:pt x="397" y="75"/>
                  </a:lnTo>
                  <a:lnTo>
                    <a:pt x="398" y="75"/>
                  </a:lnTo>
                  <a:lnTo>
                    <a:pt x="399" y="75"/>
                  </a:lnTo>
                  <a:lnTo>
                    <a:pt x="401" y="75"/>
                  </a:lnTo>
                  <a:lnTo>
                    <a:pt x="402" y="75"/>
                  </a:lnTo>
                  <a:lnTo>
                    <a:pt x="404" y="75"/>
                  </a:lnTo>
                  <a:lnTo>
                    <a:pt x="405" y="75"/>
                  </a:lnTo>
                  <a:lnTo>
                    <a:pt x="406" y="75"/>
                  </a:lnTo>
                  <a:lnTo>
                    <a:pt x="408" y="75"/>
                  </a:lnTo>
                  <a:lnTo>
                    <a:pt x="409" y="75"/>
                  </a:lnTo>
                  <a:lnTo>
                    <a:pt x="410" y="75"/>
                  </a:lnTo>
                  <a:lnTo>
                    <a:pt x="412" y="75"/>
                  </a:lnTo>
                  <a:lnTo>
                    <a:pt x="413" y="75"/>
                  </a:lnTo>
                  <a:lnTo>
                    <a:pt x="414" y="75"/>
                  </a:lnTo>
                  <a:lnTo>
                    <a:pt x="416" y="76"/>
                  </a:lnTo>
                  <a:lnTo>
                    <a:pt x="417" y="76"/>
                  </a:lnTo>
                  <a:lnTo>
                    <a:pt x="418" y="76"/>
                  </a:lnTo>
                  <a:lnTo>
                    <a:pt x="420" y="76"/>
                  </a:lnTo>
                  <a:lnTo>
                    <a:pt x="421" y="76"/>
                  </a:lnTo>
                  <a:lnTo>
                    <a:pt x="422" y="76"/>
                  </a:lnTo>
                  <a:lnTo>
                    <a:pt x="424" y="76"/>
                  </a:lnTo>
                  <a:lnTo>
                    <a:pt x="425" y="76"/>
                  </a:lnTo>
                  <a:lnTo>
                    <a:pt x="426" y="76"/>
                  </a:lnTo>
                  <a:lnTo>
                    <a:pt x="428" y="76"/>
                  </a:lnTo>
                  <a:lnTo>
                    <a:pt x="429" y="76"/>
                  </a:lnTo>
                  <a:lnTo>
                    <a:pt x="430" y="76"/>
                  </a:lnTo>
                  <a:lnTo>
                    <a:pt x="432" y="76"/>
                  </a:lnTo>
                  <a:lnTo>
                    <a:pt x="433" y="76"/>
                  </a:lnTo>
                  <a:lnTo>
                    <a:pt x="434" y="76"/>
                  </a:lnTo>
                  <a:lnTo>
                    <a:pt x="436" y="76"/>
                  </a:lnTo>
                  <a:lnTo>
                    <a:pt x="437" y="76"/>
                  </a:lnTo>
                  <a:lnTo>
                    <a:pt x="438" y="76"/>
                  </a:lnTo>
                  <a:lnTo>
                    <a:pt x="440" y="76"/>
                  </a:lnTo>
                  <a:lnTo>
                    <a:pt x="441" y="76"/>
                  </a:lnTo>
                  <a:lnTo>
                    <a:pt x="442" y="76"/>
                  </a:lnTo>
                  <a:lnTo>
                    <a:pt x="444" y="76"/>
                  </a:lnTo>
                  <a:lnTo>
                    <a:pt x="445" y="76"/>
                  </a:lnTo>
                  <a:lnTo>
                    <a:pt x="446" y="76"/>
                  </a:lnTo>
                  <a:lnTo>
                    <a:pt x="448" y="76"/>
                  </a:lnTo>
                  <a:lnTo>
                    <a:pt x="449" y="76"/>
                  </a:lnTo>
                  <a:lnTo>
                    <a:pt x="450" y="76"/>
                  </a:lnTo>
                  <a:lnTo>
                    <a:pt x="452" y="76"/>
                  </a:lnTo>
                  <a:lnTo>
                    <a:pt x="453" y="76"/>
                  </a:lnTo>
                  <a:lnTo>
                    <a:pt x="455" y="76"/>
                  </a:lnTo>
                  <a:lnTo>
                    <a:pt x="456" y="76"/>
                  </a:lnTo>
                  <a:lnTo>
                    <a:pt x="457" y="76"/>
                  </a:lnTo>
                  <a:lnTo>
                    <a:pt x="459" y="76"/>
                  </a:lnTo>
                  <a:lnTo>
                    <a:pt x="460" y="76"/>
                  </a:lnTo>
                  <a:lnTo>
                    <a:pt x="461" y="76"/>
                  </a:lnTo>
                  <a:lnTo>
                    <a:pt x="463" y="76"/>
                  </a:lnTo>
                  <a:lnTo>
                    <a:pt x="464" y="76"/>
                  </a:lnTo>
                  <a:lnTo>
                    <a:pt x="465" y="76"/>
                  </a:lnTo>
                  <a:lnTo>
                    <a:pt x="467" y="76"/>
                  </a:lnTo>
                  <a:lnTo>
                    <a:pt x="468" y="76"/>
                  </a:lnTo>
                  <a:lnTo>
                    <a:pt x="469" y="76"/>
                  </a:lnTo>
                  <a:lnTo>
                    <a:pt x="471" y="76"/>
                  </a:lnTo>
                  <a:lnTo>
                    <a:pt x="472" y="77"/>
                  </a:lnTo>
                  <a:lnTo>
                    <a:pt x="473" y="77"/>
                  </a:lnTo>
                  <a:lnTo>
                    <a:pt x="475" y="77"/>
                  </a:lnTo>
                  <a:lnTo>
                    <a:pt x="476" y="77"/>
                  </a:lnTo>
                  <a:lnTo>
                    <a:pt x="477" y="77"/>
                  </a:lnTo>
                  <a:lnTo>
                    <a:pt x="479" y="77"/>
                  </a:lnTo>
                  <a:lnTo>
                    <a:pt x="480" y="77"/>
                  </a:lnTo>
                  <a:lnTo>
                    <a:pt x="481" y="77"/>
                  </a:lnTo>
                  <a:lnTo>
                    <a:pt x="483" y="77"/>
                  </a:lnTo>
                  <a:lnTo>
                    <a:pt x="484" y="77"/>
                  </a:lnTo>
                  <a:lnTo>
                    <a:pt x="485" y="77"/>
                  </a:lnTo>
                  <a:lnTo>
                    <a:pt x="487" y="77"/>
                  </a:lnTo>
                  <a:lnTo>
                    <a:pt x="488" y="77"/>
                  </a:lnTo>
                  <a:lnTo>
                    <a:pt x="489" y="77"/>
                  </a:lnTo>
                  <a:lnTo>
                    <a:pt x="491" y="77"/>
                  </a:lnTo>
                  <a:lnTo>
                    <a:pt x="492" y="77"/>
                  </a:lnTo>
                  <a:lnTo>
                    <a:pt x="493" y="77"/>
                  </a:lnTo>
                  <a:lnTo>
                    <a:pt x="495" y="77"/>
                  </a:lnTo>
                  <a:lnTo>
                    <a:pt x="496" y="77"/>
                  </a:lnTo>
                  <a:lnTo>
                    <a:pt x="497" y="77"/>
                  </a:lnTo>
                  <a:lnTo>
                    <a:pt x="499" y="77"/>
                  </a:lnTo>
                  <a:lnTo>
                    <a:pt x="500" y="77"/>
                  </a:lnTo>
                  <a:lnTo>
                    <a:pt x="502" y="77"/>
                  </a:lnTo>
                  <a:lnTo>
                    <a:pt x="503" y="77"/>
                  </a:lnTo>
                  <a:lnTo>
                    <a:pt x="504" y="77"/>
                  </a:lnTo>
                  <a:lnTo>
                    <a:pt x="506" y="77"/>
                  </a:lnTo>
                  <a:lnTo>
                    <a:pt x="507" y="77"/>
                  </a:lnTo>
                  <a:lnTo>
                    <a:pt x="508" y="77"/>
                  </a:lnTo>
                  <a:lnTo>
                    <a:pt x="510" y="77"/>
                  </a:lnTo>
                  <a:lnTo>
                    <a:pt x="511" y="77"/>
                  </a:lnTo>
                  <a:lnTo>
                    <a:pt x="512" y="77"/>
                  </a:lnTo>
                  <a:lnTo>
                    <a:pt x="514" y="77"/>
                  </a:lnTo>
                  <a:lnTo>
                    <a:pt x="515" y="77"/>
                  </a:lnTo>
                  <a:lnTo>
                    <a:pt x="516" y="77"/>
                  </a:lnTo>
                  <a:lnTo>
                    <a:pt x="518" y="77"/>
                  </a:lnTo>
                  <a:lnTo>
                    <a:pt x="519" y="77"/>
                  </a:lnTo>
                  <a:lnTo>
                    <a:pt x="520" y="77"/>
                  </a:lnTo>
                  <a:lnTo>
                    <a:pt x="522" y="77"/>
                  </a:lnTo>
                  <a:lnTo>
                    <a:pt x="523" y="77"/>
                  </a:lnTo>
                  <a:lnTo>
                    <a:pt x="524" y="77"/>
                  </a:lnTo>
                  <a:lnTo>
                    <a:pt x="526" y="77"/>
                  </a:lnTo>
                  <a:lnTo>
                    <a:pt x="527" y="77"/>
                  </a:lnTo>
                  <a:lnTo>
                    <a:pt x="528" y="77"/>
                  </a:lnTo>
                  <a:lnTo>
                    <a:pt x="530" y="77"/>
                  </a:lnTo>
                  <a:lnTo>
                    <a:pt x="531" y="77"/>
                  </a:lnTo>
                  <a:lnTo>
                    <a:pt x="532" y="77"/>
                  </a:lnTo>
                  <a:lnTo>
                    <a:pt x="534" y="77"/>
                  </a:lnTo>
                  <a:lnTo>
                    <a:pt x="535" y="77"/>
                  </a:lnTo>
                  <a:lnTo>
                    <a:pt x="536" y="77"/>
                  </a:lnTo>
                  <a:lnTo>
                    <a:pt x="538" y="77"/>
                  </a:lnTo>
                  <a:lnTo>
                    <a:pt x="539" y="77"/>
                  </a:lnTo>
                  <a:lnTo>
                    <a:pt x="540" y="77"/>
                  </a:lnTo>
                  <a:lnTo>
                    <a:pt x="542" y="77"/>
                  </a:lnTo>
                  <a:lnTo>
                    <a:pt x="543" y="77"/>
                  </a:lnTo>
                  <a:lnTo>
                    <a:pt x="544" y="77"/>
                  </a:lnTo>
                  <a:lnTo>
                    <a:pt x="546" y="77"/>
                  </a:lnTo>
                  <a:lnTo>
                    <a:pt x="547" y="77"/>
                  </a:lnTo>
                  <a:lnTo>
                    <a:pt x="548" y="77"/>
                  </a:lnTo>
                  <a:lnTo>
                    <a:pt x="550" y="77"/>
                  </a:lnTo>
                  <a:lnTo>
                    <a:pt x="551" y="77"/>
                  </a:lnTo>
                  <a:lnTo>
                    <a:pt x="553" y="77"/>
                  </a:lnTo>
                  <a:lnTo>
                    <a:pt x="554" y="77"/>
                  </a:lnTo>
                  <a:lnTo>
                    <a:pt x="555" y="77"/>
                  </a:lnTo>
                  <a:lnTo>
                    <a:pt x="557" y="77"/>
                  </a:lnTo>
                  <a:lnTo>
                    <a:pt x="558" y="77"/>
                  </a:lnTo>
                  <a:lnTo>
                    <a:pt x="559" y="77"/>
                  </a:lnTo>
                  <a:lnTo>
                    <a:pt x="561" y="77"/>
                  </a:lnTo>
                  <a:lnTo>
                    <a:pt x="562" y="77"/>
                  </a:lnTo>
                  <a:lnTo>
                    <a:pt x="563" y="77"/>
                  </a:lnTo>
                  <a:lnTo>
                    <a:pt x="565" y="77"/>
                  </a:lnTo>
                  <a:lnTo>
                    <a:pt x="566" y="77"/>
                  </a:lnTo>
                  <a:lnTo>
                    <a:pt x="567" y="77"/>
                  </a:lnTo>
                  <a:lnTo>
                    <a:pt x="569" y="77"/>
                  </a:lnTo>
                  <a:lnTo>
                    <a:pt x="570" y="77"/>
                  </a:lnTo>
                  <a:lnTo>
                    <a:pt x="571" y="77"/>
                  </a:lnTo>
                  <a:lnTo>
                    <a:pt x="573" y="77"/>
                  </a:lnTo>
                  <a:lnTo>
                    <a:pt x="574" y="77"/>
                  </a:lnTo>
                  <a:lnTo>
                    <a:pt x="575" y="77"/>
                  </a:lnTo>
                  <a:lnTo>
                    <a:pt x="577" y="77"/>
                  </a:lnTo>
                  <a:lnTo>
                    <a:pt x="578" y="77"/>
                  </a:lnTo>
                  <a:lnTo>
                    <a:pt x="579" y="77"/>
                  </a:lnTo>
                  <a:lnTo>
                    <a:pt x="581" y="77"/>
                  </a:lnTo>
                  <a:lnTo>
                    <a:pt x="582" y="77"/>
                  </a:lnTo>
                  <a:lnTo>
                    <a:pt x="583" y="77"/>
                  </a:lnTo>
                  <a:lnTo>
                    <a:pt x="585" y="77"/>
                  </a:lnTo>
                  <a:lnTo>
                    <a:pt x="586" y="77"/>
                  </a:lnTo>
                  <a:lnTo>
                    <a:pt x="587" y="77"/>
                  </a:lnTo>
                  <a:lnTo>
                    <a:pt x="589" y="77"/>
                  </a:lnTo>
                  <a:lnTo>
                    <a:pt x="590" y="77"/>
                  </a:lnTo>
                  <a:lnTo>
                    <a:pt x="591" y="77"/>
                  </a:lnTo>
                  <a:lnTo>
                    <a:pt x="593" y="78"/>
                  </a:lnTo>
                  <a:lnTo>
                    <a:pt x="594" y="78"/>
                  </a:lnTo>
                  <a:lnTo>
                    <a:pt x="595" y="78"/>
                  </a:lnTo>
                  <a:lnTo>
                    <a:pt x="597" y="78"/>
                  </a:lnTo>
                  <a:lnTo>
                    <a:pt x="598" y="78"/>
                  </a:lnTo>
                  <a:lnTo>
                    <a:pt x="599" y="78"/>
                  </a:lnTo>
                  <a:lnTo>
                    <a:pt x="601" y="78"/>
                  </a:lnTo>
                  <a:lnTo>
                    <a:pt x="602" y="78"/>
                  </a:lnTo>
                  <a:lnTo>
                    <a:pt x="604" y="78"/>
                  </a:lnTo>
                  <a:lnTo>
                    <a:pt x="605" y="78"/>
                  </a:lnTo>
                  <a:lnTo>
                    <a:pt x="606" y="78"/>
                  </a:lnTo>
                  <a:lnTo>
                    <a:pt x="608" y="78"/>
                  </a:lnTo>
                  <a:lnTo>
                    <a:pt x="609" y="78"/>
                  </a:lnTo>
                  <a:lnTo>
                    <a:pt x="610" y="78"/>
                  </a:lnTo>
                  <a:lnTo>
                    <a:pt x="612" y="78"/>
                  </a:lnTo>
                  <a:lnTo>
                    <a:pt x="613" y="78"/>
                  </a:lnTo>
                  <a:lnTo>
                    <a:pt x="614" y="78"/>
                  </a:lnTo>
                  <a:lnTo>
                    <a:pt x="616" y="78"/>
                  </a:lnTo>
                  <a:lnTo>
                    <a:pt x="617" y="78"/>
                  </a:lnTo>
                  <a:lnTo>
                    <a:pt x="618" y="78"/>
                  </a:lnTo>
                  <a:lnTo>
                    <a:pt x="620" y="78"/>
                  </a:lnTo>
                  <a:lnTo>
                    <a:pt x="621" y="78"/>
                  </a:lnTo>
                  <a:lnTo>
                    <a:pt x="622" y="78"/>
                  </a:lnTo>
                  <a:lnTo>
                    <a:pt x="624" y="78"/>
                  </a:lnTo>
                  <a:lnTo>
                    <a:pt x="625" y="78"/>
                  </a:lnTo>
                  <a:lnTo>
                    <a:pt x="626" y="78"/>
                  </a:lnTo>
                  <a:lnTo>
                    <a:pt x="628" y="78"/>
                  </a:lnTo>
                  <a:lnTo>
                    <a:pt x="629" y="78"/>
                  </a:lnTo>
                  <a:lnTo>
                    <a:pt x="630" y="78"/>
                  </a:lnTo>
                  <a:lnTo>
                    <a:pt x="632" y="78"/>
                  </a:lnTo>
                  <a:lnTo>
                    <a:pt x="633" y="78"/>
                  </a:lnTo>
                  <a:lnTo>
                    <a:pt x="634" y="78"/>
                  </a:lnTo>
                  <a:lnTo>
                    <a:pt x="636" y="78"/>
                  </a:lnTo>
                  <a:lnTo>
                    <a:pt x="637" y="78"/>
                  </a:lnTo>
                  <a:lnTo>
                    <a:pt x="638" y="78"/>
                  </a:lnTo>
                  <a:lnTo>
                    <a:pt x="640" y="78"/>
                  </a:lnTo>
                  <a:lnTo>
                    <a:pt x="641" y="78"/>
                  </a:lnTo>
                  <a:lnTo>
                    <a:pt x="642" y="78"/>
                  </a:lnTo>
                  <a:lnTo>
                    <a:pt x="644" y="78"/>
                  </a:lnTo>
                  <a:lnTo>
                    <a:pt x="645" y="78"/>
                  </a:lnTo>
                  <a:lnTo>
                    <a:pt x="646" y="78"/>
                  </a:lnTo>
                  <a:lnTo>
                    <a:pt x="648" y="78"/>
                  </a:lnTo>
                  <a:lnTo>
                    <a:pt x="649" y="78"/>
                  </a:lnTo>
                  <a:lnTo>
                    <a:pt x="650" y="78"/>
                  </a:lnTo>
                  <a:lnTo>
                    <a:pt x="652" y="78"/>
                  </a:lnTo>
                  <a:lnTo>
                    <a:pt x="653" y="78"/>
                  </a:lnTo>
                  <a:lnTo>
                    <a:pt x="655" y="78"/>
                  </a:lnTo>
                  <a:lnTo>
                    <a:pt x="656" y="78"/>
                  </a:lnTo>
                  <a:lnTo>
                    <a:pt x="657" y="78"/>
                  </a:lnTo>
                  <a:lnTo>
                    <a:pt x="659" y="78"/>
                  </a:lnTo>
                  <a:lnTo>
                    <a:pt x="660" y="78"/>
                  </a:lnTo>
                  <a:lnTo>
                    <a:pt x="661" y="78"/>
                  </a:lnTo>
                  <a:lnTo>
                    <a:pt x="663" y="78"/>
                  </a:lnTo>
                  <a:lnTo>
                    <a:pt x="664" y="78"/>
                  </a:lnTo>
                  <a:lnTo>
                    <a:pt x="665" y="78"/>
                  </a:lnTo>
                  <a:lnTo>
                    <a:pt x="667" y="78"/>
                  </a:lnTo>
                  <a:lnTo>
                    <a:pt x="668" y="78"/>
                  </a:lnTo>
                  <a:lnTo>
                    <a:pt x="669" y="78"/>
                  </a:lnTo>
                  <a:lnTo>
                    <a:pt x="671" y="78"/>
                  </a:lnTo>
                  <a:lnTo>
                    <a:pt x="672" y="78"/>
                  </a:lnTo>
                  <a:lnTo>
                    <a:pt x="673" y="78"/>
                  </a:lnTo>
                  <a:lnTo>
                    <a:pt x="675" y="78"/>
                  </a:lnTo>
                  <a:lnTo>
                    <a:pt x="676" y="78"/>
                  </a:lnTo>
                  <a:lnTo>
                    <a:pt x="677" y="78"/>
                  </a:lnTo>
                  <a:lnTo>
                    <a:pt x="679" y="78"/>
                  </a:lnTo>
                  <a:lnTo>
                    <a:pt x="680" y="78"/>
                  </a:lnTo>
                  <a:lnTo>
                    <a:pt x="681" y="78"/>
                  </a:lnTo>
                  <a:lnTo>
                    <a:pt x="683" y="78"/>
                  </a:lnTo>
                  <a:lnTo>
                    <a:pt x="684" y="78"/>
                  </a:lnTo>
                  <a:lnTo>
                    <a:pt x="685" y="78"/>
                  </a:lnTo>
                  <a:lnTo>
                    <a:pt x="687" y="78"/>
                  </a:lnTo>
                  <a:lnTo>
                    <a:pt x="688" y="78"/>
                  </a:lnTo>
                  <a:lnTo>
                    <a:pt x="689" y="78"/>
                  </a:lnTo>
                  <a:lnTo>
                    <a:pt x="691" y="78"/>
                  </a:lnTo>
                  <a:lnTo>
                    <a:pt x="692" y="78"/>
                  </a:lnTo>
                  <a:lnTo>
                    <a:pt x="693" y="78"/>
                  </a:lnTo>
                  <a:lnTo>
                    <a:pt x="695" y="78"/>
                  </a:lnTo>
                  <a:lnTo>
                    <a:pt x="696" y="78"/>
                  </a:lnTo>
                  <a:lnTo>
                    <a:pt x="697" y="78"/>
                  </a:lnTo>
                  <a:lnTo>
                    <a:pt x="699" y="78"/>
                  </a:lnTo>
                  <a:lnTo>
                    <a:pt x="700" y="78"/>
                  </a:lnTo>
                  <a:lnTo>
                    <a:pt x="701" y="78"/>
                  </a:lnTo>
                  <a:lnTo>
                    <a:pt x="703" y="78"/>
                  </a:lnTo>
                  <a:lnTo>
                    <a:pt x="704" y="78"/>
                  </a:lnTo>
                  <a:lnTo>
                    <a:pt x="706" y="78"/>
                  </a:lnTo>
                  <a:lnTo>
                    <a:pt x="707" y="78"/>
                  </a:lnTo>
                  <a:lnTo>
                    <a:pt x="708" y="78"/>
                  </a:lnTo>
                  <a:lnTo>
                    <a:pt x="710" y="78"/>
                  </a:lnTo>
                  <a:lnTo>
                    <a:pt x="711" y="78"/>
                  </a:lnTo>
                  <a:lnTo>
                    <a:pt x="712" y="78"/>
                  </a:lnTo>
                  <a:lnTo>
                    <a:pt x="714" y="78"/>
                  </a:lnTo>
                  <a:lnTo>
                    <a:pt x="715" y="78"/>
                  </a:lnTo>
                  <a:lnTo>
                    <a:pt x="716" y="78"/>
                  </a:lnTo>
                  <a:lnTo>
                    <a:pt x="718" y="78"/>
                  </a:lnTo>
                  <a:lnTo>
                    <a:pt x="719" y="78"/>
                  </a:lnTo>
                  <a:lnTo>
                    <a:pt x="720" y="78"/>
                  </a:lnTo>
                  <a:lnTo>
                    <a:pt x="722" y="78"/>
                  </a:lnTo>
                  <a:lnTo>
                    <a:pt x="723" y="78"/>
                  </a:lnTo>
                  <a:lnTo>
                    <a:pt x="724" y="78"/>
                  </a:lnTo>
                  <a:lnTo>
                    <a:pt x="726" y="78"/>
                  </a:lnTo>
                  <a:lnTo>
                    <a:pt x="727" y="78"/>
                  </a:lnTo>
                  <a:lnTo>
                    <a:pt x="728" y="78"/>
                  </a:lnTo>
                  <a:lnTo>
                    <a:pt x="730" y="78"/>
                  </a:lnTo>
                  <a:lnTo>
                    <a:pt x="731" y="78"/>
                  </a:lnTo>
                  <a:lnTo>
                    <a:pt x="732" y="78"/>
                  </a:lnTo>
                  <a:lnTo>
                    <a:pt x="734" y="78"/>
                  </a:lnTo>
                  <a:lnTo>
                    <a:pt x="735" y="78"/>
                  </a:lnTo>
                  <a:lnTo>
                    <a:pt x="736" y="78"/>
                  </a:lnTo>
                  <a:lnTo>
                    <a:pt x="738" y="78"/>
                  </a:lnTo>
                  <a:lnTo>
                    <a:pt x="739" y="78"/>
                  </a:lnTo>
                  <a:lnTo>
                    <a:pt x="740" y="78"/>
                  </a:lnTo>
                  <a:lnTo>
                    <a:pt x="742" y="78"/>
                  </a:lnTo>
                  <a:lnTo>
                    <a:pt x="743" y="78"/>
                  </a:lnTo>
                  <a:lnTo>
                    <a:pt x="744" y="78"/>
                  </a:lnTo>
                  <a:lnTo>
                    <a:pt x="746" y="78"/>
                  </a:lnTo>
                  <a:lnTo>
                    <a:pt x="747" y="78"/>
                  </a:lnTo>
                  <a:lnTo>
                    <a:pt x="748" y="78"/>
                  </a:lnTo>
                  <a:lnTo>
                    <a:pt x="750" y="78"/>
                  </a:lnTo>
                  <a:lnTo>
                    <a:pt x="751" y="78"/>
                  </a:lnTo>
                  <a:lnTo>
                    <a:pt x="752" y="78"/>
                  </a:lnTo>
                  <a:lnTo>
                    <a:pt x="754" y="78"/>
                  </a:lnTo>
                  <a:lnTo>
                    <a:pt x="755" y="78"/>
                  </a:lnTo>
                  <a:lnTo>
                    <a:pt x="757" y="78"/>
                  </a:lnTo>
                  <a:lnTo>
                    <a:pt x="758" y="78"/>
                  </a:lnTo>
                  <a:lnTo>
                    <a:pt x="759" y="78"/>
                  </a:lnTo>
                  <a:lnTo>
                    <a:pt x="761" y="78"/>
                  </a:lnTo>
                  <a:lnTo>
                    <a:pt x="762" y="78"/>
                  </a:lnTo>
                  <a:lnTo>
                    <a:pt x="763" y="78"/>
                  </a:lnTo>
                  <a:lnTo>
                    <a:pt x="765" y="78"/>
                  </a:lnTo>
                  <a:lnTo>
                    <a:pt x="766" y="78"/>
                  </a:lnTo>
                  <a:lnTo>
                    <a:pt x="767" y="78"/>
                  </a:lnTo>
                  <a:lnTo>
                    <a:pt x="769" y="78"/>
                  </a:lnTo>
                  <a:lnTo>
                    <a:pt x="770" y="78"/>
                  </a:lnTo>
                  <a:lnTo>
                    <a:pt x="771" y="78"/>
                  </a:lnTo>
                  <a:lnTo>
                    <a:pt x="773" y="79"/>
                  </a:lnTo>
                  <a:lnTo>
                    <a:pt x="774" y="79"/>
                  </a:lnTo>
                  <a:lnTo>
                    <a:pt x="775" y="79"/>
                  </a:lnTo>
                  <a:lnTo>
                    <a:pt x="777" y="79"/>
                  </a:lnTo>
                  <a:lnTo>
                    <a:pt x="778" y="79"/>
                  </a:lnTo>
                  <a:lnTo>
                    <a:pt x="779" y="79"/>
                  </a:lnTo>
                  <a:lnTo>
                    <a:pt x="781" y="79"/>
                  </a:lnTo>
                  <a:lnTo>
                    <a:pt x="782" y="79"/>
                  </a:lnTo>
                  <a:lnTo>
                    <a:pt x="783" y="79"/>
                  </a:lnTo>
                  <a:lnTo>
                    <a:pt x="785" y="79"/>
                  </a:lnTo>
                  <a:lnTo>
                    <a:pt x="786" y="79"/>
                  </a:lnTo>
                  <a:lnTo>
                    <a:pt x="787" y="79"/>
                  </a:lnTo>
                  <a:lnTo>
                    <a:pt x="789" y="79"/>
                  </a:lnTo>
                  <a:lnTo>
                    <a:pt x="790" y="79"/>
                  </a:lnTo>
                  <a:lnTo>
                    <a:pt x="791" y="79"/>
                  </a:lnTo>
                  <a:lnTo>
                    <a:pt x="793" y="79"/>
                  </a:lnTo>
                  <a:lnTo>
                    <a:pt x="794" y="79"/>
                  </a:lnTo>
                  <a:lnTo>
                    <a:pt x="795" y="79"/>
                  </a:lnTo>
                  <a:lnTo>
                    <a:pt x="797" y="79"/>
                  </a:lnTo>
                  <a:lnTo>
                    <a:pt x="798" y="79"/>
                  </a:lnTo>
                  <a:lnTo>
                    <a:pt x="799" y="79"/>
                  </a:lnTo>
                  <a:lnTo>
                    <a:pt x="801" y="79"/>
                  </a:lnTo>
                  <a:lnTo>
                    <a:pt x="802" y="79"/>
                  </a:lnTo>
                  <a:lnTo>
                    <a:pt x="804" y="79"/>
                  </a:lnTo>
                  <a:lnTo>
                    <a:pt x="805" y="79"/>
                  </a:lnTo>
                  <a:lnTo>
                    <a:pt x="806" y="79"/>
                  </a:lnTo>
                  <a:lnTo>
                    <a:pt x="808" y="79"/>
                  </a:lnTo>
                  <a:lnTo>
                    <a:pt x="809" y="79"/>
                  </a:lnTo>
                  <a:lnTo>
                    <a:pt x="810" y="79"/>
                  </a:lnTo>
                  <a:lnTo>
                    <a:pt x="812" y="79"/>
                  </a:lnTo>
                  <a:lnTo>
                    <a:pt x="813" y="79"/>
                  </a:lnTo>
                  <a:lnTo>
                    <a:pt x="814" y="79"/>
                  </a:lnTo>
                  <a:lnTo>
                    <a:pt x="816" y="79"/>
                  </a:lnTo>
                  <a:lnTo>
                    <a:pt x="817" y="79"/>
                  </a:lnTo>
                  <a:lnTo>
                    <a:pt x="818" y="79"/>
                  </a:lnTo>
                  <a:lnTo>
                    <a:pt x="820" y="79"/>
                  </a:lnTo>
                  <a:lnTo>
                    <a:pt x="821" y="79"/>
                  </a:lnTo>
                  <a:lnTo>
                    <a:pt x="822" y="79"/>
                  </a:lnTo>
                  <a:lnTo>
                    <a:pt x="824" y="79"/>
                  </a:lnTo>
                  <a:lnTo>
                    <a:pt x="825" y="79"/>
                  </a:lnTo>
                  <a:lnTo>
                    <a:pt x="826" y="79"/>
                  </a:lnTo>
                  <a:lnTo>
                    <a:pt x="828" y="79"/>
                  </a:lnTo>
                  <a:lnTo>
                    <a:pt x="829" y="79"/>
                  </a:lnTo>
                  <a:lnTo>
                    <a:pt x="830" y="79"/>
                  </a:lnTo>
                  <a:lnTo>
                    <a:pt x="832" y="79"/>
                  </a:lnTo>
                  <a:lnTo>
                    <a:pt x="833" y="79"/>
                  </a:lnTo>
                  <a:lnTo>
                    <a:pt x="834" y="79"/>
                  </a:lnTo>
                  <a:lnTo>
                    <a:pt x="836" y="79"/>
                  </a:lnTo>
                  <a:lnTo>
                    <a:pt x="837" y="79"/>
                  </a:lnTo>
                  <a:lnTo>
                    <a:pt x="838" y="79"/>
                  </a:lnTo>
                  <a:lnTo>
                    <a:pt x="840" y="79"/>
                  </a:lnTo>
                  <a:lnTo>
                    <a:pt x="841" y="79"/>
                  </a:lnTo>
                  <a:lnTo>
                    <a:pt x="842" y="79"/>
                  </a:lnTo>
                  <a:lnTo>
                    <a:pt x="844" y="79"/>
                  </a:lnTo>
                  <a:lnTo>
                    <a:pt x="845" y="79"/>
                  </a:lnTo>
                  <a:lnTo>
                    <a:pt x="846" y="79"/>
                  </a:lnTo>
                  <a:lnTo>
                    <a:pt x="848" y="79"/>
                  </a:lnTo>
                  <a:lnTo>
                    <a:pt x="849" y="79"/>
                  </a:lnTo>
                  <a:lnTo>
                    <a:pt x="850" y="79"/>
                  </a:lnTo>
                  <a:lnTo>
                    <a:pt x="852" y="79"/>
                  </a:lnTo>
                  <a:lnTo>
                    <a:pt x="853" y="79"/>
                  </a:lnTo>
                  <a:lnTo>
                    <a:pt x="855" y="79"/>
                  </a:lnTo>
                  <a:lnTo>
                    <a:pt x="856" y="79"/>
                  </a:lnTo>
                  <a:lnTo>
                    <a:pt x="857" y="79"/>
                  </a:lnTo>
                  <a:lnTo>
                    <a:pt x="859" y="79"/>
                  </a:lnTo>
                  <a:lnTo>
                    <a:pt x="860" y="79"/>
                  </a:lnTo>
                  <a:lnTo>
                    <a:pt x="861" y="79"/>
                  </a:lnTo>
                  <a:lnTo>
                    <a:pt x="863" y="79"/>
                  </a:lnTo>
                  <a:lnTo>
                    <a:pt x="864" y="79"/>
                  </a:lnTo>
                  <a:lnTo>
                    <a:pt x="865" y="79"/>
                  </a:lnTo>
                  <a:lnTo>
                    <a:pt x="867" y="79"/>
                  </a:lnTo>
                  <a:lnTo>
                    <a:pt x="868" y="79"/>
                  </a:lnTo>
                  <a:lnTo>
                    <a:pt x="869" y="79"/>
                  </a:lnTo>
                  <a:lnTo>
                    <a:pt x="871" y="79"/>
                  </a:lnTo>
                  <a:lnTo>
                    <a:pt x="872" y="79"/>
                  </a:lnTo>
                  <a:lnTo>
                    <a:pt x="873" y="79"/>
                  </a:lnTo>
                  <a:lnTo>
                    <a:pt x="875" y="79"/>
                  </a:lnTo>
                  <a:lnTo>
                    <a:pt x="876" y="79"/>
                  </a:lnTo>
                  <a:lnTo>
                    <a:pt x="877" y="79"/>
                  </a:lnTo>
                  <a:lnTo>
                    <a:pt x="879" y="79"/>
                  </a:lnTo>
                  <a:lnTo>
                    <a:pt x="880" y="79"/>
                  </a:lnTo>
                  <a:lnTo>
                    <a:pt x="881" y="79"/>
                  </a:lnTo>
                  <a:lnTo>
                    <a:pt x="883" y="79"/>
                  </a:lnTo>
                  <a:lnTo>
                    <a:pt x="884" y="79"/>
                  </a:lnTo>
                  <a:lnTo>
                    <a:pt x="885" y="79"/>
                  </a:lnTo>
                  <a:lnTo>
                    <a:pt x="887" y="79"/>
                  </a:lnTo>
                  <a:lnTo>
                    <a:pt x="888" y="79"/>
                  </a:lnTo>
                  <a:lnTo>
                    <a:pt x="889" y="79"/>
                  </a:lnTo>
                  <a:lnTo>
                    <a:pt x="891" y="79"/>
                  </a:lnTo>
                  <a:lnTo>
                    <a:pt x="892" y="79"/>
                  </a:lnTo>
                  <a:lnTo>
                    <a:pt x="893" y="79"/>
                  </a:lnTo>
                  <a:lnTo>
                    <a:pt x="895" y="79"/>
                  </a:lnTo>
                  <a:lnTo>
                    <a:pt x="896" y="79"/>
                  </a:lnTo>
                  <a:lnTo>
                    <a:pt x="897" y="79"/>
                  </a:lnTo>
                  <a:lnTo>
                    <a:pt x="899" y="79"/>
                  </a:lnTo>
                  <a:lnTo>
                    <a:pt x="900" y="79"/>
                  </a:lnTo>
                  <a:lnTo>
                    <a:pt x="901" y="79"/>
                  </a:lnTo>
                  <a:lnTo>
                    <a:pt x="903" y="79"/>
                  </a:lnTo>
                  <a:lnTo>
                    <a:pt x="904" y="79"/>
                  </a:lnTo>
                  <a:lnTo>
                    <a:pt x="906" y="79"/>
                  </a:lnTo>
                  <a:lnTo>
                    <a:pt x="907" y="79"/>
                  </a:lnTo>
                  <a:lnTo>
                    <a:pt x="908" y="79"/>
                  </a:lnTo>
                  <a:lnTo>
                    <a:pt x="910" y="79"/>
                  </a:lnTo>
                  <a:lnTo>
                    <a:pt x="911" y="79"/>
                  </a:lnTo>
                  <a:lnTo>
                    <a:pt x="912" y="79"/>
                  </a:lnTo>
                  <a:lnTo>
                    <a:pt x="914" y="79"/>
                  </a:lnTo>
                  <a:lnTo>
                    <a:pt x="915" y="79"/>
                  </a:lnTo>
                  <a:lnTo>
                    <a:pt x="916" y="79"/>
                  </a:lnTo>
                  <a:lnTo>
                    <a:pt x="918" y="79"/>
                  </a:lnTo>
                  <a:lnTo>
                    <a:pt x="919" y="79"/>
                  </a:lnTo>
                  <a:lnTo>
                    <a:pt x="920" y="79"/>
                  </a:lnTo>
                  <a:lnTo>
                    <a:pt x="922" y="79"/>
                  </a:lnTo>
                  <a:lnTo>
                    <a:pt x="923" y="79"/>
                  </a:lnTo>
                  <a:lnTo>
                    <a:pt x="924" y="79"/>
                  </a:lnTo>
                  <a:lnTo>
                    <a:pt x="926" y="79"/>
                  </a:lnTo>
                  <a:lnTo>
                    <a:pt x="927" y="79"/>
                  </a:lnTo>
                  <a:lnTo>
                    <a:pt x="928" y="79"/>
                  </a:lnTo>
                  <a:lnTo>
                    <a:pt x="930" y="79"/>
                  </a:lnTo>
                  <a:lnTo>
                    <a:pt x="931" y="79"/>
                  </a:lnTo>
                  <a:lnTo>
                    <a:pt x="932" y="79"/>
                  </a:lnTo>
                  <a:lnTo>
                    <a:pt x="934" y="79"/>
                  </a:lnTo>
                  <a:lnTo>
                    <a:pt x="935" y="79"/>
                  </a:lnTo>
                  <a:lnTo>
                    <a:pt x="936" y="79"/>
                  </a:lnTo>
                  <a:lnTo>
                    <a:pt x="938" y="79"/>
                  </a:lnTo>
                  <a:lnTo>
                    <a:pt x="939" y="79"/>
                  </a:lnTo>
                  <a:lnTo>
                    <a:pt x="940" y="79"/>
                  </a:lnTo>
                  <a:lnTo>
                    <a:pt x="942" y="79"/>
                  </a:lnTo>
                  <a:lnTo>
                    <a:pt x="943" y="79"/>
                  </a:lnTo>
                  <a:lnTo>
                    <a:pt x="944" y="79"/>
                  </a:lnTo>
                  <a:lnTo>
                    <a:pt x="946" y="79"/>
                  </a:lnTo>
                  <a:lnTo>
                    <a:pt x="947" y="79"/>
                  </a:lnTo>
                  <a:lnTo>
                    <a:pt x="948" y="79"/>
                  </a:lnTo>
                  <a:lnTo>
                    <a:pt x="950" y="79"/>
                  </a:lnTo>
                  <a:lnTo>
                    <a:pt x="951" y="79"/>
                  </a:lnTo>
                  <a:lnTo>
                    <a:pt x="952" y="79"/>
                  </a:lnTo>
                  <a:lnTo>
                    <a:pt x="954" y="79"/>
                  </a:lnTo>
                  <a:lnTo>
                    <a:pt x="955" y="79"/>
                  </a:lnTo>
                  <a:lnTo>
                    <a:pt x="957" y="79"/>
                  </a:lnTo>
                  <a:lnTo>
                    <a:pt x="958" y="79"/>
                  </a:lnTo>
                  <a:lnTo>
                    <a:pt x="959" y="79"/>
                  </a:lnTo>
                  <a:lnTo>
                    <a:pt x="961" y="79"/>
                  </a:lnTo>
                  <a:lnTo>
                    <a:pt x="962" y="80"/>
                  </a:lnTo>
                  <a:lnTo>
                    <a:pt x="963" y="80"/>
                  </a:lnTo>
                  <a:lnTo>
                    <a:pt x="965" y="80"/>
                  </a:lnTo>
                  <a:lnTo>
                    <a:pt x="966" y="80"/>
                  </a:lnTo>
                  <a:lnTo>
                    <a:pt x="967" y="80"/>
                  </a:lnTo>
                  <a:lnTo>
                    <a:pt x="969" y="79"/>
                  </a:lnTo>
                  <a:lnTo>
                    <a:pt x="970" y="79"/>
                  </a:lnTo>
                  <a:lnTo>
                    <a:pt x="971" y="79"/>
                  </a:lnTo>
                  <a:lnTo>
                    <a:pt x="973" y="79"/>
                  </a:lnTo>
                  <a:lnTo>
                    <a:pt x="974" y="79"/>
                  </a:lnTo>
                  <a:lnTo>
                    <a:pt x="975" y="79"/>
                  </a:lnTo>
                  <a:lnTo>
                    <a:pt x="977" y="79"/>
                  </a:lnTo>
                  <a:lnTo>
                    <a:pt x="978" y="80"/>
                  </a:lnTo>
                  <a:lnTo>
                    <a:pt x="979" y="79"/>
                  </a:lnTo>
                  <a:lnTo>
                    <a:pt x="981" y="80"/>
                  </a:lnTo>
                  <a:lnTo>
                    <a:pt x="982" y="80"/>
                  </a:lnTo>
                  <a:lnTo>
                    <a:pt x="983" y="80"/>
                  </a:lnTo>
                  <a:lnTo>
                    <a:pt x="985" y="80"/>
                  </a:lnTo>
                  <a:lnTo>
                    <a:pt x="986" y="80"/>
                  </a:lnTo>
                  <a:lnTo>
                    <a:pt x="987" y="80"/>
                  </a:lnTo>
                  <a:lnTo>
                    <a:pt x="989" y="80"/>
                  </a:lnTo>
                  <a:lnTo>
                    <a:pt x="990" y="80"/>
                  </a:lnTo>
                  <a:lnTo>
                    <a:pt x="991" y="80"/>
                  </a:lnTo>
                  <a:lnTo>
                    <a:pt x="993" y="80"/>
                  </a:lnTo>
                  <a:lnTo>
                    <a:pt x="994" y="80"/>
                  </a:lnTo>
                  <a:lnTo>
                    <a:pt x="995" y="80"/>
                  </a:lnTo>
                  <a:lnTo>
                    <a:pt x="997" y="80"/>
                  </a:lnTo>
                  <a:lnTo>
                    <a:pt x="998" y="80"/>
                  </a:lnTo>
                  <a:lnTo>
                    <a:pt x="999" y="80"/>
                  </a:lnTo>
                  <a:lnTo>
                    <a:pt x="1001" y="80"/>
                  </a:lnTo>
                  <a:lnTo>
                    <a:pt x="1002" y="80"/>
                  </a:lnTo>
                  <a:lnTo>
                    <a:pt x="1003" y="80"/>
                  </a:lnTo>
                  <a:lnTo>
                    <a:pt x="1005" y="80"/>
                  </a:lnTo>
                  <a:lnTo>
                    <a:pt x="1006" y="80"/>
                  </a:lnTo>
                  <a:lnTo>
                    <a:pt x="1008" y="80"/>
                  </a:lnTo>
                  <a:lnTo>
                    <a:pt x="1009" y="80"/>
                  </a:lnTo>
                  <a:lnTo>
                    <a:pt x="1010" y="80"/>
                  </a:lnTo>
                  <a:lnTo>
                    <a:pt x="1012" y="80"/>
                  </a:lnTo>
                  <a:lnTo>
                    <a:pt x="1013" y="80"/>
                  </a:lnTo>
                  <a:lnTo>
                    <a:pt x="1014" y="80"/>
                  </a:lnTo>
                  <a:lnTo>
                    <a:pt x="1016" y="80"/>
                  </a:lnTo>
                  <a:lnTo>
                    <a:pt x="1017" y="80"/>
                  </a:lnTo>
                  <a:lnTo>
                    <a:pt x="1018" y="80"/>
                  </a:lnTo>
                  <a:lnTo>
                    <a:pt x="1020" y="80"/>
                  </a:lnTo>
                  <a:lnTo>
                    <a:pt x="1021" y="80"/>
                  </a:lnTo>
                  <a:lnTo>
                    <a:pt x="1022" y="80"/>
                  </a:lnTo>
                  <a:lnTo>
                    <a:pt x="1024" y="80"/>
                  </a:lnTo>
                  <a:lnTo>
                    <a:pt x="1025" y="80"/>
                  </a:lnTo>
                  <a:lnTo>
                    <a:pt x="1026" y="80"/>
                  </a:lnTo>
                  <a:lnTo>
                    <a:pt x="1028" y="80"/>
                  </a:lnTo>
                  <a:lnTo>
                    <a:pt x="1029" y="80"/>
                  </a:lnTo>
                  <a:lnTo>
                    <a:pt x="1030" y="80"/>
                  </a:lnTo>
                  <a:lnTo>
                    <a:pt x="1032" y="80"/>
                  </a:lnTo>
                  <a:lnTo>
                    <a:pt x="1033" y="80"/>
                  </a:lnTo>
                  <a:lnTo>
                    <a:pt x="1034" y="80"/>
                  </a:lnTo>
                  <a:lnTo>
                    <a:pt x="1036" y="80"/>
                  </a:lnTo>
                  <a:lnTo>
                    <a:pt x="1037" y="80"/>
                  </a:lnTo>
                  <a:lnTo>
                    <a:pt x="1038" y="80"/>
                  </a:lnTo>
                  <a:lnTo>
                    <a:pt x="1040" y="80"/>
                  </a:lnTo>
                  <a:lnTo>
                    <a:pt x="1041" y="80"/>
                  </a:lnTo>
                  <a:lnTo>
                    <a:pt x="1042" y="80"/>
                  </a:lnTo>
                  <a:lnTo>
                    <a:pt x="1044" y="80"/>
                  </a:lnTo>
                  <a:lnTo>
                    <a:pt x="1045" y="80"/>
                  </a:lnTo>
                  <a:lnTo>
                    <a:pt x="1046" y="80"/>
                  </a:lnTo>
                  <a:lnTo>
                    <a:pt x="1048" y="80"/>
                  </a:lnTo>
                  <a:lnTo>
                    <a:pt x="1049" y="80"/>
                  </a:lnTo>
                  <a:lnTo>
                    <a:pt x="1050" y="80"/>
                  </a:lnTo>
                  <a:lnTo>
                    <a:pt x="1052" y="80"/>
                  </a:lnTo>
                  <a:lnTo>
                    <a:pt x="1053" y="80"/>
                  </a:lnTo>
                  <a:lnTo>
                    <a:pt x="1054" y="80"/>
                  </a:lnTo>
                  <a:lnTo>
                    <a:pt x="1056" y="80"/>
                  </a:lnTo>
                  <a:lnTo>
                    <a:pt x="1057" y="80"/>
                  </a:lnTo>
                  <a:lnTo>
                    <a:pt x="1059" y="80"/>
                  </a:lnTo>
                  <a:lnTo>
                    <a:pt x="1060" y="80"/>
                  </a:lnTo>
                  <a:lnTo>
                    <a:pt x="1061" y="80"/>
                  </a:lnTo>
                  <a:lnTo>
                    <a:pt x="1063" y="80"/>
                  </a:lnTo>
                  <a:lnTo>
                    <a:pt x="1064" y="80"/>
                  </a:lnTo>
                  <a:lnTo>
                    <a:pt x="1065" y="80"/>
                  </a:lnTo>
                  <a:lnTo>
                    <a:pt x="1067" y="80"/>
                  </a:lnTo>
                  <a:lnTo>
                    <a:pt x="1068" y="80"/>
                  </a:lnTo>
                  <a:lnTo>
                    <a:pt x="1069" y="80"/>
                  </a:lnTo>
                  <a:lnTo>
                    <a:pt x="1071" y="80"/>
                  </a:lnTo>
                  <a:lnTo>
                    <a:pt x="1072" y="80"/>
                  </a:lnTo>
                  <a:lnTo>
                    <a:pt x="1073" y="80"/>
                  </a:lnTo>
                  <a:lnTo>
                    <a:pt x="1075" y="80"/>
                  </a:lnTo>
                  <a:lnTo>
                    <a:pt x="1076" y="80"/>
                  </a:lnTo>
                  <a:lnTo>
                    <a:pt x="1077" y="80"/>
                  </a:lnTo>
                  <a:lnTo>
                    <a:pt x="1079" y="80"/>
                  </a:lnTo>
                  <a:lnTo>
                    <a:pt x="1080" y="80"/>
                  </a:lnTo>
                  <a:lnTo>
                    <a:pt x="1081" y="80"/>
                  </a:lnTo>
                  <a:lnTo>
                    <a:pt x="1083" y="80"/>
                  </a:lnTo>
                  <a:lnTo>
                    <a:pt x="1084" y="80"/>
                  </a:lnTo>
                  <a:lnTo>
                    <a:pt x="1085" y="80"/>
                  </a:lnTo>
                  <a:lnTo>
                    <a:pt x="1087" y="80"/>
                  </a:lnTo>
                  <a:lnTo>
                    <a:pt x="1088" y="80"/>
                  </a:lnTo>
                  <a:lnTo>
                    <a:pt x="1089" y="80"/>
                  </a:lnTo>
                  <a:lnTo>
                    <a:pt x="1091" y="80"/>
                  </a:lnTo>
                  <a:lnTo>
                    <a:pt x="1092" y="80"/>
                  </a:lnTo>
                  <a:lnTo>
                    <a:pt x="1093" y="80"/>
                  </a:lnTo>
                  <a:lnTo>
                    <a:pt x="1095" y="80"/>
                  </a:lnTo>
                  <a:lnTo>
                    <a:pt x="1096" y="80"/>
                  </a:lnTo>
                  <a:lnTo>
                    <a:pt x="1097" y="80"/>
                  </a:lnTo>
                  <a:lnTo>
                    <a:pt x="1099" y="80"/>
                  </a:lnTo>
                  <a:lnTo>
                    <a:pt x="1100" y="80"/>
                  </a:lnTo>
                  <a:lnTo>
                    <a:pt x="1101" y="80"/>
                  </a:lnTo>
                  <a:lnTo>
                    <a:pt x="1103" y="80"/>
                  </a:lnTo>
                  <a:lnTo>
                    <a:pt x="1104" y="80"/>
                  </a:lnTo>
                  <a:lnTo>
                    <a:pt x="1106" y="80"/>
                  </a:lnTo>
                  <a:lnTo>
                    <a:pt x="1107" y="80"/>
                  </a:lnTo>
                  <a:lnTo>
                    <a:pt x="1108" y="80"/>
                  </a:lnTo>
                  <a:lnTo>
                    <a:pt x="1110" y="80"/>
                  </a:lnTo>
                  <a:lnTo>
                    <a:pt x="1111" y="80"/>
                  </a:lnTo>
                  <a:lnTo>
                    <a:pt x="1112" y="80"/>
                  </a:lnTo>
                  <a:lnTo>
                    <a:pt x="1114" y="80"/>
                  </a:lnTo>
                  <a:lnTo>
                    <a:pt x="1115" y="80"/>
                  </a:lnTo>
                  <a:lnTo>
                    <a:pt x="1116" y="80"/>
                  </a:lnTo>
                  <a:lnTo>
                    <a:pt x="1118" y="80"/>
                  </a:lnTo>
                  <a:lnTo>
                    <a:pt x="1119" y="80"/>
                  </a:lnTo>
                  <a:lnTo>
                    <a:pt x="1120" y="80"/>
                  </a:lnTo>
                  <a:lnTo>
                    <a:pt x="1122" y="80"/>
                  </a:lnTo>
                  <a:lnTo>
                    <a:pt x="1123" y="80"/>
                  </a:lnTo>
                  <a:lnTo>
                    <a:pt x="1124" y="80"/>
                  </a:lnTo>
                  <a:lnTo>
                    <a:pt x="1126" y="80"/>
                  </a:lnTo>
                  <a:lnTo>
                    <a:pt x="1127" y="80"/>
                  </a:lnTo>
                  <a:lnTo>
                    <a:pt x="1128" y="80"/>
                  </a:lnTo>
                  <a:lnTo>
                    <a:pt x="1130" y="80"/>
                  </a:lnTo>
                  <a:lnTo>
                    <a:pt x="1131" y="80"/>
                  </a:lnTo>
                  <a:lnTo>
                    <a:pt x="1132" y="80"/>
                  </a:lnTo>
                  <a:lnTo>
                    <a:pt x="1134" y="80"/>
                  </a:lnTo>
                  <a:lnTo>
                    <a:pt x="1135" y="80"/>
                  </a:lnTo>
                  <a:lnTo>
                    <a:pt x="1136" y="80"/>
                  </a:lnTo>
                  <a:lnTo>
                    <a:pt x="1138" y="80"/>
                  </a:lnTo>
                  <a:lnTo>
                    <a:pt x="1139" y="80"/>
                  </a:lnTo>
                  <a:lnTo>
                    <a:pt x="1140" y="80"/>
                  </a:lnTo>
                  <a:lnTo>
                    <a:pt x="1142" y="80"/>
                  </a:lnTo>
                  <a:lnTo>
                    <a:pt x="1143" y="80"/>
                  </a:lnTo>
                  <a:lnTo>
                    <a:pt x="1144" y="80"/>
                  </a:lnTo>
                  <a:lnTo>
                    <a:pt x="1146" y="80"/>
                  </a:lnTo>
                  <a:lnTo>
                    <a:pt x="1147" y="80"/>
                  </a:lnTo>
                  <a:lnTo>
                    <a:pt x="1148" y="80"/>
                  </a:lnTo>
                  <a:lnTo>
                    <a:pt x="1150" y="80"/>
                  </a:lnTo>
                  <a:lnTo>
                    <a:pt x="1151" y="80"/>
                  </a:lnTo>
                  <a:lnTo>
                    <a:pt x="1152" y="80"/>
                  </a:lnTo>
                  <a:lnTo>
                    <a:pt x="1154" y="80"/>
                  </a:lnTo>
                  <a:lnTo>
                    <a:pt x="1155" y="80"/>
                  </a:lnTo>
                  <a:lnTo>
                    <a:pt x="1157" y="80"/>
                  </a:lnTo>
                  <a:lnTo>
                    <a:pt x="1158" y="80"/>
                  </a:lnTo>
                  <a:lnTo>
                    <a:pt x="1159" y="80"/>
                  </a:lnTo>
                  <a:lnTo>
                    <a:pt x="1161" y="80"/>
                  </a:lnTo>
                  <a:lnTo>
                    <a:pt x="1162" y="80"/>
                  </a:lnTo>
                  <a:lnTo>
                    <a:pt x="1163" y="80"/>
                  </a:lnTo>
                  <a:lnTo>
                    <a:pt x="1165" y="80"/>
                  </a:lnTo>
                  <a:lnTo>
                    <a:pt x="1166" y="80"/>
                  </a:lnTo>
                  <a:lnTo>
                    <a:pt x="1167" y="80"/>
                  </a:lnTo>
                  <a:lnTo>
                    <a:pt x="1169" y="80"/>
                  </a:lnTo>
                  <a:lnTo>
                    <a:pt x="1170" y="80"/>
                  </a:lnTo>
                  <a:lnTo>
                    <a:pt x="1171" y="80"/>
                  </a:lnTo>
                  <a:lnTo>
                    <a:pt x="1173" y="80"/>
                  </a:lnTo>
                  <a:lnTo>
                    <a:pt x="1174" y="80"/>
                  </a:lnTo>
                  <a:lnTo>
                    <a:pt x="1175" y="80"/>
                  </a:lnTo>
                  <a:lnTo>
                    <a:pt x="1177" y="80"/>
                  </a:lnTo>
                  <a:lnTo>
                    <a:pt x="1178" y="80"/>
                  </a:lnTo>
                  <a:lnTo>
                    <a:pt x="1179" y="80"/>
                  </a:lnTo>
                  <a:lnTo>
                    <a:pt x="1181" y="80"/>
                  </a:lnTo>
                  <a:lnTo>
                    <a:pt x="1182" y="80"/>
                  </a:lnTo>
                  <a:lnTo>
                    <a:pt x="1183" y="80"/>
                  </a:lnTo>
                  <a:lnTo>
                    <a:pt x="1185" y="80"/>
                  </a:lnTo>
                  <a:lnTo>
                    <a:pt x="1186" y="80"/>
                  </a:lnTo>
                  <a:lnTo>
                    <a:pt x="1187" y="80"/>
                  </a:lnTo>
                  <a:lnTo>
                    <a:pt x="1189" y="80"/>
                  </a:lnTo>
                  <a:lnTo>
                    <a:pt x="1190" y="80"/>
                  </a:lnTo>
                  <a:lnTo>
                    <a:pt x="1191" y="80"/>
                  </a:lnTo>
                  <a:lnTo>
                    <a:pt x="1193" y="80"/>
                  </a:lnTo>
                  <a:lnTo>
                    <a:pt x="1194" y="80"/>
                  </a:lnTo>
                  <a:lnTo>
                    <a:pt x="1195" y="80"/>
                  </a:lnTo>
                  <a:lnTo>
                    <a:pt x="1197" y="80"/>
                  </a:lnTo>
                  <a:lnTo>
                    <a:pt x="1198" y="80"/>
                  </a:lnTo>
                  <a:lnTo>
                    <a:pt x="1199" y="80"/>
                  </a:lnTo>
                  <a:lnTo>
                    <a:pt x="1201" y="80"/>
                  </a:lnTo>
                  <a:lnTo>
                    <a:pt x="1202" y="80"/>
                  </a:lnTo>
                  <a:lnTo>
                    <a:pt x="1203" y="80"/>
                  </a:lnTo>
                  <a:lnTo>
                    <a:pt x="1205" y="80"/>
                  </a:lnTo>
                  <a:lnTo>
                    <a:pt x="1206" y="80"/>
                  </a:lnTo>
                  <a:lnTo>
                    <a:pt x="1208" y="81"/>
                  </a:lnTo>
                  <a:lnTo>
                    <a:pt x="1209" y="81"/>
                  </a:lnTo>
                  <a:lnTo>
                    <a:pt x="1210" y="81"/>
                  </a:lnTo>
                  <a:lnTo>
                    <a:pt x="1212" y="81"/>
                  </a:lnTo>
                  <a:lnTo>
                    <a:pt x="1213" y="81"/>
                  </a:lnTo>
                  <a:lnTo>
                    <a:pt x="1214" y="81"/>
                  </a:lnTo>
                  <a:lnTo>
                    <a:pt x="1216" y="81"/>
                  </a:lnTo>
                  <a:lnTo>
                    <a:pt x="1217" y="81"/>
                  </a:lnTo>
                  <a:lnTo>
                    <a:pt x="1218" y="81"/>
                  </a:lnTo>
                  <a:lnTo>
                    <a:pt x="1220" y="81"/>
                  </a:lnTo>
                  <a:lnTo>
                    <a:pt x="1221" y="81"/>
                  </a:lnTo>
                  <a:lnTo>
                    <a:pt x="1222" y="81"/>
                  </a:lnTo>
                  <a:lnTo>
                    <a:pt x="1224" y="81"/>
                  </a:lnTo>
                  <a:lnTo>
                    <a:pt x="1225" y="81"/>
                  </a:lnTo>
                  <a:lnTo>
                    <a:pt x="1226" y="81"/>
                  </a:lnTo>
                  <a:lnTo>
                    <a:pt x="1228" y="81"/>
                  </a:lnTo>
                  <a:lnTo>
                    <a:pt x="1229" y="81"/>
                  </a:lnTo>
                  <a:lnTo>
                    <a:pt x="1230" y="81"/>
                  </a:lnTo>
                  <a:lnTo>
                    <a:pt x="1232" y="81"/>
                  </a:lnTo>
                  <a:lnTo>
                    <a:pt x="1233" y="81"/>
                  </a:lnTo>
                  <a:lnTo>
                    <a:pt x="1234" y="81"/>
                  </a:lnTo>
                  <a:lnTo>
                    <a:pt x="1236" y="81"/>
                  </a:lnTo>
                  <a:lnTo>
                    <a:pt x="1237" y="81"/>
                  </a:lnTo>
                  <a:lnTo>
                    <a:pt x="1238" y="81"/>
                  </a:lnTo>
                  <a:lnTo>
                    <a:pt x="1240" y="81"/>
                  </a:lnTo>
                  <a:lnTo>
                    <a:pt x="1241" y="81"/>
                  </a:lnTo>
                  <a:lnTo>
                    <a:pt x="1242" y="81"/>
                  </a:lnTo>
                  <a:lnTo>
                    <a:pt x="1244" y="81"/>
                  </a:lnTo>
                  <a:lnTo>
                    <a:pt x="1245" y="81"/>
                  </a:lnTo>
                  <a:lnTo>
                    <a:pt x="1246" y="81"/>
                  </a:lnTo>
                  <a:lnTo>
                    <a:pt x="1248" y="81"/>
                  </a:lnTo>
                  <a:lnTo>
                    <a:pt x="1249" y="81"/>
                  </a:lnTo>
                  <a:lnTo>
                    <a:pt x="1250" y="81"/>
                  </a:lnTo>
                  <a:lnTo>
                    <a:pt x="1252" y="81"/>
                  </a:lnTo>
                  <a:lnTo>
                    <a:pt x="1253" y="81"/>
                  </a:lnTo>
                  <a:lnTo>
                    <a:pt x="1254" y="81"/>
                  </a:lnTo>
                  <a:lnTo>
                    <a:pt x="1256" y="81"/>
                  </a:lnTo>
                  <a:lnTo>
                    <a:pt x="1257" y="81"/>
                  </a:lnTo>
                  <a:lnTo>
                    <a:pt x="1259" y="81"/>
                  </a:lnTo>
                  <a:lnTo>
                    <a:pt x="1260" y="81"/>
                  </a:lnTo>
                  <a:lnTo>
                    <a:pt x="1261" y="81"/>
                  </a:lnTo>
                  <a:lnTo>
                    <a:pt x="1263" y="81"/>
                  </a:lnTo>
                  <a:lnTo>
                    <a:pt x="1264" y="81"/>
                  </a:lnTo>
                  <a:lnTo>
                    <a:pt x="1265" y="81"/>
                  </a:lnTo>
                  <a:lnTo>
                    <a:pt x="1267" y="81"/>
                  </a:lnTo>
                  <a:lnTo>
                    <a:pt x="1268" y="81"/>
                  </a:lnTo>
                  <a:lnTo>
                    <a:pt x="1269" y="81"/>
                  </a:lnTo>
                  <a:lnTo>
                    <a:pt x="1271" y="81"/>
                  </a:lnTo>
                  <a:lnTo>
                    <a:pt x="1272" y="81"/>
                  </a:lnTo>
                  <a:lnTo>
                    <a:pt x="1273" y="81"/>
                  </a:lnTo>
                  <a:lnTo>
                    <a:pt x="1275" y="81"/>
                  </a:lnTo>
                  <a:lnTo>
                    <a:pt x="1276" y="81"/>
                  </a:lnTo>
                  <a:lnTo>
                    <a:pt x="1277" y="81"/>
                  </a:lnTo>
                  <a:lnTo>
                    <a:pt x="1279" y="81"/>
                  </a:lnTo>
                  <a:lnTo>
                    <a:pt x="1280" y="81"/>
                  </a:lnTo>
                  <a:lnTo>
                    <a:pt x="1281" y="81"/>
                  </a:lnTo>
                  <a:lnTo>
                    <a:pt x="1283" y="81"/>
                  </a:lnTo>
                  <a:lnTo>
                    <a:pt x="1284" y="81"/>
                  </a:lnTo>
                  <a:lnTo>
                    <a:pt x="1285" y="81"/>
                  </a:lnTo>
                  <a:lnTo>
                    <a:pt x="1287" y="81"/>
                  </a:lnTo>
                  <a:lnTo>
                    <a:pt x="1288" y="81"/>
                  </a:lnTo>
                  <a:lnTo>
                    <a:pt x="1289" y="81"/>
                  </a:lnTo>
                  <a:lnTo>
                    <a:pt x="1291" y="81"/>
                  </a:lnTo>
                  <a:lnTo>
                    <a:pt x="1292" y="81"/>
                  </a:lnTo>
                  <a:lnTo>
                    <a:pt x="1293" y="81"/>
                  </a:lnTo>
                  <a:lnTo>
                    <a:pt x="1295" y="81"/>
                  </a:lnTo>
                  <a:lnTo>
                    <a:pt x="1296" y="81"/>
                  </a:lnTo>
                  <a:lnTo>
                    <a:pt x="1297" y="81"/>
                  </a:lnTo>
                  <a:lnTo>
                    <a:pt x="1299" y="81"/>
                  </a:lnTo>
                  <a:lnTo>
                    <a:pt x="1300" y="81"/>
                  </a:lnTo>
                  <a:lnTo>
                    <a:pt x="1301" y="81"/>
                  </a:lnTo>
                  <a:lnTo>
                    <a:pt x="1303" y="81"/>
                  </a:lnTo>
                  <a:lnTo>
                    <a:pt x="1304" y="81"/>
                  </a:lnTo>
                  <a:lnTo>
                    <a:pt x="1305" y="81"/>
                  </a:lnTo>
                  <a:lnTo>
                    <a:pt x="1307" y="81"/>
                  </a:lnTo>
                  <a:lnTo>
                    <a:pt x="1308" y="81"/>
                  </a:lnTo>
                  <a:lnTo>
                    <a:pt x="1310" y="81"/>
                  </a:lnTo>
                  <a:lnTo>
                    <a:pt x="1311" y="81"/>
                  </a:lnTo>
                  <a:lnTo>
                    <a:pt x="1312" y="81"/>
                  </a:lnTo>
                  <a:lnTo>
                    <a:pt x="1314" y="81"/>
                  </a:lnTo>
                  <a:lnTo>
                    <a:pt x="1315" y="81"/>
                  </a:lnTo>
                  <a:lnTo>
                    <a:pt x="1316" y="81"/>
                  </a:lnTo>
                  <a:lnTo>
                    <a:pt x="1318" y="81"/>
                  </a:lnTo>
                  <a:lnTo>
                    <a:pt x="1319" y="81"/>
                  </a:lnTo>
                  <a:lnTo>
                    <a:pt x="1320" y="81"/>
                  </a:lnTo>
                  <a:lnTo>
                    <a:pt x="1322" y="81"/>
                  </a:lnTo>
                  <a:lnTo>
                    <a:pt x="1323" y="81"/>
                  </a:lnTo>
                  <a:lnTo>
                    <a:pt x="1324" y="81"/>
                  </a:lnTo>
                  <a:lnTo>
                    <a:pt x="1326" y="81"/>
                  </a:lnTo>
                  <a:lnTo>
                    <a:pt x="1327" y="81"/>
                  </a:lnTo>
                  <a:lnTo>
                    <a:pt x="1328" y="81"/>
                  </a:lnTo>
                  <a:lnTo>
                    <a:pt x="1330" y="81"/>
                  </a:lnTo>
                  <a:lnTo>
                    <a:pt x="1331" y="81"/>
                  </a:lnTo>
                  <a:lnTo>
                    <a:pt x="1332" y="81"/>
                  </a:lnTo>
                  <a:lnTo>
                    <a:pt x="1334" y="81"/>
                  </a:lnTo>
                  <a:lnTo>
                    <a:pt x="1335" y="81"/>
                  </a:lnTo>
                  <a:lnTo>
                    <a:pt x="1336" y="81"/>
                  </a:lnTo>
                  <a:lnTo>
                    <a:pt x="1338" y="81"/>
                  </a:lnTo>
                  <a:lnTo>
                    <a:pt x="1339" y="81"/>
                  </a:lnTo>
                  <a:lnTo>
                    <a:pt x="1340" y="81"/>
                  </a:lnTo>
                  <a:lnTo>
                    <a:pt x="1342" y="81"/>
                  </a:lnTo>
                  <a:lnTo>
                    <a:pt x="1343" y="81"/>
                  </a:lnTo>
                  <a:lnTo>
                    <a:pt x="1344" y="81"/>
                  </a:lnTo>
                  <a:lnTo>
                    <a:pt x="1346" y="81"/>
                  </a:lnTo>
                  <a:lnTo>
                    <a:pt x="1347" y="81"/>
                  </a:lnTo>
                  <a:lnTo>
                    <a:pt x="1348" y="81"/>
                  </a:lnTo>
                  <a:lnTo>
                    <a:pt x="1350" y="81"/>
                  </a:lnTo>
                  <a:lnTo>
                    <a:pt x="1351" y="81"/>
                  </a:lnTo>
                  <a:lnTo>
                    <a:pt x="1352" y="81"/>
                  </a:lnTo>
                  <a:lnTo>
                    <a:pt x="1354" y="81"/>
                  </a:lnTo>
                  <a:lnTo>
                    <a:pt x="1355" y="81"/>
                  </a:lnTo>
                  <a:lnTo>
                    <a:pt x="1356" y="81"/>
                  </a:lnTo>
                  <a:lnTo>
                    <a:pt x="1358" y="81"/>
                  </a:lnTo>
                  <a:lnTo>
                    <a:pt x="1359" y="81"/>
                  </a:lnTo>
                  <a:lnTo>
                    <a:pt x="1361" y="81"/>
                  </a:lnTo>
                  <a:lnTo>
                    <a:pt x="1362" y="81"/>
                  </a:lnTo>
                  <a:lnTo>
                    <a:pt x="1363" y="81"/>
                  </a:lnTo>
                  <a:lnTo>
                    <a:pt x="1365" y="81"/>
                  </a:lnTo>
                  <a:lnTo>
                    <a:pt x="1366" y="82"/>
                  </a:lnTo>
                  <a:lnTo>
                    <a:pt x="1367" y="82"/>
                  </a:lnTo>
                  <a:lnTo>
                    <a:pt x="1369" y="81"/>
                  </a:lnTo>
                  <a:lnTo>
                    <a:pt x="1370" y="81"/>
                  </a:lnTo>
                  <a:lnTo>
                    <a:pt x="1371" y="82"/>
                  </a:lnTo>
                  <a:lnTo>
                    <a:pt x="1373" y="82"/>
                  </a:lnTo>
                  <a:lnTo>
                    <a:pt x="1374" y="82"/>
                  </a:lnTo>
                  <a:lnTo>
                    <a:pt x="1375" y="81"/>
                  </a:lnTo>
                  <a:lnTo>
                    <a:pt x="1377" y="82"/>
                  </a:lnTo>
                  <a:lnTo>
                    <a:pt x="1378" y="82"/>
                  </a:lnTo>
                  <a:lnTo>
                    <a:pt x="1379" y="81"/>
                  </a:lnTo>
                  <a:lnTo>
                    <a:pt x="1381" y="82"/>
                  </a:lnTo>
                  <a:lnTo>
                    <a:pt x="1382" y="81"/>
                  </a:lnTo>
                  <a:lnTo>
                    <a:pt x="1383" y="81"/>
                  </a:lnTo>
                  <a:lnTo>
                    <a:pt x="1385" y="81"/>
                  </a:lnTo>
                  <a:lnTo>
                    <a:pt x="1386" y="81"/>
                  </a:lnTo>
                  <a:lnTo>
                    <a:pt x="1387" y="81"/>
                  </a:lnTo>
                  <a:lnTo>
                    <a:pt x="1389" y="81"/>
                  </a:lnTo>
                  <a:lnTo>
                    <a:pt x="1390" y="82"/>
                  </a:lnTo>
                  <a:lnTo>
                    <a:pt x="1391" y="81"/>
                  </a:lnTo>
                  <a:lnTo>
                    <a:pt x="1393" y="82"/>
                  </a:lnTo>
                  <a:lnTo>
                    <a:pt x="1394" y="82"/>
                  </a:lnTo>
                  <a:lnTo>
                    <a:pt x="1395" y="82"/>
                  </a:lnTo>
                  <a:lnTo>
                    <a:pt x="1397" y="82"/>
                  </a:lnTo>
                  <a:lnTo>
                    <a:pt x="1398" y="82"/>
                  </a:lnTo>
                  <a:lnTo>
                    <a:pt x="1399" y="82"/>
                  </a:lnTo>
                  <a:lnTo>
                    <a:pt x="1401" y="82"/>
                  </a:lnTo>
                  <a:lnTo>
                    <a:pt x="1402" y="82"/>
                  </a:lnTo>
                  <a:lnTo>
                    <a:pt x="1403" y="82"/>
                  </a:lnTo>
                  <a:lnTo>
                    <a:pt x="1405" y="82"/>
                  </a:lnTo>
                  <a:lnTo>
                    <a:pt x="1406" y="82"/>
                  </a:lnTo>
                  <a:lnTo>
                    <a:pt x="1408" y="82"/>
                  </a:lnTo>
                  <a:lnTo>
                    <a:pt x="1409" y="82"/>
                  </a:lnTo>
                </a:path>
              </a:pathLst>
            </a:custGeom>
            <a:noFill/>
            <a:ln cap="flat" cmpd="sng" w="25400">
              <a:solidFill>
                <a:srgbClr val="0064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8"/>
            <p:cNvSpPr/>
            <p:nvPr/>
          </p:nvSpPr>
          <p:spPr>
            <a:xfrm flipH="1" rot="10800000">
              <a:off x="3781426" y="4203700"/>
              <a:ext cx="5010150" cy="350838"/>
            </a:xfrm>
            <a:custGeom>
              <a:rect b="b" l="l" r="r" t="t"/>
              <a:pathLst>
                <a:path extrusionOk="0" h="82" w="1408">
                  <a:moveTo>
                    <a:pt x="0" y="0"/>
                  </a:moveTo>
                  <a:lnTo>
                    <a:pt x="6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3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9" y="0"/>
                  </a:lnTo>
                  <a:lnTo>
                    <a:pt x="64" y="0"/>
                  </a:lnTo>
                  <a:lnTo>
                    <a:pt x="69" y="0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1" y="0"/>
                  </a:lnTo>
                  <a:lnTo>
                    <a:pt x="96" y="0"/>
                  </a:lnTo>
                  <a:lnTo>
                    <a:pt x="101" y="1"/>
                  </a:lnTo>
                  <a:lnTo>
                    <a:pt x="107" y="3"/>
                  </a:lnTo>
                  <a:lnTo>
                    <a:pt x="112" y="4"/>
                  </a:lnTo>
                  <a:lnTo>
                    <a:pt x="117" y="6"/>
                  </a:lnTo>
                  <a:lnTo>
                    <a:pt x="123" y="7"/>
                  </a:lnTo>
                  <a:lnTo>
                    <a:pt x="128" y="9"/>
                  </a:lnTo>
                  <a:lnTo>
                    <a:pt x="133" y="10"/>
                  </a:lnTo>
                  <a:lnTo>
                    <a:pt x="138" y="12"/>
                  </a:lnTo>
                  <a:lnTo>
                    <a:pt x="144" y="13"/>
                  </a:lnTo>
                  <a:lnTo>
                    <a:pt x="149" y="15"/>
                  </a:lnTo>
                  <a:lnTo>
                    <a:pt x="154" y="16"/>
                  </a:lnTo>
                  <a:lnTo>
                    <a:pt x="160" y="17"/>
                  </a:lnTo>
                  <a:lnTo>
                    <a:pt x="165" y="19"/>
                  </a:lnTo>
                  <a:lnTo>
                    <a:pt x="170" y="20"/>
                  </a:lnTo>
                  <a:lnTo>
                    <a:pt x="176" y="22"/>
                  </a:lnTo>
                  <a:lnTo>
                    <a:pt x="181" y="23"/>
                  </a:lnTo>
                  <a:lnTo>
                    <a:pt x="186" y="25"/>
                  </a:lnTo>
                  <a:lnTo>
                    <a:pt x="192" y="26"/>
                  </a:lnTo>
                  <a:lnTo>
                    <a:pt x="197" y="28"/>
                  </a:lnTo>
                  <a:lnTo>
                    <a:pt x="202" y="29"/>
                  </a:lnTo>
                  <a:lnTo>
                    <a:pt x="207" y="30"/>
                  </a:lnTo>
                  <a:lnTo>
                    <a:pt x="213" y="32"/>
                  </a:lnTo>
                  <a:lnTo>
                    <a:pt x="218" y="33"/>
                  </a:lnTo>
                  <a:lnTo>
                    <a:pt x="223" y="35"/>
                  </a:lnTo>
                  <a:lnTo>
                    <a:pt x="229" y="36"/>
                  </a:lnTo>
                  <a:lnTo>
                    <a:pt x="234" y="38"/>
                  </a:lnTo>
                  <a:lnTo>
                    <a:pt x="239" y="39"/>
                  </a:lnTo>
                  <a:lnTo>
                    <a:pt x="245" y="41"/>
                  </a:lnTo>
                  <a:lnTo>
                    <a:pt x="250" y="42"/>
                  </a:lnTo>
                  <a:lnTo>
                    <a:pt x="255" y="43"/>
                  </a:lnTo>
                  <a:lnTo>
                    <a:pt x="261" y="45"/>
                  </a:lnTo>
                  <a:lnTo>
                    <a:pt x="266" y="46"/>
                  </a:lnTo>
                  <a:lnTo>
                    <a:pt x="271" y="48"/>
                  </a:lnTo>
                  <a:lnTo>
                    <a:pt x="276" y="49"/>
                  </a:lnTo>
                  <a:lnTo>
                    <a:pt x="282" y="51"/>
                  </a:lnTo>
                  <a:lnTo>
                    <a:pt x="287" y="52"/>
                  </a:lnTo>
                  <a:lnTo>
                    <a:pt x="292" y="53"/>
                  </a:lnTo>
                  <a:lnTo>
                    <a:pt x="298" y="55"/>
                  </a:lnTo>
                  <a:lnTo>
                    <a:pt x="303" y="56"/>
                  </a:lnTo>
                  <a:lnTo>
                    <a:pt x="308" y="58"/>
                  </a:lnTo>
                  <a:lnTo>
                    <a:pt x="314" y="59"/>
                  </a:lnTo>
                  <a:lnTo>
                    <a:pt x="319" y="61"/>
                  </a:lnTo>
                  <a:lnTo>
                    <a:pt x="324" y="62"/>
                  </a:lnTo>
                  <a:lnTo>
                    <a:pt x="330" y="63"/>
                  </a:lnTo>
                  <a:lnTo>
                    <a:pt x="335" y="65"/>
                  </a:lnTo>
                  <a:lnTo>
                    <a:pt x="340" y="66"/>
                  </a:lnTo>
                  <a:lnTo>
                    <a:pt x="345" y="68"/>
                  </a:lnTo>
                  <a:lnTo>
                    <a:pt x="351" y="69"/>
                  </a:lnTo>
                  <a:lnTo>
                    <a:pt x="356" y="70"/>
                  </a:lnTo>
                  <a:lnTo>
                    <a:pt x="361" y="72"/>
                  </a:lnTo>
                  <a:lnTo>
                    <a:pt x="367" y="73"/>
                  </a:lnTo>
                  <a:lnTo>
                    <a:pt x="372" y="75"/>
                  </a:lnTo>
                  <a:lnTo>
                    <a:pt x="377" y="76"/>
                  </a:lnTo>
                  <a:lnTo>
                    <a:pt x="383" y="78"/>
                  </a:lnTo>
                  <a:lnTo>
                    <a:pt x="388" y="79"/>
                  </a:lnTo>
                  <a:lnTo>
                    <a:pt x="393" y="80"/>
                  </a:lnTo>
                  <a:lnTo>
                    <a:pt x="399" y="82"/>
                  </a:lnTo>
                  <a:lnTo>
                    <a:pt x="404" y="81"/>
                  </a:lnTo>
                  <a:lnTo>
                    <a:pt x="409" y="81"/>
                  </a:lnTo>
                  <a:lnTo>
                    <a:pt x="414" y="81"/>
                  </a:lnTo>
                  <a:lnTo>
                    <a:pt x="420" y="81"/>
                  </a:lnTo>
                  <a:lnTo>
                    <a:pt x="425" y="81"/>
                  </a:lnTo>
                  <a:lnTo>
                    <a:pt x="430" y="81"/>
                  </a:lnTo>
                  <a:lnTo>
                    <a:pt x="436" y="81"/>
                  </a:lnTo>
                  <a:lnTo>
                    <a:pt x="441" y="81"/>
                  </a:lnTo>
                  <a:lnTo>
                    <a:pt x="446" y="81"/>
                  </a:lnTo>
                  <a:lnTo>
                    <a:pt x="452" y="81"/>
                  </a:lnTo>
                  <a:lnTo>
                    <a:pt x="457" y="81"/>
                  </a:lnTo>
                  <a:lnTo>
                    <a:pt x="462" y="81"/>
                  </a:lnTo>
                  <a:lnTo>
                    <a:pt x="468" y="81"/>
                  </a:lnTo>
                  <a:lnTo>
                    <a:pt x="473" y="81"/>
                  </a:lnTo>
                  <a:lnTo>
                    <a:pt x="478" y="81"/>
                  </a:lnTo>
                  <a:lnTo>
                    <a:pt x="483" y="81"/>
                  </a:lnTo>
                  <a:lnTo>
                    <a:pt x="489" y="81"/>
                  </a:lnTo>
                  <a:lnTo>
                    <a:pt x="494" y="81"/>
                  </a:lnTo>
                  <a:lnTo>
                    <a:pt x="499" y="81"/>
                  </a:lnTo>
                  <a:lnTo>
                    <a:pt x="505" y="81"/>
                  </a:lnTo>
                  <a:lnTo>
                    <a:pt x="510" y="81"/>
                  </a:lnTo>
                  <a:lnTo>
                    <a:pt x="515" y="81"/>
                  </a:lnTo>
                  <a:lnTo>
                    <a:pt x="521" y="81"/>
                  </a:lnTo>
                  <a:lnTo>
                    <a:pt x="526" y="81"/>
                  </a:lnTo>
                  <a:lnTo>
                    <a:pt x="531" y="81"/>
                  </a:lnTo>
                  <a:lnTo>
                    <a:pt x="537" y="81"/>
                  </a:lnTo>
                  <a:lnTo>
                    <a:pt x="542" y="81"/>
                  </a:lnTo>
                  <a:lnTo>
                    <a:pt x="547" y="81"/>
                  </a:lnTo>
                  <a:lnTo>
                    <a:pt x="552" y="81"/>
                  </a:lnTo>
                  <a:lnTo>
                    <a:pt x="558" y="81"/>
                  </a:lnTo>
                  <a:lnTo>
                    <a:pt x="563" y="81"/>
                  </a:lnTo>
                  <a:lnTo>
                    <a:pt x="568" y="80"/>
                  </a:lnTo>
                  <a:lnTo>
                    <a:pt x="574" y="80"/>
                  </a:lnTo>
                  <a:lnTo>
                    <a:pt x="579" y="80"/>
                  </a:lnTo>
                  <a:lnTo>
                    <a:pt x="584" y="80"/>
                  </a:lnTo>
                  <a:lnTo>
                    <a:pt x="590" y="80"/>
                  </a:lnTo>
                  <a:lnTo>
                    <a:pt x="595" y="80"/>
                  </a:lnTo>
                  <a:lnTo>
                    <a:pt x="600" y="80"/>
                  </a:lnTo>
                  <a:lnTo>
                    <a:pt x="606" y="80"/>
                  </a:lnTo>
                  <a:lnTo>
                    <a:pt x="611" y="80"/>
                  </a:lnTo>
                  <a:lnTo>
                    <a:pt x="616" y="80"/>
                  </a:lnTo>
                  <a:lnTo>
                    <a:pt x="621" y="80"/>
                  </a:lnTo>
                  <a:lnTo>
                    <a:pt x="627" y="80"/>
                  </a:lnTo>
                  <a:lnTo>
                    <a:pt x="632" y="80"/>
                  </a:lnTo>
                  <a:lnTo>
                    <a:pt x="637" y="80"/>
                  </a:lnTo>
                  <a:lnTo>
                    <a:pt x="643" y="80"/>
                  </a:lnTo>
                  <a:lnTo>
                    <a:pt x="648" y="80"/>
                  </a:lnTo>
                  <a:lnTo>
                    <a:pt x="653" y="80"/>
                  </a:lnTo>
                  <a:lnTo>
                    <a:pt x="659" y="80"/>
                  </a:lnTo>
                  <a:lnTo>
                    <a:pt x="664" y="80"/>
                  </a:lnTo>
                  <a:lnTo>
                    <a:pt x="669" y="80"/>
                  </a:lnTo>
                  <a:lnTo>
                    <a:pt x="675" y="80"/>
                  </a:lnTo>
                  <a:lnTo>
                    <a:pt x="680" y="80"/>
                  </a:lnTo>
                  <a:lnTo>
                    <a:pt x="685" y="80"/>
                  </a:lnTo>
                  <a:lnTo>
                    <a:pt x="690" y="80"/>
                  </a:lnTo>
                  <a:lnTo>
                    <a:pt x="696" y="80"/>
                  </a:lnTo>
                  <a:lnTo>
                    <a:pt x="701" y="80"/>
                  </a:lnTo>
                  <a:lnTo>
                    <a:pt x="706" y="80"/>
                  </a:lnTo>
                  <a:lnTo>
                    <a:pt x="712" y="80"/>
                  </a:lnTo>
                  <a:lnTo>
                    <a:pt x="717" y="80"/>
                  </a:lnTo>
                  <a:lnTo>
                    <a:pt x="722" y="80"/>
                  </a:lnTo>
                  <a:lnTo>
                    <a:pt x="728" y="80"/>
                  </a:lnTo>
                  <a:lnTo>
                    <a:pt x="733" y="80"/>
                  </a:lnTo>
                  <a:lnTo>
                    <a:pt x="738" y="79"/>
                  </a:lnTo>
                  <a:lnTo>
                    <a:pt x="744" y="79"/>
                  </a:lnTo>
                  <a:lnTo>
                    <a:pt x="749" y="79"/>
                  </a:lnTo>
                  <a:lnTo>
                    <a:pt x="754" y="79"/>
                  </a:lnTo>
                  <a:lnTo>
                    <a:pt x="759" y="79"/>
                  </a:lnTo>
                  <a:lnTo>
                    <a:pt x="765" y="79"/>
                  </a:lnTo>
                  <a:lnTo>
                    <a:pt x="770" y="79"/>
                  </a:lnTo>
                  <a:lnTo>
                    <a:pt x="775" y="79"/>
                  </a:lnTo>
                  <a:lnTo>
                    <a:pt x="781" y="79"/>
                  </a:lnTo>
                  <a:lnTo>
                    <a:pt x="786" y="79"/>
                  </a:lnTo>
                  <a:lnTo>
                    <a:pt x="791" y="79"/>
                  </a:lnTo>
                  <a:lnTo>
                    <a:pt x="797" y="79"/>
                  </a:lnTo>
                  <a:lnTo>
                    <a:pt x="802" y="79"/>
                  </a:lnTo>
                  <a:lnTo>
                    <a:pt x="807" y="79"/>
                  </a:lnTo>
                  <a:lnTo>
                    <a:pt x="813" y="79"/>
                  </a:lnTo>
                  <a:lnTo>
                    <a:pt x="818" y="79"/>
                  </a:lnTo>
                  <a:lnTo>
                    <a:pt x="823" y="79"/>
                  </a:lnTo>
                  <a:lnTo>
                    <a:pt x="828" y="79"/>
                  </a:lnTo>
                  <a:lnTo>
                    <a:pt x="834" y="79"/>
                  </a:lnTo>
                  <a:lnTo>
                    <a:pt x="839" y="79"/>
                  </a:lnTo>
                  <a:lnTo>
                    <a:pt x="844" y="79"/>
                  </a:lnTo>
                  <a:lnTo>
                    <a:pt x="850" y="79"/>
                  </a:lnTo>
                  <a:lnTo>
                    <a:pt x="855" y="79"/>
                  </a:lnTo>
                  <a:lnTo>
                    <a:pt x="860" y="79"/>
                  </a:lnTo>
                  <a:lnTo>
                    <a:pt x="866" y="79"/>
                  </a:lnTo>
                  <a:lnTo>
                    <a:pt x="871" y="79"/>
                  </a:lnTo>
                  <a:lnTo>
                    <a:pt x="876" y="79"/>
                  </a:lnTo>
                  <a:lnTo>
                    <a:pt x="882" y="79"/>
                  </a:lnTo>
                  <a:lnTo>
                    <a:pt x="887" y="79"/>
                  </a:lnTo>
                  <a:lnTo>
                    <a:pt x="892" y="79"/>
                  </a:lnTo>
                  <a:lnTo>
                    <a:pt x="897" y="79"/>
                  </a:lnTo>
                  <a:lnTo>
                    <a:pt x="903" y="79"/>
                  </a:lnTo>
                  <a:lnTo>
                    <a:pt x="908" y="78"/>
                  </a:lnTo>
                  <a:lnTo>
                    <a:pt x="913" y="78"/>
                  </a:lnTo>
                  <a:lnTo>
                    <a:pt x="919" y="78"/>
                  </a:lnTo>
                  <a:lnTo>
                    <a:pt x="924" y="78"/>
                  </a:lnTo>
                  <a:lnTo>
                    <a:pt x="929" y="78"/>
                  </a:lnTo>
                  <a:lnTo>
                    <a:pt x="935" y="78"/>
                  </a:lnTo>
                  <a:lnTo>
                    <a:pt x="940" y="78"/>
                  </a:lnTo>
                  <a:lnTo>
                    <a:pt x="945" y="78"/>
                  </a:lnTo>
                  <a:lnTo>
                    <a:pt x="951" y="78"/>
                  </a:lnTo>
                  <a:lnTo>
                    <a:pt x="956" y="78"/>
                  </a:lnTo>
                  <a:lnTo>
                    <a:pt x="961" y="78"/>
                  </a:lnTo>
                  <a:lnTo>
                    <a:pt x="966" y="78"/>
                  </a:lnTo>
                  <a:lnTo>
                    <a:pt x="972" y="78"/>
                  </a:lnTo>
                  <a:lnTo>
                    <a:pt x="977" y="78"/>
                  </a:lnTo>
                  <a:lnTo>
                    <a:pt x="982" y="78"/>
                  </a:lnTo>
                  <a:lnTo>
                    <a:pt x="988" y="78"/>
                  </a:lnTo>
                  <a:lnTo>
                    <a:pt x="993" y="78"/>
                  </a:lnTo>
                  <a:lnTo>
                    <a:pt x="998" y="78"/>
                  </a:lnTo>
                  <a:lnTo>
                    <a:pt x="1004" y="78"/>
                  </a:lnTo>
                  <a:lnTo>
                    <a:pt x="1009" y="78"/>
                  </a:lnTo>
                  <a:lnTo>
                    <a:pt x="1014" y="78"/>
                  </a:lnTo>
                  <a:lnTo>
                    <a:pt x="1020" y="78"/>
                  </a:lnTo>
                  <a:lnTo>
                    <a:pt x="1025" y="78"/>
                  </a:lnTo>
                  <a:lnTo>
                    <a:pt x="1030" y="78"/>
                  </a:lnTo>
                  <a:lnTo>
                    <a:pt x="1035" y="78"/>
                  </a:lnTo>
                  <a:lnTo>
                    <a:pt x="1041" y="78"/>
                  </a:lnTo>
                  <a:lnTo>
                    <a:pt x="1046" y="78"/>
                  </a:lnTo>
                  <a:lnTo>
                    <a:pt x="1051" y="78"/>
                  </a:lnTo>
                  <a:lnTo>
                    <a:pt x="1057" y="78"/>
                  </a:lnTo>
                  <a:lnTo>
                    <a:pt x="1062" y="78"/>
                  </a:lnTo>
                  <a:lnTo>
                    <a:pt x="1067" y="78"/>
                  </a:lnTo>
                  <a:lnTo>
                    <a:pt x="1073" y="78"/>
                  </a:lnTo>
                  <a:lnTo>
                    <a:pt x="1078" y="78"/>
                  </a:lnTo>
                  <a:lnTo>
                    <a:pt x="1083" y="77"/>
                  </a:lnTo>
                  <a:lnTo>
                    <a:pt x="1089" y="77"/>
                  </a:lnTo>
                  <a:lnTo>
                    <a:pt x="1094" y="77"/>
                  </a:lnTo>
                  <a:lnTo>
                    <a:pt x="1099" y="77"/>
                  </a:lnTo>
                  <a:lnTo>
                    <a:pt x="1104" y="77"/>
                  </a:lnTo>
                  <a:lnTo>
                    <a:pt x="1110" y="77"/>
                  </a:lnTo>
                  <a:lnTo>
                    <a:pt x="1115" y="77"/>
                  </a:lnTo>
                  <a:lnTo>
                    <a:pt x="1120" y="77"/>
                  </a:lnTo>
                  <a:lnTo>
                    <a:pt x="1126" y="77"/>
                  </a:lnTo>
                  <a:lnTo>
                    <a:pt x="1131" y="77"/>
                  </a:lnTo>
                  <a:lnTo>
                    <a:pt x="1136" y="77"/>
                  </a:lnTo>
                  <a:lnTo>
                    <a:pt x="1142" y="77"/>
                  </a:lnTo>
                  <a:lnTo>
                    <a:pt x="1147" y="77"/>
                  </a:lnTo>
                  <a:lnTo>
                    <a:pt x="1152" y="77"/>
                  </a:lnTo>
                  <a:lnTo>
                    <a:pt x="1158" y="77"/>
                  </a:lnTo>
                  <a:lnTo>
                    <a:pt x="1163" y="77"/>
                  </a:lnTo>
                  <a:lnTo>
                    <a:pt x="1168" y="77"/>
                  </a:lnTo>
                  <a:lnTo>
                    <a:pt x="1173" y="77"/>
                  </a:lnTo>
                  <a:lnTo>
                    <a:pt x="1179" y="77"/>
                  </a:lnTo>
                  <a:lnTo>
                    <a:pt x="1184" y="77"/>
                  </a:lnTo>
                  <a:lnTo>
                    <a:pt x="1189" y="77"/>
                  </a:lnTo>
                  <a:lnTo>
                    <a:pt x="1195" y="77"/>
                  </a:lnTo>
                  <a:lnTo>
                    <a:pt x="1200" y="77"/>
                  </a:lnTo>
                  <a:lnTo>
                    <a:pt x="1205" y="77"/>
                  </a:lnTo>
                  <a:lnTo>
                    <a:pt x="1211" y="77"/>
                  </a:lnTo>
                  <a:lnTo>
                    <a:pt x="1216" y="77"/>
                  </a:lnTo>
                  <a:lnTo>
                    <a:pt x="1221" y="77"/>
                  </a:lnTo>
                  <a:lnTo>
                    <a:pt x="1227" y="77"/>
                  </a:lnTo>
                  <a:lnTo>
                    <a:pt x="1232" y="77"/>
                  </a:lnTo>
                  <a:lnTo>
                    <a:pt x="1237" y="77"/>
                  </a:lnTo>
                  <a:lnTo>
                    <a:pt x="1242" y="77"/>
                  </a:lnTo>
                  <a:lnTo>
                    <a:pt x="1248" y="77"/>
                  </a:lnTo>
                  <a:lnTo>
                    <a:pt x="1253" y="77"/>
                  </a:lnTo>
                  <a:lnTo>
                    <a:pt x="1258" y="77"/>
                  </a:lnTo>
                  <a:lnTo>
                    <a:pt x="1264" y="76"/>
                  </a:lnTo>
                  <a:lnTo>
                    <a:pt x="1269" y="76"/>
                  </a:lnTo>
                  <a:lnTo>
                    <a:pt x="1274" y="76"/>
                  </a:lnTo>
                  <a:lnTo>
                    <a:pt x="1280" y="76"/>
                  </a:lnTo>
                  <a:lnTo>
                    <a:pt x="1285" y="76"/>
                  </a:lnTo>
                  <a:lnTo>
                    <a:pt x="1290" y="76"/>
                  </a:lnTo>
                  <a:lnTo>
                    <a:pt x="1296" y="76"/>
                  </a:lnTo>
                  <a:lnTo>
                    <a:pt x="1301" y="76"/>
                  </a:lnTo>
                  <a:lnTo>
                    <a:pt x="1306" y="76"/>
                  </a:lnTo>
                  <a:lnTo>
                    <a:pt x="1311" y="76"/>
                  </a:lnTo>
                  <a:lnTo>
                    <a:pt x="1317" y="76"/>
                  </a:lnTo>
                  <a:lnTo>
                    <a:pt x="1322" y="76"/>
                  </a:lnTo>
                  <a:lnTo>
                    <a:pt x="1327" y="76"/>
                  </a:lnTo>
                  <a:lnTo>
                    <a:pt x="1333" y="76"/>
                  </a:lnTo>
                  <a:lnTo>
                    <a:pt x="1338" y="76"/>
                  </a:lnTo>
                  <a:lnTo>
                    <a:pt x="1343" y="76"/>
                  </a:lnTo>
                  <a:lnTo>
                    <a:pt x="1349" y="76"/>
                  </a:lnTo>
                  <a:lnTo>
                    <a:pt x="1354" y="76"/>
                  </a:lnTo>
                  <a:lnTo>
                    <a:pt x="1359" y="76"/>
                  </a:lnTo>
                  <a:lnTo>
                    <a:pt x="1365" y="76"/>
                  </a:lnTo>
                  <a:lnTo>
                    <a:pt x="1370" y="76"/>
                  </a:lnTo>
                  <a:lnTo>
                    <a:pt x="1375" y="76"/>
                  </a:lnTo>
                  <a:lnTo>
                    <a:pt x="1380" y="76"/>
                  </a:lnTo>
                  <a:lnTo>
                    <a:pt x="1386" y="76"/>
                  </a:lnTo>
                  <a:lnTo>
                    <a:pt x="1391" y="76"/>
                  </a:lnTo>
                  <a:lnTo>
                    <a:pt x="1396" y="76"/>
                  </a:lnTo>
                  <a:lnTo>
                    <a:pt x="1402" y="76"/>
                  </a:lnTo>
                  <a:lnTo>
                    <a:pt x="1407" y="76"/>
                  </a:lnTo>
                  <a:lnTo>
                    <a:pt x="1408" y="76"/>
                  </a:lnTo>
                </a:path>
              </a:pathLst>
            </a:custGeom>
            <a:noFill/>
            <a:ln cap="flat" cmpd="sng" w="127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8"/>
            <p:cNvSpPr/>
            <p:nvPr/>
          </p:nvSpPr>
          <p:spPr>
            <a:xfrm flipH="1" rot="10800000">
              <a:off x="3778251" y="3981450"/>
              <a:ext cx="5013325" cy="581025"/>
            </a:xfrm>
            <a:custGeom>
              <a:rect b="b" l="l" r="r" t="t"/>
              <a:pathLst>
                <a:path extrusionOk="0" h="136" w="1409">
                  <a:moveTo>
                    <a:pt x="0" y="2"/>
                  </a:moveTo>
                  <a:lnTo>
                    <a:pt x="1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4" y="2"/>
                  </a:lnTo>
                  <a:lnTo>
                    <a:pt x="45" y="2"/>
                  </a:lnTo>
                  <a:lnTo>
                    <a:pt x="46" y="2"/>
                  </a:lnTo>
                  <a:lnTo>
                    <a:pt x="48" y="2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5" y="2"/>
                  </a:lnTo>
                  <a:lnTo>
                    <a:pt x="56" y="2"/>
                  </a:lnTo>
                  <a:lnTo>
                    <a:pt x="57" y="2"/>
                  </a:lnTo>
                  <a:lnTo>
                    <a:pt x="59" y="2"/>
                  </a:lnTo>
                  <a:lnTo>
                    <a:pt x="60" y="2"/>
                  </a:lnTo>
                  <a:lnTo>
                    <a:pt x="61" y="2"/>
                  </a:lnTo>
                  <a:lnTo>
                    <a:pt x="63" y="2"/>
                  </a:lnTo>
                  <a:lnTo>
                    <a:pt x="64" y="2"/>
                  </a:lnTo>
                  <a:lnTo>
                    <a:pt x="65" y="2"/>
                  </a:lnTo>
                  <a:lnTo>
                    <a:pt x="67" y="2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1" y="2"/>
                  </a:lnTo>
                  <a:lnTo>
                    <a:pt x="72" y="2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6" y="2"/>
                  </a:lnTo>
                  <a:lnTo>
                    <a:pt x="77" y="2"/>
                  </a:lnTo>
                  <a:lnTo>
                    <a:pt x="79" y="2"/>
                  </a:lnTo>
                  <a:lnTo>
                    <a:pt x="80" y="2"/>
                  </a:lnTo>
                  <a:lnTo>
                    <a:pt x="81" y="2"/>
                  </a:lnTo>
                  <a:lnTo>
                    <a:pt x="83" y="2"/>
                  </a:lnTo>
                  <a:lnTo>
                    <a:pt x="84" y="2"/>
                  </a:lnTo>
                  <a:lnTo>
                    <a:pt x="85" y="2"/>
                  </a:lnTo>
                  <a:lnTo>
                    <a:pt x="87" y="2"/>
                  </a:lnTo>
                  <a:lnTo>
                    <a:pt x="88" y="2"/>
                  </a:lnTo>
                  <a:lnTo>
                    <a:pt x="89" y="2"/>
                  </a:lnTo>
                  <a:lnTo>
                    <a:pt x="91" y="2"/>
                  </a:lnTo>
                  <a:lnTo>
                    <a:pt x="92" y="2"/>
                  </a:lnTo>
                  <a:lnTo>
                    <a:pt x="93" y="2"/>
                  </a:lnTo>
                  <a:lnTo>
                    <a:pt x="95" y="2"/>
                  </a:lnTo>
                  <a:lnTo>
                    <a:pt x="96" y="2"/>
                  </a:lnTo>
                  <a:lnTo>
                    <a:pt x="97" y="2"/>
                  </a:lnTo>
                  <a:lnTo>
                    <a:pt x="99" y="2"/>
                  </a:lnTo>
                  <a:lnTo>
                    <a:pt x="100" y="2"/>
                  </a:lnTo>
                  <a:lnTo>
                    <a:pt x="102" y="0"/>
                  </a:lnTo>
                  <a:lnTo>
                    <a:pt x="103" y="1"/>
                  </a:lnTo>
                  <a:lnTo>
                    <a:pt x="104" y="1"/>
                  </a:lnTo>
                  <a:lnTo>
                    <a:pt x="106" y="1"/>
                  </a:lnTo>
                  <a:lnTo>
                    <a:pt x="107" y="1"/>
                  </a:lnTo>
                  <a:lnTo>
                    <a:pt x="108" y="1"/>
                  </a:lnTo>
                  <a:lnTo>
                    <a:pt x="110" y="1"/>
                  </a:lnTo>
                  <a:lnTo>
                    <a:pt x="111" y="0"/>
                  </a:lnTo>
                  <a:lnTo>
                    <a:pt x="112" y="1"/>
                  </a:lnTo>
                  <a:lnTo>
                    <a:pt x="114" y="1"/>
                  </a:lnTo>
                  <a:lnTo>
                    <a:pt x="115" y="1"/>
                  </a:lnTo>
                  <a:lnTo>
                    <a:pt x="116" y="2"/>
                  </a:lnTo>
                  <a:lnTo>
                    <a:pt x="118" y="2"/>
                  </a:lnTo>
                  <a:lnTo>
                    <a:pt x="119" y="2"/>
                  </a:lnTo>
                  <a:lnTo>
                    <a:pt x="120" y="3"/>
                  </a:lnTo>
                  <a:lnTo>
                    <a:pt x="122" y="3"/>
                  </a:lnTo>
                  <a:lnTo>
                    <a:pt x="123" y="4"/>
                  </a:lnTo>
                  <a:lnTo>
                    <a:pt x="124" y="5"/>
                  </a:lnTo>
                  <a:lnTo>
                    <a:pt x="126" y="5"/>
                  </a:lnTo>
                  <a:lnTo>
                    <a:pt x="127" y="6"/>
                  </a:lnTo>
                  <a:lnTo>
                    <a:pt x="128" y="7"/>
                  </a:lnTo>
                  <a:lnTo>
                    <a:pt x="130" y="8"/>
                  </a:lnTo>
                  <a:lnTo>
                    <a:pt x="131" y="9"/>
                  </a:lnTo>
                  <a:lnTo>
                    <a:pt x="132" y="9"/>
                  </a:lnTo>
                  <a:lnTo>
                    <a:pt x="134" y="10"/>
                  </a:lnTo>
                  <a:lnTo>
                    <a:pt x="135" y="11"/>
                  </a:lnTo>
                  <a:lnTo>
                    <a:pt x="136" y="12"/>
                  </a:lnTo>
                  <a:lnTo>
                    <a:pt x="138" y="13"/>
                  </a:lnTo>
                  <a:lnTo>
                    <a:pt x="139" y="14"/>
                  </a:lnTo>
                  <a:lnTo>
                    <a:pt x="140" y="15"/>
                  </a:lnTo>
                  <a:lnTo>
                    <a:pt x="142" y="16"/>
                  </a:lnTo>
                  <a:lnTo>
                    <a:pt x="143" y="17"/>
                  </a:lnTo>
                  <a:lnTo>
                    <a:pt x="144" y="18"/>
                  </a:lnTo>
                  <a:lnTo>
                    <a:pt x="146" y="19"/>
                  </a:lnTo>
                  <a:lnTo>
                    <a:pt x="147" y="20"/>
                  </a:lnTo>
                  <a:lnTo>
                    <a:pt x="148" y="21"/>
                  </a:lnTo>
                  <a:lnTo>
                    <a:pt x="150" y="22"/>
                  </a:lnTo>
                  <a:lnTo>
                    <a:pt x="151" y="23"/>
                  </a:lnTo>
                  <a:lnTo>
                    <a:pt x="153" y="24"/>
                  </a:lnTo>
                  <a:lnTo>
                    <a:pt x="154" y="25"/>
                  </a:lnTo>
                  <a:lnTo>
                    <a:pt x="155" y="26"/>
                  </a:lnTo>
                  <a:lnTo>
                    <a:pt x="157" y="27"/>
                  </a:lnTo>
                  <a:lnTo>
                    <a:pt x="158" y="28"/>
                  </a:lnTo>
                  <a:lnTo>
                    <a:pt x="159" y="29"/>
                  </a:lnTo>
                  <a:lnTo>
                    <a:pt x="161" y="30"/>
                  </a:lnTo>
                  <a:lnTo>
                    <a:pt x="162" y="31"/>
                  </a:lnTo>
                  <a:lnTo>
                    <a:pt x="163" y="32"/>
                  </a:lnTo>
                  <a:lnTo>
                    <a:pt x="165" y="33"/>
                  </a:lnTo>
                  <a:lnTo>
                    <a:pt x="166" y="35"/>
                  </a:lnTo>
                  <a:lnTo>
                    <a:pt x="167" y="36"/>
                  </a:lnTo>
                  <a:lnTo>
                    <a:pt x="169" y="36"/>
                  </a:lnTo>
                  <a:lnTo>
                    <a:pt x="170" y="37"/>
                  </a:lnTo>
                  <a:lnTo>
                    <a:pt x="171" y="39"/>
                  </a:lnTo>
                  <a:lnTo>
                    <a:pt x="173" y="40"/>
                  </a:lnTo>
                  <a:lnTo>
                    <a:pt x="174" y="41"/>
                  </a:lnTo>
                  <a:lnTo>
                    <a:pt x="175" y="42"/>
                  </a:lnTo>
                  <a:lnTo>
                    <a:pt x="177" y="43"/>
                  </a:lnTo>
                  <a:lnTo>
                    <a:pt x="178" y="44"/>
                  </a:lnTo>
                  <a:lnTo>
                    <a:pt x="179" y="45"/>
                  </a:lnTo>
                  <a:lnTo>
                    <a:pt x="181" y="46"/>
                  </a:lnTo>
                  <a:lnTo>
                    <a:pt x="182" y="47"/>
                  </a:lnTo>
                  <a:lnTo>
                    <a:pt x="183" y="48"/>
                  </a:lnTo>
                  <a:lnTo>
                    <a:pt x="185" y="49"/>
                  </a:lnTo>
                  <a:lnTo>
                    <a:pt x="186" y="50"/>
                  </a:lnTo>
                  <a:lnTo>
                    <a:pt x="187" y="51"/>
                  </a:lnTo>
                  <a:lnTo>
                    <a:pt x="189" y="52"/>
                  </a:lnTo>
                  <a:lnTo>
                    <a:pt x="190" y="53"/>
                  </a:lnTo>
                  <a:lnTo>
                    <a:pt x="191" y="54"/>
                  </a:lnTo>
                  <a:lnTo>
                    <a:pt x="193" y="55"/>
                  </a:lnTo>
                  <a:lnTo>
                    <a:pt x="194" y="56"/>
                  </a:lnTo>
                  <a:lnTo>
                    <a:pt x="195" y="57"/>
                  </a:lnTo>
                  <a:lnTo>
                    <a:pt x="197" y="59"/>
                  </a:lnTo>
                  <a:lnTo>
                    <a:pt x="198" y="59"/>
                  </a:lnTo>
                  <a:lnTo>
                    <a:pt x="200" y="60"/>
                  </a:lnTo>
                  <a:lnTo>
                    <a:pt x="201" y="62"/>
                  </a:lnTo>
                  <a:lnTo>
                    <a:pt x="202" y="62"/>
                  </a:lnTo>
                  <a:lnTo>
                    <a:pt x="204" y="63"/>
                  </a:lnTo>
                  <a:lnTo>
                    <a:pt x="205" y="65"/>
                  </a:lnTo>
                  <a:lnTo>
                    <a:pt x="206" y="66"/>
                  </a:lnTo>
                  <a:lnTo>
                    <a:pt x="208" y="67"/>
                  </a:lnTo>
                  <a:lnTo>
                    <a:pt x="209" y="68"/>
                  </a:lnTo>
                  <a:lnTo>
                    <a:pt x="210" y="69"/>
                  </a:lnTo>
                  <a:lnTo>
                    <a:pt x="212" y="69"/>
                  </a:lnTo>
                  <a:lnTo>
                    <a:pt x="213" y="70"/>
                  </a:lnTo>
                  <a:lnTo>
                    <a:pt x="214" y="71"/>
                  </a:lnTo>
                  <a:lnTo>
                    <a:pt x="216" y="72"/>
                  </a:lnTo>
                  <a:lnTo>
                    <a:pt x="217" y="73"/>
                  </a:lnTo>
                  <a:lnTo>
                    <a:pt x="218" y="74"/>
                  </a:lnTo>
                  <a:lnTo>
                    <a:pt x="220" y="75"/>
                  </a:lnTo>
                  <a:lnTo>
                    <a:pt x="221" y="76"/>
                  </a:lnTo>
                  <a:lnTo>
                    <a:pt x="222" y="77"/>
                  </a:lnTo>
                  <a:lnTo>
                    <a:pt x="224" y="78"/>
                  </a:lnTo>
                  <a:lnTo>
                    <a:pt x="225" y="79"/>
                  </a:lnTo>
                  <a:lnTo>
                    <a:pt x="226" y="80"/>
                  </a:lnTo>
                  <a:lnTo>
                    <a:pt x="228" y="81"/>
                  </a:lnTo>
                  <a:lnTo>
                    <a:pt x="229" y="82"/>
                  </a:lnTo>
                  <a:lnTo>
                    <a:pt x="230" y="83"/>
                  </a:lnTo>
                  <a:lnTo>
                    <a:pt x="232" y="84"/>
                  </a:lnTo>
                  <a:lnTo>
                    <a:pt x="233" y="85"/>
                  </a:lnTo>
                  <a:lnTo>
                    <a:pt x="234" y="86"/>
                  </a:lnTo>
                  <a:lnTo>
                    <a:pt x="236" y="87"/>
                  </a:lnTo>
                  <a:lnTo>
                    <a:pt x="237" y="87"/>
                  </a:lnTo>
                  <a:lnTo>
                    <a:pt x="238" y="88"/>
                  </a:lnTo>
                  <a:lnTo>
                    <a:pt x="240" y="89"/>
                  </a:lnTo>
                  <a:lnTo>
                    <a:pt x="241" y="90"/>
                  </a:lnTo>
                  <a:lnTo>
                    <a:pt x="242" y="91"/>
                  </a:lnTo>
                  <a:lnTo>
                    <a:pt x="244" y="92"/>
                  </a:lnTo>
                  <a:lnTo>
                    <a:pt x="245" y="93"/>
                  </a:lnTo>
                  <a:lnTo>
                    <a:pt x="246" y="94"/>
                  </a:lnTo>
                  <a:lnTo>
                    <a:pt x="248" y="95"/>
                  </a:lnTo>
                  <a:lnTo>
                    <a:pt x="249" y="95"/>
                  </a:lnTo>
                  <a:lnTo>
                    <a:pt x="251" y="96"/>
                  </a:lnTo>
                  <a:lnTo>
                    <a:pt x="252" y="97"/>
                  </a:lnTo>
                  <a:lnTo>
                    <a:pt x="253" y="98"/>
                  </a:lnTo>
                  <a:lnTo>
                    <a:pt x="255" y="99"/>
                  </a:lnTo>
                  <a:lnTo>
                    <a:pt x="256" y="100"/>
                  </a:lnTo>
                  <a:lnTo>
                    <a:pt x="257" y="101"/>
                  </a:lnTo>
                  <a:lnTo>
                    <a:pt x="259" y="101"/>
                  </a:lnTo>
                  <a:lnTo>
                    <a:pt x="260" y="102"/>
                  </a:lnTo>
                  <a:lnTo>
                    <a:pt x="261" y="103"/>
                  </a:lnTo>
                  <a:lnTo>
                    <a:pt x="263" y="104"/>
                  </a:lnTo>
                  <a:lnTo>
                    <a:pt x="264" y="104"/>
                  </a:lnTo>
                  <a:lnTo>
                    <a:pt x="265" y="105"/>
                  </a:lnTo>
                  <a:lnTo>
                    <a:pt x="267" y="106"/>
                  </a:lnTo>
                  <a:lnTo>
                    <a:pt x="268" y="107"/>
                  </a:lnTo>
                  <a:lnTo>
                    <a:pt x="269" y="107"/>
                  </a:lnTo>
                  <a:lnTo>
                    <a:pt x="271" y="108"/>
                  </a:lnTo>
                  <a:lnTo>
                    <a:pt x="272" y="109"/>
                  </a:lnTo>
                  <a:lnTo>
                    <a:pt x="273" y="110"/>
                  </a:lnTo>
                  <a:lnTo>
                    <a:pt x="275" y="110"/>
                  </a:lnTo>
                  <a:lnTo>
                    <a:pt x="276" y="111"/>
                  </a:lnTo>
                  <a:lnTo>
                    <a:pt x="277" y="112"/>
                  </a:lnTo>
                  <a:lnTo>
                    <a:pt x="279" y="112"/>
                  </a:lnTo>
                  <a:lnTo>
                    <a:pt x="280" y="113"/>
                  </a:lnTo>
                  <a:lnTo>
                    <a:pt x="281" y="114"/>
                  </a:lnTo>
                  <a:lnTo>
                    <a:pt x="283" y="114"/>
                  </a:lnTo>
                  <a:lnTo>
                    <a:pt x="284" y="115"/>
                  </a:lnTo>
                  <a:lnTo>
                    <a:pt x="285" y="115"/>
                  </a:lnTo>
                  <a:lnTo>
                    <a:pt x="287" y="116"/>
                  </a:lnTo>
                  <a:lnTo>
                    <a:pt x="288" y="116"/>
                  </a:lnTo>
                  <a:lnTo>
                    <a:pt x="289" y="117"/>
                  </a:lnTo>
                  <a:lnTo>
                    <a:pt x="291" y="117"/>
                  </a:lnTo>
                  <a:lnTo>
                    <a:pt x="292" y="118"/>
                  </a:lnTo>
                  <a:lnTo>
                    <a:pt x="293" y="118"/>
                  </a:lnTo>
                  <a:lnTo>
                    <a:pt x="295" y="119"/>
                  </a:lnTo>
                  <a:lnTo>
                    <a:pt x="296" y="119"/>
                  </a:lnTo>
                  <a:lnTo>
                    <a:pt x="297" y="120"/>
                  </a:lnTo>
                  <a:lnTo>
                    <a:pt x="299" y="120"/>
                  </a:lnTo>
                  <a:lnTo>
                    <a:pt x="300" y="121"/>
                  </a:lnTo>
                  <a:lnTo>
                    <a:pt x="302" y="121"/>
                  </a:lnTo>
                  <a:lnTo>
                    <a:pt x="303" y="122"/>
                  </a:lnTo>
                  <a:lnTo>
                    <a:pt x="304" y="122"/>
                  </a:lnTo>
                  <a:lnTo>
                    <a:pt x="306" y="122"/>
                  </a:lnTo>
                  <a:lnTo>
                    <a:pt x="307" y="123"/>
                  </a:lnTo>
                  <a:lnTo>
                    <a:pt x="308" y="123"/>
                  </a:lnTo>
                  <a:lnTo>
                    <a:pt x="310" y="124"/>
                  </a:lnTo>
                  <a:lnTo>
                    <a:pt x="311" y="124"/>
                  </a:lnTo>
                  <a:lnTo>
                    <a:pt x="312" y="124"/>
                  </a:lnTo>
                  <a:lnTo>
                    <a:pt x="314" y="125"/>
                  </a:lnTo>
                  <a:lnTo>
                    <a:pt x="315" y="125"/>
                  </a:lnTo>
                  <a:lnTo>
                    <a:pt x="316" y="125"/>
                  </a:lnTo>
                  <a:lnTo>
                    <a:pt x="318" y="126"/>
                  </a:lnTo>
                  <a:lnTo>
                    <a:pt x="319" y="126"/>
                  </a:lnTo>
                  <a:lnTo>
                    <a:pt x="320" y="126"/>
                  </a:lnTo>
                  <a:lnTo>
                    <a:pt x="322" y="127"/>
                  </a:lnTo>
                  <a:lnTo>
                    <a:pt x="323" y="127"/>
                  </a:lnTo>
                  <a:lnTo>
                    <a:pt x="324" y="127"/>
                  </a:lnTo>
                  <a:lnTo>
                    <a:pt x="326" y="128"/>
                  </a:lnTo>
                  <a:lnTo>
                    <a:pt x="327" y="128"/>
                  </a:lnTo>
                  <a:lnTo>
                    <a:pt x="328" y="128"/>
                  </a:lnTo>
                  <a:lnTo>
                    <a:pt x="330" y="129"/>
                  </a:lnTo>
                  <a:lnTo>
                    <a:pt x="331" y="129"/>
                  </a:lnTo>
                  <a:lnTo>
                    <a:pt x="332" y="129"/>
                  </a:lnTo>
                  <a:lnTo>
                    <a:pt x="334" y="129"/>
                  </a:lnTo>
                  <a:lnTo>
                    <a:pt x="335" y="129"/>
                  </a:lnTo>
                  <a:lnTo>
                    <a:pt x="336" y="130"/>
                  </a:lnTo>
                  <a:lnTo>
                    <a:pt x="338" y="130"/>
                  </a:lnTo>
                  <a:lnTo>
                    <a:pt x="339" y="130"/>
                  </a:lnTo>
                  <a:lnTo>
                    <a:pt x="340" y="130"/>
                  </a:lnTo>
                  <a:lnTo>
                    <a:pt x="342" y="130"/>
                  </a:lnTo>
                  <a:lnTo>
                    <a:pt x="343" y="131"/>
                  </a:lnTo>
                  <a:lnTo>
                    <a:pt x="344" y="131"/>
                  </a:lnTo>
                  <a:lnTo>
                    <a:pt x="346" y="131"/>
                  </a:lnTo>
                  <a:lnTo>
                    <a:pt x="347" y="131"/>
                  </a:lnTo>
                  <a:lnTo>
                    <a:pt x="348" y="131"/>
                  </a:lnTo>
                  <a:lnTo>
                    <a:pt x="350" y="132"/>
                  </a:lnTo>
                  <a:lnTo>
                    <a:pt x="351" y="132"/>
                  </a:lnTo>
                  <a:lnTo>
                    <a:pt x="353" y="132"/>
                  </a:lnTo>
                  <a:lnTo>
                    <a:pt x="354" y="132"/>
                  </a:lnTo>
                  <a:lnTo>
                    <a:pt x="355" y="132"/>
                  </a:lnTo>
                  <a:lnTo>
                    <a:pt x="357" y="132"/>
                  </a:lnTo>
                  <a:lnTo>
                    <a:pt x="358" y="133"/>
                  </a:lnTo>
                  <a:lnTo>
                    <a:pt x="359" y="133"/>
                  </a:lnTo>
                  <a:lnTo>
                    <a:pt x="361" y="133"/>
                  </a:lnTo>
                  <a:lnTo>
                    <a:pt x="362" y="133"/>
                  </a:lnTo>
                  <a:lnTo>
                    <a:pt x="363" y="133"/>
                  </a:lnTo>
                  <a:lnTo>
                    <a:pt x="365" y="133"/>
                  </a:lnTo>
                  <a:lnTo>
                    <a:pt x="366" y="134"/>
                  </a:lnTo>
                  <a:lnTo>
                    <a:pt x="367" y="134"/>
                  </a:lnTo>
                  <a:lnTo>
                    <a:pt x="369" y="134"/>
                  </a:lnTo>
                  <a:lnTo>
                    <a:pt x="370" y="134"/>
                  </a:lnTo>
                  <a:lnTo>
                    <a:pt x="371" y="134"/>
                  </a:lnTo>
                  <a:lnTo>
                    <a:pt x="373" y="134"/>
                  </a:lnTo>
                  <a:lnTo>
                    <a:pt x="374" y="134"/>
                  </a:lnTo>
                  <a:lnTo>
                    <a:pt x="375" y="134"/>
                  </a:lnTo>
                  <a:lnTo>
                    <a:pt x="377" y="134"/>
                  </a:lnTo>
                  <a:lnTo>
                    <a:pt x="378" y="134"/>
                  </a:lnTo>
                  <a:lnTo>
                    <a:pt x="379" y="134"/>
                  </a:lnTo>
                  <a:lnTo>
                    <a:pt x="381" y="135"/>
                  </a:lnTo>
                  <a:lnTo>
                    <a:pt x="382" y="135"/>
                  </a:lnTo>
                  <a:lnTo>
                    <a:pt x="383" y="135"/>
                  </a:lnTo>
                  <a:lnTo>
                    <a:pt x="385" y="135"/>
                  </a:lnTo>
                  <a:lnTo>
                    <a:pt x="386" y="135"/>
                  </a:lnTo>
                  <a:lnTo>
                    <a:pt x="387" y="135"/>
                  </a:lnTo>
                  <a:lnTo>
                    <a:pt x="389" y="135"/>
                  </a:lnTo>
                  <a:lnTo>
                    <a:pt x="390" y="135"/>
                  </a:lnTo>
                  <a:lnTo>
                    <a:pt x="391" y="135"/>
                  </a:lnTo>
                  <a:lnTo>
                    <a:pt x="393" y="135"/>
                  </a:lnTo>
                  <a:lnTo>
                    <a:pt x="394" y="135"/>
                  </a:lnTo>
                  <a:lnTo>
                    <a:pt x="395" y="135"/>
                  </a:lnTo>
                  <a:lnTo>
                    <a:pt x="397" y="135"/>
                  </a:lnTo>
                  <a:lnTo>
                    <a:pt x="398" y="135"/>
                  </a:lnTo>
                  <a:lnTo>
                    <a:pt x="399" y="135"/>
                  </a:lnTo>
                  <a:lnTo>
                    <a:pt x="401" y="136"/>
                  </a:lnTo>
                  <a:lnTo>
                    <a:pt x="402" y="136"/>
                  </a:lnTo>
                  <a:lnTo>
                    <a:pt x="404" y="136"/>
                  </a:lnTo>
                  <a:lnTo>
                    <a:pt x="405" y="136"/>
                  </a:lnTo>
                  <a:lnTo>
                    <a:pt x="406" y="136"/>
                  </a:lnTo>
                  <a:lnTo>
                    <a:pt x="408" y="136"/>
                  </a:lnTo>
                  <a:lnTo>
                    <a:pt x="409" y="136"/>
                  </a:lnTo>
                  <a:lnTo>
                    <a:pt x="410" y="136"/>
                  </a:lnTo>
                  <a:lnTo>
                    <a:pt x="412" y="136"/>
                  </a:lnTo>
                  <a:lnTo>
                    <a:pt x="413" y="136"/>
                  </a:lnTo>
                  <a:lnTo>
                    <a:pt x="414" y="136"/>
                  </a:lnTo>
                  <a:lnTo>
                    <a:pt x="416" y="136"/>
                  </a:lnTo>
                  <a:lnTo>
                    <a:pt x="417" y="136"/>
                  </a:lnTo>
                  <a:lnTo>
                    <a:pt x="418" y="136"/>
                  </a:lnTo>
                  <a:lnTo>
                    <a:pt x="420" y="136"/>
                  </a:lnTo>
                  <a:lnTo>
                    <a:pt x="421" y="136"/>
                  </a:lnTo>
                  <a:lnTo>
                    <a:pt x="422" y="136"/>
                  </a:lnTo>
                  <a:lnTo>
                    <a:pt x="424" y="136"/>
                  </a:lnTo>
                  <a:lnTo>
                    <a:pt x="425" y="136"/>
                  </a:lnTo>
                  <a:lnTo>
                    <a:pt x="426" y="136"/>
                  </a:lnTo>
                  <a:lnTo>
                    <a:pt x="428" y="136"/>
                  </a:lnTo>
                  <a:lnTo>
                    <a:pt x="429" y="136"/>
                  </a:lnTo>
                  <a:lnTo>
                    <a:pt x="430" y="136"/>
                  </a:lnTo>
                  <a:lnTo>
                    <a:pt x="432" y="136"/>
                  </a:lnTo>
                  <a:lnTo>
                    <a:pt x="433" y="136"/>
                  </a:lnTo>
                  <a:lnTo>
                    <a:pt x="434" y="136"/>
                  </a:lnTo>
                  <a:lnTo>
                    <a:pt x="436" y="136"/>
                  </a:lnTo>
                  <a:lnTo>
                    <a:pt x="437" y="136"/>
                  </a:lnTo>
                  <a:lnTo>
                    <a:pt x="438" y="136"/>
                  </a:lnTo>
                  <a:lnTo>
                    <a:pt x="440" y="136"/>
                  </a:lnTo>
                  <a:lnTo>
                    <a:pt x="441" y="135"/>
                  </a:lnTo>
                  <a:lnTo>
                    <a:pt x="442" y="135"/>
                  </a:lnTo>
                  <a:lnTo>
                    <a:pt x="444" y="135"/>
                  </a:lnTo>
                  <a:lnTo>
                    <a:pt x="445" y="135"/>
                  </a:lnTo>
                  <a:lnTo>
                    <a:pt x="446" y="135"/>
                  </a:lnTo>
                  <a:lnTo>
                    <a:pt x="448" y="135"/>
                  </a:lnTo>
                  <a:lnTo>
                    <a:pt x="449" y="135"/>
                  </a:lnTo>
                  <a:lnTo>
                    <a:pt x="450" y="135"/>
                  </a:lnTo>
                  <a:lnTo>
                    <a:pt x="452" y="136"/>
                  </a:lnTo>
                  <a:lnTo>
                    <a:pt x="453" y="135"/>
                  </a:lnTo>
                  <a:lnTo>
                    <a:pt x="455" y="135"/>
                  </a:lnTo>
                  <a:lnTo>
                    <a:pt x="456" y="135"/>
                  </a:lnTo>
                  <a:lnTo>
                    <a:pt x="457" y="135"/>
                  </a:lnTo>
                  <a:lnTo>
                    <a:pt x="459" y="135"/>
                  </a:lnTo>
                  <a:lnTo>
                    <a:pt x="460" y="135"/>
                  </a:lnTo>
                  <a:lnTo>
                    <a:pt x="461" y="135"/>
                  </a:lnTo>
                  <a:lnTo>
                    <a:pt x="463" y="135"/>
                  </a:lnTo>
                  <a:lnTo>
                    <a:pt x="464" y="135"/>
                  </a:lnTo>
                  <a:lnTo>
                    <a:pt x="465" y="135"/>
                  </a:lnTo>
                  <a:lnTo>
                    <a:pt x="467" y="135"/>
                  </a:lnTo>
                  <a:lnTo>
                    <a:pt x="468" y="135"/>
                  </a:lnTo>
                  <a:lnTo>
                    <a:pt x="469" y="135"/>
                  </a:lnTo>
                  <a:lnTo>
                    <a:pt x="471" y="135"/>
                  </a:lnTo>
                  <a:lnTo>
                    <a:pt x="472" y="135"/>
                  </a:lnTo>
                  <a:lnTo>
                    <a:pt x="473" y="135"/>
                  </a:lnTo>
                  <a:lnTo>
                    <a:pt x="475" y="135"/>
                  </a:lnTo>
                  <a:lnTo>
                    <a:pt x="476" y="135"/>
                  </a:lnTo>
                  <a:lnTo>
                    <a:pt x="477" y="135"/>
                  </a:lnTo>
                  <a:lnTo>
                    <a:pt x="479" y="135"/>
                  </a:lnTo>
                  <a:lnTo>
                    <a:pt x="480" y="135"/>
                  </a:lnTo>
                  <a:lnTo>
                    <a:pt x="481" y="135"/>
                  </a:lnTo>
                  <a:lnTo>
                    <a:pt x="483" y="135"/>
                  </a:lnTo>
                  <a:lnTo>
                    <a:pt x="484" y="135"/>
                  </a:lnTo>
                  <a:lnTo>
                    <a:pt x="485" y="135"/>
                  </a:lnTo>
                  <a:lnTo>
                    <a:pt x="487" y="135"/>
                  </a:lnTo>
                  <a:lnTo>
                    <a:pt x="488" y="135"/>
                  </a:lnTo>
                  <a:lnTo>
                    <a:pt x="489" y="135"/>
                  </a:lnTo>
                  <a:lnTo>
                    <a:pt x="491" y="135"/>
                  </a:lnTo>
                  <a:lnTo>
                    <a:pt x="492" y="135"/>
                  </a:lnTo>
                  <a:lnTo>
                    <a:pt x="493" y="135"/>
                  </a:lnTo>
                  <a:lnTo>
                    <a:pt x="495" y="135"/>
                  </a:lnTo>
                  <a:lnTo>
                    <a:pt x="496" y="135"/>
                  </a:lnTo>
                  <a:lnTo>
                    <a:pt x="497" y="135"/>
                  </a:lnTo>
                  <a:lnTo>
                    <a:pt x="499" y="135"/>
                  </a:lnTo>
                  <a:lnTo>
                    <a:pt x="500" y="135"/>
                  </a:lnTo>
                  <a:lnTo>
                    <a:pt x="502" y="135"/>
                  </a:lnTo>
                  <a:lnTo>
                    <a:pt x="503" y="135"/>
                  </a:lnTo>
                  <a:lnTo>
                    <a:pt x="504" y="135"/>
                  </a:lnTo>
                  <a:lnTo>
                    <a:pt x="506" y="135"/>
                  </a:lnTo>
                  <a:lnTo>
                    <a:pt x="507" y="135"/>
                  </a:lnTo>
                  <a:lnTo>
                    <a:pt x="508" y="135"/>
                  </a:lnTo>
                  <a:lnTo>
                    <a:pt x="510" y="135"/>
                  </a:lnTo>
                  <a:lnTo>
                    <a:pt x="511" y="135"/>
                  </a:lnTo>
                  <a:lnTo>
                    <a:pt x="512" y="135"/>
                  </a:lnTo>
                  <a:lnTo>
                    <a:pt x="514" y="135"/>
                  </a:lnTo>
                  <a:lnTo>
                    <a:pt x="515" y="135"/>
                  </a:lnTo>
                  <a:lnTo>
                    <a:pt x="516" y="135"/>
                  </a:lnTo>
                  <a:lnTo>
                    <a:pt x="518" y="135"/>
                  </a:lnTo>
                  <a:lnTo>
                    <a:pt x="519" y="135"/>
                  </a:lnTo>
                  <a:lnTo>
                    <a:pt x="520" y="135"/>
                  </a:lnTo>
                  <a:lnTo>
                    <a:pt x="522" y="135"/>
                  </a:lnTo>
                  <a:lnTo>
                    <a:pt x="523" y="135"/>
                  </a:lnTo>
                  <a:lnTo>
                    <a:pt x="524" y="135"/>
                  </a:lnTo>
                  <a:lnTo>
                    <a:pt x="526" y="135"/>
                  </a:lnTo>
                  <a:lnTo>
                    <a:pt x="527" y="135"/>
                  </a:lnTo>
                  <a:lnTo>
                    <a:pt x="528" y="135"/>
                  </a:lnTo>
                  <a:lnTo>
                    <a:pt x="530" y="135"/>
                  </a:lnTo>
                  <a:lnTo>
                    <a:pt x="531" y="135"/>
                  </a:lnTo>
                  <a:lnTo>
                    <a:pt x="532" y="135"/>
                  </a:lnTo>
                  <a:lnTo>
                    <a:pt x="534" y="135"/>
                  </a:lnTo>
                  <a:lnTo>
                    <a:pt x="535" y="135"/>
                  </a:lnTo>
                  <a:lnTo>
                    <a:pt x="536" y="135"/>
                  </a:lnTo>
                  <a:lnTo>
                    <a:pt x="538" y="135"/>
                  </a:lnTo>
                  <a:lnTo>
                    <a:pt x="539" y="135"/>
                  </a:lnTo>
                  <a:lnTo>
                    <a:pt x="540" y="135"/>
                  </a:lnTo>
                  <a:lnTo>
                    <a:pt x="542" y="135"/>
                  </a:lnTo>
                  <a:lnTo>
                    <a:pt x="543" y="135"/>
                  </a:lnTo>
                  <a:lnTo>
                    <a:pt x="544" y="135"/>
                  </a:lnTo>
                  <a:lnTo>
                    <a:pt x="546" y="135"/>
                  </a:lnTo>
                  <a:lnTo>
                    <a:pt x="547" y="135"/>
                  </a:lnTo>
                  <a:lnTo>
                    <a:pt x="548" y="135"/>
                  </a:lnTo>
                  <a:lnTo>
                    <a:pt x="550" y="135"/>
                  </a:lnTo>
                  <a:lnTo>
                    <a:pt x="551" y="135"/>
                  </a:lnTo>
                  <a:lnTo>
                    <a:pt x="553" y="135"/>
                  </a:lnTo>
                  <a:lnTo>
                    <a:pt x="554" y="135"/>
                  </a:lnTo>
                  <a:lnTo>
                    <a:pt x="555" y="135"/>
                  </a:lnTo>
                  <a:lnTo>
                    <a:pt x="557" y="135"/>
                  </a:lnTo>
                  <a:lnTo>
                    <a:pt x="558" y="135"/>
                  </a:lnTo>
                  <a:lnTo>
                    <a:pt x="559" y="135"/>
                  </a:lnTo>
                  <a:lnTo>
                    <a:pt x="561" y="135"/>
                  </a:lnTo>
                  <a:lnTo>
                    <a:pt x="562" y="135"/>
                  </a:lnTo>
                  <a:lnTo>
                    <a:pt x="563" y="135"/>
                  </a:lnTo>
                  <a:lnTo>
                    <a:pt x="565" y="135"/>
                  </a:lnTo>
                  <a:lnTo>
                    <a:pt x="566" y="135"/>
                  </a:lnTo>
                  <a:lnTo>
                    <a:pt x="567" y="135"/>
                  </a:lnTo>
                  <a:lnTo>
                    <a:pt x="569" y="135"/>
                  </a:lnTo>
                  <a:lnTo>
                    <a:pt x="570" y="135"/>
                  </a:lnTo>
                  <a:lnTo>
                    <a:pt x="571" y="135"/>
                  </a:lnTo>
                  <a:lnTo>
                    <a:pt x="573" y="135"/>
                  </a:lnTo>
                  <a:lnTo>
                    <a:pt x="574" y="135"/>
                  </a:lnTo>
                  <a:lnTo>
                    <a:pt x="575" y="135"/>
                  </a:lnTo>
                  <a:lnTo>
                    <a:pt x="577" y="135"/>
                  </a:lnTo>
                  <a:lnTo>
                    <a:pt x="578" y="135"/>
                  </a:lnTo>
                  <a:lnTo>
                    <a:pt x="579" y="135"/>
                  </a:lnTo>
                  <a:lnTo>
                    <a:pt x="581" y="135"/>
                  </a:lnTo>
                  <a:lnTo>
                    <a:pt x="582" y="135"/>
                  </a:lnTo>
                  <a:lnTo>
                    <a:pt x="583" y="135"/>
                  </a:lnTo>
                  <a:lnTo>
                    <a:pt x="585" y="135"/>
                  </a:lnTo>
                  <a:lnTo>
                    <a:pt x="586" y="135"/>
                  </a:lnTo>
                  <a:lnTo>
                    <a:pt x="587" y="135"/>
                  </a:lnTo>
                  <a:lnTo>
                    <a:pt x="589" y="135"/>
                  </a:lnTo>
                  <a:lnTo>
                    <a:pt x="590" y="135"/>
                  </a:lnTo>
                  <a:lnTo>
                    <a:pt x="591" y="135"/>
                  </a:lnTo>
                  <a:lnTo>
                    <a:pt x="593" y="135"/>
                  </a:lnTo>
                  <a:lnTo>
                    <a:pt x="594" y="135"/>
                  </a:lnTo>
                  <a:lnTo>
                    <a:pt x="595" y="135"/>
                  </a:lnTo>
                  <a:lnTo>
                    <a:pt x="597" y="135"/>
                  </a:lnTo>
                  <a:lnTo>
                    <a:pt x="598" y="135"/>
                  </a:lnTo>
                  <a:lnTo>
                    <a:pt x="599" y="135"/>
                  </a:lnTo>
                  <a:lnTo>
                    <a:pt x="601" y="135"/>
                  </a:lnTo>
                  <a:lnTo>
                    <a:pt x="602" y="135"/>
                  </a:lnTo>
                  <a:lnTo>
                    <a:pt x="604" y="135"/>
                  </a:lnTo>
                  <a:lnTo>
                    <a:pt x="605" y="135"/>
                  </a:lnTo>
                  <a:lnTo>
                    <a:pt x="606" y="135"/>
                  </a:lnTo>
                  <a:lnTo>
                    <a:pt x="608" y="135"/>
                  </a:lnTo>
                  <a:lnTo>
                    <a:pt x="609" y="135"/>
                  </a:lnTo>
                  <a:lnTo>
                    <a:pt x="610" y="135"/>
                  </a:lnTo>
                  <a:lnTo>
                    <a:pt x="612" y="135"/>
                  </a:lnTo>
                  <a:lnTo>
                    <a:pt x="613" y="135"/>
                  </a:lnTo>
                  <a:lnTo>
                    <a:pt x="614" y="135"/>
                  </a:lnTo>
                  <a:lnTo>
                    <a:pt x="616" y="135"/>
                  </a:lnTo>
                  <a:lnTo>
                    <a:pt x="617" y="135"/>
                  </a:lnTo>
                  <a:lnTo>
                    <a:pt x="618" y="135"/>
                  </a:lnTo>
                  <a:lnTo>
                    <a:pt x="620" y="135"/>
                  </a:lnTo>
                  <a:lnTo>
                    <a:pt x="621" y="135"/>
                  </a:lnTo>
                  <a:lnTo>
                    <a:pt x="622" y="135"/>
                  </a:lnTo>
                  <a:lnTo>
                    <a:pt x="624" y="135"/>
                  </a:lnTo>
                  <a:lnTo>
                    <a:pt x="625" y="135"/>
                  </a:lnTo>
                  <a:lnTo>
                    <a:pt x="626" y="135"/>
                  </a:lnTo>
                  <a:lnTo>
                    <a:pt x="628" y="135"/>
                  </a:lnTo>
                  <a:lnTo>
                    <a:pt x="629" y="135"/>
                  </a:lnTo>
                  <a:lnTo>
                    <a:pt x="630" y="135"/>
                  </a:lnTo>
                  <a:lnTo>
                    <a:pt x="632" y="135"/>
                  </a:lnTo>
                  <a:lnTo>
                    <a:pt x="633" y="135"/>
                  </a:lnTo>
                  <a:lnTo>
                    <a:pt x="634" y="135"/>
                  </a:lnTo>
                  <a:lnTo>
                    <a:pt x="636" y="135"/>
                  </a:lnTo>
                  <a:lnTo>
                    <a:pt x="637" y="135"/>
                  </a:lnTo>
                  <a:lnTo>
                    <a:pt x="638" y="135"/>
                  </a:lnTo>
                  <a:lnTo>
                    <a:pt x="640" y="135"/>
                  </a:lnTo>
                  <a:lnTo>
                    <a:pt x="641" y="135"/>
                  </a:lnTo>
                  <a:lnTo>
                    <a:pt x="642" y="135"/>
                  </a:lnTo>
                  <a:lnTo>
                    <a:pt x="644" y="135"/>
                  </a:lnTo>
                  <a:lnTo>
                    <a:pt x="645" y="135"/>
                  </a:lnTo>
                  <a:lnTo>
                    <a:pt x="646" y="135"/>
                  </a:lnTo>
                  <a:lnTo>
                    <a:pt x="648" y="135"/>
                  </a:lnTo>
                  <a:lnTo>
                    <a:pt x="649" y="135"/>
                  </a:lnTo>
                  <a:lnTo>
                    <a:pt x="650" y="135"/>
                  </a:lnTo>
                  <a:lnTo>
                    <a:pt x="652" y="135"/>
                  </a:lnTo>
                  <a:lnTo>
                    <a:pt x="653" y="135"/>
                  </a:lnTo>
                  <a:lnTo>
                    <a:pt x="655" y="135"/>
                  </a:lnTo>
                  <a:lnTo>
                    <a:pt x="656" y="135"/>
                  </a:lnTo>
                  <a:lnTo>
                    <a:pt x="657" y="135"/>
                  </a:lnTo>
                  <a:lnTo>
                    <a:pt x="659" y="135"/>
                  </a:lnTo>
                  <a:lnTo>
                    <a:pt x="660" y="135"/>
                  </a:lnTo>
                  <a:lnTo>
                    <a:pt x="661" y="135"/>
                  </a:lnTo>
                  <a:lnTo>
                    <a:pt x="663" y="135"/>
                  </a:lnTo>
                  <a:lnTo>
                    <a:pt x="664" y="135"/>
                  </a:lnTo>
                  <a:lnTo>
                    <a:pt x="665" y="135"/>
                  </a:lnTo>
                  <a:lnTo>
                    <a:pt x="667" y="135"/>
                  </a:lnTo>
                  <a:lnTo>
                    <a:pt x="668" y="135"/>
                  </a:lnTo>
                  <a:lnTo>
                    <a:pt x="669" y="135"/>
                  </a:lnTo>
                  <a:lnTo>
                    <a:pt x="671" y="135"/>
                  </a:lnTo>
                  <a:lnTo>
                    <a:pt x="672" y="135"/>
                  </a:lnTo>
                  <a:lnTo>
                    <a:pt x="673" y="135"/>
                  </a:lnTo>
                  <a:lnTo>
                    <a:pt x="675" y="135"/>
                  </a:lnTo>
                  <a:lnTo>
                    <a:pt x="676" y="135"/>
                  </a:lnTo>
                  <a:lnTo>
                    <a:pt x="677" y="135"/>
                  </a:lnTo>
                  <a:lnTo>
                    <a:pt x="679" y="135"/>
                  </a:lnTo>
                  <a:lnTo>
                    <a:pt x="680" y="135"/>
                  </a:lnTo>
                  <a:lnTo>
                    <a:pt x="681" y="135"/>
                  </a:lnTo>
                  <a:lnTo>
                    <a:pt x="683" y="135"/>
                  </a:lnTo>
                  <a:lnTo>
                    <a:pt x="684" y="135"/>
                  </a:lnTo>
                  <a:lnTo>
                    <a:pt x="685" y="135"/>
                  </a:lnTo>
                  <a:lnTo>
                    <a:pt x="687" y="135"/>
                  </a:lnTo>
                  <a:lnTo>
                    <a:pt x="688" y="135"/>
                  </a:lnTo>
                  <a:lnTo>
                    <a:pt x="689" y="135"/>
                  </a:lnTo>
                  <a:lnTo>
                    <a:pt x="691" y="135"/>
                  </a:lnTo>
                  <a:lnTo>
                    <a:pt x="692" y="135"/>
                  </a:lnTo>
                  <a:lnTo>
                    <a:pt x="693" y="135"/>
                  </a:lnTo>
                  <a:lnTo>
                    <a:pt x="695" y="135"/>
                  </a:lnTo>
                  <a:lnTo>
                    <a:pt x="696" y="135"/>
                  </a:lnTo>
                  <a:lnTo>
                    <a:pt x="697" y="135"/>
                  </a:lnTo>
                  <a:lnTo>
                    <a:pt x="699" y="135"/>
                  </a:lnTo>
                  <a:lnTo>
                    <a:pt x="700" y="135"/>
                  </a:lnTo>
                  <a:lnTo>
                    <a:pt x="701" y="135"/>
                  </a:lnTo>
                  <a:lnTo>
                    <a:pt x="703" y="135"/>
                  </a:lnTo>
                  <a:lnTo>
                    <a:pt x="704" y="135"/>
                  </a:lnTo>
                  <a:lnTo>
                    <a:pt x="706" y="135"/>
                  </a:lnTo>
                  <a:lnTo>
                    <a:pt x="707" y="135"/>
                  </a:lnTo>
                  <a:lnTo>
                    <a:pt x="708" y="135"/>
                  </a:lnTo>
                  <a:lnTo>
                    <a:pt x="710" y="135"/>
                  </a:lnTo>
                  <a:lnTo>
                    <a:pt x="711" y="135"/>
                  </a:lnTo>
                  <a:lnTo>
                    <a:pt x="712" y="135"/>
                  </a:lnTo>
                  <a:lnTo>
                    <a:pt x="714" y="135"/>
                  </a:lnTo>
                  <a:lnTo>
                    <a:pt x="715" y="135"/>
                  </a:lnTo>
                  <a:lnTo>
                    <a:pt x="716" y="135"/>
                  </a:lnTo>
                  <a:lnTo>
                    <a:pt x="718" y="135"/>
                  </a:lnTo>
                  <a:lnTo>
                    <a:pt x="719" y="135"/>
                  </a:lnTo>
                  <a:lnTo>
                    <a:pt x="720" y="135"/>
                  </a:lnTo>
                  <a:lnTo>
                    <a:pt x="722" y="135"/>
                  </a:lnTo>
                  <a:lnTo>
                    <a:pt x="723" y="135"/>
                  </a:lnTo>
                  <a:lnTo>
                    <a:pt x="724" y="135"/>
                  </a:lnTo>
                  <a:lnTo>
                    <a:pt x="726" y="135"/>
                  </a:lnTo>
                  <a:lnTo>
                    <a:pt x="727" y="135"/>
                  </a:lnTo>
                  <a:lnTo>
                    <a:pt x="728" y="135"/>
                  </a:lnTo>
                  <a:lnTo>
                    <a:pt x="730" y="135"/>
                  </a:lnTo>
                  <a:lnTo>
                    <a:pt x="731" y="135"/>
                  </a:lnTo>
                  <a:lnTo>
                    <a:pt x="732" y="135"/>
                  </a:lnTo>
                  <a:lnTo>
                    <a:pt x="734" y="135"/>
                  </a:lnTo>
                  <a:lnTo>
                    <a:pt x="735" y="135"/>
                  </a:lnTo>
                  <a:lnTo>
                    <a:pt x="736" y="135"/>
                  </a:lnTo>
                  <a:lnTo>
                    <a:pt x="738" y="135"/>
                  </a:lnTo>
                  <a:lnTo>
                    <a:pt x="739" y="135"/>
                  </a:lnTo>
                  <a:lnTo>
                    <a:pt x="740" y="135"/>
                  </a:lnTo>
                  <a:lnTo>
                    <a:pt x="742" y="135"/>
                  </a:lnTo>
                  <a:lnTo>
                    <a:pt x="743" y="135"/>
                  </a:lnTo>
                  <a:lnTo>
                    <a:pt x="744" y="135"/>
                  </a:lnTo>
                  <a:lnTo>
                    <a:pt x="746" y="135"/>
                  </a:lnTo>
                  <a:lnTo>
                    <a:pt x="747" y="135"/>
                  </a:lnTo>
                  <a:lnTo>
                    <a:pt x="748" y="135"/>
                  </a:lnTo>
                  <a:lnTo>
                    <a:pt x="750" y="135"/>
                  </a:lnTo>
                  <a:lnTo>
                    <a:pt x="751" y="135"/>
                  </a:lnTo>
                  <a:lnTo>
                    <a:pt x="752" y="135"/>
                  </a:lnTo>
                  <a:lnTo>
                    <a:pt x="754" y="135"/>
                  </a:lnTo>
                  <a:lnTo>
                    <a:pt x="755" y="135"/>
                  </a:lnTo>
                  <a:lnTo>
                    <a:pt x="757" y="135"/>
                  </a:lnTo>
                  <a:lnTo>
                    <a:pt x="758" y="135"/>
                  </a:lnTo>
                  <a:lnTo>
                    <a:pt x="759" y="135"/>
                  </a:lnTo>
                  <a:lnTo>
                    <a:pt x="761" y="135"/>
                  </a:lnTo>
                  <a:lnTo>
                    <a:pt x="762" y="135"/>
                  </a:lnTo>
                  <a:lnTo>
                    <a:pt x="763" y="135"/>
                  </a:lnTo>
                  <a:lnTo>
                    <a:pt x="765" y="135"/>
                  </a:lnTo>
                  <a:lnTo>
                    <a:pt x="766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0" y="135"/>
                  </a:lnTo>
                  <a:lnTo>
                    <a:pt x="771" y="135"/>
                  </a:lnTo>
                  <a:lnTo>
                    <a:pt x="773" y="135"/>
                  </a:lnTo>
                  <a:lnTo>
                    <a:pt x="774" y="135"/>
                  </a:lnTo>
                  <a:lnTo>
                    <a:pt x="775" y="135"/>
                  </a:lnTo>
                  <a:lnTo>
                    <a:pt x="777" y="135"/>
                  </a:lnTo>
                  <a:lnTo>
                    <a:pt x="778" y="135"/>
                  </a:lnTo>
                  <a:lnTo>
                    <a:pt x="779" y="135"/>
                  </a:lnTo>
                  <a:lnTo>
                    <a:pt x="781" y="135"/>
                  </a:lnTo>
                  <a:lnTo>
                    <a:pt x="782" y="135"/>
                  </a:lnTo>
                  <a:lnTo>
                    <a:pt x="783" y="135"/>
                  </a:lnTo>
                  <a:lnTo>
                    <a:pt x="785" y="135"/>
                  </a:lnTo>
                  <a:lnTo>
                    <a:pt x="786" y="135"/>
                  </a:lnTo>
                  <a:lnTo>
                    <a:pt x="787" y="135"/>
                  </a:lnTo>
                  <a:lnTo>
                    <a:pt x="789" y="135"/>
                  </a:lnTo>
                  <a:lnTo>
                    <a:pt x="790" y="135"/>
                  </a:lnTo>
                  <a:lnTo>
                    <a:pt x="791" y="135"/>
                  </a:lnTo>
                  <a:lnTo>
                    <a:pt x="793" y="135"/>
                  </a:lnTo>
                  <a:lnTo>
                    <a:pt x="794" y="135"/>
                  </a:lnTo>
                  <a:lnTo>
                    <a:pt x="795" y="135"/>
                  </a:lnTo>
                  <a:lnTo>
                    <a:pt x="797" y="135"/>
                  </a:lnTo>
                  <a:lnTo>
                    <a:pt x="798" y="135"/>
                  </a:lnTo>
                  <a:lnTo>
                    <a:pt x="799" y="135"/>
                  </a:lnTo>
                  <a:lnTo>
                    <a:pt x="801" y="135"/>
                  </a:lnTo>
                  <a:lnTo>
                    <a:pt x="802" y="135"/>
                  </a:lnTo>
                  <a:lnTo>
                    <a:pt x="804" y="135"/>
                  </a:lnTo>
                  <a:lnTo>
                    <a:pt x="805" y="135"/>
                  </a:lnTo>
                  <a:lnTo>
                    <a:pt x="806" y="135"/>
                  </a:lnTo>
                  <a:lnTo>
                    <a:pt x="808" y="135"/>
                  </a:lnTo>
                  <a:lnTo>
                    <a:pt x="809" y="135"/>
                  </a:lnTo>
                  <a:lnTo>
                    <a:pt x="810" y="135"/>
                  </a:lnTo>
                  <a:lnTo>
                    <a:pt x="812" y="135"/>
                  </a:lnTo>
                  <a:lnTo>
                    <a:pt x="813" y="135"/>
                  </a:lnTo>
                  <a:lnTo>
                    <a:pt x="814" y="135"/>
                  </a:lnTo>
                  <a:lnTo>
                    <a:pt x="816" y="135"/>
                  </a:lnTo>
                  <a:lnTo>
                    <a:pt x="817" y="135"/>
                  </a:lnTo>
                  <a:lnTo>
                    <a:pt x="818" y="135"/>
                  </a:lnTo>
                  <a:lnTo>
                    <a:pt x="820" y="135"/>
                  </a:lnTo>
                  <a:lnTo>
                    <a:pt x="821" y="135"/>
                  </a:lnTo>
                  <a:lnTo>
                    <a:pt x="822" y="135"/>
                  </a:lnTo>
                  <a:lnTo>
                    <a:pt x="824" y="135"/>
                  </a:lnTo>
                  <a:lnTo>
                    <a:pt x="825" y="135"/>
                  </a:lnTo>
                  <a:lnTo>
                    <a:pt x="826" y="135"/>
                  </a:lnTo>
                  <a:lnTo>
                    <a:pt x="828" y="135"/>
                  </a:lnTo>
                  <a:lnTo>
                    <a:pt x="829" y="135"/>
                  </a:lnTo>
                  <a:lnTo>
                    <a:pt x="830" y="135"/>
                  </a:lnTo>
                  <a:lnTo>
                    <a:pt x="832" y="135"/>
                  </a:lnTo>
                  <a:lnTo>
                    <a:pt x="833" y="135"/>
                  </a:lnTo>
                  <a:lnTo>
                    <a:pt x="834" y="135"/>
                  </a:lnTo>
                  <a:lnTo>
                    <a:pt x="836" y="135"/>
                  </a:lnTo>
                  <a:lnTo>
                    <a:pt x="837" y="135"/>
                  </a:lnTo>
                  <a:lnTo>
                    <a:pt x="838" y="135"/>
                  </a:lnTo>
                  <a:lnTo>
                    <a:pt x="840" y="135"/>
                  </a:lnTo>
                  <a:lnTo>
                    <a:pt x="841" y="135"/>
                  </a:lnTo>
                  <a:lnTo>
                    <a:pt x="842" y="135"/>
                  </a:lnTo>
                  <a:lnTo>
                    <a:pt x="844" y="135"/>
                  </a:lnTo>
                  <a:lnTo>
                    <a:pt x="845" y="135"/>
                  </a:lnTo>
                  <a:lnTo>
                    <a:pt x="846" y="135"/>
                  </a:lnTo>
                  <a:lnTo>
                    <a:pt x="848" y="135"/>
                  </a:lnTo>
                  <a:lnTo>
                    <a:pt x="849" y="135"/>
                  </a:lnTo>
                  <a:lnTo>
                    <a:pt x="850" y="135"/>
                  </a:lnTo>
                  <a:lnTo>
                    <a:pt x="852" y="135"/>
                  </a:lnTo>
                  <a:lnTo>
                    <a:pt x="853" y="135"/>
                  </a:lnTo>
                  <a:lnTo>
                    <a:pt x="855" y="135"/>
                  </a:lnTo>
                  <a:lnTo>
                    <a:pt x="856" y="135"/>
                  </a:lnTo>
                  <a:lnTo>
                    <a:pt x="857" y="135"/>
                  </a:lnTo>
                  <a:lnTo>
                    <a:pt x="859" y="135"/>
                  </a:lnTo>
                  <a:lnTo>
                    <a:pt x="860" y="135"/>
                  </a:lnTo>
                  <a:lnTo>
                    <a:pt x="861" y="135"/>
                  </a:lnTo>
                  <a:lnTo>
                    <a:pt x="863" y="135"/>
                  </a:lnTo>
                  <a:lnTo>
                    <a:pt x="864" y="135"/>
                  </a:lnTo>
                  <a:lnTo>
                    <a:pt x="865" y="135"/>
                  </a:lnTo>
                  <a:lnTo>
                    <a:pt x="867" y="135"/>
                  </a:lnTo>
                  <a:lnTo>
                    <a:pt x="868" y="135"/>
                  </a:lnTo>
                  <a:lnTo>
                    <a:pt x="869" y="135"/>
                  </a:lnTo>
                  <a:lnTo>
                    <a:pt x="871" y="135"/>
                  </a:lnTo>
                  <a:lnTo>
                    <a:pt x="872" y="135"/>
                  </a:lnTo>
                  <a:lnTo>
                    <a:pt x="873" y="135"/>
                  </a:lnTo>
                  <a:lnTo>
                    <a:pt x="875" y="135"/>
                  </a:lnTo>
                  <a:lnTo>
                    <a:pt x="876" y="135"/>
                  </a:lnTo>
                  <a:lnTo>
                    <a:pt x="877" y="135"/>
                  </a:lnTo>
                  <a:lnTo>
                    <a:pt x="879" y="135"/>
                  </a:lnTo>
                  <a:lnTo>
                    <a:pt x="880" y="135"/>
                  </a:lnTo>
                  <a:lnTo>
                    <a:pt x="881" y="135"/>
                  </a:lnTo>
                  <a:lnTo>
                    <a:pt x="883" y="135"/>
                  </a:lnTo>
                  <a:lnTo>
                    <a:pt x="884" y="135"/>
                  </a:lnTo>
                  <a:lnTo>
                    <a:pt x="885" y="135"/>
                  </a:lnTo>
                  <a:lnTo>
                    <a:pt x="887" y="135"/>
                  </a:lnTo>
                  <a:lnTo>
                    <a:pt x="888" y="135"/>
                  </a:lnTo>
                  <a:lnTo>
                    <a:pt x="889" y="135"/>
                  </a:lnTo>
                  <a:lnTo>
                    <a:pt x="891" y="135"/>
                  </a:lnTo>
                  <a:lnTo>
                    <a:pt x="892" y="135"/>
                  </a:lnTo>
                  <a:lnTo>
                    <a:pt x="893" y="135"/>
                  </a:lnTo>
                  <a:lnTo>
                    <a:pt x="895" y="135"/>
                  </a:lnTo>
                  <a:lnTo>
                    <a:pt x="896" y="135"/>
                  </a:lnTo>
                  <a:lnTo>
                    <a:pt x="897" y="135"/>
                  </a:lnTo>
                  <a:lnTo>
                    <a:pt x="899" y="135"/>
                  </a:lnTo>
                  <a:lnTo>
                    <a:pt x="900" y="135"/>
                  </a:lnTo>
                  <a:lnTo>
                    <a:pt x="901" y="135"/>
                  </a:lnTo>
                  <a:lnTo>
                    <a:pt x="903" y="135"/>
                  </a:lnTo>
                  <a:lnTo>
                    <a:pt x="904" y="135"/>
                  </a:lnTo>
                  <a:lnTo>
                    <a:pt x="906" y="135"/>
                  </a:lnTo>
                  <a:lnTo>
                    <a:pt x="907" y="135"/>
                  </a:lnTo>
                  <a:lnTo>
                    <a:pt x="908" y="135"/>
                  </a:lnTo>
                  <a:lnTo>
                    <a:pt x="910" y="135"/>
                  </a:lnTo>
                  <a:lnTo>
                    <a:pt x="911" y="135"/>
                  </a:lnTo>
                  <a:lnTo>
                    <a:pt x="912" y="135"/>
                  </a:lnTo>
                  <a:lnTo>
                    <a:pt x="914" y="135"/>
                  </a:lnTo>
                  <a:lnTo>
                    <a:pt x="915" y="135"/>
                  </a:lnTo>
                  <a:lnTo>
                    <a:pt x="916" y="135"/>
                  </a:lnTo>
                  <a:lnTo>
                    <a:pt x="918" y="135"/>
                  </a:lnTo>
                  <a:lnTo>
                    <a:pt x="919" y="135"/>
                  </a:lnTo>
                  <a:lnTo>
                    <a:pt x="920" y="135"/>
                  </a:lnTo>
                  <a:lnTo>
                    <a:pt x="922" y="135"/>
                  </a:lnTo>
                  <a:lnTo>
                    <a:pt x="923" y="135"/>
                  </a:lnTo>
                  <a:lnTo>
                    <a:pt x="924" y="135"/>
                  </a:lnTo>
                  <a:lnTo>
                    <a:pt x="926" y="135"/>
                  </a:lnTo>
                  <a:lnTo>
                    <a:pt x="927" y="135"/>
                  </a:lnTo>
                  <a:lnTo>
                    <a:pt x="928" y="135"/>
                  </a:lnTo>
                  <a:lnTo>
                    <a:pt x="930" y="135"/>
                  </a:lnTo>
                  <a:lnTo>
                    <a:pt x="931" y="135"/>
                  </a:lnTo>
                  <a:lnTo>
                    <a:pt x="932" y="135"/>
                  </a:lnTo>
                  <a:lnTo>
                    <a:pt x="934" y="135"/>
                  </a:lnTo>
                  <a:lnTo>
                    <a:pt x="935" y="135"/>
                  </a:lnTo>
                  <a:lnTo>
                    <a:pt x="936" y="135"/>
                  </a:lnTo>
                  <a:lnTo>
                    <a:pt x="938" y="135"/>
                  </a:lnTo>
                  <a:lnTo>
                    <a:pt x="939" y="135"/>
                  </a:lnTo>
                  <a:lnTo>
                    <a:pt x="940" y="135"/>
                  </a:lnTo>
                  <a:lnTo>
                    <a:pt x="942" y="135"/>
                  </a:lnTo>
                  <a:lnTo>
                    <a:pt x="943" y="135"/>
                  </a:lnTo>
                  <a:lnTo>
                    <a:pt x="944" y="135"/>
                  </a:lnTo>
                  <a:lnTo>
                    <a:pt x="946" y="135"/>
                  </a:lnTo>
                  <a:lnTo>
                    <a:pt x="947" y="135"/>
                  </a:lnTo>
                  <a:lnTo>
                    <a:pt x="948" y="135"/>
                  </a:lnTo>
                  <a:lnTo>
                    <a:pt x="950" y="135"/>
                  </a:lnTo>
                  <a:lnTo>
                    <a:pt x="951" y="135"/>
                  </a:lnTo>
                  <a:lnTo>
                    <a:pt x="952" y="135"/>
                  </a:lnTo>
                  <a:lnTo>
                    <a:pt x="954" y="135"/>
                  </a:lnTo>
                  <a:lnTo>
                    <a:pt x="955" y="135"/>
                  </a:lnTo>
                  <a:lnTo>
                    <a:pt x="957" y="135"/>
                  </a:lnTo>
                  <a:lnTo>
                    <a:pt x="958" y="135"/>
                  </a:lnTo>
                  <a:lnTo>
                    <a:pt x="959" y="135"/>
                  </a:lnTo>
                  <a:lnTo>
                    <a:pt x="961" y="135"/>
                  </a:lnTo>
                  <a:lnTo>
                    <a:pt x="962" y="135"/>
                  </a:lnTo>
                  <a:lnTo>
                    <a:pt x="963" y="135"/>
                  </a:lnTo>
                  <a:lnTo>
                    <a:pt x="965" y="135"/>
                  </a:lnTo>
                  <a:lnTo>
                    <a:pt x="966" y="135"/>
                  </a:lnTo>
                  <a:lnTo>
                    <a:pt x="967" y="135"/>
                  </a:lnTo>
                  <a:lnTo>
                    <a:pt x="969" y="135"/>
                  </a:lnTo>
                  <a:lnTo>
                    <a:pt x="970" y="135"/>
                  </a:lnTo>
                  <a:lnTo>
                    <a:pt x="971" y="135"/>
                  </a:lnTo>
                  <a:lnTo>
                    <a:pt x="973" y="135"/>
                  </a:lnTo>
                  <a:lnTo>
                    <a:pt x="974" y="135"/>
                  </a:lnTo>
                  <a:lnTo>
                    <a:pt x="975" y="135"/>
                  </a:lnTo>
                  <a:lnTo>
                    <a:pt x="977" y="135"/>
                  </a:lnTo>
                  <a:lnTo>
                    <a:pt x="978" y="135"/>
                  </a:lnTo>
                  <a:lnTo>
                    <a:pt x="979" y="135"/>
                  </a:lnTo>
                  <a:lnTo>
                    <a:pt x="981" y="135"/>
                  </a:lnTo>
                  <a:lnTo>
                    <a:pt x="982" y="135"/>
                  </a:lnTo>
                  <a:lnTo>
                    <a:pt x="983" y="135"/>
                  </a:lnTo>
                  <a:lnTo>
                    <a:pt x="985" y="135"/>
                  </a:lnTo>
                  <a:lnTo>
                    <a:pt x="986" y="135"/>
                  </a:lnTo>
                  <a:lnTo>
                    <a:pt x="987" y="135"/>
                  </a:lnTo>
                  <a:lnTo>
                    <a:pt x="989" y="135"/>
                  </a:lnTo>
                  <a:lnTo>
                    <a:pt x="990" y="135"/>
                  </a:lnTo>
                  <a:lnTo>
                    <a:pt x="991" y="135"/>
                  </a:lnTo>
                  <a:lnTo>
                    <a:pt x="993" y="135"/>
                  </a:lnTo>
                  <a:lnTo>
                    <a:pt x="994" y="135"/>
                  </a:lnTo>
                  <a:lnTo>
                    <a:pt x="995" y="135"/>
                  </a:lnTo>
                  <a:lnTo>
                    <a:pt x="997" y="135"/>
                  </a:lnTo>
                  <a:lnTo>
                    <a:pt x="998" y="135"/>
                  </a:lnTo>
                  <a:lnTo>
                    <a:pt x="999" y="135"/>
                  </a:lnTo>
                  <a:lnTo>
                    <a:pt x="1001" y="135"/>
                  </a:lnTo>
                  <a:lnTo>
                    <a:pt x="1002" y="135"/>
                  </a:lnTo>
                  <a:lnTo>
                    <a:pt x="1003" y="135"/>
                  </a:lnTo>
                  <a:lnTo>
                    <a:pt x="1005" y="135"/>
                  </a:lnTo>
                  <a:lnTo>
                    <a:pt x="1006" y="135"/>
                  </a:lnTo>
                  <a:lnTo>
                    <a:pt x="1008" y="135"/>
                  </a:lnTo>
                  <a:lnTo>
                    <a:pt x="1009" y="135"/>
                  </a:lnTo>
                  <a:lnTo>
                    <a:pt x="1010" y="135"/>
                  </a:lnTo>
                  <a:lnTo>
                    <a:pt x="1012" y="135"/>
                  </a:lnTo>
                  <a:lnTo>
                    <a:pt x="1013" y="135"/>
                  </a:lnTo>
                  <a:lnTo>
                    <a:pt x="1014" y="135"/>
                  </a:lnTo>
                  <a:lnTo>
                    <a:pt x="1016" y="135"/>
                  </a:lnTo>
                  <a:lnTo>
                    <a:pt x="1017" y="135"/>
                  </a:lnTo>
                  <a:lnTo>
                    <a:pt x="1018" y="135"/>
                  </a:lnTo>
                  <a:lnTo>
                    <a:pt x="1020" y="135"/>
                  </a:lnTo>
                  <a:lnTo>
                    <a:pt x="1021" y="135"/>
                  </a:lnTo>
                  <a:lnTo>
                    <a:pt x="1022" y="135"/>
                  </a:lnTo>
                  <a:lnTo>
                    <a:pt x="1024" y="135"/>
                  </a:lnTo>
                  <a:lnTo>
                    <a:pt x="1025" y="135"/>
                  </a:lnTo>
                  <a:lnTo>
                    <a:pt x="1026" y="135"/>
                  </a:lnTo>
                  <a:lnTo>
                    <a:pt x="1028" y="135"/>
                  </a:lnTo>
                  <a:lnTo>
                    <a:pt x="1029" y="135"/>
                  </a:lnTo>
                  <a:lnTo>
                    <a:pt x="1030" y="135"/>
                  </a:lnTo>
                  <a:lnTo>
                    <a:pt x="1032" y="135"/>
                  </a:lnTo>
                  <a:lnTo>
                    <a:pt x="1033" y="135"/>
                  </a:lnTo>
                  <a:lnTo>
                    <a:pt x="1034" y="135"/>
                  </a:lnTo>
                  <a:lnTo>
                    <a:pt x="1036" y="135"/>
                  </a:lnTo>
                  <a:lnTo>
                    <a:pt x="1037" y="135"/>
                  </a:lnTo>
                  <a:lnTo>
                    <a:pt x="1038" y="135"/>
                  </a:lnTo>
                  <a:lnTo>
                    <a:pt x="1040" y="135"/>
                  </a:lnTo>
                  <a:lnTo>
                    <a:pt x="1041" y="135"/>
                  </a:lnTo>
                  <a:lnTo>
                    <a:pt x="1042" y="135"/>
                  </a:lnTo>
                  <a:lnTo>
                    <a:pt x="1044" y="135"/>
                  </a:lnTo>
                  <a:lnTo>
                    <a:pt x="1045" y="135"/>
                  </a:lnTo>
                  <a:lnTo>
                    <a:pt x="1046" y="135"/>
                  </a:lnTo>
                  <a:lnTo>
                    <a:pt x="1048" y="135"/>
                  </a:lnTo>
                  <a:lnTo>
                    <a:pt x="1049" y="135"/>
                  </a:lnTo>
                  <a:lnTo>
                    <a:pt x="1050" y="135"/>
                  </a:lnTo>
                  <a:lnTo>
                    <a:pt x="1052" y="135"/>
                  </a:lnTo>
                  <a:lnTo>
                    <a:pt x="1053" y="135"/>
                  </a:lnTo>
                  <a:lnTo>
                    <a:pt x="1054" y="135"/>
                  </a:lnTo>
                  <a:lnTo>
                    <a:pt x="1056" y="135"/>
                  </a:lnTo>
                  <a:lnTo>
                    <a:pt x="1057" y="135"/>
                  </a:lnTo>
                  <a:lnTo>
                    <a:pt x="1059" y="135"/>
                  </a:lnTo>
                  <a:lnTo>
                    <a:pt x="1060" y="135"/>
                  </a:lnTo>
                  <a:lnTo>
                    <a:pt x="1061" y="135"/>
                  </a:lnTo>
                  <a:lnTo>
                    <a:pt x="1063" y="135"/>
                  </a:lnTo>
                  <a:lnTo>
                    <a:pt x="1064" y="135"/>
                  </a:lnTo>
                  <a:lnTo>
                    <a:pt x="1065" y="135"/>
                  </a:lnTo>
                  <a:lnTo>
                    <a:pt x="1067" y="135"/>
                  </a:lnTo>
                  <a:lnTo>
                    <a:pt x="1068" y="135"/>
                  </a:lnTo>
                  <a:lnTo>
                    <a:pt x="1069" y="135"/>
                  </a:lnTo>
                  <a:lnTo>
                    <a:pt x="1071" y="135"/>
                  </a:lnTo>
                  <a:lnTo>
                    <a:pt x="1072" y="135"/>
                  </a:lnTo>
                  <a:lnTo>
                    <a:pt x="1073" y="135"/>
                  </a:lnTo>
                  <a:lnTo>
                    <a:pt x="1075" y="135"/>
                  </a:lnTo>
                  <a:lnTo>
                    <a:pt x="1076" y="135"/>
                  </a:lnTo>
                  <a:lnTo>
                    <a:pt x="1077" y="135"/>
                  </a:lnTo>
                  <a:lnTo>
                    <a:pt x="1079" y="136"/>
                  </a:lnTo>
                  <a:lnTo>
                    <a:pt x="1080" y="136"/>
                  </a:lnTo>
                  <a:lnTo>
                    <a:pt x="1081" y="136"/>
                  </a:lnTo>
                  <a:lnTo>
                    <a:pt x="1083" y="136"/>
                  </a:lnTo>
                  <a:lnTo>
                    <a:pt x="1084" y="135"/>
                  </a:lnTo>
                  <a:lnTo>
                    <a:pt x="1085" y="135"/>
                  </a:lnTo>
                  <a:lnTo>
                    <a:pt x="1087" y="135"/>
                  </a:lnTo>
                  <a:lnTo>
                    <a:pt x="1088" y="135"/>
                  </a:lnTo>
                  <a:lnTo>
                    <a:pt x="1089" y="135"/>
                  </a:lnTo>
                  <a:lnTo>
                    <a:pt x="1091" y="135"/>
                  </a:lnTo>
                  <a:lnTo>
                    <a:pt x="1092" y="135"/>
                  </a:lnTo>
                  <a:lnTo>
                    <a:pt x="1093" y="135"/>
                  </a:lnTo>
                  <a:lnTo>
                    <a:pt x="1095" y="135"/>
                  </a:lnTo>
                  <a:lnTo>
                    <a:pt x="1096" y="135"/>
                  </a:lnTo>
                  <a:lnTo>
                    <a:pt x="1097" y="135"/>
                  </a:lnTo>
                  <a:lnTo>
                    <a:pt x="1099" y="135"/>
                  </a:lnTo>
                  <a:lnTo>
                    <a:pt x="1100" y="135"/>
                  </a:lnTo>
                  <a:lnTo>
                    <a:pt x="1101" y="136"/>
                  </a:lnTo>
                  <a:lnTo>
                    <a:pt x="1103" y="136"/>
                  </a:lnTo>
                  <a:lnTo>
                    <a:pt x="1104" y="136"/>
                  </a:lnTo>
                  <a:lnTo>
                    <a:pt x="1106" y="135"/>
                  </a:lnTo>
                  <a:lnTo>
                    <a:pt x="1107" y="136"/>
                  </a:lnTo>
                  <a:lnTo>
                    <a:pt x="1108" y="136"/>
                  </a:lnTo>
                  <a:lnTo>
                    <a:pt x="1110" y="136"/>
                  </a:lnTo>
                  <a:lnTo>
                    <a:pt x="1111" y="136"/>
                  </a:lnTo>
                  <a:lnTo>
                    <a:pt x="1112" y="136"/>
                  </a:lnTo>
                  <a:lnTo>
                    <a:pt x="1114" y="135"/>
                  </a:lnTo>
                  <a:lnTo>
                    <a:pt x="1115" y="135"/>
                  </a:lnTo>
                  <a:lnTo>
                    <a:pt x="1116" y="135"/>
                  </a:lnTo>
                  <a:lnTo>
                    <a:pt x="1118" y="135"/>
                  </a:lnTo>
                  <a:lnTo>
                    <a:pt x="1119" y="135"/>
                  </a:lnTo>
                  <a:lnTo>
                    <a:pt x="1120" y="135"/>
                  </a:lnTo>
                  <a:lnTo>
                    <a:pt x="1122" y="135"/>
                  </a:lnTo>
                  <a:lnTo>
                    <a:pt x="1123" y="135"/>
                  </a:lnTo>
                  <a:lnTo>
                    <a:pt x="1124" y="136"/>
                  </a:lnTo>
                  <a:lnTo>
                    <a:pt x="1126" y="136"/>
                  </a:lnTo>
                  <a:lnTo>
                    <a:pt x="1127" y="136"/>
                  </a:lnTo>
                  <a:lnTo>
                    <a:pt x="1128" y="136"/>
                  </a:lnTo>
                  <a:lnTo>
                    <a:pt x="1130" y="136"/>
                  </a:lnTo>
                  <a:lnTo>
                    <a:pt x="1131" y="136"/>
                  </a:lnTo>
                  <a:lnTo>
                    <a:pt x="1132" y="136"/>
                  </a:lnTo>
                  <a:lnTo>
                    <a:pt x="1134" y="135"/>
                  </a:lnTo>
                  <a:lnTo>
                    <a:pt x="1135" y="136"/>
                  </a:lnTo>
                  <a:lnTo>
                    <a:pt x="1136" y="136"/>
                  </a:lnTo>
                  <a:lnTo>
                    <a:pt x="1138" y="136"/>
                  </a:lnTo>
                  <a:lnTo>
                    <a:pt x="1139" y="136"/>
                  </a:lnTo>
                  <a:lnTo>
                    <a:pt x="1140" y="136"/>
                  </a:lnTo>
                  <a:lnTo>
                    <a:pt x="1142" y="136"/>
                  </a:lnTo>
                  <a:lnTo>
                    <a:pt x="1143" y="136"/>
                  </a:lnTo>
                  <a:lnTo>
                    <a:pt x="1144" y="136"/>
                  </a:lnTo>
                  <a:lnTo>
                    <a:pt x="1146" y="135"/>
                  </a:lnTo>
                  <a:lnTo>
                    <a:pt x="1147" y="135"/>
                  </a:lnTo>
                  <a:lnTo>
                    <a:pt x="1148" y="135"/>
                  </a:lnTo>
                  <a:lnTo>
                    <a:pt x="1150" y="136"/>
                  </a:lnTo>
                  <a:lnTo>
                    <a:pt x="1151" y="136"/>
                  </a:lnTo>
                  <a:lnTo>
                    <a:pt x="1152" y="136"/>
                  </a:lnTo>
                  <a:lnTo>
                    <a:pt x="1154" y="136"/>
                  </a:lnTo>
                  <a:lnTo>
                    <a:pt x="1155" y="136"/>
                  </a:lnTo>
                  <a:lnTo>
                    <a:pt x="1157" y="135"/>
                  </a:lnTo>
                  <a:lnTo>
                    <a:pt x="1158" y="135"/>
                  </a:lnTo>
                  <a:lnTo>
                    <a:pt x="1159" y="135"/>
                  </a:lnTo>
                  <a:lnTo>
                    <a:pt x="1161" y="135"/>
                  </a:lnTo>
                  <a:lnTo>
                    <a:pt x="1162" y="135"/>
                  </a:lnTo>
                  <a:lnTo>
                    <a:pt x="1163" y="136"/>
                  </a:lnTo>
                  <a:lnTo>
                    <a:pt x="1165" y="136"/>
                  </a:lnTo>
                  <a:lnTo>
                    <a:pt x="1166" y="136"/>
                  </a:lnTo>
                  <a:lnTo>
                    <a:pt x="1167" y="136"/>
                  </a:lnTo>
                  <a:lnTo>
                    <a:pt x="1169" y="136"/>
                  </a:lnTo>
                  <a:lnTo>
                    <a:pt x="1170" y="136"/>
                  </a:lnTo>
                  <a:lnTo>
                    <a:pt x="1171" y="136"/>
                  </a:lnTo>
                  <a:lnTo>
                    <a:pt x="1173" y="135"/>
                  </a:lnTo>
                  <a:lnTo>
                    <a:pt x="1174" y="135"/>
                  </a:lnTo>
                  <a:lnTo>
                    <a:pt x="1175" y="135"/>
                  </a:lnTo>
                  <a:lnTo>
                    <a:pt x="1177" y="135"/>
                  </a:lnTo>
                  <a:lnTo>
                    <a:pt x="1178" y="135"/>
                  </a:lnTo>
                  <a:lnTo>
                    <a:pt x="1179" y="135"/>
                  </a:lnTo>
                  <a:lnTo>
                    <a:pt x="1181" y="135"/>
                  </a:lnTo>
                  <a:lnTo>
                    <a:pt x="1182" y="135"/>
                  </a:lnTo>
                  <a:lnTo>
                    <a:pt x="1183" y="135"/>
                  </a:lnTo>
                  <a:lnTo>
                    <a:pt x="1185" y="135"/>
                  </a:lnTo>
                  <a:lnTo>
                    <a:pt x="1186" y="135"/>
                  </a:lnTo>
                  <a:lnTo>
                    <a:pt x="1187" y="135"/>
                  </a:lnTo>
                  <a:lnTo>
                    <a:pt x="1189" y="135"/>
                  </a:lnTo>
                  <a:lnTo>
                    <a:pt x="1190" y="135"/>
                  </a:lnTo>
                  <a:lnTo>
                    <a:pt x="1191" y="135"/>
                  </a:lnTo>
                  <a:lnTo>
                    <a:pt x="1193" y="135"/>
                  </a:lnTo>
                  <a:lnTo>
                    <a:pt x="1194" y="135"/>
                  </a:lnTo>
                  <a:lnTo>
                    <a:pt x="1195" y="135"/>
                  </a:lnTo>
                  <a:lnTo>
                    <a:pt x="1197" y="135"/>
                  </a:lnTo>
                  <a:lnTo>
                    <a:pt x="1198" y="135"/>
                  </a:lnTo>
                  <a:lnTo>
                    <a:pt x="1199" y="135"/>
                  </a:lnTo>
                  <a:lnTo>
                    <a:pt x="1201" y="135"/>
                  </a:lnTo>
                  <a:lnTo>
                    <a:pt x="1202" y="135"/>
                  </a:lnTo>
                  <a:lnTo>
                    <a:pt x="1203" y="135"/>
                  </a:lnTo>
                  <a:lnTo>
                    <a:pt x="1205" y="135"/>
                  </a:lnTo>
                  <a:lnTo>
                    <a:pt x="1206" y="135"/>
                  </a:lnTo>
                  <a:lnTo>
                    <a:pt x="1208" y="135"/>
                  </a:lnTo>
                  <a:lnTo>
                    <a:pt x="1209" y="136"/>
                  </a:lnTo>
                  <a:lnTo>
                    <a:pt x="1210" y="136"/>
                  </a:lnTo>
                  <a:lnTo>
                    <a:pt x="1212" y="136"/>
                  </a:lnTo>
                  <a:lnTo>
                    <a:pt x="1213" y="136"/>
                  </a:lnTo>
                  <a:lnTo>
                    <a:pt x="1214" y="136"/>
                  </a:lnTo>
                  <a:lnTo>
                    <a:pt x="1216" y="136"/>
                  </a:lnTo>
                  <a:lnTo>
                    <a:pt x="1217" y="136"/>
                  </a:lnTo>
                  <a:lnTo>
                    <a:pt x="1218" y="135"/>
                  </a:lnTo>
                  <a:lnTo>
                    <a:pt x="1220" y="135"/>
                  </a:lnTo>
                  <a:lnTo>
                    <a:pt x="1221" y="135"/>
                  </a:lnTo>
                  <a:lnTo>
                    <a:pt x="1222" y="136"/>
                  </a:lnTo>
                  <a:lnTo>
                    <a:pt x="1224" y="135"/>
                  </a:lnTo>
                  <a:lnTo>
                    <a:pt x="1225" y="135"/>
                  </a:lnTo>
                  <a:lnTo>
                    <a:pt x="1226" y="135"/>
                  </a:lnTo>
                  <a:lnTo>
                    <a:pt x="1228" y="135"/>
                  </a:lnTo>
                  <a:lnTo>
                    <a:pt x="1229" y="135"/>
                  </a:lnTo>
                  <a:lnTo>
                    <a:pt x="1230" y="135"/>
                  </a:lnTo>
                  <a:lnTo>
                    <a:pt x="1232" y="135"/>
                  </a:lnTo>
                  <a:lnTo>
                    <a:pt x="1233" y="135"/>
                  </a:lnTo>
                  <a:lnTo>
                    <a:pt x="1234" y="135"/>
                  </a:lnTo>
                  <a:lnTo>
                    <a:pt x="1236" y="135"/>
                  </a:lnTo>
                  <a:lnTo>
                    <a:pt x="1237" y="135"/>
                  </a:lnTo>
                  <a:lnTo>
                    <a:pt x="1238" y="135"/>
                  </a:lnTo>
                  <a:lnTo>
                    <a:pt x="1240" y="136"/>
                  </a:lnTo>
                  <a:lnTo>
                    <a:pt x="1241" y="136"/>
                  </a:lnTo>
                  <a:lnTo>
                    <a:pt x="1242" y="136"/>
                  </a:lnTo>
                  <a:lnTo>
                    <a:pt x="1244" y="136"/>
                  </a:lnTo>
                  <a:lnTo>
                    <a:pt x="1245" y="136"/>
                  </a:lnTo>
                  <a:lnTo>
                    <a:pt x="1246" y="136"/>
                  </a:lnTo>
                  <a:lnTo>
                    <a:pt x="1248" y="135"/>
                  </a:lnTo>
                  <a:lnTo>
                    <a:pt x="1249" y="135"/>
                  </a:lnTo>
                  <a:lnTo>
                    <a:pt x="1250" y="135"/>
                  </a:lnTo>
                  <a:lnTo>
                    <a:pt x="1252" y="135"/>
                  </a:lnTo>
                  <a:lnTo>
                    <a:pt x="1253" y="135"/>
                  </a:lnTo>
                  <a:lnTo>
                    <a:pt x="1254" y="135"/>
                  </a:lnTo>
                  <a:lnTo>
                    <a:pt x="1256" y="135"/>
                  </a:lnTo>
                  <a:lnTo>
                    <a:pt x="1257" y="135"/>
                  </a:lnTo>
                  <a:lnTo>
                    <a:pt x="1259" y="135"/>
                  </a:lnTo>
                  <a:lnTo>
                    <a:pt x="1260" y="136"/>
                  </a:lnTo>
                  <a:lnTo>
                    <a:pt x="1261" y="136"/>
                  </a:lnTo>
                  <a:lnTo>
                    <a:pt x="1263" y="136"/>
                  </a:lnTo>
                  <a:lnTo>
                    <a:pt x="1264" y="136"/>
                  </a:lnTo>
                  <a:lnTo>
                    <a:pt x="1265" y="136"/>
                  </a:lnTo>
                  <a:lnTo>
                    <a:pt x="1267" y="136"/>
                  </a:lnTo>
                  <a:lnTo>
                    <a:pt x="1268" y="136"/>
                  </a:lnTo>
                  <a:lnTo>
                    <a:pt x="1269" y="136"/>
                  </a:lnTo>
                  <a:lnTo>
                    <a:pt x="1271" y="136"/>
                  </a:lnTo>
                  <a:lnTo>
                    <a:pt x="1272" y="136"/>
                  </a:lnTo>
                  <a:lnTo>
                    <a:pt x="1273" y="135"/>
                  </a:lnTo>
                  <a:lnTo>
                    <a:pt x="1275" y="135"/>
                  </a:lnTo>
                  <a:lnTo>
                    <a:pt x="1276" y="136"/>
                  </a:lnTo>
                  <a:lnTo>
                    <a:pt x="1277" y="136"/>
                  </a:lnTo>
                  <a:lnTo>
                    <a:pt x="1279" y="136"/>
                  </a:lnTo>
                  <a:lnTo>
                    <a:pt x="1280" y="136"/>
                  </a:lnTo>
                  <a:lnTo>
                    <a:pt x="1281" y="136"/>
                  </a:lnTo>
                  <a:lnTo>
                    <a:pt x="1283" y="136"/>
                  </a:lnTo>
                  <a:lnTo>
                    <a:pt x="1284" y="136"/>
                  </a:lnTo>
                  <a:lnTo>
                    <a:pt x="1285" y="136"/>
                  </a:lnTo>
                  <a:lnTo>
                    <a:pt x="1287" y="136"/>
                  </a:lnTo>
                  <a:lnTo>
                    <a:pt x="1288" y="136"/>
                  </a:lnTo>
                  <a:lnTo>
                    <a:pt x="1289" y="136"/>
                  </a:lnTo>
                  <a:lnTo>
                    <a:pt x="1291" y="136"/>
                  </a:lnTo>
                  <a:lnTo>
                    <a:pt x="1292" y="136"/>
                  </a:lnTo>
                  <a:lnTo>
                    <a:pt x="1293" y="136"/>
                  </a:lnTo>
                  <a:lnTo>
                    <a:pt x="1295" y="136"/>
                  </a:lnTo>
                  <a:lnTo>
                    <a:pt x="1296" y="136"/>
                  </a:lnTo>
                  <a:lnTo>
                    <a:pt x="1297" y="136"/>
                  </a:lnTo>
                  <a:lnTo>
                    <a:pt x="1299" y="136"/>
                  </a:lnTo>
                  <a:lnTo>
                    <a:pt x="1300" y="136"/>
                  </a:lnTo>
                  <a:lnTo>
                    <a:pt x="1301" y="136"/>
                  </a:lnTo>
                  <a:lnTo>
                    <a:pt x="1303" y="136"/>
                  </a:lnTo>
                  <a:lnTo>
                    <a:pt x="1304" y="136"/>
                  </a:lnTo>
                  <a:lnTo>
                    <a:pt x="1305" y="135"/>
                  </a:lnTo>
                  <a:lnTo>
                    <a:pt x="1307" y="135"/>
                  </a:lnTo>
                  <a:lnTo>
                    <a:pt x="1308" y="135"/>
                  </a:lnTo>
                  <a:lnTo>
                    <a:pt x="1310" y="136"/>
                  </a:lnTo>
                  <a:lnTo>
                    <a:pt x="1311" y="136"/>
                  </a:lnTo>
                  <a:lnTo>
                    <a:pt x="1312" y="136"/>
                  </a:lnTo>
                  <a:lnTo>
                    <a:pt x="1314" y="136"/>
                  </a:lnTo>
                  <a:lnTo>
                    <a:pt x="1315" y="136"/>
                  </a:lnTo>
                  <a:lnTo>
                    <a:pt x="1316" y="136"/>
                  </a:lnTo>
                  <a:lnTo>
                    <a:pt x="1318" y="136"/>
                  </a:lnTo>
                  <a:lnTo>
                    <a:pt x="1319" y="136"/>
                  </a:lnTo>
                  <a:lnTo>
                    <a:pt x="1320" y="136"/>
                  </a:lnTo>
                  <a:lnTo>
                    <a:pt x="1322" y="136"/>
                  </a:lnTo>
                  <a:lnTo>
                    <a:pt x="1323" y="136"/>
                  </a:lnTo>
                  <a:lnTo>
                    <a:pt x="1324" y="136"/>
                  </a:lnTo>
                  <a:lnTo>
                    <a:pt x="1326" y="136"/>
                  </a:lnTo>
                  <a:lnTo>
                    <a:pt x="1327" y="136"/>
                  </a:lnTo>
                  <a:lnTo>
                    <a:pt x="1328" y="136"/>
                  </a:lnTo>
                  <a:lnTo>
                    <a:pt x="1330" y="136"/>
                  </a:lnTo>
                  <a:lnTo>
                    <a:pt x="1331" y="136"/>
                  </a:lnTo>
                  <a:lnTo>
                    <a:pt x="1332" y="136"/>
                  </a:lnTo>
                  <a:lnTo>
                    <a:pt x="1334" y="136"/>
                  </a:lnTo>
                  <a:lnTo>
                    <a:pt x="1335" y="136"/>
                  </a:lnTo>
                  <a:lnTo>
                    <a:pt x="1336" y="136"/>
                  </a:lnTo>
                  <a:lnTo>
                    <a:pt x="1338" y="136"/>
                  </a:lnTo>
                  <a:lnTo>
                    <a:pt x="1339" y="136"/>
                  </a:lnTo>
                  <a:lnTo>
                    <a:pt x="1340" y="136"/>
                  </a:lnTo>
                  <a:lnTo>
                    <a:pt x="1342" y="136"/>
                  </a:lnTo>
                  <a:lnTo>
                    <a:pt x="1343" y="136"/>
                  </a:lnTo>
                  <a:lnTo>
                    <a:pt x="1344" y="136"/>
                  </a:lnTo>
                  <a:lnTo>
                    <a:pt x="1346" y="136"/>
                  </a:lnTo>
                  <a:lnTo>
                    <a:pt x="1347" y="136"/>
                  </a:lnTo>
                  <a:lnTo>
                    <a:pt x="1348" y="136"/>
                  </a:lnTo>
                  <a:lnTo>
                    <a:pt x="1350" y="136"/>
                  </a:lnTo>
                  <a:lnTo>
                    <a:pt x="1351" y="136"/>
                  </a:lnTo>
                  <a:lnTo>
                    <a:pt x="1352" y="136"/>
                  </a:lnTo>
                  <a:lnTo>
                    <a:pt x="1354" y="136"/>
                  </a:lnTo>
                  <a:lnTo>
                    <a:pt x="1355" y="136"/>
                  </a:lnTo>
                  <a:lnTo>
                    <a:pt x="1356" y="135"/>
                  </a:lnTo>
                  <a:lnTo>
                    <a:pt x="1358" y="135"/>
                  </a:lnTo>
                  <a:lnTo>
                    <a:pt x="1359" y="135"/>
                  </a:lnTo>
                  <a:lnTo>
                    <a:pt x="1361" y="135"/>
                  </a:lnTo>
                  <a:lnTo>
                    <a:pt x="1362" y="135"/>
                  </a:lnTo>
                  <a:lnTo>
                    <a:pt x="1363" y="135"/>
                  </a:lnTo>
                  <a:lnTo>
                    <a:pt x="1365" y="135"/>
                  </a:lnTo>
                  <a:lnTo>
                    <a:pt x="1366" y="135"/>
                  </a:lnTo>
                  <a:lnTo>
                    <a:pt x="1367" y="135"/>
                  </a:lnTo>
                  <a:lnTo>
                    <a:pt x="1369" y="135"/>
                  </a:lnTo>
                  <a:lnTo>
                    <a:pt x="1370" y="135"/>
                  </a:lnTo>
                  <a:lnTo>
                    <a:pt x="1371" y="136"/>
                  </a:lnTo>
                  <a:lnTo>
                    <a:pt x="1373" y="135"/>
                  </a:lnTo>
                  <a:lnTo>
                    <a:pt x="1374" y="135"/>
                  </a:lnTo>
                  <a:lnTo>
                    <a:pt x="1375" y="136"/>
                  </a:lnTo>
                  <a:lnTo>
                    <a:pt x="1377" y="136"/>
                  </a:lnTo>
                  <a:lnTo>
                    <a:pt x="1378" y="136"/>
                  </a:lnTo>
                  <a:lnTo>
                    <a:pt x="1379" y="136"/>
                  </a:lnTo>
                  <a:lnTo>
                    <a:pt x="1381" y="136"/>
                  </a:lnTo>
                  <a:lnTo>
                    <a:pt x="1382" y="136"/>
                  </a:lnTo>
                  <a:lnTo>
                    <a:pt x="1383" y="136"/>
                  </a:lnTo>
                  <a:lnTo>
                    <a:pt x="1385" y="136"/>
                  </a:lnTo>
                  <a:lnTo>
                    <a:pt x="1386" y="136"/>
                  </a:lnTo>
                  <a:lnTo>
                    <a:pt x="1387" y="136"/>
                  </a:lnTo>
                  <a:lnTo>
                    <a:pt x="1389" y="136"/>
                  </a:lnTo>
                  <a:lnTo>
                    <a:pt x="1390" y="136"/>
                  </a:lnTo>
                  <a:lnTo>
                    <a:pt x="1391" y="136"/>
                  </a:lnTo>
                  <a:lnTo>
                    <a:pt x="1393" y="136"/>
                  </a:lnTo>
                  <a:lnTo>
                    <a:pt x="1394" y="136"/>
                  </a:lnTo>
                  <a:lnTo>
                    <a:pt x="1395" y="136"/>
                  </a:lnTo>
                  <a:lnTo>
                    <a:pt x="1397" y="136"/>
                  </a:lnTo>
                  <a:lnTo>
                    <a:pt x="1398" y="136"/>
                  </a:lnTo>
                  <a:lnTo>
                    <a:pt x="1399" y="136"/>
                  </a:lnTo>
                  <a:lnTo>
                    <a:pt x="1401" y="136"/>
                  </a:lnTo>
                  <a:lnTo>
                    <a:pt x="1402" y="136"/>
                  </a:lnTo>
                  <a:lnTo>
                    <a:pt x="1403" y="136"/>
                  </a:lnTo>
                  <a:lnTo>
                    <a:pt x="1405" y="136"/>
                  </a:lnTo>
                  <a:lnTo>
                    <a:pt x="1406" y="136"/>
                  </a:lnTo>
                  <a:lnTo>
                    <a:pt x="1408" y="135"/>
                  </a:lnTo>
                  <a:lnTo>
                    <a:pt x="1409" y="135"/>
                  </a:lnTo>
                </a:path>
              </a:pathLst>
            </a:custGeom>
            <a:noFill/>
            <a:ln cap="flat" cmpd="sng" w="25400">
              <a:solidFill>
                <a:srgbClr val="FF00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8"/>
            <p:cNvSpPr/>
            <p:nvPr/>
          </p:nvSpPr>
          <p:spPr>
            <a:xfrm flipH="1" rot="10800000">
              <a:off x="3781426" y="3908425"/>
              <a:ext cx="5010150" cy="646113"/>
            </a:xfrm>
            <a:custGeom>
              <a:rect b="b" l="l" r="r" t="t"/>
              <a:pathLst>
                <a:path extrusionOk="0" h="151" w="1408">
                  <a:moveTo>
                    <a:pt x="0" y="0"/>
                  </a:moveTo>
                  <a:lnTo>
                    <a:pt x="6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3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9" y="0"/>
                  </a:lnTo>
                  <a:lnTo>
                    <a:pt x="64" y="0"/>
                  </a:lnTo>
                  <a:lnTo>
                    <a:pt x="69" y="0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1" y="0"/>
                  </a:lnTo>
                  <a:lnTo>
                    <a:pt x="96" y="0"/>
                  </a:lnTo>
                  <a:lnTo>
                    <a:pt x="101" y="8"/>
                  </a:lnTo>
                  <a:lnTo>
                    <a:pt x="107" y="11"/>
                  </a:lnTo>
                  <a:lnTo>
                    <a:pt x="112" y="14"/>
                  </a:lnTo>
                  <a:lnTo>
                    <a:pt x="117" y="16"/>
                  </a:lnTo>
                  <a:lnTo>
                    <a:pt x="123" y="19"/>
                  </a:lnTo>
                  <a:lnTo>
                    <a:pt x="128" y="22"/>
                  </a:lnTo>
                  <a:lnTo>
                    <a:pt x="133" y="25"/>
                  </a:lnTo>
                  <a:lnTo>
                    <a:pt x="138" y="27"/>
                  </a:lnTo>
                  <a:lnTo>
                    <a:pt x="144" y="30"/>
                  </a:lnTo>
                  <a:lnTo>
                    <a:pt x="149" y="33"/>
                  </a:lnTo>
                  <a:lnTo>
                    <a:pt x="154" y="35"/>
                  </a:lnTo>
                  <a:lnTo>
                    <a:pt x="160" y="38"/>
                  </a:lnTo>
                  <a:lnTo>
                    <a:pt x="165" y="41"/>
                  </a:lnTo>
                  <a:lnTo>
                    <a:pt x="170" y="43"/>
                  </a:lnTo>
                  <a:lnTo>
                    <a:pt x="176" y="46"/>
                  </a:lnTo>
                  <a:lnTo>
                    <a:pt x="181" y="49"/>
                  </a:lnTo>
                  <a:lnTo>
                    <a:pt x="186" y="51"/>
                  </a:lnTo>
                  <a:lnTo>
                    <a:pt x="192" y="54"/>
                  </a:lnTo>
                  <a:lnTo>
                    <a:pt x="197" y="56"/>
                  </a:lnTo>
                  <a:lnTo>
                    <a:pt x="202" y="59"/>
                  </a:lnTo>
                  <a:lnTo>
                    <a:pt x="207" y="62"/>
                  </a:lnTo>
                  <a:lnTo>
                    <a:pt x="213" y="64"/>
                  </a:lnTo>
                  <a:lnTo>
                    <a:pt x="218" y="67"/>
                  </a:lnTo>
                  <a:lnTo>
                    <a:pt x="223" y="69"/>
                  </a:lnTo>
                  <a:lnTo>
                    <a:pt x="229" y="72"/>
                  </a:lnTo>
                  <a:lnTo>
                    <a:pt x="234" y="75"/>
                  </a:lnTo>
                  <a:lnTo>
                    <a:pt x="239" y="77"/>
                  </a:lnTo>
                  <a:lnTo>
                    <a:pt x="245" y="80"/>
                  </a:lnTo>
                  <a:lnTo>
                    <a:pt x="250" y="82"/>
                  </a:lnTo>
                  <a:lnTo>
                    <a:pt x="255" y="85"/>
                  </a:lnTo>
                  <a:lnTo>
                    <a:pt x="261" y="87"/>
                  </a:lnTo>
                  <a:lnTo>
                    <a:pt x="266" y="90"/>
                  </a:lnTo>
                  <a:lnTo>
                    <a:pt x="271" y="92"/>
                  </a:lnTo>
                  <a:lnTo>
                    <a:pt x="276" y="95"/>
                  </a:lnTo>
                  <a:lnTo>
                    <a:pt x="282" y="97"/>
                  </a:lnTo>
                  <a:lnTo>
                    <a:pt x="287" y="100"/>
                  </a:lnTo>
                  <a:lnTo>
                    <a:pt x="292" y="102"/>
                  </a:lnTo>
                  <a:lnTo>
                    <a:pt x="298" y="105"/>
                  </a:lnTo>
                  <a:lnTo>
                    <a:pt x="303" y="107"/>
                  </a:lnTo>
                  <a:lnTo>
                    <a:pt x="308" y="110"/>
                  </a:lnTo>
                  <a:lnTo>
                    <a:pt x="314" y="112"/>
                  </a:lnTo>
                  <a:lnTo>
                    <a:pt x="319" y="115"/>
                  </a:lnTo>
                  <a:lnTo>
                    <a:pt x="324" y="117"/>
                  </a:lnTo>
                  <a:lnTo>
                    <a:pt x="330" y="120"/>
                  </a:lnTo>
                  <a:lnTo>
                    <a:pt x="335" y="122"/>
                  </a:lnTo>
                  <a:lnTo>
                    <a:pt x="340" y="125"/>
                  </a:lnTo>
                  <a:lnTo>
                    <a:pt x="345" y="127"/>
                  </a:lnTo>
                  <a:lnTo>
                    <a:pt x="351" y="130"/>
                  </a:lnTo>
                  <a:lnTo>
                    <a:pt x="356" y="132"/>
                  </a:lnTo>
                  <a:lnTo>
                    <a:pt x="361" y="134"/>
                  </a:lnTo>
                  <a:lnTo>
                    <a:pt x="367" y="137"/>
                  </a:lnTo>
                  <a:lnTo>
                    <a:pt x="372" y="139"/>
                  </a:lnTo>
                  <a:lnTo>
                    <a:pt x="377" y="141"/>
                  </a:lnTo>
                  <a:lnTo>
                    <a:pt x="383" y="144"/>
                  </a:lnTo>
                  <a:lnTo>
                    <a:pt x="388" y="146"/>
                  </a:lnTo>
                  <a:lnTo>
                    <a:pt x="393" y="149"/>
                  </a:lnTo>
                  <a:lnTo>
                    <a:pt x="399" y="151"/>
                  </a:lnTo>
                  <a:lnTo>
                    <a:pt x="404" y="145"/>
                  </a:lnTo>
                  <a:lnTo>
                    <a:pt x="409" y="144"/>
                  </a:lnTo>
                  <a:lnTo>
                    <a:pt x="414" y="144"/>
                  </a:lnTo>
                  <a:lnTo>
                    <a:pt x="420" y="144"/>
                  </a:lnTo>
                  <a:lnTo>
                    <a:pt x="425" y="144"/>
                  </a:lnTo>
                  <a:lnTo>
                    <a:pt x="430" y="144"/>
                  </a:lnTo>
                  <a:lnTo>
                    <a:pt x="436" y="144"/>
                  </a:lnTo>
                  <a:lnTo>
                    <a:pt x="441" y="144"/>
                  </a:lnTo>
                  <a:lnTo>
                    <a:pt x="446" y="144"/>
                  </a:lnTo>
                  <a:lnTo>
                    <a:pt x="452" y="143"/>
                  </a:lnTo>
                  <a:lnTo>
                    <a:pt x="457" y="143"/>
                  </a:lnTo>
                  <a:lnTo>
                    <a:pt x="462" y="143"/>
                  </a:lnTo>
                  <a:lnTo>
                    <a:pt x="468" y="143"/>
                  </a:lnTo>
                  <a:lnTo>
                    <a:pt x="473" y="143"/>
                  </a:lnTo>
                  <a:lnTo>
                    <a:pt x="478" y="143"/>
                  </a:lnTo>
                  <a:lnTo>
                    <a:pt x="483" y="143"/>
                  </a:lnTo>
                  <a:lnTo>
                    <a:pt x="489" y="143"/>
                  </a:lnTo>
                  <a:lnTo>
                    <a:pt x="494" y="143"/>
                  </a:lnTo>
                  <a:lnTo>
                    <a:pt x="499" y="142"/>
                  </a:lnTo>
                  <a:lnTo>
                    <a:pt x="505" y="142"/>
                  </a:lnTo>
                  <a:lnTo>
                    <a:pt x="510" y="142"/>
                  </a:lnTo>
                  <a:lnTo>
                    <a:pt x="515" y="142"/>
                  </a:lnTo>
                  <a:lnTo>
                    <a:pt x="521" y="142"/>
                  </a:lnTo>
                  <a:lnTo>
                    <a:pt x="526" y="142"/>
                  </a:lnTo>
                  <a:lnTo>
                    <a:pt x="531" y="142"/>
                  </a:lnTo>
                  <a:lnTo>
                    <a:pt x="537" y="142"/>
                  </a:lnTo>
                  <a:lnTo>
                    <a:pt x="542" y="141"/>
                  </a:lnTo>
                  <a:lnTo>
                    <a:pt x="547" y="141"/>
                  </a:lnTo>
                  <a:lnTo>
                    <a:pt x="552" y="141"/>
                  </a:lnTo>
                  <a:lnTo>
                    <a:pt x="558" y="141"/>
                  </a:lnTo>
                  <a:lnTo>
                    <a:pt x="563" y="141"/>
                  </a:lnTo>
                  <a:lnTo>
                    <a:pt x="568" y="141"/>
                  </a:lnTo>
                  <a:lnTo>
                    <a:pt x="574" y="141"/>
                  </a:lnTo>
                  <a:lnTo>
                    <a:pt x="579" y="141"/>
                  </a:lnTo>
                  <a:lnTo>
                    <a:pt x="584" y="141"/>
                  </a:lnTo>
                  <a:lnTo>
                    <a:pt x="590" y="140"/>
                  </a:lnTo>
                  <a:lnTo>
                    <a:pt x="595" y="140"/>
                  </a:lnTo>
                  <a:lnTo>
                    <a:pt x="600" y="140"/>
                  </a:lnTo>
                  <a:lnTo>
                    <a:pt x="606" y="140"/>
                  </a:lnTo>
                  <a:lnTo>
                    <a:pt x="611" y="140"/>
                  </a:lnTo>
                  <a:lnTo>
                    <a:pt x="616" y="140"/>
                  </a:lnTo>
                  <a:lnTo>
                    <a:pt x="621" y="140"/>
                  </a:lnTo>
                  <a:lnTo>
                    <a:pt x="627" y="140"/>
                  </a:lnTo>
                  <a:lnTo>
                    <a:pt x="632" y="140"/>
                  </a:lnTo>
                  <a:lnTo>
                    <a:pt x="637" y="139"/>
                  </a:lnTo>
                  <a:lnTo>
                    <a:pt x="643" y="139"/>
                  </a:lnTo>
                  <a:lnTo>
                    <a:pt x="648" y="139"/>
                  </a:lnTo>
                  <a:lnTo>
                    <a:pt x="653" y="139"/>
                  </a:lnTo>
                  <a:lnTo>
                    <a:pt x="659" y="139"/>
                  </a:lnTo>
                  <a:lnTo>
                    <a:pt x="664" y="139"/>
                  </a:lnTo>
                  <a:lnTo>
                    <a:pt x="669" y="139"/>
                  </a:lnTo>
                  <a:lnTo>
                    <a:pt x="675" y="139"/>
                  </a:lnTo>
                  <a:lnTo>
                    <a:pt x="680" y="139"/>
                  </a:lnTo>
                  <a:lnTo>
                    <a:pt x="685" y="138"/>
                  </a:lnTo>
                  <a:lnTo>
                    <a:pt x="690" y="138"/>
                  </a:lnTo>
                  <a:lnTo>
                    <a:pt x="696" y="138"/>
                  </a:lnTo>
                  <a:lnTo>
                    <a:pt x="701" y="138"/>
                  </a:lnTo>
                  <a:lnTo>
                    <a:pt x="706" y="138"/>
                  </a:lnTo>
                  <a:lnTo>
                    <a:pt x="712" y="138"/>
                  </a:lnTo>
                  <a:lnTo>
                    <a:pt x="717" y="138"/>
                  </a:lnTo>
                  <a:lnTo>
                    <a:pt x="722" y="138"/>
                  </a:lnTo>
                  <a:lnTo>
                    <a:pt x="728" y="137"/>
                  </a:lnTo>
                  <a:lnTo>
                    <a:pt x="733" y="137"/>
                  </a:lnTo>
                  <a:lnTo>
                    <a:pt x="738" y="137"/>
                  </a:lnTo>
                  <a:lnTo>
                    <a:pt x="744" y="137"/>
                  </a:lnTo>
                  <a:lnTo>
                    <a:pt x="749" y="137"/>
                  </a:lnTo>
                  <a:lnTo>
                    <a:pt x="754" y="137"/>
                  </a:lnTo>
                  <a:lnTo>
                    <a:pt x="759" y="137"/>
                  </a:lnTo>
                  <a:lnTo>
                    <a:pt x="765" y="137"/>
                  </a:lnTo>
                  <a:lnTo>
                    <a:pt x="770" y="137"/>
                  </a:lnTo>
                  <a:lnTo>
                    <a:pt x="775" y="136"/>
                  </a:lnTo>
                  <a:lnTo>
                    <a:pt x="781" y="136"/>
                  </a:lnTo>
                  <a:lnTo>
                    <a:pt x="786" y="136"/>
                  </a:lnTo>
                  <a:lnTo>
                    <a:pt x="791" y="136"/>
                  </a:lnTo>
                  <a:lnTo>
                    <a:pt x="797" y="136"/>
                  </a:lnTo>
                  <a:lnTo>
                    <a:pt x="802" y="136"/>
                  </a:lnTo>
                  <a:lnTo>
                    <a:pt x="807" y="136"/>
                  </a:lnTo>
                  <a:lnTo>
                    <a:pt x="813" y="136"/>
                  </a:lnTo>
                  <a:lnTo>
                    <a:pt x="818" y="136"/>
                  </a:lnTo>
                  <a:lnTo>
                    <a:pt x="823" y="136"/>
                  </a:lnTo>
                  <a:lnTo>
                    <a:pt x="828" y="135"/>
                  </a:lnTo>
                  <a:lnTo>
                    <a:pt x="834" y="135"/>
                  </a:lnTo>
                  <a:lnTo>
                    <a:pt x="839" y="135"/>
                  </a:lnTo>
                  <a:lnTo>
                    <a:pt x="844" y="135"/>
                  </a:lnTo>
                  <a:lnTo>
                    <a:pt x="850" y="135"/>
                  </a:lnTo>
                  <a:lnTo>
                    <a:pt x="855" y="135"/>
                  </a:lnTo>
                  <a:lnTo>
                    <a:pt x="860" y="135"/>
                  </a:lnTo>
                  <a:lnTo>
                    <a:pt x="866" y="135"/>
                  </a:lnTo>
                  <a:lnTo>
                    <a:pt x="871" y="135"/>
                  </a:lnTo>
                  <a:lnTo>
                    <a:pt x="876" y="134"/>
                  </a:lnTo>
                  <a:lnTo>
                    <a:pt x="882" y="134"/>
                  </a:lnTo>
                  <a:lnTo>
                    <a:pt x="887" y="134"/>
                  </a:lnTo>
                  <a:lnTo>
                    <a:pt x="892" y="134"/>
                  </a:lnTo>
                  <a:lnTo>
                    <a:pt x="897" y="134"/>
                  </a:lnTo>
                  <a:lnTo>
                    <a:pt x="903" y="134"/>
                  </a:lnTo>
                  <a:lnTo>
                    <a:pt x="908" y="134"/>
                  </a:lnTo>
                  <a:lnTo>
                    <a:pt x="913" y="134"/>
                  </a:lnTo>
                  <a:lnTo>
                    <a:pt x="919" y="134"/>
                  </a:lnTo>
                  <a:lnTo>
                    <a:pt x="924" y="133"/>
                  </a:lnTo>
                  <a:lnTo>
                    <a:pt x="929" y="133"/>
                  </a:lnTo>
                  <a:lnTo>
                    <a:pt x="935" y="133"/>
                  </a:lnTo>
                  <a:lnTo>
                    <a:pt x="940" y="133"/>
                  </a:lnTo>
                  <a:lnTo>
                    <a:pt x="945" y="133"/>
                  </a:lnTo>
                  <a:lnTo>
                    <a:pt x="951" y="133"/>
                  </a:lnTo>
                  <a:lnTo>
                    <a:pt x="956" y="133"/>
                  </a:lnTo>
                  <a:lnTo>
                    <a:pt x="961" y="133"/>
                  </a:lnTo>
                  <a:lnTo>
                    <a:pt x="966" y="133"/>
                  </a:lnTo>
                  <a:lnTo>
                    <a:pt x="972" y="133"/>
                  </a:lnTo>
                  <a:lnTo>
                    <a:pt x="977" y="132"/>
                  </a:lnTo>
                  <a:lnTo>
                    <a:pt x="982" y="132"/>
                  </a:lnTo>
                  <a:lnTo>
                    <a:pt x="988" y="132"/>
                  </a:lnTo>
                  <a:lnTo>
                    <a:pt x="993" y="132"/>
                  </a:lnTo>
                  <a:lnTo>
                    <a:pt x="998" y="132"/>
                  </a:lnTo>
                  <a:lnTo>
                    <a:pt x="1004" y="132"/>
                  </a:lnTo>
                  <a:lnTo>
                    <a:pt x="1009" y="132"/>
                  </a:lnTo>
                  <a:lnTo>
                    <a:pt x="1014" y="132"/>
                  </a:lnTo>
                  <a:lnTo>
                    <a:pt x="1020" y="132"/>
                  </a:lnTo>
                  <a:lnTo>
                    <a:pt x="1025" y="131"/>
                  </a:lnTo>
                  <a:lnTo>
                    <a:pt x="1030" y="131"/>
                  </a:lnTo>
                  <a:lnTo>
                    <a:pt x="1035" y="131"/>
                  </a:lnTo>
                  <a:lnTo>
                    <a:pt x="1041" y="131"/>
                  </a:lnTo>
                  <a:lnTo>
                    <a:pt x="1046" y="131"/>
                  </a:lnTo>
                  <a:lnTo>
                    <a:pt x="1051" y="131"/>
                  </a:lnTo>
                  <a:lnTo>
                    <a:pt x="1057" y="131"/>
                  </a:lnTo>
                  <a:lnTo>
                    <a:pt x="1062" y="131"/>
                  </a:lnTo>
                  <a:lnTo>
                    <a:pt x="1067" y="131"/>
                  </a:lnTo>
                  <a:lnTo>
                    <a:pt x="1073" y="131"/>
                  </a:lnTo>
                  <a:lnTo>
                    <a:pt x="1078" y="130"/>
                  </a:lnTo>
                  <a:lnTo>
                    <a:pt x="1083" y="130"/>
                  </a:lnTo>
                  <a:lnTo>
                    <a:pt x="1089" y="130"/>
                  </a:lnTo>
                  <a:lnTo>
                    <a:pt x="1094" y="130"/>
                  </a:lnTo>
                  <a:lnTo>
                    <a:pt x="1099" y="130"/>
                  </a:lnTo>
                  <a:lnTo>
                    <a:pt x="1104" y="130"/>
                  </a:lnTo>
                  <a:lnTo>
                    <a:pt x="1110" y="130"/>
                  </a:lnTo>
                  <a:lnTo>
                    <a:pt x="1115" y="130"/>
                  </a:lnTo>
                  <a:lnTo>
                    <a:pt x="1120" y="130"/>
                  </a:lnTo>
                  <a:lnTo>
                    <a:pt x="1126" y="129"/>
                  </a:lnTo>
                  <a:lnTo>
                    <a:pt x="1131" y="129"/>
                  </a:lnTo>
                  <a:lnTo>
                    <a:pt x="1136" y="129"/>
                  </a:lnTo>
                  <a:lnTo>
                    <a:pt x="1142" y="129"/>
                  </a:lnTo>
                  <a:lnTo>
                    <a:pt x="1147" y="129"/>
                  </a:lnTo>
                  <a:lnTo>
                    <a:pt x="1152" y="129"/>
                  </a:lnTo>
                  <a:lnTo>
                    <a:pt x="1158" y="129"/>
                  </a:lnTo>
                  <a:lnTo>
                    <a:pt x="1163" y="129"/>
                  </a:lnTo>
                  <a:lnTo>
                    <a:pt x="1168" y="129"/>
                  </a:lnTo>
                  <a:lnTo>
                    <a:pt x="1173" y="129"/>
                  </a:lnTo>
                  <a:lnTo>
                    <a:pt x="1179" y="128"/>
                  </a:lnTo>
                  <a:lnTo>
                    <a:pt x="1184" y="128"/>
                  </a:lnTo>
                  <a:lnTo>
                    <a:pt x="1189" y="128"/>
                  </a:lnTo>
                  <a:lnTo>
                    <a:pt x="1195" y="128"/>
                  </a:lnTo>
                  <a:lnTo>
                    <a:pt x="1200" y="128"/>
                  </a:lnTo>
                  <a:lnTo>
                    <a:pt x="1205" y="128"/>
                  </a:lnTo>
                  <a:lnTo>
                    <a:pt x="1211" y="128"/>
                  </a:lnTo>
                  <a:lnTo>
                    <a:pt x="1216" y="128"/>
                  </a:lnTo>
                  <a:lnTo>
                    <a:pt x="1221" y="128"/>
                  </a:lnTo>
                  <a:lnTo>
                    <a:pt x="1227" y="128"/>
                  </a:lnTo>
                  <a:lnTo>
                    <a:pt x="1232" y="127"/>
                  </a:lnTo>
                  <a:lnTo>
                    <a:pt x="1237" y="127"/>
                  </a:lnTo>
                  <a:lnTo>
                    <a:pt x="1242" y="127"/>
                  </a:lnTo>
                  <a:lnTo>
                    <a:pt x="1248" y="127"/>
                  </a:lnTo>
                  <a:lnTo>
                    <a:pt x="1253" y="127"/>
                  </a:lnTo>
                  <a:lnTo>
                    <a:pt x="1258" y="127"/>
                  </a:lnTo>
                  <a:lnTo>
                    <a:pt x="1264" y="127"/>
                  </a:lnTo>
                  <a:lnTo>
                    <a:pt x="1269" y="127"/>
                  </a:lnTo>
                  <a:lnTo>
                    <a:pt x="1274" y="127"/>
                  </a:lnTo>
                  <a:lnTo>
                    <a:pt x="1280" y="127"/>
                  </a:lnTo>
                  <a:lnTo>
                    <a:pt x="1285" y="126"/>
                  </a:lnTo>
                  <a:lnTo>
                    <a:pt x="1290" y="126"/>
                  </a:lnTo>
                  <a:lnTo>
                    <a:pt x="1296" y="126"/>
                  </a:lnTo>
                  <a:lnTo>
                    <a:pt x="1301" y="126"/>
                  </a:lnTo>
                  <a:lnTo>
                    <a:pt x="1306" y="126"/>
                  </a:lnTo>
                  <a:lnTo>
                    <a:pt x="1311" y="126"/>
                  </a:lnTo>
                  <a:lnTo>
                    <a:pt x="1317" y="126"/>
                  </a:lnTo>
                  <a:lnTo>
                    <a:pt x="1322" y="126"/>
                  </a:lnTo>
                  <a:lnTo>
                    <a:pt x="1327" y="126"/>
                  </a:lnTo>
                  <a:lnTo>
                    <a:pt x="1333" y="126"/>
                  </a:lnTo>
                  <a:lnTo>
                    <a:pt x="1338" y="125"/>
                  </a:lnTo>
                  <a:lnTo>
                    <a:pt x="1343" y="125"/>
                  </a:lnTo>
                  <a:lnTo>
                    <a:pt x="1349" y="125"/>
                  </a:lnTo>
                  <a:lnTo>
                    <a:pt x="1354" y="125"/>
                  </a:lnTo>
                  <a:lnTo>
                    <a:pt x="1359" y="125"/>
                  </a:lnTo>
                  <a:lnTo>
                    <a:pt x="1365" y="125"/>
                  </a:lnTo>
                  <a:lnTo>
                    <a:pt x="1370" y="125"/>
                  </a:lnTo>
                  <a:lnTo>
                    <a:pt x="1375" y="125"/>
                  </a:lnTo>
                  <a:lnTo>
                    <a:pt x="1380" y="125"/>
                  </a:lnTo>
                  <a:lnTo>
                    <a:pt x="1386" y="125"/>
                  </a:lnTo>
                  <a:lnTo>
                    <a:pt x="1391" y="125"/>
                  </a:lnTo>
                  <a:lnTo>
                    <a:pt x="1396" y="124"/>
                  </a:lnTo>
                  <a:lnTo>
                    <a:pt x="1402" y="124"/>
                  </a:lnTo>
                  <a:lnTo>
                    <a:pt x="1407" y="124"/>
                  </a:lnTo>
                  <a:lnTo>
                    <a:pt x="1408" y="12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8"/>
            <p:cNvSpPr/>
            <p:nvPr/>
          </p:nvSpPr>
          <p:spPr>
            <a:xfrm flipH="1" rot="10800000">
              <a:off x="3778251" y="3630613"/>
              <a:ext cx="5013325" cy="931863"/>
            </a:xfrm>
            <a:custGeom>
              <a:rect b="b" l="l" r="r" t="t"/>
              <a:pathLst>
                <a:path extrusionOk="0" h="218" w="1409">
                  <a:moveTo>
                    <a:pt x="0" y="2"/>
                  </a:moveTo>
                  <a:lnTo>
                    <a:pt x="1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7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3" y="2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4" y="2"/>
                  </a:lnTo>
                  <a:lnTo>
                    <a:pt x="45" y="2"/>
                  </a:lnTo>
                  <a:lnTo>
                    <a:pt x="46" y="2"/>
                  </a:lnTo>
                  <a:lnTo>
                    <a:pt x="48" y="2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2" y="2"/>
                  </a:lnTo>
                  <a:lnTo>
                    <a:pt x="53" y="2"/>
                  </a:lnTo>
                  <a:lnTo>
                    <a:pt x="55" y="2"/>
                  </a:lnTo>
                  <a:lnTo>
                    <a:pt x="56" y="2"/>
                  </a:lnTo>
                  <a:lnTo>
                    <a:pt x="57" y="2"/>
                  </a:lnTo>
                  <a:lnTo>
                    <a:pt x="59" y="2"/>
                  </a:lnTo>
                  <a:lnTo>
                    <a:pt x="60" y="2"/>
                  </a:lnTo>
                  <a:lnTo>
                    <a:pt x="61" y="2"/>
                  </a:lnTo>
                  <a:lnTo>
                    <a:pt x="63" y="2"/>
                  </a:lnTo>
                  <a:lnTo>
                    <a:pt x="64" y="2"/>
                  </a:lnTo>
                  <a:lnTo>
                    <a:pt x="65" y="2"/>
                  </a:lnTo>
                  <a:lnTo>
                    <a:pt x="67" y="2"/>
                  </a:lnTo>
                  <a:lnTo>
                    <a:pt x="68" y="2"/>
                  </a:lnTo>
                  <a:lnTo>
                    <a:pt x="69" y="2"/>
                  </a:lnTo>
                  <a:lnTo>
                    <a:pt x="71" y="2"/>
                  </a:lnTo>
                  <a:lnTo>
                    <a:pt x="72" y="2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6" y="2"/>
                  </a:lnTo>
                  <a:lnTo>
                    <a:pt x="77" y="2"/>
                  </a:lnTo>
                  <a:lnTo>
                    <a:pt x="79" y="2"/>
                  </a:lnTo>
                  <a:lnTo>
                    <a:pt x="80" y="2"/>
                  </a:lnTo>
                  <a:lnTo>
                    <a:pt x="81" y="2"/>
                  </a:lnTo>
                  <a:lnTo>
                    <a:pt x="83" y="2"/>
                  </a:lnTo>
                  <a:lnTo>
                    <a:pt x="84" y="2"/>
                  </a:lnTo>
                  <a:lnTo>
                    <a:pt x="85" y="2"/>
                  </a:lnTo>
                  <a:lnTo>
                    <a:pt x="87" y="2"/>
                  </a:lnTo>
                  <a:lnTo>
                    <a:pt x="88" y="2"/>
                  </a:lnTo>
                  <a:lnTo>
                    <a:pt x="89" y="2"/>
                  </a:lnTo>
                  <a:lnTo>
                    <a:pt x="91" y="2"/>
                  </a:lnTo>
                  <a:lnTo>
                    <a:pt x="92" y="2"/>
                  </a:lnTo>
                  <a:lnTo>
                    <a:pt x="93" y="2"/>
                  </a:lnTo>
                  <a:lnTo>
                    <a:pt x="95" y="2"/>
                  </a:lnTo>
                  <a:lnTo>
                    <a:pt x="96" y="2"/>
                  </a:lnTo>
                  <a:lnTo>
                    <a:pt x="97" y="2"/>
                  </a:lnTo>
                  <a:lnTo>
                    <a:pt x="99" y="2"/>
                  </a:lnTo>
                  <a:lnTo>
                    <a:pt x="100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04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8" y="0"/>
                  </a:lnTo>
                  <a:lnTo>
                    <a:pt x="110" y="1"/>
                  </a:lnTo>
                  <a:lnTo>
                    <a:pt x="111" y="2"/>
                  </a:lnTo>
                  <a:lnTo>
                    <a:pt x="112" y="3"/>
                  </a:lnTo>
                  <a:lnTo>
                    <a:pt x="114" y="4"/>
                  </a:lnTo>
                  <a:lnTo>
                    <a:pt x="115" y="5"/>
                  </a:lnTo>
                  <a:lnTo>
                    <a:pt x="116" y="7"/>
                  </a:lnTo>
                  <a:lnTo>
                    <a:pt x="118" y="8"/>
                  </a:lnTo>
                  <a:lnTo>
                    <a:pt x="119" y="10"/>
                  </a:lnTo>
                  <a:lnTo>
                    <a:pt x="120" y="11"/>
                  </a:lnTo>
                  <a:lnTo>
                    <a:pt x="122" y="13"/>
                  </a:lnTo>
                  <a:lnTo>
                    <a:pt x="123" y="15"/>
                  </a:lnTo>
                  <a:lnTo>
                    <a:pt x="124" y="17"/>
                  </a:lnTo>
                  <a:lnTo>
                    <a:pt x="126" y="19"/>
                  </a:lnTo>
                  <a:lnTo>
                    <a:pt x="127" y="21"/>
                  </a:lnTo>
                  <a:lnTo>
                    <a:pt x="128" y="23"/>
                  </a:lnTo>
                  <a:lnTo>
                    <a:pt x="130" y="25"/>
                  </a:lnTo>
                  <a:lnTo>
                    <a:pt x="131" y="27"/>
                  </a:lnTo>
                  <a:lnTo>
                    <a:pt x="132" y="29"/>
                  </a:lnTo>
                  <a:lnTo>
                    <a:pt x="134" y="30"/>
                  </a:lnTo>
                  <a:lnTo>
                    <a:pt x="135" y="33"/>
                  </a:lnTo>
                  <a:lnTo>
                    <a:pt x="136" y="35"/>
                  </a:lnTo>
                  <a:lnTo>
                    <a:pt x="138" y="37"/>
                  </a:lnTo>
                  <a:lnTo>
                    <a:pt x="139" y="39"/>
                  </a:lnTo>
                  <a:lnTo>
                    <a:pt x="140" y="41"/>
                  </a:lnTo>
                  <a:lnTo>
                    <a:pt x="142" y="43"/>
                  </a:lnTo>
                  <a:lnTo>
                    <a:pt x="143" y="45"/>
                  </a:lnTo>
                  <a:lnTo>
                    <a:pt x="144" y="47"/>
                  </a:lnTo>
                  <a:lnTo>
                    <a:pt x="146" y="49"/>
                  </a:lnTo>
                  <a:lnTo>
                    <a:pt x="147" y="51"/>
                  </a:lnTo>
                  <a:lnTo>
                    <a:pt x="148" y="53"/>
                  </a:lnTo>
                  <a:lnTo>
                    <a:pt x="150" y="55"/>
                  </a:lnTo>
                  <a:lnTo>
                    <a:pt x="151" y="57"/>
                  </a:lnTo>
                  <a:lnTo>
                    <a:pt x="153" y="59"/>
                  </a:lnTo>
                  <a:lnTo>
                    <a:pt x="154" y="61"/>
                  </a:lnTo>
                  <a:lnTo>
                    <a:pt x="155" y="63"/>
                  </a:lnTo>
                  <a:lnTo>
                    <a:pt x="157" y="65"/>
                  </a:lnTo>
                  <a:lnTo>
                    <a:pt x="158" y="67"/>
                  </a:lnTo>
                  <a:lnTo>
                    <a:pt x="159" y="69"/>
                  </a:lnTo>
                  <a:lnTo>
                    <a:pt x="161" y="71"/>
                  </a:lnTo>
                  <a:lnTo>
                    <a:pt x="162" y="73"/>
                  </a:lnTo>
                  <a:lnTo>
                    <a:pt x="163" y="75"/>
                  </a:lnTo>
                  <a:lnTo>
                    <a:pt x="165" y="77"/>
                  </a:lnTo>
                  <a:lnTo>
                    <a:pt x="166" y="79"/>
                  </a:lnTo>
                  <a:lnTo>
                    <a:pt x="167" y="81"/>
                  </a:lnTo>
                  <a:lnTo>
                    <a:pt x="169" y="83"/>
                  </a:lnTo>
                  <a:lnTo>
                    <a:pt x="170" y="85"/>
                  </a:lnTo>
                  <a:lnTo>
                    <a:pt x="171" y="87"/>
                  </a:lnTo>
                  <a:lnTo>
                    <a:pt x="173" y="89"/>
                  </a:lnTo>
                  <a:lnTo>
                    <a:pt x="174" y="90"/>
                  </a:lnTo>
                  <a:lnTo>
                    <a:pt x="175" y="92"/>
                  </a:lnTo>
                  <a:lnTo>
                    <a:pt x="177" y="94"/>
                  </a:lnTo>
                  <a:lnTo>
                    <a:pt x="178" y="96"/>
                  </a:lnTo>
                  <a:lnTo>
                    <a:pt x="179" y="98"/>
                  </a:lnTo>
                  <a:lnTo>
                    <a:pt x="181" y="100"/>
                  </a:lnTo>
                  <a:lnTo>
                    <a:pt x="182" y="101"/>
                  </a:lnTo>
                  <a:lnTo>
                    <a:pt x="183" y="103"/>
                  </a:lnTo>
                  <a:lnTo>
                    <a:pt x="185" y="105"/>
                  </a:lnTo>
                  <a:lnTo>
                    <a:pt x="186" y="107"/>
                  </a:lnTo>
                  <a:lnTo>
                    <a:pt x="187" y="108"/>
                  </a:lnTo>
                  <a:lnTo>
                    <a:pt x="189" y="110"/>
                  </a:lnTo>
                  <a:lnTo>
                    <a:pt x="190" y="112"/>
                  </a:lnTo>
                  <a:lnTo>
                    <a:pt x="191" y="114"/>
                  </a:lnTo>
                  <a:lnTo>
                    <a:pt x="193" y="115"/>
                  </a:lnTo>
                  <a:lnTo>
                    <a:pt x="194" y="117"/>
                  </a:lnTo>
                  <a:lnTo>
                    <a:pt x="195" y="119"/>
                  </a:lnTo>
                  <a:lnTo>
                    <a:pt x="197" y="121"/>
                  </a:lnTo>
                  <a:lnTo>
                    <a:pt x="198" y="122"/>
                  </a:lnTo>
                  <a:lnTo>
                    <a:pt x="200" y="124"/>
                  </a:lnTo>
                  <a:lnTo>
                    <a:pt x="201" y="126"/>
                  </a:lnTo>
                  <a:lnTo>
                    <a:pt x="202" y="127"/>
                  </a:lnTo>
                  <a:lnTo>
                    <a:pt x="204" y="129"/>
                  </a:lnTo>
                  <a:lnTo>
                    <a:pt x="205" y="131"/>
                  </a:lnTo>
                  <a:lnTo>
                    <a:pt x="206" y="132"/>
                  </a:lnTo>
                  <a:lnTo>
                    <a:pt x="208" y="134"/>
                  </a:lnTo>
                  <a:lnTo>
                    <a:pt x="209" y="136"/>
                  </a:lnTo>
                  <a:lnTo>
                    <a:pt x="210" y="137"/>
                  </a:lnTo>
                  <a:lnTo>
                    <a:pt x="212" y="139"/>
                  </a:lnTo>
                  <a:lnTo>
                    <a:pt x="213" y="140"/>
                  </a:lnTo>
                  <a:lnTo>
                    <a:pt x="214" y="142"/>
                  </a:lnTo>
                  <a:lnTo>
                    <a:pt x="216" y="143"/>
                  </a:lnTo>
                  <a:lnTo>
                    <a:pt x="217" y="145"/>
                  </a:lnTo>
                  <a:lnTo>
                    <a:pt x="218" y="146"/>
                  </a:lnTo>
                  <a:lnTo>
                    <a:pt x="220" y="147"/>
                  </a:lnTo>
                  <a:lnTo>
                    <a:pt x="221" y="149"/>
                  </a:lnTo>
                  <a:lnTo>
                    <a:pt x="222" y="150"/>
                  </a:lnTo>
                  <a:lnTo>
                    <a:pt x="224" y="152"/>
                  </a:lnTo>
                  <a:lnTo>
                    <a:pt x="225" y="153"/>
                  </a:lnTo>
                  <a:lnTo>
                    <a:pt x="226" y="155"/>
                  </a:lnTo>
                  <a:lnTo>
                    <a:pt x="228" y="156"/>
                  </a:lnTo>
                  <a:lnTo>
                    <a:pt x="229" y="157"/>
                  </a:lnTo>
                  <a:lnTo>
                    <a:pt x="230" y="159"/>
                  </a:lnTo>
                  <a:lnTo>
                    <a:pt x="232" y="160"/>
                  </a:lnTo>
                  <a:lnTo>
                    <a:pt x="233" y="161"/>
                  </a:lnTo>
                  <a:lnTo>
                    <a:pt x="234" y="163"/>
                  </a:lnTo>
                  <a:lnTo>
                    <a:pt x="236" y="164"/>
                  </a:lnTo>
                  <a:lnTo>
                    <a:pt x="237" y="165"/>
                  </a:lnTo>
                  <a:lnTo>
                    <a:pt x="238" y="167"/>
                  </a:lnTo>
                  <a:lnTo>
                    <a:pt x="240" y="168"/>
                  </a:lnTo>
                  <a:lnTo>
                    <a:pt x="241" y="169"/>
                  </a:lnTo>
                  <a:lnTo>
                    <a:pt x="242" y="170"/>
                  </a:lnTo>
                  <a:lnTo>
                    <a:pt x="244" y="172"/>
                  </a:lnTo>
                  <a:lnTo>
                    <a:pt x="245" y="173"/>
                  </a:lnTo>
                  <a:lnTo>
                    <a:pt x="246" y="174"/>
                  </a:lnTo>
                  <a:lnTo>
                    <a:pt x="248" y="175"/>
                  </a:lnTo>
                  <a:lnTo>
                    <a:pt x="249" y="177"/>
                  </a:lnTo>
                  <a:lnTo>
                    <a:pt x="251" y="178"/>
                  </a:lnTo>
                  <a:lnTo>
                    <a:pt x="252" y="179"/>
                  </a:lnTo>
                  <a:lnTo>
                    <a:pt x="253" y="180"/>
                  </a:lnTo>
                  <a:lnTo>
                    <a:pt x="255" y="181"/>
                  </a:lnTo>
                  <a:lnTo>
                    <a:pt x="256" y="183"/>
                  </a:lnTo>
                  <a:lnTo>
                    <a:pt x="257" y="184"/>
                  </a:lnTo>
                  <a:lnTo>
                    <a:pt x="259" y="185"/>
                  </a:lnTo>
                  <a:lnTo>
                    <a:pt x="260" y="186"/>
                  </a:lnTo>
                  <a:lnTo>
                    <a:pt x="261" y="187"/>
                  </a:lnTo>
                  <a:lnTo>
                    <a:pt x="263" y="188"/>
                  </a:lnTo>
                  <a:lnTo>
                    <a:pt x="264" y="189"/>
                  </a:lnTo>
                  <a:lnTo>
                    <a:pt x="265" y="190"/>
                  </a:lnTo>
                  <a:lnTo>
                    <a:pt x="267" y="191"/>
                  </a:lnTo>
                  <a:lnTo>
                    <a:pt x="268" y="192"/>
                  </a:lnTo>
                  <a:lnTo>
                    <a:pt x="269" y="193"/>
                  </a:lnTo>
                  <a:lnTo>
                    <a:pt x="271" y="193"/>
                  </a:lnTo>
                  <a:lnTo>
                    <a:pt x="272" y="194"/>
                  </a:lnTo>
                  <a:lnTo>
                    <a:pt x="273" y="195"/>
                  </a:lnTo>
                  <a:lnTo>
                    <a:pt x="275" y="196"/>
                  </a:lnTo>
                  <a:lnTo>
                    <a:pt x="276" y="197"/>
                  </a:lnTo>
                  <a:lnTo>
                    <a:pt x="277" y="198"/>
                  </a:lnTo>
                  <a:lnTo>
                    <a:pt x="279" y="198"/>
                  </a:lnTo>
                  <a:lnTo>
                    <a:pt x="280" y="199"/>
                  </a:lnTo>
                  <a:lnTo>
                    <a:pt x="281" y="200"/>
                  </a:lnTo>
                  <a:lnTo>
                    <a:pt x="283" y="201"/>
                  </a:lnTo>
                  <a:lnTo>
                    <a:pt x="284" y="201"/>
                  </a:lnTo>
                  <a:lnTo>
                    <a:pt x="285" y="202"/>
                  </a:lnTo>
                  <a:lnTo>
                    <a:pt x="287" y="203"/>
                  </a:lnTo>
                  <a:lnTo>
                    <a:pt x="288" y="203"/>
                  </a:lnTo>
                  <a:lnTo>
                    <a:pt x="289" y="204"/>
                  </a:lnTo>
                  <a:lnTo>
                    <a:pt x="291" y="204"/>
                  </a:lnTo>
                  <a:lnTo>
                    <a:pt x="292" y="205"/>
                  </a:lnTo>
                  <a:lnTo>
                    <a:pt x="293" y="206"/>
                  </a:lnTo>
                  <a:lnTo>
                    <a:pt x="295" y="206"/>
                  </a:lnTo>
                  <a:lnTo>
                    <a:pt x="296" y="207"/>
                  </a:lnTo>
                  <a:lnTo>
                    <a:pt x="297" y="207"/>
                  </a:lnTo>
                  <a:lnTo>
                    <a:pt x="299" y="208"/>
                  </a:lnTo>
                  <a:lnTo>
                    <a:pt x="300" y="208"/>
                  </a:lnTo>
                  <a:lnTo>
                    <a:pt x="302" y="209"/>
                  </a:lnTo>
                  <a:lnTo>
                    <a:pt x="303" y="209"/>
                  </a:lnTo>
                  <a:lnTo>
                    <a:pt x="304" y="210"/>
                  </a:lnTo>
                  <a:lnTo>
                    <a:pt x="306" y="210"/>
                  </a:lnTo>
                  <a:lnTo>
                    <a:pt x="307" y="210"/>
                  </a:lnTo>
                  <a:lnTo>
                    <a:pt x="308" y="211"/>
                  </a:lnTo>
                  <a:lnTo>
                    <a:pt x="310" y="211"/>
                  </a:lnTo>
                  <a:lnTo>
                    <a:pt x="311" y="211"/>
                  </a:lnTo>
                  <a:lnTo>
                    <a:pt x="312" y="212"/>
                  </a:lnTo>
                  <a:lnTo>
                    <a:pt x="314" y="212"/>
                  </a:lnTo>
                  <a:lnTo>
                    <a:pt x="315" y="212"/>
                  </a:lnTo>
                  <a:lnTo>
                    <a:pt x="316" y="213"/>
                  </a:lnTo>
                  <a:lnTo>
                    <a:pt x="318" y="213"/>
                  </a:lnTo>
                  <a:lnTo>
                    <a:pt x="319" y="213"/>
                  </a:lnTo>
                  <a:lnTo>
                    <a:pt x="320" y="214"/>
                  </a:lnTo>
                  <a:lnTo>
                    <a:pt x="322" y="214"/>
                  </a:lnTo>
                  <a:lnTo>
                    <a:pt x="323" y="214"/>
                  </a:lnTo>
                  <a:lnTo>
                    <a:pt x="324" y="214"/>
                  </a:lnTo>
                  <a:lnTo>
                    <a:pt x="326" y="215"/>
                  </a:lnTo>
                  <a:lnTo>
                    <a:pt x="327" y="215"/>
                  </a:lnTo>
                  <a:lnTo>
                    <a:pt x="328" y="215"/>
                  </a:lnTo>
                  <a:lnTo>
                    <a:pt x="330" y="215"/>
                  </a:lnTo>
                  <a:lnTo>
                    <a:pt x="331" y="215"/>
                  </a:lnTo>
                  <a:lnTo>
                    <a:pt x="332" y="216"/>
                  </a:lnTo>
                  <a:lnTo>
                    <a:pt x="334" y="216"/>
                  </a:lnTo>
                  <a:lnTo>
                    <a:pt x="335" y="216"/>
                  </a:lnTo>
                  <a:lnTo>
                    <a:pt x="336" y="216"/>
                  </a:lnTo>
                  <a:lnTo>
                    <a:pt x="338" y="216"/>
                  </a:lnTo>
                  <a:lnTo>
                    <a:pt x="339" y="216"/>
                  </a:lnTo>
                  <a:lnTo>
                    <a:pt x="340" y="216"/>
                  </a:lnTo>
                  <a:lnTo>
                    <a:pt x="342" y="217"/>
                  </a:lnTo>
                  <a:lnTo>
                    <a:pt x="343" y="217"/>
                  </a:lnTo>
                  <a:lnTo>
                    <a:pt x="344" y="217"/>
                  </a:lnTo>
                  <a:lnTo>
                    <a:pt x="346" y="217"/>
                  </a:lnTo>
                  <a:lnTo>
                    <a:pt x="347" y="217"/>
                  </a:lnTo>
                  <a:lnTo>
                    <a:pt x="348" y="217"/>
                  </a:lnTo>
                  <a:lnTo>
                    <a:pt x="350" y="217"/>
                  </a:lnTo>
                  <a:lnTo>
                    <a:pt x="351" y="217"/>
                  </a:lnTo>
                  <a:lnTo>
                    <a:pt x="353" y="217"/>
                  </a:lnTo>
                  <a:lnTo>
                    <a:pt x="354" y="217"/>
                  </a:lnTo>
                  <a:lnTo>
                    <a:pt x="355" y="217"/>
                  </a:lnTo>
                  <a:lnTo>
                    <a:pt x="357" y="217"/>
                  </a:lnTo>
                  <a:lnTo>
                    <a:pt x="358" y="217"/>
                  </a:lnTo>
                  <a:lnTo>
                    <a:pt x="359" y="217"/>
                  </a:lnTo>
                  <a:lnTo>
                    <a:pt x="361" y="218"/>
                  </a:lnTo>
                  <a:lnTo>
                    <a:pt x="362" y="218"/>
                  </a:lnTo>
                  <a:lnTo>
                    <a:pt x="363" y="218"/>
                  </a:lnTo>
                  <a:lnTo>
                    <a:pt x="365" y="218"/>
                  </a:lnTo>
                  <a:lnTo>
                    <a:pt x="366" y="218"/>
                  </a:lnTo>
                  <a:lnTo>
                    <a:pt x="367" y="218"/>
                  </a:lnTo>
                  <a:lnTo>
                    <a:pt x="369" y="218"/>
                  </a:lnTo>
                  <a:lnTo>
                    <a:pt x="370" y="218"/>
                  </a:lnTo>
                  <a:lnTo>
                    <a:pt x="371" y="218"/>
                  </a:lnTo>
                  <a:lnTo>
                    <a:pt x="373" y="218"/>
                  </a:lnTo>
                  <a:lnTo>
                    <a:pt x="374" y="218"/>
                  </a:lnTo>
                  <a:lnTo>
                    <a:pt x="375" y="218"/>
                  </a:lnTo>
                  <a:lnTo>
                    <a:pt x="377" y="218"/>
                  </a:lnTo>
                  <a:lnTo>
                    <a:pt x="378" y="218"/>
                  </a:lnTo>
                  <a:lnTo>
                    <a:pt x="379" y="218"/>
                  </a:lnTo>
                  <a:lnTo>
                    <a:pt x="381" y="218"/>
                  </a:lnTo>
                  <a:lnTo>
                    <a:pt x="382" y="217"/>
                  </a:lnTo>
                  <a:lnTo>
                    <a:pt x="383" y="217"/>
                  </a:lnTo>
                  <a:lnTo>
                    <a:pt x="385" y="217"/>
                  </a:lnTo>
                  <a:lnTo>
                    <a:pt x="386" y="217"/>
                  </a:lnTo>
                  <a:lnTo>
                    <a:pt x="387" y="217"/>
                  </a:lnTo>
                  <a:lnTo>
                    <a:pt x="389" y="217"/>
                  </a:lnTo>
                  <a:lnTo>
                    <a:pt x="390" y="217"/>
                  </a:lnTo>
                  <a:lnTo>
                    <a:pt x="391" y="217"/>
                  </a:lnTo>
                  <a:lnTo>
                    <a:pt x="393" y="217"/>
                  </a:lnTo>
                  <a:lnTo>
                    <a:pt x="394" y="217"/>
                  </a:lnTo>
                  <a:lnTo>
                    <a:pt x="395" y="217"/>
                  </a:lnTo>
                  <a:lnTo>
                    <a:pt x="397" y="217"/>
                  </a:lnTo>
                  <a:lnTo>
                    <a:pt x="398" y="217"/>
                  </a:lnTo>
                  <a:lnTo>
                    <a:pt x="399" y="217"/>
                  </a:lnTo>
                  <a:lnTo>
                    <a:pt x="401" y="217"/>
                  </a:lnTo>
                  <a:lnTo>
                    <a:pt x="402" y="217"/>
                  </a:lnTo>
                  <a:lnTo>
                    <a:pt x="404" y="217"/>
                  </a:lnTo>
                  <a:lnTo>
                    <a:pt x="405" y="217"/>
                  </a:lnTo>
                  <a:lnTo>
                    <a:pt x="406" y="217"/>
                  </a:lnTo>
                  <a:lnTo>
                    <a:pt x="408" y="217"/>
                  </a:lnTo>
                  <a:lnTo>
                    <a:pt x="409" y="217"/>
                  </a:lnTo>
                  <a:lnTo>
                    <a:pt x="410" y="216"/>
                  </a:lnTo>
                  <a:lnTo>
                    <a:pt x="412" y="216"/>
                  </a:lnTo>
                  <a:lnTo>
                    <a:pt x="413" y="216"/>
                  </a:lnTo>
                  <a:lnTo>
                    <a:pt x="414" y="216"/>
                  </a:lnTo>
                  <a:lnTo>
                    <a:pt x="416" y="216"/>
                  </a:lnTo>
                  <a:lnTo>
                    <a:pt x="417" y="216"/>
                  </a:lnTo>
                  <a:lnTo>
                    <a:pt x="418" y="216"/>
                  </a:lnTo>
                  <a:lnTo>
                    <a:pt x="420" y="216"/>
                  </a:lnTo>
                  <a:lnTo>
                    <a:pt x="421" y="216"/>
                  </a:lnTo>
                  <a:lnTo>
                    <a:pt x="422" y="216"/>
                  </a:lnTo>
                  <a:lnTo>
                    <a:pt x="424" y="215"/>
                  </a:lnTo>
                  <a:lnTo>
                    <a:pt x="425" y="215"/>
                  </a:lnTo>
                  <a:lnTo>
                    <a:pt x="426" y="215"/>
                  </a:lnTo>
                  <a:lnTo>
                    <a:pt x="428" y="215"/>
                  </a:lnTo>
                  <a:lnTo>
                    <a:pt x="429" y="215"/>
                  </a:lnTo>
                  <a:lnTo>
                    <a:pt x="430" y="215"/>
                  </a:lnTo>
                  <a:lnTo>
                    <a:pt x="432" y="215"/>
                  </a:lnTo>
                  <a:lnTo>
                    <a:pt x="433" y="215"/>
                  </a:lnTo>
                  <a:lnTo>
                    <a:pt x="434" y="215"/>
                  </a:lnTo>
                  <a:lnTo>
                    <a:pt x="436" y="215"/>
                  </a:lnTo>
                  <a:lnTo>
                    <a:pt x="437" y="215"/>
                  </a:lnTo>
                  <a:lnTo>
                    <a:pt x="438" y="215"/>
                  </a:lnTo>
                  <a:lnTo>
                    <a:pt x="440" y="214"/>
                  </a:lnTo>
                  <a:lnTo>
                    <a:pt x="441" y="214"/>
                  </a:lnTo>
                  <a:lnTo>
                    <a:pt x="442" y="214"/>
                  </a:lnTo>
                  <a:lnTo>
                    <a:pt x="444" y="214"/>
                  </a:lnTo>
                  <a:lnTo>
                    <a:pt x="445" y="214"/>
                  </a:lnTo>
                  <a:lnTo>
                    <a:pt x="446" y="214"/>
                  </a:lnTo>
                  <a:lnTo>
                    <a:pt x="448" y="214"/>
                  </a:lnTo>
                  <a:lnTo>
                    <a:pt x="449" y="214"/>
                  </a:lnTo>
                  <a:lnTo>
                    <a:pt x="450" y="214"/>
                  </a:lnTo>
                  <a:lnTo>
                    <a:pt x="452" y="214"/>
                  </a:lnTo>
                  <a:lnTo>
                    <a:pt x="453" y="214"/>
                  </a:lnTo>
                  <a:lnTo>
                    <a:pt x="455" y="214"/>
                  </a:lnTo>
                  <a:lnTo>
                    <a:pt x="456" y="213"/>
                  </a:lnTo>
                  <a:lnTo>
                    <a:pt x="457" y="213"/>
                  </a:lnTo>
                  <a:lnTo>
                    <a:pt x="459" y="213"/>
                  </a:lnTo>
                  <a:lnTo>
                    <a:pt x="460" y="213"/>
                  </a:lnTo>
                  <a:lnTo>
                    <a:pt x="461" y="213"/>
                  </a:lnTo>
                  <a:lnTo>
                    <a:pt x="463" y="213"/>
                  </a:lnTo>
                  <a:lnTo>
                    <a:pt x="464" y="213"/>
                  </a:lnTo>
                  <a:lnTo>
                    <a:pt x="465" y="213"/>
                  </a:lnTo>
                  <a:lnTo>
                    <a:pt x="467" y="213"/>
                  </a:lnTo>
                  <a:lnTo>
                    <a:pt x="468" y="213"/>
                  </a:lnTo>
                  <a:lnTo>
                    <a:pt x="469" y="213"/>
                  </a:lnTo>
                  <a:lnTo>
                    <a:pt x="471" y="213"/>
                  </a:lnTo>
                  <a:lnTo>
                    <a:pt x="472" y="212"/>
                  </a:lnTo>
                  <a:lnTo>
                    <a:pt x="473" y="212"/>
                  </a:lnTo>
                  <a:lnTo>
                    <a:pt x="475" y="212"/>
                  </a:lnTo>
                  <a:lnTo>
                    <a:pt x="476" y="212"/>
                  </a:lnTo>
                  <a:lnTo>
                    <a:pt x="477" y="212"/>
                  </a:lnTo>
                  <a:lnTo>
                    <a:pt x="479" y="212"/>
                  </a:lnTo>
                  <a:lnTo>
                    <a:pt x="480" y="212"/>
                  </a:lnTo>
                  <a:lnTo>
                    <a:pt x="481" y="212"/>
                  </a:lnTo>
                  <a:lnTo>
                    <a:pt x="483" y="212"/>
                  </a:lnTo>
                  <a:lnTo>
                    <a:pt x="484" y="212"/>
                  </a:lnTo>
                  <a:lnTo>
                    <a:pt x="485" y="212"/>
                  </a:lnTo>
                  <a:lnTo>
                    <a:pt x="487" y="212"/>
                  </a:lnTo>
                  <a:lnTo>
                    <a:pt x="488" y="212"/>
                  </a:lnTo>
                  <a:lnTo>
                    <a:pt x="489" y="212"/>
                  </a:lnTo>
                  <a:lnTo>
                    <a:pt x="491" y="212"/>
                  </a:lnTo>
                  <a:lnTo>
                    <a:pt x="492" y="212"/>
                  </a:lnTo>
                  <a:lnTo>
                    <a:pt x="493" y="212"/>
                  </a:lnTo>
                  <a:lnTo>
                    <a:pt x="495" y="212"/>
                  </a:lnTo>
                  <a:lnTo>
                    <a:pt x="496" y="211"/>
                  </a:lnTo>
                  <a:lnTo>
                    <a:pt x="497" y="211"/>
                  </a:lnTo>
                  <a:lnTo>
                    <a:pt x="499" y="211"/>
                  </a:lnTo>
                  <a:lnTo>
                    <a:pt x="500" y="211"/>
                  </a:lnTo>
                  <a:lnTo>
                    <a:pt x="502" y="211"/>
                  </a:lnTo>
                  <a:lnTo>
                    <a:pt x="503" y="211"/>
                  </a:lnTo>
                  <a:lnTo>
                    <a:pt x="504" y="211"/>
                  </a:lnTo>
                  <a:lnTo>
                    <a:pt x="506" y="211"/>
                  </a:lnTo>
                  <a:lnTo>
                    <a:pt x="507" y="211"/>
                  </a:lnTo>
                  <a:lnTo>
                    <a:pt x="508" y="211"/>
                  </a:lnTo>
                  <a:lnTo>
                    <a:pt x="510" y="211"/>
                  </a:lnTo>
                  <a:lnTo>
                    <a:pt x="511" y="211"/>
                  </a:lnTo>
                  <a:lnTo>
                    <a:pt x="512" y="211"/>
                  </a:lnTo>
                  <a:lnTo>
                    <a:pt x="514" y="211"/>
                  </a:lnTo>
                  <a:lnTo>
                    <a:pt x="515" y="210"/>
                  </a:lnTo>
                  <a:lnTo>
                    <a:pt x="516" y="210"/>
                  </a:lnTo>
                  <a:lnTo>
                    <a:pt x="518" y="210"/>
                  </a:lnTo>
                  <a:lnTo>
                    <a:pt x="519" y="210"/>
                  </a:lnTo>
                  <a:lnTo>
                    <a:pt x="520" y="210"/>
                  </a:lnTo>
                  <a:lnTo>
                    <a:pt x="522" y="210"/>
                  </a:lnTo>
                  <a:lnTo>
                    <a:pt x="523" y="210"/>
                  </a:lnTo>
                  <a:lnTo>
                    <a:pt x="524" y="210"/>
                  </a:lnTo>
                  <a:lnTo>
                    <a:pt x="526" y="210"/>
                  </a:lnTo>
                  <a:lnTo>
                    <a:pt x="527" y="210"/>
                  </a:lnTo>
                  <a:lnTo>
                    <a:pt x="528" y="210"/>
                  </a:lnTo>
                  <a:lnTo>
                    <a:pt x="530" y="210"/>
                  </a:lnTo>
                  <a:lnTo>
                    <a:pt x="531" y="210"/>
                  </a:lnTo>
                  <a:lnTo>
                    <a:pt x="532" y="210"/>
                  </a:lnTo>
                  <a:lnTo>
                    <a:pt x="534" y="210"/>
                  </a:lnTo>
                  <a:lnTo>
                    <a:pt x="535" y="210"/>
                  </a:lnTo>
                  <a:lnTo>
                    <a:pt x="536" y="209"/>
                  </a:lnTo>
                  <a:lnTo>
                    <a:pt x="538" y="209"/>
                  </a:lnTo>
                  <a:lnTo>
                    <a:pt x="539" y="209"/>
                  </a:lnTo>
                  <a:lnTo>
                    <a:pt x="540" y="209"/>
                  </a:lnTo>
                  <a:lnTo>
                    <a:pt x="542" y="209"/>
                  </a:lnTo>
                  <a:lnTo>
                    <a:pt x="543" y="209"/>
                  </a:lnTo>
                  <a:lnTo>
                    <a:pt x="544" y="209"/>
                  </a:lnTo>
                  <a:lnTo>
                    <a:pt x="546" y="209"/>
                  </a:lnTo>
                  <a:lnTo>
                    <a:pt x="547" y="209"/>
                  </a:lnTo>
                  <a:lnTo>
                    <a:pt x="548" y="209"/>
                  </a:lnTo>
                  <a:lnTo>
                    <a:pt x="550" y="209"/>
                  </a:lnTo>
                  <a:lnTo>
                    <a:pt x="551" y="209"/>
                  </a:lnTo>
                  <a:lnTo>
                    <a:pt x="553" y="209"/>
                  </a:lnTo>
                  <a:lnTo>
                    <a:pt x="554" y="209"/>
                  </a:lnTo>
                  <a:lnTo>
                    <a:pt x="555" y="209"/>
                  </a:lnTo>
                  <a:lnTo>
                    <a:pt x="557" y="209"/>
                  </a:lnTo>
                  <a:lnTo>
                    <a:pt x="558" y="209"/>
                  </a:lnTo>
                  <a:lnTo>
                    <a:pt x="559" y="209"/>
                  </a:lnTo>
                  <a:lnTo>
                    <a:pt x="561" y="209"/>
                  </a:lnTo>
                  <a:lnTo>
                    <a:pt x="562" y="209"/>
                  </a:lnTo>
                  <a:lnTo>
                    <a:pt x="563" y="209"/>
                  </a:lnTo>
                  <a:lnTo>
                    <a:pt x="565" y="208"/>
                  </a:lnTo>
                  <a:lnTo>
                    <a:pt x="566" y="208"/>
                  </a:lnTo>
                  <a:lnTo>
                    <a:pt x="567" y="208"/>
                  </a:lnTo>
                  <a:lnTo>
                    <a:pt x="569" y="208"/>
                  </a:lnTo>
                  <a:lnTo>
                    <a:pt x="570" y="208"/>
                  </a:lnTo>
                  <a:lnTo>
                    <a:pt x="571" y="208"/>
                  </a:lnTo>
                  <a:lnTo>
                    <a:pt x="573" y="208"/>
                  </a:lnTo>
                  <a:lnTo>
                    <a:pt x="574" y="208"/>
                  </a:lnTo>
                  <a:lnTo>
                    <a:pt x="575" y="208"/>
                  </a:lnTo>
                  <a:lnTo>
                    <a:pt x="577" y="208"/>
                  </a:lnTo>
                  <a:lnTo>
                    <a:pt x="578" y="208"/>
                  </a:lnTo>
                  <a:lnTo>
                    <a:pt x="579" y="208"/>
                  </a:lnTo>
                  <a:lnTo>
                    <a:pt x="581" y="208"/>
                  </a:lnTo>
                  <a:lnTo>
                    <a:pt x="582" y="208"/>
                  </a:lnTo>
                  <a:lnTo>
                    <a:pt x="583" y="208"/>
                  </a:lnTo>
                  <a:lnTo>
                    <a:pt x="585" y="208"/>
                  </a:lnTo>
                  <a:lnTo>
                    <a:pt x="586" y="208"/>
                  </a:lnTo>
                  <a:lnTo>
                    <a:pt x="587" y="208"/>
                  </a:lnTo>
                  <a:lnTo>
                    <a:pt x="589" y="208"/>
                  </a:lnTo>
                  <a:lnTo>
                    <a:pt x="590" y="208"/>
                  </a:lnTo>
                  <a:lnTo>
                    <a:pt x="591" y="208"/>
                  </a:lnTo>
                  <a:lnTo>
                    <a:pt x="593" y="208"/>
                  </a:lnTo>
                  <a:lnTo>
                    <a:pt x="594" y="208"/>
                  </a:lnTo>
                  <a:lnTo>
                    <a:pt x="595" y="208"/>
                  </a:lnTo>
                  <a:lnTo>
                    <a:pt x="597" y="208"/>
                  </a:lnTo>
                  <a:lnTo>
                    <a:pt x="598" y="207"/>
                  </a:lnTo>
                  <a:lnTo>
                    <a:pt x="599" y="207"/>
                  </a:lnTo>
                  <a:lnTo>
                    <a:pt x="601" y="207"/>
                  </a:lnTo>
                  <a:lnTo>
                    <a:pt x="602" y="207"/>
                  </a:lnTo>
                  <a:lnTo>
                    <a:pt x="604" y="207"/>
                  </a:lnTo>
                  <a:lnTo>
                    <a:pt x="605" y="207"/>
                  </a:lnTo>
                  <a:lnTo>
                    <a:pt x="606" y="207"/>
                  </a:lnTo>
                  <a:lnTo>
                    <a:pt x="608" y="207"/>
                  </a:lnTo>
                  <a:lnTo>
                    <a:pt x="609" y="207"/>
                  </a:lnTo>
                  <a:lnTo>
                    <a:pt x="610" y="207"/>
                  </a:lnTo>
                  <a:lnTo>
                    <a:pt x="612" y="207"/>
                  </a:lnTo>
                  <a:lnTo>
                    <a:pt x="613" y="207"/>
                  </a:lnTo>
                  <a:lnTo>
                    <a:pt x="614" y="207"/>
                  </a:lnTo>
                  <a:lnTo>
                    <a:pt x="616" y="207"/>
                  </a:lnTo>
                  <a:lnTo>
                    <a:pt x="617" y="207"/>
                  </a:lnTo>
                  <a:lnTo>
                    <a:pt x="618" y="207"/>
                  </a:lnTo>
                  <a:lnTo>
                    <a:pt x="620" y="207"/>
                  </a:lnTo>
                  <a:lnTo>
                    <a:pt x="621" y="207"/>
                  </a:lnTo>
                  <a:lnTo>
                    <a:pt x="622" y="207"/>
                  </a:lnTo>
                  <a:lnTo>
                    <a:pt x="624" y="207"/>
                  </a:lnTo>
                  <a:lnTo>
                    <a:pt x="625" y="207"/>
                  </a:lnTo>
                  <a:lnTo>
                    <a:pt x="626" y="207"/>
                  </a:lnTo>
                  <a:lnTo>
                    <a:pt x="628" y="207"/>
                  </a:lnTo>
                  <a:lnTo>
                    <a:pt x="629" y="206"/>
                  </a:lnTo>
                  <a:lnTo>
                    <a:pt x="630" y="206"/>
                  </a:lnTo>
                  <a:lnTo>
                    <a:pt x="632" y="206"/>
                  </a:lnTo>
                  <a:lnTo>
                    <a:pt x="633" y="206"/>
                  </a:lnTo>
                  <a:lnTo>
                    <a:pt x="634" y="206"/>
                  </a:lnTo>
                  <a:lnTo>
                    <a:pt x="636" y="206"/>
                  </a:lnTo>
                  <a:lnTo>
                    <a:pt x="637" y="206"/>
                  </a:lnTo>
                  <a:lnTo>
                    <a:pt x="638" y="206"/>
                  </a:lnTo>
                  <a:lnTo>
                    <a:pt x="640" y="206"/>
                  </a:lnTo>
                  <a:lnTo>
                    <a:pt x="641" y="206"/>
                  </a:lnTo>
                  <a:lnTo>
                    <a:pt x="642" y="206"/>
                  </a:lnTo>
                  <a:lnTo>
                    <a:pt x="644" y="206"/>
                  </a:lnTo>
                  <a:lnTo>
                    <a:pt x="645" y="206"/>
                  </a:lnTo>
                  <a:lnTo>
                    <a:pt x="646" y="206"/>
                  </a:lnTo>
                  <a:lnTo>
                    <a:pt x="648" y="206"/>
                  </a:lnTo>
                  <a:lnTo>
                    <a:pt x="649" y="206"/>
                  </a:lnTo>
                  <a:lnTo>
                    <a:pt x="650" y="206"/>
                  </a:lnTo>
                  <a:lnTo>
                    <a:pt x="652" y="206"/>
                  </a:lnTo>
                  <a:lnTo>
                    <a:pt x="653" y="206"/>
                  </a:lnTo>
                  <a:lnTo>
                    <a:pt x="655" y="206"/>
                  </a:lnTo>
                  <a:lnTo>
                    <a:pt x="656" y="206"/>
                  </a:lnTo>
                  <a:lnTo>
                    <a:pt x="657" y="206"/>
                  </a:lnTo>
                  <a:lnTo>
                    <a:pt x="659" y="206"/>
                  </a:lnTo>
                  <a:lnTo>
                    <a:pt x="660" y="206"/>
                  </a:lnTo>
                  <a:lnTo>
                    <a:pt x="661" y="206"/>
                  </a:lnTo>
                  <a:lnTo>
                    <a:pt x="663" y="206"/>
                  </a:lnTo>
                  <a:lnTo>
                    <a:pt x="664" y="206"/>
                  </a:lnTo>
                  <a:lnTo>
                    <a:pt x="665" y="206"/>
                  </a:lnTo>
                  <a:lnTo>
                    <a:pt x="667" y="206"/>
                  </a:lnTo>
                  <a:lnTo>
                    <a:pt x="668" y="205"/>
                  </a:lnTo>
                  <a:lnTo>
                    <a:pt x="669" y="205"/>
                  </a:lnTo>
                  <a:lnTo>
                    <a:pt x="671" y="205"/>
                  </a:lnTo>
                  <a:lnTo>
                    <a:pt x="672" y="205"/>
                  </a:lnTo>
                  <a:lnTo>
                    <a:pt x="673" y="205"/>
                  </a:lnTo>
                  <a:lnTo>
                    <a:pt x="675" y="205"/>
                  </a:lnTo>
                  <a:lnTo>
                    <a:pt x="676" y="205"/>
                  </a:lnTo>
                  <a:lnTo>
                    <a:pt x="677" y="205"/>
                  </a:lnTo>
                  <a:lnTo>
                    <a:pt x="679" y="205"/>
                  </a:lnTo>
                  <a:lnTo>
                    <a:pt x="680" y="205"/>
                  </a:lnTo>
                  <a:lnTo>
                    <a:pt x="681" y="205"/>
                  </a:lnTo>
                  <a:lnTo>
                    <a:pt x="683" y="205"/>
                  </a:lnTo>
                  <a:lnTo>
                    <a:pt x="684" y="205"/>
                  </a:lnTo>
                  <a:lnTo>
                    <a:pt x="685" y="205"/>
                  </a:lnTo>
                  <a:lnTo>
                    <a:pt x="687" y="205"/>
                  </a:lnTo>
                  <a:lnTo>
                    <a:pt x="688" y="205"/>
                  </a:lnTo>
                  <a:lnTo>
                    <a:pt x="689" y="205"/>
                  </a:lnTo>
                  <a:lnTo>
                    <a:pt x="691" y="205"/>
                  </a:lnTo>
                  <a:lnTo>
                    <a:pt x="692" y="205"/>
                  </a:lnTo>
                  <a:lnTo>
                    <a:pt x="693" y="205"/>
                  </a:lnTo>
                  <a:lnTo>
                    <a:pt x="695" y="205"/>
                  </a:lnTo>
                  <a:lnTo>
                    <a:pt x="696" y="205"/>
                  </a:lnTo>
                  <a:lnTo>
                    <a:pt x="697" y="205"/>
                  </a:lnTo>
                  <a:lnTo>
                    <a:pt x="699" y="205"/>
                  </a:lnTo>
                  <a:lnTo>
                    <a:pt x="700" y="205"/>
                  </a:lnTo>
                  <a:lnTo>
                    <a:pt x="701" y="205"/>
                  </a:lnTo>
                  <a:lnTo>
                    <a:pt x="703" y="204"/>
                  </a:lnTo>
                  <a:lnTo>
                    <a:pt x="704" y="204"/>
                  </a:lnTo>
                  <a:lnTo>
                    <a:pt x="706" y="204"/>
                  </a:lnTo>
                  <a:lnTo>
                    <a:pt x="707" y="204"/>
                  </a:lnTo>
                  <a:lnTo>
                    <a:pt x="708" y="204"/>
                  </a:lnTo>
                  <a:lnTo>
                    <a:pt x="710" y="204"/>
                  </a:lnTo>
                  <a:lnTo>
                    <a:pt x="711" y="204"/>
                  </a:lnTo>
                  <a:lnTo>
                    <a:pt x="712" y="204"/>
                  </a:lnTo>
                  <a:lnTo>
                    <a:pt x="714" y="204"/>
                  </a:lnTo>
                  <a:lnTo>
                    <a:pt x="715" y="204"/>
                  </a:lnTo>
                  <a:lnTo>
                    <a:pt x="716" y="204"/>
                  </a:lnTo>
                  <a:lnTo>
                    <a:pt x="718" y="204"/>
                  </a:lnTo>
                  <a:lnTo>
                    <a:pt x="719" y="204"/>
                  </a:lnTo>
                  <a:lnTo>
                    <a:pt x="720" y="204"/>
                  </a:lnTo>
                  <a:lnTo>
                    <a:pt x="722" y="204"/>
                  </a:lnTo>
                  <a:lnTo>
                    <a:pt x="723" y="204"/>
                  </a:lnTo>
                  <a:lnTo>
                    <a:pt x="724" y="204"/>
                  </a:lnTo>
                  <a:lnTo>
                    <a:pt x="726" y="204"/>
                  </a:lnTo>
                  <a:lnTo>
                    <a:pt x="727" y="204"/>
                  </a:lnTo>
                  <a:lnTo>
                    <a:pt x="728" y="204"/>
                  </a:lnTo>
                  <a:lnTo>
                    <a:pt x="730" y="204"/>
                  </a:lnTo>
                  <a:lnTo>
                    <a:pt x="731" y="204"/>
                  </a:lnTo>
                  <a:lnTo>
                    <a:pt x="732" y="204"/>
                  </a:lnTo>
                  <a:lnTo>
                    <a:pt x="734" y="204"/>
                  </a:lnTo>
                  <a:lnTo>
                    <a:pt x="735" y="203"/>
                  </a:lnTo>
                  <a:lnTo>
                    <a:pt x="736" y="204"/>
                  </a:lnTo>
                  <a:lnTo>
                    <a:pt x="738" y="203"/>
                  </a:lnTo>
                  <a:lnTo>
                    <a:pt x="739" y="203"/>
                  </a:lnTo>
                  <a:lnTo>
                    <a:pt x="740" y="203"/>
                  </a:lnTo>
                  <a:lnTo>
                    <a:pt x="742" y="203"/>
                  </a:lnTo>
                  <a:lnTo>
                    <a:pt x="743" y="203"/>
                  </a:lnTo>
                  <a:lnTo>
                    <a:pt x="744" y="203"/>
                  </a:lnTo>
                  <a:lnTo>
                    <a:pt x="746" y="203"/>
                  </a:lnTo>
                  <a:lnTo>
                    <a:pt x="747" y="203"/>
                  </a:lnTo>
                  <a:lnTo>
                    <a:pt x="748" y="203"/>
                  </a:lnTo>
                  <a:lnTo>
                    <a:pt x="750" y="203"/>
                  </a:lnTo>
                  <a:lnTo>
                    <a:pt x="751" y="203"/>
                  </a:lnTo>
                  <a:lnTo>
                    <a:pt x="752" y="203"/>
                  </a:lnTo>
                  <a:lnTo>
                    <a:pt x="754" y="203"/>
                  </a:lnTo>
                  <a:lnTo>
                    <a:pt x="755" y="203"/>
                  </a:lnTo>
                  <a:lnTo>
                    <a:pt x="757" y="203"/>
                  </a:lnTo>
                  <a:lnTo>
                    <a:pt x="758" y="203"/>
                  </a:lnTo>
                  <a:lnTo>
                    <a:pt x="759" y="203"/>
                  </a:lnTo>
                  <a:lnTo>
                    <a:pt x="761" y="203"/>
                  </a:lnTo>
                  <a:lnTo>
                    <a:pt x="762" y="203"/>
                  </a:lnTo>
                  <a:lnTo>
                    <a:pt x="763" y="203"/>
                  </a:lnTo>
                  <a:lnTo>
                    <a:pt x="765" y="203"/>
                  </a:lnTo>
                  <a:lnTo>
                    <a:pt x="766" y="203"/>
                  </a:lnTo>
                  <a:lnTo>
                    <a:pt x="767" y="203"/>
                  </a:lnTo>
                  <a:lnTo>
                    <a:pt x="769" y="203"/>
                  </a:lnTo>
                  <a:lnTo>
                    <a:pt x="770" y="203"/>
                  </a:lnTo>
                  <a:lnTo>
                    <a:pt x="771" y="203"/>
                  </a:lnTo>
                  <a:lnTo>
                    <a:pt x="773" y="203"/>
                  </a:lnTo>
                  <a:lnTo>
                    <a:pt x="774" y="203"/>
                  </a:lnTo>
                  <a:lnTo>
                    <a:pt x="775" y="203"/>
                  </a:lnTo>
                  <a:lnTo>
                    <a:pt x="777" y="203"/>
                  </a:lnTo>
                  <a:lnTo>
                    <a:pt x="778" y="203"/>
                  </a:lnTo>
                  <a:lnTo>
                    <a:pt x="779" y="203"/>
                  </a:lnTo>
                  <a:lnTo>
                    <a:pt x="781" y="203"/>
                  </a:lnTo>
                  <a:lnTo>
                    <a:pt x="782" y="203"/>
                  </a:lnTo>
                  <a:lnTo>
                    <a:pt x="783" y="203"/>
                  </a:lnTo>
                  <a:lnTo>
                    <a:pt x="785" y="203"/>
                  </a:lnTo>
                  <a:lnTo>
                    <a:pt x="786" y="203"/>
                  </a:lnTo>
                  <a:lnTo>
                    <a:pt x="787" y="202"/>
                  </a:lnTo>
                  <a:lnTo>
                    <a:pt x="789" y="202"/>
                  </a:lnTo>
                  <a:lnTo>
                    <a:pt x="790" y="202"/>
                  </a:lnTo>
                  <a:lnTo>
                    <a:pt x="791" y="202"/>
                  </a:lnTo>
                  <a:lnTo>
                    <a:pt x="793" y="202"/>
                  </a:lnTo>
                  <a:lnTo>
                    <a:pt x="794" y="202"/>
                  </a:lnTo>
                  <a:lnTo>
                    <a:pt x="795" y="202"/>
                  </a:lnTo>
                  <a:lnTo>
                    <a:pt x="797" y="202"/>
                  </a:lnTo>
                  <a:lnTo>
                    <a:pt x="798" y="202"/>
                  </a:lnTo>
                  <a:lnTo>
                    <a:pt x="799" y="202"/>
                  </a:lnTo>
                  <a:lnTo>
                    <a:pt x="801" y="202"/>
                  </a:lnTo>
                  <a:lnTo>
                    <a:pt x="802" y="202"/>
                  </a:lnTo>
                  <a:lnTo>
                    <a:pt x="804" y="202"/>
                  </a:lnTo>
                  <a:lnTo>
                    <a:pt x="805" y="202"/>
                  </a:lnTo>
                  <a:lnTo>
                    <a:pt x="806" y="202"/>
                  </a:lnTo>
                  <a:lnTo>
                    <a:pt x="808" y="202"/>
                  </a:lnTo>
                  <a:lnTo>
                    <a:pt x="809" y="202"/>
                  </a:lnTo>
                  <a:lnTo>
                    <a:pt x="810" y="202"/>
                  </a:lnTo>
                  <a:lnTo>
                    <a:pt x="812" y="202"/>
                  </a:lnTo>
                  <a:lnTo>
                    <a:pt x="813" y="202"/>
                  </a:lnTo>
                  <a:lnTo>
                    <a:pt x="814" y="202"/>
                  </a:lnTo>
                  <a:lnTo>
                    <a:pt x="816" y="202"/>
                  </a:lnTo>
                  <a:lnTo>
                    <a:pt x="817" y="202"/>
                  </a:lnTo>
                  <a:lnTo>
                    <a:pt x="818" y="202"/>
                  </a:lnTo>
                  <a:lnTo>
                    <a:pt x="820" y="202"/>
                  </a:lnTo>
                  <a:lnTo>
                    <a:pt x="821" y="202"/>
                  </a:lnTo>
                  <a:lnTo>
                    <a:pt x="822" y="202"/>
                  </a:lnTo>
                  <a:lnTo>
                    <a:pt x="824" y="202"/>
                  </a:lnTo>
                  <a:lnTo>
                    <a:pt x="825" y="202"/>
                  </a:lnTo>
                  <a:lnTo>
                    <a:pt x="826" y="202"/>
                  </a:lnTo>
                  <a:lnTo>
                    <a:pt x="828" y="202"/>
                  </a:lnTo>
                  <a:lnTo>
                    <a:pt x="829" y="202"/>
                  </a:lnTo>
                  <a:lnTo>
                    <a:pt x="830" y="202"/>
                  </a:lnTo>
                  <a:lnTo>
                    <a:pt x="832" y="202"/>
                  </a:lnTo>
                  <a:lnTo>
                    <a:pt x="833" y="202"/>
                  </a:lnTo>
                  <a:lnTo>
                    <a:pt x="834" y="202"/>
                  </a:lnTo>
                  <a:lnTo>
                    <a:pt x="836" y="202"/>
                  </a:lnTo>
                  <a:lnTo>
                    <a:pt x="837" y="202"/>
                  </a:lnTo>
                  <a:lnTo>
                    <a:pt x="838" y="202"/>
                  </a:lnTo>
                  <a:lnTo>
                    <a:pt x="840" y="201"/>
                  </a:lnTo>
                  <a:lnTo>
                    <a:pt x="841" y="201"/>
                  </a:lnTo>
                  <a:lnTo>
                    <a:pt x="842" y="201"/>
                  </a:lnTo>
                  <a:lnTo>
                    <a:pt x="844" y="201"/>
                  </a:lnTo>
                  <a:lnTo>
                    <a:pt x="845" y="201"/>
                  </a:lnTo>
                  <a:lnTo>
                    <a:pt x="846" y="201"/>
                  </a:lnTo>
                  <a:lnTo>
                    <a:pt x="848" y="201"/>
                  </a:lnTo>
                  <a:lnTo>
                    <a:pt x="849" y="201"/>
                  </a:lnTo>
                  <a:lnTo>
                    <a:pt x="850" y="201"/>
                  </a:lnTo>
                  <a:lnTo>
                    <a:pt x="852" y="201"/>
                  </a:lnTo>
                  <a:lnTo>
                    <a:pt x="853" y="201"/>
                  </a:lnTo>
                  <a:lnTo>
                    <a:pt x="855" y="201"/>
                  </a:lnTo>
                  <a:lnTo>
                    <a:pt x="856" y="201"/>
                  </a:lnTo>
                  <a:lnTo>
                    <a:pt x="857" y="201"/>
                  </a:lnTo>
                  <a:lnTo>
                    <a:pt x="859" y="201"/>
                  </a:lnTo>
                  <a:lnTo>
                    <a:pt x="860" y="201"/>
                  </a:lnTo>
                  <a:lnTo>
                    <a:pt x="861" y="201"/>
                  </a:lnTo>
                  <a:lnTo>
                    <a:pt x="863" y="201"/>
                  </a:lnTo>
                  <a:lnTo>
                    <a:pt x="864" y="201"/>
                  </a:lnTo>
                  <a:lnTo>
                    <a:pt x="865" y="201"/>
                  </a:lnTo>
                  <a:lnTo>
                    <a:pt x="867" y="201"/>
                  </a:lnTo>
                  <a:lnTo>
                    <a:pt x="868" y="201"/>
                  </a:lnTo>
                  <a:lnTo>
                    <a:pt x="869" y="201"/>
                  </a:lnTo>
                  <a:lnTo>
                    <a:pt x="871" y="201"/>
                  </a:lnTo>
                  <a:lnTo>
                    <a:pt x="872" y="201"/>
                  </a:lnTo>
                  <a:lnTo>
                    <a:pt x="873" y="201"/>
                  </a:lnTo>
                  <a:lnTo>
                    <a:pt x="875" y="201"/>
                  </a:lnTo>
                  <a:lnTo>
                    <a:pt x="876" y="201"/>
                  </a:lnTo>
                  <a:lnTo>
                    <a:pt x="877" y="201"/>
                  </a:lnTo>
                  <a:lnTo>
                    <a:pt x="879" y="201"/>
                  </a:lnTo>
                  <a:lnTo>
                    <a:pt x="880" y="200"/>
                  </a:lnTo>
                  <a:lnTo>
                    <a:pt x="881" y="200"/>
                  </a:lnTo>
                  <a:lnTo>
                    <a:pt x="883" y="200"/>
                  </a:lnTo>
                  <a:lnTo>
                    <a:pt x="884" y="200"/>
                  </a:lnTo>
                  <a:lnTo>
                    <a:pt x="885" y="200"/>
                  </a:lnTo>
                  <a:lnTo>
                    <a:pt x="887" y="200"/>
                  </a:lnTo>
                  <a:lnTo>
                    <a:pt x="888" y="200"/>
                  </a:lnTo>
                  <a:lnTo>
                    <a:pt x="889" y="200"/>
                  </a:lnTo>
                  <a:lnTo>
                    <a:pt x="891" y="200"/>
                  </a:lnTo>
                  <a:lnTo>
                    <a:pt x="892" y="200"/>
                  </a:lnTo>
                  <a:lnTo>
                    <a:pt x="893" y="200"/>
                  </a:lnTo>
                  <a:lnTo>
                    <a:pt x="895" y="200"/>
                  </a:lnTo>
                  <a:lnTo>
                    <a:pt x="896" y="200"/>
                  </a:lnTo>
                  <a:lnTo>
                    <a:pt x="897" y="200"/>
                  </a:lnTo>
                  <a:lnTo>
                    <a:pt x="899" y="200"/>
                  </a:lnTo>
                  <a:lnTo>
                    <a:pt x="900" y="200"/>
                  </a:lnTo>
                  <a:lnTo>
                    <a:pt x="901" y="200"/>
                  </a:lnTo>
                  <a:lnTo>
                    <a:pt x="903" y="200"/>
                  </a:lnTo>
                  <a:lnTo>
                    <a:pt x="904" y="200"/>
                  </a:lnTo>
                  <a:lnTo>
                    <a:pt x="906" y="200"/>
                  </a:lnTo>
                  <a:lnTo>
                    <a:pt x="907" y="200"/>
                  </a:lnTo>
                  <a:lnTo>
                    <a:pt x="908" y="200"/>
                  </a:lnTo>
                  <a:lnTo>
                    <a:pt x="910" y="200"/>
                  </a:lnTo>
                  <a:lnTo>
                    <a:pt x="911" y="200"/>
                  </a:lnTo>
                  <a:lnTo>
                    <a:pt x="912" y="200"/>
                  </a:lnTo>
                  <a:lnTo>
                    <a:pt x="914" y="200"/>
                  </a:lnTo>
                  <a:lnTo>
                    <a:pt x="915" y="200"/>
                  </a:lnTo>
                  <a:lnTo>
                    <a:pt x="916" y="200"/>
                  </a:lnTo>
                  <a:lnTo>
                    <a:pt x="918" y="200"/>
                  </a:lnTo>
                  <a:lnTo>
                    <a:pt x="919" y="200"/>
                  </a:lnTo>
                  <a:lnTo>
                    <a:pt x="920" y="200"/>
                  </a:lnTo>
                  <a:lnTo>
                    <a:pt x="922" y="200"/>
                  </a:lnTo>
                  <a:lnTo>
                    <a:pt x="923" y="200"/>
                  </a:lnTo>
                  <a:lnTo>
                    <a:pt x="924" y="200"/>
                  </a:lnTo>
                  <a:lnTo>
                    <a:pt x="926" y="200"/>
                  </a:lnTo>
                  <a:lnTo>
                    <a:pt x="927" y="200"/>
                  </a:lnTo>
                  <a:lnTo>
                    <a:pt x="928" y="200"/>
                  </a:lnTo>
                  <a:lnTo>
                    <a:pt x="930" y="200"/>
                  </a:lnTo>
                  <a:lnTo>
                    <a:pt x="931" y="200"/>
                  </a:lnTo>
                  <a:lnTo>
                    <a:pt x="932" y="199"/>
                  </a:lnTo>
                  <a:lnTo>
                    <a:pt x="934" y="199"/>
                  </a:lnTo>
                  <a:lnTo>
                    <a:pt x="935" y="199"/>
                  </a:lnTo>
                  <a:lnTo>
                    <a:pt x="936" y="199"/>
                  </a:lnTo>
                  <a:lnTo>
                    <a:pt x="938" y="199"/>
                  </a:lnTo>
                  <a:lnTo>
                    <a:pt x="939" y="199"/>
                  </a:lnTo>
                  <a:lnTo>
                    <a:pt x="940" y="199"/>
                  </a:lnTo>
                  <a:lnTo>
                    <a:pt x="942" y="199"/>
                  </a:lnTo>
                  <a:lnTo>
                    <a:pt x="943" y="199"/>
                  </a:lnTo>
                  <a:lnTo>
                    <a:pt x="944" y="199"/>
                  </a:lnTo>
                  <a:lnTo>
                    <a:pt x="946" y="199"/>
                  </a:lnTo>
                  <a:lnTo>
                    <a:pt x="947" y="199"/>
                  </a:lnTo>
                  <a:lnTo>
                    <a:pt x="948" y="199"/>
                  </a:lnTo>
                  <a:lnTo>
                    <a:pt x="950" y="199"/>
                  </a:lnTo>
                  <a:lnTo>
                    <a:pt x="951" y="199"/>
                  </a:lnTo>
                  <a:lnTo>
                    <a:pt x="952" y="199"/>
                  </a:lnTo>
                  <a:lnTo>
                    <a:pt x="954" y="199"/>
                  </a:lnTo>
                  <a:lnTo>
                    <a:pt x="955" y="199"/>
                  </a:lnTo>
                  <a:lnTo>
                    <a:pt x="957" y="199"/>
                  </a:lnTo>
                  <a:lnTo>
                    <a:pt x="958" y="199"/>
                  </a:lnTo>
                  <a:lnTo>
                    <a:pt x="959" y="199"/>
                  </a:lnTo>
                  <a:lnTo>
                    <a:pt x="961" y="199"/>
                  </a:lnTo>
                  <a:lnTo>
                    <a:pt x="962" y="199"/>
                  </a:lnTo>
                  <a:lnTo>
                    <a:pt x="963" y="199"/>
                  </a:lnTo>
                  <a:lnTo>
                    <a:pt x="965" y="199"/>
                  </a:lnTo>
                  <a:lnTo>
                    <a:pt x="966" y="199"/>
                  </a:lnTo>
                  <a:lnTo>
                    <a:pt x="967" y="199"/>
                  </a:lnTo>
                  <a:lnTo>
                    <a:pt x="969" y="199"/>
                  </a:lnTo>
                  <a:lnTo>
                    <a:pt x="970" y="199"/>
                  </a:lnTo>
                  <a:lnTo>
                    <a:pt x="971" y="199"/>
                  </a:lnTo>
                  <a:lnTo>
                    <a:pt x="973" y="199"/>
                  </a:lnTo>
                  <a:lnTo>
                    <a:pt x="974" y="199"/>
                  </a:lnTo>
                  <a:lnTo>
                    <a:pt x="975" y="199"/>
                  </a:lnTo>
                  <a:lnTo>
                    <a:pt x="977" y="199"/>
                  </a:lnTo>
                  <a:lnTo>
                    <a:pt x="978" y="199"/>
                  </a:lnTo>
                  <a:lnTo>
                    <a:pt x="979" y="199"/>
                  </a:lnTo>
                  <a:lnTo>
                    <a:pt x="981" y="199"/>
                  </a:lnTo>
                  <a:lnTo>
                    <a:pt x="982" y="199"/>
                  </a:lnTo>
                  <a:lnTo>
                    <a:pt x="983" y="199"/>
                  </a:lnTo>
                  <a:lnTo>
                    <a:pt x="985" y="199"/>
                  </a:lnTo>
                  <a:lnTo>
                    <a:pt x="986" y="199"/>
                  </a:lnTo>
                  <a:lnTo>
                    <a:pt x="987" y="199"/>
                  </a:lnTo>
                  <a:lnTo>
                    <a:pt x="989" y="199"/>
                  </a:lnTo>
                  <a:lnTo>
                    <a:pt x="990" y="199"/>
                  </a:lnTo>
                  <a:lnTo>
                    <a:pt x="991" y="199"/>
                  </a:lnTo>
                  <a:lnTo>
                    <a:pt x="993" y="199"/>
                  </a:lnTo>
                  <a:lnTo>
                    <a:pt x="994" y="199"/>
                  </a:lnTo>
                  <a:lnTo>
                    <a:pt x="995" y="199"/>
                  </a:lnTo>
                  <a:lnTo>
                    <a:pt x="997" y="199"/>
                  </a:lnTo>
                  <a:lnTo>
                    <a:pt x="998" y="199"/>
                  </a:lnTo>
                  <a:lnTo>
                    <a:pt x="999" y="199"/>
                  </a:lnTo>
                  <a:lnTo>
                    <a:pt x="1001" y="199"/>
                  </a:lnTo>
                  <a:lnTo>
                    <a:pt x="1002" y="198"/>
                  </a:lnTo>
                  <a:lnTo>
                    <a:pt x="1003" y="199"/>
                  </a:lnTo>
                  <a:lnTo>
                    <a:pt x="1005" y="199"/>
                  </a:lnTo>
                  <a:lnTo>
                    <a:pt x="1006" y="198"/>
                  </a:lnTo>
                  <a:lnTo>
                    <a:pt x="1008" y="198"/>
                  </a:lnTo>
                  <a:lnTo>
                    <a:pt x="1009" y="198"/>
                  </a:lnTo>
                  <a:lnTo>
                    <a:pt x="1010" y="198"/>
                  </a:lnTo>
                  <a:lnTo>
                    <a:pt x="1012" y="198"/>
                  </a:lnTo>
                  <a:lnTo>
                    <a:pt x="1013" y="198"/>
                  </a:lnTo>
                  <a:lnTo>
                    <a:pt x="1014" y="198"/>
                  </a:lnTo>
                  <a:lnTo>
                    <a:pt x="1016" y="198"/>
                  </a:lnTo>
                  <a:lnTo>
                    <a:pt x="1017" y="198"/>
                  </a:lnTo>
                  <a:lnTo>
                    <a:pt x="1018" y="198"/>
                  </a:lnTo>
                  <a:lnTo>
                    <a:pt x="1020" y="198"/>
                  </a:lnTo>
                  <a:lnTo>
                    <a:pt x="1021" y="198"/>
                  </a:lnTo>
                  <a:lnTo>
                    <a:pt x="1022" y="198"/>
                  </a:lnTo>
                  <a:lnTo>
                    <a:pt x="1024" y="198"/>
                  </a:lnTo>
                  <a:lnTo>
                    <a:pt x="1025" y="198"/>
                  </a:lnTo>
                  <a:lnTo>
                    <a:pt x="1026" y="198"/>
                  </a:lnTo>
                  <a:lnTo>
                    <a:pt x="1028" y="198"/>
                  </a:lnTo>
                  <a:lnTo>
                    <a:pt x="1029" y="198"/>
                  </a:lnTo>
                  <a:lnTo>
                    <a:pt x="1030" y="198"/>
                  </a:lnTo>
                  <a:lnTo>
                    <a:pt x="1032" y="198"/>
                  </a:lnTo>
                  <a:lnTo>
                    <a:pt x="1033" y="198"/>
                  </a:lnTo>
                  <a:lnTo>
                    <a:pt x="1034" y="198"/>
                  </a:lnTo>
                  <a:lnTo>
                    <a:pt x="1036" y="198"/>
                  </a:lnTo>
                  <a:lnTo>
                    <a:pt x="1037" y="198"/>
                  </a:lnTo>
                  <a:lnTo>
                    <a:pt x="1038" y="198"/>
                  </a:lnTo>
                  <a:lnTo>
                    <a:pt x="1040" y="198"/>
                  </a:lnTo>
                  <a:lnTo>
                    <a:pt x="1041" y="198"/>
                  </a:lnTo>
                  <a:lnTo>
                    <a:pt x="1042" y="198"/>
                  </a:lnTo>
                  <a:lnTo>
                    <a:pt x="1044" y="198"/>
                  </a:lnTo>
                  <a:lnTo>
                    <a:pt x="1045" y="198"/>
                  </a:lnTo>
                  <a:lnTo>
                    <a:pt x="1046" y="198"/>
                  </a:lnTo>
                  <a:lnTo>
                    <a:pt x="1048" y="198"/>
                  </a:lnTo>
                  <a:lnTo>
                    <a:pt x="1049" y="198"/>
                  </a:lnTo>
                  <a:lnTo>
                    <a:pt x="1050" y="198"/>
                  </a:lnTo>
                  <a:lnTo>
                    <a:pt x="1052" y="197"/>
                  </a:lnTo>
                  <a:lnTo>
                    <a:pt x="1053" y="197"/>
                  </a:lnTo>
                  <a:lnTo>
                    <a:pt x="1054" y="197"/>
                  </a:lnTo>
                  <a:lnTo>
                    <a:pt x="1056" y="197"/>
                  </a:lnTo>
                  <a:lnTo>
                    <a:pt x="1057" y="197"/>
                  </a:lnTo>
                  <a:lnTo>
                    <a:pt x="1059" y="197"/>
                  </a:lnTo>
                  <a:lnTo>
                    <a:pt x="1060" y="197"/>
                  </a:lnTo>
                  <a:lnTo>
                    <a:pt x="1061" y="197"/>
                  </a:lnTo>
                  <a:lnTo>
                    <a:pt x="1063" y="197"/>
                  </a:lnTo>
                  <a:lnTo>
                    <a:pt x="1064" y="197"/>
                  </a:lnTo>
                  <a:lnTo>
                    <a:pt x="1065" y="197"/>
                  </a:lnTo>
                  <a:lnTo>
                    <a:pt x="1067" y="197"/>
                  </a:lnTo>
                  <a:lnTo>
                    <a:pt x="1068" y="197"/>
                  </a:lnTo>
                  <a:lnTo>
                    <a:pt x="1069" y="197"/>
                  </a:lnTo>
                  <a:lnTo>
                    <a:pt x="1071" y="197"/>
                  </a:lnTo>
                  <a:lnTo>
                    <a:pt x="1072" y="197"/>
                  </a:lnTo>
                  <a:lnTo>
                    <a:pt x="1073" y="197"/>
                  </a:lnTo>
                  <a:lnTo>
                    <a:pt x="1075" y="197"/>
                  </a:lnTo>
                  <a:lnTo>
                    <a:pt x="1076" y="197"/>
                  </a:lnTo>
                  <a:lnTo>
                    <a:pt x="1077" y="197"/>
                  </a:lnTo>
                  <a:lnTo>
                    <a:pt x="1079" y="197"/>
                  </a:lnTo>
                  <a:lnTo>
                    <a:pt x="1080" y="197"/>
                  </a:lnTo>
                  <a:lnTo>
                    <a:pt x="1081" y="197"/>
                  </a:lnTo>
                  <a:lnTo>
                    <a:pt x="1083" y="197"/>
                  </a:lnTo>
                  <a:lnTo>
                    <a:pt x="1084" y="197"/>
                  </a:lnTo>
                  <a:lnTo>
                    <a:pt x="1085" y="197"/>
                  </a:lnTo>
                  <a:lnTo>
                    <a:pt x="1087" y="197"/>
                  </a:lnTo>
                  <a:lnTo>
                    <a:pt x="1088" y="197"/>
                  </a:lnTo>
                  <a:lnTo>
                    <a:pt x="1089" y="197"/>
                  </a:lnTo>
                  <a:lnTo>
                    <a:pt x="1091" y="197"/>
                  </a:lnTo>
                  <a:lnTo>
                    <a:pt x="1092" y="197"/>
                  </a:lnTo>
                  <a:lnTo>
                    <a:pt x="1093" y="197"/>
                  </a:lnTo>
                  <a:lnTo>
                    <a:pt x="1095" y="197"/>
                  </a:lnTo>
                  <a:lnTo>
                    <a:pt x="1096" y="197"/>
                  </a:lnTo>
                  <a:lnTo>
                    <a:pt x="1097" y="197"/>
                  </a:lnTo>
                  <a:lnTo>
                    <a:pt x="1099" y="197"/>
                  </a:lnTo>
                  <a:lnTo>
                    <a:pt x="1100" y="197"/>
                  </a:lnTo>
                  <a:lnTo>
                    <a:pt x="1101" y="197"/>
                  </a:lnTo>
                  <a:lnTo>
                    <a:pt x="1103" y="197"/>
                  </a:lnTo>
                  <a:lnTo>
                    <a:pt x="1104" y="197"/>
                  </a:lnTo>
                  <a:lnTo>
                    <a:pt x="1106" y="197"/>
                  </a:lnTo>
                  <a:lnTo>
                    <a:pt x="1107" y="197"/>
                  </a:lnTo>
                  <a:lnTo>
                    <a:pt x="1108" y="197"/>
                  </a:lnTo>
                  <a:lnTo>
                    <a:pt x="1110" y="196"/>
                  </a:lnTo>
                  <a:lnTo>
                    <a:pt x="1111" y="196"/>
                  </a:lnTo>
                  <a:lnTo>
                    <a:pt x="1112" y="196"/>
                  </a:lnTo>
                  <a:lnTo>
                    <a:pt x="1114" y="196"/>
                  </a:lnTo>
                  <a:lnTo>
                    <a:pt x="1115" y="196"/>
                  </a:lnTo>
                  <a:lnTo>
                    <a:pt x="1116" y="196"/>
                  </a:lnTo>
                  <a:lnTo>
                    <a:pt x="1118" y="196"/>
                  </a:lnTo>
                  <a:lnTo>
                    <a:pt x="1119" y="196"/>
                  </a:lnTo>
                  <a:lnTo>
                    <a:pt x="1120" y="196"/>
                  </a:lnTo>
                  <a:lnTo>
                    <a:pt x="1122" y="196"/>
                  </a:lnTo>
                  <a:lnTo>
                    <a:pt x="1123" y="196"/>
                  </a:lnTo>
                  <a:lnTo>
                    <a:pt x="1124" y="196"/>
                  </a:lnTo>
                  <a:lnTo>
                    <a:pt x="1126" y="196"/>
                  </a:lnTo>
                  <a:lnTo>
                    <a:pt x="1127" y="196"/>
                  </a:lnTo>
                  <a:lnTo>
                    <a:pt x="1128" y="196"/>
                  </a:lnTo>
                  <a:lnTo>
                    <a:pt x="1130" y="196"/>
                  </a:lnTo>
                  <a:lnTo>
                    <a:pt x="1131" y="196"/>
                  </a:lnTo>
                  <a:lnTo>
                    <a:pt x="1132" y="196"/>
                  </a:lnTo>
                  <a:lnTo>
                    <a:pt x="1134" y="196"/>
                  </a:lnTo>
                  <a:lnTo>
                    <a:pt x="1135" y="196"/>
                  </a:lnTo>
                  <a:lnTo>
                    <a:pt x="1136" y="196"/>
                  </a:lnTo>
                  <a:lnTo>
                    <a:pt x="1138" y="196"/>
                  </a:lnTo>
                  <a:lnTo>
                    <a:pt x="1139" y="196"/>
                  </a:lnTo>
                  <a:lnTo>
                    <a:pt x="1140" y="196"/>
                  </a:lnTo>
                  <a:lnTo>
                    <a:pt x="1142" y="196"/>
                  </a:lnTo>
                  <a:lnTo>
                    <a:pt x="1143" y="196"/>
                  </a:lnTo>
                  <a:lnTo>
                    <a:pt x="1144" y="196"/>
                  </a:lnTo>
                  <a:lnTo>
                    <a:pt x="1146" y="196"/>
                  </a:lnTo>
                  <a:lnTo>
                    <a:pt x="1147" y="196"/>
                  </a:lnTo>
                  <a:lnTo>
                    <a:pt x="1148" y="196"/>
                  </a:lnTo>
                  <a:lnTo>
                    <a:pt x="1150" y="196"/>
                  </a:lnTo>
                  <a:lnTo>
                    <a:pt x="1151" y="196"/>
                  </a:lnTo>
                  <a:lnTo>
                    <a:pt x="1152" y="196"/>
                  </a:lnTo>
                  <a:lnTo>
                    <a:pt x="1154" y="196"/>
                  </a:lnTo>
                  <a:lnTo>
                    <a:pt x="1155" y="196"/>
                  </a:lnTo>
                  <a:lnTo>
                    <a:pt x="1157" y="196"/>
                  </a:lnTo>
                  <a:lnTo>
                    <a:pt x="1158" y="196"/>
                  </a:lnTo>
                  <a:lnTo>
                    <a:pt x="1159" y="196"/>
                  </a:lnTo>
                  <a:lnTo>
                    <a:pt x="1161" y="196"/>
                  </a:lnTo>
                  <a:lnTo>
                    <a:pt x="1162" y="195"/>
                  </a:lnTo>
                  <a:lnTo>
                    <a:pt x="1163" y="195"/>
                  </a:lnTo>
                  <a:lnTo>
                    <a:pt x="1165" y="195"/>
                  </a:lnTo>
                  <a:lnTo>
                    <a:pt x="1166" y="195"/>
                  </a:lnTo>
                  <a:lnTo>
                    <a:pt x="1167" y="195"/>
                  </a:lnTo>
                  <a:lnTo>
                    <a:pt x="1169" y="195"/>
                  </a:lnTo>
                  <a:lnTo>
                    <a:pt x="1170" y="195"/>
                  </a:lnTo>
                  <a:lnTo>
                    <a:pt x="1171" y="195"/>
                  </a:lnTo>
                  <a:lnTo>
                    <a:pt x="1173" y="195"/>
                  </a:lnTo>
                  <a:lnTo>
                    <a:pt x="1174" y="195"/>
                  </a:lnTo>
                  <a:lnTo>
                    <a:pt x="1175" y="195"/>
                  </a:lnTo>
                  <a:lnTo>
                    <a:pt x="1177" y="195"/>
                  </a:lnTo>
                  <a:lnTo>
                    <a:pt x="1178" y="195"/>
                  </a:lnTo>
                  <a:lnTo>
                    <a:pt x="1179" y="195"/>
                  </a:lnTo>
                  <a:lnTo>
                    <a:pt x="1181" y="195"/>
                  </a:lnTo>
                  <a:lnTo>
                    <a:pt x="1182" y="195"/>
                  </a:lnTo>
                  <a:lnTo>
                    <a:pt x="1183" y="195"/>
                  </a:lnTo>
                  <a:lnTo>
                    <a:pt x="1185" y="195"/>
                  </a:lnTo>
                  <a:lnTo>
                    <a:pt x="1186" y="195"/>
                  </a:lnTo>
                  <a:lnTo>
                    <a:pt x="1187" y="195"/>
                  </a:lnTo>
                  <a:lnTo>
                    <a:pt x="1189" y="195"/>
                  </a:lnTo>
                  <a:lnTo>
                    <a:pt x="1190" y="195"/>
                  </a:lnTo>
                  <a:lnTo>
                    <a:pt x="1191" y="195"/>
                  </a:lnTo>
                  <a:lnTo>
                    <a:pt x="1193" y="195"/>
                  </a:lnTo>
                  <a:lnTo>
                    <a:pt x="1194" y="195"/>
                  </a:lnTo>
                  <a:lnTo>
                    <a:pt x="1195" y="195"/>
                  </a:lnTo>
                  <a:lnTo>
                    <a:pt x="1197" y="195"/>
                  </a:lnTo>
                  <a:lnTo>
                    <a:pt x="1198" y="195"/>
                  </a:lnTo>
                  <a:lnTo>
                    <a:pt x="1199" y="195"/>
                  </a:lnTo>
                  <a:lnTo>
                    <a:pt x="1201" y="195"/>
                  </a:lnTo>
                  <a:lnTo>
                    <a:pt x="1202" y="195"/>
                  </a:lnTo>
                  <a:lnTo>
                    <a:pt x="1203" y="194"/>
                  </a:lnTo>
                  <a:lnTo>
                    <a:pt x="1205" y="195"/>
                  </a:lnTo>
                  <a:lnTo>
                    <a:pt x="1206" y="195"/>
                  </a:lnTo>
                  <a:lnTo>
                    <a:pt x="1208" y="195"/>
                  </a:lnTo>
                  <a:lnTo>
                    <a:pt x="1209" y="195"/>
                  </a:lnTo>
                  <a:lnTo>
                    <a:pt x="1210" y="195"/>
                  </a:lnTo>
                  <a:lnTo>
                    <a:pt x="1212" y="195"/>
                  </a:lnTo>
                  <a:lnTo>
                    <a:pt x="1213" y="195"/>
                  </a:lnTo>
                  <a:lnTo>
                    <a:pt x="1214" y="195"/>
                  </a:lnTo>
                  <a:lnTo>
                    <a:pt x="1216" y="194"/>
                  </a:lnTo>
                  <a:lnTo>
                    <a:pt x="1217" y="194"/>
                  </a:lnTo>
                  <a:lnTo>
                    <a:pt x="1218" y="194"/>
                  </a:lnTo>
                  <a:lnTo>
                    <a:pt x="1220" y="194"/>
                  </a:lnTo>
                  <a:lnTo>
                    <a:pt x="1221" y="194"/>
                  </a:lnTo>
                  <a:lnTo>
                    <a:pt x="1222" y="194"/>
                  </a:lnTo>
                  <a:lnTo>
                    <a:pt x="1224" y="194"/>
                  </a:lnTo>
                  <a:lnTo>
                    <a:pt x="1225" y="194"/>
                  </a:lnTo>
                  <a:lnTo>
                    <a:pt x="1226" y="194"/>
                  </a:lnTo>
                  <a:lnTo>
                    <a:pt x="1228" y="194"/>
                  </a:lnTo>
                  <a:lnTo>
                    <a:pt x="1229" y="194"/>
                  </a:lnTo>
                  <a:lnTo>
                    <a:pt x="1230" y="194"/>
                  </a:lnTo>
                  <a:lnTo>
                    <a:pt x="1232" y="194"/>
                  </a:lnTo>
                  <a:lnTo>
                    <a:pt x="1233" y="194"/>
                  </a:lnTo>
                  <a:lnTo>
                    <a:pt x="1234" y="194"/>
                  </a:lnTo>
                  <a:lnTo>
                    <a:pt x="1236" y="194"/>
                  </a:lnTo>
                  <a:lnTo>
                    <a:pt x="1237" y="194"/>
                  </a:lnTo>
                  <a:lnTo>
                    <a:pt x="1238" y="194"/>
                  </a:lnTo>
                  <a:lnTo>
                    <a:pt x="1240" y="194"/>
                  </a:lnTo>
                  <a:lnTo>
                    <a:pt x="1241" y="194"/>
                  </a:lnTo>
                  <a:lnTo>
                    <a:pt x="1242" y="194"/>
                  </a:lnTo>
                  <a:lnTo>
                    <a:pt x="1244" y="194"/>
                  </a:lnTo>
                  <a:lnTo>
                    <a:pt x="1245" y="194"/>
                  </a:lnTo>
                  <a:lnTo>
                    <a:pt x="1246" y="194"/>
                  </a:lnTo>
                  <a:lnTo>
                    <a:pt x="1248" y="194"/>
                  </a:lnTo>
                  <a:lnTo>
                    <a:pt x="1249" y="194"/>
                  </a:lnTo>
                  <a:lnTo>
                    <a:pt x="1250" y="194"/>
                  </a:lnTo>
                  <a:lnTo>
                    <a:pt x="1252" y="194"/>
                  </a:lnTo>
                  <a:lnTo>
                    <a:pt x="1253" y="194"/>
                  </a:lnTo>
                  <a:lnTo>
                    <a:pt x="1254" y="194"/>
                  </a:lnTo>
                  <a:lnTo>
                    <a:pt x="1256" y="194"/>
                  </a:lnTo>
                  <a:lnTo>
                    <a:pt x="1257" y="194"/>
                  </a:lnTo>
                  <a:lnTo>
                    <a:pt x="1259" y="194"/>
                  </a:lnTo>
                  <a:lnTo>
                    <a:pt x="1260" y="194"/>
                  </a:lnTo>
                  <a:lnTo>
                    <a:pt x="1261" y="194"/>
                  </a:lnTo>
                  <a:lnTo>
                    <a:pt x="1263" y="193"/>
                  </a:lnTo>
                  <a:lnTo>
                    <a:pt x="1264" y="193"/>
                  </a:lnTo>
                  <a:lnTo>
                    <a:pt x="1265" y="193"/>
                  </a:lnTo>
                  <a:lnTo>
                    <a:pt x="1267" y="193"/>
                  </a:lnTo>
                  <a:lnTo>
                    <a:pt x="1268" y="193"/>
                  </a:lnTo>
                  <a:lnTo>
                    <a:pt x="1269" y="193"/>
                  </a:lnTo>
                  <a:lnTo>
                    <a:pt x="1271" y="193"/>
                  </a:lnTo>
                  <a:lnTo>
                    <a:pt x="1272" y="193"/>
                  </a:lnTo>
                  <a:lnTo>
                    <a:pt x="1273" y="193"/>
                  </a:lnTo>
                  <a:lnTo>
                    <a:pt x="1275" y="193"/>
                  </a:lnTo>
                  <a:lnTo>
                    <a:pt x="1276" y="193"/>
                  </a:lnTo>
                  <a:lnTo>
                    <a:pt x="1277" y="193"/>
                  </a:lnTo>
                  <a:lnTo>
                    <a:pt x="1279" y="193"/>
                  </a:lnTo>
                  <a:lnTo>
                    <a:pt x="1280" y="193"/>
                  </a:lnTo>
                  <a:lnTo>
                    <a:pt x="1281" y="193"/>
                  </a:lnTo>
                  <a:lnTo>
                    <a:pt x="1283" y="193"/>
                  </a:lnTo>
                  <a:lnTo>
                    <a:pt x="1284" y="193"/>
                  </a:lnTo>
                  <a:lnTo>
                    <a:pt x="1285" y="193"/>
                  </a:lnTo>
                  <a:lnTo>
                    <a:pt x="1287" y="193"/>
                  </a:lnTo>
                  <a:lnTo>
                    <a:pt x="1288" y="193"/>
                  </a:lnTo>
                  <a:lnTo>
                    <a:pt x="1289" y="193"/>
                  </a:lnTo>
                  <a:lnTo>
                    <a:pt x="1291" y="193"/>
                  </a:lnTo>
                  <a:lnTo>
                    <a:pt x="1292" y="193"/>
                  </a:lnTo>
                  <a:lnTo>
                    <a:pt x="1293" y="193"/>
                  </a:lnTo>
                  <a:lnTo>
                    <a:pt x="1295" y="193"/>
                  </a:lnTo>
                  <a:lnTo>
                    <a:pt x="1296" y="193"/>
                  </a:lnTo>
                  <a:lnTo>
                    <a:pt x="1297" y="193"/>
                  </a:lnTo>
                  <a:lnTo>
                    <a:pt x="1299" y="193"/>
                  </a:lnTo>
                  <a:lnTo>
                    <a:pt x="1300" y="193"/>
                  </a:lnTo>
                  <a:lnTo>
                    <a:pt x="1301" y="193"/>
                  </a:lnTo>
                  <a:lnTo>
                    <a:pt x="1303" y="193"/>
                  </a:lnTo>
                  <a:lnTo>
                    <a:pt x="1304" y="193"/>
                  </a:lnTo>
                  <a:lnTo>
                    <a:pt x="1305" y="193"/>
                  </a:lnTo>
                  <a:lnTo>
                    <a:pt x="1307" y="192"/>
                  </a:lnTo>
                  <a:lnTo>
                    <a:pt x="1308" y="192"/>
                  </a:lnTo>
                  <a:lnTo>
                    <a:pt x="1310" y="192"/>
                  </a:lnTo>
                  <a:lnTo>
                    <a:pt x="1311" y="192"/>
                  </a:lnTo>
                  <a:lnTo>
                    <a:pt x="1312" y="192"/>
                  </a:lnTo>
                  <a:lnTo>
                    <a:pt x="1314" y="192"/>
                  </a:lnTo>
                  <a:lnTo>
                    <a:pt x="1315" y="192"/>
                  </a:lnTo>
                  <a:lnTo>
                    <a:pt x="1316" y="192"/>
                  </a:lnTo>
                  <a:lnTo>
                    <a:pt x="1318" y="192"/>
                  </a:lnTo>
                  <a:lnTo>
                    <a:pt x="1319" y="192"/>
                  </a:lnTo>
                  <a:lnTo>
                    <a:pt x="1320" y="192"/>
                  </a:lnTo>
                  <a:lnTo>
                    <a:pt x="1322" y="192"/>
                  </a:lnTo>
                  <a:lnTo>
                    <a:pt x="1323" y="192"/>
                  </a:lnTo>
                  <a:lnTo>
                    <a:pt x="1324" y="192"/>
                  </a:lnTo>
                  <a:lnTo>
                    <a:pt x="1326" y="192"/>
                  </a:lnTo>
                  <a:lnTo>
                    <a:pt x="1327" y="192"/>
                  </a:lnTo>
                  <a:lnTo>
                    <a:pt x="1328" y="192"/>
                  </a:lnTo>
                  <a:lnTo>
                    <a:pt x="1330" y="192"/>
                  </a:lnTo>
                  <a:lnTo>
                    <a:pt x="1331" y="192"/>
                  </a:lnTo>
                  <a:lnTo>
                    <a:pt x="1332" y="192"/>
                  </a:lnTo>
                  <a:lnTo>
                    <a:pt x="1334" y="192"/>
                  </a:lnTo>
                  <a:lnTo>
                    <a:pt x="1335" y="192"/>
                  </a:lnTo>
                  <a:lnTo>
                    <a:pt x="1336" y="192"/>
                  </a:lnTo>
                  <a:lnTo>
                    <a:pt x="1338" y="192"/>
                  </a:lnTo>
                  <a:lnTo>
                    <a:pt x="1339" y="192"/>
                  </a:lnTo>
                  <a:lnTo>
                    <a:pt x="1340" y="192"/>
                  </a:lnTo>
                  <a:lnTo>
                    <a:pt x="1342" y="192"/>
                  </a:lnTo>
                  <a:lnTo>
                    <a:pt x="1343" y="192"/>
                  </a:lnTo>
                  <a:lnTo>
                    <a:pt x="1344" y="192"/>
                  </a:lnTo>
                  <a:lnTo>
                    <a:pt x="1346" y="192"/>
                  </a:lnTo>
                  <a:lnTo>
                    <a:pt x="1347" y="192"/>
                  </a:lnTo>
                  <a:lnTo>
                    <a:pt x="1348" y="192"/>
                  </a:lnTo>
                  <a:lnTo>
                    <a:pt x="1350" y="192"/>
                  </a:lnTo>
                  <a:lnTo>
                    <a:pt x="1351" y="192"/>
                  </a:lnTo>
                  <a:lnTo>
                    <a:pt x="1352" y="192"/>
                  </a:lnTo>
                  <a:lnTo>
                    <a:pt x="1354" y="192"/>
                  </a:lnTo>
                  <a:lnTo>
                    <a:pt x="1355" y="192"/>
                  </a:lnTo>
                  <a:lnTo>
                    <a:pt x="1356" y="192"/>
                  </a:lnTo>
                  <a:lnTo>
                    <a:pt x="1358" y="192"/>
                  </a:lnTo>
                  <a:lnTo>
                    <a:pt x="1359" y="192"/>
                  </a:lnTo>
                  <a:lnTo>
                    <a:pt x="1361" y="192"/>
                  </a:lnTo>
                  <a:lnTo>
                    <a:pt x="1362" y="192"/>
                  </a:lnTo>
                  <a:lnTo>
                    <a:pt x="1363" y="191"/>
                  </a:lnTo>
                  <a:lnTo>
                    <a:pt x="1365" y="191"/>
                  </a:lnTo>
                  <a:lnTo>
                    <a:pt x="1366" y="191"/>
                  </a:lnTo>
                  <a:lnTo>
                    <a:pt x="1367" y="191"/>
                  </a:lnTo>
                  <a:lnTo>
                    <a:pt x="1369" y="191"/>
                  </a:lnTo>
                  <a:lnTo>
                    <a:pt x="1370" y="191"/>
                  </a:lnTo>
                  <a:lnTo>
                    <a:pt x="1371" y="191"/>
                  </a:lnTo>
                  <a:lnTo>
                    <a:pt x="1373" y="191"/>
                  </a:lnTo>
                  <a:lnTo>
                    <a:pt x="1374" y="191"/>
                  </a:lnTo>
                  <a:lnTo>
                    <a:pt x="1375" y="191"/>
                  </a:lnTo>
                  <a:lnTo>
                    <a:pt x="1377" y="191"/>
                  </a:lnTo>
                  <a:lnTo>
                    <a:pt x="1378" y="191"/>
                  </a:lnTo>
                  <a:lnTo>
                    <a:pt x="1379" y="191"/>
                  </a:lnTo>
                  <a:lnTo>
                    <a:pt x="1381" y="191"/>
                  </a:lnTo>
                  <a:lnTo>
                    <a:pt x="1382" y="191"/>
                  </a:lnTo>
                  <a:lnTo>
                    <a:pt x="1383" y="191"/>
                  </a:lnTo>
                  <a:lnTo>
                    <a:pt x="1385" y="191"/>
                  </a:lnTo>
                  <a:lnTo>
                    <a:pt x="1386" y="191"/>
                  </a:lnTo>
                  <a:lnTo>
                    <a:pt x="1387" y="191"/>
                  </a:lnTo>
                  <a:lnTo>
                    <a:pt x="1389" y="191"/>
                  </a:lnTo>
                  <a:lnTo>
                    <a:pt x="1390" y="191"/>
                  </a:lnTo>
                  <a:lnTo>
                    <a:pt x="1391" y="191"/>
                  </a:lnTo>
                  <a:lnTo>
                    <a:pt x="1393" y="191"/>
                  </a:lnTo>
                  <a:lnTo>
                    <a:pt x="1394" y="191"/>
                  </a:lnTo>
                  <a:lnTo>
                    <a:pt x="1395" y="191"/>
                  </a:lnTo>
                  <a:lnTo>
                    <a:pt x="1397" y="191"/>
                  </a:lnTo>
                  <a:lnTo>
                    <a:pt x="1398" y="191"/>
                  </a:lnTo>
                  <a:lnTo>
                    <a:pt x="1399" y="191"/>
                  </a:lnTo>
                  <a:lnTo>
                    <a:pt x="1401" y="191"/>
                  </a:lnTo>
                  <a:lnTo>
                    <a:pt x="1402" y="191"/>
                  </a:lnTo>
                  <a:lnTo>
                    <a:pt x="1403" y="191"/>
                  </a:lnTo>
                  <a:lnTo>
                    <a:pt x="1405" y="191"/>
                  </a:lnTo>
                  <a:lnTo>
                    <a:pt x="1406" y="191"/>
                  </a:lnTo>
                  <a:lnTo>
                    <a:pt x="1408" y="191"/>
                  </a:lnTo>
                  <a:lnTo>
                    <a:pt x="1409" y="191"/>
                  </a:lnTo>
                </a:path>
              </a:pathLst>
            </a:custGeom>
            <a:noFill/>
            <a:ln cap="flat" cmpd="sng" w="25400">
              <a:solidFill>
                <a:srgbClr val="00CED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 flipH="1" rot="10800000">
              <a:off x="3781426" y="3490913"/>
              <a:ext cx="5010150" cy="1063625"/>
            </a:xfrm>
            <a:custGeom>
              <a:rect b="b" l="l" r="r" t="t"/>
              <a:pathLst>
                <a:path extrusionOk="0" h="249" w="1408">
                  <a:moveTo>
                    <a:pt x="0" y="0"/>
                  </a:moveTo>
                  <a:lnTo>
                    <a:pt x="6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3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9" y="0"/>
                  </a:lnTo>
                  <a:lnTo>
                    <a:pt x="64" y="0"/>
                  </a:lnTo>
                  <a:lnTo>
                    <a:pt x="69" y="0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1" y="0"/>
                  </a:lnTo>
                  <a:lnTo>
                    <a:pt x="96" y="0"/>
                  </a:lnTo>
                  <a:lnTo>
                    <a:pt x="101" y="20"/>
                  </a:lnTo>
                  <a:lnTo>
                    <a:pt x="107" y="25"/>
                  </a:lnTo>
                  <a:lnTo>
                    <a:pt x="112" y="30"/>
                  </a:lnTo>
                  <a:lnTo>
                    <a:pt x="117" y="35"/>
                  </a:lnTo>
                  <a:lnTo>
                    <a:pt x="123" y="41"/>
                  </a:lnTo>
                  <a:lnTo>
                    <a:pt x="128" y="46"/>
                  </a:lnTo>
                  <a:lnTo>
                    <a:pt x="133" y="51"/>
                  </a:lnTo>
                  <a:lnTo>
                    <a:pt x="138" y="56"/>
                  </a:lnTo>
                  <a:lnTo>
                    <a:pt x="144" y="61"/>
                  </a:lnTo>
                  <a:lnTo>
                    <a:pt x="149" y="66"/>
                  </a:lnTo>
                  <a:lnTo>
                    <a:pt x="154" y="71"/>
                  </a:lnTo>
                  <a:lnTo>
                    <a:pt x="160" y="75"/>
                  </a:lnTo>
                  <a:lnTo>
                    <a:pt x="165" y="80"/>
                  </a:lnTo>
                  <a:lnTo>
                    <a:pt x="170" y="85"/>
                  </a:lnTo>
                  <a:lnTo>
                    <a:pt x="176" y="90"/>
                  </a:lnTo>
                  <a:lnTo>
                    <a:pt x="181" y="95"/>
                  </a:lnTo>
                  <a:lnTo>
                    <a:pt x="186" y="100"/>
                  </a:lnTo>
                  <a:lnTo>
                    <a:pt x="192" y="104"/>
                  </a:lnTo>
                  <a:lnTo>
                    <a:pt x="197" y="109"/>
                  </a:lnTo>
                  <a:lnTo>
                    <a:pt x="202" y="114"/>
                  </a:lnTo>
                  <a:lnTo>
                    <a:pt x="207" y="118"/>
                  </a:lnTo>
                  <a:lnTo>
                    <a:pt x="213" y="123"/>
                  </a:lnTo>
                  <a:lnTo>
                    <a:pt x="218" y="127"/>
                  </a:lnTo>
                  <a:lnTo>
                    <a:pt x="223" y="132"/>
                  </a:lnTo>
                  <a:lnTo>
                    <a:pt x="229" y="136"/>
                  </a:lnTo>
                  <a:lnTo>
                    <a:pt x="234" y="141"/>
                  </a:lnTo>
                  <a:lnTo>
                    <a:pt x="239" y="145"/>
                  </a:lnTo>
                  <a:lnTo>
                    <a:pt x="245" y="149"/>
                  </a:lnTo>
                  <a:lnTo>
                    <a:pt x="250" y="153"/>
                  </a:lnTo>
                  <a:lnTo>
                    <a:pt x="255" y="158"/>
                  </a:lnTo>
                  <a:lnTo>
                    <a:pt x="261" y="162"/>
                  </a:lnTo>
                  <a:lnTo>
                    <a:pt x="266" y="166"/>
                  </a:lnTo>
                  <a:lnTo>
                    <a:pt x="271" y="170"/>
                  </a:lnTo>
                  <a:lnTo>
                    <a:pt x="276" y="174"/>
                  </a:lnTo>
                  <a:lnTo>
                    <a:pt x="282" y="178"/>
                  </a:lnTo>
                  <a:lnTo>
                    <a:pt x="287" y="182"/>
                  </a:lnTo>
                  <a:lnTo>
                    <a:pt x="292" y="186"/>
                  </a:lnTo>
                  <a:lnTo>
                    <a:pt x="298" y="190"/>
                  </a:lnTo>
                  <a:lnTo>
                    <a:pt x="303" y="193"/>
                  </a:lnTo>
                  <a:lnTo>
                    <a:pt x="308" y="197"/>
                  </a:lnTo>
                  <a:lnTo>
                    <a:pt x="314" y="201"/>
                  </a:lnTo>
                  <a:lnTo>
                    <a:pt x="319" y="204"/>
                  </a:lnTo>
                  <a:lnTo>
                    <a:pt x="324" y="208"/>
                  </a:lnTo>
                  <a:lnTo>
                    <a:pt x="330" y="211"/>
                  </a:lnTo>
                  <a:lnTo>
                    <a:pt x="335" y="214"/>
                  </a:lnTo>
                  <a:lnTo>
                    <a:pt x="340" y="218"/>
                  </a:lnTo>
                  <a:lnTo>
                    <a:pt x="345" y="221"/>
                  </a:lnTo>
                  <a:lnTo>
                    <a:pt x="351" y="224"/>
                  </a:lnTo>
                  <a:lnTo>
                    <a:pt x="356" y="227"/>
                  </a:lnTo>
                  <a:lnTo>
                    <a:pt x="361" y="230"/>
                  </a:lnTo>
                  <a:lnTo>
                    <a:pt x="367" y="233"/>
                  </a:lnTo>
                  <a:lnTo>
                    <a:pt x="372" y="236"/>
                  </a:lnTo>
                  <a:lnTo>
                    <a:pt x="377" y="238"/>
                  </a:lnTo>
                  <a:lnTo>
                    <a:pt x="383" y="241"/>
                  </a:lnTo>
                  <a:lnTo>
                    <a:pt x="388" y="244"/>
                  </a:lnTo>
                  <a:lnTo>
                    <a:pt x="393" y="246"/>
                  </a:lnTo>
                  <a:lnTo>
                    <a:pt x="399" y="249"/>
                  </a:lnTo>
                  <a:lnTo>
                    <a:pt x="404" y="231"/>
                  </a:lnTo>
                  <a:lnTo>
                    <a:pt x="409" y="231"/>
                  </a:lnTo>
                  <a:lnTo>
                    <a:pt x="414" y="231"/>
                  </a:lnTo>
                  <a:lnTo>
                    <a:pt x="420" y="230"/>
                  </a:lnTo>
                  <a:lnTo>
                    <a:pt x="425" y="230"/>
                  </a:lnTo>
                  <a:lnTo>
                    <a:pt x="430" y="229"/>
                  </a:lnTo>
                  <a:lnTo>
                    <a:pt x="436" y="229"/>
                  </a:lnTo>
                  <a:lnTo>
                    <a:pt x="441" y="228"/>
                  </a:lnTo>
                  <a:lnTo>
                    <a:pt x="446" y="228"/>
                  </a:lnTo>
                  <a:lnTo>
                    <a:pt x="452" y="228"/>
                  </a:lnTo>
                  <a:lnTo>
                    <a:pt x="457" y="227"/>
                  </a:lnTo>
                  <a:lnTo>
                    <a:pt x="462" y="227"/>
                  </a:lnTo>
                  <a:lnTo>
                    <a:pt x="468" y="226"/>
                  </a:lnTo>
                  <a:lnTo>
                    <a:pt x="473" y="226"/>
                  </a:lnTo>
                  <a:lnTo>
                    <a:pt x="478" y="225"/>
                  </a:lnTo>
                  <a:lnTo>
                    <a:pt x="483" y="225"/>
                  </a:lnTo>
                  <a:lnTo>
                    <a:pt x="489" y="225"/>
                  </a:lnTo>
                  <a:lnTo>
                    <a:pt x="494" y="224"/>
                  </a:lnTo>
                  <a:lnTo>
                    <a:pt x="499" y="224"/>
                  </a:lnTo>
                  <a:lnTo>
                    <a:pt x="505" y="223"/>
                  </a:lnTo>
                  <a:lnTo>
                    <a:pt x="510" y="223"/>
                  </a:lnTo>
                  <a:lnTo>
                    <a:pt x="515" y="223"/>
                  </a:lnTo>
                  <a:lnTo>
                    <a:pt x="521" y="222"/>
                  </a:lnTo>
                  <a:lnTo>
                    <a:pt x="526" y="222"/>
                  </a:lnTo>
                  <a:lnTo>
                    <a:pt x="531" y="221"/>
                  </a:lnTo>
                  <a:lnTo>
                    <a:pt x="537" y="221"/>
                  </a:lnTo>
                  <a:lnTo>
                    <a:pt x="542" y="221"/>
                  </a:lnTo>
                  <a:lnTo>
                    <a:pt x="547" y="220"/>
                  </a:lnTo>
                  <a:lnTo>
                    <a:pt x="552" y="220"/>
                  </a:lnTo>
                  <a:lnTo>
                    <a:pt x="558" y="219"/>
                  </a:lnTo>
                  <a:lnTo>
                    <a:pt x="563" y="219"/>
                  </a:lnTo>
                  <a:lnTo>
                    <a:pt x="568" y="219"/>
                  </a:lnTo>
                  <a:lnTo>
                    <a:pt x="574" y="218"/>
                  </a:lnTo>
                  <a:lnTo>
                    <a:pt x="579" y="218"/>
                  </a:lnTo>
                  <a:lnTo>
                    <a:pt x="584" y="218"/>
                  </a:lnTo>
                  <a:lnTo>
                    <a:pt x="590" y="217"/>
                  </a:lnTo>
                  <a:lnTo>
                    <a:pt x="595" y="217"/>
                  </a:lnTo>
                  <a:lnTo>
                    <a:pt x="600" y="216"/>
                  </a:lnTo>
                  <a:lnTo>
                    <a:pt x="606" y="216"/>
                  </a:lnTo>
                  <a:lnTo>
                    <a:pt x="611" y="216"/>
                  </a:lnTo>
                  <a:lnTo>
                    <a:pt x="616" y="215"/>
                  </a:lnTo>
                  <a:lnTo>
                    <a:pt x="621" y="215"/>
                  </a:lnTo>
                  <a:lnTo>
                    <a:pt x="627" y="215"/>
                  </a:lnTo>
                  <a:lnTo>
                    <a:pt x="632" y="214"/>
                  </a:lnTo>
                  <a:lnTo>
                    <a:pt x="637" y="214"/>
                  </a:lnTo>
                  <a:lnTo>
                    <a:pt x="643" y="214"/>
                  </a:lnTo>
                  <a:lnTo>
                    <a:pt x="648" y="213"/>
                  </a:lnTo>
                  <a:lnTo>
                    <a:pt x="653" y="213"/>
                  </a:lnTo>
                  <a:lnTo>
                    <a:pt x="659" y="212"/>
                  </a:lnTo>
                  <a:lnTo>
                    <a:pt x="664" y="212"/>
                  </a:lnTo>
                  <a:lnTo>
                    <a:pt x="669" y="212"/>
                  </a:lnTo>
                  <a:lnTo>
                    <a:pt x="675" y="211"/>
                  </a:lnTo>
                  <a:lnTo>
                    <a:pt x="680" y="211"/>
                  </a:lnTo>
                  <a:lnTo>
                    <a:pt x="685" y="211"/>
                  </a:lnTo>
                  <a:lnTo>
                    <a:pt x="690" y="210"/>
                  </a:lnTo>
                  <a:lnTo>
                    <a:pt x="696" y="210"/>
                  </a:lnTo>
                  <a:lnTo>
                    <a:pt x="701" y="210"/>
                  </a:lnTo>
                  <a:lnTo>
                    <a:pt x="706" y="209"/>
                  </a:lnTo>
                  <a:lnTo>
                    <a:pt x="712" y="209"/>
                  </a:lnTo>
                  <a:lnTo>
                    <a:pt x="717" y="209"/>
                  </a:lnTo>
                  <a:lnTo>
                    <a:pt x="722" y="208"/>
                  </a:lnTo>
                  <a:lnTo>
                    <a:pt x="728" y="208"/>
                  </a:lnTo>
                  <a:lnTo>
                    <a:pt x="733" y="208"/>
                  </a:lnTo>
                  <a:lnTo>
                    <a:pt x="738" y="207"/>
                  </a:lnTo>
                  <a:lnTo>
                    <a:pt x="744" y="207"/>
                  </a:lnTo>
                  <a:lnTo>
                    <a:pt x="749" y="207"/>
                  </a:lnTo>
                  <a:lnTo>
                    <a:pt x="754" y="206"/>
                  </a:lnTo>
                  <a:lnTo>
                    <a:pt x="759" y="206"/>
                  </a:lnTo>
                  <a:lnTo>
                    <a:pt x="765" y="206"/>
                  </a:lnTo>
                  <a:lnTo>
                    <a:pt x="770" y="205"/>
                  </a:lnTo>
                  <a:lnTo>
                    <a:pt x="775" y="205"/>
                  </a:lnTo>
                  <a:lnTo>
                    <a:pt x="781" y="205"/>
                  </a:lnTo>
                  <a:lnTo>
                    <a:pt x="786" y="204"/>
                  </a:lnTo>
                  <a:lnTo>
                    <a:pt x="791" y="204"/>
                  </a:lnTo>
                  <a:lnTo>
                    <a:pt x="797" y="204"/>
                  </a:lnTo>
                  <a:lnTo>
                    <a:pt x="802" y="203"/>
                  </a:lnTo>
                  <a:lnTo>
                    <a:pt x="807" y="203"/>
                  </a:lnTo>
                  <a:lnTo>
                    <a:pt x="813" y="203"/>
                  </a:lnTo>
                  <a:lnTo>
                    <a:pt x="818" y="202"/>
                  </a:lnTo>
                  <a:lnTo>
                    <a:pt x="823" y="202"/>
                  </a:lnTo>
                  <a:lnTo>
                    <a:pt x="828" y="202"/>
                  </a:lnTo>
                  <a:lnTo>
                    <a:pt x="834" y="202"/>
                  </a:lnTo>
                  <a:lnTo>
                    <a:pt x="839" y="201"/>
                  </a:lnTo>
                  <a:lnTo>
                    <a:pt x="844" y="201"/>
                  </a:lnTo>
                  <a:lnTo>
                    <a:pt x="850" y="201"/>
                  </a:lnTo>
                  <a:lnTo>
                    <a:pt x="855" y="200"/>
                  </a:lnTo>
                  <a:lnTo>
                    <a:pt x="860" y="200"/>
                  </a:lnTo>
                  <a:lnTo>
                    <a:pt x="866" y="200"/>
                  </a:lnTo>
                  <a:lnTo>
                    <a:pt x="871" y="199"/>
                  </a:lnTo>
                  <a:lnTo>
                    <a:pt x="876" y="199"/>
                  </a:lnTo>
                  <a:lnTo>
                    <a:pt x="882" y="199"/>
                  </a:lnTo>
                  <a:lnTo>
                    <a:pt x="887" y="198"/>
                  </a:lnTo>
                  <a:lnTo>
                    <a:pt x="892" y="198"/>
                  </a:lnTo>
                  <a:lnTo>
                    <a:pt x="897" y="198"/>
                  </a:lnTo>
                  <a:lnTo>
                    <a:pt x="903" y="198"/>
                  </a:lnTo>
                  <a:lnTo>
                    <a:pt x="908" y="197"/>
                  </a:lnTo>
                  <a:lnTo>
                    <a:pt x="913" y="197"/>
                  </a:lnTo>
                  <a:lnTo>
                    <a:pt x="919" y="197"/>
                  </a:lnTo>
                  <a:lnTo>
                    <a:pt x="924" y="196"/>
                  </a:lnTo>
                  <a:lnTo>
                    <a:pt x="929" y="196"/>
                  </a:lnTo>
                  <a:lnTo>
                    <a:pt x="935" y="196"/>
                  </a:lnTo>
                  <a:lnTo>
                    <a:pt x="940" y="195"/>
                  </a:lnTo>
                  <a:lnTo>
                    <a:pt x="945" y="195"/>
                  </a:lnTo>
                  <a:lnTo>
                    <a:pt x="951" y="195"/>
                  </a:lnTo>
                  <a:lnTo>
                    <a:pt x="956" y="195"/>
                  </a:lnTo>
                  <a:lnTo>
                    <a:pt x="961" y="194"/>
                  </a:lnTo>
                  <a:lnTo>
                    <a:pt x="966" y="194"/>
                  </a:lnTo>
                  <a:lnTo>
                    <a:pt x="972" y="194"/>
                  </a:lnTo>
                  <a:lnTo>
                    <a:pt x="977" y="193"/>
                  </a:lnTo>
                  <a:lnTo>
                    <a:pt x="982" y="193"/>
                  </a:lnTo>
                  <a:lnTo>
                    <a:pt x="988" y="193"/>
                  </a:lnTo>
                  <a:lnTo>
                    <a:pt x="993" y="193"/>
                  </a:lnTo>
                  <a:lnTo>
                    <a:pt x="998" y="192"/>
                  </a:lnTo>
                  <a:lnTo>
                    <a:pt x="1004" y="192"/>
                  </a:lnTo>
                  <a:lnTo>
                    <a:pt x="1009" y="192"/>
                  </a:lnTo>
                  <a:lnTo>
                    <a:pt x="1014" y="191"/>
                  </a:lnTo>
                  <a:lnTo>
                    <a:pt x="1020" y="191"/>
                  </a:lnTo>
                  <a:lnTo>
                    <a:pt x="1025" y="191"/>
                  </a:lnTo>
                  <a:lnTo>
                    <a:pt x="1030" y="191"/>
                  </a:lnTo>
                  <a:lnTo>
                    <a:pt x="1035" y="190"/>
                  </a:lnTo>
                  <a:lnTo>
                    <a:pt x="1041" y="190"/>
                  </a:lnTo>
                  <a:lnTo>
                    <a:pt x="1046" y="190"/>
                  </a:lnTo>
                  <a:lnTo>
                    <a:pt x="1051" y="190"/>
                  </a:lnTo>
                  <a:lnTo>
                    <a:pt x="1057" y="189"/>
                  </a:lnTo>
                  <a:lnTo>
                    <a:pt x="1062" y="189"/>
                  </a:lnTo>
                  <a:lnTo>
                    <a:pt x="1067" y="189"/>
                  </a:lnTo>
                  <a:lnTo>
                    <a:pt x="1073" y="188"/>
                  </a:lnTo>
                  <a:lnTo>
                    <a:pt x="1078" y="188"/>
                  </a:lnTo>
                  <a:lnTo>
                    <a:pt x="1083" y="188"/>
                  </a:lnTo>
                  <a:lnTo>
                    <a:pt x="1089" y="188"/>
                  </a:lnTo>
                  <a:lnTo>
                    <a:pt x="1094" y="187"/>
                  </a:lnTo>
                  <a:lnTo>
                    <a:pt x="1099" y="187"/>
                  </a:lnTo>
                  <a:lnTo>
                    <a:pt x="1104" y="187"/>
                  </a:lnTo>
                  <a:lnTo>
                    <a:pt x="1110" y="187"/>
                  </a:lnTo>
                  <a:lnTo>
                    <a:pt x="1115" y="186"/>
                  </a:lnTo>
                  <a:lnTo>
                    <a:pt x="1120" y="186"/>
                  </a:lnTo>
                  <a:lnTo>
                    <a:pt x="1126" y="186"/>
                  </a:lnTo>
                  <a:lnTo>
                    <a:pt x="1131" y="186"/>
                  </a:lnTo>
                  <a:lnTo>
                    <a:pt x="1136" y="185"/>
                  </a:lnTo>
                  <a:lnTo>
                    <a:pt x="1142" y="185"/>
                  </a:lnTo>
                  <a:lnTo>
                    <a:pt x="1147" y="185"/>
                  </a:lnTo>
                  <a:lnTo>
                    <a:pt x="1152" y="184"/>
                  </a:lnTo>
                  <a:lnTo>
                    <a:pt x="1158" y="184"/>
                  </a:lnTo>
                  <a:lnTo>
                    <a:pt x="1163" y="184"/>
                  </a:lnTo>
                  <a:lnTo>
                    <a:pt x="1168" y="184"/>
                  </a:lnTo>
                  <a:lnTo>
                    <a:pt x="1173" y="183"/>
                  </a:lnTo>
                  <a:lnTo>
                    <a:pt x="1179" y="183"/>
                  </a:lnTo>
                  <a:lnTo>
                    <a:pt x="1184" y="183"/>
                  </a:lnTo>
                  <a:lnTo>
                    <a:pt x="1189" y="183"/>
                  </a:lnTo>
                  <a:lnTo>
                    <a:pt x="1195" y="182"/>
                  </a:lnTo>
                  <a:lnTo>
                    <a:pt x="1200" y="182"/>
                  </a:lnTo>
                  <a:lnTo>
                    <a:pt x="1205" y="182"/>
                  </a:lnTo>
                  <a:lnTo>
                    <a:pt x="1211" y="182"/>
                  </a:lnTo>
                  <a:lnTo>
                    <a:pt x="1216" y="181"/>
                  </a:lnTo>
                  <a:lnTo>
                    <a:pt x="1221" y="181"/>
                  </a:lnTo>
                  <a:lnTo>
                    <a:pt x="1227" y="181"/>
                  </a:lnTo>
                  <a:lnTo>
                    <a:pt x="1232" y="181"/>
                  </a:lnTo>
                  <a:lnTo>
                    <a:pt x="1237" y="180"/>
                  </a:lnTo>
                  <a:lnTo>
                    <a:pt x="1242" y="180"/>
                  </a:lnTo>
                  <a:lnTo>
                    <a:pt x="1248" y="180"/>
                  </a:lnTo>
                  <a:lnTo>
                    <a:pt x="1253" y="180"/>
                  </a:lnTo>
                  <a:lnTo>
                    <a:pt x="1258" y="179"/>
                  </a:lnTo>
                  <a:lnTo>
                    <a:pt x="1264" y="179"/>
                  </a:lnTo>
                  <a:lnTo>
                    <a:pt x="1269" y="179"/>
                  </a:lnTo>
                  <a:lnTo>
                    <a:pt x="1274" y="179"/>
                  </a:lnTo>
                  <a:lnTo>
                    <a:pt x="1280" y="178"/>
                  </a:lnTo>
                  <a:lnTo>
                    <a:pt x="1285" y="178"/>
                  </a:lnTo>
                  <a:lnTo>
                    <a:pt x="1290" y="178"/>
                  </a:lnTo>
                  <a:lnTo>
                    <a:pt x="1296" y="178"/>
                  </a:lnTo>
                  <a:lnTo>
                    <a:pt x="1301" y="178"/>
                  </a:lnTo>
                  <a:lnTo>
                    <a:pt x="1306" y="177"/>
                  </a:lnTo>
                  <a:lnTo>
                    <a:pt x="1311" y="177"/>
                  </a:lnTo>
                  <a:lnTo>
                    <a:pt x="1317" y="177"/>
                  </a:lnTo>
                  <a:lnTo>
                    <a:pt x="1322" y="177"/>
                  </a:lnTo>
                  <a:lnTo>
                    <a:pt x="1327" y="176"/>
                  </a:lnTo>
                  <a:lnTo>
                    <a:pt x="1333" y="176"/>
                  </a:lnTo>
                  <a:lnTo>
                    <a:pt x="1338" y="176"/>
                  </a:lnTo>
                  <a:lnTo>
                    <a:pt x="1343" y="176"/>
                  </a:lnTo>
                  <a:lnTo>
                    <a:pt x="1349" y="175"/>
                  </a:lnTo>
                  <a:lnTo>
                    <a:pt x="1354" y="175"/>
                  </a:lnTo>
                  <a:lnTo>
                    <a:pt x="1359" y="175"/>
                  </a:lnTo>
                  <a:lnTo>
                    <a:pt x="1365" y="175"/>
                  </a:lnTo>
                  <a:lnTo>
                    <a:pt x="1370" y="174"/>
                  </a:lnTo>
                  <a:lnTo>
                    <a:pt x="1375" y="174"/>
                  </a:lnTo>
                  <a:lnTo>
                    <a:pt x="1380" y="174"/>
                  </a:lnTo>
                  <a:lnTo>
                    <a:pt x="1386" y="174"/>
                  </a:lnTo>
                  <a:lnTo>
                    <a:pt x="1391" y="174"/>
                  </a:lnTo>
                  <a:lnTo>
                    <a:pt x="1396" y="173"/>
                  </a:lnTo>
                  <a:lnTo>
                    <a:pt x="1402" y="173"/>
                  </a:lnTo>
                  <a:lnTo>
                    <a:pt x="1407" y="173"/>
                  </a:lnTo>
                  <a:lnTo>
                    <a:pt x="1408" y="17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 flipH="1" rot="10800000">
              <a:off x="3778251" y="3271838"/>
              <a:ext cx="5013325" cy="1298575"/>
            </a:xfrm>
            <a:custGeom>
              <a:rect b="b" l="l" r="r" t="t"/>
              <a:pathLst>
                <a:path extrusionOk="0" h="304" w="1409">
                  <a:moveTo>
                    <a:pt x="0" y="4"/>
                  </a:moveTo>
                  <a:lnTo>
                    <a:pt x="1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3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1" y="4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25" y="4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30" y="4"/>
                  </a:lnTo>
                  <a:lnTo>
                    <a:pt x="32" y="4"/>
                  </a:lnTo>
                  <a:lnTo>
                    <a:pt x="33" y="4"/>
                  </a:lnTo>
                  <a:lnTo>
                    <a:pt x="34" y="4"/>
                  </a:lnTo>
                  <a:lnTo>
                    <a:pt x="36" y="4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40" y="4"/>
                  </a:lnTo>
                  <a:lnTo>
                    <a:pt x="41" y="4"/>
                  </a:lnTo>
                  <a:lnTo>
                    <a:pt x="42" y="4"/>
                  </a:lnTo>
                  <a:lnTo>
                    <a:pt x="44" y="4"/>
                  </a:lnTo>
                  <a:lnTo>
                    <a:pt x="45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2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6" y="4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1" y="4"/>
                  </a:lnTo>
                  <a:lnTo>
                    <a:pt x="63" y="4"/>
                  </a:lnTo>
                  <a:lnTo>
                    <a:pt x="64" y="4"/>
                  </a:lnTo>
                  <a:lnTo>
                    <a:pt x="65" y="4"/>
                  </a:lnTo>
                  <a:lnTo>
                    <a:pt x="67" y="4"/>
                  </a:lnTo>
                  <a:lnTo>
                    <a:pt x="68" y="4"/>
                  </a:lnTo>
                  <a:lnTo>
                    <a:pt x="69" y="4"/>
                  </a:lnTo>
                  <a:lnTo>
                    <a:pt x="71" y="4"/>
                  </a:lnTo>
                  <a:lnTo>
                    <a:pt x="72" y="4"/>
                  </a:lnTo>
                  <a:lnTo>
                    <a:pt x="73" y="4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7" y="4"/>
                  </a:lnTo>
                  <a:lnTo>
                    <a:pt x="79" y="4"/>
                  </a:lnTo>
                  <a:lnTo>
                    <a:pt x="80" y="4"/>
                  </a:lnTo>
                  <a:lnTo>
                    <a:pt x="81" y="4"/>
                  </a:lnTo>
                  <a:lnTo>
                    <a:pt x="83" y="4"/>
                  </a:lnTo>
                  <a:lnTo>
                    <a:pt x="84" y="4"/>
                  </a:lnTo>
                  <a:lnTo>
                    <a:pt x="85" y="4"/>
                  </a:lnTo>
                  <a:lnTo>
                    <a:pt x="87" y="4"/>
                  </a:lnTo>
                  <a:lnTo>
                    <a:pt x="88" y="4"/>
                  </a:lnTo>
                  <a:lnTo>
                    <a:pt x="89" y="4"/>
                  </a:lnTo>
                  <a:lnTo>
                    <a:pt x="91" y="4"/>
                  </a:lnTo>
                  <a:lnTo>
                    <a:pt x="92" y="4"/>
                  </a:lnTo>
                  <a:lnTo>
                    <a:pt x="93" y="4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7" y="4"/>
                  </a:lnTo>
                  <a:lnTo>
                    <a:pt x="99" y="4"/>
                  </a:lnTo>
                  <a:lnTo>
                    <a:pt x="100" y="3"/>
                  </a:lnTo>
                  <a:lnTo>
                    <a:pt x="102" y="3"/>
                  </a:lnTo>
                  <a:lnTo>
                    <a:pt x="103" y="1"/>
                  </a:lnTo>
                  <a:lnTo>
                    <a:pt x="104" y="0"/>
                  </a:lnTo>
                  <a:lnTo>
                    <a:pt x="106" y="1"/>
                  </a:lnTo>
                  <a:lnTo>
                    <a:pt x="107" y="2"/>
                  </a:lnTo>
                  <a:lnTo>
                    <a:pt x="108" y="4"/>
                  </a:lnTo>
                  <a:lnTo>
                    <a:pt x="110" y="7"/>
                  </a:lnTo>
                  <a:lnTo>
                    <a:pt x="111" y="10"/>
                  </a:lnTo>
                  <a:lnTo>
                    <a:pt x="112" y="13"/>
                  </a:lnTo>
                  <a:lnTo>
                    <a:pt x="114" y="16"/>
                  </a:lnTo>
                  <a:lnTo>
                    <a:pt x="115" y="20"/>
                  </a:lnTo>
                  <a:lnTo>
                    <a:pt x="116" y="24"/>
                  </a:lnTo>
                  <a:lnTo>
                    <a:pt x="118" y="28"/>
                  </a:lnTo>
                  <a:lnTo>
                    <a:pt x="119" y="32"/>
                  </a:lnTo>
                  <a:lnTo>
                    <a:pt x="120" y="36"/>
                  </a:lnTo>
                  <a:lnTo>
                    <a:pt x="122" y="40"/>
                  </a:lnTo>
                  <a:lnTo>
                    <a:pt x="123" y="43"/>
                  </a:lnTo>
                  <a:lnTo>
                    <a:pt x="124" y="48"/>
                  </a:lnTo>
                  <a:lnTo>
                    <a:pt x="126" y="52"/>
                  </a:lnTo>
                  <a:lnTo>
                    <a:pt x="127" y="56"/>
                  </a:lnTo>
                  <a:lnTo>
                    <a:pt x="128" y="60"/>
                  </a:lnTo>
                  <a:lnTo>
                    <a:pt x="130" y="64"/>
                  </a:lnTo>
                  <a:lnTo>
                    <a:pt x="131" y="68"/>
                  </a:lnTo>
                  <a:lnTo>
                    <a:pt x="132" y="72"/>
                  </a:lnTo>
                  <a:lnTo>
                    <a:pt x="134" y="76"/>
                  </a:lnTo>
                  <a:lnTo>
                    <a:pt x="135" y="80"/>
                  </a:lnTo>
                  <a:lnTo>
                    <a:pt x="136" y="85"/>
                  </a:lnTo>
                  <a:lnTo>
                    <a:pt x="138" y="89"/>
                  </a:lnTo>
                  <a:lnTo>
                    <a:pt x="139" y="93"/>
                  </a:lnTo>
                  <a:lnTo>
                    <a:pt x="140" y="96"/>
                  </a:lnTo>
                  <a:lnTo>
                    <a:pt x="142" y="101"/>
                  </a:lnTo>
                  <a:lnTo>
                    <a:pt x="143" y="105"/>
                  </a:lnTo>
                  <a:lnTo>
                    <a:pt x="144" y="108"/>
                  </a:lnTo>
                  <a:lnTo>
                    <a:pt x="146" y="113"/>
                  </a:lnTo>
                  <a:lnTo>
                    <a:pt x="147" y="116"/>
                  </a:lnTo>
                  <a:lnTo>
                    <a:pt x="148" y="120"/>
                  </a:lnTo>
                  <a:lnTo>
                    <a:pt x="150" y="124"/>
                  </a:lnTo>
                  <a:lnTo>
                    <a:pt x="151" y="128"/>
                  </a:lnTo>
                  <a:lnTo>
                    <a:pt x="153" y="131"/>
                  </a:lnTo>
                  <a:lnTo>
                    <a:pt x="154" y="135"/>
                  </a:lnTo>
                  <a:lnTo>
                    <a:pt x="155" y="139"/>
                  </a:lnTo>
                  <a:lnTo>
                    <a:pt x="157" y="142"/>
                  </a:lnTo>
                  <a:lnTo>
                    <a:pt x="158" y="146"/>
                  </a:lnTo>
                  <a:lnTo>
                    <a:pt x="159" y="149"/>
                  </a:lnTo>
                  <a:lnTo>
                    <a:pt x="161" y="153"/>
                  </a:lnTo>
                  <a:lnTo>
                    <a:pt x="162" y="156"/>
                  </a:lnTo>
                  <a:lnTo>
                    <a:pt x="163" y="159"/>
                  </a:lnTo>
                  <a:lnTo>
                    <a:pt x="165" y="163"/>
                  </a:lnTo>
                  <a:lnTo>
                    <a:pt x="166" y="166"/>
                  </a:lnTo>
                  <a:lnTo>
                    <a:pt x="167" y="169"/>
                  </a:lnTo>
                  <a:lnTo>
                    <a:pt x="169" y="173"/>
                  </a:lnTo>
                  <a:lnTo>
                    <a:pt x="170" y="176"/>
                  </a:lnTo>
                  <a:lnTo>
                    <a:pt x="171" y="179"/>
                  </a:lnTo>
                  <a:lnTo>
                    <a:pt x="173" y="182"/>
                  </a:lnTo>
                  <a:lnTo>
                    <a:pt x="174" y="185"/>
                  </a:lnTo>
                  <a:lnTo>
                    <a:pt x="175" y="188"/>
                  </a:lnTo>
                  <a:lnTo>
                    <a:pt x="177" y="191"/>
                  </a:lnTo>
                  <a:lnTo>
                    <a:pt x="178" y="193"/>
                  </a:lnTo>
                  <a:lnTo>
                    <a:pt x="179" y="196"/>
                  </a:lnTo>
                  <a:lnTo>
                    <a:pt x="181" y="199"/>
                  </a:lnTo>
                  <a:lnTo>
                    <a:pt x="182" y="202"/>
                  </a:lnTo>
                  <a:lnTo>
                    <a:pt x="183" y="204"/>
                  </a:lnTo>
                  <a:lnTo>
                    <a:pt x="185" y="207"/>
                  </a:lnTo>
                  <a:lnTo>
                    <a:pt x="186" y="210"/>
                  </a:lnTo>
                  <a:lnTo>
                    <a:pt x="187" y="212"/>
                  </a:lnTo>
                  <a:lnTo>
                    <a:pt x="189" y="215"/>
                  </a:lnTo>
                  <a:lnTo>
                    <a:pt x="190" y="217"/>
                  </a:lnTo>
                  <a:lnTo>
                    <a:pt x="191" y="220"/>
                  </a:lnTo>
                  <a:lnTo>
                    <a:pt x="193" y="222"/>
                  </a:lnTo>
                  <a:lnTo>
                    <a:pt x="194" y="224"/>
                  </a:lnTo>
                  <a:lnTo>
                    <a:pt x="195" y="227"/>
                  </a:lnTo>
                  <a:lnTo>
                    <a:pt x="197" y="229"/>
                  </a:lnTo>
                  <a:lnTo>
                    <a:pt x="198" y="231"/>
                  </a:lnTo>
                  <a:lnTo>
                    <a:pt x="200" y="234"/>
                  </a:lnTo>
                  <a:lnTo>
                    <a:pt x="201" y="236"/>
                  </a:lnTo>
                  <a:lnTo>
                    <a:pt x="202" y="238"/>
                  </a:lnTo>
                  <a:lnTo>
                    <a:pt x="204" y="240"/>
                  </a:lnTo>
                  <a:lnTo>
                    <a:pt x="205" y="242"/>
                  </a:lnTo>
                  <a:lnTo>
                    <a:pt x="206" y="244"/>
                  </a:lnTo>
                  <a:lnTo>
                    <a:pt x="208" y="246"/>
                  </a:lnTo>
                  <a:lnTo>
                    <a:pt x="209" y="248"/>
                  </a:lnTo>
                  <a:lnTo>
                    <a:pt x="210" y="250"/>
                  </a:lnTo>
                  <a:lnTo>
                    <a:pt x="212" y="252"/>
                  </a:lnTo>
                  <a:lnTo>
                    <a:pt x="213" y="254"/>
                  </a:lnTo>
                  <a:lnTo>
                    <a:pt x="214" y="256"/>
                  </a:lnTo>
                  <a:lnTo>
                    <a:pt x="216" y="257"/>
                  </a:lnTo>
                  <a:lnTo>
                    <a:pt x="217" y="258"/>
                  </a:lnTo>
                  <a:lnTo>
                    <a:pt x="218" y="260"/>
                  </a:lnTo>
                  <a:lnTo>
                    <a:pt x="220" y="262"/>
                  </a:lnTo>
                  <a:lnTo>
                    <a:pt x="221" y="263"/>
                  </a:lnTo>
                  <a:lnTo>
                    <a:pt x="222" y="265"/>
                  </a:lnTo>
                  <a:lnTo>
                    <a:pt x="224" y="266"/>
                  </a:lnTo>
                  <a:lnTo>
                    <a:pt x="225" y="268"/>
                  </a:lnTo>
                  <a:lnTo>
                    <a:pt x="226" y="269"/>
                  </a:lnTo>
                  <a:lnTo>
                    <a:pt x="228" y="270"/>
                  </a:lnTo>
                  <a:lnTo>
                    <a:pt x="229" y="271"/>
                  </a:lnTo>
                  <a:lnTo>
                    <a:pt x="230" y="272"/>
                  </a:lnTo>
                  <a:lnTo>
                    <a:pt x="232" y="274"/>
                  </a:lnTo>
                  <a:lnTo>
                    <a:pt x="233" y="275"/>
                  </a:lnTo>
                  <a:lnTo>
                    <a:pt x="234" y="276"/>
                  </a:lnTo>
                  <a:lnTo>
                    <a:pt x="236" y="277"/>
                  </a:lnTo>
                  <a:lnTo>
                    <a:pt x="237" y="278"/>
                  </a:lnTo>
                  <a:lnTo>
                    <a:pt x="238" y="279"/>
                  </a:lnTo>
                  <a:lnTo>
                    <a:pt x="240" y="280"/>
                  </a:lnTo>
                  <a:lnTo>
                    <a:pt x="241" y="281"/>
                  </a:lnTo>
                  <a:lnTo>
                    <a:pt x="242" y="282"/>
                  </a:lnTo>
                  <a:lnTo>
                    <a:pt x="244" y="283"/>
                  </a:lnTo>
                  <a:lnTo>
                    <a:pt x="245" y="284"/>
                  </a:lnTo>
                  <a:lnTo>
                    <a:pt x="246" y="285"/>
                  </a:lnTo>
                  <a:lnTo>
                    <a:pt x="248" y="286"/>
                  </a:lnTo>
                  <a:lnTo>
                    <a:pt x="249" y="287"/>
                  </a:lnTo>
                  <a:lnTo>
                    <a:pt x="251" y="288"/>
                  </a:lnTo>
                  <a:lnTo>
                    <a:pt x="252" y="289"/>
                  </a:lnTo>
                  <a:lnTo>
                    <a:pt x="253" y="290"/>
                  </a:lnTo>
                  <a:lnTo>
                    <a:pt x="255" y="291"/>
                  </a:lnTo>
                  <a:lnTo>
                    <a:pt x="256" y="291"/>
                  </a:lnTo>
                  <a:lnTo>
                    <a:pt x="257" y="292"/>
                  </a:lnTo>
                  <a:lnTo>
                    <a:pt x="259" y="293"/>
                  </a:lnTo>
                  <a:lnTo>
                    <a:pt x="260" y="294"/>
                  </a:lnTo>
                  <a:lnTo>
                    <a:pt x="261" y="294"/>
                  </a:lnTo>
                  <a:lnTo>
                    <a:pt x="263" y="295"/>
                  </a:lnTo>
                  <a:lnTo>
                    <a:pt x="264" y="295"/>
                  </a:lnTo>
                  <a:lnTo>
                    <a:pt x="265" y="296"/>
                  </a:lnTo>
                  <a:lnTo>
                    <a:pt x="267" y="296"/>
                  </a:lnTo>
                  <a:lnTo>
                    <a:pt x="268" y="297"/>
                  </a:lnTo>
                  <a:lnTo>
                    <a:pt x="269" y="297"/>
                  </a:lnTo>
                  <a:lnTo>
                    <a:pt x="271" y="298"/>
                  </a:lnTo>
                  <a:lnTo>
                    <a:pt x="272" y="298"/>
                  </a:lnTo>
                  <a:lnTo>
                    <a:pt x="273" y="299"/>
                  </a:lnTo>
                  <a:lnTo>
                    <a:pt x="275" y="299"/>
                  </a:lnTo>
                  <a:lnTo>
                    <a:pt x="276" y="300"/>
                  </a:lnTo>
                  <a:lnTo>
                    <a:pt x="277" y="300"/>
                  </a:lnTo>
                  <a:lnTo>
                    <a:pt x="279" y="300"/>
                  </a:lnTo>
                  <a:lnTo>
                    <a:pt x="280" y="301"/>
                  </a:lnTo>
                  <a:lnTo>
                    <a:pt x="281" y="301"/>
                  </a:lnTo>
                  <a:lnTo>
                    <a:pt x="283" y="301"/>
                  </a:lnTo>
                  <a:lnTo>
                    <a:pt x="284" y="301"/>
                  </a:lnTo>
                  <a:lnTo>
                    <a:pt x="285" y="302"/>
                  </a:lnTo>
                  <a:lnTo>
                    <a:pt x="287" y="302"/>
                  </a:lnTo>
                  <a:lnTo>
                    <a:pt x="288" y="302"/>
                  </a:lnTo>
                  <a:lnTo>
                    <a:pt x="289" y="302"/>
                  </a:lnTo>
                  <a:lnTo>
                    <a:pt x="291" y="302"/>
                  </a:lnTo>
                  <a:lnTo>
                    <a:pt x="292" y="303"/>
                  </a:lnTo>
                  <a:lnTo>
                    <a:pt x="293" y="303"/>
                  </a:lnTo>
                  <a:lnTo>
                    <a:pt x="295" y="303"/>
                  </a:lnTo>
                  <a:lnTo>
                    <a:pt x="296" y="303"/>
                  </a:lnTo>
                  <a:lnTo>
                    <a:pt x="297" y="303"/>
                  </a:lnTo>
                  <a:lnTo>
                    <a:pt x="299" y="303"/>
                  </a:lnTo>
                  <a:lnTo>
                    <a:pt x="300" y="303"/>
                  </a:lnTo>
                  <a:lnTo>
                    <a:pt x="302" y="303"/>
                  </a:lnTo>
                  <a:lnTo>
                    <a:pt x="303" y="303"/>
                  </a:lnTo>
                  <a:lnTo>
                    <a:pt x="304" y="303"/>
                  </a:lnTo>
                  <a:lnTo>
                    <a:pt x="306" y="303"/>
                  </a:lnTo>
                  <a:lnTo>
                    <a:pt x="307" y="303"/>
                  </a:lnTo>
                  <a:lnTo>
                    <a:pt x="308" y="303"/>
                  </a:lnTo>
                  <a:lnTo>
                    <a:pt x="310" y="304"/>
                  </a:lnTo>
                  <a:lnTo>
                    <a:pt x="311" y="304"/>
                  </a:lnTo>
                  <a:lnTo>
                    <a:pt x="312" y="304"/>
                  </a:lnTo>
                  <a:lnTo>
                    <a:pt x="314" y="304"/>
                  </a:lnTo>
                  <a:lnTo>
                    <a:pt x="315" y="304"/>
                  </a:lnTo>
                  <a:lnTo>
                    <a:pt x="316" y="304"/>
                  </a:lnTo>
                  <a:lnTo>
                    <a:pt x="318" y="304"/>
                  </a:lnTo>
                  <a:lnTo>
                    <a:pt x="319" y="303"/>
                  </a:lnTo>
                  <a:lnTo>
                    <a:pt x="320" y="303"/>
                  </a:lnTo>
                  <a:lnTo>
                    <a:pt x="322" y="303"/>
                  </a:lnTo>
                  <a:lnTo>
                    <a:pt x="323" y="303"/>
                  </a:lnTo>
                  <a:lnTo>
                    <a:pt x="324" y="303"/>
                  </a:lnTo>
                  <a:lnTo>
                    <a:pt x="326" y="303"/>
                  </a:lnTo>
                  <a:lnTo>
                    <a:pt x="327" y="302"/>
                  </a:lnTo>
                  <a:lnTo>
                    <a:pt x="328" y="302"/>
                  </a:lnTo>
                  <a:lnTo>
                    <a:pt x="330" y="302"/>
                  </a:lnTo>
                  <a:lnTo>
                    <a:pt x="331" y="302"/>
                  </a:lnTo>
                  <a:lnTo>
                    <a:pt x="332" y="302"/>
                  </a:lnTo>
                  <a:lnTo>
                    <a:pt x="334" y="302"/>
                  </a:lnTo>
                  <a:lnTo>
                    <a:pt x="335" y="302"/>
                  </a:lnTo>
                  <a:lnTo>
                    <a:pt x="336" y="302"/>
                  </a:lnTo>
                  <a:lnTo>
                    <a:pt x="338" y="301"/>
                  </a:lnTo>
                  <a:lnTo>
                    <a:pt x="339" y="301"/>
                  </a:lnTo>
                  <a:lnTo>
                    <a:pt x="340" y="301"/>
                  </a:lnTo>
                  <a:lnTo>
                    <a:pt x="342" y="301"/>
                  </a:lnTo>
                  <a:lnTo>
                    <a:pt x="343" y="301"/>
                  </a:lnTo>
                  <a:lnTo>
                    <a:pt x="344" y="301"/>
                  </a:lnTo>
                  <a:lnTo>
                    <a:pt x="346" y="300"/>
                  </a:lnTo>
                  <a:lnTo>
                    <a:pt x="347" y="300"/>
                  </a:lnTo>
                  <a:lnTo>
                    <a:pt x="348" y="300"/>
                  </a:lnTo>
                  <a:lnTo>
                    <a:pt x="350" y="300"/>
                  </a:lnTo>
                  <a:lnTo>
                    <a:pt x="351" y="300"/>
                  </a:lnTo>
                  <a:lnTo>
                    <a:pt x="353" y="299"/>
                  </a:lnTo>
                  <a:lnTo>
                    <a:pt x="354" y="299"/>
                  </a:lnTo>
                  <a:lnTo>
                    <a:pt x="355" y="299"/>
                  </a:lnTo>
                  <a:lnTo>
                    <a:pt x="357" y="299"/>
                  </a:lnTo>
                  <a:lnTo>
                    <a:pt x="358" y="298"/>
                  </a:lnTo>
                  <a:lnTo>
                    <a:pt x="359" y="298"/>
                  </a:lnTo>
                  <a:lnTo>
                    <a:pt x="361" y="298"/>
                  </a:lnTo>
                  <a:lnTo>
                    <a:pt x="362" y="298"/>
                  </a:lnTo>
                  <a:lnTo>
                    <a:pt x="363" y="297"/>
                  </a:lnTo>
                  <a:lnTo>
                    <a:pt x="365" y="297"/>
                  </a:lnTo>
                  <a:lnTo>
                    <a:pt x="366" y="297"/>
                  </a:lnTo>
                  <a:lnTo>
                    <a:pt x="367" y="297"/>
                  </a:lnTo>
                  <a:lnTo>
                    <a:pt x="369" y="297"/>
                  </a:lnTo>
                  <a:lnTo>
                    <a:pt x="370" y="296"/>
                  </a:lnTo>
                  <a:lnTo>
                    <a:pt x="371" y="296"/>
                  </a:lnTo>
                  <a:lnTo>
                    <a:pt x="373" y="296"/>
                  </a:lnTo>
                  <a:lnTo>
                    <a:pt x="374" y="296"/>
                  </a:lnTo>
                  <a:lnTo>
                    <a:pt x="375" y="295"/>
                  </a:lnTo>
                  <a:lnTo>
                    <a:pt x="377" y="295"/>
                  </a:lnTo>
                  <a:lnTo>
                    <a:pt x="378" y="295"/>
                  </a:lnTo>
                  <a:lnTo>
                    <a:pt x="379" y="294"/>
                  </a:lnTo>
                  <a:lnTo>
                    <a:pt x="381" y="294"/>
                  </a:lnTo>
                  <a:lnTo>
                    <a:pt x="382" y="294"/>
                  </a:lnTo>
                  <a:lnTo>
                    <a:pt x="383" y="294"/>
                  </a:lnTo>
                  <a:lnTo>
                    <a:pt x="385" y="293"/>
                  </a:lnTo>
                  <a:lnTo>
                    <a:pt x="386" y="293"/>
                  </a:lnTo>
                  <a:lnTo>
                    <a:pt x="387" y="293"/>
                  </a:lnTo>
                  <a:lnTo>
                    <a:pt x="389" y="292"/>
                  </a:lnTo>
                  <a:lnTo>
                    <a:pt x="390" y="292"/>
                  </a:lnTo>
                  <a:lnTo>
                    <a:pt x="391" y="292"/>
                  </a:lnTo>
                  <a:lnTo>
                    <a:pt x="393" y="292"/>
                  </a:lnTo>
                  <a:lnTo>
                    <a:pt x="394" y="291"/>
                  </a:lnTo>
                  <a:lnTo>
                    <a:pt x="395" y="291"/>
                  </a:lnTo>
                  <a:lnTo>
                    <a:pt x="397" y="291"/>
                  </a:lnTo>
                  <a:lnTo>
                    <a:pt x="398" y="291"/>
                  </a:lnTo>
                  <a:lnTo>
                    <a:pt x="399" y="290"/>
                  </a:lnTo>
                  <a:lnTo>
                    <a:pt x="401" y="290"/>
                  </a:lnTo>
                  <a:lnTo>
                    <a:pt x="402" y="290"/>
                  </a:lnTo>
                  <a:lnTo>
                    <a:pt x="404" y="289"/>
                  </a:lnTo>
                  <a:lnTo>
                    <a:pt x="405" y="289"/>
                  </a:lnTo>
                  <a:lnTo>
                    <a:pt x="406" y="289"/>
                  </a:lnTo>
                  <a:lnTo>
                    <a:pt x="408" y="289"/>
                  </a:lnTo>
                  <a:lnTo>
                    <a:pt x="409" y="288"/>
                  </a:lnTo>
                  <a:lnTo>
                    <a:pt x="410" y="288"/>
                  </a:lnTo>
                  <a:lnTo>
                    <a:pt x="412" y="288"/>
                  </a:lnTo>
                  <a:lnTo>
                    <a:pt x="413" y="287"/>
                  </a:lnTo>
                  <a:lnTo>
                    <a:pt x="414" y="287"/>
                  </a:lnTo>
                  <a:lnTo>
                    <a:pt x="416" y="287"/>
                  </a:lnTo>
                  <a:lnTo>
                    <a:pt x="417" y="287"/>
                  </a:lnTo>
                  <a:lnTo>
                    <a:pt x="418" y="286"/>
                  </a:lnTo>
                  <a:lnTo>
                    <a:pt x="420" y="286"/>
                  </a:lnTo>
                  <a:lnTo>
                    <a:pt x="421" y="286"/>
                  </a:lnTo>
                  <a:lnTo>
                    <a:pt x="422" y="285"/>
                  </a:lnTo>
                  <a:lnTo>
                    <a:pt x="424" y="285"/>
                  </a:lnTo>
                  <a:lnTo>
                    <a:pt x="425" y="285"/>
                  </a:lnTo>
                  <a:lnTo>
                    <a:pt x="426" y="285"/>
                  </a:lnTo>
                  <a:lnTo>
                    <a:pt x="428" y="285"/>
                  </a:lnTo>
                  <a:lnTo>
                    <a:pt x="429" y="284"/>
                  </a:lnTo>
                  <a:lnTo>
                    <a:pt x="430" y="284"/>
                  </a:lnTo>
                  <a:lnTo>
                    <a:pt x="432" y="284"/>
                  </a:lnTo>
                  <a:lnTo>
                    <a:pt x="433" y="284"/>
                  </a:lnTo>
                  <a:lnTo>
                    <a:pt x="434" y="284"/>
                  </a:lnTo>
                  <a:lnTo>
                    <a:pt x="436" y="283"/>
                  </a:lnTo>
                  <a:lnTo>
                    <a:pt x="437" y="283"/>
                  </a:lnTo>
                  <a:lnTo>
                    <a:pt x="438" y="283"/>
                  </a:lnTo>
                  <a:lnTo>
                    <a:pt x="440" y="283"/>
                  </a:lnTo>
                  <a:lnTo>
                    <a:pt x="441" y="282"/>
                  </a:lnTo>
                  <a:lnTo>
                    <a:pt x="442" y="282"/>
                  </a:lnTo>
                  <a:lnTo>
                    <a:pt x="444" y="282"/>
                  </a:lnTo>
                  <a:lnTo>
                    <a:pt x="445" y="282"/>
                  </a:lnTo>
                  <a:lnTo>
                    <a:pt x="446" y="282"/>
                  </a:lnTo>
                  <a:lnTo>
                    <a:pt x="448" y="281"/>
                  </a:lnTo>
                  <a:lnTo>
                    <a:pt x="449" y="281"/>
                  </a:lnTo>
                  <a:lnTo>
                    <a:pt x="450" y="281"/>
                  </a:lnTo>
                  <a:lnTo>
                    <a:pt x="452" y="281"/>
                  </a:lnTo>
                  <a:lnTo>
                    <a:pt x="453" y="281"/>
                  </a:lnTo>
                  <a:lnTo>
                    <a:pt x="455" y="280"/>
                  </a:lnTo>
                  <a:lnTo>
                    <a:pt x="456" y="280"/>
                  </a:lnTo>
                  <a:lnTo>
                    <a:pt x="457" y="280"/>
                  </a:lnTo>
                  <a:lnTo>
                    <a:pt x="459" y="280"/>
                  </a:lnTo>
                  <a:lnTo>
                    <a:pt x="460" y="280"/>
                  </a:lnTo>
                  <a:lnTo>
                    <a:pt x="461" y="279"/>
                  </a:lnTo>
                  <a:lnTo>
                    <a:pt x="463" y="279"/>
                  </a:lnTo>
                  <a:lnTo>
                    <a:pt x="464" y="279"/>
                  </a:lnTo>
                  <a:lnTo>
                    <a:pt x="465" y="279"/>
                  </a:lnTo>
                  <a:lnTo>
                    <a:pt x="467" y="279"/>
                  </a:lnTo>
                  <a:lnTo>
                    <a:pt x="468" y="279"/>
                  </a:lnTo>
                  <a:lnTo>
                    <a:pt x="469" y="278"/>
                  </a:lnTo>
                  <a:lnTo>
                    <a:pt x="471" y="278"/>
                  </a:lnTo>
                  <a:lnTo>
                    <a:pt x="472" y="278"/>
                  </a:lnTo>
                  <a:lnTo>
                    <a:pt x="473" y="278"/>
                  </a:lnTo>
                  <a:lnTo>
                    <a:pt x="475" y="278"/>
                  </a:lnTo>
                  <a:lnTo>
                    <a:pt x="476" y="278"/>
                  </a:lnTo>
                  <a:lnTo>
                    <a:pt x="477" y="277"/>
                  </a:lnTo>
                  <a:lnTo>
                    <a:pt x="479" y="277"/>
                  </a:lnTo>
                  <a:lnTo>
                    <a:pt x="480" y="277"/>
                  </a:lnTo>
                  <a:lnTo>
                    <a:pt x="481" y="277"/>
                  </a:lnTo>
                  <a:lnTo>
                    <a:pt x="483" y="277"/>
                  </a:lnTo>
                  <a:lnTo>
                    <a:pt x="484" y="277"/>
                  </a:lnTo>
                  <a:lnTo>
                    <a:pt x="485" y="276"/>
                  </a:lnTo>
                  <a:lnTo>
                    <a:pt x="487" y="276"/>
                  </a:lnTo>
                  <a:lnTo>
                    <a:pt x="488" y="276"/>
                  </a:lnTo>
                  <a:lnTo>
                    <a:pt x="489" y="276"/>
                  </a:lnTo>
                  <a:lnTo>
                    <a:pt x="491" y="276"/>
                  </a:lnTo>
                  <a:lnTo>
                    <a:pt x="492" y="276"/>
                  </a:lnTo>
                  <a:lnTo>
                    <a:pt x="493" y="275"/>
                  </a:lnTo>
                  <a:lnTo>
                    <a:pt x="495" y="275"/>
                  </a:lnTo>
                  <a:lnTo>
                    <a:pt x="496" y="275"/>
                  </a:lnTo>
                  <a:lnTo>
                    <a:pt x="497" y="275"/>
                  </a:lnTo>
                  <a:lnTo>
                    <a:pt x="499" y="275"/>
                  </a:lnTo>
                  <a:lnTo>
                    <a:pt x="500" y="275"/>
                  </a:lnTo>
                  <a:lnTo>
                    <a:pt x="502" y="274"/>
                  </a:lnTo>
                  <a:lnTo>
                    <a:pt x="503" y="274"/>
                  </a:lnTo>
                  <a:lnTo>
                    <a:pt x="504" y="274"/>
                  </a:lnTo>
                  <a:lnTo>
                    <a:pt x="506" y="274"/>
                  </a:lnTo>
                  <a:lnTo>
                    <a:pt x="507" y="274"/>
                  </a:lnTo>
                  <a:lnTo>
                    <a:pt x="508" y="274"/>
                  </a:lnTo>
                  <a:lnTo>
                    <a:pt x="510" y="274"/>
                  </a:lnTo>
                  <a:lnTo>
                    <a:pt x="511" y="273"/>
                  </a:lnTo>
                  <a:lnTo>
                    <a:pt x="512" y="273"/>
                  </a:lnTo>
                  <a:lnTo>
                    <a:pt x="514" y="273"/>
                  </a:lnTo>
                  <a:lnTo>
                    <a:pt x="515" y="273"/>
                  </a:lnTo>
                  <a:lnTo>
                    <a:pt x="516" y="273"/>
                  </a:lnTo>
                  <a:lnTo>
                    <a:pt x="518" y="273"/>
                  </a:lnTo>
                  <a:lnTo>
                    <a:pt x="519" y="273"/>
                  </a:lnTo>
                  <a:lnTo>
                    <a:pt x="520" y="272"/>
                  </a:lnTo>
                  <a:lnTo>
                    <a:pt x="522" y="272"/>
                  </a:lnTo>
                  <a:lnTo>
                    <a:pt x="523" y="272"/>
                  </a:lnTo>
                  <a:lnTo>
                    <a:pt x="524" y="272"/>
                  </a:lnTo>
                  <a:lnTo>
                    <a:pt x="526" y="272"/>
                  </a:lnTo>
                  <a:lnTo>
                    <a:pt x="527" y="272"/>
                  </a:lnTo>
                  <a:lnTo>
                    <a:pt x="528" y="272"/>
                  </a:lnTo>
                  <a:lnTo>
                    <a:pt x="530" y="271"/>
                  </a:lnTo>
                  <a:lnTo>
                    <a:pt x="531" y="271"/>
                  </a:lnTo>
                  <a:lnTo>
                    <a:pt x="532" y="271"/>
                  </a:lnTo>
                  <a:lnTo>
                    <a:pt x="534" y="271"/>
                  </a:lnTo>
                  <a:lnTo>
                    <a:pt x="535" y="271"/>
                  </a:lnTo>
                  <a:lnTo>
                    <a:pt x="536" y="271"/>
                  </a:lnTo>
                  <a:lnTo>
                    <a:pt x="538" y="271"/>
                  </a:lnTo>
                  <a:lnTo>
                    <a:pt x="539" y="271"/>
                  </a:lnTo>
                  <a:lnTo>
                    <a:pt x="540" y="271"/>
                  </a:lnTo>
                  <a:lnTo>
                    <a:pt x="542" y="270"/>
                  </a:lnTo>
                  <a:lnTo>
                    <a:pt x="543" y="270"/>
                  </a:lnTo>
                  <a:lnTo>
                    <a:pt x="544" y="270"/>
                  </a:lnTo>
                  <a:lnTo>
                    <a:pt x="546" y="270"/>
                  </a:lnTo>
                  <a:lnTo>
                    <a:pt x="547" y="270"/>
                  </a:lnTo>
                  <a:lnTo>
                    <a:pt x="548" y="270"/>
                  </a:lnTo>
                  <a:lnTo>
                    <a:pt x="550" y="270"/>
                  </a:lnTo>
                  <a:lnTo>
                    <a:pt x="551" y="270"/>
                  </a:lnTo>
                  <a:lnTo>
                    <a:pt x="553" y="269"/>
                  </a:lnTo>
                  <a:lnTo>
                    <a:pt x="554" y="269"/>
                  </a:lnTo>
                  <a:lnTo>
                    <a:pt x="555" y="269"/>
                  </a:lnTo>
                  <a:lnTo>
                    <a:pt x="557" y="269"/>
                  </a:lnTo>
                  <a:lnTo>
                    <a:pt x="558" y="269"/>
                  </a:lnTo>
                  <a:lnTo>
                    <a:pt x="559" y="269"/>
                  </a:lnTo>
                  <a:lnTo>
                    <a:pt x="561" y="269"/>
                  </a:lnTo>
                  <a:lnTo>
                    <a:pt x="562" y="269"/>
                  </a:lnTo>
                  <a:lnTo>
                    <a:pt x="563" y="268"/>
                  </a:lnTo>
                  <a:lnTo>
                    <a:pt x="565" y="268"/>
                  </a:lnTo>
                  <a:lnTo>
                    <a:pt x="566" y="268"/>
                  </a:lnTo>
                  <a:lnTo>
                    <a:pt x="567" y="268"/>
                  </a:lnTo>
                  <a:lnTo>
                    <a:pt x="569" y="268"/>
                  </a:lnTo>
                  <a:lnTo>
                    <a:pt x="570" y="268"/>
                  </a:lnTo>
                  <a:lnTo>
                    <a:pt x="571" y="268"/>
                  </a:lnTo>
                  <a:lnTo>
                    <a:pt x="573" y="268"/>
                  </a:lnTo>
                  <a:lnTo>
                    <a:pt x="574" y="268"/>
                  </a:lnTo>
                  <a:lnTo>
                    <a:pt x="575" y="267"/>
                  </a:lnTo>
                  <a:lnTo>
                    <a:pt x="577" y="267"/>
                  </a:lnTo>
                  <a:lnTo>
                    <a:pt x="578" y="267"/>
                  </a:lnTo>
                  <a:lnTo>
                    <a:pt x="579" y="267"/>
                  </a:lnTo>
                  <a:lnTo>
                    <a:pt x="581" y="267"/>
                  </a:lnTo>
                  <a:lnTo>
                    <a:pt x="582" y="267"/>
                  </a:lnTo>
                  <a:lnTo>
                    <a:pt x="583" y="267"/>
                  </a:lnTo>
                  <a:lnTo>
                    <a:pt x="585" y="267"/>
                  </a:lnTo>
                  <a:lnTo>
                    <a:pt x="586" y="267"/>
                  </a:lnTo>
                  <a:lnTo>
                    <a:pt x="587" y="266"/>
                  </a:lnTo>
                  <a:lnTo>
                    <a:pt x="589" y="266"/>
                  </a:lnTo>
                  <a:lnTo>
                    <a:pt x="590" y="266"/>
                  </a:lnTo>
                  <a:lnTo>
                    <a:pt x="591" y="266"/>
                  </a:lnTo>
                  <a:lnTo>
                    <a:pt x="593" y="266"/>
                  </a:lnTo>
                  <a:lnTo>
                    <a:pt x="594" y="266"/>
                  </a:lnTo>
                  <a:lnTo>
                    <a:pt x="595" y="266"/>
                  </a:lnTo>
                  <a:lnTo>
                    <a:pt x="597" y="266"/>
                  </a:lnTo>
                  <a:lnTo>
                    <a:pt x="598" y="266"/>
                  </a:lnTo>
                  <a:lnTo>
                    <a:pt x="599" y="266"/>
                  </a:lnTo>
                  <a:lnTo>
                    <a:pt x="601" y="265"/>
                  </a:lnTo>
                  <a:lnTo>
                    <a:pt x="602" y="265"/>
                  </a:lnTo>
                  <a:lnTo>
                    <a:pt x="604" y="265"/>
                  </a:lnTo>
                  <a:lnTo>
                    <a:pt x="605" y="265"/>
                  </a:lnTo>
                  <a:lnTo>
                    <a:pt x="606" y="265"/>
                  </a:lnTo>
                  <a:lnTo>
                    <a:pt x="608" y="265"/>
                  </a:lnTo>
                  <a:lnTo>
                    <a:pt x="609" y="265"/>
                  </a:lnTo>
                  <a:lnTo>
                    <a:pt x="610" y="265"/>
                  </a:lnTo>
                  <a:lnTo>
                    <a:pt x="612" y="265"/>
                  </a:lnTo>
                  <a:lnTo>
                    <a:pt x="613" y="265"/>
                  </a:lnTo>
                  <a:lnTo>
                    <a:pt x="614" y="264"/>
                  </a:lnTo>
                  <a:lnTo>
                    <a:pt x="616" y="264"/>
                  </a:lnTo>
                  <a:lnTo>
                    <a:pt x="617" y="264"/>
                  </a:lnTo>
                  <a:lnTo>
                    <a:pt x="618" y="264"/>
                  </a:lnTo>
                  <a:lnTo>
                    <a:pt x="620" y="264"/>
                  </a:lnTo>
                  <a:lnTo>
                    <a:pt x="621" y="264"/>
                  </a:lnTo>
                  <a:lnTo>
                    <a:pt x="622" y="264"/>
                  </a:lnTo>
                  <a:lnTo>
                    <a:pt x="624" y="264"/>
                  </a:lnTo>
                  <a:lnTo>
                    <a:pt x="625" y="264"/>
                  </a:lnTo>
                  <a:lnTo>
                    <a:pt x="626" y="264"/>
                  </a:lnTo>
                  <a:lnTo>
                    <a:pt x="628" y="264"/>
                  </a:lnTo>
                  <a:lnTo>
                    <a:pt x="629" y="263"/>
                  </a:lnTo>
                  <a:lnTo>
                    <a:pt x="630" y="263"/>
                  </a:lnTo>
                  <a:lnTo>
                    <a:pt x="632" y="263"/>
                  </a:lnTo>
                  <a:lnTo>
                    <a:pt x="633" y="263"/>
                  </a:lnTo>
                  <a:lnTo>
                    <a:pt x="634" y="263"/>
                  </a:lnTo>
                  <a:lnTo>
                    <a:pt x="636" y="263"/>
                  </a:lnTo>
                  <a:lnTo>
                    <a:pt x="637" y="263"/>
                  </a:lnTo>
                  <a:lnTo>
                    <a:pt x="638" y="263"/>
                  </a:lnTo>
                  <a:lnTo>
                    <a:pt x="640" y="263"/>
                  </a:lnTo>
                  <a:lnTo>
                    <a:pt x="641" y="263"/>
                  </a:lnTo>
                  <a:lnTo>
                    <a:pt x="642" y="263"/>
                  </a:lnTo>
                  <a:lnTo>
                    <a:pt x="644" y="262"/>
                  </a:lnTo>
                  <a:lnTo>
                    <a:pt x="645" y="262"/>
                  </a:lnTo>
                  <a:lnTo>
                    <a:pt x="646" y="262"/>
                  </a:lnTo>
                  <a:lnTo>
                    <a:pt x="648" y="262"/>
                  </a:lnTo>
                  <a:lnTo>
                    <a:pt x="649" y="262"/>
                  </a:lnTo>
                  <a:lnTo>
                    <a:pt x="650" y="262"/>
                  </a:lnTo>
                  <a:lnTo>
                    <a:pt x="652" y="262"/>
                  </a:lnTo>
                  <a:lnTo>
                    <a:pt x="653" y="262"/>
                  </a:lnTo>
                  <a:lnTo>
                    <a:pt x="655" y="262"/>
                  </a:lnTo>
                  <a:lnTo>
                    <a:pt x="656" y="262"/>
                  </a:lnTo>
                  <a:lnTo>
                    <a:pt x="657" y="261"/>
                  </a:lnTo>
                  <a:lnTo>
                    <a:pt x="659" y="261"/>
                  </a:lnTo>
                  <a:lnTo>
                    <a:pt x="660" y="261"/>
                  </a:lnTo>
                  <a:lnTo>
                    <a:pt x="661" y="261"/>
                  </a:lnTo>
                  <a:lnTo>
                    <a:pt x="663" y="261"/>
                  </a:lnTo>
                  <a:lnTo>
                    <a:pt x="664" y="261"/>
                  </a:lnTo>
                  <a:lnTo>
                    <a:pt x="665" y="261"/>
                  </a:lnTo>
                  <a:lnTo>
                    <a:pt x="667" y="261"/>
                  </a:lnTo>
                  <a:lnTo>
                    <a:pt x="668" y="261"/>
                  </a:lnTo>
                  <a:lnTo>
                    <a:pt x="669" y="261"/>
                  </a:lnTo>
                  <a:lnTo>
                    <a:pt x="671" y="261"/>
                  </a:lnTo>
                  <a:lnTo>
                    <a:pt x="672" y="261"/>
                  </a:lnTo>
                  <a:lnTo>
                    <a:pt x="673" y="261"/>
                  </a:lnTo>
                  <a:lnTo>
                    <a:pt x="675" y="261"/>
                  </a:lnTo>
                  <a:lnTo>
                    <a:pt x="676" y="260"/>
                  </a:lnTo>
                  <a:lnTo>
                    <a:pt x="677" y="260"/>
                  </a:lnTo>
                  <a:lnTo>
                    <a:pt x="679" y="260"/>
                  </a:lnTo>
                  <a:lnTo>
                    <a:pt x="680" y="260"/>
                  </a:lnTo>
                  <a:lnTo>
                    <a:pt x="681" y="260"/>
                  </a:lnTo>
                  <a:lnTo>
                    <a:pt x="683" y="260"/>
                  </a:lnTo>
                  <a:lnTo>
                    <a:pt x="684" y="260"/>
                  </a:lnTo>
                  <a:lnTo>
                    <a:pt x="685" y="260"/>
                  </a:lnTo>
                  <a:lnTo>
                    <a:pt x="687" y="260"/>
                  </a:lnTo>
                  <a:lnTo>
                    <a:pt x="688" y="260"/>
                  </a:lnTo>
                  <a:lnTo>
                    <a:pt x="689" y="260"/>
                  </a:lnTo>
                  <a:lnTo>
                    <a:pt x="691" y="259"/>
                  </a:lnTo>
                  <a:lnTo>
                    <a:pt x="692" y="259"/>
                  </a:lnTo>
                  <a:lnTo>
                    <a:pt x="693" y="259"/>
                  </a:lnTo>
                  <a:lnTo>
                    <a:pt x="695" y="259"/>
                  </a:lnTo>
                  <a:lnTo>
                    <a:pt x="696" y="259"/>
                  </a:lnTo>
                  <a:lnTo>
                    <a:pt x="697" y="259"/>
                  </a:lnTo>
                  <a:lnTo>
                    <a:pt x="699" y="259"/>
                  </a:lnTo>
                  <a:lnTo>
                    <a:pt x="700" y="259"/>
                  </a:lnTo>
                  <a:lnTo>
                    <a:pt x="701" y="259"/>
                  </a:lnTo>
                  <a:lnTo>
                    <a:pt x="703" y="259"/>
                  </a:lnTo>
                  <a:lnTo>
                    <a:pt x="704" y="259"/>
                  </a:lnTo>
                  <a:lnTo>
                    <a:pt x="706" y="258"/>
                  </a:lnTo>
                  <a:lnTo>
                    <a:pt x="707" y="258"/>
                  </a:lnTo>
                  <a:lnTo>
                    <a:pt x="708" y="258"/>
                  </a:lnTo>
                  <a:lnTo>
                    <a:pt x="710" y="258"/>
                  </a:lnTo>
                  <a:lnTo>
                    <a:pt x="711" y="258"/>
                  </a:lnTo>
                  <a:lnTo>
                    <a:pt x="712" y="258"/>
                  </a:lnTo>
                  <a:lnTo>
                    <a:pt x="714" y="258"/>
                  </a:lnTo>
                  <a:lnTo>
                    <a:pt x="715" y="258"/>
                  </a:lnTo>
                  <a:lnTo>
                    <a:pt x="716" y="258"/>
                  </a:lnTo>
                  <a:lnTo>
                    <a:pt x="718" y="258"/>
                  </a:lnTo>
                  <a:lnTo>
                    <a:pt x="719" y="258"/>
                  </a:lnTo>
                  <a:lnTo>
                    <a:pt x="720" y="258"/>
                  </a:lnTo>
                  <a:lnTo>
                    <a:pt x="722" y="258"/>
                  </a:lnTo>
                  <a:lnTo>
                    <a:pt x="723" y="257"/>
                  </a:lnTo>
                  <a:lnTo>
                    <a:pt x="724" y="257"/>
                  </a:lnTo>
                  <a:lnTo>
                    <a:pt x="726" y="257"/>
                  </a:lnTo>
                  <a:lnTo>
                    <a:pt x="727" y="257"/>
                  </a:lnTo>
                  <a:lnTo>
                    <a:pt x="728" y="257"/>
                  </a:lnTo>
                  <a:lnTo>
                    <a:pt x="730" y="257"/>
                  </a:lnTo>
                  <a:lnTo>
                    <a:pt x="731" y="257"/>
                  </a:lnTo>
                  <a:lnTo>
                    <a:pt x="732" y="257"/>
                  </a:lnTo>
                  <a:lnTo>
                    <a:pt x="734" y="257"/>
                  </a:lnTo>
                  <a:lnTo>
                    <a:pt x="735" y="257"/>
                  </a:lnTo>
                  <a:lnTo>
                    <a:pt x="736" y="257"/>
                  </a:lnTo>
                  <a:lnTo>
                    <a:pt x="738" y="257"/>
                  </a:lnTo>
                  <a:lnTo>
                    <a:pt x="739" y="256"/>
                  </a:lnTo>
                  <a:lnTo>
                    <a:pt x="740" y="256"/>
                  </a:lnTo>
                  <a:lnTo>
                    <a:pt x="742" y="256"/>
                  </a:lnTo>
                  <a:lnTo>
                    <a:pt x="743" y="256"/>
                  </a:lnTo>
                  <a:lnTo>
                    <a:pt x="744" y="256"/>
                  </a:lnTo>
                  <a:lnTo>
                    <a:pt x="746" y="256"/>
                  </a:lnTo>
                  <a:lnTo>
                    <a:pt x="747" y="256"/>
                  </a:lnTo>
                  <a:lnTo>
                    <a:pt x="748" y="256"/>
                  </a:lnTo>
                  <a:lnTo>
                    <a:pt x="750" y="256"/>
                  </a:lnTo>
                  <a:lnTo>
                    <a:pt x="751" y="256"/>
                  </a:lnTo>
                  <a:lnTo>
                    <a:pt x="752" y="256"/>
                  </a:lnTo>
                  <a:lnTo>
                    <a:pt x="754" y="256"/>
                  </a:lnTo>
                  <a:lnTo>
                    <a:pt x="755" y="256"/>
                  </a:lnTo>
                  <a:lnTo>
                    <a:pt x="757" y="255"/>
                  </a:lnTo>
                  <a:lnTo>
                    <a:pt x="758" y="255"/>
                  </a:lnTo>
                  <a:lnTo>
                    <a:pt x="759" y="255"/>
                  </a:lnTo>
                  <a:lnTo>
                    <a:pt x="761" y="255"/>
                  </a:lnTo>
                  <a:lnTo>
                    <a:pt x="762" y="255"/>
                  </a:lnTo>
                  <a:lnTo>
                    <a:pt x="763" y="255"/>
                  </a:lnTo>
                  <a:lnTo>
                    <a:pt x="765" y="255"/>
                  </a:lnTo>
                  <a:lnTo>
                    <a:pt x="766" y="255"/>
                  </a:lnTo>
                  <a:lnTo>
                    <a:pt x="767" y="255"/>
                  </a:lnTo>
                  <a:lnTo>
                    <a:pt x="769" y="255"/>
                  </a:lnTo>
                  <a:lnTo>
                    <a:pt x="770" y="255"/>
                  </a:lnTo>
                  <a:lnTo>
                    <a:pt x="771" y="255"/>
                  </a:lnTo>
                  <a:lnTo>
                    <a:pt x="773" y="255"/>
                  </a:lnTo>
                  <a:lnTo>
                    <a:pt x="774" y="255"/>
                  </a:lnTo>
                  <a:lnTo>
                    <a:pt x="775" y="255"/>
                  </a:lnTo>
                  <a:lnTo>
                    <a:pt x="777" y="254"/>
                  </a:lnTo>
                  <a:lnTo>
                    <a:pt x="778" y="254"/>
                  </a:lnTo>
                  <a:lnTo>
                    <a:pt x="779" y="254"/>
                  </a:lnTo>
                  <a:lnTo>
                    <a:pt x="781" y="254"/>
                  </a:lnTo>
                  <a:lnTo>
                    <a:pt x="782" y="254"/>
                  </a:lnTo>
                  <a:lnTo>
                    <a:pt x="783" y="254"/>
                  </a:lnTo>
                  <a:lnTo>
                    <a:pt x="785" y="254"/>
                  </a:lnTo>
                  <a:lnTo>
                    <a:pt x="786" y="254"/>
                  </a:lnTo>
                  <a:lnTo>
                    <a:pt x="787" y="254"/>
                  </a:lnTo>
                  <a:lnTo>
                    <a:pt x="789" y="254"/>
                  </a:lnTo>
                  <a:lnTo>
                    <a:pt x="790" y="254"/>
                  </a:lnTo>
                  <a:lnTo>
                    <a:pt x="791" y="254"/>
                  </a:lnTo>
                  <a:lnTo>
                    <a:pt x="793" y="253"/>
                  </a:lnTo>
                  <a:lnTo>
                    <a:pt x="794" y="253"/>
                  </a:lnTo>
                  <a:lnTo>
                    <a:pt x="795" y="253"/>
                  </a:lnTo>
                  <a:lnTo>
                    <a:pt x="797" y="253"/>
                  </a:lnTo>
                  <a:lnTo>
                    <a:pt x="798" y="253"/>
                  </a:lnTo>
                  <a:lnTo>
                    <a:pt x="799" y="253"/>
                  </a:lnTo>
                  <a:lnTo>
                    <a:pt x="801" y="253"/>
                  </a:lnTo>
                  <a:lnTo>
                    <a:pt x="802" y="253"/>
                  </a:lnTo>
                  <a:lnTo>
                    <a:pt x="804" y="253"/>
                  </a:lnTo>
                  <a:lnTo>
                    <a:pt x="805" y="253"/>
                  </a:lnTo>
                  <a:lnTo>
                    <a:pt x="806" y="253"/>
                  </a:lnTo>
                  <a:lnTo>
                    <a:pt x="808" y="253"/>
                  </a:lnTo>
                  <a:lnTo>
                    <a:pt x="809" y="253"/>
                  </a:lnTo>
                  <a:lnTo>
                    <a:pt x="810" y="253"/>
                  </a:lnTo>
                  <a:lnTo>
                    <a:pt x="812" y="253"/>
                  </a:lnTo>
                  <a:lnTo>
                    <a:pt x="813" y="252"/>
                  </a:lnTo>
                  <a:lnTo>
                    <a:pt x="814" y="252"/>
                  </a:lnTo>
                  <a:lnTo>
                    <a:pt x="816" y="252"/>
                  </a:lnTo>
                  <a:lnTo>
                    <a:pt x="817" y="252"/>
                  </a:lnTo>
                  <a:lnTo>
                    <a:pt x="818" y="252"/>
                  </a:lnTo>
                  <a:lnTo>
                    <a:pt x="820" y="252"/>
                  </a:lnTo>
                  <a:lnTo>
                    <a:pt x="821" y="252"/>
                  </a:lnTo>
                  <a:lnTo>
                    <a:pt x="822" y="252"/>
                  </a:lnTo>
                  <a:lnTo>
                    <a:pt x="824" y="252"/>
                  </a:lnTo>
                  <a:lnTo>
                    <a:pt x="825" y="252"/>
                  </a:lnTo>
                  <a:lnTo>
                    <a:pt x="826" y="252"/>
                  </a:lnTo>
                  <a:lnTo>
                    <a:pt x="828" y="252"/>
                  </a:lnTo>
                  <a:lnTo>
                    <a:pt x="829" y="252"/>
                  </a:lnTo>
                  <a:lnTo>
                    <a:pt x="830" y="252"/>
                  </a:lnTo>
                  <a:lnTo>
                    <a:pt x="832" y="251"/>
                  </a:lnTo>
                  <a:lnTo>
                    <a:pt x="833" y="251"/>
                  </a:lnTo>
                  <a:lnTo>
                    <a:pt x="834" y="251"/>
                  </a:lnTo>
                  <a:lnTo>
                    <a:pt x="836" y="251"/>
                  </a:lnTo>
                  <a:lnTo>
                    <a:pt x="837" y="251"/>
                  </a:lnTo>
                  <a:lnTo>
                    <a:pt x="838" y="251"/>
                  </a:lnTo>
                  <a:lnTo>
                    <a:pt x="840" y="251"/>
                  </a:lnTo>
                  <a:lnTo>
                    <a:pt x="841" y="251"/>
                  </a:lnTo>
                  <a:lnTo>
                    <a:pt x="842" y="251"/>
                  </a:lnTo>
                  <a:lnTo>
                    <a:pt x="844" y="251"/>
                  </a:lnTo>
                  <a:lnTo>
                    <a:pt x="845" y="251"/>
                  </a:lnTo>
                  <a:lnTo>
                    <a:pt x="846" y="251"/>
                  </a:lnTo>
                  <a:lnTo>
                    <a:pt x="848" y="251"/>
                  </a:lnTo>
                  <a:lnTo>
                    <a:pt x="849" y="250"/>
                  </a:lnTo>
                  <a:lnTo>
                    <a:pt x="850" y="250"/>
                  </a:lnTo>
                  <a:lnTo>
                    <a:pt x="852" y="250"/>
                  </a:lnTo>
                  <a:lnTo>
                    <a:pt x="853" y="250"/>
                  </a:lnTo>
                  <a:lnTo>
                    <a:pt x="855" y="250"/>
                  </a:lnTo>
                  <a:lnTo>
                    <a:pt x="856" y="250"/>
                  </a:lnTo>
                  <a:lnTo>
                    <a:pt x="857" y="250"/>
                  </a:lnTo>
                  <a:lnTo>
                    <a:pt x="859" y="250"/>
                  </a:lnTo>
                  <a:lnTo>
                    <a:pt x="860" y="250"/>
                  </a:lnTo>
                  <a:lnTo>
                    <a:pt x="861" y="250"/>
                  </a:lnTo>
                  <a:lnTo>
                    <a:pt x="863" y="250"/>
                  </a:lnTo>
                  <a:lnTo>
                    <a:pt x="864" y="250"/>
                  </a:lnTo>
                  <a:lnTo>
                    <a:pt x="865" y="250"/>
                  </a:lnTo>
                  <a:lnTo>
                    <a:pt x="867" y="250"/>
                  </a:lnTo>
                  <a:lnTo>
                    <a:pt x="868" y="250"/>
                  </a:lnTo>
                  <a:lnTo>
                    <a:pt x="869" y="250"/>
                  </a:lnTo>
                  <a:lnTo>
                    <a:pt x="871" y="249"/>
                  </a:lnTo>
                  <a:lnTo>
                    <a:pt x="872" y="249"/>
                  </a:lnTo>
                  <a:lnTo>
                    <a:pt x="873" y="249"/>
                  </a:lnTo>
                  <a:lnTo>
                    <a:pt x="875" y="249"/>
                  </a:lnTo>
                  <a:lnTo>
                    <a:pt x="876" y="249"/>
                  </a:lnTo>
                  <a:lnTo>
                    <a:pt x="877" y="249"/>
                  </a:lnTo>
                  <a:lnTo>
                    <a:pt x="879" y="249"/>
                  </a:lnTo>
                  <a:lnTo>
                    <a:pt x="880" y="249"/>
                  </a:lnTo>
                  <a:lnTo>
                    <a:pt x="881" y="249"/>
                  </a:lnTo>
                  <a:lnTo>
                    <a:pt x="883" y="249"/>
                  </a:lnTo>
                  <a:lnTo>
                    <a:pt x="884" y="249"/>
                  </a:lnTo>
                  <a:lnTo>
                    <a:pt x="885" y="249"/>
                  </a:lnTo>
                  <a:lnTo>
                    <a:pt x="887" y="249"/>
                  </a:lnTo>
                  <a:lnTo>
                    <a:pt x="888" y="249"/>
                  </a:lnTo>
                  <a:lnTo>
                    <a:pt x="889" y="248"/>
                  </a:lnTo>
                  <a:lnTo>
                    <a:pt x="891" y="248"/>
                  </a:lnTo>
                  <a:lnTo>
                    <a:pt x="892" y="248"/>
                  </a:lnTo>
                  <a:lnTo>
                    <a:pt x="893" y="248"/>
                  </a:lnTo>
                  <a:lnTo>
                    <a:pt x="895" y="248"/>
                  </a:lnTo>
                  <a:lnTo>
                    <a:pt x="896" y="248"/>
                  </a:lnTo>
                  <a:lnTo>
                    <a:pt x="897" y="248"/>
                  </a:lnTo>
                  <a:lnTo>
                    <a:pt x="899" y="248"/>
                  </a:lnTo>
                  <a:lnTo>
                    <a:pt x="900" y="248"/>
                  </a:lnTo>
                  <a:lnTo>
                    <a:pt x="901" y="248"/>
                  </a:lnTo>
                  <a:lnTo>
                    <a:pt x="903" y="248"/>
                  </a:lnTo>
                  <a:lnTo>
                    <a:pt x="904" y="248"/>
                  </a:lnTo>
                  <a:lnTo>
                    <a:pt x="906" y="248"/>
                  </a:lnTo>
                  <a:lnTo>
                    <a:pt x="907" y="247"/>
                  </a:lnTo>
                  <a:lnTo>
                    <a:pt x="908" y="247"/>
                  </a:lnTo>
                  <a:lnTo>
                    <a:pt x="910" y="247"/>
                  </a:lnTo>
                  <a:lnTo>
                    <a:pt x="911" y="247"/>
                  </a:lnTo>
                  <a:lnTo>
                    <a:pt x="912" y="247"/>
                  </a:lnTo>
                  <a:lnTo>
                    <a:pt x="914" y="247"/>
                  </a:lnTo>
                  <a:lnTo>
                    <a:pt x="915" y="247"/>
                  </a:lnTo>
                  <a:lnTo>
                    <a:pt x="916" y="247"/>
                  </a:lnTo>
                  <a:lnTo>
                    <a:pt x="918" y="247"/>
                  </a:lnTo>
                  <a:lnTo>
                    <a:pt x="919" y="247"/>
                  </a:lnTo>
                  <a:lnTo>
                    <a:pt x="920" y="247"/>
                  </a:lnTo>
                  <a:lnTo>
                    <a:pt x="922" y="247"/>
                  </a:lnTo>
                  <a:lnTo>
                    <a:pt x="923" y="247"/>
                  </a:lnTo>
                  <a:lnTo>
                    <a:pt x="924" y="247"/>
                  </a:lnTo>
                  <a:lnTo>
                    <a:pt x="926" y="247"/>
                  </a:lnTo>
                  <a:lnTo>
                    <a:pt x="927" y="247"/>
                  </a:lnTo>
                  <a:lnTo>
                    <a:pt x="928" y="246"/>
                  </a:lnTo>
                  <a:lnTo>
                    <a:pt x="930" y="246"/>
                  </a:lnTo>
                  <a:lnTo>
                    <a:pt x="931" y="246"/>
                  </a:lnTo>
                  <a:lnTo>
                    <a:pt x="932" y="246"/>
                  </a:lnTo>
                  <a:lnTo>
                    <a:pt x="934" y="246"/>
                  </a:lnTo>
                  <a:lnTo>
                    <a:pt x="935" y="246"/>
                  </a:lnTo>
                  <a:lnTo>
                    <a:pt x="936" y="246"/>
                  </a:lnTo>
                  <a:lnTo>
                    <a:pt x="938" y="246"/>
                  </a:lnTo>
                  <a:lnTo>
                    <a:pt x="939" y="246"/>
                  </a:lnTo>
                  <a:lnTo>
                    <a:pt x="940" y="246"/>
                  </a:lnTo>
                  <a:lnTo>
                    <a:pt x="942" y="246"/>
                  </a:lnTo>
                  <a:lnTo>
                    <a:pt x="943" y="246"/>
                  </a:lnTo>
                  <a:lnTo>
                    <a:pt x="944" y="246"/>
                  </a:lnTo>
                  <a:lnTo>
                    <a:pt x="946" y="245"/>
                  </a:lnTo>
                  <a:lnTo>
                    <a:pt x="947" y="245"/>
                  </a:lnTo>
                  <a:lnTo>
                    <a:pt x="948" y="245"/>
                  </a:lnTo>
                  <a:lnTo>
                    <a:pt x="950" y="245"/>
                  </a:lnTo>
                  <a:lnTo>
                    <a:pt x="951" y="245"/>
                  </a:lnTo>
                  <a:lnTo>
                    <a:pt x="952" y="245"/>
                  </a:lnTo>
                  <a:lnTo>
                    <a:pt x="954" y="245"/>
                  </a:lnTo>
                  <a:lnTo>
                    <a:pt x="955" y="245"/>
                  </a:lnTo>
                  <a:lnTo>
                    <a:pt x="957" y="245"/>
                  </a:lnTo>
                  <a:lnTo>
                    <a:pt x="958" y="245"/>
                  </a:lnTo>
                  <a:lnTo>
                    <a:pt x="959" y="245"/>
                  </a:lnTo>
                  <a:lnTo>
                    <a:pt x="961" y="245"/>
                  </a:lnTo>
                  <a:lnTo>
                    <a:pt x="962" y="245"/>
                  </a:lnTo>
                  <a:lnTo>
                    <a:pt x="963" y="245"/>
                  </a:lnTo>
                  <a:lnTo>
                    <a:pt x="965" y="245"/>
                  </a:lnTo>
                  <a:lnTo>
                    <a:pt x="966" y="245"/>
                  </a:lnTo>
                  <a:lnTo>
                    <a:pt x="967" y="245"/>
                  </a:lnTo>
                  <a:lnTo>
                    <a:pt x="969" y="244"/>
                  </a:lnTo>
                  <a:lnTo>
                    <a:pt x="970" y="244"/>
                  </a:lnTo>
                  <a:lnTo>
                    <a:pt x="971" y="244"/>
                  </a:lnTo>
                  <a:lnTo>
                    <a:pt x="973" y="244"/>
                  </a:lnTo>
                  <a:lnTo>
                    <a:pt x="974" y="244"/>
                  </a:lnTo>
                  <a:lnTo>
                    <a:pt x="975" y="244"/>
                  </a:lnTo>
                  <a:lnTo>
                    <a:pt x="977" y="244"/>
                  </a:lnTo>
                  <a:lnTo>
                    <a:pt x="978" y="244"/>
                  </a:lnTo>
                  <a:lnTo>
                    <a:pt x="979" y="244"/>
                  </a:lnTo>
                  <a:lnTo>
                    <a:pt x="981" y="244"/>
                  </a:lnTo>
                  <a:lnTo>
                    <a:pt x="982" y="244"/>
                  </a:lnTo>
                  <a:lnTo>
                    <a:pt x="983" y="244"/>
                  </a:lnTo>
                  <a:lnTo>
                    <a:pt x="985" y="244"/>
                  </a:lnTo>
                  <a:lnTo>
                    <a:pt x="986" y="244"/>
                  </a:lnTo>
                  <a:lnTo>
                    <a:pt x="987" y="244"/>
                  </a:lnTo>
                  <a:lnTo>
                    <a:pt x="989" y="244"/>
                  </a:lnTo>
                  <a:lnTo>
                    <a:pt x="990" y="244"/>
                  </a:lnTo>
                  <a:lnTo>
                    <a:pt x="991" y="244"/>
                  </a:lnTo>
                  <a:lnTo>
                    <a:pt x="993" y="243"/>
                  </a:lnTo>
                  <a:lnTo>
                    <a:pt x="994" y="243"/>
                  </a:lnTo>
                  <a:lnTo>
                    <a:pt x="995" y="243"/>
                  </a:lnTo>
                  <a:lnTo>
                    <a:pt x="997" y="243"/>
                  </a:lnTo>
                  <a:lnTo>
                    <a:pt x="998" y="243"/>
                  </a:lnTo>
                  <a:lnTo>
                    <a:pt x="999" y="243"/>
                  </a:lnTo>
                  <a:lnTo>
                    <a:pt x="1001" y="243"/>
                  </a:lnTo>
                  <a:lnTo>
                    <a:pt x="1002" y="243"/>
                  </a:lnTo>
                  <a:lnTo>
                    <a:pt x="1003" y="243"/>
                  </a:lnTo>
                  <a:lnTo>
                    <a:pt x="1005" y="243"/>
                  </a:lnTo>
                  <a:lnTo>
                    <a:pt x="1006" y="243"/>
                  </a:lnTo>
                  <a:lnTo>
                    <a:pt x="1008" y="243"/>
                  </a:lnTo>
                  <a:lnTo>
                    <a:pt x="1009" y="243"/>
                  </a:lnTo>
                  <a:lnTo>
                    <a:pt x="1010" y="243"/>
                  </a:lnTo>
                  <a:lnTo>
                    <a:pt x="1012" y="243"/>
                  </a:lnTo>
                  <a:lnTo>
                    <a:pt x="1013" y="243"/>
                  </a:lnTo>
                  <a:lnTo>
                    <a:pt x="1014" y="242"/>
                  </a:lnTo>
                  <a:lnTo>
                    <a:pt x="1016" y="242"/>
                  </a:lnTo>
                  <a:lnTo>
                    <a:pt x="1017" y="242"/>
                  </a:lnTo>
                  <a:lnTo>
                    <a:pt x="1018" y="242"/>
                  </a:lnTo>
                  <a:lnTo>
                    <a:pt x="1020" y="242"/>
                  </a:lnTo>
                  <a:lnTo>
                    <a:pt x="1021" y="242"/>
                  </a:lnTo>
                  <a:lnTo>
                    <a:pt x="1022" y="242"/>
                  </a:lnTo>
                  <a:lnTo>
                    <a:pt x="1024" y="242"/>
                  </a:lnTo>
                  <a:lnTo>
                    <a:pt x="1025" y="242"/>
                  </a:lnTo>
                  <a:lnTo>
                    <a:pt x="1026" y="242"/>
                  </a:lnTo>
                  <a:lnTo>
                    <a:pt x="1028" y="242"/>
                  </a:lnTo>
                  <a:lnTo>
                    <a:pt x="1029" y="241"/>
                  </a:lnTo>
                  <a:lnTo>
                    <a:pt x="1030" y="241"/>
                  </a:lnTo>
                  <a:lnTo>
                    <a:pt x="1032" y="241"/>
                  </a:lnTo>
                  <a:lnTo>
                    <a:pt x="1033" y="241"/>
                  </a:lnTo>
                  <a:lnTo>
                    <a:pt x="1034" y="241"/>
                  </a:lnTo>
                  <a:lnTo>
                    <a:pt x="1036" y="241"/>
                  </a:lnTo>
                  <a:lnTo>
                    <a:pt x="1037" y="241"/>
                  </a:lnTo>
                  <a:lnTo>
                    <a:pt x="1038" y="241"/>
                  </a:lnTo>
                  <a:lnTo>
                    <a:pt x="1040" y="241"/>
                  </a:lnTo>
                  <a:lnTo>
                    <a:pt x="1041" y="241"/>
                  </a:lnTo>
                  <a:lnTo>
                    <a:pt x="1042" y="241"/>
                  </a:lnTo>
                  <a:lnTo>
                    <a:pt x="1044" y="241"/>
                  </a:lnTo>
                  <a:lnTo>
                    <a:pt x="1045" y="241"/>
                  </a:lnTo>
                  <a:lnTo>
                    <a:pt x="1046" y="241"/>
                  </a:lnTo>
                  <a:lnTo>
                    <a:pt x="1048" y="241"/>
                  </a:lnTo>
                  <a:lnTo>
                    <a:pt x="1049" y="241"/>
                  </a:lnTo>
                  <a:lnTo>
                    <a:pt x="1050" y="240"/>
                  </a:lnTo>
                  <a:lnTo>
                    <a:pt x="1052" y="240"/>
                  </a:lnTo>
                  <a:lnTo>
                    <a:pt x="1053" y="240"/>
                  </a:lnTo>
                  <a:lnTo>
                    <a:pt x="1054" y="240"/>
                  </a:lnTo>
                  <a:lnTo>
                    <a:pt x="1056" y="240"/>
                  </a:lnTo>
                  <a:lnTo>
                    <a:pt x="1057" y="240"/>
                  </a:lnTo>
                  <a:lnTo>
                    <a:pt x="1059" y="240"/>
                  </a:lnTo>
                  <a:lnTo>
                    <a:pt x="1060" y="240"/>
                  </a:lnTo>
                  <a:lnTo>
                    <a:pt x="1061" y="240"/>
                  </a:lnTo>
                  <a:lnTo>
                    <a:pt x="1063" y="240"/>
                  </a:lnTo>
                  <a:lnTo>
                    <a:pt x="1064" y="240"/>
                  </a:lnTo>
                  <a:lnTo>
                    <a:pt x="1065" y="240"/>
                  </a:lnTo>
                  <a:lnTo>
                    <a:pt x="1067" y="240"/>
                  </a:lnTo>
                  <a:lnTo>
                    <a:pt x="1068" y="240"/>
                  </a:lnTo>
                  <a:lnTo>
                    <a:pt x="1069" y="239"/>
                  </a:lnTo>
                  <a:lnTo>
                    <a:pt x="1071" y="239"/>
                  </a:lnTo>
                  <a:lnTo>
                    <a:pt x="1072" y="239"/>
                  </a:lnTo>
                  <a:lnTo>
                    <a:pt x="1073" y="239"/>
                  </a:lnTo>
                  <a:lnTo>
                    <a:pt x="1075" y="239"/>
                  </a:lnTo>
                  <a:lnTo>
                    <a:pt x="1076" y="239"/>
                  </a:lnTo>
                  <a:lnTo>
                    <a:pt x="1077" y="239"/>
                  </a:lnTo>
                  <a:lnTo>
                    <a:pt x="1079" y="239"/>
                  </a:lnTo>
                  <a:lnTo>
                    <a:pt x="1080" y="239"/>
                  </a:lnTo>
                  <a:lnTo>
                    <a:pt x="1081" y="239"/>
                  </a:lnTo>
                  <a:lnTo>
                    <a:pt x="1083" y="239"/>
                  </a:lnTo>
                  <a:lnTo>
                    <a:pt x="1084" y="239"/>
                  </a:lnTo>
                  <a:lnTo>
                    <a:pt x="1085" y="239"/>
                  </a:lnTo>
                  <a:lnTo>
                    <a:pt x="1087" y="239"/>
                  </a:lnTo>
                  <a:lnTo>
                    <a:pt x="1088" y="239"/>
                  </a:lnTo>
                  <a:lnTo>
                    <a:pt x="1089" y="238"/>
                  </a:lnTo>
                  <a:lnTo>
                    <a:pt x="1091" y="238"/>
                  </a:lnTo>
                  <a:lnTo>
                    <a:pt x="1092" y="238"/>
                  </a:lnTo>
                  <a:lnTo>
                    <a:pt x="1093" y="238"/>
                  </a:lnTo>
                  <a:lnTo>
                    <a:pt x="1095" y="238"/>
                  </a:lnTo>
                  <a:lnTo>
                    <a:pt x="1096" y="238"/>
                  </a:lnTo>
                  <a:lnTo>
                    <a:pt x="1097" y="238"/>
                  </a:lnTo>
                  <a:lnTo>
                    <a:pt x="1099" y="238"/>
                  </a:lnTo>
                  <a:lnTo>
                    <a:pt x="1100" y="238"/>
                  </a:lnTo>
                  <a:lnTo>
                    <a:pt x="1101" y="238"/>
                  </a:lnTo>
                  <a:lnTo>
                    <a:pt x="1103" y="238"/>
                  </a:lnTo>
                  <a:lnTo>
                    <a:pt x="1104" y="238"/>
                  </a:lnTo>
                  <a:lnTo>
                    <a:pt x="1106" y="238"/>
                  </a:lnTo>
                  <a:lnTo>
                    <a:pt x="1107" y="238"/>
                  </a:lnTo>
                  <a:lnTo>
                    <a:pt x="1108" y="238"/>
                  </a:lnTo>
                  <a:lnTo>
                    <a:pt x="1110" y="238"/>
                  </a:lnTo>
                  <a:lnTo>
                    <a:pt x="1111" y="238"/>
                  </a:lnTo>
                  <a:lnTo>
                    <a:pt x="1112" y="237"/>
                  </a:lnTo>
                  <a:lnTo>
                    <a:pt x="1114" y="237"/>
                  </a:lnTo>
                  <a:lnTo>
                    <a:pt x="1115" y="237"/>
                  </a:lnTo>
                  <a:lnTo>
                    <a:pt x="1116" y="237"/>
                  </a:lnTo>
                  <a:lnTo>
                    <a:pt x="1118" y="237"/>
                  </a:lnTo>
                  <a:lnTo>
                    <a:pt x="1119" y="237"/>
                  </a:lnTo>
                  <a:lnTo>
                    <a:pt x="1120" y="237"/>
                  </a:lnTo>
                  <a:lnTo>
                    <a:pt x="1122" y="237"/>
                  </a:lnTo>
                  <a:lnTo>
                    <a:pt x="1123" y="237"/>
                  </a:lnTo>
                  <a:lnTo>
                    <a:pt x="1124" y="237"/>
                  </a:lnTo>
                  <a:lnTo>
                    <a:pt x="1126" y="237"/>
                  </a:lnTo>
                  <a:lnTo>
                    <a:pt x="1127" y="237"/>
                  </a:lnTo>
                  <a:lnTo>
                    <a:pt x="1128" y="237"/>
                  </a:lnTo>
                  <a:lnTo>
                    <a:pt x="1130" y="237"/>
                  </a:lnTo>
                  <a:lnTo>
                    <a:pt x="1131" y="236"/>
                  </a:lnTo>
                  <a:lnTo>
                    <a:pt x="1132" y="236"/>
                  </a:lnTo>
                  <a:lnTo>
                    <a:pt x="1134" y="236"/>
                  </a:lnTo>
                  <a:lnTo>
                    <a:pt x="1135" y="236"/>
                  </a:lnTo>
                  <a:lnTo>
                    <a:pt x="1136" y="236"/>
                  </a:lnTo>
                  <a:lnTo>
                    <a:pt x="1138" y="236"/>
                  </a:lnTo>
                  <a:lnTo>
                    <a:pt x="1139" y="236"/>
                  </a:lnTo>
                  <a:lnTo>
                    <a:pt x="1140" y="236"/>
                  </a:lnTo>
                  <a:lnTo>
                    <a:pt x="1142" y="236"/>
                  </a:lnTo>
                  <a:lnTo>
                    <a:pt x="1143" y="236"/>
                  </a:lnTo>
                  <a:lnTo>
                    <a:pt x="1144" y="236"/>
                  </a:lnTo>
                  <a:lnTo>
                    <a:pt x="1146" y="236"/>
                  </a:lnTo>
                  <a:lnTo>
                    <a:pt x="1147" y="236"/>
                  </a:lnTo>
                  <a:lnTo>
                    <a:pt x="1148" y="236"/>
                  </a:lnTo>
                  <a:lnTo>
                    <a:pt x="1150" y="236"/>
                  </a:lnTo>
                  <a:lnTo>
                    <a:pt x="1151" y="236"/>
                  </a:lnTo>
                  <a:lnTo>
                    <a:pt x="1152" y="236"/>
                  </a:lnTo>
                  <a:lnTo>
                    <a:pt x="1154" y="235"/>
                  </a:lnTo>
                  <a:lnTo>
                    <a:pt x="1155" y="235"/>
                  </a:lnTo>
                  <a:lnTo>
                    <a:pt x="1157" y="235"/>
                  </a:lnTo>
                  <a:lnTo>
                    <a:pt x="1158" y="235"/>
                  </a:lnTo>
                  <a:lnTo>
                    <a:pt x="1159" y="235"/>
                  </a:lnTo>
                  <a:lnTo>
                    <a:pt x="1161" y="235"/>
                  </a:lnTo>
                  <a:lnTo>
                    <a:pt x="1162" y="235"/>
                  </a:lnTo>
                  <a:lnTo>
                    <a:pt x="1163" y="235"/>
                  </a:lnTo>
                  <a:lnTo>
                    <a:pt x="1165" y="235"/>
                  </a:lnTo>
                  <a:lnTo>
                    <a:pt x="1166" y="235"/>
                  </a:lnTo>
                  <a:lnTo>
                    <a:pt x="1167" y="235"/>
                  </a:lnTo>
                  <a:lnTo>
                    <a:pt x="1169" y="235"/>
                  </a:lnTo>
                  <a:lnTo>
                    <a:pt x="1170" y="234"/>
                  </a:lnTo>
                  <a:lnTo>
                    <a:pt x="1171" y="234"/>
                  </a:lnTo>
                  <a:lnTo>
                    <a:pt x="1173" y="234"/>
                  </a:lnTo>
                  <a:lnTo>
                    <a:pt x="1174" y="234"/>
                  </a:lnTo>
                  <a:lnTo>
                    <a:pt x="1175" y="234"/>
                  </a:lnTo>
                  <a:lnTo>
                    <a:pt x="1177" y="234"/>
                  </a:lnTo>
                  <a:lnTo>
                    <a:pt x="1178" y="234"/>
                  </a:lnTo>
                  <a:lnTo>
                    <a:pt x="1179" y="234"/>
                  </a:lnTo>
                  <a:lnTo>
                    <a:pt x="1181" y="234"/>
                  </a:lnTo>
                  <a:lnTo>
                    <a:pt x="1182" y="234"/>
                  </a:lnTo>
                  <a:lnTo>
                    <a:pt x="1183" y="234"/>
                  </a:lnTo>
                  <a:lnTo>
                    <a:pt x="1185" y="233"/>
                  </a:lnTo>
                  <a:lnTo>
                    <a:pt x="1186" y="233"/>
                  </a:lnTo>
                  <a:lnTo>
                    <a:pt x="1187" y="233"/>
                  </a:lnTo>
                  <a:lnTo>
                    <a:pt x="1189" y="233"/>
                  </a:lnTo>
                  <a:lnTo>
                    <a:pt x="1190" y="233"/>
                  </a:lnTo>
                  <a:lnTo>
                    <a:pt x="1191" y="233"/>
                  </a:lnTo>
                  <a:lnTo>
                    <a:pt x="1193" y="233"/>
                  </a:lnTo>
                  <a:lnTo>
                    <a:pt x="1194" y="233"/>
                  </a:lnTo>
                  <a:lnTo>
                    <a:pt x="1195" y="233"/>
                  </a:lnTo>
                  <a:lnTo>
                    <a:pt x="1197" y="233"/>
                  </a:lnTo>
                  <a:lnTo>
                    <a:pt x="1198" y="233"/>
                  </a:lnTo>
                  <a:lnTo>
                    <a:pt x="1199" y="233"/>
                  </a:lnTo>
                  <a:lnTo>
                    <a:pt x="1201" y="233"/>
                  </a:lnTo>
                  <a:lnTo>
                    <a:pt x="1202" y="233"/>
                  </a:lnTo>
                  <a:lnTo>
                    <a:pt x="1203" y="233"/>
                  </a:lnTo>
                  <a:lnTo>
                    <a:pt x="1205" y="233"/>
                  </a:lnTo>
                  <a:lnTo>
                    <a:pt x="1206" y="233"/>
                  </a:lnTo>
                  <a:lnTo>
                    <a:pt x="1208" y="233"/>
                  </a:lnTo>
                  <a:lnTo>
                    <a:pt x="1209" y="233"/>
                  </a:lnTo>
                  <a:lnTo>
                    <a:pt x="1210" y="232"/>
                  </a:lnTo>
                  <a:lnTo>
                    <a:pt x="1212" y="232"/>
                  </a:lnTo>
                  <a:lnTo>
                    <a:pt x="1213" y="232"/>
                  </a:lnTo>
                  <a:lnTo>
                    <a:pt x="1214" y="232"/>
                  </a:lnTo>
                  <a:lnTo>
                    <a:pt x="1216" y="232"/>
                  </a:lnTo>
                  <a:lnTo>
                    <a:pt x="1217" y="232"/>
                  </a:lnTo>
                  <a:lnTo>
                    <a:pt x="1218" y="232"/>
                  </a:lnTo>
                  <a:lnTo>
                    <a:pt x="1220" y="232"/>
                  </a:lnTo>
                  <a:lnTo>
                    <a:pt x="1221" y="232"/>
                  </a:lnTo>
                  <a:lnTo>
                    <a:pt x="1222" y="232"/>
                  </a:lnTo>
                  <a:lnTo>
                    <a:pt x="1224" y="232"/>
                  </a:lnTo>
                  <a:lnTo>
                    <a:pt x="1225" y="232"/>
                  </a:lnTo>
                  <a:lnTo>
                    <a:pt x="1226" y="232"/>
                  </a:lnTo>
                  <a:lnTo>
                    <a:pt x="1228" y="232"/>
                  </a:lnTo>
                  <a:lnTo>
                    <a:pt x="1229" y="232"/>
                  </a:lnTo>
                  <a:lnTo>
                    <a:pt x="1230" y="231"/>
                  </a:lnTo>
                  <a:lnTo>
                    <a:pt x="1232" y="231"/>
                  </a:lnTo>
                  <a:lnTo>
                    <a:pt x="1233" y="231"/>
                  </a:lnTo>
                  <a:lnTo>
                    <a:pt x="1234" y="231"/>
                  </a:lnTo>
                  <a:lnTo>
                    <a:pt x="1236" y="231"/>
                  </a:lnTo>
                  <a:lnTo>
                    <a:pt x="1237" y="231"/>
                  </a:lnTo>
                  <a:lnTo>
                    <a:pt x="1238" y="231"/>
                  </a:lnTo>
                  <a:lnTo>
                    <a:pt x="1240" y="231"/>
                  </a:lnTo>
                  <a:lnTo>
                    <a:pt x="1241" y="231"/>
                  </a:lnTo>
                  <a:lnTo>
                    <a:pt x="1242" y="231"/>
                  </a:lnTo>
                  <a:lnTo>
                    <a:pt x="1244" y="231"/>
                  </a:lnTo>
                  <a:lnTo>
                    <a:pt x="1245" y="231"/>
                  </a:lnTo>
                  <a:lnTo>
                    <a:pt x="1246" y="231"/>
                  </a:lnTo>
                  <a:lnTo>
                    <a:pt x="1248" y="230"/>
                  </a:lnTo>
                  <a:lnTo>
                    <a:pt x="1249" y="230"/>
                  </a:lnTo>
                  <a:lnTo>
                    <a:pt x="1250" y="230"/>
                  </a:lnTo>
                  <a:lnTo>
                    <a:pt x="1252" y="230"/>
                  </a:lnTo>
                  <a:lnTo>
                    <a:pt x="1253" y="230"/>
                  </a:lnTo>
                  <a:lnTo>
                    <a:pt x="1254" y="230"/>
                  </a:lnTo>
                  <a:lnTo>
                    <a:pt x="1256" y="230"/>
                  </a:lnTo>
                  <a:lnTo>
                    <a:pt x="1257" y="230"/>
                  </a:lnTo>
                  <a:lnTo>
                    <a:pt x="1259" y="230"/>
                  </a:lnTo>
                  <a:lnTo>
                    <a:pt x="1260" y="230"/>
                  </a:lnTo>
                  <a:lnTo>
                    <a:pt x="1261" y="230"/>
                  </a:lnTo>
                  <a:lnTo>
                    <a:pt x="1263" y="230"/>
                  </a:lnTo>
                  <a:lnTo>
                    <a:pt x="1264" y="230"/>
                  </a:lnTo>
                  <a:lnTo>
                    <a:pt x="1265" y="230"/>
                  </a:lnTo>
                  <a:lnTo>
                    <a:pt x="1267" y="230"/>
                  </a:lnTo>
                  <a:lnTo>
                    <a:pt x="1268" y="229"/>
                  </a:lnTo>
                  <a:lnTo>
                    <a:pt x="1269" y="229"/>
                  </a:lnTo>
                  <a:lnTo>
                    <a:pt x="1271" y="229"/>
                  </a:lnTo>
                  <a:lnTo>
                    <a:pt x="1272" y="229"/>
                  </a:lnTo>
                  <a:lnTo>
                    <a:pt x="1273" y="229"/>
                  </a:lnTo>
                  <a:lnTo>
                    <a:pt x="1275" y="229"/>
                  </a:lnTo>
                  <a:lnTo>
                    <a:pt x="1276" y="229"/>
                  </a:lnTo>
                  <a:lnTo>
                    <a:pt x="1277" y="229"/>
                  </a:lnTo>
                  <a:lnTo>
                    <a:pt x="1279" y="229"/>
                  </a:lnTo>
                  <a:lnTo>
                    <a:pt x="1280" y="229"/>
                  </a:lnTo>
                  <a:lnTo>
                    <a:pt x="1281" y="229"/>
                  </a:lnTo>
                  <a:lnTo>
                    <a:pt x="1283" y="229"/>
                  </a:lnTo>
                  <a:lnTo>
                    <a:pt x="1284" y="229"/>
                  </a:lnTo>
                  <a:lnTo>
                    <a:pt x="1285" y="229"/>
                  </a:lnTo>
                  <a:lnTo>
                    <a:pt x="1287" y="228"/>
                  </a:lnTo>
                  <a:lnTo>
                    <a:pt x="1288" y="228"/>
                  </a:lnTo>
                  <a:lnTo>
                    <a:pt x="1289" y="228"/>
                  </a:lnTo>
                  <a:lnTo>
                    <a:pt x="1291" y="228"/>
                  </a:lnTo>
                  <a:lnTo>
                    <a:pt x="1292" y="228"/>
                  </a:lnTo>
                  <a:lnTo>
                    <a:pt x="1293" y="228"/>
                  </a:lnTo>
                  <a:lnTo>
                    <a:pt x="1295" y="228"/>
                  </a:lnTo>
                  <a:lnTo>
                    <a:pt x="1296" y="228"/>
                  </a:lnTo>
                  <a:lnTo>
                    <a:pt x="1297" y="228"/>
                  </a:lnTo>
                  <a:lnTo>
                    <a:pt x="1299" y="228"/>
                  </a:lnTo>
                  <a:lnTo>
                    <a:pt x="1300" y="228"/>
                  </a:lnTo>
                  <a:lnTo>
                    <a:pt x="1301" y="228"/>
                  </a:lnTo>
                  <a:lnTo>
                    <a:pt x="1303" y="227"/>
                  </a:lnTo>
                  <a:lnTo>
                    <a:pt x="1304" y="227"/>
                  </a:lnTo>
                  <a:lnTo>
                    <a:pt x="1305" y="227"/>
                  </a:lnTo>
                  <a:lnTo>
                    <a:pt x="1307" y="227"/>
                  </a:lnTo>
                  <a:lnTo>
                    <a:pt x="1308" y="227"/>
                  </a:lnTo>
                  <a:lnTo>
                    <a:pt x="1310" y="227"/>
                  </a:lnTo>
                  <a:lnTo>
                    <a:pt x="1311" y="227"/>
                  </a:lnTo>
                  <a:lnTo>
                    <a:pt x="1312" y="227"/>
                  </a:lnTo>
                  <a:lnTo>
                    <a:pt x="1314" y="227"/>
                  </a:lnTo>
                  <a:lnTo>
                    <a:pt x="1315" y="227"/>
                  </a:lnTo>
                  <a:lnTo>
                    <a:pt x="1316" y="227"/>
                  </a:lnTo>
                  <a:lnTo>
                    <a:pt x="1318" y="227"/>
                  </a:lnTo>
                  <a:lnTo>
                    <a:pt x="1319" y="227"/>
                  </a:lnTo>
                  <a:lnTo>
                    <a:pt x="1320" y="227"/>
                  </a:lnTo>
                  <a:lnTo>
                    <a:pt x="1322" y="227"/>
                  </a:lnTo>
                  <a:lnTo>
                    <a:pt x="1323" y="227"/>
                  </a:lnTo>
                  <a:lnTo>
                    <a:pt x="1324" y="226"/>
                  </a:lnTo>
                  <a:lnTo>
                    <a:pt x="1326" y="226"/>
                  </a:lnTo>
                  <a:lnTo>
                    <a:pt x="1327" y="226"/>
                  </a:lnTo>
                  <a:lnTo>
                    <a:pt x="1328" y="226"/>
                  </a:lnTo>
                  <a:lnTo>
                    <a:pt x="1330" y="226"/>
                  </a:lnTo>
                  <a:lnTo>
                    <a:pt x="1331" y="226"/>
                  </a:lnTo>
                  <a:lnTo>
                    <a:pt x="1332" y="226"/>
                  </a:lnTo>
                  <a:lnTo>
                    <a:pt x="1334" y="226"/>
                  </a:lnTo>
                  <a:lnTo>
                    <a:pt x="1335" y="226"/>
                  </a:lnTo>
                  <a:lnTo>
                    <a:pt x="1336" y="226"/>
                  </a:lnTo>
                  <a:lnTo>
                    <a:pt x="1338" y="226"/>
                  </a:lnTo>
                  <a:lnTo>
                    <a:pt x="1339" y="226"/>
                  </a:lnTo>
                  <a:lnTo>
                    <a:pt x="1340" y="225"/>
                  </a:lnTo>
                  <a:lnTo>
                    <a:pt x="1342" y="225"/>
                  </a:lnTo>
                  <a:lnTo>
                    <a:pt x="1343" y="225"/>
                  </a:lnTo>
                  <a:lnTo>
                    <a:pt x="1344" y="225"/>
                  </a:lnTo>
                  <a:lnTo>
                    <a:pt x="1346" y="225"/>
                  </a:lnTo>
                  <a:lnTo>
                    <a:pt x="1347" y="225"/>
                  </a:lnTo>
                  <a:lnTo>
                    <a:pt x="1348" y="225"/>
                  </a:lnTo>
                  <a:lnTo>
                    <a:pt x="1350" y="225"/>
                  </a:lnTo>
                  <a:lnTo>
                    <a:pt x="1351" y="225"/>
                  </a:lnTo>
                  <a:lnTo>
                    <a:pt x="1352" y="225"/>
                  </a:lnTo>
                  <a:lnTo>
                    <a:pt x="1354" y="225"/>
                  </a:lnTo>
                  <a:lnTo>
                    <a:pt x="1355" y="225"/>
                  </a:lnTo>
                  <a:lnTo>
                    <a:pt x="1356" y="225"/>
                  </a:lnTo>
                  <a:lnTo>
                    <a:pt x="1358" y="225"/>
                  </a:lnTo>
                  <a:lnTo>
                    <a:pt x="1359" y="224"/>
                  </a:lnTo>
                  <a:lnTo>
                    <a:pt x="1361" y="224"/>
                  </a:lnTo>
                  <a:lnTo>
                    <a:pt x="1362" y="224"/>
                  </a:lnTo>
                  <a:lnTo>
                    <a:pt x="1363" y="224"/>
                  </a:lnTo>
                  <a:lnTo>
                    <a:pt x="1365" y="224"/>
                  </a:lnTo>
                  <a:lnTo>
                    <a:pt x="1366" y="224"/>
                  </a:lnTo>
                  <a:lnTo>
                    <a:pt x="1367" y="224"/>
                  </a:lnTo>
                  <a:lnTo>
                    <a:pt x="1369" y="224"/>
                  </a:lnTo>
                  <a:lnTo>
                    <a:pt x="1370" y="224"/>
                  </a:lnTo>
                  <a:lnTo>
                    <a:pt x="1371" y="224"/>
                  </a:lnTo>
                  <a:lnTo>
                    <a:pt x="1373" y="224"/>
                  </a:lnTo>
                  <a:lnTo>
                    <a:pt x="1374" y="223"/>
                  </a:lnTo>
                  <a:lnTo>
                    <a:pt x="1375" y="223"/>
                  </a:lnTo>
                  <a:lnTo>
                    <a:pt x="1377" y="223"/>
                  </a:lnTo>
                  <a:lnTo>
                    <a:pt x="1378" y="223"/>
                  </a:lnTo>
                  <a:lnTo>
                    <a:pt x="1379" y="223"/>
                  </a:lnTo>
                  <a:lnTo>
                    <a:pt x="1381" y="223"/>
                  </a:lnTo>
                  <a:lnTo>
                    <a:pt x="1382" y="223"/>
                  </a:lnTo>
                  <a:lnTo>
                    <a:pt x="1383" y="223"/>
                  </a:lnTo>
                  <a:lnTo>
                    <a:pt x="1385" y="223"/>
                  </a:lnTo>
                  <a:lnTo>
                    <a:pt x="1386" y="223"/>
                  </a:lnTo>
                  <a:lnTo>
                    <a:pt x="1387" y="223"/>
                  </a:lnTo>
                  <a:lnTo>
                    <a:pt x="1389" y="223"/>
                  </a:lnTo>
                  <a:lnTo>
                    <a:pt x="1390" y="222"/>
                  </a:lnTo>
                  <a:lnTo>
                    <a:pt x="1391" y="222"/>
                  </a:lnTo>
                  <a:lnTo>
                    <a:pt x="1393" y="222"/>
                  </a:lnTo>
                  <a:lnTo>
                    <a:pt x="1394" y="222"/>
                  </a:lnTo>
                  <a:lnTo>
                    <a:pt x="1395" y="222"/>
                  </a:lnTo>
                  <a:lnTo>
                    <a:pt x="1397" y="222"/>
                  </a:lnTo>
                  <a:lnTo>
                    <a:pt x="1398" y="222"/>
                  </a:lnTo>
                  <a:lnTo>
                    <a:pt x="1399" y="222"/>
                  </a:lnTo>
                  <a:lnTo>
                    <a:pt x="1401" y="222"/>
                  </a:lnTo>
                  <a:lnTo>
                    <a:pt x="1402" y="222"/>
                  </a:lnTo>
                  <a:lnTo>
                    <a:pt x="1403" y="222"/>
                  </a:lnTo>
                  <a:lnTo>
                    <a:pt x="1405" y="222"/>
                  </a:lnTo>
                  <a:lnTo>
                    <a:pt x="1406" y="222"/>
                  </a:lnTo>
                  <a:lnTo>
                    <a:pt x="1408" y="222"/>
                  </a:lnTo>
                  <a:lnTo>
                    <a:pt x="1409" y="221"/>
                  </a:lnTo>
                </a:path>
              </a:pathLst>
            </a:custGeom>
            <a:noFill/>
            <a:ln cap="flat" cmpd="sng" w="25400">
              <a:solidFill>
                <a:srgbClr val="DAA52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 flipH="1" rot="10800000">
              <a:off x="3781426" y="3190875"/>
              <a:ext cx="5010150" cy="1363663"/>
            </a:xfrm>
            <a:custGeom>
              <a:rect b="b" l="l" r="r" t="t"/>
              <a:pathLst>
                <a:path extrusionOk="0" h="319" w="1408">
                  <a:moveTo>
                    <a:pt x="0" y="0"/>
                  </a:moveTo>
                  <a:lnTo>
                    <a:pt x="6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3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9" y="0"/>
                  </a:lnTo>
                  <a:lnTo>
                    <a:pt x="64" y="0"/>
                  </a:lnTo>
                  <a:lnTo>
                    <a:pt x="69" y="0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1" y="0"/>
                  </a:lnTo>
                  <a:lnTo>
                    <a:pt x="96" y="0"/>
                  </a:lnTo>
                  <a:lnTo>
                    <a:pt x="101" y="26"/>
                  </a:lnTo>
                  <a:lnTo>
                    <a:pt x="107" y="36"/>
                  </a:lnTo>
                  <a:lnTo>
                    <a:pt x="112" y="46"/>
                  </a:lnTo>
                  <a:lnTo>
                    <a:pt x="117" y="57"/>
                  </a:lnTo>
                  <a:lnTo>
                    <a:pt x="123" y="67"/>
                  </a:lnTo>
                  <a:lnTo>
                    <a:pt x="128" y="77"/>
                  </a:lnTo>
                  <a:lnTo>
                    <a:pt x="133" y="87"/>
                  </a:lnTo>
                  <a:lnTo>
                    <a:pt x="138" y="97"/>
                  </a:lnTo>
                  <a:lnTo>
                    <a:pt x="144" y="106"/>
                  </a:lnTo>
                  <a:lnTo>
                    <a:pt x="149" y="116"/>
                  </a:lnTo>
                  <a:lnTo>
                    <a:pt x="154" y="125"/>
                  </a:lnTo>
                  <a:lnTo>
                    <a:pt x="160" y="135"/>
                  </a:lnTo>
                  <a:lnTo>
                    <a:pt x="165" y="144"/>
                  </a:lnTo>
                  <a:lnTo>
                    <a:pt x="170" y="153"/>
                  </a:lnTo>
                  <a:lnTo>
                    <a:pt x="176" y="162"/>
                  </a:lnTo>
                  <a:lnTo>
                    <a:pt x="181" y="171"/>
                  </a:lnTo>
                  <a:lnTo>
                    <a:pt x="186" y="179"/>
                  </a:lnTo>
                  <a:lnTo>
                    <a:pt x="192" y="188"/>
                  </a:lnTo>
                  <a:lnTo>
                    <a:pt x="197" y="196"/>
                  </a:lnTo>
                  <a:lnTo>
                    <a:pt x="202" y="204"/>
                  </a:lnTo>
                  <a:lnTo>
                    <a:pt x="207" y="212"/>
                  </a:lnTo>
                  <a:lnTo>
                    <a:pt x="213" y="219"/>
                  </a:lnTo>
                  <a:lnTo>
                    <a:pt x="218" y="227"/>
                  </a:lnTo>
                  <a:lnTo>
                    <a:pt x="223" y="234"/>
                  </a:lnTo>
                  <a:lnTo>
                    <a:pt x="229" y="240"/>
                  </a:lnTo>
                  <a:lnTo>
                    <a:pt x="234" y="247"/>
                  </a:lnTo>
                  <a:lnTo>
                    <a:pt x="239" y="253"/>
                  </a:lnTo>
                  <a:lnTo>
                    <a:pt x="245" y="259"/>
                  </a:lnTo>
                  <a:lnTo>
                    <a:pt x="250" y="265"/>
                  </a:lnTo>
                  <a:lnTo>
                    <a:pt x="255" y="270"/>
                  </a:lnTo>
                  <a:lnTo>
                    <a:pt x="261" y="275"/>
                  </a:lnTo>
                  <a:lnTo>
                    <a:pt x="266" y="280"/>
                  </a:lnTo>
                  <a:lnTo>
                    <a:pt x="271" y="284"/>
                  </a:lnTo>
                  <a:lnTo>
                    <a:pt x="276" y="288"/>
                  </a:lnTo>
                  <a:lnTo>
                    <a:pt x="282" y="291"/>
                  </a:lnTo>
                  <a:lnTo>
                    <a:pt x="287" y="295"/>
                  </a:lnTo>
                  <a:lnTo>
                    <a:pt x="292" y="298"/>
                  </a:lnTo>
                  <a:lnTo>
                    <a:pt x="298" y="301"/>
                  </a:lnTo>
                  <a:lnTo>
                    <a:pt x="303" y="303"/>
                  </a:lnTo>
                  <a:lnTo>
                    <a:pt x="308" y="305"/>
                  </a:lnTo>
                  <a:lnTo>
                    <a:pt x="314" y="307"/>
                  </a:lnTo>
                  <a:lnTo>
                    <a:pt x="319" y="309"/>
                  </a:lnTo>
                  <a:lnTo>
                    <a:pt x="324" y="310"/>
                  </a:lnTo>
                  <a:lnTo>
                    <a:pt x="330" y="312"/>
                  </a:lnTo>
                  <a:lnTo>
                    <a:pt x="335" y="313"/>
                  </a:lnTo>
                  <a:lnTo>
                    <a:pt x="340" y="314"/>
                  </a:lnTo>
                  <a:lnTo>
                    <a:pt x="345" y="315"/>
                  </a:lnTo>
                  <a:lnTo>
                    <a:pt x="351" y="315"/>
                  </a:lnTo>
                  <a:lnTo>
                    <a:pt x="356" y="316"/>
                  </a:lnTo>
                  <a:lnTo>
                    <a:pt x="361" y="316"/>
                  </a:lnTo>
                  <a:lnTo>
                    <a:pt x="367" y="317"/>
                  </a:lnTo>
                  <a:lnTo>
                    <a:pt x="372" y="317"/>
                  </a:lnTo>
                  <a:lnTo>
                    <a:pt x="377" y="318"/>
                  </a:lnTo>
                  <a:lnTo>
                    <a:pt x="383" y="318"/>
                  </a:lnTo>
                  <a:lnTo>
                    <a:pt x="388" y="318"/>
                  </a:lnTo>
                  <a:lnTo>
                    <a:pt x="393" y="318"/>
                  </a:lnTo>
                  <a:lnTo>
                    <a:pt x="399" y="319"/>
                  </a:lnTo>
                  <a:lnTo>
                    <a:pt x="404" y="297"/>
                  </a:lnTo>
                  <a:lnTo>
                    <a:pt x="409" y="296"/>
                  </a:lnTo>
                  <a:lnTo>
                    <a:pt x="414" y="295"/>
                  </a:lnTo>
                  <a:lnTo>
                    <a:pt x="420" y="294"/>
                  </a:lnTo>
                  <a:lnTo>
                    <a:pt x="425" y="293"/>
                  </a:lnTo>
                  <a:lnTo>
                    <a:pt x="430" y="292"/>
                  </a:lnTo>
                  <a:lnTo>
                    <a:pt x="436" y="291"/>
                  </a:lnTo>
                  <a:lnTo>
                    <a:pt x="441" y="291"/>
                  </a:lnTo>
                  <a:lnTo>
                    <a:pt x="446" y="290"/>
                  </a:lnTo>
                  <a:lnTo>
                    <a:pt x="452" y="289"/>
                  </a:lnTo>
                  <a:lnTo>
                    <a:pt x="457" y="288"/>
                  </a:lnTo>
                  <a:lnTo>
                    <a:pt x="462" y="287"/>
                  </a:lnTo>
                  <a:lnTo>
                    <a:pt x="468" y="287"/>
                  </a:lnTo>
                  <a:lnTo>
                    <a:pt x="473" y="286"/>
                  </a:lnTo>
                  <a:lnTo>
                    <a:pt x="478" y="285"/>
                  </a:lnTo>
                  <a:lnTo>
                    <a:pt x="483" y="284"/>
                  </a:lnTo>
                  <a:lnTo>
                    <a:pt x="489" y="283"/>
                  </a:lnTo>
                  <a:lnTo>
                    <a:pt x="494" y="283"/>
                  </a:lnTo>
                  <a:lnTo>
                    <a:pt x="499" y="282"/>
                  </a:lnTo>
                  <a:lnTo>
                    <a:pt x="505" y="281"/>
                  </a:lnTo>
                  <a:lnTo>
                    <a:pt x="510" y="281"/>
                  </a:lnTo>
                  <a:lnTo>
                    <a:pt x="515" y="280"/>
                  </a:lnTo>
                  <a:lnTo>
                    <a:pt x="521" y="279"/>
                  </a:lnTo>
                  <a:lnTo>
                    <a:pt x="526" y="278"/>
                  </a:lnTo>
                  <a:lnTo>
                    <a:pt x="531" y="278"/>
                  </a:lnTo>
                  <a:lnTo>
                    <a:pt x="537" y="277"/>
                  </a:lnTo>
                  <a:lnTo>
                    <a:pt x="542" y="276"/>
                  </a:lnTo>
                  <a:lnTo>
                    <a:pt x="547" y="276"/>
                  </a:lnTo>
                  <a:lnTo>
                    <a:pt x="552" y="275"/>
                  </a:lnTo>
                  <a:lnTo>
                    <a:pt x="558" y="274"/>
                  </a:lnTo>
                  <a:lnTo>
                    <a:pt x="563" y="274"/>
                  </a:lnTo>
                  <a:lnTo>
                    <a:pt x="568" y="273"/>
                  </a:lnTo>
                  <a:lnTo>
                    <a:pt x="574" y="272"/>
                  </a:lnTo>
                  <a:lnTo>
                    <a:pt x="579" y="272"/>
                  </a:lnTo>
                  <a:lnTo>
                    <a:pt x="584" y="271"/>
                  </a:lnTo>
                  <a:lnTo>
                    <a:pt x="590" y="271"/>
                  </a:lnTo>
                  <a:lnTo>
                    <a:pt x="595" y="270"/>
                  </a:lnTo>
                  <a:lnTo>
                    <a:pt x="600" y="269"/>
                  </a:lnTo>
                  <a:lnTo>
                    <a:pt x="606" y="269"/>
                  </a:lnTo>
                  <a:lnTo>
                    <a:pt x="611" y="268"/>
                  </a:lnTo>
                  <a:lnTo>
                    <a:pt x="616" y="267"/>
                  </a:lnTo>
                  <a:lnTo>
                    <a:pt x="621" y="267"/>
                  </a:lnTo>
                  <a:lnTo>
                    <a:pt x="627" y="266"/>
                  </a:lnTo>
                  <a:lnTo>
                    <a:pt x="632" y="266"/>
                  </a:lnTo>
                  <a:lnTo>
                    <a:pt x="637" y="265"/>
                  </a:lnTo>
                  <a:lnTo>
                    <a:pt x="643" y="265"/>
                  </a:lnTo>
                  <a:lnTo>
                    <a:pt x="648" y="264"/>
                  </a:lnTo>
                  <a:lnTo>
                    <a:pt x="653" y="263"/>
                  </a:lnTo>
                  <a:lnTo>
                    <a:pt x="659" y="263"/>
                  </a:lnTo>
                  <a:lnTo>
                    <a:pt x="664" y="262"/>
                  </a:lnTo>
                  <a:lnTo>
                    <a:pt x="669" y="262"/>
                  </a:lnTo>
                  <a:lnTo>
                    <a:pt x="675" y="261"/>
                  </a:lnTo>
                  <a:lnTo>
                    <a:pt x="680" y="261"/>
                  </a:lnTo>
                  <a:lnTo>
                    <a:pt x="685" y="260"/>
                  </a:lnTo>
                  <a:lnTo>
                    <a:pt x="690" y="260"/>
                  </a:lnTo>
                  <a:lnTo>
                    <a:pt x="696" y="259"/>
                  </a:lnTo>
                  <a:lnTo>
                    <a:pt x="701" y="258"/>
                  </a:lnTo>
                  <a:lnTo>
                    <a:pt x="706" y="258"/>
                  </a:lnTo>
                  <a:lnTo>
                    <a:pt x="712" y="257"/>
                  </a:lnTo>
                  <a:lnTo>
                    <a:pt x="717" y="257"/>
                  </a:lnTo>
                  <a:lnTo>
                    <a:pt x="722" y="256"/>
                  </a:lnTo>
                  <a:lnTo>
                    <a:pt x="728" y="256"/>
                  </a:lnTo>
                  <a:lnTo>
                    <a:pt x="733" y="255"/>
                  </a:lnTo>
                  <a:lnTo>
                    <a:pt x="738" y="255"/>
                  </a:lnTo>
                  <a:lnTo>
                    <a:pt x="744" y="254"/>
                  </a:lnTo>
                  <a:lnTo>
                    <a:pt x="749" y="254"/>
                  </a:lnTo>
                  <a:lnTo>
                    <a:pt x="754" y="253"/>
                  </a:lnTo>
                  <a:lnTo>
                    <a:pt x="759" y="253"/>
                  </a:lnTo>
                  <a:lnTo>
                    <a:pt x="765" y="252"/>
                  </a:lnTo>
                  <a:lnTo>
                    <a:pt x="770" y="252"/>
                  </a:lnTo>
                  <a:lnTo>
                    <a:pt x="775" y="251"/>
                  </a:lnTo>
                  <a:lnTo>
                    <a:pt x="781" y="251"/>
                  </a:lnTo>
                  <a:lnTo>
                    <a:pt x="786" y="250"/>
                  </a:lnTo>
                  <a:lnTo>
                    <a:pt x="791" y="250"/>
                  </a:lnTo>
                  <a:lnTo>
                    <a:pt x="797" y="249"/>
                  </a:lnTo>
                  <a:lnTo>
                    <a:pt x="802" y="249"/>
                  </a:lnTo>
                  <a:lnTo>
                    <a:pt x="807" y="248"/>
                  </a:lnTo>
                  <a:lnTo>
                    <a:pt x="813" y="248"/>
                  </a:lnTo>
                  <a:lnTo>
                    <a:pt x="818" y="247"/>
                  </a:lnTo>
                  <a:lnTo>
                    <a:pt x="823" y="247"/>
                  </a:lnTo>
                  <a:lnTo>
                    <a:pt x="828" y="246"/>
                  </a:lnTo>
                  <a:lnTo>
                    <a:pt x="834" y="246"/>
                  </a:lnTo>
                  <a:lnTo>
                    <a:pt x="839" y="246"/>
                  </a:lnTo>
                  <a:lnTo>
                    <a:pt x="844" y="245"/>
                  </a:lnTo>
                  <a:lnTo>
                    <a:pt x="850" y="245"/>
                  </a:lnTo>
                  <a:lnTo>
                    <a:pt x="855" y="244"/>
                  </a:lnTo>
                  <a:lnTo>
                    <a:pt x="860" y="244"/>
                  </a:lnTo>
                  <a:lnTo>
                    <a:pt x="866" y="243"/>
                  </a:lnTo>
                  <a:lnTo>
                    <a:pt x="871" y="243"/>
                  </a:lnTo>
                  <a:lnTo>
                    <a:pt x="876" y="242"/>
                  </a:lnTo>
                  <a:lnTo>
                    <a:pt x="882" y="242"/>
                  </a:lnTo>
                  <a:lnTo>
                    <a:pt x="887" y="242"/>
                  </a:lnTo>
                  <a:lnTo>
                    <a:pt x="892" y="241"/>
                  </a:lnTo>
                  <a:lnTo>
                    <a:pt x="897" y="241"/>
                  </a:lnTo>
                  <a:lnTo>
                    <a:pt x="903" y="240"/>
                  </a:lnTo>
                  <a:lnTo>
                    <a:pt x="908" y="240"/>
                  </a:lnTo>
                  <a:lnTo>
                    <a:pt x="913" y="239"/>
                  </a:lnTo>
                  <a:lnTo>
                    <a:pt x="919" y="239"/>
                  </a:lnTo>
                  <a:lnTo>
                    <a:pt x="924" y="238"/>
                  </a:lnTo>
                  <a:lnTo>
                    <a:pt x="929" y="238"/>
                  </a:lnTo>
                  <a:lnTo>
                    <a:pt x="935" y="238"/>
                  </a:lnTo>
                  <a:lnTo>
                    <a:pt x="940" y="237"/>
                  </a:lnTo>
                  <a:lnTo>
                    <a:pt x="945" y="237"/>
                  </a:lnTo>
                  <a:lnTo>
                    <a:pt x="951" y="236"/>
                  </a:lnTo>
                  <a:lnTo>
                    <a:pt x="956" y="236"/>
                  </a:lnTo>
                  <a:lnTo>
                    <a:pt x="961" y="236"/>
                  </a:lnTo>
                  <a:lnTo>
                    <a:pt x="966" y="235"/>
                  </a:lnTo>
                  <a:lnTo>
                    <a:pt x="972" y="235"/>
                  </a:lnTo>
                  <a:lnTo>
                    <a:pt x="977" y="234"/>
                  </a:lnTo>
                  <a:lnTo>
                    <a:pt x="982" y="234"/>
                  </a:lnTo>
                  <a:lnTo>
                    <a:pt x="988" y="234"/>
                  </a:lnTo>
                  <a:lnTo>
                    <a:pt x="993" y="233"/>
                  </a:lnTo>
                  <a:lnTo>
                    <a:pt x="998" y="233"/>
                  </a:lnTo>
                  <a:lnTo>
                    <a:pt x="1004" y="232"/>
                  </a:lnTo>
                  <a:lnTo>
                    <a:pt x="1009" y="232"/>
                  </a:lnTo>
                  <a:lnTo>
                    <a:pt x="1014" y="232"/>
                  </a:lnTo>
                  <a:lnTo>
                    <a:pt x="1020" y="231"/>
                  </a:lnTo>
                  <a:lnTo>
                    <a:pt x="1025" y="231"/>
                  </a:lnTo>
                  <a:lnTo>
                    <a:pt x="1030" y="230"/>
                  </a:lnTo>
                  <a:lnTo>
                    <a:pt x="1035" y="230"/>
                  </a:lnTo>
                  <a:lnTo>
                    <a:pt x="1041" y="230"/>
                  </a:lnTo>
                  <a:lnTo>
                    <a:pt x="1046" y="229"/>
                  </a:lnTo>
                  <a:lnTo>
                    <a:pt x="1051" y="229"/>
                  </a:lnTo>
                  <a:lnTo>
                    <a:pt x="1057" y="228"/>
                  </a:lnTo>
                  <a:lnTo>
                    <a:pt x="1062" y="228"/>
                  </a:lnTo>
                  <a:lnTo>
                    <a:pt x="1067" y="228"/>
                  </a:lnTo>
                  <a:lnTo>
                    <a:pt x="1073" y="227"/>
                  </a:lnTo>
                  <a:lnTo>
                    <a:pt x="1078" y="227"/>
                  </a:lnTo>
                  <a:lnTo>
                    <a:pt x="1083" y="227"/>
                  </a:lnTo>
                  <a:lnTo>
                    <a:pt x="1089" y="226"/>
                  </a:lnTo>
                  <a:lnTo>
                    <a:pt x="1094" y="226"/>
                  </a:lnTo>
                  <a:lnTo>
                    <a:pt x="1099" y="226"/>
                  </a:lnTo>
                  <a:lnTo>
                    <a:pt x="1104" y="225"/>
                  </a:lnTo>
                  <a:lnTo>
                    <a:pt x="1110" y="225"/>
                  </a:lnTo>
                  <a:lnTo>
                    <a:pt x="1115" y="224"/>
                  </a:lnTo>
                  <a:lnTo>
                    <a:pt x="1120" y="224"/>
                  </a:lnTo>
                  <a:lnTo>
                    <a:pt x="1126" y="224"/>
                  </a:lnTo>
                  <a:lnTo>
                    <a:pt x="1131" y="223"/>
                  </a:lnTo>
                  <a:lnTo>
                    <a:pt x="1136" y="223"/>
                  </a:lnTo>
                  <a:lnTo>
                    <a:pt x="1142" y="223"/>
                  </a:lnTo>
                  <a:lnTo>
                    <a:pt x="1147" y="222"/>
                  </a:lnTo>
                  <a:lnTo>
                    <a:pt x="1152" y="222"/>
                  </a:lnTo>
                  <a:lnTo>
                    <a:pt x="1158" y="222"/>
                  </a:lnTo>
                  <a:lnTo>
                    <a:pt x="1163" y="221"/>
                  </a:lnTo>
                  <a:lnTo>
                    <a:pt x="1168" y="221"/>
                  </a:lnTo>
                  <a:lnTo>
                    <a:pt x="1173" y="221"/>
                  </a:lnTo>
                  <a:lnTo>
                    <a:pt x="1179" y="220"/>
                  </a:lnTo>
                  <a:lnTo>
                    <a:pt x="1184" y="220"/>
                  </a:lnTo>
                  <a:lnTo>
                    <a:pt x="1189" y="219"/>
                  </a:lnTo>
                  <a:lnTo>
                    <a:pt x="1195" y="219"/>
                  </a:lnTo>
                  <a:lnTo>
                    <a:pt x="1200" y="219"/>
                  </a:lnTo>
                  <a:lnTo>
                    <a:pt x="1205" y="218"/>
                  </a:lnTo>
                  <a:lnTo>
                    <a:pt x="1211" y="218"/>
                  </a:lnTo>
                  <a:lnTo>
                    <a:pt x="1216" y="218"/>
                  </a:lnTo>
                  <a:lnTo>
                    <a:pt x="1221" y="217"/>
                  </a:lnTo>
                  <a:lnTo>
                    <a:pt x="1227" y="217"/>
                  </a:lnTo>
                  <a:lnTo>
                    <a:pt x="1232" y="217"/>
                  </a:lnTo>
                  <a:lnTo>
                    <a:pt x="1237" y="216"/>
                  </a:lnTo>
                  <a:lnTo>
                    <a:pt x="1242" y="216"/>
                  </a:lnTo>
                  <a:lnTo>
                    <a:pt x="1248" y="216"/>
                  </a:lnTo>
                  <a:lnTo>
                    <a:pt x="1253" y="215"/>
                  </a:lnTo>
                  <a:lnTo>
                    <a:pt x="1258" y="215"/>
                  </a:lnTo>
                  <a:lnTo>
                    <a:pt x="1264" y="215"/>
                  </a:lnTo>
                  <a:lnTo>
                    <a:pt x="1269" y="214"/>
                  </a:lnTo>
                  <a:lnTo>
                    <a:pt x="1274" y="214"/>
                  </a:lnTo>
                  <a:lnTo>
                    <a:pt x="1280" y="214"/>
                  </a:lnTo>
                  <a:lnTo>
                    <a:pt x="1285" y="214"/>
                  </a:lnTo>
                  <a:lnTo>
                    <a:pt x="1290" y="213"/>
                  </a:lnTo>
                  <a:lnTo>
                    <a:pt x="1296" y="213"/>
                  </a:lnTo>
                  <a:lnTo>
                    <a:pt x="1301" y="213"/>
                  </a:lnTo>
                  <a:lnTo>
                    <a:pt x="1306" y="212"/>
                  </a:lnTo>
                  <a:lnTo>
                    <a:pt x="1311" y="212"/>
                  </a:lnTo>
                  <a:lnTo>
                    <a:pt x="1317" y="212"/>
                  </a:lnTo>
                  <a:lnTo>
                    <a:pt x="1322" y="211"/>
                  </a:lnTo>
                  <a:lnTo>
                    <a:pt x="1327" y="211"/>
                  </a:lnTo>
                  <a:lnTo>
                    <a:pt x="1333" y="211"/>
                  </a:lnTo>
                  <a:lnTo>
                    <a:pt x="1338" y="210"/>
                  </a:lnTo>
                  <a:lnTo>
                    <a:pt x="1343" y="210"/>
                  </a:lnTo>
                  <a:lnTo>
                    <a:pt x="1349" y="210"/>
                  </a:lnTo>
                  <a:lnTo>
                    <a:pt x="1354" y="209"/>
                  </a:lnTo>
                  <a:lnTo>
                    <a:pt x="1359" y="209"/>
                  </a:lnTo>
                  <a:lnTo>
                    <a:pt x="1365" y="209"/>
                  </a:lnTo>
                  <a:lnTo>
                    <a:pt x="1370" y="209"/>
                  </a:lnTo>
                  <a:lnTo>
                    <a:pt x="1375" y="208"/>
                  </a:lnTo>
                  <a:lnTo>
                    <a:pt x="1380" y="208"/>
                  </a:lnTo>
                  <a:lnTo>
                    <a:pt x="1386" y="208"/>
                  </a:lnTo>
                  <a:lnTo>
                    <a:pt x="1391" y="207"/>
                  </a:lnTo>
                  <a:lnTo>
                    <a:pt x="1396" y="207"/>
                  </a:lnTo>
                  <a:lnTo>
                    <a:pt x="1402" y="207"/>
                  </a:lnTo>
                  <a:lnTo>
                    <a:pt x="1407" y="206"/>
                  </a:lnTo>
                  <a:lnTo>
                    <a:pt x="1408" y="20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 flipH="1" rot="10800000">
              <a:off x="3778251" y="2516188"/>
              <a:ext cx="5013325" cy="2058988"/>
            </a:xfrm>
            <a:custGeom>
              <a:rect b="b" l="l" r="r" t="t"/>
              <a:pathLst>
                <a:path extrusionOk="0" h="482" w="1409">
                  <a:moveTo>
                    <a:pt x="0" y="5"/>
                  </a:moveTo>
                  <a:lnTo>
                    <a:pt x="1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6" y="5"/>
                  </a:lnTo>
                  <a:lnTo>
                    <a:pt x="17" y="5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1" y="5"/>
                  </a:lnTo>
                  <a:lnTo>
                    <a:pt x="22" y="5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6" y="5"/>
                  </a:lnTo>
                  <a:lnTo>
                    <a:pt x="28" y="5"/>
                  </a:lnTo>
                  <a:lnTo>
                    <a:pt x="29" y="5"/>
                  </a:lnTo>
                  <a:lnTo>
                    <a:pt x="30" y="5"/>
                  </a:lnTo>
                  <a:lnTo>
                    <a:pt x="32" y="5"/>
                  </a:lnTo>
                  <a:lnTo>
                    <a:pt x="33" y="5"/>
                  </a:lnTo>
                  <a:lnTo>
                    <a:pt x="34" y="5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8" y="5"/>
                  </a:lnTo>
                  <a:lnTo>
                    <a:pt x="40" y="5"/>
                  </a:lnTo>
                  <a:lnTo>
                    <a:pt x="41" y="5"/>
                  </a:lnTo>
                  <a:lnTo>
                    <a:pt x="42" y="5"/>
                  </a:lnTo>
                  <a:lnTo>
                    <a:pt x="44" y="5"/>
                  </a:lnTo>
                  <a:lnTo>
                    <a:pt x="45" y="5"/>
                  </a:lnTo>
                  <a:lnTo>
                    <a:pt x="46" y="5"/>
                  </a:lnTo>
                  <a:lnTo>
                    <a:pt x="48" y="5"/>
                  </a:lnTo>
                  <a:lnTo>
                    <a:pt x="49" y="5"/>
                  </a:lnTo>
                  <a:lnTo>
                    <a:pt x="51" y="5"/>
                  </a:lnTo>
                  <a:lnTo>
                    <a:pt x="52" y="5"/>
                  </a:lnTo>
                  <a:lnTo>
                    <a:pt x="53" y="5"/>
                  </a:lnTo>
                  <a:lnTo>
                    <a:pt x="55" y="5"/>
                  </a:lnTo>
                  <a:lnTo>
                    <a:pt x="56" y="5"/>
                  </a:lnTo>
                  <a:lnTo>
                    <a:pt x="57" y="5"/>
                  </a:lnTo>
                  <a:lnTo>
                    <a:pt x="59" y="5"/>
                  </a:lnTo>
                  <a:lnTo>
                    <a:pt x="60" y="5"/>
                  </a:lnTo>
                  <a:lnTo>
                    <a:pt x="61" y="5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5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69" y="5"/>
                  </a:lnTo>
                  <a:lnTo>
                    <a:pt x="71" y="5"/>
                  </a:lnTo>
                  <a:lnTo>
                    <a:pt x="72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76" y="5"/>
                  </a:lnTo>
                  <a:lnTo>
                    <a:pt x="77" y="5"/>
                  </a:lnTo>
                  <a:lnTo>
                    <a:pt x="79" y="5"/>
                  </a:lnTo>
                  <a:lnTo>
                    <a:pt x="80" y="5"/>
                  </a:lnTo>
                  <a:lnTo>
                    <a:pt x="81" y="5"/>
                  </a:lnTo>
                  <a:lnTo>
                    <a:pt x="83" y="5"/>
                  </a:lnTo>
                  <a:lnTo>
                    <a:pt x="84" y="5"/>
                  </a:lnTo>
                  <a:lnTo>
                    <a:pt x="85" y="5"/>
                  </a:lnTo>
                  <a:lnTo>
                    <a:pt x="87" y="5"/>
                  </a:lnTo>
                  <a:lnTo>
                    <a:pt x="88" y="5"/>
                  </a:lnTo>
                  <a:lnTo>
                    <a:pt x="89" y="5"/>
                  </a:lnTo>
                  <a:lnTo>
                    <a:pt x="91" y="5"/>
                  </a:lnTo>
                  <a:lnTo>
                    <a:pt x="92" y="5"/>
                  </a:lnTo>
                  <a:lnTo>
                    <a:pt x="93" y="5"/>
                  </a:lnTo>
                  <a:lnTo>
                    <a:pt x="95" y="5"/>
                  </a:lnTo>
                  <a:lnTo>
                    <a:pt x="96" y="5"/>
                  </a:lnTo>
                  <a:lnTo>
                    <a:pt x="97" y="5"/>
                  </a:lnTo>
                  <a:lnTo>
                    <a:pt x="99" y="5"/>
                  </a:lnTo>
                  <a:lnTo>
                    <a:pt x="100" y="5"/>
                  </a:lnTo>
                  <a:lnTo>
                    <a:pt x="102" y="4"/>
                  </a:lnTo>
                  <a:lnTo>
                    <a:pt x="103" y="0"/>
                  </a:lnTo>
                  <a:lnTo>
                    <a:pt x="104" y="2"/>
                  </a:lnTo>
                  <a:lnTo>
                    <a:pt x="106" y="7"/>
                  </a:lnTo>
                  <a:lnTo>
                    <a:pt x="107" y="13"/>
                  </a:lnTo>
                  <a:lnTo>
                    <a:pt x="108" y="21"/>
                  </a:lnTo>
                  <a:lnTo>
                    <a:pt x="110" y="29"/>
                  </a:lnTo>
                  <a:lnTo>
                    <a:pt x="111" y="37"/>
                  </a:lnTo>
                  <a:lnTo>
                    <a:pt x="112" y="46"/>
                  </a:lnTo>
                  <a:lnTo>
                    <a:pt x="114" y="55"/>
                  </a:lnTo>
                  <a:lnTo>
                    <a:pt x="115" y="65"/>
                  </a:lnTo>
                  <a:lnTo>
                    <a:pt x="116" y="74"/>
                  </a:lnTo>
                  <a:lnTo>
                    <a:pt x="118" y="84"/>
                  </a:lnTo>
                  <a:lnTo>
                    <a:pt x="119" y="93"/>
                  </a:lnTo>
                  <a:lnTo>
                    <a:pt x="120" y="103"/>
                  </a:lnTo>
                  <a:lnTo>
                    <a:pt x="122" y="112"/>
                  </a:lnTo>
                  <a:lnTo>
                    <a:pt x="123" y="122"/>
                  </a:lnTo>
                  <a:lnTo>
                    <a:pt x="124" y="131"/>
                  </a:lnTo>
                  <a:lnTo>
                    <a:pt x="126" y="141"/>
                  </a:lnTo>
                  <a:lnTo>
                    <a:pt x="127" y="150"/>
                  </a:lnTo>
                  <a:lnTo>
                    <a:pt x="128" y="159"/>
                  </a:lnTo>
                  <a:lnTo>
                    <a:pt x="130" y="167"/>
                  </a:lnTo>
                  <a:lnTo>
                    <a:pt x="131" y="176"/>
                  </a:lnTo>
                  <a:lnTo>
                    <a:pt x="132" y="184"/>
                  </a:lnTo>
                  <a:lnTo>
                    <a:pt x="134" y="192"/>
                  </a:lnTo>
                  <a:lnTo>
                    <a:pt x="135" y="200"/>
                  </a:lnTo>
                  <a:lnTo>
                    <a:pt x="136" y="208"/>
                  </a:lnTo>
                  <a:lnTo>
                    <a:pt x="138" y="215"/>
                  </a:lnTo>
                  <a:lnTo>
                    <a:pt x="139" y="222"/>
                  </a:lnTo>
                  <a:lnTo>
                    <a:pt x="140" y="229"/>
                  </a:lnTo>
                  <a:lnTo>
                    <a:pt x="142" y="236"/>
                  </a:lnTo>
                  <a:lnTo>
                    <a:pt x="143" y="243"/>
                  </a:lnTo>
                  <a:lnTo>
                    <a:pt x="144" y="249"/>
                  </a:lnTo>
                  <a:lnTo>
                    <a:pt x="146" y="255"/>
                  </a:lnTo>
                  <a:lnTo>
                    <a:pt x="147" y="261"/>
                  </a:lnTo>
                  <a:lnTo>
                    <a:pt x="148" y="267"/>
                  </a:lnTo>
                  <a:lnTo>
                    <a:pt x="150" y="272"/>
                  </a:lnTo>
                  <a:lnTo>
                    <a:pt x="151" y="278"/>
                  </a:lnTo>
                  <a:lnTo>
                    <a:pt x="153" y="283"/>
                  </a:lnTo>
                  <a:lnTo>
                    <a:pt x="154" y="287"/>
                  </a:lnTo>
                  <a:lnTo>
                    <a:pt x="155" y="292"/>
                  </a:lnTo>
                  <a:lnTo>
                    <a:pt x="157" y="296"/>
                  </a:lnTo>
                  <a:lnTo>
                    <a:pt x="158" y="300"/>
                  </a:lnTo>
                  <a:lnTo>
                    <a:pt x="159" y="304"/>
                  </a:lnTo>
                  <a:lnTo>
                    <a:pt x="161" y="308"/>
                  </a:lnTo>
                  <a:lnTo>
                    <a:pt x="162" y="311"/>
                  </a:lnTo>
                  <a:lnTo>
                    <a:pt x="163" y="314"/>
                  </a:lnTo>
                  <a:lnTo>
                    <a:pt x="165" y="318"/>
                  </a:lnTo>
                  <a:lnTo>
                    <a:pt x="166" y="321"/>
                  </a:lnTo>
                  <a:lnTo>
                    <a:pt x="167" y="324"/>
                  </a:lnTo>
                  <a:lnTo>
                    <a:pt x="169" y="327"/>
                  </a:lnTo>
                  <a:lnTo>
                    <a:pt x="170" y="330"/>
                  </a:lnTo>
                  <a:lnTo>
                    <a:pt x="171" y="332"/>
                  </a:lnTo>
                  <a:lnTo>
                    <a:pt x="173" y="335"/>
                  </a:lnTo>
                  <a:lnTo>
                    <a:pt x="174" y="338"/>
                  </a:lnTo>
                  <a:lnTo>
                    <a:pt x="175" y="341"/>
                  </a:lnTo>
                  <a:lnTo>
                    <a:pt x="177" y="343"/>
                  </a:lnTo>
                  <a:lnTo>
                    <a:pt x="178" y="346"/>
                  </a:lnTo>
                  <a:lnTo>
                    <a:pt x="179" y="348"/>
                  </a:lnTo>
                  <a:lnTo>
                    <a:pt x="181" y="351"/>
                  </a:lnTo>
                  <a:lnTo>
                    <a:pt x="182" y="353"/>
                  </a:lnTo>
                  <a:lnTo>
                    <a:pt x="183" y="356"/>
                  </a:lnTo>
                  <a:lnTo>
                    <a:pt x="185" y="358"/>
                  </a:lnTo>
                  <a:lnTo>
                    <a:pt x="186" y="361"/>
                  </a:lnTo>
                  <a:lnTo>
                    <a:pt x="187" y="363"/>
                  </a:lnTo>
                  <a:lnTo>
                    <a:pt x="189" y="366"/>
                  </a:lnTo>
                  <a:lnTo>
                    <a:pt x="190" y="368"/>
                  </a:lnTo>
                  <a:lnTo>
                    <a:pt x="191" y="370"/>
                  </a:lnTo>
                  <a:lnTo>
                    <a:pt x="193" y="373"/>
                  </a:lnTo>
                  <a:lnTo>
                    <a:pt x="194" y="375"/>
                  </a:lnTo>
                  <a:lnTo>
                    <a:pt x="195" y="377"/>
                  </a:lnTo>
                  <a:lnTo>
                    <a:pt x="197" y="379"/>
                  </a:lnTo>
                  <a:lnTo>
                    <a:pt x="198" y="382"/>
                  </a:lnTo>
                  <a:lnTo>
                    <a:pt x="200" y="384"/>
                  </a:lnTo>
                  <a:lnTo>
                    <a:pt x="201" y="386"/>
                  </a:lnTo>
                  <a:lnTo>
                    <a:pt x="202" y="388"/>
                  </a:lnTo>
                  <a:lnTo>
                    <a:pt x="204" y="391"/>
                  </a:lnTo>
                  <a:lnTo>
                    <a:pt x="205" y="393"/>
                  </a:lnTo>
                  <a:lnTo>
                    <a:pt x="206" y="395"/>
                  </a:lnTo>
                  <a:lnTo>
                    <a:pt x="208" y="397"/>
                  </a:lnTo>
                  <a:lnTo>
                    <a:pt x="209" y="399"/>
                  </a:lnTo>
                  <a:lnTo>
                    <a:pt x="210" y="402"/>
                  </a:lnTo>
                  <a:lnTo>
                    <a:pt x="212" y="404"/>
                  </a:lnTo>
                  <a:lnTo>
                    <a:pt x="213" y="406"/>
                  </a:lnTo>
                  <a:lnTo>
                    <a:pt x="214" y="408"/>
                  </a:lnTo>
                  <a:lnTo>
                    <a:pt x="216" y="410"/>
                  </a:lnTo>
                  <a:lnTo>
                    <a:pt x="217" y="412"/>
                  </a:lnTo>
                  <a:lnTo>
                    <a:pt x="218" y="414"/>
                  </a:lnTo>
                  <a:lnTo>
                    <a:pt x="220" y="416"/>
                  </a:lnTo>
                  <a:lnTo>
                    <a:pt x="221" y="418"/>
                  </a:lnTo>
                  <a:lnTo>
                    <a:pt x="222" y="420"/>
                  </a:lnTo>
                  <a:lnTo>
                    <a:pt x="224" y="421"/>
                  </a:lnTo>
                  <a:lnTo>
                    <a:pt x="225" y="423"/>
                  </a:lnTo>
                  <a:lnTo>
                    <a:pt x="226" y="425"/>
                  </a:lnTo>
                  <a:lnTo>
                    <a:pt x="228" y="427"/>
                  </a:lnTo>
                  <a:lnTo>
                    <a:pt x="229" y="429"/>
                  </a:lnTo>
                  <a:lnTo>
                    <a:pt x="230" y="431"/>
                  </a:lnTo>
                  <a:lnTo>
                    <a:pt x="232" y="433"/>
                  </a:lnTo>
                  <a:lnTo>
                    <a:pt x="233" y="435"/>
                  </a:lnTo>
                  <a:lnTo>
                    <a:pt x="234" y="437"/>
                  </a:lnTo>
                  <a:lnTo>
                    <a:pt x="236" y="438"/>
                  </a:lnTo>
                  <a:lnTo>
                    <a:pt x="237" y="440"/>
                  </a:lnTo>
                  <a:lnTo>
                    <a:pt x="238" y="442"/>
                  </a:lnTo>
                  <a:lnTo>
                    <a:pt x="240" y="444"/>
                  </a:lnTo>
                  <a:lnTo>
                    <a:pt x="241" y="445"/>
                  </a:lnTo>
                  <a:lnTo>
                    <a:pt x="242" y="447"/>
                  </a:lnTo>
                  <a:lnTo>
                    <a:pt x="244" y="449"/>
                  </a:lnTo>
                  <a:lnTo>
                    <a:pt x="245" y="451"/>
                  </a:lnTo>
                  <a:lnTo>
                    <a:pt x="246" y="453"/>
                  </a:lnTo>
                  <a:lnTo>
                    <a:pt x="248" y="454"/>
                  </a:lnTo>
                  <a:lnTo>
                    <a:pt x="249" y="456"/>
                  </a:lnTo>
                  <a:lnTo>
                    <a:pt x="251" y="457"/>
                  </a:lnTo>
                  <a:lnTo>
                    <a:pt x="252" y="459"/>
                  </a:lnTo>
                  <a:lnTo>
                    <a:pt x="253" y="460"/>
                  </a:lnTo>
                  <a:lnTo>
                    <a:pt x="255" y="462"/>
                  </a:lnTo>
                  <a:lnTo>
                    <a:pt x="256" y="464"/>
                  </a:lnTo>
                  <a:lnTo>
                    <a:pt x="257" y="465"/>
                  </a:lnTo>
                  <a:lnTo>
                    <a:pt x="259" y="466"/>
                  </a:lnTo>
                  <a:lnTo>
                    <a:pt x="260" y="467"/>
                  </a:lnTo>
                  <a:lnTo>
                    <a:pt x="261" y="468"/>
                  </a:lnTo>
                  <a:lnTo>
                    <a:pt x="263" y="469"/>
                  </a:lnTo>
                  <a:lnTo>
                    <a:pt x="264" y="470"/>
                  </a:lnTo>
                  <a:lnTo>
                    <a:pt x="265" y="471"/>
                  </a:lnTo>
                  <a:lnTo>
                    <a:pt x="267" y="472"/>
                  </a:lnTo>
                  <a:lnTo>
                    <a:pt x="268" y="473"/>
                  </a:lnTo>
                  <a:lnTo>
                    <a:pt x="269" y="474"/>
                  </a:lnTo>
                  <a:lnTo>
                    <a:pt x="271" y="475"/>
                  </a:lnTo>
                  <a:lnTo>
                    <a:pt x="272" y="476"/>
                  </a:lnTo>
                  <a:lnTo>
                    <a:pt x="273" y="476"/>
                  </a:lnTo>
                  <a:lnTo>
                    <a:pt x="275" y="477"/>
                  </a:lnTo>
                  <a:lnTo>
                    <a:pt x="276" y="478"/>
                  </a:lnTo>
                  <a:lnTo>
                    <a:pt x="277" y="478"/>
                  </a:lnTo>
                  <a:lnTo>
                    <a:pt x="279" y="479"/>
                  </a:lnTo>
                  <a:lnTo>
                    <a:pt x="280" y="479"/>
                  </a:lnTo>
                  <a:lnTo>
                    <a:pt x="281" y="480"/>
                  </a:lnTo>
                  <a:lnTo>
                    <a:pt x="283" y="480"/>
                  </a:lnTo>
                  <a:lnTo>
                    <a:pt x="284" y="480"/>
                  </a:lnTo>
                  <a:lnTo>
                    <a:pt x="285" y="481"/>
                  </a:lnTo>
                  <a:lnTo>
                    <a:pt x="287" y="481"/>
                  </a:lnTo>
                  <a:lnTo>
                    <a:pt x="288" y="481"/>
                  </a:lnTo>
                  <a:lnTo>
                    <a:pt x="289" y="481"/>
                  </a:lnTo>
                  <a:lnTo>
                    <a:pt x="291" y="481"/>
                  </a:lnTo>
                  <a:lnTo>
                    <a:pt x="292" y="481"/>
                  </a:lnTo>
                  <a:lnTo>
                    <a:pt x="293" y="482"/>
                  </a:lnTo>
                  <a:lnTo>
                    <a:pt x="295" y="482"/>
                  </a:lnTo>
                  <a:lnTo>
                    <a:pt x="296" y="482"/>
                  </a:lnTo>
                  <a:lnTo>
                    <a:pt x="297" y="482"/>
                  </a:lnTo>
                  <a:lnTo>
                    <a:pt x="299" y="482"/>
                  </a:lnTo>
                  <a:lnTo>
                    <a:pt x="300" y="481"/>
                  </a:lnTo>
                  <a:lnTo>
                    <a:pt x="302" y="481"/>
                  </a:lnTo>
                  <a:lnTo>
                    <a:pt x="303" y="481"/>
                  </a:lnTo>
                  <a:lnTo>
                    <a:pt x="304" y="480"/>
                  </a:lnTo>
                  <a:lnTo>
                    <a:pt x="306" y="480"/>
                  </a:lnTo>
                  <a:lnTo>
                    <a:pt x="307" y="480"/>
                  </a:lnTo>
                  <a:lnTo>
                    <a:pt x="308" y="480"/>
                  </a:lnTo>
                  <a:lnTo>
                    <a:pt x="310" y="479"/>
                  </a:lnTo>
                  <a:lnTo>
                    <a:pt x="311" y="479"/>
                  </a:lnTo>
                  <a:lnTo>
                    <a:pt x="312" y="479"/>
                  </a:lnTo>
                  <a:lnTo>
                    <a:pt x="314" y="478"/>
                  </a:lnTo>
                  <a:lnTo>
                    <a:pt x="315" y="478"/>
                  </a:lnTo>
                  <a:lnTo>
                    <a:pt x="316" y="477"/>
                  </a:lnTo>
                  <a:lnTo>
                    <a:pt x="318" y="477"/>
                  </a:lnTo>
                  <a:lnTo>
                    <a:pt x="319" y="476"/>
                  </a:lnTo>
                  <a:lnTo>
                    <a:pt x="320" y="476"/>
                  </a:lnTo>
                  <a:lnTo>
                    <a:pt x="322" y="475"/>
                  </a:lnTo>
                  <a:lnTo>
                    <a:pt x="323" y="475"/>
                  </a:lnTo>
                  <a:lnTo>
                    <a:pt x="324" y="474"/>
                  </a:lnTo>
                  <a:lnTo>
                    <a:pt x="326" y="474"/>
                  </a:lnTo>
                  <a:lnTo>
                    <a:pt x="327" y="473"/>
                  </a:lnTo>
                  <a:lnTo>
                    <a:pt x="328" y="472"/>
                  </a:lnTo>
                  <a:lnTo>
                    <a:pt x="330" y="472"/>
                  </a:lnTo>
                  <a:lnTo>
                    <a:pt x="331" y="471"/>
                  </a:lnTo>
                  <a:lnTo>
                    <a:pt x="332" y="471"/>
                  </a:lnTo>
                  <a:lnTo>
                    <a:pt x="334" y="470"/>
                  </a:lnTo>
                  <a:lnTo>
                    <a:pt x="335" y="469"/>
                  </a:lnTo>
                  <a:lnTo>
                    <a:pt x="336" y="468"/>
                  </a:lnTo>
                  <a:lnTo>
                    <a:pt x="338" y="468"/>
                  </a:lnTo>
                  <a:lnTo>
                    <a:pt x="339" y="467"/>
                  </a:lnTo>
                  <a:lnTo>
                    <a:pt x="340" y="466"/>
                  </a:lnTo>
                  <a:lnTo>
                    <a:pt x="342" y="466"/>
                  </a:lnTo>
                  <a:lnTo>
                    <a:pt x="343" y="465"/>
                  </a:lnTo>
                  <a:lnTo>
                    <a:pt x="344" y="464"/>
                  </a:lnTo>
                  <a:lnTo>
                    <a:pt x="346" y="463"/>
                  </a:lnTo>
                  <a:lnTo>
                    <a:pt x="347" y="463"/>
                  </a:lnTo>
                  <a:lnTo>
                    <a:pt x="348" y="462"/>
                  </a:lnTo>
                  <a:lnTo>
                    <a:pt x="350" y="461"/>
                  </a:lnTo>
                  <a:lnTo>
                    <a:pt x="351" y="460"/>
                  </a:lnTo>
                  <a:lnTo>
                    <a:pt x="353" y="460"/>
                  </a:lnTo>
                  <a:lnTo>
                    <a:pt x="354" y="459"/>
                  </a:lnTo>
                  <a:lnTo>
                    <a:pt x="355" y="458"/>
                  </a:lnTo>
                  <a:lnTo>
                    <a:pt x="357" y="457"/>
                  </a:lnTo>
                  <a:lnTo>
                    <a:pt x="358" y="457"/>
                  </a:lnTo>
                  <a:lnTo>
                    <a:pt x="359" y="456"/>
                  </a:lnTo>
                  <a:lnTo>
                    <a:pt x="361" y="455"/>
                  </a:lnTo>
                  <a:lnTo>
                    <a:pt x="362" y="454"/>
                  </a:lnTo>
                  <a:lnTo>
                    <a:pt x="363" y="454"/>
                  </a:lnTo>
                  <a:lnTo>
                    <a:pt x="365" y="453"/>
                  </a:lnTo>
                  <a:lnTo>
                    <a:pt x="366" y="452"/>
                  </a:lnTo>
                  <a:lnTo>
                    <a:pt x="367" y="451"/>
                  </a:lnTo>
                  <a:lnTo>
                    <a:pt x="369" y="451"/>
                  </a:lnTo>
                  <a:lnTo>
                    <a:pt x="370" y="450"/>
                  </a:lnTo>
                  <a:lnTo>
                    <a:pt x="371" y="449"/>
                  </a:lnTo>
                  <a:lnTo>
                    <a:pt x="373" y="448"/>
                  </a:lnTo>
                  <a:lnTo>
                    <a:pt x="374" y="447"/>
                  </a:lnTo>
                  <a:lnTo>
                    <a:pt x="375" y="446"/>
                  </a:lnTo>
                  <a:lnTo>
                    <a:pt x="377" y="446"/>
                  </a:lnTo>
                  <a:lnTo>
                    <a:pt x="378" y="445"/>
                  </a:lnTo>
                  <a:lnTo>
                    <a:pt x="379" y="444"/>
                  </a:lnTo>
                  <a:lnTo>
                    <a:pt x="381" y="443"/>
                  </a:lnTo>
                  <a:lnTo>
                    <a:pt x="382" y="442"/>
                  </a:lnTo>
                  <a:lnTo>
                    <a:pt x="383" y="441"/>
                  </a:lnTo>
                  <a:lnTo>
                    <a:pt x="385" y="440"/>
                  </a:lnTo>
                  <a:lnTo>
                    <a:pt x="386" y="439"/>
                  </a:lnTo>
                  <a:lnTo>
                    <a:pt x="387" y="438"/>
                  </a:lnTo>
                  <a:lnTo>
                    <a:pt x="389" y="438"/>
                  </a:lnTo>
                  <a:lnTo>
                    <a:pt x="390" y="437"/>
                  </a:lnTo>
                  <a:lnTo>
                    <a:pt x="391" y="436"/>
                  </a:lnTo>
                  <a:lnTo>
                    <a:pt x="393" y="435"/>
                  </a:lnTo>
                  <a:lnTo>
                    <a:pt x="394" y="434"/>
                  </a:lnTo>
                  <a:lnTo>
                    <a:pt x="395" y="434"/>
                  </a:lnTo>
                  <a:lnTo>
                    <a:pt x="397" y="433"/>
                  </a:lnTo>
                  <a:lnTo>
                    <a:pt x="398" y="432"/>
                  </a:lnTo>
                  <a:lnTo>
                    <a:pt x="399" y="431"/>
                  </a:lnTo>
                  <a:lnTo>
                    <a:pt x="401" y="431"/>
                  </a:lnTo>
                  <a:lnTo>
                    <a:pt x="402" y="430"/>
                  </a:lnTo>
                  <a:lnTo>
                    <a:pt x="404" y="429"/>
                  </a:lnTo>
                  <a:lnTo>
                    <a:pt x="405" y="428"/>
                  </a:lnTo>
                  <a:lnTo>
                    <a:pt x="406" y="427"/>
                  </a:lnTo>
                  <a:lnTo>
                    <a:pt x="408" y="426"/>
                  </a:lnTo>
                  <a:lnTo>
                    <a:pt x="409" y="425"/>
                  </a:lnTo>
                  <a:lnTo>
                    <a:pt x="410" y="424"/>
                  </a:lnTo>
                  <a:lnTo>
                    <a:pt x="412" y="423"/>
                  </a:lnTo>
                  <a:lnTo>
                    <a:pt x="413" y="422"/>
                  </a:lnTo>
                  <a:lnTo>
                    <a:pt x="414" y="421"/>
                  </a:lnTo>
                  <a:lnTo>
                    <a:pt x="416" y="421"/>
                  </a:lnTo>
                  <a:lnTo>
                    <a:pt x="417" y="420"/>
                  </a:lnTo>
                  <a:lnTo>
                    <a:pt x="418" y="419"/>
                  </a:lnTo>
                  <a:lnTo>
                    <a:pt x="420" y="418"/>
                  </a:lnTo>
                  <a:lnTo>
                    <a:pt x="421" y="417"/>
                  </a:lnTo>
                  <a:lnTo>
                    <a:pt x="422" y="417"/>
                  </a:lnTo>
                  <a:lnTo>
                    <a:pt x="424" y="416"/>
                  </a:lnTo>
                  <a:lnTo>
                    <a:pt x="425" y="415"/>
                  </a:lnTo>
                  <a:lnTo>
                    <a:pt x="426" y="414"/>
                  </a:lnTo>
                  <a:lnTo>
                    <a:pt x="428" y="414"/>
                  </a:lnTo>
                  <a:lnTo>
                    <a:pt x="429" y="413"/>
                  </a:lnTo>
                  <a:lnTo>
                    <a:pt x="430" y="412"/>
                  </a:lnTo>
                  <a:lnTo>
                    <a:pt x="432" y="412"/>
                  </a:lnTo>
                  <a:lnTo>
                    <a:pt x="433" y="411"/>
                  </a:lnTo>
                  <a:lnTo>
                    <a:pt x="434" y="410"/>
                  </a:lnTo>
                  <a:lnTo>
                    <a:pt x="436" y="410"/>
                  </a:lnTo>
                  <a:lnTo>
                    <a:pt x="437" y="409"/>
                  </a:lnTo>
                  <a:lnTo>
                    <a:pt x="438" y="409"/>
                  </a:lnTo>
                  <a:lnTo>
                    <a:pt x="440" y="408"/>
                  </a:lnTo>
                  <a:lnTo>
                    <a:pt x="441" y="407"/>
                  </a:lnTo>
                  <a:lnTo>
                    <a:pt x="442" y="407"/>
                  </a:lnTo>
                  <a:lnTo>
                    <a:pt x="444" y="406"/>
                  </a:lnTo>
                  <a:lnTo>
                    <a:pt x="445" y="406"/>
                  </a:lnTo>
                  <a:lnTo>
                    <a:pt x="446" y="405"/>
                  </a:lnTo>
                  <a:lnTo>
                    <a:pt x="448" y="404"/>
                  </a:lnTo>
                  <a:lnTo>
                    <a:pt x="449" y="404"/>
                  </a:lnTo>
                  <a:lnTo>
                    <a:pt x="450" y="403"/>
                  </a:lnTo>
                  <a:lnTo>
                    <a:pt x="452" y="403"/>
                  </a:lnTo>
                  <a:lnTo>
                    <a:pt x="453" y="402"/>
                  </a:lnTo>
                  <a:lnTo>
                    <a:pt x="455" y="402"/>
                  </a:lnTo>
                  <a:lnTo>
                    <a:pt x="456" y="401"/>
                  </a:lnTo>
                  <a:lnTo>
                    <a:pt x="457" y="400"/>
                  </a:lnTo>
                  <a:lnTo>
                    <a:pt x="459" y="400"/>
                  </a:lnTo>
                  <a:lnTo>
                    <a:pt x="460" y="399"/>
                  </a:lnTo>
                  <a:lnTo>
                    <a:pt x="461" y="399"/>
                  </a:lnTo>
                  <a:lnTo>
                    <a:pt x="463" y="398"/>
                  </a:lnTo>
                  <a:lnTo>
                    <a:pt x="464" y="398"/>
                  </a:lnTo>
                  <a:lnTo>
                    <a:pt x="465" y="397"/>
                  </a:lnTo>
                  <a:lnTo>
                    <a:pt x="467" y="397"/>
                  </a:lnTo>
                  <a:lnTo>
                    <a:pt x="468" y="396"/>
                  </a:lnTo>
                  <a:lnTo>
                    <a:pt x="469" y="396"/>
                  </a:lnTo>
                  <a:lnTo>
                    <a:pt x="471" y="395"/>
                  </a:lnTo>
                  <a:lnTo>
                    <a:pt x="472" y="395"/>
                  </a:lnTo>
                  <a:lnTo>
                    <a:pt x="473" y="394"/>
                  </a:lnTo>
                  <a:lnTo>
                    <a:pt x="475" y="394"/>
                  </a:lnTo>
                  <a:lnTo>
                    <a:pt x="476" y="394"/>
                  </a:lnTo>
                  <a:lnTo>
                    <a:pt x="477" y="393"/>
                  </a:lnTo>
                  <a:lnTo>
                    <a:pt x="479" y="393"/>
                  </a:lnTo>
                  <a:lnTo>
                    <a:pt x="480" y="392"/>
                  </a:lnTo>
                  <a:lnTo>
                    <a:pt x="481" y="391"/>
                  </a:lnTo>
                  <a:lnTo>
                    <a:pt x="483" y="391"/>
                  </a:lnTo>
                  <a:lnTo>
                    <a:pt x="484" y="391"/>
                  </a:lnTo>
                  <a:lnTo>
                    <a:pt x="485" y="390"/>
                  </a:lnTo>
                  <a:lnTo>
                    <a:pt x="487" y="390"/>
                  </a:lnTo>
                  <a:lnTo>
                    <a:pt x="488" y="389"/>
                  </a:lnTo>
                  <a:lnTo>
                    <a:pt x="489" y="389"/>
                  </a:lnTo>
                  <a:lnTo>
                    <a:pt x="491" y="388"/>
                  </a:lnTo>
                  <a:lnTo>
                    <a:pt x="492" y="388"/>
                  </a:lnTo>
                  <a:lnTo>
                    <a:pt x="493" y="388"/>
                  </a:lnTo>
                  <a:lnTo>
                    <a:pt x="495" y="387"/>
                  </a:lnTo>
                  <a:lnTo>
                    <a:pt x="496" y="387"/>
                  </a:lnTo>
                  <a:lnTo>
                    <a:pt x="497" y="386"/>
                  </a:lnTo>
                  <a:lnTo>
                    <a:pt x="499" y="386"/>
                  </a:lnTo>
                  <a:lnTo>
                    <a:pt x="500" y="385"/>
                  </a:lnTo>
                  <a:lnTo>
                    <a:pt x="502" y="385"/>
                  </a:lnTo>
                  <a:lnTo>
                    <a:pt x="503" y="385"/>
                  </a:lnTo>
                  <a:lnTo>
                    <a:pt x="504" y="384"/>
                  </a:lnTo>
                  <a:lnTo>
                    <a:pt x="506" y="384"/>
                  </a:lnTo>
                  <a:lnTo>
                    <a:pt x="507" y="383"/>
                  </a:lnTo>
                  <a:lnTo>
                    <a:pt x="508" y="383"/>
                  </a:lnTo>
                  <a:lnTo>
                    <a:pt x="510" y="383"/>
                  </a:lnTo>
                  <a:lnTo>
                    <a:pt x="511" y="382"/>
                  </a:lnTo>
                  <a:lnTo>
                    <a:pt x="512" y="382"/>
                  </a:lnTo>
                  <a:lnTo>
                    <a:pt x="514" y="382"/>
                  </a:lnTo>
                  <a:lnTo>
                    <a:pt x="515" y="381"/>
                  </a:lnTo>
                  <a:lnTo>
                    <a:pt x="516" y="381"/>
                  </a:lnTo>
                  <a:lnTo>
                    <a:pt x="518" y="380"/>
                  </a:lnTo>
                  <a:lnTo>
                    <a:pt x="519" y="380"/>
                  </a:lnTo>
                  <a:lnTo>
                    <a:pt x="520" y="380"/>
                  </a:lnTo>
                  <a:lnTo>
                    <a:pt x="522" y="379"/>
                  </a:lnTo>
                  <a:lnTo>
                    <a:pt x="523" y="379"/>
                  </a:lnTo>
                  <a:lnTo>
                    <a:pt x="524" y="379"/>
                  </a:lnTo>
                  <a:lnTo>
                    <a:pt x="526" y="378"/>
                  </a:lnTo>
                  <a:lnTo>
                    <a:pt x="527" y="378"/>
                  </a:lnTo>
                  <a:lnTo>
                    <a:pt x="528" y="378"/>
                  </a:lnTo>
                  <a:lnTo>
                    <a:pt x="530" y="377"/>
                  </a:lnTo>
                  <a:lnTo>
                    <a:pt x="531" y="377"/>
                  </a:lnTo>
                  <a:lnTo>
                    <a:pt x="532" y="376"/>
                  </a:lnTo>
                  <a:lnTo>
                    <a:pt x="534" y="376"/>
                  </a:lnTo>
                  <a:lnTo>
                    <a:pt x="535" y="376"/>
                  </a:lnTo>
                  <a:lnTo>
                    <a:pt x="536" y="375"/>
                  </a:lnTo>
                  <a:lnTo>
                    <a:pt x="538" y="375"/>
                  </a:lnTo>
                  <a:lnTo>
                    <a:pt x="539" y="375"/>
                  </a:lnTo>
                  <a:lnTo>
                    <a:pt x="540" y="374"/>
                  </a:lnTo>
                  <a:lnTo>
                    <a:pt x="542" y="374"/>
                  </a:lnTo>
                  <a:lnTo>
                    <a:pt x="543" y="374"/>
                  </a:lnTo>
                  <a:lnTo>
                    <a:pt x="544" y="373"/>
                  </a:lnTo>
                  <a:lnTo>
                    <a:pt x="546" y="373"/>
                  </a:lnTo>
                  <a:lnTo>
                    <a:pt x="547" y="373"/>
                  </a:lnTo>
                  <a:lnTo>
                    <a:pt x="548" y="372"/>
                  </a:lnTo>
                  <a:lnTo>
                    <a:pt x="550" y="372"/>
                  </a:lnTo>
                  <a:lnTo>
                    <a:pt x="551" y="372"/>
                  </a:lnTo>
                  <a:lnTo>
                    <a:pt x="553" y="371"/>
                  </a:lnTo>
                  <a:lnTo>
                    <a:pt x="554" y="371"/>
                  </a:lnTo>
                  <a:lnTo>
                    <a:pt x="555" y="370"/>
                  </a:lnTo>
                  <a:lnTo>
                    <a:pt x="557" y="370"/>
                  </a:lnTo>
                  <a:lnTo>
                    <a:pt x="558" y="370"/>
                  </a:lnTo>
                  <a:lnTo>
                    <a:pt x="559" y="370"/>
                  </a:lnTo>
                  <a:lnTo>
                    <a:pt x="561" y="369"/>
                  </a:lnTo>
                  <a:lnTo>
                    <a:pt x="562" y="369"/>
                  </a:lnTo>
                  <a:lnTo>
                    <a:pt x="563" y="369"/>
                  </a:lnTo>
                  <a:lnTo>
                    <a:pt x="565" y="368"/>
                  </a:lnTo>
                  <a:lnTo>
                    <a:pt x="566" y="368"/>
                  </a:lnTo>
                  <a:lnTo>
                    <a:pt x="567" y="368"/>
                  </a:lnTo>
                  <a:lnTo>
                    <a:pt x="569" y="368"/>
                  </a:lnTo>
                  <a:lnTo>
                    <a:pt x="570" y="367"/>
                  </a:lnTo>
                  <a:lnTo>
                    <a:pt x="571" y="367"/>
                  </a:lnTo>
                  <a:lnTo>
                    <a:pt x="573" y="367"/>
                  </a:lnTo>
                  <a:lnTo>
                    <a:pt x="574" y="366"/>
                  </a:lnTo>
                  <a:lnTo>
                    <a:pt x="575" y="366"/>
                  </a:lnTo>
                  <a:lnTo>
                    <a:pt x="577" y="366"/>
                  </a:lnTo>
                  <a:lnTo>
                    <a:pt x="578" y="365"/>
                  </a:lnTo>
                  <a:lnTo>
                    <a:pt x="579" y="365"/>
                  </a:lnTo>
                  <a:lnTo>
                    <a:pt x="581" y="365"/>
                  </a:lnTo>
                  <a:lnTo>
                    <a:pt x="582" y="365"/>
                  </a:lnTo>
                  <a:lnTo>
                    <a:pt x="583" y="364"/>
                  </a:lnTo>
                  <a:lnTo>
                    <a:pt x="585" y="364"/>
                  </a:lnTo>
                  <a:lnTo>
                    <a:pt x="586" y="364"/>
                  </a:lnTo>
                  <a:lnTo>
                    <a:pt x="587" y="363"/>
                  </a:lnTo>
                  <a:lnTo>
                    <a:pt x="589" y="363"/>
                  </a:lnTo>
                  <a:lnTo>
                    <a:pt x="590" y="363"/>
                  </a:lnTo>
                  <a:lnTo>
                    <a:pt x="591" y="362"/>
                  </a:lnTo>
                  <a:lnTo>
                    <a:pt x="593" y="362"/>
                  </a:lnTo>
                  <a:lnTo>
                    <a:pt x="594" y="362"/>
                  </a:lnTo>
                  <a:lnTo>
                    <a:pt x="595" y="362"/>
                  </a:lnTo>
                  <a:lnTo>
                    <a:pt x="597" y="361"/>
                  </a:lnTo>
                  <a:lnTo>
                    <a:pt x="598" y="361"/>
                  </a:lnTo>
                  <a:lnTo>
                    <a:pt x="599" y="361"/>
                  </a:lnTo>
                  <a:lnTo>
                    <a:pt x="601" y="360"/>
                  </a:lnTo>
                  <a:lnTo>
                    <a:pt x="602" y="360"/>
                  </a:lnTo>
                  <a:lnTo>
                    <a:pt x="604" y="360"/>
                  </a:lnTo>
                  <a:lnTo>
                    <a:pt x="605" y="360"/>
                  </a:lnTo>
                  <a:lnTo>
                    <a:pt x="606" y="360"/>
                  </a:lnTo>
                  <a:lnTo>
                    <a:pt x="608" y="359"/>
                  </a:lnTo>
                  <a:lnTo>
                    <a:pt x="609" y="359"/>
                  </a:lnTo>
                  <a:lnTo>
                    <a:pt x="610" y="359"/>
                  </a:lnTo>
                  <a:lnTo>
                    <a:pt x="612" y="359"/>
                  </a:lnTo>
                  <a:lnTo>
                    <a:pt x="613" y="358"/>
                  </a:lnTo>
                  <a:lnTo>
                    <a:pt x="614" y="358"/>
                  </a:lnTo>
                  <a:lnTo>
                    <a:pt x="616" y="358"/>
                  </a:lnTo>
                  <a:lnTo>
                    <a:pt x="617" y="357"/>
                  </a:lnTo>
                  <a:lnTo>
                    <a:pt x="618" y="357"/>
                  </a:lnTo>
                  <a:lnTo>
                    <a:pt x="620" y="357"/>
                  </a:lnTo>
                  <a:lnTo>
                    <a:pt x="621" y="357"/>
                  </a:lnTo>
                  <a:lnTo>
                    <a:pt x="622" y="357"/>
                  </a:lnTo>
                  <a:lnTo>
                    <a:pt x="624" y="356"/>
                  </a:lnTo>
                  <a:lnTo>
                    <a:pt x="625" y="356"/>
                  </a:lnTo>
                  <a:lnTo>
                    <a:pt x="626" y="356"/>
                  </a:lnTo>
                  <a:lnTo>
                    <a:pt x="628" y="355"/>
                  </a:lnTo>
                  <a:lnTo>
                    <a:pt x="629" y="355"/>
                  </a:lnTo>
                  <a:lnTo>
                    <a:pt x="630" y="355"/>
                  </a:lnTo>
                  <a:lnTo>
                    <a:pt x="632" y="355"/>
                  </a:lnTo>
                  <a:lnTo>
                    <a:pt x="633" y="354"/>
                  </a:lnTo>
                  <a:lnTo>
                    <a:pt x="634" y="354"/>
                  </a:lnTo>
                  <a:lnTo>
                    <a:pt x="636" y="354"/>
                  </a:lnTo>
                  <a:lnTo>
                    <a:pt x="637" y="354"/>
                  </a:lnTo>
                  <a:lnTo>
                    <a:pt x="638" y="353"/>
                  </a:lnTo>
                  <a:lnTo>
                    <a:pt x="640" y="353"/>
                  </a:lnTo>
                  <a:lnTo>
                    <a:pt x="641" y="353"/>
                  </a:lnTo>
                  <a:lnTo>
                    <a:pt x="642" y="353"/>
                  </a:lnTo>
                  <a:lnTo>
                    <a:pt x="644" y="352"/>
                  </a:lnTo>
                  <a:lnTo>
                    <a:pt x="645" y="352"/>
                  </a:lnTo>
                  <a:lnTo>
                    <a:pt x="646" y="352"/>
                  </a:lnTo>
                  <a:lnTo>
                    <a:pt x="648" y="352"/>
                  </a:lnTo>
                  <a:lnTo>
                    <a:pt x="649" y="351"/>
                  </a:lnTo>
                  <a:lnTo>
                    <a:pt x="650" y="351"/>
                  </a:lnTo>
                  <a:lnTo>
                    <a:pt x="652" y="351"/>
                  </a:lnTo>
                  <a:lnTo>
                    <a:pt x="653" y="351"/>
                  </a:lnTo>
                  <a:lnTo>
                    <a:pt x="655" y="350"/>
                  </a:lnTo>
                  <a:lnTo>
                    <a:pt x="656" y="350"/>
                  </a:lnTo>
                  <a:lnTo>
                    <a:pt x="657" y="350"/>
                  </a:lnTo>
                  <a:lnTo>
                    <a:pt x="659" y="350"/>
                  </a:lnTo>
                  <a:lnTo>
                    <a:pt x="660" y="349"/>
                  </a:lnTo>
                  <a:lnTo>
                    <a:pt x="661" y="349"/>
                  </a:lnTo>
                  <a:lnTo>
                    <a:pt x="663" y="349"/>
                  </a:lnTo>
                  <a:lnTo>
                    <a:pt x="664" y="349"/>
                  </a:lnTo>
                  <a:lnTo>
                    <a:pt x="665" y="348"/>
                  </a:lnTo>
                  <a:lnTo>
                    <a:pt x="667" y="348"/>
                  </a:lnTo>
                  <a:lnTo>
                    <a:pt x="668" y="348"/>
                  </a:lnTo>
                  <a:lnTo>
                    <a:pt x="669" y="348"/>
                  </a:lnTo>
                  <a:lnTo>
                    <a:pt x="671" y="347"/>
                  </a:lnTo>
                  <a:lnTo>
                    <a:pt x="672" y="347"/>
                  </a:lnTo>
                  <a:lnTo>
                    <a:pt x="673" y="347"/>
                  </a:lnTo>
                  <a:lnTo>
                    <a:pt x="675" y="347"/>
                  </a:lnTo>
                  <a:lnTo>
                    <a:pt x="676" y="347"/>
                  </a:lnTo>
                  <a:lnTo>
                    <a:pt x="677" y="346"/>
                  </a:lnTo>
                  <a:lnTo>
                    <a:pt x="679" y="346"/>
                  </a:lnTo>
                  <a:lnTo>
                    <a:pt x="680" y="346"/>
                  </a:lnTo>
                  <a:lnTo>
                    <a:pt x="681" y="346"/>
                  </a:lnTo>
                  <a:lnTo>
                    <a:pt x="683" y="346"/>
                  </a:lnTo>
                  <a:lnTo>
                    <a:pt x="684" y="345"/>
                  </a:lnTo>
                  <a:lnTo>
                    <a:pt x="685" y="345"/>
                  </a:lnTo>
                  <a:lnTo>
                    <a:pt x="687" y="345"/>
                  </a:lnTo>
                  <a:lnTo>
                    <a:pt x="688" y="345"/>
                  </a:lnTo>
                  <a:lnTo>
                    <a:pt x="689" y="344"/>
                  </a:lnTo>
                  <a:lnTo>
                    <a:pt x="691" y="344"/>
                  </a:lnTo>
                  <a:lnTo>
                    <a:pt x="692" y="344"/>
                  </a:lnTo>
                  <a:lnTo>
                    <a:pt x="693" y="344"/>
                  </a:lnTo>
                  <a:lnTo>
                    <a:pt x="695" y="343"/>
                  </a:lnTo>
                  <a:lnTo>
                    <a:pt x="696" y="343"/>
                  </a:lnTo>
                  <a:lnTo>
                    <a:pt x="697" y="343"/>
                  </a:lnTo>
                  <a:lnTo>
                    <a:pt x="699" y="343"/>
                  </a:lnTo>
                  <a:lnTo>
                    <a:pt x="700" y="343"/>
                  </a:lnTo>
                  <a:lnTo>
                    <a:pt x="701" y="342"/>
                  </a:lnTo>
                  <a:lnTo>
                    <a:pt x="703" y="342"/>
                  </a:lnTo>
                  <a:lnTo>
                    <a:pt x="704" y="342"/>
                  </a:lnTo>
                  <a:lnTo>
                    <a:pt x="706" y="342"/>
                  </a:lnTo>
                  <a:lnTo>
                    <a:pt x="707" y="341"/>
                  </a:lnTo>
                  <a:lnTo>
                    <a:pt x="708" y="341"/>
                  </a:lnTo>
                  <a:lnTo>
                    <a:pt x="710" y="341"/>
                  </a:lnTo>
                  <a:lnTo>
                    <a:pt x="711" y="341"/>
                  </a:lnTo>
                  <a:lnTo>
                    <a:pt x="712" y="340"/>
                  </a:lnTo>
                  <a:lnTo>
                    <a:pt x="714" y="340"/>
                  </a:lnTo>
                  <a:lnTo>
                    <a:pt x="715" y="340"/>
                  </a:lnTo>
                  <a:lnTo>
                    <a:pt x="716" y="340"/>
                  </a:lnTo>
                  <a:lnTo>
                    <a:pt x="718" y="340"/>
                  </a:lnTo>
                  <a:lnTo>
                    <a:pt x="719" y="339"/>
                  </a:lnTo>
                  <a:lnTo>
                    <a:pt x="720" y="339"/>
                  </a:lnTo>
                  <a:lnTo>
                    <a:pt x="722" y="339"/>
                  </a:lnTo>
                  <a:lnTo>
                    <a:pt x="723" y="339"/>
                  </a:lnTo>
                  <a:lnTo>
                    <a:pt x="724" y="338"/>
                  </a:lnTo>
                  <a:lnTo>
                    <a:pt x="726" y="338"/>
                  </a:lnTo>
                  <a:lnTo>
                    <a:pt x="727" y="338"/>
                  </a:lnTo>
                  <a:lnTo>
                    <a:pt x="728" y="338"/>
                  </a:lnTo>
                  <a:lnTo>
                    <a:pt x="730" y="338"/>
                  </a:lnTo>
                  <a:lnTo>
                    <a:pt x="731" y="337"/>
                  </a:lnTo>
                  <a:lnTo>
                    <a:pt x="732" y="337"/>
                  </a:lnTo>
                  <a:lnTo>
                    <a:pt x="734" y="337"/>
                  </a:lnTo>
                  <a:lnTo>
                    <a:pt x="735" y="337"/>
                  </a:lnTo>
                  <a:lnTo>
                    <a:pt x="736" y="337"/>
                  </a:lnTo>
                  <a:lnTo>
                    <a:pt x="738" y="336"/>
                  </a:lnTo>
                  <a:lnTo>
                    <a:pt x="739" y="336"/>
                  </a:lnTo>
                  <a:lnTo>
                    <a:pt x="740" y="336"/>
                  </a:lnTo>
                  <a:lnTo>
                    <a:pt x="742" y="336"/>
                  </a:lnTo>
                  <a:lnTo>
                    <a:pt x="743" y="336"/>
                  </a:lnTo>
                  <a:lnTo>
                    <a:pt x="744" y="336"/>
                  </a:lnTo>
                  <a:lnTo>
                    <a:pt x="746" y="335"/>
                  </a:lnTo>
                  <a:lnTo>
                    <a:pt x="747" y="335"/>
                  </a:lnTo>
                  <a:lnTo>
                    <a:pt x="748" y="335"/>
                  </a:lnTo>
                  <a:lnTo>
                    <a:pt x="750" y="335"/>
                  </a:lnTo>
                  <a:lnTo>
                    <a:pt x="751" y="334"/>
                  </a:lnTo>
                  <a:lnTo>
                    <a:pt x="752" y="334"/>
                  </a:lnTo>
                  <a:lnTo>
                    <a:pt x="754" y="334"/>
                  </a:lnTo>
                  <a:lnTo>
                    <a:pt x="755" y="334"/>
                  </a:lnTo>
                  <a:lnTo>
                    <a:pt x="757" y="334"/>
                  </a:lnTo>
                  <a:lnTo>
                    <a:pt x="758" y="333"/>
                  </a:lnTo>
                  <a:lnTo>
                    <a:pt x="759" y="333"/>
                  </a:lnTo>
                  <a:lnTo>
                    <a:pt x="761" y="333"/>
                  </a:lnTo>
                  <a:lnTo>
                    <a:pt x="762" y="333"/>
                  </a:lnTo>
                  <a:lnTo>
                    <a:pt x="763" y="333"/>
                  </a:lnTo>
                  <a:lnTo>
                    <a:pt x="765" y="332"/>
                  </a:lnTo>
                  <a:lnTo>
                    <a:pt x="766" y="332"/>
                  </a:lnTo>
                  <a:lnTo>
                    <a:pt x="767" y="332"/>
                  </a:lnTo>
                  <a:lnTo>
                    <a:pt x="769" y="332"/>
                  </a:lnTo>
                  <a:lnTo>
                    <a:pt x="770" y="332"/>
                  </a:lnTo>
                  <a:lnTo>
                    <a:pt x="771" y="332"/>
                  </a:lnTo>
                  <a:lnTo>
                    <a:pt x="773" y="331"/>
                  </a:lnTo>
                  <a:lnTo>
                    <a:pt x="774" y="331"/>
                  </a:lnTo>
                  <a:lnTo>
                    <a:pt x="775" y="331"/>
                  </a:lnTo>
                  <a:lnTo>
                    <a:pt x="777" y="331"/>
                  </a:lnTo>
                  <a:lnTo>
                    <a:pt x="778" y="331"/>
                  </a:lnTo>
                  <a:lnTo>
                    <a:pt x="779" y="330"/>
                  </a:lnTo>
                  <a:lnTo>
                    <a:pt x="781" y="330"/>
                  </a:lnTo>
                  <a:lnTo>
                    <a:pt x="782" y="330"/>
                  </a:lnTo>
                  <a:lnTo>
                    <a:pt x="783" y="330"/>
                  </a:lnTo>
                  <a:lnTo>
                    <a:pt x="785" y="330"/>
                  </a:lnTo>
                  <a:lnTo>
                    <a:pt x="786" y="330"/>
                  </a:lnTo>
                  <a:lnTo>
                    <a:pt x="787" y="329"/>
                  </a:lnTo>
                  <a:lnTo>
                    <a:pt x="789" y="329"/>
                  </a:lnTo>
                  <a:lnTo>
                    <a:pt x="790" y="329"/>
                  </a:lnTo>
                  <a:lnTo>
                    <a:pt x="791" y="329"/>
                  </a:lnTo>
                  <a:lnTo>
                    <a:pt x="793" y="329"/>
                  </a:lnTo>
                  <a:lnTo>
                    <a:pt x="794" y="328"/>
                  </a:lnTo>
                  <a:lnTo>
                    <a:pt x="795" y="328"/>
                  </a:lnTo>
                  <a:lnTo>
                    <a:pt x="797" y="328"/>
                  </a:lnTo>
                  <a:lnTo>
                    <a:pt x="798" y="328"/>
                  </a:lnTo>
                  <a:lnTo>
                    <a:pt x="799" y="328"/>
                  </a:lnTo>
                  <a:lnTo>
                    <a:pt x="801" y="327"/>
                  </a:lnTo>
                  <a:lnTo>
                    <a:pt x="802" y="327"/>
                  </a:lnTo>
                  <a:lnTo>
                    <a:pt x="804" y="327"/>
                  </a:lnTo>
                  <a:lnTo>
                    <a:pt x="805" y="327"/>
                  </a:lnTo>
                  <a:lnTo>
                    <a:pt x="806" y="327"/>
                  </a:lnTo>
                  <a:lnTo>
                    <a:pt x="808" y="326"/>
                  </a:lnTo>
                  <a:lnTo>
                    <a:pt x="809" y="326"/>
                  </a:lnTo>
                  <a:lnTo>
                    <a:pt x="810" y="326"/>
                  </a:lnTo>
                  <a:lnTo>
                    <a:pt x="812" y="326"/>
                  </a:lnTo>
                  <a:lnTo>
                    <a:pt x="813" y="326"/>
                  </a:lnTo>
                  <a:lnTo>
                    <a:pt x="814" y="325"/>
                  </a:lnTo>
                  <a:lnTo>
                    <a:pt x="816" y="325"/>
                  </a:lnTo>
                  <a:lnTo>
                    <a:pt x="817" y="325"/>
                  </a:lnTo>
                  <a:lnTo>
                    <a:pt x="818" y="325"/>
                  </a:lnTo>
                  <a:lnTo>
                    <a:pt x="820" y="325"/>
                  </a:lnTo>
                  <a:lnTo>
                    <a:pt x="821" y="324"/>
                  </a:lnTo>
                  <a:lnTo>
                    <a:pt x="822" y="324"/>
                  </a:lnTo>
                  <a:lnTo>
                    <a:pt x="824" y="324"/>
                  </a:lnTo>
                  <a:lnTo>
                    <a:pt x="825" y="324"/>
                  </a:lnTo>
                  <a:lnTo>
                    <a:pt x="826" y="324"/>
                  </a:lnTo>
                  <a:lnTo>
                    <a:pt x="828" y="324"/>
                  </a:lnTo>
                  <a:lnTo>
                    <a:pt x="829" y="323"/>
                  </a:lnTo>
                  <a:lnTo>
                    <a:pt x="830" y="323"/>
                  </a:lnTo>
                  <a:lnTo>
                    <a:pt x="832" y="323"/>
                  </a:lnTo>
                  <a:lnTo>
                    <a:pt x="833" y="323"/>
                  </a:lnTo>
                  <a:lnTo>
                    <a:pt x="834" y="323"/>
                  </a:lnTo>
                  <a:lnTo>
                    <a:pt x="836" y="323"/>
                  </a:lnTo>
                  <a:lnTo>
                    <a:pt x="837" y="322"/>
                  </a:lnTo>
                  <a:lnTo>
                    <a:pt x="838" y="322"/>
                  </a:lnTo>
                  <a:lnTo>
                    <a:pt x="840" y="322"/>
                  </a:lnTo>
                  <a:lnTo>
                    <a:pt x="841" y="322"/>
                  </a:lnTo>
                  <a:lnTo>
                    <a:pt x="842" y="322"/>
                  </a:lnTo>
                  <a:lnTo>
                    <a:pt x="844" y="321"/>
                  </a:lnTo>
                  <a:lnTo>
                    <a:pt x="845" y="321"/>
                  </a:lnTo>
                  <a:lnTo>
                    <a:pt x="846" y="321"/>
                  </a:lnTo>
                  <a:lnTo>
                    <a:pt x="848" y="321"/>
                  </a:lnTo>
                  <a:lnTo>
                    <a:pt x="849" y="321"/>
                  </a:lnTo>
                  <a:lnTo>
                    <a:pt x="850" y="321"/>
                  </a:lnTo>
                  <a:lnTo>
                    <a:pt x="852" y="321"/>
                  </a:lnTo>
                  <a:lnTo>
                    <a:pt x="853" y="320"/>
                  </a:lnTo>
                  <a:lnTo>
                    <a:pt x="855" y="320"/>
                  </a:lnTo>
                  <a:lnTo>
                    <a:pt x="856" y="320"/>
                  </a:lnTo>
                  <a:lnTo>
                    <a:pt x="857" y="320"/>
                  </a:lnTo>
                  <a:lnTo>
                    <a:pt x="859" y="320"/>
                  </a:lnTo>
                  <a:lnTo>
                    <a:pt x="860" y="320"/>
                  </a:lnTo>
                  <a:lnTo>
                    <a:pt x="861" y="319"/>
                  </a:lnTo>
                  <a:lnTo>
                    <a:pt x="863" y="319"/>
                  </a:lnTo>
                  <a:lnTo>
                    <a:pt x="864" y="319"/>
                  </a:lnTo>
                  <a:lnTo>
                    <a:pt x="865" y="319"/>
                  </a:lnTo>
                  <a:lnTo>
                    <a:pt x="867" y="319"/>
                  </a:lnTo>
                  <a:lnTo>
                    <a:pt x="868" y="318"/>
                  </a:lnTo>
                  <a:lnTo>
                    <a:pt x="869" y="318"/>
                  </a:lnTo>
                  <a:lnTo>
                    <a:pt x="871" y="318"/>
                  </a:lnTo>
                  <a:lnTo>
                    <a:pt x="872" y="318"/>
                  </a:lnTo>
                  <a:lnTo>
                    <a:pt x="873" y="318"/>
                  </a:lnTo>
                  <a:lnTo>
                    <a:pt x="875" y="318"/>
                  </a:lnTo>
                  <a:lnTo>
                    <a:pt x="876" y="317"/>
                  </a:lnTo>
                  <a:lnTo>
                    <a:pt x="877" y="317"/>
                  </a:lnTo>
                  <a:lnTo>
                    <a:pt x="879" y="317"/>
                  </a:lnTo>
                  <a:lnTo>
                    <a:pt x="880" y="317"/>
                  </a:lnTo>
                  <a:lnTo>
                    <a:pt x="881" y="317"/>
                  </a:lnTo>
                  <a:lnTo>
                    <a:pt x="883" y="317"/>
                  </a:lnTo>
                  <a:lnTo>
                    <a:pt x="884" y="316"/>
                  </a:lnTo>
                  <a:lnTo>
                    <a:pt x="885" y="316"/>
                  </a:lnTo>
                  <a:lnTo>
                    <a:pt x="887" y="316"/>
                  </a:lnTo>
                  <a:lnTo>
                    <a:pt x="888" y="316"/>
                  </a:lnTo>
                  <a:lnTo>
                    <a:pt x="889" y="316"/>
                  </a:lnTo>
                  <a:lnTo>
                    <a:pt x="891" y="315"/>
                  </a:lnTo>
                  <a:lnTo>
                    <a:pt x="892" y="315"/>
                  </a:lnTo>
                  <a:lnTo>
                    <a:pt x="893" y="315"/>
                  </a:lnTo>
                  <a:lnTo>
                    <a:pt x="895" y="315"/>
                  </a:lnTo>
                  <a:lnTo>
                    <a:pt x="896" y="315"/>
                  </a:lnTo>
                  <a:lnTo>
                    <a:pt x="897" y="315"/>
                  </a:lnTo>
                  <a:lnTo>
                    <a:pt x="899" y="315"/>
                  </a:lnTo>
                  <a:lnTo>
                    <a:pt x="900" y="314"/>
                  </a:lnTo>
                  <a:lnTo>
                    <a:pt x="901" y="314"/>
                  </a:lnTo>
                  <a:lnTo>
                    <a:pt x="903" y="314"/>
                  </a:lnTo>
                  <a:lnTo>
                    <a:pt x="904" y="314"/>
                  </a:lnTo>
                  <a:lnTo>
                    <a:pt x="906" y="314"/>
                  </a:lnTo>
                  <a:lnTo>
                    <a:pt x="907" y="313"/>
                  </a:lnTo>
                  <a:lnTo>
                    <a:pt x="908" y="313"/>
                  </a:lnTo>
                  <a:lnTo>
                    <a:pt x="910" y="313"/>
                  </a:lnTo>
                  <a:lnTo>
                    <a:pt x="911" y="313"/>
                  </a:lnTo>
                  <a:lnTo>
                    <a:pt x="912" y="313"/>
                  </a:lnTo>
                  <a:lnTo>
                    <a:pt x="914" y="313"/>
                  </a:lnTo>
                  <a:lnTo>
                    <a:pt x="915" y="313"/>
                  </a:lnTo>
                  <a:lnTo>
                    <a:pt x="916" y="312"/>
                  </a:lnTo>
                  <a:lnTo>
                    <a:pt x="918" y="312"/>
                  </a:lnTo>
                  <a:lnTo>
                    <a:pt x="919" y="312"/>
                  </a:lnTo>
                  <a:lnTo>
                    <a:pt x="920" y="312"/>
                  </a:lnTo>
                  <a:lnTo>
                    <a:pt x="922" y="312"/>
                  </a:lnTo>
                  <a:lnTo>
                    <a:pt x="923" y="312"/>
                  </a:lnTo>
                  <a:lnTo>
                    <a:pt x="924" y="312"/>
                  </a:lnTo>
                  <a:lnTo>
                    <a:pt x="926" y="311"/>
                  </a:lnTo>
                  <a:lnTo>
                    <a:pt x="927" y="311"/>
                  </a:lnTo>
                  <a:lnTo>
                    <a:pt x="928" y="311"/>
                  </a:lnTo>
                  <a:lnTo>
                    <a:pt x="930" y="311"/>
                  </a:lnTo>
                  <a:lnTo>
                    <a:pt x="931" y="311"/>
                  </a:lnTo>
                  <a:lnTo>
                    <a:pt x="932" y="310"/>
                  </a:lnTo>
                  <a:lnTo>
                    <a:pt x="934" y="310"/>
                  </a:lnTo>
                  <a:lnTo>
                    <a:pt x="935" y="310"/>
                  </a:lnTo>
                  <a:lnTo>
                    <a:pt x="936" y="310"/>
                  </a:lnTo>
                  <a:lnTo>
                    <a:pt x="938" y="310"/>
                  </a:lnTo>
                  <a:lnTo>
                    <a:pt x="939" y="310"/>
                  </a:lnTo>
                  <a:lnTo>
                    <a:pt x="940" y="310"/>
                  </a:lnTo>
                  <a:lnTo>
                    <a:pt x="942" y="309"/>
                  </a:lnTo>
                  <a:lnTo>
                    <a:pt x="943" y="309"/>
                  </a:lnTo>
                  <a:lnTo>
                    <a:pt x="944" y="309"/>
                  </a:lnTo>
                  <a:lnTo>
                    <a:pt x="946" y="309"/>
                  </a:lnTo>
                  <a:lnTo>
                    <a:pt x="947" y="309"/>
                  </a:lnTo>
                  <a:lnTo>
                    <a:pt x="948" y="308"/>
                  </a:lnTo>
                  <a:lnTo>
                    <a:pt x="950" y="308"/>
                  </a:lnTo>
                  <a:lnTo>
                    <a:pt x="951" y="308"/>
                  </a:lnTo>
                  <a:lnTo>
                    <a:pt x="952" y="308"/>
                  </a:lnTo>
                  <a:lnTo>
                    <a:pt x="954" y="308"/>
                  </a:lnTo>
                  <a:lnTo>
                    <a:pt x="955" y="308"/>
                  </a:lnTo>
                  <a:lnTo>
                    <a:pt x="957" y="307"/>
                  </a:lnTo>
                  <a:lnTo>
                    <a:pt x="958" y="307"/>
                  </a:lnTo>
                  <a:lnTo>
                    <a:pt x="959" y="307"/>
                  </a:lnTo>
                  <a:lnTo>
                    <a:pt x="961" y="307"/>
                  </a:lnTo>
                  <a:lnTo>
                    <a:pt x="962" y="307"/>
                  </a:lnTo>
                  <a:lnTo>
                    <a:pt x="963" y="307"/>
                  </a:lnTo>
                  <a:lnTo>
                    <a:pt x="965" y="307"/>
                  </a:lnTo>
                  <a:lnTo>
                    <a:pt x="966" y="307"/>
                  </a:lnTo>
                  <a:lnTo>
                    <a:pt x="967" y="306"/>
                  </a:lnTo>
                  <a:lnTo>
                    <a:pt x="969" y="306"/>
                  </a:lnTo>
                  <a:lnTo>
                    <a:pt x="970" y="306"/>
                  </a:lnTo>
                  <a:lnTo>
                    <a:pt x="971" y="306"/>
                  </a:lnTo>
                  <a:lnTo>
                    <a:pt x="973" y="306"/>
                  </a:lnTo>
                  <a:lnTo>
                    <a:pt x="974" y="306"/>
                  </a:lnTo>
                  <a:lnTo>
                    <a:pt x="975" y="305"/>
                  </a:lnTo>
                  <a:lnTo>
                    <a:pt x="977" y="305"/>
                  </a:lnTo>
                  <a:lnTo>
                    <a:pt x="978" y="305"/>
                  </a:lnTo>
                  <a:lnTo>
                    <a:pt x="979" y="305"/>
                  </a:lnTo>
                  <a:lnTo>
                    <a:pt x="981" y="305"/>
                  </a:lnTo>
                  <a:lnTo>
                    <a:pt x="982" y="305"/>
                  </a:lnTo>
                  <a:lnTo>
                    <a:pt x="983" y="305"/>
                  </a:lnTo>
                  <a:lnTo>
                    <a:pt x="985" y="304"/>
                  </a:lnTo>
                  <a:lnTo>
                    <a:pt x="986" y="304"/>
                  </a:lnTo>
                  <a:lnTo>
                    <a:pt x="987" y="304"/>
                  </a:lnTo>
                  <a:lnTo>
                    <a:pt x="989" y="304"/>
                  </a:lnTo>
                  <a:lnTo>
                    <a:pt x="990" y="304"/>
                  </a:lnTo>
                  <a:lnTo>
                    <a:pt x="991" y="304"/>
                  </a:lnTo>
                  <a:lnTo>
                    <a:pt x="993" y="304"/>
                  </a:lnTo>
                  <a:lnTo>
                    <a:pt x="994" y="303"/>
                  </a:lnTo>
                  <a:lnTo>
                    <a:pt x="995" y="303"/>
                  </a:lnTo>
                  <a:lnTo>
                    <a:pt x="997" y="303"/>
                  </a:lnTo>
                  <a:lnTo>
                    <a:pt x="998" y="303"/>
                  </a:lnTo>
                  <a:lnTo>
                    <a:pt x="999" y="303"/>
                  </a:lnTo>
                  <a:lnTo>
                    <a:pt x="1001" y="303"/>
                  </a:lnTo>
                  <a:lnTo>
                    <a:pt x="1002" y="302"/>
                  </a:lnTo>
                  <a:lnTo>
                    <a:pt x="1003" y="302"/>
                  </a:lnTo>
                  <a:lnTo>
                    <a:pt x="1005" y="302"/>
                  </a:lnTo>
                  <a:lnTo>
                    <a:pt x="1006" y="302"/>
                  </a:lnTo>
                  <a:lnTo>
                    <a:pt x="1008" y="302"/>
                  </a:lnTo>
                  <a:lnTo>
                    <a:pt x="1009" y="302"/>
                  </a:lnTo>
                  <a:lnTo>
                    <a:pt x="1010" y="301"/>
                  </a:lnTo>
                  <a:lnTo>
                    <a:pt x="1012" y="301"/>
                  </a:lnTo>
                  <a:lnTo>
                    <a:pt x="1013" y="301"/>
                  </a:lnTo>
                  <a:lnTo>
                    <a:pt x="1014" y="301"/>
                  </a:lnTo>
                  <a:lnTo>
                    <a:pt x="1016" y="301"/>
                  </a:lnTo>
                  <a:lnTo>
                    <a:pt x="1017" y="301"/>
                  </a:lnTo>
                  <a:lnTo>
                    <a:pt x="1018" y="300"/>
                  </a:lnTo>
                  <a:lnTo>
                    <a:pt x="1020" y="300"/>
                  </a:lnTo>
                  <a:lnTo>
                    <a:pt x="1021" y="300"/>
                  </a:lnTo>
                  <a:lnTo>
                    <a:pt x="1022" y="300"/>
                  </a:lnTo>
                  <a:lnTo>
                    <a:pt x="1024" y="300"/>
                  </a:lnTo>
                  <a:lnTo>
                    <a:pt x="1025" y="300"/>
                  </a:lnTo>
                  <a:lnTo>
                    <a:pt x="1026" y="300"/>
                  </a:lnTo>
                  <a:lnTo>
                    <a:pt x="1028" y="300"/>
                  </a:lnTo>
                  <a:lnTo>
                    <a:pt x="1029" y="299"/>
                  </a:lnTo>
                  <a:lnTo>
                    <a:pt x="1030" y="299"/>
                  </a:lnTo>
                  <a:lnTo>
                    <a:pt x="1032" y="299"/>
                  </a:lnTo>
                  <a:lnTo>
                    <a:pt x="1033" y="299"/>
                  </a:lnTo>
                  <a:lnTo>
                    <a:pt x="1034" y="299"/>
                  </a:lnTo>
                  <a:lnTo>
                    <a:pt x="1036" y="299"/>
                  </a:lnTo>
                  <a:lnTo>
                    <a:pt x="1037" y="298"/>
                  </a:lnTo>
                  <a:lnTo>
                    <a:pt x="1038" y="298"/>
                  </a:lnTo>
                  <a:lnTo>
                    <a:pt x="1040" y="298"/>
                  </a:lnTo>
                  <a:lnTo>
                    <a:pt x="1041" y="298"/>
                  </a:lnTo>
                  <a:lnTo>
                    <a:pt x="1042" y="298"/>
                  </a:lnTo>
                  <a:lnTo>
                    <a:pt x="1044" y="298"/>
                  </a:lnTo>
                  <a:lnTo>
                    <a:pt x="1045" y="298"/>
                  </a:lnTo>
                  <a:lnTo>
                    <a:pt x="1046" y="297"/>
                  </a:lnTo>
                  <a:lnTo>
                    <a:pt x="1048" y="297"/>
                  </a:lnTo>
                  <a:lnTo>
                    <a:pt x="1049" y="297"/>
                  </a:lnTo>
                  <a:lnTo>
                    <a:pt x="1050" y="297"/>
                  </a:lnTo>
                  <a:lnTo>
                    <a:pt x="1052" y="297"/>
                  </a:lnTo>
                  <a:lnTo>
                    <a:pt x="1053" y="297"/>
                  </a:lnTo>
                  <a:lnTo>
                    <a:pt x="1054" y="297"/>
                  </a:lnTo>
                  <a:lnTo>
                    <a:pt x="1056" y="296"/>
                  </a:lnTo>
                  <a:lnTo>
                    <a:pt x="1057" y="296"/>
                  </a:lnTo>
                  <a:lnTo>
                    <a:pt x="1059" y="296"/>
                  </a:lnTo>
                  <a:lnTo>
                    <a:pt x="1060" y="296"/>
                  </a:lnTo>
                  <a:lnTo>
                    <a:pt x="1061" y="296"/>
                  </a:lnTo>
                  <a:lnTo>
                    <a:pt x="1063" y="296"/>
                  </a:lnTo>
                  <a:lnTo>
                    <a:pt x="1064" y="295"/>
                  </a:lnTo>
                  <a:lnTo>
                    <a:pt x="1065" y="295"/>
                  </a:lnTo>
                  <a:lnTo>
                    <a:pt x="1067" y="295"/>
                  </a:lnTo>
                  <a:lnTo>
                    <a:pt x="1068" y="295"/>
                  </a:lnTo>
                  <a:lnTo>
                    <a:pt x="1069" y="295"/>
                  </a:lnTo>
                  <a:lnTo>
                    <a:pt x="1071" y="295"/>
                  </a:lnTo>
                  <a:lnTo>
                    <a:pt x="1072" y="295"/>
                  </a:lnTo>
                  <a:lnTo>
                    <a:pt x="1073" y="295"/>
                  </a:lnTo>
                  <a:lnTo>
                    <a:pt x="1075" y="294"/>
                  </a:lnTo>
                  <a:lnTo>
                    <a:pt x="1076" y="294"/>
                  </a:lnTo>
                  <a:lnTo>
                    <a:pt x="1077" y="294"/>
                  </a:lnTo>
                  <a:lnTo>
                    <a:pt x="1079" y="294"/>
                  </a:lnTo>
                  <a:lnTo>
                    <a:pt x="1080" y="294"/>
                  </a:lnTo>
                  <a:lnTo>
                    <a:pt x="1081" y="294"/>
                  </a:lnTo>
                  <a:lnTo>
                    <a:pt x="1083" y="294"/>
                  </a:lnTo>
                  <a:lnTo>
                    <a:pt x="1084" y="293"/>
                  </a:lnTo>
                  <a:lnTo>
                    <a:pt x="1085" y="293"/>
                  </a:lnTo>
                  <a:lnTo>
                    <a:pt x="1087" y="293"/>
                  </a:lnTo>
                  <a:lnTo>
                    <a:pt x="1088" y="293"/>
                  </a:lnTo>
                  <a:lnTo>
                    <a:pt x="1089" y="293"/>
                  </a:lnTo>
                  <a:lnTo>
                    <a:pt x="1091" y="293"/>
                  </a:lnTo>
                  <a:lnTo>
                    <a:pt x="1092" y="292"/>
                  </a:lnTo>
                  <a:lnTo>
                    <a:pt x="1093" y="292"/>
                  </a:lnTo>
                  <a:lnTo>
                    <a:pt x="1095" y="292"/>
                  </a:lnTo>
                  <a:lnTo>
                    <a:pt x="1096" y="292"/>
                  </a:lnTo>
                  <a:lnTo>
                    <a:pt x="1097" y="292"/>
                  </a:lnTo>
                  <a:lnTo>
                    <a:pt x="1099" y="292"/>
                  </a:lnTo>
                  <a:lnTo>
                    <a:pt x="1100" y="292"/>
                  </a:lnTo>
                  <a:lnTo>
                    <a:pt x="1101" y="292"/>
                  </a:lnTo>
                  <a:lnTo>
                    <a:pt x="1103" y="291"/>
                  </a:lnTo>
                  <a:lnTo>
                    <a:pt x="1104" y="291"/>
                  </a:lnTo>
                  <a:lnTo>
                    <a:pt x="1106" y="291"/>
                  </a:lnTo>
                  <a:lnTo>
                    <a:pt x="1107" y="291"/>
                  </a:lnTo>
                  <a:lnTo>
                    <a:pt x="1108" y="291"/>
                  </a:lnTo>
                  <a:lnTo>
                    <a:pt x="1110" y="291"/>
                  </a:lnTo>
                  <a:lnTo>
                    <a:pt x="1111" y="291"/>
                  </a:lnTo>
                  <a:lnTo>
                    <a:pt x="1112" y="290"/>
                  </a:lnTo>
                  <a:lnTo>
                    <a:pt x="1114" y="290"/>
                  </a:lnTo>
                  <a:lnTo>
                    <a:pt x="1115" y="290"/>
                  </a:lnTo>
                  <a:lnTo>
                    <a:pt x="1116" y="290"/>
                  </a:lnTo>
                  <a:lnTo>
                    <a:pt x="1118" y="290"/>
                  </a:lnTo>
                  <a:lnTo>
                    <a:pt x="1119" y="290"/>
                  </a:lnTo>
                  <a:lnTo>
                    <a:pt x="1120" y="289"/>
                  </a:lnTo>
                  <a:lnTo>
                    <a:pt x="1122" y="289"/>
                  </a:lnTo>
                  <a:lnTo>
                    <a:pt x="1123" y="289"/>
                  </a:lnTo>
                  <a:lnTo>
                    <a:pt x="1124" y="289"/>
                  </a:lnTo>
                  <a:lnTo>
                    <a:pt x="1126" y="289"/>
                  </a:lnTo>
                  <a:lnTo>
                    <a:pt x="1127" y="289"/>
                  </a:lnTo>
                  <a:lnTo>
                    <a:pt x="1128" y="289"/>
                  </a:lnTo>
                  <a:lnTo>
                    <a:pt x="1130" y="289"/>
                  </a:lnTo>
                  <a:lnTo>
                    <a:pt x="1131" y="288"/>
                  </a:lnTo>
                  <a:lnTo>
                    <a:pt x="1132" y="288"/>
                  </a:lnTo>
                  <a:lnTo>
                    <a:pt x="1134" y="288"/>
                  </a:lnTo>
                  <a:lnTo>
                    <a:pt x="1135" y="288"/>
                  </a:lnTo>
                  <a:lnTo>
                    <a:pt x="1136" y="288"/>
                  </a:lnTo>
                  <a:lnTo>
                    <a:pt x="1138" y="288"/>
                  </a:lnTo>
                  <a:lnTo>
                    <a:pt x="1139" y="288"/>
                  </a:lnTo>
                  <a:lnTo>
                    <a:pt x="1140" y="287"/>
                  </a:lnTo>
                  <a:lnTo>
                    <a:pt x="1142" y="287"/>
                  </a:lnTo>
                  <a:lnTo>
                    <a:pt x="1143" y="287"/>
                  </a:lnTo>
                  <a:lnTo>
                    <a:pt x="1144" y="287"/>
                  </a:lnTo>
                  <a:lnTo>
                    <a:pt x="1146" y="287"/>
                  </a:lnTo>
                  <a:lnTo>
                    <a:pt x="1147" y="287"/>
                  </a:lnTo>
                  <a:lnTo>
                    <a:pt x="1148" y="287"/>
                  </a:lnTo>
                  <a:lnTo>
                    <a:pt x="1150" y="287"/>
                  </a:lnTo>
                  <a:lnTo>
                    <a:pt x="1151" y="286"/>
                  </a:lnTo>
                  <a:lnTo>
                    <a:pt x="1152" y="286"/>
                  </a:lnTo>
                  <a:lnTo>
                    <a:pt x="1154" y="286"/>
                  </a:lnTo>
                  <a:lnTo>
                    <a:pt x="1155" y="286"/>
                  </a:lnTo>
                  <a:lnTo>
                    <a:pt x="1157" y="286"/>
                  </a:lnTo>
                  <a:lnTo>
                    <a:pt x="1158" y="286"/>
                  </a:lnTo>
                  <a:lnTo>
                    <a:pt x="1159" y="285"/>
                  </a:lnTo>
                  <a:lnTo>
                    <a:pt x="1161" y="285"/>
                  </a:lnTo>
                  <a:lnTo>
                    <a:pt x="1162" y="285"/>
                  </a:lnTo>
                  <a:lnTo>
                    <a:pt x="1163" y="285"/>
                  </a:lnTo>
                  <a:lnTo>
                    <a:pt x="1165" y="285"/>
                  </a:lnTo>
                  <a:lnTo>
                    <a:pt x="1166" y="285"/>
                  </a:lnTo>
                  <a:lnTo>
                    <a:pt x="1167" y="285"/>
                  </a:lnTo>
                  <a:lnTo>
                    <a:pt x="1169" y="284"/>
                  </a:lnTo>
                  <a:lnTo>
                    <a:pt x="1170" y="284"/>
                  </a:lnTo>
                  <a:lnTo>
                    <a:pt x="1171" y="284"/>
                  </a:lnTo>
                  <a:lnTo>
                    <a:pt x="1173" y="284"/>
                  </a:lnTo>
                  <a:lnTo>
                    <a:pt x="1174" y="284"/>
                  </a:lnTo>
                  <a:lnTo>
                    <a:pt x="1175" y="284"/>
                  </a:lnTo>
                  <a:lnTo>
                    <a:pt x="1177" y="283"/>
                  </a:lnTo>
                  <a:lnTo>
                    <a:pt x="1178" y="283"/>
                  </a:lnTo>
                  <a:lnTo>
                    <a:pt x="1179" y="283"/>
                  </a:lnTo>
                  <a:lnTo>
                    <a:pt x="1181" y="283"/>
                  </a:lnTo>
                  <a:lnTo>
                    <a:pt x="1182" y="283"/>
                  </a:lnTo>
                  <a:lnTo>
                    <a:pt x="1183" y="283"/>
                  </a:lnTo>
                  <a:lnTo>
                    <a:pt x="1185" y="283"/>
                  </a:lnTo>
                  <a:lnTo>
                    <a:pt x="1186" y="283"/>
                  </a:lnTo>
                  <a:lnTo>
                    <a:pt x="1187" y="282"/>
                  </a:lnTo>
                  <a:lnTo>
                    <a:pt x="1189" y="282"/>
                  </a:lnTo>
                  <a:lnTo>
                    <a:pt x="1190" y="282"/>
                  </a:lnTo>
                  <a:lnTo>
                    <a:pt x="1191" y="282"/>
                  </a:lnTo>
                  <a:lnTo>
                    <a:pt x="1193" y="282"/>
                  </a:lnTo>
                  <a:lnTo>
                    <a:pt x="1194" y="282"/>
                  </a:lnTo>
                  <a:lnTo>
                    <a:pt x="1195" y="282"/>
                  </a:lnTo>
                  <a:lnTo>
                    <a:pt x="1197" y="282"/>
                  </a:lnTo>
                  <a:lnTo>
                    <a:pt x="1198" y="281"/>
                  </a:lnTo>
                  <a:lnTo>
                    <a:pt x="1199" y="281"/>
                  </a:lnTo>
                  <a:lnTo>
                    <a:pt x="1201" y="281"/>
                  </a:lnTo>
                  <a:lnTo>
                    <a:pt x="1202" y="281"/>
                  </a:lnTo>
                  <a:lnTo>
                    <a:pt x="1203" y="281"/>
                  </a:lnTo>
                  <a:lnTo>
                    <a:pt x="1205" y="281"/>
                  </a:lnTo>
                  <a:lnTo>
                    <a:pt x="1206" y="280"/>
                  </a:lnTo>
                  <a:lnTo>
                    <a:pt x="1208" y="280"/>
                  </a:lnTo>
                  <a:lnTo>
                    <a:pt x="1209" y="280"/>
                  </a:lnTo>
                  <a:lnTo>
                    <a:pt x="1210" y="280"/>
                  </a:lnTo>
                  <a:lnTo>
                    <a:pt x="1212" y="280"/>
                  </a:lnTo>
                  <a:lnTo>
                    <a:pt x="1213" y="280"/>
                  </a:lnTo>
                  <a:lnTo>
                    <a:pt x="1214" y="280"/>
                  </a:lnTo>
                  <a:lnTo>
                    <a:pt x="1216" y="280"/>
                  </a:lnTo>
                  <a:lnTo>
                    <a:pt x="1217" y="279"/>
                  </a:lnTo>
                  <a:lnTo>
                    <a:pt x="1218" y="279"/>
                  </a:lnTo>
                  <a:lnTo>
                    <a:pt x="1220" y="279"/>
                  </a:lnTo>
                  <a:lnTo>
                    <a:pt x="1221" y="279"/>
                  </a:lnTo>
                  <a:lnTo>
                    <a:pt x="1222" y="279"/>
                  </a:lnTo>
                  <a:lnTo>
                    <a:pt x="1224" y="279"/>
                  </a:lnTo>
                  <a:lnTo>
                    <a:pt x="1225" y="279"/>
                  </a:lnTo>
                  <a:lnTo>
                    <a:pt x="1226" y="278"/>
                  </a:lnTo>
                  <a:lnTo>
                    <a:pt x="1228" y="278"/>
                  </a:lnTo>
                  <a:lnTo>
                    <a:pt x="1229" y="278"/>
                  </a:lnTo>
                  <a:lnTo>
                    <a:pt x="1230" y="278"/>
                  </a:lnTo>
                  <a:lnTo>
                    <a:pt x="1232" y="278"/>
                  </a:lnTo>
                  <a:lnTo>
                    <a:pt x="1233" y="278"/>
                  </a:lnTo>
                  <a:lnTo>
                    <a:pt x="1234" y="278"/>
                  </a:lnTo>
                  <a:lnTo>
                    <a:pt x="1236" y="277"/>
                  </a:lnTo>
                  <a:lnTo>
                    <a:pt x="1237" y="277"/>
                  </a:lnTo>
                  <a:lnTo>
                    <a:pt x="1238" y="277"/>
                  </a:lnTo>
                  <a:lnTo>
                    <a:pt x="1240" y="277"/>
                  </a:lnTo>
                  <a:lnTo>
                    <a:pt x="1241" y="277"/>
                  </a:lnTo>
                  <a:lnTo>
                    <a:pt x="1242" y="277"/>
                  </a:lnTo>
                  <a:lnTo>
                    <a:pt x="1244" y="277"/>
                  </a:lnTo>
                  <a:lnTo>
                    <a:pt x="1245" y="276"/>
                  </a:lnTo>
                  <a:lnTo>
                    <a:pt x="1246" y="276"/>
                  </a:lnTo>
                  <a:lnTo>
                    <a:pt x="1248" y="276"/>
                  </a:lnTo>
                  <a:lnTo>
                    <a:pt x="1249" y="276"/>
                  </a:lnTo>
                  <a:lnTo>
                    <a:pt x="1250" y="276"/>
                  </a:lnTo>
                  <a:lnTo>
                    <a:pt x="1252" y="276"/>
                  </a:lnTo>
                  <a:lnTo>
                    <a:pt x="1253" y="276"/>
                  </a:lnTo>
                  <a:lnTo>
                    <a:pt x="1254" y="275"/>
                  </a:lnTo>
                  <a:lnTo>
                    <a:pt x="1256" y="275"/>
                  </a:lnTo>
                  <a:lnTo>
                    <a:pt x="1257" y="275"/>
                  </a:lnTo>
                  <a:lnTo>
                    <a:pt x="1259" y="275"/>
                  </a:lnTo>
                  <a:lnTo>
                    <a:pt x="1260" y="275"/>
                  </a:lnTo>
                  <a:lnTo>
                    <a:pt x="1261" y="275"/>
                  </a:lnTo>
                  <a:lnTo>
                    <a:pt x="1263" y="275"/>
                  </a:lnTo>
                  <a:lnTo>
                    <a:pt x="1264" y="274"/>
                  </a:lnTo>
                  <a:lnTo>
                    <a:pt x="1265" y="274"/>
                  </a:lnTo>
                  <a:lnTo>
                    <a:pt x="1267" y="274"/>
                  </a:lnTo>
                  <a:lnTo>
                    <a:pt x="1268" y="274"/>
                  </a:lnTo>
                  <a:lnTo>
                    <a:pt x="1269" y="274"/>
                  </a:lnTo>
                  <a:lnTo>
                    <a:pt x="1271" y="274"/>
                  </a:lnTo>
                  <a:lnTo>
                    <a:pt x="1272" y="274"/>
                  </a:lnTo>
                  <a:lnTo>
                    <a:pt x="1273" y="274"/>
                  </a:lnTo>
                  <a:lnTo>
                    <a:pt x="1275" y="273"/>
                  </a:lnTo>
                  <a:lnTo>
                    <a:pt x="1276" y="273"/>
                  </a:lnTo>
                  <a:lnTo>
                    <a:pt x="1277" y="273"/>
                  </a:lnTo>
                  <a:lnTo>
                    <a:pt x="1279" y="273"/>
                  </a:lnTo>
                  <a:lnTo>
                    <a:pt x="1280" y="273"/>
                  </a:lnTo>
                  <a:lnTo>
                    <a:pt x="1281" y="273"/>
                  </a:lnTo>
                  <a:lnTo>
                    <a:pt x="1283" y="273"/>
                  </a:lnTo>
                  <a:lnTo>
                    <a:pt x="1284" y="273"/>
                  </a:lnTo>
                  <a:lnTo>
                    <a:pt x="1285" y="272"/>
                  </a:lnTo>
                  <a:lnTo>
                    <a:pt x="1287" y="272"/>
                  </a:lnTo>
                  <a:lnTo>
                    <a:pt x="1288" y="272"/>
                  </a:lnTo>
                  <a:lnTo>
                    <a:pt x="1289" y="272"/>
                  </a:lnTo>
                  <a:lnTo>
                    <a:pt x="1291" y="272"/>
                  </a:lnTo>
                  <a:lnTo>
                    <a:pt x="1292" y="272"/>
                  </a:lnTo>
                  <a:lnTo>
                    <a:pt x="1293" y="272"/>
                  </a:lnTo>
                  <a:lnTo>
                    <a:pt x="1295" y="272"/>
                  </a:lnTo>
                  <a:lnTo>
                    <a:pt x="1296" y="271"/>
                  </a:lnTo>
                  <a:lnTo>
                    <a:pt x="1297" y="271"/>
                  </a:lnTo>
                  <a:lnTo>
                    <a:pt x="1299" y="271"/>
                  </a:lnTo>
                  <a:lnTo>
                    <a:pt x="1300" y="271"/>
                  </a:lnTo>
                  <a:lnTo>
                    <a:pt x="1301" y="271"/>
                  </a:lnTo>
                  <a:lnTo>
                    <a:pt x="1303" y="271"/>
                  </a:lnTo>
                  <a:lnTo>
                    <a:pt x="1304" y="271"/>
                  </a:lnTo>
                  <a:lnTo>
                    <a:pt x="1305" y="270"/>
                  </a:lnTo>
                  <a:lnTo>
                    <a:pt x="1307" y="270"/>
                  </a:lnTo>
                  <a:lnTo>
                    <a:pt x="1308" y="270"/>
                  </a:lnTo>
                  <a:lnTo>
                    <a:pt x="1310" y="270"/>
                  </a:lnTo>
                  <a:lnTo>
                    <a:pt x="1311" y="270"/>
                  </a:lnTo>
                  <a:lnTo>
                    <a:pt x="1312" y="270"/>
                  </a:lnTo>
                  <a:lnTo>
                    <a:pt x="1314" y="270"/>
                  </a:lnTo>
                  <a:lnTo>
                    <a:pt x="1315" y="270"/>
                  </a:lnTo>
                  <a:lnTo>
                    <a:pt x="1316" y="269"/>
                  </a:lnTo>
                  <a:lnTo>
                    <a:pt x="1318" y="269"/>
                  </a:lnTo>
                  <a:lnTo>
                    <a:pt x="1319" y="269"/>
                  </a:lnTo>
                  <a:lnTo>
                    <a:pt x="1320" y="269"/>
                  </a:lnTo>
                  <a:lnTo>
                    <a:pt x="1322" y="269"/>
                  </a:lnTo>
                  <a:lnTo>
                    <a:pt x="1323" y="269"/>
                  </a:lnTo>
                  <a:lnTo>
                    <a:pt x="1324" y="269"/>
                  </a:lnTo>
                  <a:lnTo>
                    <a:pt x="1326" y="269"/>
                  </a:lnTo>
                  <a:lnTo>
                    <a:pt x="1327" y="268"/>
                  </a:lnTo>
                  <a:lnTo>
                    <a:pt x="1328" y="268"/>
                  </a:lnTo>
                  <a:lnTo>
                    <a:pt x="1330" y="268"/>
                  </a:lnTo>
                  <a:lnTo>
                    <a:pt x="1331" y="268"/>
                  </a:lnTo>
                  <a:lnTo>
                    <a:pt x="1332" y="268"/>
                  </a:lnTo>
                  <a:lnTo>
                    <a:pt x="1334" y="268"/>
                  </a:lnTo>
                  <a:lnTo>
                    <a:pt x="1335" y="268"/>
                  </a:lnTo>
                  <a:lnTo>
                    <a:pt x="1336" y="268"/>
                  </a:lnTo>
                  <a:lnTo>
                    <a:pt x="1338" y="267"/>
                  </a:lnTo>
                  <a:lnTo>
                    <a:pt x="1339" y="267"/>
                  </a:lnTo>
                  <a:lnTo>
                    <a:pt x="1340" y="267"/>
                  </a:lnTo>
                  <a:lnTo>
                    <a:pt x="1342" y="267"/>
                  </a:lnTo>
                  <a:lnTo>
                    <a:pt x="1343" y="267"/>
                  </a:lnTo>
                  <a:lnTo>
                    <a:pt x="1344" y="267"/>
                  </a:lnTo>
                  <a:lnTo>
                    <a:pt x="1346" y="267"/>
                  </a:lnTo>
                  <a:lnTo>
                    <a:pt x="1347" y="267"/>
                  </a:lnTo>
                  <a:lnTo>
                    <a:pt x="1348" y="266"/>
                  </a:lnTo>
                  <a:lnTo>
                    <a:pt x="1350" y="266"/>
                  </a:lnTo>
                  <a:lnTo>
                    <a:pt x="1351" y="266"/>
                  </a:lnTo>
                  <a:lnTo>
                    <a:pt x="1352" y="266"/>
                  </a:lnTo>
                  <a:lnTo>
                    <a:pt x="1354" y="266"/>
                  </a:lnTo>
                  <a:lnTo>
                    <a:pt x="1355" y="266"/>
                  </a:lnTo>
                  <a:lnTo>
                    <a:pt x="1356" y="265"/>
                  </a:lnTo>
                  <a:lnTo>
                    <a:pt x="1358" y="265"/>
                  </a:lnTo>
                  <a:lnTo>
                    <a:pt x="1359" y="265"/>
                  </a:lnTo>
                  <a:lnTo>
                    <a:pt x="1361" y="265"/>
                  </a:lnTo>
                  <a:lnTo>
                    <a:pt x="1362" y="265"/>
                  </a:lnTo>
                  <a:lnTo>
                    <a:pt x="1363" y="265"/>
                  </a:lnTo>
                  <a:lnTo>
                    <a:pt x="1365" y="265"/>
                  </a:lnTo>
                  <a:lnTo>
                    <a:pt x="1366" y="265"/>
                  </a:lnTo>
                  <a:lnTo>
                    <a:pt x="1367" y="264"/>
                  </a:lnTo>
                  <a:lnTo>
                    <a:pt x="1369" y="264"/>
                  </a:lnTo>
                  <a:lnTo>
                    <a:pt x="1370" y="264"/>
                  </a:lnTo>
                  <a:lnTo>
                    <a:pt x="1371" y="264"/>
                  </a:lnTo>
                  <a:lnTo>
                    <a:pt x="1373" y="264"/>
                  </a:lnTo>
                  <a:lnTo>
                    <a:pt x="1374" y="264"/>
                  </a:lnTo>
                  <a:lnTo>
                    <a:pt x="1375" y="264"/>
                  </a:lnTo>
                  <a:lnTo>
                    <a:pt x="1377" y="264"/>
                  </a:lnTo>
                  <a:lnTo>
                    <a:pt x="1378" y="264"/>
                  </a:lnTo>
                  <a:lnTo>
                    <a:pt x="1379" y="263"/>
                  </a:lnTo>
                  <a:lnTo>
                    <a:pt x="1381" y="263"/>
                  </a:lnTo>
                  <a:lnTo>
                    <a:pt x="1382" y="263"/>
                  </a:lnTo>
                  <a:lnTo>
                    <a:pt x="1383" y="263"/>
                  </a:lnTo>
                  <a:lnTo>
                    <a:pt x="1385" y="263"/>
                  </a:lnTo>
                  <a:lnTo>
                    <a:pt x="1386" y="263"/>
                  </a:lnTo>
                  <a:lnTo>
                    <a:pt x="1387" y="262"/>
                  </a:lnTo>
                  <a:lnTo>
                    <a:pt x="1389" y="262"/>
                  </a:lnTo>
                  <a:lnTo>
                    <a:pt x="1390" y="262"/>
                  </a:lnTo>
                  <a:lnTo>
                    <a:pt x="1391" y="262"/>
                  </a:lnTo>
                  <a:lnTo>
                    <a:pt x="1393" y="262"/>
                  </a:lnTo>
                  <a:lnTo>
                    <a:pt x="1394" y="262"/>
                  </a:lnTo>
                  <a:lnTo>
                    <a:pt x="1395" y="262"/>
                  </a:lnTo>
                  <a:lnTo>
                    <a:pt x="1397" y="261"/>
                  </a:lnTo>
                  <a:lnTo>
                    <a:pt x="1398" y="261"/>
                  </a:lnTo>
                  <a:lnTo>
                    <a:pt x="1399" y="261"/>
                  </a:lnTo>
                  <a:lnTo>
                    <a:pt x="1401" y="261"/>
                  </a:lnTo>
                  <a:lnTo>
                    <a:pt x="1402" y="261"/>
                  </a:lnTo>
                  <a:lnTo>
                    <a:pt x="1403" y="261"/>
                  </a:lnTo>
                  <a:lnTo>
                    <a:pt x="1405" y="261"/>
                  </a:lnTo>
                  <a:lnTo>
                    <a:pt x="1406" y="261"/>
                  </a:lnTo>
                  <a:lnTo>
                    <a:pt x="1408" y="260"/>
                  </a:lnTo>
                  <a:lnTo>
                    <a:pt x="1409" y="260"/>
                  </a:lnTo>
                </a:path>
              </a:pathLst>
            </a:custGeom>
            <a:noFill/>
            <a:ln cap="flat" cmpd="sng" w="25400">
              <a:solidFill>
                <a:srgbClr val="A9A9A9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 flipH="1" rot="10800000">
              <a:off x="3781426" y="2649538"/>
              <a:ext cx="5010150" cy="1905000"/>
            </a:xfrm>
            <a:custGeom>
              <a:rect b="b" l="l" r="r" t="t"/>
              <a:pathLst>
                <a:path extrusionOk="0" h="446" w="1408">
                  <a:moveTo>
                    <a:pt x="0" y="0"/>
                  </a:moveTo>
                  <a:lnTo>
                    <a:pt x="6" y="0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3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9" y="0"/>
                  </a:lnTo>
                  <a:lnTo>
                    <a:pt x="64" y="0"/>
                  </a:lnTo>
                  <a:lnTo>
                    <a:pt x="69" y="0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1" y="0"/>
                  </a:lnTo>
                  <a:lnTo>
                    <a:pt x="96" y="0"/>
                  </a:lnTo>
                  <a:lnTo>
                    <a:pt x="101" y="69"/>
                  </a:lnTo>
                  <a:lnTo>
                    <a:pt x="107" y="91"/>
                  </a:lnTo>
                  <a:lnTo>
                    <a:pt x="112" y="112"/>
                  </a:lnTo>
                  <a:lnTo>
                    <a:pt x="117" y="134"/>
                  </a:lnTo>
                  <a:lnTo>
                    <a:pt x="123" y="155"/>
                  </a:lnTo>
                  <a:lnTo>
                    <a:pt x="128" y="175"/>
                  </a:lnTo>
                  <a:lnTo>
                    <a:pt x="133" y="196"/>
                  </a:lnTo>
                  <a:lnTo>
                    <a:pt x="138" y="216"/>
                  </a:lnTo>
                  <a:lnTo>
                    <a:pt x="144" y="235"/>
                  </a:lnTo>
                  <a:lnTo>
                    <a:pt x="149" y="254"/>
                  </a:lnTo>
                  <a:lnTo>
                    <a:pt x="154" y="273"/>
                  </a:lnTo>
                  <a:lnTo>
                    <a:pt x="160" y="291"/>
                  </a:lnTo>
                  <a:lnTo>
                    <a:pt x="165" y="308"/>
                  </a:lnTo>
                  <a:lnTo>
                    <a:pt x="170" y="324"/>
                  </a:lnTo>
                  <a:lnTo>
                    <a:pt x="176" y="340"/>
                  </a:lnTo>
                  <a:lnTo>
                    <a:pt x="181" y="355"/>
                  </a:lnTo>
                  <a:lnTo>
                    <a:pt x="186" y="369"/>
                  </a:lnTo>
                  <a:lnTo>
                    <a:pt x="192" y="381"/>
                  </a:lnTo>
                  <a:lnTo>
                    <a:pt x="197" y="393"/>
                  </a:lnTo>
                  <a:lnTo>
                    <a:pt x="202" y="403"/>
                  </a:lnTo>
                  <a:lnTo>
                    <a:pt x="207" y="412"/>
                  </a:lnTo>
                  <a:lnTo>
                    <a:pt x="213" y="419"/>
                  </a:lnTo>
                  <a:lnTo>
                    <a:pt x="218" y="425"/>
                  </a:lnTo>
                  <a:lnTo>
                    <a:pt x="223" y="430"/>
                  </a:lnTo>
                  <a:lnTo>
                    <a:pt x="229" y="434"/>
                  </a:lnTo>
                  <a:lnTo>
                    <a:pt x="234" y="437"/>
                  </a:lnTo>
                  <a:lnTo>
                    <a:pt x="239" y="440"/>
                  </a:lnTo>
                  <a:lnTo>
                    <a:pt x="245" y="442"/>
                  </a:lnTo>
                  <a:lnTo>
                    <a:pt x="250" y="443"/>
                  </a:lnTo>
                  <a:lnTo>
                    <a:pt x="255" y="444"/>
                  </a:lnTo>
                  <a:lnTo>
                    <a:pt x="261" y="445"/>
                  </a:lnTo>
                  <a:lnTo>
                    <a:pt x="266" y="445"/>
                  </a:lnTo>
                  <a:lnTo>
                    <a:pt x="271" y="445"/>
                  </a:lnTo>
                  <a:lnTo>
                    <a:pt x="276" y="446"/>
                  </a:lnTo>
                  <a:lnTo>
                    <a:pt x="282" y="446"/>
                  </a:lnTo>
                  <a:lnTo>
                    <a:pt x="287" y="446"/>
                  </a:lnTo>
                  <a:lnTo>
                    <a:pt x="292" y="446"/>
                  </a:lnTo>
                  <a:lnTo>
                    <a:pt x="298" y="446"/>
                  </a:lnTo>
                  <a:lnTo>
                    <a:pt x="303" y="446"/>
                  </a:lnTo>
                  <a:lnTo>
                    <a:pt x="308" y="446"/>
                  </a:lnTo>
                  <a:lnTo>
                    <a:pt x="314" y="446"/>
                  </a:lnTo>
                  <a:lnTo>
                    <a:pt x="319" y="446"/>
                  </a:lnTo>
                  <a:lnTo>
                    <a:pt x="324" y="446"/>
                  </a:lnTo>
                  <a:lnTo>
                    <a:pt x="330" y="446"/>
                  </a:lnTo>
                  <a:lnTo>
                    <a:pt x="335" y="446"/>
                  </a:lnTo>
                  <a:lnTo>
                    <a:pt x="340" y="446"/>
                  </a:lnTo>
                  <a:lnTo>
                    <a:pt x="345" y="446"/>
                  </a:lnTo>
                  <a:lnTo>
                    <a:pt x="351" y="446"/>
                  </a:lnTo>
                  <a:lnTo>
                    <a:pt x="356" y="446"/>
                  </a:lnTo>
                  <a:lnTo>
                    <a:pt x="361" y="446"/>
                  </a:lnTo>
                  <a:lnTo>
                    <a:pt x="367" y="446"/>
                  </a:lnTo>
                  <a:lnTo>
                    <a:pt x="372" y="446"/>
                  </a:lnTo>
                  <a:lnTo>
                    <a:pt x="377" y="446"/>
                  </a:lnTo>
                  <a:lnTo>
                    <a:pt x="383" y="446"/>
                  </a:lnTo>
                  <a:lnTo>
                    <a:pt x="388" y="446"/>
                  </a:lnTo>
                  <a:lnTo>
                    <a:pt x="393" y="446"/>
                  </a:lnTo>
                  <a:lnTo>
                    <a:pt x="399" y="446"/>
                  </a:lnTo>
                  <a:lnTo>
                    <a:pt x="404" y="385"/>
                  </a:lnTo>
                  <a:lnTo>
                    <a:pt x="409" y="384"/>
                  </a:lnTo>
                  <a:lnTo>
                    <a:pt x="414" y="382"/>
                  </a:lnTo>
                  <a:lnTo>
                    <a:pt x="420" y="381"/>
                  </a:lnTo>
                  <a:lnTo>
                    <a:pt x="425" y="380"/>
                  </a:lnTo>
                  <a:lnTo>
                    <a:pt x="430" y="379"/>
                  </a:lnTo>
                  <a:lnTo>
                    <a:pt x="436" y="378"/>
                  </a:lnTo>
                  <a:lnTo>
                    <a:pt x="441" y="377"/>
                  </a:lnTo>
                  <a:lnTo>
                    <a:pt x="446" y="376"/>
                  </a:lnTo>
                  <a:lnTo>
                    <a:pt x="452" y="375"/>
                  </a:lnTo>
                  <a:lnTo>
                    <a:pt x="457" y="374"/>
                  </a:lnTo>
                  <a:lnTo>
                    <a:pt x="462" y="373"/>
                  </a:lnTo>
                  <a:lnTo>
                    <a:pt x="468" y="372"/>
                  </a:lnTo>
                  <a:lnTo>
                    <a:pt x="473" y="371"/>
                  </a:lnTo>
                  <a:lnTo>
                    <a:pt x="478" y="370"/>
                  </a:lnTo>
                  <a:lnTo>
                    <a:pt x="483" y="369"/>
                  </a:lnTo>
                  <a:lnTo>
                    <a:pt x="489" y="368"/>
                  </a:lnTo>
                  <a:lnTo>
                    <a:pt x="494" y="367"/>
                  </a:lnTo>
                  <a:lnTo>
                    <a:pt x="499" y="366"/>
                  </a:lnTo>
                  <a:lnTo>
                    <a:pt x="505" y="365"/>
                  </a:lnTo>
                  <a:lnTo>
                    <a:pt x="510" y="364"/>
                  </a:lnTo>
                  <a:lnTo>
                    <a:pt x="515" y="363"/>
                  </a:lnTo>
                  <a:lnTo>
                    <a:pt x="521" y="362"/>
                  </a:lnTo>
                  <a:lnTo>
                    <a:pt x="526" y="361"/>
                  </a:lnTo>
                  <a:lnTo>
                    <a:pt x="531" y="360"/>
                  </a:lnTo>
                  <a:lnTo>
                    <a:pt x="537" y="360"/>
                  </a:lnTo>
                  <a:lnTo>
                    <a:pt x="542" y="359"/>
                  </a:lnTo>
                  <a:lnTo>
                    <a:pt x="547" y="358"/>
                  </a:lnTo>
                  <a:lnTo>
                    <a:pt x="552" y="357"/>
                  </a:lnTo>
                  <a:lnTo>
                    <a:pt x="558" y="356"/>
                  </a:lnTo>
                  <a:lnTo>
                    <a:pt x="563" y="355"/>
                  </a:lnTo>
                  <a:lnTo>
                    <a:pt x="568" y="355"/>
                  </a:lnTo>
                  <a:lnTo>
                    <a:pt x="574" y="354"/>
                  </a:lnTo>
                  <a:lnTo>
                    <a:pt x="579" y="353"/>
                  </a:lnTo>
                  <a:lnTo>
                    <a:pt x="584" y="352"/>
                  </a:lnTo>
                  <a:lnTo>
                    <a:pt x="590" y="351"/>
                  </a:lnTo>
                  <a:lnTo>
                    <a:pt x="595" y="351"/>
                  </a:lnTo>
                  <a:lnTo>
                    <a:pt x="600" y="350"/>
                  </a:lnTo>
                  <a:lnTo>
                    <a:pt x="606" y="349"/>
                  </a:lnTo>
                  <a:lnTo>
                    <a:pt x="611" y="348"/>
                  </a:lnTo>
                  <a:lnTo>
                    <a:pt x="616" y="348"/>
                  </a:lnTo>
                  <a:lnTo>
                    <a:pt x="621" y="347"/>
                  </a:lnTo>
                  <a:lnTo>
                    <a:pt x="627" y="346"/>
                  </a:lnTo>
                  <a:lnTo>
                    <a:pt x="632" y="345"/>
                  </a:lnTo>
                  <a:lnTo>
                    <a:pt x="637" y="345"/>
                  </a:lnTo>
                  <a:lnTo>
                    <a:pt x="643" y="344"/>
                  </a:lnTo>
                  <a:lnTo>
                    <a:pt x="648" y="343"/>
                  </a:lnTo>
                  <a:lnTo>
                    <a:pt x="653" y="343"/>
                  </a:lnTo>
                  <a:lnTo>
                    <a:pt x="659" y="342"/>
                  </a:lnTo>
                  <a:lnTo>
                    <a:pt x="664" y="341"/>
                  </a:lnTo>
                  <a:lnTo>
                    <a:pt x="669" y="340"/>
                  </a:lnTo>
                  <a:lnTo>
                    <a:pt x="675" y="340"/>
                  </a:lnTo>
                  <a:lnTo>
                    <a:pt x="680" y="339"/>
                  </a:lnTo>
                  <a:lnTo>
                    <a:pt x="685" y="338"/>
                  </a:lnTo>
                  <a:lnTo>
                    <a:pt x="690" y="338"/>
                  </a:lnTo>
                  <a:lnTo>
                    <a:pt x="696" y="337"/>
                  </a:lnTo>
                  <a:lnTo>
                    <a:pt x="701" y="336"/>
                  </a:lnTo>
                  <a:lnTo>
                    <a:pt x="706" y="336"/>
                  </a:lnTo>
                  <a:lnTo>
                    <a:pt x="712" y="335"/>
                  </a:lnTo>
                  <a:lnTo>
                    <a:pt x="717" y="334"/>
                  </a:lnTo>
                  <a:lnTo>
                    <a:pt x="722" y="334"/>
                  </a:lnTo>
                  <a:lnTo>
                    <a:pt x="728" y="333"/>
                  </a:lnTo>
                  <a:lnTo>
                    <a:pt x="733" y="333"/>
                  </a:lnTo>
                  <a:lnTo>
                    <a:pt x="738" y="332"/>
                  </a:lnTo>
                  <a:lnTo>
                    <a:pt x="744" y="331"/>
                  </a:lnTo>
                  <a:lnTo>
                    <a:pt x="749" y="331"/>
                  </a:lnTo>
                  <a:lnTo>
                    <a:pt x="754" y="330"/>
                  </a:lnTo>
                  <a:lnTo>
                    <a:pt x="759" y="329"/>
                  </a:lnTo>
                  <a:lnTo>
                    <a:pt x="765" y="329"/>
                  </a:lnTo>
                  <a:lnTo>
                    <a:pt x="770" y="328"/>
                  </a:lnTo>
                  <a:lnTo>
                    <a:pt x="775" y="328"/>
                  </a:lnTo>
                  <a:lnTo>
                    <a:pt x="781" y="327"/>
                  </a:lnTo>
                  <a:lnTo>
                    <a:pt x="786" y="326"/>
                  </a:lnTo>
                  <a:lnTo>
                    <a:pt x="791" y="326"/>
                  </a:lnTo>
                  <a:lnTo>
                    <a:pt x="797" y="325"/>
                  </a:lnTo>
                  <a:lnTo>
                    <a:pt x="802" y="325"/>
                  </a:lnTo>
                  <a:lnTo>
                    <a:pt x="807" y="324"/>
                  </a:lnTo>
                  <a:lnTo>
                    <a:pt x="813" y="324"/>
                  </a:lnTo>
                  <a:lnTo>
                    <a:pt x="818" y="323"/>
                  </a:lnTo>
                  <a:lnTo>
                    <a:pt x="823" y="322"/>
                  </a:lnTo>
                  <a:lnTo>
                    <a:pt x="828" y="322"/>
                  </a:lnTo>
                  <a:lnTo>
                    <a:pt x="834" y="321"/>
                  </a:lnTo>
                  <a:lnTo>
                    <a:pt x="839" y="321"/>
                  </a:lnTo>
                  <a:lnTo>
                    <a:pt x="844" y="320"/>
                  </a:lnTo>
                  <a:lnTo>
                    <a:pt x="850" y="320"/>
                  </a:lnTo>
                  <a:lnTo>
                    <a:pt x="855" y="319"/>
                  </a:lnTo>
                  <a:lnTo>
                    <a:pt x="860" y="319"/>
                  </a:lnTo>
                  <a:lnTo>
                    <a:pt x="866" y="318"/>
                  </a:lnTo>
                  <a:lnTo>
                    <a:pt x="871" y="317"/>
                  </a:lnTo>
                  <a:lnTo>
                    <a:pt x="876" y="317"/>
                  </a:lnTo>
                  <a:lnTo>
                    <a:pt x="882" y="316"/>
                  </a:lnTo>
                  <a:lnTo>
                    <a:pt x="887" y="316"/>
                  </a:lnTo>
                  <a:lnTo>
                    <a:pt x="892" y="315"/>
                  </a:lnTo>
                  <a:lnTo>
                    <a:pt x="897" y="315"/>
                  </a:lnTo>
                  <a:lnTo>
                    <a:pt x="903" y="314"/>
                  </a:lnTo>
                  <a:lnTo>
                    <a:pt x="908" y="314"/>
                  </a:lnTo>
                  <a:lnTo>
                    <a:pt x="913" y="313"/>
                  </a:lnTo>
                  <a:lnTo>
                    <a:pt x="919" y="313"/>
                  </a:lnTo>
                  <a:lnTo>
                    <a:pt x="924" y="312"/>
                  </a:lnTo>
                  <a:lnTo>
                    <a:pt x="929" y="312"/>
                  </a:lnTo>
                  <a:lnTo>
                    <a:pt x="935" y="311"/>
                  </a:lnTo>
                  <a:lnTo>
                    <a:pt x="940" y="311"/>
                  </a:lnTo>
                  <a:lnTo>
                    <a:pt x="945" y="310"/>
                  </a:lnTo>
                  <a:lnTo>
                    <a:pt x="951" y="310"/>
                  </a:lnTo>
                  <a:lnTo>
                    <a:pt x="956" y="309"/>
                  </a:lnTo>
                  <a:lnTo>
                    <a:pt x="961" y="309"/>
                  </a:lnTo>
                  <a:lnTo>
                    <a:pt x="966" y="308"/>
                  </a:lnTo>
                  <a:lnTo>
                    <a:pt x="972" y="308"/>
                  </a:lnTo>
                  <a:lnTo>
                    <a:pt x="977" y="307"/>
                  </a:lnTo>
                  <a:lnTo>
                    <a:pt x="982" y="307"/>
                  </a:lnTo>
                  <a:lnTo>
                    <a:pt x="988" y="306"/>
                  </a:lnTo>
                  <a:lnTo>
                    <a:pt x="993" y="306"/>
                  </a:lnTo>
                  <a:lnTo>
                    <a:pt x="998" y="305"/>
                  </a:lnTo>
                  <a:lnTo>
                    <a:pt x="1004" y="305"/>
                  </a:lnTo>
                  <a:lnTo>
                    <a:pt x="1009" y="304"/>
                  </a:lnTo>
                  <a:lnTo>
                    <a:pt x="1014" y="304"/>
                  </a:lnTo>
                  <a:lnTo>
                    <a:pt x="1020" y="303"/>
                  </a:lnTo>
                  <a:lnTo>
                    <a:pt x="1025" y="303"/>
                  </a:lnTo>
                  <a:lnTo>
                    <a:pt x="1030" y="302"/>
                  </a:lnTo>
                  <a:lnTo>
                    <a:pt x="1035" y="302"/>
                  </a:lnTo>
                  <a:lnTo>
                    <a:pt x="1041" y="302"/>
                  </a:lnTo>
                  <a:lnTo>
                    <a:pt x="1046" y="301"/>
                  </a:lnTo>
                  <a:lnTo>
                    <a:pt x="1051" y="301"/>
                  </a:lnTo>
                  <a:lnTo>
                    <a:pt x="1057" y="300"/>
                  </a:lnTo>
                  <a:lnTo>
                    <a:pt x="1062" y="300"/>
                  </a:lnTo>
                  <a:lnTo>
                    <a:pt x="1067" y="299"/>
                  </a:lnTo>
                  <a:lnTo>
                    <a:pt x="1073" y="299"/>
                  </a:lnTo>
                  <a:lnTo>
                    <a:pt x="1078" y="298"/>
                  </a:lnTo>
                  <a:lnTo>
                    <a:pt x="1083" y="298"/>
                  </a:lnTo>
                  <a:lnTo>
                    <a:pt x="1089" y="297"/>
                  </a:lnTo>
                  <a:lnTo>
                    <a:pt x="1094" y="297"/>
                  </a:lnTo>
                  <a:lnTo>
                    <a:pt x="1099" y="297"/>
                  </a:lnTo>
                  <a:lnTo>
                    <a:pt x="1104" y="296"/>
                  </a:lnTo>
                  <a:lnTo>
                    <a:pt x="1110" y="296"/>
                  </a:lnTo>
                  <a:lnTo>
                    <a:pt x="1115" y="295"/>
                  </a:lnTo>
                  <a:lnTo>
                    <a:pt x="1120" y="295"/>
                  </a:lnTo>
                  <a:lnTo>
                    <a:pt x="1126" y="294"/>
                  </a:lnTo>
                  <a:lnTo>
                    <a:pt x="1131" y="294"/>
                  </a:lnTo>
                  <a:lnTo>
                    <a:pt x="1136" y="294"/>
                  </a:lnTo>
                  <a:lnTo>
                    <a:pt x="1142" y="293"/>
                  </a:lnTo>
                  <a:lnTo>
                    <a:pt x="1147" y="293"/>
                  </a:lnTo>
                  <a:lnTo>
                    <a:pt x="1152" y="292"/>
                  </a:lnTo>
                  <a:lnTo>
                    <a:pt x="1158" y="292"/>
                  </a:lnTo>
                  <a:lnTo>
                    <a:pt x="1163" y="291"/>
                  </a:lnTo>
                  <a:lnTo>
                    <a:pt x="1168" y="291"/>
                  </a:lnTo>
                  <a:lnTo>
                    <a:pt x="1173" y="291"/>
                  </a:lnTo>
                  <a:lnTo>
                    <a:pt x="1179" y="290"/>
                  </a:lnTo>
                  <a:lnTo>
                    <a:pt x="1184" y="290"/>
                  </a:lnTo>
                  <a:lnTo>
                    <a:pt x="1189" y="289"/>
                  </a:lnTo>
                  <a:lnTo>
                    <a:pt x="1195" y="289"/>
                  </a:lnTo>
                  <a:lnTo>
                    <a:pt x="1200" y="289"/>
                  </a:lnTo>
                  <a:lnTo>
                    <a:pt x="1205" y="288"/>
                  </a:lnTo>
                  <a:lnTo>
                    <a:pt x="1211" y="288"/>
                  </a:lnTo>
                  <a:lnTo>
                    <a:pt x="1216" y="287"/>
                  </a:lnTo>
                  <a:lnTo>
                    <a:pt x="1221" y="287"/>
                  </a:lnTo>
                  <a:lnTo>
                    <a:pt x="1227" y="287"/>
                  </a:lnTo>
                  <a:lnTo>
                    <a:pt x="1232" y="286"/>
                  </a:lnTo>
                  <a:lnTo>
                    <a:pt x="1237" y="286"/>
                  </a:lnTo>
                  <a:lnTo>
                    <a:pt x="1242" y="285"/>
                  </a:lnTo>
                  <a:lnTo>
                    <a:pt x="1248" y="285"/>
                  </a:lnTo>
                  <a:lnTo>
                    <a:pt x="1253" y="285"/>
                  </a:lnTo>
                  <a:lnTo>
                    <a:pt x="1258" y="284"/>
                  </a:lnTo>
                  <a:lnTo>
                    <a:pt x="1264" y="284"/>
                  </a:lnTo>
                  <a:lnTo>
                    <a:pt x="1269" y="283"/>
                  </a:lnTo>
                  <a:lnTo>
                    <a:pt x="1274" y="283"/>
                  </a:lnTo>
                  <a:lnTo>
                    <a:pt x="1280" y="283"/>
                  </a:lnTo>
                  <a:lnTo>
                    <a:pt x="1285" y="282"/>
                  </a:lnTo>
                  <a:lnTo>
                    <a:pt x="1290" y="282"/>
                  </a:lnTo>
                  <a:lnTo>
                    <a:pt x="1296" y="281"/>
                  </a:lnTo>
                  <a:lnTo>
                    <a:pt x="1301" y="281"/>
                  </a:lnTo>
                  <a:lnTo>
                    <a:pt x="1306" y="281"/>
                  </a:lnTo>
                  <a:lnTo>
                    <a:pt x="1311" y="280"/>
                  </a:lnTo>
                  <a:lnTo>
                    <a:pt x="1317" y="280"/>
                  </a:lnTo>
                  <a:lnTo>
                    <a:pt x="1322" y="280"/>
                  </a:lnTo>
                  <a:lnTo>
                    <a:pt x="1327" y="279"/>
                  </a:lnTo>
                  <a:lnTo>
                    <a:pt x="1333" y="279"/>
                  </a:lnTo>
                  <a:lnTo>
                    <a:pt x="1338" y="278"/>
                  </a:lnTo>
                  <a:lnTo>
                    <a:pt x="1343" y="278"/>
                  </a:lnTo>
                  <a:lnTo>
                    <a:pt x="1349" y="278"/>
                  </a:lnTo>
                  <a:lnTo>
                    <a:pt x="1354" y="277"/>
                  </a:lnTo>
                  <a:lnTo>
                    <a:pt x="1359" y="277"/>
                  </a:lnTo>
                  <a:lnTo>
                    <a:pt x="1365" y="277"/>
                  </a:lnTo>
                  <a:lnTo>
                    <a:pt x="1370" y="276"/>
                  </a:lnTo>
                  <a:lnTo>
                    <a:pt x="1375" y="276"/>
                  </a:lnTo>
                  <a:lnTo>
                    <a:pt x="1380" y="275"/>
                  </a:lnTo>
                  <a:lnTo>
                    <a:pt x="1386" y="275"/>
                  </a:lnTo>
                  <a:lnTo>
                    <a:pt x="1391" y="275"/>
                  </a:lnTo>
                  <a:lnTo>
                    <a:pt x="1396" y="274"/>
                  </a:lnTo>
                  <a:lnTo>
                    <a:pt x="1402" y="274"/>
                  </a:lnTo>
                  <a:lnTo>
                    <a:pt x="1407" y="274"/>
                  </a:lnTo>
                  <a:lnTo>
                    <a:pt x="1408" y="27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25" name="Google Shape;925;p18"/>
          <p:cNvGraphicFramePr/>
          <p:nvPr/>
        </p:nvGraphicFramePr>
        <p:xfrm>
          <a:off x="7339247" y="4408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{91843E12-6AEC-48AD-900A-CC03F146AAD7}</a:tableStyleId>
              </a:tblPr>
              <a:tblGrid>
                <a:gridCol w="898500"/>
                <a:gridCol w="830350"/>
                <a:gridCol w="830350"/>
                <a:gridCol w="738950"/>
                <a:gridCol w="857325"/>
              </a:tblGrid>
              <a:tr h="190500"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1:1 Binding Model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 hMerge="1"/>
                <a:tc hMerge="1"/>
                <a:tc hMerge="1"/>
                <a:tc hMerge="1"/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(1/Ms)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(1/s)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(M)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r>
                        <a:rPr b="1" baseline="-25000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(nM)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Chi</a:t>
                      </a:r>
                      <a:r>
                        <a:rPr b="1" baseline="3000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(RU</a:t>
                      </a:r>
                      <a:r>
                        <a:rPr b="1" baseline="3000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2.59E+06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1.06E-03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4.08E-10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9.73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18300" marL="18300" anchor="ctr"/>
                </a:tc>
              </a:tr>
            </a:tbl>
          </a:graphicData>
        </a:graphic>
      </p:graphicFrame>
      <p:sp>
        <p:nvSpPr>
          <p:cNvPr id="926" name="Google Shape;926;p18"/>
          <p:cNvSpPr txBox="1"/>
          <p:nvPr/>
        </p:nvSpPr>
        <p:spPr>
          <a:xfrm>
            <a:off x="213589" y="950273"/>
            <a:ext cx="522422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Appropriate kinetics/affinity calculations require purified, homogeneous solutions of biomolecules with accurately determined concentrations.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the CTH analyte being a mixture of 5 different histone proteins, obtaining a true measure of the kinetics and affinity of the CTH-RNA interaction is not possible.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binding curves obtained in this assay are a result of the complex combination of association, dissociation, and competition interactions of the 5 histone proteins with the RNA surface.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a dose-dependent CTH binding response is observed, the obtained binding curves are poorly fit by the 1:1 binding model (Chi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9.73 RU</a:t>
            </a:r>
            <a:r>
              <a:rPr baseline="30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The poor fit is not surprising considering the heterogeneity of the analyte.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apparent affinity for the bulk interaction between CTH and the RNA surface can be calculated (assuming the concentration used for CTH was determined appropriately).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" name="Google Shape;927;p18"/>
          <p:cNvGrpSpPr/>
          <p:nvPr/>
        </p:nvGrpSpPr>
        <p:grpSpPr>
          <a:xfrm>
            <a:off x="10306410" y="1430173"/>
            <a:ext cx="1278313" cy="930260"/>
            <a:chOff x="10620451" y="1829246"/>
            <a:chExt cx="1278313" cy="930260"/>
          </a:xfrm>
        </p:grpSpPr>
        <p:sp>
          <p:nvSpPr>
            <p:cNvPr id="928" name="Google Shape;928;p18"/>
            <p:cNvSpPr/>
            <p:nvPr/>
          </p:nvSpPr>
          <p:spPr>
            <a:xfrm>
              <a:off x="10620451" y="1829246"/>
              <a:ext cx="1278313" cy="930259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9" name="Google Shape;929;p18"/>
            <p:cNvGrpSpPr/>
            <p:nvPr/>
          </p:nvGrpSpPr>
          <p:grpSpPr>
            <a:xfrm>
              <a:off x="10687758" y="1849563"/>
              <a:ext cx="1143699" cy="909943"/>
              <a:chOff x="6059885" y="2278113"/>
              <a:chExt cx="1143699" cy="909943"/>
            </a:xfrm>
          </p:grpSpPr>
          <p:grpSp>
            <p:nvGrpSpPr>
              <p:cNvPr id="930" name="Google Shape;930;p18"/>
              <p:cNvGrpSpPr/>
              <p:nvPr/>
            </p:nvGrpSpPr>
            <p:grpSpPr>
              <a:xfrm>
                <a:off x="6059885" y="2278113"/>
                <a:ext cx="1002634" cy="153888"/>
                <a:chOff x="6059885" y="2303118"/>
                <a:chExt cx="1002634" cy="153888"/>
              </a:xfrm>
            </p:grpSpPr>
            <p:sp>
              <p:nvSpPr>
                <p:cNvPr id="931" name="Google Shape;931;p18"/>
                <p:cNvSpPr/>
                <p:nvPr/>
              </p:nvSpPr>
              <p:spPr>
                <a:xfrm>
                  <a:off x="6302696" y="2303118"/>
                  <a:ext cx="759823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43.3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32" name="Google Shape;932;p18"/>
                <p:cNvCxnSpPr/>
                <p:nvPr/>
              </p:nvCxnSpPr>
              <p:spPr>
                <a:xfrm>
                  <a:off x="6059885" y="2380062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9A9A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33" name="Google Shape;933;p18"/>
              <p:cNvGrpSpPr/>
              <p:nvPr/>
            </p:nvGrpSpPr>
            <p:grpSpPr>
              <a:xfrm>
                <a:off x="6059885" y="2429324"/>
                <a:ext cx="1073167" cy="153888"/>
                <a:chOff x="6059885" y="2450161"/>
                <a:chExt cx="1073167" cy="153888"/>
              </a:xfrm>
            </p:grpSpPr>
            <p:sp>
              <p:nvSpPr>
                <p:cNvPr id="934" name="Google Shape;934;p18"/>
                <p:cNvSpPr/>
                <p:nvPr/>
              </p:nvSpPr>
              <p:spPr>
                <a:xfrm>
                  <a:off x="6302696" y="2450161"/>
                  <a:ext cx="83035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21.65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35" name="Google Shape;935;p18"/>
                <p:cNvCxnSpPr/>
                <p:nvPr/>
              </p:nvCxnSpPr>
              <p:spPr>
                <a:xfrm>
                  <a:off x="6059885" y="2527105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DAA52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36" name="Google Shape;936;p18"/>
              <p:cNvGrpSpPr/>
              <p:nvPr/>
            </p:nvGrpSpPr>
            <p:grpSpPr>
              <a:xfrm>
                <a:off x="6059885" y="2580535"/>
                <a:ext cx="1143699" cy="153888"/>
                <a:chOff x="6059885" y="2597204"/>
                <a:chExt cx="1143699" cy="153888"/>
              </a:xfrm>
            </p:grpSpPr>
            <p:sp>
              <p:nvSpPr>
                <p:cNvPr id="937" name="Google Shape;937;p18"/>
                <p:cNvSpPr/>
                <p:nvPr/>
              </p:nvSpPr>
              <p:spPr>
                <a:xfrm>
                  <a:off x="6302696" y="2597204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10.825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38" name="Google Shape;938;p18"/>
                <p:cNvCxnSpPr/>
                <p:nvPr/>
              </p:nvCxnSpPr>
              <p:spPr>
                <a:xfrm>
                  <a:off x="6059885" y="2674148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CED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39" name="Google Shape;939;p18"/>
              <p:cNvGrpSpPr/>
              <p:nvPr/>
            </p:nvGrpSpPr>
            <p:grpSpPr>
              <a:xfrm>
                <a:off x="6059885" y="2731746"/>
                <a:ext cx="1143699" cy="153888"/>
                <a:chOff x="6059885" y="2744247"/>
                <a:chExt cx="1143699" cy="153888"/>
              </a:xfrm>
            </p:grpSpPr>
            <p:sp>
              <p:nvSpPr>
                <p:cNvPr id="940" name="Google Shape;940;p18"/>
                <p:cNvSpPr/>
                <p:nvPr/>
              </p:nvSpPr>
              <p:spPr>
                <a:xfrm>
                  <a:off x="6302696" y="2744247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5.4124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41" name="Google Shape;941;p18"/>
                <p:cNvCxnSpPr/>
                <p:nvPr/>
              </p:nvCxnSpPr>
              <p:spPr>
                <a:xfrm>
                  <a:off x="6059885" y="2821191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FF00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42" name="Google Shape;942;p18"/>
              <p:cNvGrpSpPr/>
              <p:nvPr/>
            </p:nvGrpSpPr>
            <p:grpSpPr>
              <a:xfrm>
                <a:off x="6059885" y="2882957"/>
                <a:ext cx="1143699" cy="153888"/>
                <a:chOff x="6059885" y="2891290"/>
                <a:chExt cx="1143699" cy="153888"/>
              </a:xfrm>
            </p:grpSpPr>
            <p:sp>
              <p:nvSpPr>
                <p:cNvPr id="943" name="Google Shape;943;p18"/>
                <p:cNvSpPr/>
                <p:nvPr/>
              </p:nvSpPr>
              <p:spPr>
                <a:xfrm>
                  <a:off x="6302696" y="2891290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2.7062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44" name="Google Shape;944;p18"/>
                <p:cNvCxnSpPr/>
                <p:nvPr/>
              </p:nvCxnSpPr>
              <p:spPr>
                <a:xfrm>
                  <a:off x="6059885" y="2968234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45" name="Google Shape;945;p18"/>
              <p:cNvGrpSpPr/>
              <p:nvPr/>
            </p:nvGrpSpPr>
            <p:grpSpPr>
              <a:xfrm>
                <a:off x="6059885" y="3034168"/>
                <a:ext cx="1143699" cy="153888"/>
                <a:chOff x="6059885" y="3038333"/>
                <a:chExt cx="1143699" cy="153888"/>
              </a:xfrm>
            </p:grpSpPr>
            <p:sp>
              <p:nvSpPr>
                <p:cNvPr id="946" name="Google Shape;946;p18"/>
                <p:cNvSpPr/>
                <p:nvPr/>
              </p:nvSpPr>
              <p:spPr>
                <a:xfrm>
                  <a:off x="6302696" y="3038333"/>
                  <a:ext cx="90088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1.3531 nM CTH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47" name="Google Shape;947;p18"/>
                <p:cNvCxnSpPr/>
                <p:nvPr/>
              </p:nvCxnSpPr>
              <p:spPr>
                <a:xfrm>
                  <a:off x="6059885" y="3115277"/>
                  <a:ext cx="18288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228B2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948" name="Google Shape;948;p18"/>
          <p:cNvSpPr txBox="1"/>
          <p:nvPr/>
        </p:nvSpPr>
        <p:spPr>
          <a:xfrm>
            <a:off x="6334650" y="904772"/>
            <a:ext cx="31742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RNA Surface (Fc4-3, Ref. Sub.)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MCH Surface Subtracted, Buffer Subtracted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9"/>
          <p:cNvSpPr txBox="1"/>
          <p:nvPr/>
        </p:nvSpPr>
        <p:spPr>
          <a:xfrm>
            <a:off x="1704352" y="80914"/>
            <a:ext cx="8783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Binding Results Summary (Exp 2)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4" name="Google Shape;954;p19"/>
          <p:cNvGrpSpPr/>
          <p:nvPr/>
        </p:nvGrpSpPr>
        <p:grpSpPr>
          <a:xfrm>
            <a:off x="208426" y="665689"/>
            <a:ext cx="5887574" cy="6034298"/>
            <a:chOff x="6092977" y="706769"/>
            <a:chExt cx="5887574" cy="6034298"/>
          </a:xfrm>
        </p:grpSpPr>
        <p:grpSp>
          <p:nvGrpSpPr>
            <p:cNvPr id="955" name="Google Shape;955;p19"/>
            <p:cNvGrpSpPr/>
            <p:nvPr/>
          </p:nvGrpSpPr>
          <p:grpSpPr>
            <a:xfrm>
              <a:off x="6951351" y="3689143"/>
              <a:ext cx="5029200" cy="3051924"/>
              <a:chOff x="6951351" y="3689143"/>
              <a:chExt cx="5029200" cy="3051924"/>
            </a:xfrm>
          </p:grpSpPr>
          <p:grpSp>
            <p:nvGrpSpPr>
              <p:cNvPr id="956" name="Google Shape;956;p19"/>
              <p:cNvGrpSpPr/>
              <p:nvPr/>
            </p:nvGrpSpPr>
            <p:grpSpPr>
              <a:xfrm>
                <a:off x="6951351" y="3997867"/>
                <a:ext cx="5029200" cy="2743200"/>
                <a:chOff x="2504328" y="1293813"/>
                <a:chExt cx="4479544" cy="2758976"/>
              </a:xfrm>
            </p:grpSpPr>
            <p:cxnSp>
              <p:nvCxnSpPr>
                <p:cNvPr id="957" name="Google Shape;957;p19"/>
                <p:cNvCxnSpPr/>
                <p:nvPr/>
              </p:nvCxnSpPr>
              <p:spPr>
                <a:xfrm rot="10800000">
                  <a:off x="3005138" y="1358901"/>
                  <a:ext cx="0" cy="23383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8" name="Google Shape;958;p19"/>
                <p:cNvCxnSpPr/>
                <p:nvPr/>
              </p:nvCxnSpPr>
              <p:spPr>
                <a:xfrm rot="10800000">
                  <a:off x="2989263" y="3697288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9" name="Google Shape;959;p19"/>
                <p:cNvCxnSpPr/>
                <p:nvPr/>
              </p:nvCxnSpPr>
              <p:spPr>
                <a:xfrm rot="10800000">
                  <a:off x="2989263" y="3463926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0" name="Google Shape;960;p19"/>
                <p:cNvCxnSpPr/>
                <p:nvPr/>
              </p:nvCxnSpPr>
              <p:spPr>
                <a:xfrm rot="10800000">
                  <a:off x="2989263" y="3228976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1" name="Google Shape;961;p19"/>
                <p:cNvCxnSpPr/>
                <p:nvPr/>
              </p:nvCxnSpPr>
              <p:spPr>
                <a:xfrm rot="10800000">
                  <a:off x="2989263" y="299561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2" name="Google Shape;962;p19"/>
                <p:cNvCxnSpPr/>
                <p:nvPr/>
              </p:nvCxnSpPr>
              <p:spPr>
                <a:xfrm rot="10800000">
                  <a:off x="2989263" y="2762251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3" name="Google Shape;963;p19"/>
                <p:cNvCxnSpPr/>
                <p:nvPr/>
              </p:nvCxnSpPr>
              <p:spPr>
                <a:xfrm rot="10800000">
                  <a:off x="2989263" y="2528888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4" name="Google Shape;964;p19"/>
                <p:cNvCxnSpPr/>
                <p:nvPr/>
              </p:nvCxnSpPr>
              <p:spPr>
                <a:xfrm rot="10800000">
                  <a:off x="2989263" y="2295526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5" name="Google Shape;965;p19"/>
                <p:cNvCxnSpPr/>
                <p:nvPr/>
              </p:nvCxnSpPr>
              <p:spPr>
                <a:xfrm rot="10800000">
                  <a:off x="2989263" y="206216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6" name="Google Shape;966;p19"/>
                <p:cNvCxnSpPr/>
                <p:nvPr/>
              </p:nvCxnSpPr>
              <p:spPr>
                <a:xfrm rot="10800000">
                  <a:off x="2989263" y="182721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7" name="Google Shape;967;p19"/>
                <p:cNvCxnSpPr/>
                <p:nvPr/>
              </p:nvCxnSpPr>
              <p:spPr>
                <a:xfrm rot="10800000">
                  <a:off x="2989263" y="1593851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8" name="Google Shape;968;p19"/>
                <p:cNvCxnSpPr/>
                <p:nvPr/>
              </p:nvCxnSpPr>
              <p:spPr>
                <a:xfrm rot="10800000">
                  <a:off x="2989263" y="1360488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69" name="Google Shape;969;p19"/>
                <p:cNvCxnSpPr/>
                <p:nvPr/>
              </p:nvCxnSpPr>
              <p:spPr>
                <a:xfrm rot="10800000">
                  <a:off x="2967038" y="3697288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0" name="Google Shape;970;p19"/>
                <p:cNvCxnSpPr/>
                <p:nvPr/>
              </p:nvCxnSpPr>
              <p:spPr>
                <a:xfrm rot="10800000">
                  <a:off x="2967038" y="3228976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1" name="Google Shape;971;p19"/>
                <p:cNvCxnSpPr/>
                <p:nvPr/>
              </p:nvCxnSpPr>
              <p:spPr>
                <a:xfrm rot="10800000">
                  <a:off x="2967038" y="2762251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2" name="Google Shape;972;p19"/>
                <p:cNvCxnSpPr/>
                <p:nvPr/>
              </p:nvCxnSpPr>
              <p:spPr>
                <a:xfrm rot="10800000">
                  <a:off x="2967038" y="2295526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3" name="Google Shape;973;p19"/>
                <p:cNvCxnSpPr/>
                <p:nvPr/>
              </p:nvCxnSpPr>
              <p:spPr>
                <a:xfrm rot="10800000">
                  <a:off x="2967038" y="1827213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4" name="Google Shape;974;p19"/>
                <p:cNvCxnSpPr/>
                <p:nvPr/>
              </p:nvCxnSpPr>
              <p:spPr>
                <a:xfrm rot="10800000">
                  <a:off x="2967038" y="1358901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975" name="Google Shape;975;p19"/>
                <p:cNvSpPr/>
                <p:nvPr/>
              </p:nvSpPr>
              <p:spPr>
                <a:xfrm>
                  <a:off x="2744788" y="3632201"/>
                  <a:ext cx="18434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-50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6" name="Google Shape;976;p19"/>
                <p:cNvSpPr/>
                <p:nvPr/>
              </p:nvSpPr>
              <p:spPr>
                <a:xfrm>
                  <a:off x="2805113" y="3163888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7" name="Google Shape;977;p19"/>
                <p:cNvSpPr/>
                <p:nvPr/>
              </p:nvSpPr>
              <p:spPr>
                <a:xfrm>
                  <a:off x="2765426" y="2697163"/>
                  <a:ext cx="141064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" name="Google Shape;978;p19"/>
                <p:cNvSpPr/>
                <p:nvPr/>
              </p:nvSpPr>
              <p:spPr>
                <a:xfrm>
                  <a:off x="2728913" y="2230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9" name="Google Shape;979;p19"/>
                <p:cNvSpPr/>
                <p:nvPr/>
              </p:nvSpPr>
              <p:spPr>
                <a:xfrm>
                  <a:off x="2728913" y="176212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150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0" name="Google Shape;980;p19"/>
                <p:cNvSpPr/>
                <p:nvPr/>
              </p:nvSpPr>
              <p:spPr>
                <a:xfrm>
                  <a:off x="2728913" y="1293813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981" name="Google Shape;981;p19"/>
                <p:cNvCxnSpPr/>
                <p:nvPr/>
              </p:nvCxnSpPr>
              <p:spPr>
                <a:xfrm>
                  <a:off x="3005138" y="3697288"/>
                  <a:ext cx="383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2" name="Google Shape;982;p19"/>
                <p:cNvCxnSpPr/>
                <p:nvPr/>
              </p:nvCxnSpPr>
              <p:spPr>
                <a:xfrm>
                  <a:off x="300513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3" name="Google Shape;983;p19"/>
                <p:cNvCxnSpPr/>
                <p:nvPr/>
              </p:nvCxnSpPr>
              <p:spPr>
                <a:xfrm>
                  <a:off x="3216276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4" name="Google Shape;984;p19"/>
                <p:cNvCxnSpPr/>
                <p:nvPr/>
              </p:nvCxnSpPr>
              <p:spPr>
                <a:xfrm>
                  <a:off x="343058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5" name="Google Shape;985;p19"/>
                <p:cNvCxnSpPr/>
                <p:nvPr/>
              </p:nvCxnSpPr>
              <p:spPr>
                <a:xfrm>
                  <a:off x="3641726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6" name="Google Shape;986;p19"/>
                <p:cNvCxnSpPr/>
                <p:nvPr/>
              </p:nvCxnSpPr>
              <p:spPr>
                <a:xfrm>
                  <a:off x="385603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7" name="Google Shape;987;p19"/>
                <p:cNvCxnSpPr/>
                <p:nvPr/>
              </p:nvCxnSpPr>
              <p:spPr>
                <a:xfrm>
                  <a:off x="4067176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8" name="Google Shape;988;p19"/>
                <p:cNvCxnSpPr/>
                <p:nvPr/>
              </p:nvCxnSpPr>
              <p:spPr>
                <a:xfrm>
                  <a:off x="428148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89" name="Google Shape;989;p19"/>
                <p:cNvCxnSpPr/>
                <p:nvPr/>
              </p:nvCxnSpPr>
              <p:spPr>
                <a:xfrm>
                  <a:off x="4492626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0" name="Google Shape;990;p19"/>
                <p:cNvCxnSpPr/>
                <p:nvPr/>
              </p:nvCxnSpPr>
              <p:spPr>
                <a:xfrm>
                  <a:off x="470693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1" name="Google Shape;991;p19"/>
                <p:cNvCxnSpPr/>
                <p:nvPr/>
              </p:nvCxnSpPr>
              <p:spPr>
                <a:xfrm>
                  <a:off x="4919663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2" name="Google Shape;992;p19"/>
                <p:cNvCxnSpPr/>
                <p:nvPr/>
              </p:nvCxnSpPr>
              <p:spPr>
                <a:xfrm>
                  <a:off x="513238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3" name="Google Shape;993;p19"/>
                <p:cNvCxnSpPr/>
                <p:nvPr/>
              </p:nvCxnSpPr>
              <p:spPr>
                <a:xfrm>
                  <a:off x="5345113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4" name="Google Shape;994;p19"/>
                <p:cNvCxnSpPr/>
                <p:nvPr/>
              </p:nvCxnSpPr>
              <p:spPr>
                <a:xfrm>
                  <a:off x="555783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5" name="Google Shape;995;p19"/>
                <p:cNvCxnSpPr/>
                <p:nvPr/>
              </p:nvCxnSpPr>
              <p:spPr>
                <a:xfrm>
                  <a:off x="5770563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6" name="Google Shape;996;p19"/>
                <p:cNvCxnSpPr/>
                <p:nvPr/>
              </p:nvCxnSpPr>
              <p:spPr>
                <a:xfrm>
                  <a:off x="5983288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7" name="Google Shape;997;p19"/>
                <p:cNvCxnSpPr/>
                <p:nvPr/>
              </p:nvCxnSpPr>
              <p:spPr>
                <a:xfrm>
                  <a:off x="6196013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8" name="Google Shape;998;p19"/>
                <p:cNvCxnSpPr/>
                <p:nvPr/>
              </p:nvCxnSpPr>
              <p:spPr>
                <a:xfrm>
                  <a:off x="6407151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9" name="Google Shape;999;p19"/>
                <p:cNvCxnSpPr/>
                <p:nvPr/>
              </p:nvCxnSpPr>
              <p:spPr>
                <a:xfrm>
                  <a:off x="6621463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0" name="Google Shape;1000;p19"/>
                <p:cNvCxnSpPr/>
                <p:nvPr/>
              </p:nvCxnSpPr>
              <p:spPr>
                <a:xfrm>
                  <a:off x="6835776" y="3692526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1" name="Google Shape;1001;p19"/>
                <p:cNvCxnSpPr/>
                <p:nvPr/>
              </p:nvCxnSpPr>
              <p:spPr>
                <a:xfrm>
                  <a:off x="300513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2" name="Google Shape;1002;p19"/>
                <p:cNvCxnSpPr/>
                <p:nvPr/>
              </p:nvCxnSpPr>
              <p:spPr>
                <a:xfrm>
                  <a:off x="343058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3" name="Google Shape;1003;p19"/>
                <p:cNvCxnSpPr/>
                <p:nvPr/>
              </p:nvCxnSpPr>
              <p:spPr>
                <a:xfrm>
                  <a:off x="385603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4" name="Google Shape;1004;p19"/>
                <p:cNvCxnSpPr/>
                <p:nvPr/>
              </p:nvCxnSpPr>
              <p:spPr>
                <a:xfrm>
                  <a:off x="428148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5" name="Google Shape;1005;p19"/>
                <p:cNvCxnSpPr/>
                <p:nvPr/>
              </p:nvCxnSpPr>
              <p:spPr>
                <a:xfrm>
                  <a:off x="470693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6" name="Google Shape;1006;p19"/>
                <p:cNvCxnSpPr/>
                <p:nvPr/>
              </p:nvCxnSpPr>
              <p:spPr>
                <a:xfrm>
                  <a:off x="513238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7" name="Google Shape;1007;p19"/>
                <p:cNvCxnSpPr/>
                <p:nvPr/>
              </p:nvCxnSpPr>
              <p:spPr>
                <a:xfrm>
                  <a:off x="555783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8" name="Google Shape;1008;p19"/>
                <p:cNvCxnSpPr/>
                <p:nvPr/>
              </p:nvCxnSpPr>
              <p:spPr>
                <a:xfrm>
                  <a:off x="5983288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09" name="Google Shape;1009;p19"/>
                <p:cNvCxnSpPr/>
                <p:nvPr/>
              </p:nvCxnSpPr>
              <p:spPr>
                <a:xfrm>
                  <a:off x="6407151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0" name="Google Shape;1010;p19"/>
                <p:cNvCxnSpPr/>
                <p:nvPr/>
              </p:nvCxnSpPr>
              <p:spPr>
                <a:xfrm>
                  <a:off x="6835776" y="3683001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011" name="Google Shape;1011;p19"/>
                <p:cNvSpPr/>
                <p:nvPr/>
              </p:nvSpPr>
              <p:spPr>
                <a:xfrm>
                  <a:off x="2927351" y="3749676"/>
                  <a:ext cx="25487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-100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19"/>
                <p:cNvSpPr/>
                <p:nvPr/>
              </p:nvSpPr>
              <p:spPr>
                <a:xfrm>
                  <a:off x="3408363" y="3749676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3" name="Google Shape;1013;p19"/>
                <p:cNvSpPr/>
                <p:nvPr/>
              </p:nvSpPr>
              <p:spPr>
                <a:xfrm>
                  <a:off x="379253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4" name="Google Shape;1014;p19"/>
                <p:cNvSpPr/>
                <p:nvPr/>
              </p:nvSpPr>
              <p:spPr>
                <a:xfrm>
                  <a:off x="421798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19"/>
                <p:cNvSpPr/>
                <p:nvPr/>
              </p:nvSpPr>
              <p:spPr>
                <a:xfrm>
                  <a:off x="464343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19"/>
                <p:cNvSpPr/>
                <p:nvPr/>
              </p:nvSpPr>
              <p:spPr>
                <a:xfrm>
                  <a:off x="506888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7" name="Google Shape;1017;p19"/>
                <p:cNvSpPr/>
                <p:nvPr/>
              </p:nvSpPr>
              <p:spPr>
                <a:xfrm>
                  <a:off x="549433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8" name="Google Shape;1018;p19"/>
                <p:cNvSpPr/>
                <p:nvPr/>
              </p:nvSpPr>
              <p:spPr>
                <a:xfrm>
                  <a:off x="591978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19"/>
                <p:cNvSpPr/>
                <p:nvPr/>
              </p:nvSpPr>
              <p:spPr>
                <a:xfrm>
                  <a:off x="6345238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19"/>
                <p:cNvSpPr/>
                <p:nvPr/>
              </p:nvSpPr>
              <p:spPr>
                <a:xfrm>
                  <a:off x="6772276" y="3749676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1" name="Google Shape;1021;p19"/>
                <p:cNvSpPr/>
                <p:nvPr/>
              </p:nvSpPr>
              <p:spPr>
                <a:xfrm rot="-5400000">
                  <a:off x="2122011" y="2385742"/>
                  <a:ext cx="918521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1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Response (RU)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2" name="Google Shape;1022;p19"/>
                <p:cNvSpPr/>
                <p:nvPr/>
              </p:nvSpPr>
              <p:spPr>
                <a:xfrm>
                  <a:off x="4550554" y="3898901"/>
                  <a:ext cx="490519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1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Time (s)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19"/>
                <p:cNvSpPr/>
                <p:nvPr/>
              </p:nvSpPr>
              <p:spPr>
                <a:xfrm>
                  <a:off x="3179763" y="3228976"/>
                  <a:ext cx="3584575" cy="0"/>
                </a:xfrm>
                <a:custGeom>
                  <a:rect b="b" l="l" r="r" t="t"/>
                  <a:pathLst>
                    <a:path extrusionOk="0" h="120000" w="1357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3" y="0"/>
                      </a:lnTo>
                      <a:lnTo>
                        <a:pt x="14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8" y="0"/>
                      </a:lnTo>
                      <a:lnTo>
                        <a:pt x="20" y="0"/>
                      </a:lnTo>
                      <a:lnTo>
                        <a:pt x="21" y="0"/>
                      </a:lnTo>
                      <a:lnTo>
                        <a:pt x="23" y="0"/>
                      </a:lnTo>
                      <a:lnTo>
                        <a:pt x="24" y="0"/>
                      </a:lnTo>
                      <a:lnTo>
                        <a:pt x="26" y="0"/>
                      </a:lnTo>
                      <a:lnTo>
                        <a:pt x="27" y="0"/>
                      </a:lnTo>
                      <a:lnTo>
                        <a:pt x="29" y="0"/>
                      </a:lnTo>
                      <a:lnTo>
                        <a:pt x="30" y="0"/>
                      </a:lnTo>
                      <a:lnTo>
                        <a:pt x="31" y="0"/>
                      </a:lnTo>
                      <a:lnTo>
                        <a:pt x="33" y="0"/>
                      </a:lnTo>
                      <a:lnTo>
                        <a:pt x="34" y="0"/>
                      </a:lnTo>
                      <a:lnTo>
                        <a:pt x="36" y="0"/>
                      </a:lnTo>
                      <a:lnTo>
                        <a:pt x="37" y="0"/>
                      </a:lnTo>
                      <a:lnTo>
                        <a:pt x="39" y="0"/>
                      </a:lnTo>
                      <a:lnTo>
                        <a:pt x="40" y="0"/>
                      </a:lnTo>
                      <a:lnTo>
                        <a:pt x="42" y="0"/>
                      </a:lnTo>
                      <a:lnTo>
                        <a:pt x="43" y="0"/>
                      </a:lnTo>
                      <a:lnTo>
                        <a:pt x="45" y="0"/>
                      </a:lnTo>
                      <a:lnTo>
                        <a:pt x="46" y="0"/>
                      </a:lnTo>
                      <a:lnTo>
                        <a:pt x="47" y="0"/>
                      </a:lnTo>
                      <a:lnTo>
                        <a:pt x="49" y="0"/>
                      </a:lnTo>
                      <a:lnTo>
                        <a:pt x="50" y="0"/>
                      </a:lnTo>
                      <a:lnTo>
                        <a:pt x="52" y="0"/>
                      </a:lnTo>
                      <a:lnTo>
                        <a:pt x="53" y="0"/>
                      </a:lnTo>
                      <a:lnTo>
                        <a:pt x="55" y="0"/>
                      </a:ln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59" y="0"/>
                      </a:lnTo>
                      <a:lnTo>
                        <a:pt x="60" y="0"/>
                      </a:lnTo>
                      <a:lnTo>
                        <a:pt x="62" y="0"/>
                      </a:lnTo>
                      <a:lnTo>
                        <a:pt x="63" y="0"/>
                      </a:lnTo>
                      <a:lnTo>
                        <a:pt x="65" y="0"/>
                      </a:lnTo>
                      <a:lnTo>
                        <a:pt x="66" y="0"/>
                      </a:lnTo>
                      <a:lnTo>
                        <a:pt x="68" y="0"/>
                      </a:lnTo>
                      <a:lnTo>
                        <a:pt x="69" y="0"/>
                      </a:lnTo>
                      <a:lnTo>
                        <a:pt x="71" y="0"/>
                      </a:lnTo>
                      <a:lnTo>
                        <a:pt x="72" y="0"/>
                      </a:lnTo>
                      <a:lnTo>
                        <a:pt x="74" y="0"/>
                      </a:lnTo>
                      <a:lnTo>
                        <a:pt x="75" y="0"/>
                      </a:lnTo>
                      <a:lnTo>
                        <a:pt x="76" y="0"/>
                      </a:lnTo>
                      <a:lnTo>
                        <a:pt x="78" y="0"/>
                      </a:lnTo>
                      <a:lnTo>
                        <a:pt x="79" y="0"/>
                      </a:lnTo>
                      <a:lnTo>
                        <a:pt x="81" y="0"/>
                      </a:lnTo>
                      <a:lnTo>
                        <a:pt x="82" y="0"/>
                      </a:lnTo>
                      <a:lnTo>
                        <a:pt x="84" y="0"/>
                      </a:lnTo>
                      <a:lnTo>
                        <a:pt x="85" y="0"/>
                      </a:lnTo>
                      <a:lnTo>
                        <a:pt x="87" y="0"/>
                      </a:lnTo>
                      <a:lnTo>
                        <a:pt x="88" y="0"/>
                      </a:lnTo>
                      <a:lnTo>
                        <a:pt x="89" y="0"/>
                      </a:lnTo>
                      <a:lnTo>
                        <a:pt x="91" y="0"/>
                      </a:lnTo>
                      <a:lnTo>
                        <a:pt x="92" y="0"/>
                      </a:lnTo>
                      <a:lnTo>
                        <a:pt x="94" y="0"/>
                      </a:lnTo>
                      <a:lnTo>
                        <a:pt x="95" y="0"/>
                      </a:lnTo>
                      <a:lnTo>
                        <a:pt x="97" y="0"/>
                      </a:lnTo>
                      <a:lnTo>
                        <a:pt x="98" y="0"/>
                      </a:lnTo>
                      <a:lnTo>
                        <a:pt x="100" y="0"/>
                      </a:lnTo>
                      <a:lnTo>
                        <a:pt x="101" y="0"/>
                      </a:lnTo>
                      <a:lnTo>
                        <a:pt x="103" y="0"/>
                      </a:lnTo>
                      <a:lnTo>
                        <a:pt x="104" y="0"/>
                      </a:lnTo>
                      <a:lnTo>
                        <a:pt x="105" y="0"/>
                      </a:lnTo>
                      <a:lnTo>
                        <a:pt x="107" y="0"/>
                      </a:lnTo>
                      <a:lnTo>
                        <a:pt x="108" y="0"/>
                      </a:lnTo>
                      <a:lnTo>
                        <a:pt x="110" y="0"/>
                      </a:lnTo>
                      <a:lnTo>
                        <a:pt x="111" y="0"/>
                      </a:lnTo>
                      <a:lnTo>
                        <a:pt x="113" y="0"/>
                      </a:lnTo>
                      <a:lnTo>
                        <a:pt x="114" y="0"/>
                      </a:lnTo>
                      <a:lnTo>
                        <a:pt x="116" y="0"/>
                      </a:lnTo>
                      <a:lnTo>
                        <a:pt x="117" y="0"/>
                      </a:lnTo>
                      <a:lnTo>
                        <a:pt x="118" y="0"/>
                      </a:lnTo>
                      <a:lnTo>
                        <a:pt x="120" y="0"/>
                      </a:lnTo>
                      <a:lnTo>
                        <a:pt x="121" y="0"/>
                      </a:lnTo>
                      <a:lnTo>
                        <a:pt x="123" y="0"/>
                      </a:lnTo>
                      <a:lnTo>
                        <a:pt x="124" y="0"/>
                      </a:lnTo>
                      <a:lnTo>
                        <a:pt x="126" y="0"/>
                      </a:lnTo>
                      <a:lnTo>
                        <a:pt x="127" y="0"/>
                      </a:lnTo>
                      <a:lnTo>
                        <a:pt x="129" y="0"/>
                      </a:lnTo>
                      <a:lnTo>
                        <a:pt x="130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9" y="0"/>
                      </a:lnTo>
                      <a:lnTo>
                        <a:pt x="140" y="0"/>
                      </a:lnTo>
                      <a:lnTo>
                        <a:pt x="142" y="0"/>
                      </a:lnTo>
                      <a:lnTo>
                        <a:pt x="143" y="0"/>
                      </a:lnTo>
                      <a:lnTo>
                        <a:pt x="145" y="0"/>
                      </a:lnTo>
                      <a:lnTo>
                        <a:pt x="146" y="0"/>
                      </a:lnTo>
                      <a:lnTo>
                        <a:pt x="147" y="0"/>
                      </a:lnTo>
                      <a:lnTo>
                        <a:pt x="149" y="0"/>
                      </a:lnTo>
                      <a:lnTo>
                        <a:pt x="150" y="0"/>
                      </a:lnTo>
                      <a:lnTo>
                        <a:pt x="152" y="0"/>
                      </a:lnTo>
                      <a:lnTo>
                        <a:pt x="153" y="0"/>
                      </a:lnTo>
                      <a:lnTo>
                        <a:pt x="155" y="0"/>
                      </a:lnTo>
                      <a:lnTo>
                        <a:pt x="156" y="0"/>
                      </a:lnTo>
                      <a:lnTo>
                        <a:pt x="158" y="0"/>
                      </a:lnTo>
                      <a:lnTo>
                        <a:pt x="159" y="0"/>
                      </a:lnTo>
                      <a:lnTo>
                        <a:pt x="161" y="0"/>
                      </a:lnTo>
                      <a:lnTo>
                        <a:pt x="162" y="0"/>
                      </a:lnTo>
                      <a:lnTo>
                        <a:pt x="163" y="0"/>
                      </a:lnTo>
                      <a:lnTo>
                        <a:pt x="165" y="0"/>
                      </a:lnTo>
                      <a:lnTo>
                        <a:pt x="166" y="0"/>
                      </a:lnTo>
                      <a:lnTo>
                        <a:pt x="168" y="0"/>
                      </a:lnTo>
                      <a:lnTo>
                        <a:pt x="169" y="0"/>
                      </a:lnTo>
                      <a:lnTo>
                        <a:pt x="171" y="0"/>
                      </a:lnTo>
                      <a:lnTo>
                        <a:pt x="172" y="0"/>
                      </a:lnTo>
                      <a:lnTo>
                        <a:pt x="174" y="0"/>
                      </a:lnTo>
                      <a:lnTo>
                        <a:pt x="175" y="0"/>
                      </a:lnTo>
                      <a:lnTo>
                        <a:pt x="176" y="0"/>
                      </a:lnTo>
                      <a:lnTo>
                        <a:pt x="178" y="0"/>
                      </a:lnTo>
                      <a:lnTo>
                        <a:pt x="179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4" y="0"/>
                      </a:lnTo>
                      <a:lnTo>
                        <a:pt x="185" y="0"/>
                      </a:lnTo>
                      <a:lnTo>
                        <a:pt x="187" y="0"/>
                      </a:lnTo>
                      <a:lnTo>
                        <a:pt x="188" y="0"/>
                      </a:lnTo>
                      <a:lnTo>
                        <a:pt x="190" y="0"/>
                      </a:lnTo>
                      <a:lnTo>
                        <a:pt x="191" y="0"/>
                      </a:lnTo>
                      <a:lnTo>
                        <a:pt x="192" y="0"/>
                      </a:lnTo>
                      <a:lnTo>
                        <a:pt x="194" y="0"/>
                      </a:lnTo>
                      <a:lnTo>
                        <a:pt x="195" y="0"/>
                      </a:lnTo>
                      <a:lnTo>
                        <a:pt x="197" y="0"/>
                      </a:lnTo>
                      <a:lnTo>
                        <a:pt x="198" y="0"/>
                      </a:lnTo>
                      <a:lnTo>
                        <a:pt x="200" y="0"/>
                      </a:lnTo>
                      <a:lnTo>
                        <a:pt x="201" y="0"/>
                      </a:lnTo>
                      <a:lnTo>
                        <a:pt x="203" y="0"/>
                      </a:lnTo>
                      <a:lnTo>
                        <a:pt x="204" y="0"/>
                      </a:lnTo>
                      <a:lnTo>
                        <a:pt x="205" y="0"/>
                      </a:lnTo>
                      <a:lnTo>
                        <a:pt x="207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1" y="0"/>
                      </a:lnTo>
                      <a:lnTo>
                        <a:pt x="213" y="0"/>
                      </a:lnTo>
                      <a:lnTo>
                        <a:pt x="214" y="0"/>
                      </a:lnTo>
                      <a:lnTo>
                        <a:pt x="216" y="0"/>
                      </a:lnTo>
                      <a:lnTo>
                        <a:pt x="217" y="0"/>
                      </a:lnTo>
                      <a:lnTo>
                        <a:pt x="219" y="0"/>
                      </a:lnTo>
                      <a:lnTo>
                        <a:pt x="220" y="0"/>
                      </a:lnTo>
                      <a:lnTo>
                        <a:pt x="221" y="0"/>
                      </a:lnTo>
                      <a:lnTo>
                        <a:pt x="223" y="0"/>
                      </a:lnTo>
                      <a:lnTo>
                        <a:pt x="224" y="0"/>
                      </a:lnTo>
                      <a:lnTo>
                        <a:pt x="226" y="0"/>
                      </a:lnTo>
                      <a:lnTo>
                        <a:pt x="227" y="0"/>
                      </a:lnTo>
                      <a:lnTo>
                        <a:pt x="229" y="0"/>
                      </a:lnTo>
                      <a:lnTo>
                        <a:pt x="230" y="0"/>
                      </a:lnTo>
                      <a:lnTo>
                        <a:pt x="232" y="0"/>
                      </a:lnTo>
                      <a:lnTo>
                        <a:pt x="233" y="0"/>
                      </a:lnTo>
                      <a:lnTo>
                        <a:pt x="234" y="0"/>
                      </a:lnTo>
                      <a:lnTo>
                        <a:pt x="236" y="0"/>
                      </a:lnTo>
                      <a:lnTo>
                        <a:pt x="237" y="0"/>
                      </a:lnTo>
                      <a:lnTo>
                        <a:pt x="239" y="0"/>
                      </a:lnTo>
                      <a:lnTo>
                        <a:pt x="240" y="0"/>
                      </a:lnTo>
                      <a:lnTo>
                        <a:pt x="242" y="0"/>
                      </a:lnTo>
                      <a:lnTo>
                        <a:pt x="243" y="0"/>
                      </a:lnTo>
                      <a:lnTo>
                        <a:pt x="245" y="0"/>
                      </a:lnTo>
                      <a:lnTo>
                        <a:pt x="246" y="0"/>
                      </a:lnTo>
                      <a:lnTo>
                        <a:pt x="248" y="0"/>
                      </a:lnTo>
                      <a:lnTo>
                        <a:pt x="249" y="0"/>
                      </a:lnTo>
                      <a:lnTo>
                        <a:pt x="250" y="0"/>
                      </a:lnTo>
                      <a:lnTo>
                        <a:pt x="252" y="0"/>
                      </a:lnTo>
                      <a:lnTo>
                        <a:pt x="253" y="0"/>
                      </a:lnTo>
                      <a:lnTo>
                        <a:pt x="255" y="0"/>
                      </a:lnTo>
                      <a:lnTo>
                        <a:pt x="256" y="0"/>
                      </a:lnTo>
                      <a:lnTo>
                        <a:pt x="258" y="0"/>
                      </a:lnTo>
                      <a:lnTo>
                        <a:pt x="259" y="0"/>
                      </a:lnTo>
                      <a:lnTo>
                        <a:pt x="261" y="0"/>
                      </a:lnTo>
                      <a:lnTo>
                        <a:pt x="262" y="0"/>
                      </a:lnTo>
                      <a:lnTo>
                        <a:pt x="263" y="0"/>
                      </a:lnTo>
                      <a:lnTo>
                        <a:pt x="265" y="0"/>
                      </a:lnTo>
                      <a:lnTo>
                        <a:pt x="266" y="0"/>
                      </a:lnTo>
                      <a:lnTo>
                        <a:pt x="268" y="0"/>
                      </a:lnTo>
                      <a:lnTo>
                        <a:pt x="269" y="0"/>
                      </a:lnTo>
                      <a:lnTo>
                        <a:pt x="271" y="0"/>
                      </a:lnTo>
                      <a:lnTo>
                        <a:pt x="272" y="0"/>
                      </a:lnTo>
                      <a:lnTo>
                        <a:pt x="274" y="0"/>
                      </a:lnTo>
                      <a:lnTo>
                        <a:pt x="275" y="0"/>
                      </a:lnTo>
                      <a:lnTo>
                        <a:pt x="277" y="0"/>
                      </a:lnTo>
                      <a:lnTo>
                        <a:pt x="278" y="0"/>
                      </a:lnTo>
                      <a:lnTo>
                        <a:pt x="279" y="0"/>
                      </a:lnTo>
                      <a:lnTo>
                        <a:pt x="281" y="0"/>
                      </a:lnTo>
                      <a:lnTo>
                        <a:pt x="282" y="0"/>
                      </a:lnTo>
                      <a:lnTo>
                        <a:pt x="284" y="0"/>
                      </a:lnTo>
                      <a:lnTo>
                        <a:pt x="285" y="0"/>
                      </a:lnTo>
                      <a:lnTo>
                        <a:pt x="287" y="0"/>
                      </a:lnTo>
                      <a:lnTo>
                        <a:pt x="288" y="0"/>
                      </a:lnTo>
                      <a:lnTo>
                        <a:pt x="290" y="0"/>
                      </a:lnTo>
                      <a:lnTo>
                        <a:pt x="291" y="0"/>
                      </a:lnTo>
                      <a:lnTo>
                        <a:pt x="292" y="0"/>
                      </a:lnTo>
                      <a:lnTo>
                        <a:pt x="294" y="0"/>
                      </a:lnTo>
                      <a:lnTo>
                        <a:pt x="295" y="0"/>
                      </a:lnTo>
                      <a:lnTo>
                        <a:pt x="297" y="0"/>
                      </a:lnTo>
                      <a:lnTo>
                        <a:pt x="298" y="0"/>
                      </a:lnTo>
                      <a:lnTo>
                        <a:pt x="300" y="0"/>
                      </a:lnTo>
                      <a:lnTo>
                        <a:pt x="301" y="0"/>
                      </a:lnTo>
                      <a:lnTo>
                        <a:pt x="303" y="0"/>
                      </a:lnTo>
                      <a:lnTo>
                        <a:pt x="304" y="0"/>
                      </a:lnTo>
                      <a:lnTo>
                        <a:pt x="306" y="0"/>
                      </a:lnTo>
                      <a:lnTo>
                        <a:pt x="307" y="0"/>
                      </a:lnTo>
                      <a:lnTo>
                        <a:pt x="308" y="0"/>
                      </a:lnTo>
                      <a:lnTo>
                        <a:pt x="310" y="0"/>
                      </a:lnTo>
                      <a:lnTo>
                        <a:pt x="311" y="0"/>
                      </a:lnTo>
                      <a:lnTo>
                        <a:pt x="313" y="0"/>
                      </a:lnTo>
                      <a:lnTo>
                        <a:pt x="314" y="0"/>
                      </a:lnTo>
                      <a:lnTo>
                        <a:pt x="316" y="0"/>
                      </a:lnTo>
                      <a:lnTo>
                        <a:pt x="317" y="0"/>
                      </a:lnTo>
                      <a:lnTo>
                        <a:pt x="319" y="0"/>
                      </a:lnTo>
                      <a:lnTo>
                        <a:pt x="320" y="0"/>
                      </a:lnTo>
                      <a:lnTo>
                        <a:pt x="321" y="0"/>
                      </a:lnTo>
                      <a:lnTo>
                        <a:pt x="323" y="0"/>
                      </a:lnTo>
                      <a:lnTo>
                        <a:pt x="324" y="0"/>
                      </a:lnTo>
                      <a:lnTo>
                        <a:pt x="326" y="0"/>
                      </a:lnTo>
                      <a:lnTo>
                        <a:pt x="327" y="0"/>
                      </a:lnTo>
                      <a:lnTo>
                        <a:pt x="329" y="0"/>
                      </a:lnTo>
                      <a:lnTo>
                        <a:pt x="330" y="0"/>
                      </a:lnTo>
                      <a:lnTo>
                        <a:pt x="332" y="0"/>
                      </a:lnTo>
                      <a:lnTo>
                        <a:pt x="333" y="0"/>
                      </a:lnTo>
                      <a:lnTo>
                        <a:pt x="335" y="0"/>
                      </a:lnTo>
                      <a:lnTo>
                        <a:pt x="336" y="0"/>
                      </a:lnTo>
                      <a:lnTo>
                        <a:pt x="337" y="0"/>
                      </a:lnTo>
                      <a:lnTo>
                        <a:pt x="339" y="0"/>
                      </a:lnTo>
                      <a:lnTo>
                        <a:pt x="340" y="0"/>
                      </a:lnTo>
                      <a:lnTo>
                        <a:pt x="342" y="0"/>
                      </a:lnTo>
                      <a:lnTo>
                        <a:pt x="343" y="0"/>
                      </a:lnTo>
                      <a:lnTo>
                        <a:pt x="345" y="0"/>
                      </a:lnTo>
                      <a:lnTo>
                        <a:pt x="346" y="0"/>
                      </a:lnTo>
                      <a:lnTo>
                        <a:pt x="348" y="0"/>
                      </a:lnTo>
                      <a:lnTo>
                        <a:pt x="349" y="0"/>
                      </a:lnTo>
                      <a:lnTo>
                        <a:pt x="350" y="0"/>
                      </a:lnTo>
                      <a:lnTo>
                        <a:pt x="352" y="0"/>
                      </a:lnTo>
                      <a:lnTo>
                        <a:pt x="353" y="0"/>
                      </a:lnTo>
                      <a:lnTo>
                        <a:pt x="355" y="0"/>
                      </a:lnTo>
                      <a:lnTo>
                        <a:pt x="356" y="0"/>
                      </a:lnTo>
                      <a:lnTo>
                        <a:pt x="358" y="0"/>
                      </a:lnTo>
                      <a:lnTo>
                        <a:pt x="359" y="0"/>
                      </a:lnTo>
                      <a:lnTo>
                        <a:pt x="361" y="0"/>
                      </a:lnTo>
                      <a:lnTo>
                        <a:pt x="362" y="0"/>
                      </a:lnTo>
                      <a:lnTo>
                        <a:pt x="364" y="0"/>
                      </a:lnTo>
                      <a:lnTo>
                        <a:pt x="365" y="0"/>
                      </a:lnTo>
                      <a:lnTo>
                        <a:pt x="366" y="0"/>
                      </a:lnTo>
                      <a:lnTo>
                        <a:pt x="368" y="0"/>
                      </a:lnTo>
                      <a:lnTo>
                        <a:pt x="369" y="0"/>
                      </a:lnTo>
                      <a:lnTo>
                        <a:pt x="371" y="0"/>
                      </a:lnTo>
                      <a:lnTo>
                        <a:pt x="372" y="0"/>
                      </a:lnTo>
                      <a:lnTo>
                        <a:pt x="374" y="0"/>
                      </a:lnTo>
                      <a:lnTo>
                        <a:pt x="375" y="0"/>
                      </a:lnTo>
                      <a:lnTo>
                        <a:pt x="377" y="0"/>
                      </a:lnTo>
                      <a:lnTo>
                        <a:pt x="378" y="0"/>
                      </a:lnTo>
                      <a:lnTo>
                        <a:pt x="379" y="0"/>
                      </a:lnTo>
                      <a:lnTo>
                        <a:pt x="381" y="0"/>
                      </a:lnTo>
                      <a:lnTo>
                        <a:pt x="382" y="0"/>
                      </a:lnTo>
                      <a:lnTo>
                        <a:pt x="384" y="0"/>
                      </a:lnTo>
                      <a:lnTo>
                        <a:pt x="385" y="0"/>
                      </a:lnTo>
                      <a:lnTo>
                        <a:pt x="387" y="0"/>
                      </a:lnTo>
                      <a:lnTo>
                        <a:pt x="388" y="0"/>
                      </a:lnTo>
                      <a:lnTo>
                        <a:pt x="390" y="0"/>
                      </a:lnTo>
                      <a:lnTo>
                        <a:pt x="391" y="0"/>
                      </a:lnTo>
                      <a:lnTo>
                        <a:pt x="393" y="0"/>
                      </a:lnTo>
                      <a:lnTo>
                        <a:pt x="394" y="0"/>
                      </a:lnTo>
                      <a:lnTo>
                        <a:pt x="395" y="0"/>
                      </a:lnTo>
                      <a:lnTo>
                        <a:pt x="397" y="0"/>
                      </a:lnTo>
                      <a:lnTo>
                        <a:pt x="398" y="0"/>
                      </a:lnTo>
                      <a:lnTo>
                        <a:pt x="400" y="0"/>
                      </a:lnTo>
                      <a:lnTo>
                        <a:pt x="401" y="0"/>
                      </a:lnTo>
                      <a:lnTo>
                        <a:pt x="403" y="0"/>
                      </a:lnTo>
                      <a:lnTo>
                        <a:pt x="404" y="0"/>
                      </a:lnTo>
                      <a:lnTo>
                        <a:pt x="406" y="0"/>
                      </a:lnTo>
                      <a:lnTo>
                        <a:pt x="407" y="0"/>
                      </a:lnTo>
                      <a:lnTo>
                        <a:pt x="408" y="0"/>
                      </a:lnTo>
                      <a:lnTo>
                        <a:pt x="410" y="0"/>
                      </a:lnTo>
                      <a:lnTo>
                        <a:pt x="411" y="0"/>
                      </a:lnTo>
                      <a:lnTo>
                        <a:pt x="413" y="0"/>
                      </a:lnTo>
                      <a:lnTo>
                        <a:pt x="414" y="0"/>
                      </a:lnTo>
                      <a:lnTo>
                        <a:pt x="416" y="0"/>
                      </a:lnTo>
                      <a:lnTo>
                        <a:pt x="417" y="0"/>
                      </a:lnTo>
                      <a:lnTo>
                        <a:pt x="419" y="0"/>
                      </a:lnTo>
                      <a:lnTo>
                        <a:pt x="420" y="0"/>
                      </a:lnTo>
                      <a:lnTo>
                        <a:pt x="422" y="0"/>
                      </a:lnTo>
                      <a:lnTo>
                        <a:pt x="423" y="0"/>
                      </a:lnTo>
                      <a:lnTo>
                        <a:pt x="424" y="0"/>
                      </a:lnTo>
                      <a:lnTo>
                        <a:pt x="426" y="0"/>
                      </a:lnTo>
                      <a:lnTo>
                        <a:pt x="427" y="0"/>
                      </a:lnTo>
                      <a:lnTo>
                        <a:pt x="429" y="0"/>
                      </a:lnTo>
                      <a:lnTo>
                        <a:pt x="430" y="0"/>
                      </a:lnTo>
                      <a:lnTo>
                        <a:pt x="432" y="0"/>
                      </a:lnTo>
                      <a:lnTo>
                        <a:pt x="433" y="0"/>
                      </a:lnTo>
                      <a:lnTo>
                        <a:pt x="435" y="0"/>
                      </a:lnTo>
                      <a:lnTo>
                        <a:pt x="436" y="0"/>
                      </a:lnTo>
                      <a:lnTo>
                        <a:pt x="437" y="0"/>
                      </a:lnTo>
                      <a:lnTo>
                        <a:pt x="439" y="0"/>
                      </a:lnTo>
                      <a:lnTo>
                        <a:pt x="440" y="0"/>
                      </a:lnTo>
                      <a:lnTo>
                        <a:pt x="442" y="0"/>
                      </a:lnTo>
                      <a:lnTo>
                        <a:pt x="443" y="0"/>
                      </a:lnTo>
                      <a:lnTo>
                        <a:pt x="445" y="0"/>
                      </a:lnTo>
                      <a:lnTo>
                        <a:pt x="446" y="0"/>
                      </a:lnTo>
                      <a:lnTo>
                        <a:pt x="448" y="0"/>
                      </a:lnTo>
                      <a:lnTo>
                        <a:pt x="449" y="0"/>
                      </a:lnTo>
                      <a:lnTo>
                        <a:pt x="451" y="0"/>
                      </a:lnTo>
                      <a:lnTo>
                        <a:pt x="452" y="0"/>
                      </a:lnTo>
                      <a:lnTo>
                        <a:pt x="453" y="0"/>
                      </a:lnTo>
                      <a:lnTo>
                        <a:pt x="455" y="0"/>
                      </a:lnTo>
                      <a:lnTo>
                        <a:pt x="456" y="0"/>
                      </a:lnTo>
                      <a:lnTo>
                        <a:pt x="458" y="0"/>
                      </a:lnTo>
                      <a:lnTo>
                        <a:pt x="459" y="0"/>
                      </a:lnTo>
                      <a:lnTo>
                        <a:pt x="461" y="0"/>
                      </a:lnTo>
                      <a:lnTo>
                        <a:pt x="462" y="0"/>
                      </a:lnTo>
                      <a:lnTo>
                        <a:pt x="464" y="0"/>
                      </a:lnTo>
                      <a:lnTo>
                        <a:pt x="465" y="0"/>
                      </a:lnTo>
                      <a:lnTo>
                        <a:pt x="466" y="0"/>
                      </a:lnTo>
                      <a:lnTo>
                        <a:pt x="468" y="0"/>
                      </a:lnTo>
                      <a:lnTo>
                        <a:pt x="469" y="0"/>
                      </a:lnTo>
                      <a:lnTo>
                        <a:pt x="471" y="0"/>
                      </a:lnTo>
                      <a:lnTo>
                        <a:pt x="472" y="0"/>
                      </a:lnTo>
                      <a:lnTo>
                        <a:pt x="474" y="0"/>
                      </a:lnTo>
                      <a:lnTo>
                        <a:pt x="475" y="0"/>
                      </a:lnTo>
                      <a:lnTo>
                        <a:pt x="477" y="0"/>
                      </a:lnTo>
                      <a:lnTo>
                        <a:pt x="478" y="0"/>
                      </a:lnTo>
                      <a:lnTo>
                        <a:pt x="480" y="0"/>
                      </a:lnTo>
                      <a:lnTo>
                        <a:pt x="481" y="0"/>
                      </a:lnTo>
                      <a:lnTo>
                        <a:pt x="482" y="0"/>
                      </a:lnTo>
                      <a:lnTo>
                        <a:pt x="484" y="0"/>
                      </a:lnTo>
                      <a:lnTo>
                        <a:pt x="485" y="0"/>
                      </a:lnTo>
                      <a:lnTo>
                        <a:pt x="487" y="0"/>
                      </a:lnTo>
                      <a:lnTo>
                        <a:pt x="488" y="0"/>
                      </a:lnTo>
                      <a:lnTo>
                        <a:pt x="490" y="0"/>
                      </a:lnTo>
                      <a:lnTo>
                        <a:pt x="491" y="0"/>
                      </a:lnTo>
                      <a:lnTo>
                        <a:pt x="493" y="0"/>
                      </a:lnTo>
                      <a:lnTo>
                        <a:pt x="494" y="0"/>
                      </a:lnTo>
                      <a:lnTo>
                        <a:pt x="495" y="0"/>
                      </a:lnTo>
                      <a:lnTo>
                        <a:pt x="497" y="0"/>
                      </a:lnTo>
                      <a:lnTo>
                        <a:pt x="498" y="0"/>
                      </a:lnTo>
                      <a:lnTo>
                        <a:pt x="500" y="0"/>
                      </a:lnTo>
                      <a:lnTo>
                        <a:pt x="501" y="0"/>
                      </a:lnTo>
                      <a:lnTo>
                        <a:pt x="503" y="0"/>
                      </a:lnTo>
                      <a:lnTo>
                        <a:pt x="504" y="0"/>
                      </a:lnTo>
                      <a:lnTo>
                        <a:pt x="506" y="0"/>
                      </a:lnTo>
                      <a:lnTo>
                        <a:pt x="507" y="0"/>
                      </a:lnTo>
                      <a:lnTo>
                        <a:pt x="509" y="0"/>
                      </a:lnTo>
                      <a:lnTo>
                        <a:pt x="510" y="0"/>
                      </a:lnTo>
                      <a:lnTo>
                        <a:pt x="511" y="0"/>
                      </a:lnTo>
                      <a:lnTo>
                        <a:pt x="513" y="0"/>
                      </a:lnTo>
                      <a:lnTo>
                        <a:pt x="514" y="0"/>
                      </a:lnTo>
                      <a:lnTo>
                        <a:pt x="516" y="0"/>
                      </a:lnTo>
                      <a:lnTo>
                        <a:pt x="517" y="0"/>
                      </a:lnTo>
                      <a:lnTo>
                        <a:pt x="519" y="0"/>
                      </a:lnTo>
                      <a:lnTo>
                        <a:pt x="520" y="0"/>
                      </a:lnTo>
                      <a:lnTo>
                        <a:pt x="522" y="0"/>
                      </a:lnTo>
                      <a:lnTo>
                        <a:pt x="523" y="0"/>
                      </a:lnTo>
                      <a:lnTo>
                        <a:pt x="524" y="0"/>
                      </a:lnTo>
                      <a:lnTo>
                        <a:pt x="526" y="0"/>
                      </a:lnTo>
                      <a:lnTo>
                        <a:pt x="527" y="0"/>
                      </a:lnTo>
                      <a:lnTo>
                        <a:pt x="529" y="0"/>
                      </a:lnTo>
                      <a:lnTo>
                        <a:pt x="530" y="0"/>
                      </a:lnTo>
                      <a:lnTo>
                        <a:pt x="532" y="0"/>
                      </a:lnTo>
                      <a:lnTo>
                        <a:pt x="533" y="0"/>
                      </a:lnTo>
                      <a:lnTo>
                        <a:pt x="535" y="0"/>
                      </a:lnTo>
                      <a:lnTo>
                        <a:pt x="536" y="0"/>
                      </a:lnTo>
                      <a:lnTo>
                        <a:pt x="538" y="0"/>
                      </a:lnTo>
                      <a:lnTo>
                        <a:pt x="539" y="0"/>
                      </a:lnTo>
                      <a:lnTo>
                        <a:pt x="540" y="0"/>
                      </a:lnTo>
                      <a:lnTo>
                        <a:pt x="542" y="0"/>
                      </a:lnTo>
                      <a:lnTo>
                        <a:pt x="543" y="0"/>
                      </a:lnTo>
                      <a:lnTo>
                        <a:pt x="545" y="0"/>
                      </a:lnTo>
                      <a:lnTo>
                        <a:pt x="546" y="0"/>
                      </a:lnTo>
                      <a:lnTo>
                        <a:pt x="548" y="0"/>
                      </a:lnTo>
                      <a:lnTo>
                        <a:pt x="549" y="0"/>
                      </a:lnTo>
                      <a:lnTo>
                        <a:pt x="551" y="0"/>
                      </a:lnTo>
                      <a:lnTo>
                        <a:pt x="552" y="0"/>
                      </a:lnTo>
                      <a:lnTo>
                        <a:pt x="553" y="0"/>
                      </a:lnTo>
                      <a:lnTo>
                        <a:pt x="555" y="0"/>
                      </a:lnTo>
                      <a:lnTo>
                        <a:pt x="556" y="0"/>
                      </a:lnTo>
                      <a:lnTo>
                        <a:pt x="558" y="0"/>
                      </a:lnTo>
                      <a:lnTo>
                        <a:pt x="559" y="0"/>
                      </a:lnTo>
                      <a:lnTo>
                        <a:pt x="561" y="0"/>
                      </a:lnTo>
                      <a:lnTo>
                        <a:pt x="562" y="0"/>
                      </a:lnTo>
                      <a:lnTo>
                        <a:pt x="564" y="0"/>
                      </a:lnTo>
                      <a:lnTo>
                        <a:pt x="565" y="0"/>
                      </a:lnTo>
                      <a:lnTo>
                        <a:pt x="567" y="0"/>
                      </a:lnTo>
                      <a:lnTo>
                        <a:pt x="568" y="0"/>
                      </a:lnTo>
                      <a:lnTo>
                        <a:pt x="569" y="0"/>
                      </a:lnTo>
                      <a:lnTo>
                        <a:pt x="571" y="0"/>
                      </a:lnTo>
                      <a:lnTo>
                        <a:pt x="572" y="0"/>
                      </a:lnTo>
                      <a:lnTo>
                        <a:pt x="574" y="0"/>
                      </a:lnTo>
                      <a:lnTo>
                        <a:pt x="575" y="0"/>
                      </a:lnTo>
                      <a:lnTo>
                        <a:pt x="577" y="0"/>
                      </a:lnTo>
                      <a:lnTo>
                        <a:pt x="578" y="0"/>
                      </a:lnTo>
                      <a:lnTo>
                        <a:pt x="580" y="0"/>
                      </a:lnTo>
                      <a:lnTo>
                        <a:pt x="581" y="0"/>
                      </a:lnTo>
                      <a:lnTo>
                        <a:pt x="582" y="0"/>
                      </a:lnTo>
                      <a:lnTo>
                        <a:pt x="584" y="0"/>
                      </a:lnTo>
                      <a:lnTo>
                        <a:pt x="585" y="0"/>
                      </a:lnTo>
                      <a:lnTo>
                        <a:pt x="587" y="0"/>
                      </a:lnTo>
                      <a:lnTo>
                        <a:pt x="588" y="0"/>
                      </a:lnTo>
                      <a:lnTo>
                        <a:pt x="590" y="0"/>
                      </a:lnTo>
                      <a:lnTo>
                        <a:pt x="591" y="0"/>
                      </a:lnTo>
                      <a:lnTo>
                        <a:pt x="593" y="0"/>
                      </a:lnTo>
                      <a:lnTo>
                        <a:pt x="594" y="0"/>
                      </a:lnTo>
                      <a:lnTo>
                        <a:pt x="596" y="0"/>
                      </a:lnTo>
                      <a:lnTo>
                        <a:pt x="597" y="0"/>
                      </a:lnTo>
                      <a:lnTo>
                        <a:pt x="598" y="0"/>
                      </a:lnTo>
                      <a:lnTo>
                        <a:pt x="600" y="0"/>
                      </a:lnTo>
                      <a:lnTo>
                        <a:pt x="601" y="0"/>
                      </a:lnTo>
                      <a:lnTo>
                        <a:pt x="603" y="0"/>
                      </a:lnTo>
                      <a:lnTo>
                        <a:pt x="604" y="0"/>
                      </a:lnTo>
                      <a:lnTo>
                        <a:pt x="606" y="0"/>
                      </a:lnTo>
                      <a:lnTo>
                        <a:pt x="607" y="0"/>
                      </a:lnTo>
                      <a:lnTo>
                        <a:pt x="609" y="0"/>
                      </a:lnTo>
                      <a:lnTo>
                        <a:pt x="610" y="0"/>
                      </a:lnTo>
                      <a:lnTo>
                        <a:pt x="611" y="0"/>
                      </a:lnTo>
                      <a:lnTo>
                        <a:pt x="613" y="0"/>
                      </a:lnTo>
                      <a:lnTo>
                        <a:pt x="614" y="0"/>
                      </a:lnTo>
                      <a:lnTo>
                        <a:pt x="616" y="0"/>
                      </a:lnTo>
                      <a:lnTo>
                        <a:pt x="617" y="0"/>
                      </a:lnTo>
                      <a:lnTo>
                        <a:pt x="619" y="0"/>
                      </a:lnTo>
                      <a:lnTo>
                        <a:pt x="620" y="0"/>
                      </a:lnTo>
                      <a:lnTo>
                        <a:pt x="622" y="0"/>
                      </a:lnTo>
                      <a:lnTo>
                        <a:pt x="623" y="0"/>
                      </a:lnTo>
                      <a:lnTo>
                        <a:pt x="625" y="0"/>
                      </a:lnTo>
                      <a:lnTo>
                        <a:pt x="626" y="0"/>
                      </a:lnTo>
                      <a:lnTo>
                        <a:pt x="627" y="0"/>
                      </a:lnTo>
                      <a:lnTo>
                        <a:pt x="629" y="0"/>
                      </a:lnTo>
                      <a:lnTo>
                        <a:pt x="630" y="0"/>
                      </a:lnTo>
                      <a:lnTo>
                        <a:pt x="632" y="0"/>
                      </a:lnTo>
                      <a:lnTo>
                        <a:pt x="633" y="0"/>
                      </a:lnTo>
                      <a:lnTo>
                        <a:pt x="635" y="0"/>
                      </a:lnTo>
                      <a:lnTo>
                        <a:pt x="636" y="0"/>
                      </a:lnTo>
                      <a:lnTo>
                        <a:pt x="638" y="0"/>
                      </a:lnTo>
                      <a:lnTo>
                        <a:pt x="639" y="0"/>
                      </a:lnTo>
                      <a:lnTo>
                        <a:pt x="640" y="0"/>
                      </a:lnTo>
                      <a:lnTo>
                        <a:pt x="642" y="0"/>
                      </a:lnTo>
                      <a:lnTo>
                        <a:pt x="643" y="0"/>
                      </a:lnTo>
                      <a:lnTo>
                        <a:pt x="645" y="0"/>
                      </a:lnTo>
                      <a:lnTo>
                        <a:pt x="646" y="0"/>
                      </a:lnTo>
                      <a:lnTo>
                        <a:pt x="648" y="0"/>
                      </a:lnTo>
                      <a:lnTo>
                        <a:pt x="649" y="0"/>
                      </a:lnTo>
                      <a:lnTo>
                        <a:pt x="651" y="0"/>
                      </a:lnTo>
                      <a:lnTo>
                        <a:pt x="652" y="0"/>
                      </a:lnTo>
                      <a:lnTo>
                        <a:pt x="654" y="0"/>
                      </a:lnTo>
                      <a:lnTo>
                        <a:pt x="655" y="0"/>
                      </a:lnTo>
                      <a:lnTo>
                        <a:pt x="656" y="0"/>
                      </a:lnTo>
                      <a:lnTo>
                        <a:pt x="658" y="0"/>
                      </a:lnTo>
                      <a:lnTo>
                        <a:pt x="659" y="0"/>
                      </a:lnTo>
                      <a:lnTo>
                        <a:pt x="661" y="0"/>
                      </a:lnTo>
                      <a:lnTo>
                        <a:pt x="662" y="0"/>
                      </a:lnTo>
                      <a:lnTo>
                        <a:pt x="664" y="0"/>
                      </a:lnTo>
                      <a:lnTo>
                        <a:pt x="665" y="0"/>
                      </a:lnTo>
                      <a:lnTo>
                        <a:pt x="667" y="0"/>
                      </a:lnTo>
                      <a:lnTo>
                        <a:pt x="668" y="0"/>
                      </a:lnTo>
                      <a:lnTo>
                        <a:pt x="669" y="0"/>
                      </a:lnTo>
                      <a:lnTo>
                        <a:pt x="671" y="0"/>
                      </a:lnTo>
                      <a:lnTo>
                        <a:pt x="672" y="0"/>
                      </a:lnTo>
                      <a:lnTo>
                        <a:pt x="674" y="0"/>
                      </a:lnTo>
                      <a:lnTo>
                        <a:pt x="675" y="0"/>
                      </a:lnTo>
                      <a:lnTo>
                        <a:pt x="677" y="0"/>
                      </a:lnTo>
                      <a:lnTo>
                        <a:pt x="678" y="0"/>
                      </a:lnTo>
                      <a:lnTo>
                        <a:pt x="680" y="0"/>
                      </a:lnTo>
                      <a:lnTo>
                        <a:pt x="681" y="0"/>
                      </a:lnTo>
                      <a:lnTo>
                        <a:pt x="683" y="0"/>
                      </a:lnTo>
                      <a:lnTo>
                        <a:pt x="684" y="0"/>
                      </a:lnTo>
                      <a:lnTo>
                        <a:pt x="685" y="0"/>
                      </a:lnTo>
                      <a:lnTo>
                        <a:pt x="687" y="0"/>
                      </a:lnTo>
                      <a:lnTo>
                        <a:pt x="688" y="0"/>
                      </a:lnTo>
                      <a:lnTo>
                        <a:pt x="690" y="0"/>
                      </a:lnTo>
                      <a:lnTo>
                        <a:pt x="691" y="0"/>
                      </a:lnTo>
                      <a:lnTo>
                        <a:pt x="693" y="0"/>
                      </a:lnTo>
                      <a:lnTo>
                        <a:pt x="694" y="0"/>
                      </a:lnTo>
                      <a:lnTo>
                        <a:pt x="696" y="0"/>
                      </a:lnTo>
                      <a:lnTo>
                        <a:pt x="697" y="0"/>
                      </a:lnTo>
                      <a:lnTo>
                        <a:pt x="698" y="0"/>
                      </a:lnTo>
                      <a:lnTo>
                        <a:pt x="700" y="0"/>
                      </a:lnTo>
                      <a:lnTo>
                        <a:pt x="701" y="0"/>
                      </a:lnTo>
                      <a:lnTo>
                        <a:pt x="703" y="0"/>
                      </a:lnTo>
                      <a:lnTo>
                        <a:pt x="704" y="0"/>
                      </a:lnTo>
                      <a:lnTo>
                        <a:pt x="706" y="0"/>
                      </a:lnTo>
                      <a:lnTo>
                        <a:pt x="707" y="0"/>
                      </a:lnTo>
                      <a:lnTo>
                        <a:pt x="709" y="0"/>
                      </a:lnTo>
                      <a:lnTo>
                        <a:pt x="710" y="0"/>
                      </a:lnTo>
                      <a:lnTo>
                        <a:pt x="712" y="0"/>
                      </a:lnTo>
                      <a:lnTo>
                        <a:pt x="713" y="0"/>
                      </a:lnTo>
                      <a:lnTo>
                        <a:pt x="714" y="0"/>
                      </a:lnTo>
                      <a:lnTo>
                        <a:pt x="716" y="0"/>
                      </a:lnTo>
                      <a:lnTo>
                        <a:pt x="717" y="0"/>
                      </a:lnTo>
                      <a:lnTo>
                        <a:pt x="719" y="0"/>
                      </a:lnTo>
                      <a:lnTo>
                        <a:pt x="720" y="0"/>
                      </a:lnTo>
                      <a:lnTo>
                        <a:pt x="722" y="0"/>
                      </a:lnTo>
                      <a:lnTo>
                        <a:pt x="723" y="0"/>
                      </a:lnTo>
                      <a:lnTo>
                        <a:pt x="725" y="0"/>
                      </a:lnTo>
                      <a:lnTo>
                        <a:pt x="726" y="0"/>
                      </a:lnTo>
                      <a:lnTo>
                        <a:pt x="727" y="0"/>
                      </a:lnTo>
                      <a:lnTo>
                        <a:pt x="729" y="0"/>
                      </a:lnTo>
                      <a:lnTo>
                        <a:pt x="730" y="0"/>
                      </a:lnTo>
                      <a:lnTo>
                        <a:pt x="732" y="0"/>
                      </a:lnTo>
                      <a:lnTo>
                        <a:pt x="733" y="0"/>
                      </a:lnTo>
                      <a:lnTo>
                        <a:pt x="735" y="0"/>
                      </a:lnTo>
                      <a:lnTo>
                        <a:pt x="736" y="0"/>
                      </a:lnTo>
                      <a:lnTo>
                        <a:pt x="738" y="0"/>
                      </a:lnTo>
                      <a:lnTo>
                        <a:pt x="739" y="0"/>
                      </a:lnTo>
                      <a:lnTo>
                        <a:pt x="741" y="0"/>
                      </a:lnTo>
                      <a:lnTo>
                        <a:pt x="742" y="0"/>
                      </a:lnTo>
                      <a:lnTo>
                        <a:pt x="743" y="0"/>
                      </a:lnTo>
                      <a:lnTo>
                        <a:pt x="745" y="0"/>
                      </a:lnTo>
                      <a:lnTo>
                        <a:pt x="746" y="0"/>
                      </a:lnTo>
                      <a:lnTo>
                        <a:pt x="748" y="0"/>
                      </a:lnTo>
                      <a:lnTo>
                        <a:pt x="749" y="0"/>
                      </a:lnTo>
                      <a:lnTo>
                        <a:pt x="751" y="0"/>
                      </a:lnTo>
                      <a:lnTo>
                        <a:pt x="752" y="0"/>
                      </a:lnTo>
                      <a:lnTo>
                        <a:pt x="754" y="0"/>
                      </a:lnTo>
                      <a:lnTo>
                        <a:pt x="755" y="0"/>
                      </a:lnTo>
                      <a:lnTo>
                        <a:pt x="756" y="0"/>
                      </a:lnTo>
                      <a:lnTo>
                        <a:pt x="758" y="0"/>
                      </a:lnTo>
                      <a:lnTo>
                        <a:pt x="759" y="0"/>
                      </a:lnTo>
                      <a:lnTo>
                        <a:pt x="761" y="0"/>
                      </a:lnTo>
                      <a:lnTo>
                        <a:pt x="762" y="0"/>
                      </a:lnTo>
                      <a:lnTo>
                        <a:pt x="764" y="0"/>
                      </a:lnTo>
                      <a:lnTo>
                        <a:pt x="765" y="0"/>
                      </a:lnTo>
                      <a:lnTo>
                        <a:pt x="767" y="0"/>
                      </a:lnTo>
                      <a:lnTo>
                        <a:pt x="768" y="0"/>
                      </a:lnTo>
                      <a:lnTo>
                        <a:pt x="770" y="0"/>
                      </a:lnTo>
                      <a:lnTo>
                        <a:pt x="771" y="0"/>
                      </a:lnTo>
                      <a:lnTo>
                        <a:pt x="772" y="0"/>
                      </a:lnTo>
                      <a:lnTo>
                        <a:pt x="774" y="0"/>
                      </a:lnTo>
                      <a:lnTo>
                        <a:pt x="775" y="0"/>
                      </a:lnTo>
                      <a:lnTo>
                        <a:pt x="777" y="0"/>
                      </a:lnTo>
                      <a:lnTo>
                        <a:pt x="778" y="0"/>
                      </a:lnTo>
                      <a:lnTo>
                        <a:pt x="780" y="0"/>
                      </a:lnTo>
                      <a:lnTo>
                        <a:pt x="781" y="0"/>
                      </a:lnTo>
                      <a:lnTo>
                        <a:pt x="783" y="0"/>
                      </a:lnTo>
                      <a:lnTo>
                        <a:pt x="784" y="0"/>
                      </a:lnTo>
                      <a:lnTo>
                        <a:pt x="785" y="0"/>
                      </a:lnTo>
                      <a:lnTo>
                        <a:pt x="787" y="0"/>
                      </a:lnTo>
                      <a:lnTo>
                        <a:pt x="788" y="0"/>
                      </a:lnTo>
                      <a:lnTo>
                        <a:pt x="790" y="0"/>
                      </a:lnTo>
                      <a:lnTo>
                        <a:pt x="791" y="0"/>
                      </a:lnTo>
                      <a:lnTo>
                        <a:pt x="793" y="0"/>
                      </a:lnTo>
                      <a:lnTo>
                        <a:pt x="794" y="0"/>
                      </a:lnTo>
                      <a:lnTo>
                        <a:pt x="796" y="0"/>
                      </a:lnTo>
                      <a:lnTo>
                        <a:pt x="797" y="0"/>
                      </a:lnTo>
                      <a:lnTo>
                        <a:pt x="799" y="0"/>
                      </a:lnTo>
                      <a:lnTo>
                        <a:pt x="800" y="0"/>
                      </a:lnTo>
                      <a:lnTo>
                        <a:pt x="801" y="0"/>
                      </a:lnTo>
                      <a:lnTo>
                        <a:pt x="803" y="0"/>
                      </a:lnTo>
                      <a:lnTo>
                        <a:pt x="804" y="0"/>
                      </a:lnTo>
                      <a:lnTo>
                        <a:pt x="806" y="0"/>
                      </a:lnTo>
                      <a:lnTo>
                        <a:pt x="807" y="0"/>
                      </a:lnTo>
                      <a:lnTo>
                        <a:pt x="809" y="0"/>
                      </a:lnTo>
                      <a:lnTo>
                        <a:pt x="810" y="0"/>
                      </a:lnTo>
                      <a:lnTo>
                        <a:pt x="812" y="0"/>
                      </a:lnTo>
                      <a:lnTo>
                        <a:pt x="813" y="0"/>
                      </a:lnTo>
                      <a:lnTo>
                        <a:pt x="814" y="0"/>
                      </a:lnTo>
                      <a:lnTo>
                        <a:pt x="816" y="0"/>
                      </a:lnTo>
                      <a:lnTo>
                        <a:pt x="817" y="0"/>
                      </a:lnTo>
                      <a:lnTo>
                        <a:pt x="819" y="0"/>
                      </a:lnTo>
                      <a:lnTo>
                        <a:pt x="820" y="0"/>
                      </a:lnTo>
                      <a:lnTo>
                        <a:pt x="822" y="0"/>
                      </a:lnTo>
                      <a:lnTo>
                        <a:pt x="823" y="0"/>
                      </a:lnTo>
                      <a:lnTo>
                        <a:pt x="825" y="0"/>
                      </a:lnTo>
                      <a:lnTo>
                        <a:pt x="826" y="0"/>
                      </a:lnTo>
                      <a:lnTo>
                        <a:pt x="828" y="0"/>
                      </a:lnTo>
                      <a:lnTo>
                        <a:pt x="829" y="0"/>
                      </a:lnTo>
                      <a:lnTo>
                        <a:pt x="830" y="0"/>
                      </a:lnTo>
                      <a:lnTo>
                        <a:pt x="832" y="0"/>
                      </a:lnTo>
                      <a:lnTo>
                        <a:pt x="833" y="0"/>
                      </a:lnTo>
                      <a:lnTo>
                        <a:pt x="835" y="0"/>
                      </a:lnTo>
                      <a:lnTo>
                        <a:pt x="836" y="0"/>
                      </a:lnTo>
                      <a:lnTo>
                        <a:pt x="838" y="0"/>
                      </a:lnTo>
                      <a:lnTo>
                        <a:pt x="839" y="0"/>
                      </a:lnTo>
                      <a:lnTo>
                        <a:pt x="841" y="0"/>
                      </a:lnTo>
                      <a:lnTo>
                        <a:pt x="842" y="0"/>
                      </a:lnTo>
                      <a:lnTo>
                        <a:pt x="843" y="0"/>
                      </a:lnTo>
                      <a:lnTo>
                        <a:pt x="845" y="0"/>
                      </a:lnTo>
                      <a:lnTo>
                        <a:pt x="846" y="0"/>
                      </a:lnTo>
                      <a:lnTo>
                        <a:pt x="848" y="0"/>
                      </a:lnTo>
                      <a:lnTo>
                        <a:pt x="849" y="0"/>
                      </a:lnTo>
                      <a:lnTo>
                        <a:pt x="851" y="0"/>
                      </a:lnTo>
                      <a:lnTo>
                        <a:pt x="852" y="0"/>
                      </a:lnTo>
                      <a:lnTo>
                        <a:pt x="854" y="0"/>
                      </a:lnTo>
                      <a:lnTo>
                        <a:pt x="855" y="0"/>
                      </a:lnTo>
                      <a:lnTo>
                        <a:pt x="857" y="0"/>
                      </a:lnTo>
                      <a:lnTo>
                        <a:pt x="858" y="0"/>
                      </a:lnTo>
                      <a:lnTo>
                        <a:pt x="859" y="0"/>
                      </a:lnTo>
                      <a:lnTo>
                        <a:pt x="861" y="0"/>
                      </a:lnTo>
                      <a:lnTo>
                        <a:pt x="862" y="0"/>
                      </a:lnTo>
                      <a:lnTo>
                        <a:pt x="864" y="0"/>
                      </a:lnTo>
                      <a:lnTo>
                        <a:pt x="865" y="0"/>
                      </a:lnTo>
                      <a:lnTo>
                        <a:pt x="867" y="0"/>
                      </a:lnTo>
                      <a:lnTo>
                        <a:pt x="868" y="0"/>
                      </a:lnTo>
                      <a:lnTo>
                        <a:pt x="870" y="0"/>
                      </a:lnTo>
                      <a:lnTo>
                        <a:pt x="871" y="0"/>
                      </a:lnTo>
                      <a:lnTo>
                        <a:pt x="872" y="0"/>
                      </a:lnTo>
                      <a:lnTo>
                        <a:pt x="874" y="0"/>
                      </a:lnTo>
                      <a:lnTo>
                        <a:pt x="875" y="0"/>
                      </a:lnTo>
                      <a:lnTo>
                        <a:pt x="877" y="0"/>
                      </a:lnTo>
                      <a:lnTo>
                        <a:pt x="878" y="0"/>
                      </a:lnTo>
                      <a:lnTo>
                        <a:pt x="880" y="0"/>
                      </a:lnTo>
                      <a:lnTo>
                        <a:pt x="881" y="0"/>
                      </a:lnTo>
                      <a:lnTo>
                        <a:pt x="883" y="0"/>
                      </a:lnTo>
                      <a:lnTo>
                        <a:pt x="884" y="0"/>
                      </a:lnTo>
                      <a:lnTo>
                        <a:pt x="886" y="0"/>
                      </a:lnTo>
                      <a:lnTo>
                        <a:pt x="887" y="0"/>
                      </a:lnTo>
                      <a:lnTo>
                        <a:pt x="888" y="0"/>
                      </a:lnTo>
                      <a:lnTo>
                        <a:pt x="890" y="0"/>
                      </a:lnTo>
                      <a:lnTo>
                        <a:pt x="891" y="0"/>
                      </a:lnTo>
                      <a:lnTo>
                        <a:pt x="893" y="0"/>
                      </a:lnTo>
                      <a:lnTo>
                        <a:pt x="894" y="0"/>
                      </a:lnTo>
                      <a:lnTo>
                        <a:pt x="896" y="0"/>
                      </a:lnTo>
                      <a:lnTo>
                        <a:pt x="897" y="0"/>
                      </a:lnTo>
                      <a:lnTo>
                        <a:pt x="899" y="0"/>
                      </a:lnTo>
                      <a:lnTo>
                        <a:pt x="900" y="0"/>
                      </a:lnTo>
                      <a:lnTo>
                        <a:pt x="901" y="0"/>
                      </a:lnTo>
                      <a:lnTo>
                        <a:pt x="903" y="0"/>
                      </a:lnTo>
                      <a:lnTo>
                        <a:pt x="904" y="0"/>
                      </a:lnTo>
                      <a:lnTo>
                        <a:pt x="906" y="0"/>
                      </a:lnTo>
                      <a:lnTo>
                        <a:pt x="907" y="0"/>
                      </a:lnTo>
                      <a:lnTo>
                        <a:pt x="909" y="0"/>
                      </a:lnTo>
                      <a:lnTo>
                        <a:pt x="910" y="0"/>
                      </a:lnTo>
                      <a:lnTo>
                        <a:pt x="912" y="0"/>
                      </a:lnTo>
                      <a:lnTo>
                        <a:pt x="913" y="0"/>
                      </a:lnTo>
                      <a:lnTo>
                        <a:pt x="915" y="0"/>
                      </a:lnTo>
                      <a:lnTo>
                        <a:pt x="916" y="0"/>
                      </a:lnTo>
                      <a:lnTo>
                        <a:pt x="917" y="0"/>
                      </a:lnTo>
                      <a:lnTo>
                        <a:pt x="919" y="0"/>
                      </a:lnTo>
                      <a:lnTo>
                        <a:pt x="920" y="0"/>
                      </a:lnTo>
                      <a:lnTo>
                        <a:pt x="922" y="0"/>
                      </a:lnTo>
                      <a:lnTo>
                        <a:pt x="923" y="0"/>
                      </a:lnTo>
                      <a:lnTo>
                        <a:pt x="925" y="0"/>
                      </a:lnTo>
                      <a:lnTo>
                        <a:pt x="926" y="0"/>
                      </a:lnTo>
                      <a:lnTo>
                        <a:pt x="928" y="0"/>
                      </a:lnTo>
                      <a:lnTo>
                        <a:pt x="929" y="0"/>
                      </a:lnTo>
                      <a:lnTo>
                        <a:pt x="930" y="0"/>
                      </a:lnTo>
                      <a:lnTo>
                        <a:pt x="932" y="0"/>
                      </a:lnTo>
                      <a:lnTo>
                        <a:pt x="933" y="0"/>
                      </a:lnTo>
                      <a:lnTo>
                        <a:pt x="935" y="0"/>
                      </a:lnTo>
                      <a:lnTo>
                        <a:pt x="936" y="0"/>
                      </a:lnTo>
                      <a:lnTo>
                        <a:pt x="938" y="0"/>
                      </a:lnTo>
                      <a:lnTo>
                        <a:pt x="939" y="0"/>
                      </a:lnTo>
                      <a:lnTo>
                        <a:pt x="941" y="0"/>
                      </a:lnTo>
                      <a:lnTo>
                        <a:pt x="942" y="0"/>
                      </a:lnTo>
                      <a:lnTo>
                        <a:pt x="944" y="0"/>
                      </a:lnTo>
                      <a:lnTo>
                        <a:pt x="945" y="0"/>
                      </a:lnTo>
                      <a:lnTo>
                        <a:pt x="946" y="0"/>
                      </a:lnTo>
                      <a:lnTo>
                        <a:pt x="948" y="0"/>
                      </a:lnTo>
                      <a:lnTo>
                        <a:pt x="949" y="0"/>
                      </a:lnTo>
                      <a:lnTo>
                        <a:pt x="951" y="0"/>
                      </a:lnTo>
                      <a:lnTo>
                        <a:pt x="952" y="0"/>
                      </a:lnTo>
                      <a:lnTo>
                        <a:pt x="954" y="0"/>
                      </a:lnTo>
                      <a:lnTo>
                        <a:pt x="955" y="0"/>
                      </a:lnTo>
                      <a:lnTo>
                        <a:pt x="957" y="0"/>
                      </a:lnTo>
                      <a:lnTo>
                        <a:pt x="958" y="0"/>
                      </a:lnTo>
                      <a:lnTo>
                        <a:pt x="959" y="0"/>
                      </a:lnTo>
                      <a:lnTo>
                        <a:pt x="961" y="0"/>
                      </a:lnTo>
                      <a:lnTo>
                        <a:pt x="962" y="0"/>
                      </a:lnTo>
                      <a:lnTo>
                        <a:pt x="964" y="0"/>
                      </a:lnTo>
                      <a:lnTo>
                        <a:pt x="965" y="0"/>
                      </a:lnTo>
                      <a:lnTo>
                        <a:pt x="967" y="0"/>
                      </a:lnTo>
                      <a:lnTo>
                        <a:pt x="968" y="0"/>
                      </a:lnTo>
                      <a:lnTo>
                        <a:pt x="970" y="0"/>
                      </a:lnTo>
                      <a:lnTo>
                        <a:pt x="971" y="0"/>
                      </a:lnTo>
                      <a:lnTo>
                        <a:pt x="973" y="0"/>
                      </a:lnTo>
                      <a:lnTo>
                        <a:pt x="974" y="0"/>
                      </a:lnTo>
                      <a:lnTo>
                        <a:pt x="975" y="0"/>
                      </a:lnTo>
                      <a:lnTo>
                        <a:pt x="977" y="0"/>
                      </a:lnTo>
                      <a:lnTo>
                        <a:pt x="978" y="0"/>
                      </a:lnTo>
                      <a:lnTo>
                        <a:pt x="980" y="0"/>
                      </a:lnTo>
                      <a:lnTo>
                        <a:pt x="981" y="0"/>
                      </a:lnTo>
                      <a:lnTo>
                        <a:pt x="983" y="0"/>
                      </a:lnTo>
                      <a:lnTo>
                        <a:pt x="984" y="0"/>
                      </a:lnTo>
                      <a:lnTo>
                        <a:pt x="986" y="0"/>
                      </a:lnTo>
                      <a:lnTo>
                        <a:pt x="987" y="0"/>
                      </a:lnTo>
                      <a:lnTo>
                        <a:pt x="988" y="0"/>
                      </a:lnTo>
                      <a:lnTo>
                        <a:pt x="990" y="0"/>
                      </a:lnTo>
                      <a:lnTo>
                        <a:pt x="991" y="0"/>
                      </a:lnTo>
                      <a:lnTo>
                        <a:pt x="993" y="0"/>
                      </a:lnTo>
                      <a:lnTo>
                        <a:pt x="994" y="0"/>
                      </a:lnTo>
                      <a:lnTo>
                        <a:pt x="996" y="0"/>
                      </a:lnTo>
                      <a:lnTo>
                        <a:pt x="997" y="0"/>
                      </a:lnTo>
                      <a:lnTo>
                        <a:pt x="999" y="0"/>
                      </a:lnTo>
                      <a:lnTo>
                        <a:pt x="1000" y="0"/>
                      </a:lnTo>
                      <a:lnTo>
                        <a:pt x="1002" y="0"/>
                      </a:lnTo>
                      <a:lnTo>
                        <a:pt x="1003" y="0"/>
                      </a:lnTo>
                      <a:lnTo>
                        <a:pt x="1004" y="0"/>
                      </a:lnTo>
                      <a:lnTo>
                        <a:pt x="1006" y="0"/>
                      </a:lnTo>
                      <a:lnTo>
                        <a:pt x="1007" y="0"/>
                      </a:lnTo>
                      <a:lnTo>
                        <a:pt x="1009" y="0"/>
                      </a:lnTo>
                      <a:lnTo>
                        <a:pt x="1010" y="0"/>
                      </a:lnTo>
                      <a:lnTo>
                        <a:pt x="1012" y="0"/>
                      </a:lnTo>
                      <a:lnTo>
                        <a:pt x="1013" y="0"/>
                      </a:lnTo>
                      <a:lnTo>
                        <a:pt x="1015" y="0"/>
                      </a:lnTo>
                      <a:lnTo>
                        <a:pt x="1016" y="0"/>
                      </a:lnTo>
                      <a:lnTo>
                        <a:pt x="1017" y="0"/>
                      </a:lnTo>
                      <a:lnTo>
                        <a:pt x="1019" y="0"/>
                      </a:lnTo>
                      <a:lnTo>
                        <a:pt x="1020" y="0"/>
                      </a:lnTo>
                      <a:lnTo>
                        <a:pt x="1022" y="0"/>
                      </a:lnTo>
                      <a:lnTo>
                        <a:pt x="1023" y="0"/>
                      </a:lnTo>
                      <a:lnTo>
                        <a:pt x="1025" y="0"/>
                      </a:lnTo>
                      <a:lnTo>
                        <a:pt x="1026" y="0"/>
                      </a:lnTo>
                      <a:lnTo>
                        <a:pt x="1028" y="0"/>
                      </a:lnTo>
                      <a:lnTo>
                        <a:pt x="1029" y="0"/>
                      </a:lnTo>
                      <a:lnTo>
                        <a:pt x="1031" y="0"/>
                      </a:lnTo>
                      <a:lnTo>
                        <a:pt x="1032" y="0"/>
                      </a:lnTo>
                      <a:lnTo>
                        <a:pt x="1033" y="0"/>
                      </a:lnTo>
                      <a:lnTo>
                        <a:pt x="1035" y="0"/>
                      </a:lnTo>
                      <a:lnTo>
                        <a:pt x="1036" y="0"/>
                      </a:lnTo>
                      <a:lnTo>
                        <a:pt x="1038" y="0"/>
                      </a:lnTo>
                      <a:lnTo>
                        <a:pt x="1039" y="0"/>
                      </a:lnTo>
                      <a:lnTo>
                        <a:pt x="1041" y="0"/>
                      </a:lnTo>
                      <a:lnTo>
                        <a:pt x="1042" y="0"/>
                      </a:lnTo>
                      <a:lnTo>
                        <a:pt x="1044" y="0"/>
                      </a:lnTo>
                      <a:lnTo>
                        <a:pt x="1045" y="0"/>
                      </a:lnTo>
                      <a:lnTo>
                        <a:pt x="1046" y="0"/>
                      </a:lnTo>
                      <a:lnTo>
                        <a:pt x="1048" y="0"/>
                      </a:lnTo>
                      <a:lnTo>
                        <a:pt x="1049" y="0"/>
                      </a:lnTo>
                      <a:lnTo>
                        <a:pt x="1051" y="0"/>
                      </a:lnTo>
                      <a:lnTo>
                        <a:pt x="1052" y="0"/>
                      </a:lnTo>
                      <a:lnTo>
                        <a:pt x="1054" y="0"/>
                      </a:lnTo>
                      <a:lnTo>
                        <a:pt x="1055" y="0"/>
                      </a:lnTo>
                      <a:lnTo>
                        <a:pt x="1057" y="0"/>
                      </a:lnTo>
                      <a:lnTo>
                        <a:pt x="1058" y="0"/>
                      </a:lnTo>
                      <a:lnTo>
                        <a:pt x="1060" y="0"/>
                      </a:lnTo>
                      <a:lnTo>
                        <a:pt x="1061" y="0"/>
                      </a:lnTo>
                      <a:lnTo>
                        <a:pt x="1062" y="0"/>
                      </a:lnTo>
                      <a:lnTo>
                        <a:pt x="1064" y="0"/>
                      </a:lnTo>
                      <a:lnTo>
                        <a:pt x="1065" y="0"/>
                      </a:lnTo>
                      <a:lnTo>
                        <a:pt x="1067" y="0"/>
                      </a:lnTo>
                      <a:lnTo>
                        <a:pt x="1068" y="0"/>
                      </a:lnTo>
                      <a:lnTo>
                        <a:pt x="1070" y="0"/>
                      </a:lnTo>
                      <a:lnTo>
                        <a:pt x="1071" y="0"/>
                      </a:lnTo>
                      <a:lnTo>
                        <a:pt x="1073" y="0"/>
                      </a:lnTo>
                      <a:lnTo>
                        <a:pt x="1074" y="0"/>
                      </a:lnTo>
                      <a:lnTo>
                        <a:pt x="1075" y="0"/>
                      </a:lnTo>
                      <a:lnTo>
                        <a:pt x="1077" y="0"/>
                      </a:lnTo>
                      <a:lnTo>
                        <a:pt x="1078" y="0"/>
                      </a:lnTo>
                      <a:lnTo>
                        <a:pt x="1080" y="0"/>
                      </a:lnTo>
                      <a:lnTo>
                        <a:pt x="1081" y="0"/>
                      </a:lnTo>
                      <a:lnTo>
                        <a:pt x="1083" y="0"/>
                      </a:lnTo>
                      <a:lnTo>
                        <a:pt x="1084" y="0"/>
                      </a:lnTo>
                      <a:lnTo>
                        <a:pt x="1086" y="0"/>
                      </a:lnTo>
                      <a:lnTo>
                        <a:pt x="1087" y="0"/>
                      </a:lnTo>
                      <a:lnTo>
                        <a:pt x="1089" y="0"/>
                      </a:lnTo>
                      <a:lnTo>
                        <a:pt x="1090" y="0"/>
                      </a:lnTo>
                      <a:lnTo>
                        <a:pt x="1091" y="0"/>
                      </a:lnTo>
                      <a:lnTo>
                        <a:pt x="1093" y="0"/>
                      </a:lnTo>
                      <a:lnTo>
                        <a:pt x="1094" y="0"/>
                      </a:lnTo>
                      <a:lnTo>
                        <a:pt x="1096" y="0"/>
                      </a:lnTo>
                      <a:lnTo>
                        <a:pt x="1097" y="0"/>
                      </a:lnTo>
                      <a:lnTo>
                        <a:pt x="1099" y="0"/>
                      </a:lnTo>
                      <a:lnTo>
                        <a:pt x="1100" y="0"/>
                      </a:lnTo>
                      <a:lnTo>
                        <a:pt x="1102" y="0"/>
                      </a:lnTo>
                      <a:lnTo>
                        <a:pt x="1103" y="0"/>
                      </a:lnTo>
                      <a:lnTo>
                        <a:pt x="1104" y="0"/>
                      </a:lnTo>
                      <a:lnTo>
                        <a:pt x="1106" y="0"/>
                      </a:lnTo>
                      <a:lnTo>
                        <a:pt x="1107" y="0"/>
                      </a:lnTo>
                      <a:lnTo>
                        <a:pt x="1109" y="0"/>
                      </a:lnTo>
                      <a:lnTo>
                        <a:pt x="1110" y="0"/>
                      </a:lnTo>
                      <a:lnTo>
                        <a:pt x="1112" y="0"/>
                      </a:lnTo>
                      <a:lnTo>
                        <a:pt x="1113" y="0"/>
                      </a:lnTo>
                      <a:lnTo>
                        <a:pt x="1115" y="0"/>
                      </a:lnTo>
                      <a:lnTo>
                        <a:pt x="1116" y="0"/>
                      </a:lnTo>
                      <a:lnTo>
                        <a:pt x="1118" y="0"/>
                      </a:lnTo>
                      <a:lnTo>
                        <a:pt x="1119" y="0"/>
                      </a:lnTo>
                      <a:lnTo>
                        <a:pt x="1120" y="0"/>
                      </a:lnTo>
                      <a:lnTo>
                        <a:pt x="1122" y="0"/>
                      </a:lnTo>
                      <a:lnTo>
                        <a:pt x="1123" y="0"/>
                      </a:lnTo>
                      <a:lnTo>
                        <a:pt x="1125" y="0"/>
                      </a:lnTo>
                      <a:lnTo>
                        <a:pt x="1126" y="0"/>
                      </a:lnTo>
                      <a:lnTo>
                        <a:pt x="1128" y="0"/>
                      </a:lnTo>
                      <a:lnTo>
                        <a:pt x="1129" y="0"/>
                      </a:lnTo>
                      <a:lnTo>
                        <a:pt x="1131" y="0"/>
                      </a:lnTo>
                      <a:lnTo>
                        <a:pt x="1132" y="0"/>
                      </a:lnTo>
                      <a:lnTo>
                        <a:pt x="1133" y="0"/>
                      </a:lnTo>
                      <a:lnTo>
                        <a:pt x="1135" y="0"/>
                      </a:lnTo>
                      <a:lnTo>
                        <a:pt x="1136" y="0"/>
                      </a:lnTo>
                      <a:lnTo>
                        <a:pt x="1138" y="0"/>
                      </a:lnTo>
                      <a:lnTo>
                        <a:pt x="1139" y="0"/>
                      </a:lnTo>
                      <a:lnTo>
                        <a:pt x="1141" y="0"/>
                      </a:lnTo>
                      <a:lnTo>
                        <a:pt x="1142" y="0"/>
                      </a:lnTo>
                      <a:lnTo>
                        <a:pt x="1144" y="0"/>
                      </a:lnTo>
                      <a:lnTo>
                        <a:pt x="1145" y="0"/>
                      </a:lnTo>
                      <a:lnTo>
                        <a:pt x="1147" y="0"/>
                      </a:lnTo>
                      <a:lnTo>
                        <a:pt x="1148" y="0"/>
                      </a:lnTo>
                      <a:lnTo>
                        <a:pt x="1149" y="0"/>
                      </a:lnTo>
                      <a:lnTo>
                        <a:pt x="1151" y="0"/>
                      </a:lnTo>
                      <a:lnTo>
                        <a:pt x="1152" y="0"/>
                      </a:lnTo>
                      <a:lnTo>
                        <a:pt x="1154" y="0"/>
                      </a:lnTo>
                      <a:lnTo>
                        <a:pt x="1155" y="0"/>
                      </a:lnTo>
                      <a:lnTo>
                        <a:pt x="1157" y="0"/>
                      </a:lnTo>
                      <a:lnTo>
                        <a:pt x="1158" y="0"/>
                      </a:lnTo>
                      <a:lnTo>
                        <a:pt x="1160" y="0"/>
                      </a:lnTo>
                      <a:lnTo>
                        <a:pt x="1161" y="0"/>
                      </a:lnTo>
                      <a:lnTo>
                        <a:pt x="1162" y="0"/>
                      </a:lnTo>
                      <a:lnTo>
                        <a:pt x="1164" y="0"/>
                      </a:lnTo>
                      <a:lnTo>
                        <a:pt x="1165" y="0"/>
                      </a:lnTo>
                      <a:lnTo>
                        <a:pt x="1167" y="0"/>
                      </a:lnTo>
                      <a:lnTo>
                        <a:pt x="1168" y="0"/>
                      </a:lnTo>
                      <a:lnTo>
                        <a:pt x="1170" y="0"/>
                      </a:lnTo>
                      <a:lnTo>
                        <a:pt x="1171" y="0"/>
                      </a:lnTo>
                      <a:lnTo>
                        <a:pt x="1173" y="0"/>
                      </a:lnTo>
                      <a:lnTo>
                        <a:pt x="1174" y="0"/>
                      </a:lnTo>
                      <a:lnTo>
                        <a:pt x="1176" y="0"/>
                      </a:lnTo>
                      <a:lnTo>
                        <a:pt x="1177" y="0"/>
                      </a:lnTo>
                      <a:lnTo>
                        <a:pt x="1178" y="0"/>
                      </a:lnTo>
                      <a:lnTo>
                        <a:pt x="1180" y="0"/>
                      </a:lnTo>
                      <a:lnTo>
                        <a:pt x="1181" y="0"/>
                      </a:lnTo>
                      <a:lnTo>
                        <a:pt x="1183" y="0"/>
                      </a:lnTo>
                      <a:lnTo>
                        <a:pt x="1184" y="0"/>
                      </a:lnTo>
                      <a:lnTo>
                        <a:pt x="1186" y="0"/>
                      </a:lnTo>
                      <a:lnTo>
                        <a:pt x="1187" y="0"/>
                      </a:lnTo>
                      <a:lnTo>
                        <a:pt x="1189" y="0"/>
                      </a:lnTo>
                      <a:lnTo>
                        <a:pt x="1190" y="0"/>
                      </a:lnTo>
                      <a:lnTo>
                        <a:pt x="1191" y="0"/>
                      </a:lnTo>
                      <a:lnTo>
                        <a:pt x="1193" y="0"/>
                      </a:lnTo>
                      <a:lnTo>
                        <a:pt x="1194" y="0"/>
                      </a:lnTo>
                      <a:lnTo>
                        <a:pt x="1196" y="0"/>
                      </a:lnTo>
                      <a:lnTo>
                        <a:pt x="1197" y="0"/>
                      </a:lnTo>
                      <a:lnTo>
                        <a:pt x="1199" y="0"/>
                      </a:lnTo>
                      <a:lnTo>
                        <a:pt x="1200" y="0"/>
                      </a:lnTo>
                      <a:lnTo>
                        <a:pt x="1202" y="0"/>
                      </a:lnTo>
                      <a:lnTo>
                        <a:pt x="1203" y="0"/>
                      </a:lnTo>
                      <a:lnTo>
                        <a:pt x="1205" y="0"/>
                      </a:lnTo>
                      <a:lnTo>
                        <a:pt x="1206" y="0"/>
                      </a:lnTo>
                      <a:lnTo>
                        <a:pt x="1207" y="0"/>
                      </a:lnTo>
                      <a:lnTo>
                        <a:pt x="1209" y="0"/>
                      </a:lnTo>
                      <a:lnTo>
                        <a:pt x="1210" y="0"/>
                      </a:lnTo>
                      <a:lnTo>
                        <a:pt x="1212" y="0"/>
                      </a:lnTo>
                      <a:lnTo>
                        <a:pt x="1213" y="0"/>
                      </a:lnTo>
                      <a:lnTo>
                        <a:pt x="1215" y="0"/>
                      </a:lnTo>
                      <a:lnTo>
                        <a:pt x="1216" y="0"/>
                      </a:lnTo>
                      <a:lnTo>
                        <a:pt x="1218" y="0"/>
                      </a:lnTo>
                      <a:lnTo>
                        <a:pt x="1219" y="0"/>
                      </a:lnTo>
                      <a:lnTo>
                        <a:pt x="1220" y="0"/>
                      </a:lnTo>
                      <a:lnTo>
                        <a:pt x="1222" y="0"/>
                      </a:lnTo>
                      <a:lnTo>
                        <a:pt x="1223" y="0"/>
                      </a:lnTo>
                      <a:lnTo>
                        <a:pt x="1225" y="0"/>
                      </a:lnTo>
                      <a:lnTo>
                        <a:pt x="1226" y="0"/>
                      </a:lnTo>
                      <a:lnTo>
                        <a:pt x="1228" y="0"/>
                      </a:lnTo>
                      <a:lnTo>
                        <a:pt x="1229" y="0"/>
                      </a:lnTo>
                      <a:lnTo>
                        <a:pt x="1231" y="0"/>
                      </a:lnTo>
                      <a:lnTo>
                        <a:pt x="1232" y="0"/>
                      </a:lnTo>
                      <a:lnTo>
                        <a:pt x="1234" y="0"/>
                      </a:lnTo>
                      <a:lnTo>
                        <a:pt x="1235" y="0"/>
                      </a:lnTo>
                      <a:lnTo>
                        <a:pt x="1236" y="0"/>
                      </a:lnTo>
                      <a:lnTo>
                        <a:pt x="1238" y="0"/>
                      </a:lnTo>
                      <a:lnTo>
                        <a:pt x="1239" y="0"/>
                      </a:lnTo>
                      <a:lnTo>
                        <a:pt x="1241" y="0"/>
                      </a:lnTo>
                      <a:lnTo>
                        <a:pt x="1242" y="0"/>
                      </a:lnTo>
                      <a:lnTo>
                        <a:pt x="1244" y="0"/>
                      </a:lnTo>
                      <a:lnTo>
                        <a:pt x="1245" y="0"/>
                      </a:lnTo>
                      <a:lnTo>
                        <a:pt x="1247" y="0"/>
                      </a:lnTo>
                      <a:lnTo>
                        <a:pt x="1248" y="0"/>
                      </a:lnTo>
                      <a:lnTo>
                        <a:pt x="1249" y="0"/>
                      </a:lnTo>
                      <a:lnTo>
                        <a:pt x="1251" y="0"/>
                      </a:lnTo>
                      <a:lnTo>
                        <a:pt x="1252" y="0"/>
                      </a:lnTo>
                      <a:lnTo>
                        <a:pt x="1254" y="0"/>
                      </a:lnTo>
                      <a:lnTo>
                        <a:pt x="1255" y="0"/>
                      </a:lnTo>
                      <a:lnTo>
                        <a:pt x="1257" y="0"/>
                      </a:lnTo>
                      <a:lnTo>
                        <a:pt x="1258" y="0"/>
                      </a:lnTo>
                      <a:lnTo>
                        <a:pt x="1260" y="0"/>
                      </a:lnTo>
                      <a:lnTo>
                        <a:pt x="1261" y="0"/>
                      </a:lnTo>
                      <a:lnTo>
                        <a:pt x="1263" y="0"/>
                      </a:lnTo>
                      <a:lnTo>
                        <a:pt x="1264" y="0"/>
                      </a:lnTo>
                      <a:lnTo>
                        <a:pt x="1265" y="0"/>
                      </a:lnTo>
                      <a:lnTo>
                        <a:pt x="1267" y="0"/>
                      </a:lnTo>
                      <a:lnTo>
                        <a:pt x="1268" y="0"/>
                      </a:lnTo>
                      <a:lnTo>
                        <a:pt x="1270" y="0"/>
                      </a:lnTo>
                      <a:lnTo>
                        <a:pt x="1271" y="0"/>
                      </a:lnTo>
                      <a:lnTo>
                        <a:pt x="1273" y="0"/>
                      </a:lnTo>
                      <a:lnTo>
                        <a:pt x="1274" y="0"/>
                      </a:lnTo>
                      <a:lnTo>
                        <a:pt x="1276" y="0"/>
                      </a:lnTo>
                      <a:lnTo>
                        <a:pt x="1277" y="0"/>
                      </a:lnTo>
                      <a:lnTo>
                        <a:pt x="1278" y="0"/>
                      </a:lnTo>
                      <a:lnTo>
                        <a:pt x="1280" y="0"/>
                      </a:lnTo>
                      <a:lnTo>
                        <a:pt x="1281" y="0"/>
                      </a:lnTo>
                      <a:lnTo>
                        <a:pt x="1283" y="0"/>
                      </a:lnTo>
                      <a:lnTo>
                        <a:pt x="1284" y="0"/>
                      </a:lnTo>
                      <a:lnTo>
                        <a:pt x="1286" y="0"/>
                      </a:lnTo>
                      <a:lnTo>
                        <a:pt x="1287" y="0"/>
                      </a:lnTo>
                      <a:lnTo>
                        <a:pt x="1289" y="0"/>
                      </a:lnTo>
                      <a:lnTo>
                        <a:pt x="1290" y="0"/>
                      </a:lnTo>
                      <a:lnTo>
                        <a:pt x="1292" y="0"/>
                      </a:lnTo>
                      <a:lnTo>
                        <a:pt x="1293" y="0"/>
                      </a:lnTo>
                      <a:lnTo>
                        <a:pt x="1294" y="0"/>
                      </a:lnTo>
                      <a:lnTo>
                        <a:pt x="1296" y="0"/>
                      </a:lnTo>
                      <a:lnTo>
                        <a:pt x="1297" y="0"/>
                      </a:lnTo>
                      <a:lnTo>
                        <a:pt x="1299" y="0"/>
                      </a:lnTo>
                      <a:lnTo>
                        <a:pt x="1300" y="0"/>
                      </a:lnTo>
                      <a:lnTo>
                        <a:pt x="1302" y="0"/>
                      </a:lnTo>
                      <a:lnTo>
                        <a:pt x="1303" y="0"/>
                      </a:lnTo>
                      <a:lnTo>
                        <a:pt x="1305" y="0"/>
                      </a:lnTo>
                      <a:lnTo>
                        <a:pt x="1306" y="0"/>
                      </a:lnTo>
                      <a:lnTo>
                        <a:pt x="1307" y="0"/>
                      </a:lnTo>
                      <a:lnTo>
                        <a:pt x="1309" y="0"/>
                      </a:lnTo>
                      <a:lnTo>
                        <a:pt x="1310" y="0"/>
                      </a:lnTo>
                      <a:lnTo>
                        <a:pt x="1312" y="0"/>
                      </a:lnTo>
                      <a:lnTo>
                        <a:pt x="1313" y="0"/>
                      </a:lnTo>
                      <a:lnTo>
                        <a:pt x="1315" y="0"/>
                      </a:lnTo>
                      <a:lnTo>
                        <a:pt x="1316" y="0"/>
                      </a:lnTo>
                      <a:lnTo>
                        <a:pt x="1318" y="0"/>
                      </a:lnTo>
                      <a:lnTo>
                        <a:pt x="1319" y="0"/>
                      </a:lnTo>
                      <a:lnTo>
                        <a:pt x="1321" y="0"/>
                      </a:lnTo>
                      <a:lnTo>
                        <a:pt x="1322" y="0"/>
                      </a:lnTo>
                      <a:lnTo>
                        <a:pt x="1323" y="0"/>
                      </a:lnTo>
                      <a:lnTo>
                        <a:pt x="1325" y="0"/>
                      </a:lnTo>
                      <a:lnTo>
                        <a:pt x="1326" y="0"/>
                      </a:lnTo>
                      <a:lnTo>
                        <a:pt x="1328" y="0"/>
                      </a:lnTo>
                      <a:lnTo>
                        <a:pt x="1329" y="0"/>
                      </a:lnTo>
                      <a:lnTo>
                        <a:pt x="1331" y="0"/>
                      </a:lnTo>
                      <a:lnTo>
                        <a:pt x="1332" y="0"/>
                      </a:lnTo>
                      <a:lnTo>
                        <a:pt x="1334" y="0"/>
                      </a:lnTo>
                      <a:lnTo>
                        <a:pt x="1335" y="0"/>
                      </a:lnTo>
                      <a:lnTo>
                        <a:pt x="1336" y="0"/>
                      </a:lnTo>
                      <a:lnTo>
                        <a:pt x="1338" y="0"/>
                      </a:lnTo>
                      <a:lnTo>
                        <a:pt x="1339" y="0"/>
                      </a:lnTo>
                      <a:lnTo>
                        <a:pt x="1341" y="0"/>
                      </a:lnTo>
                      <a:lnTo>
                        <a:pt x="1342" y="0"/>
                      </a:lnTo>
                      <a:lnTo>
                        <a:pt x="1344" y="0"/>
                      </a:lnTo>
                      <a:lnTo>
                        <a:pt x="1345" y="0"/>
                      </a:lnTo>
                      <a:lnTo>
                        <a:pt x="1347" y="0"/>
                      </a:lnTo>
                      <a:lnTo>
                        <a:pt x="1348" y="0"/>
                      </a:lnTo>
                      <a:lnTo>
                        <a:pt x="1350" y="0"/>
                      </a:lnTo>
                      <a:lnTo>
                        <a:pt x="1351" y="0"/>
                      </a:lnTo>
                      <a:lnTo>
                        <a:pt x="1352" y="0"/>
                      </a:lnTo>
                      <a:lnTo>
                        <a:pt x="1354" y="0"/>
                      </a:lnTo>
                      <a:lnTo>
                        <a:pt x="1355" y="0"/>
                      </a:lnTo>
                      <a:lnTo>
                        <a:pt x="1357" y="0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19"/>
                <p:cNvSpPr/>
                <p:nvPr/>
              </p:nvSpPr>
              <p:spPr>
                <a:xfrm flipH="1" rot="10800000">
                  <a:off x="3179763" y="3225801"/>
                  <a:ext cx="3584575" cy="17463"/>
                </a:xfrm>
                <a:custGeom>
                  <a:rect b="b" l="l" r="r" t="t"/>
                  <a:pathLst>
                    <a:path extrusionOk="0" h="8" w="1357">
                      <a:moveTo>
                        <a:pt x="0" y="8"/>
                      </a:moveTo>
                      <a:lnTo>
                        <a:pt x="1" y="6"/>
                      </a:lnTo>
                      <a:lnTo>
                        <a:pt x="3" y="6"/>
                      </a:lnTo>
                      <a:lnTo>
                        <a:pt x="4" y="6"/>
                      </a:lnTo>
                      <a:lnTo>
                        <a:pt x="6" y="6"/>
                      </a:lnTo>
                      <a:lnTo>
                        <a:pt x="7" y="6"/>
                      </a:lnTo>
                      <a:lnTo>
                        <a:pt x="8" y="6"/>
                      </a:lnTo>
                      <a:lnTo>
                        <a:pt x="10" y="6"/>
                      </a:lnTo>
                      <a:lnTo>
                        <a:pt x="11" y="6"/>
                      </a:lnTo>
                      <a:lnTo>
                        <a:pt x="13" y="6"/>
                      </a:lnTo>
                      <a:lnTo>
                        <a:pt x="14" y="6"/>
                      </a:lnTo>
                      <a:lnTo>
                        <a:pt x="16" y="6"/>
                      </a:lnTo>
                      <a:lnTo>
                        <a:pt x="17" y="6"/>
                      </a:lnTo>
                      <a:lnTo>
                        <a:pt x="19" y="6"/>
                      </a:lnTo>
                      <a:lnTo>
                        <a:pt x="20" y="6"/>
                      </a:lnTo>
                      <a:lnTo>
                        <a:pt x="21" y="6"/>
                      </a:lnTo>
                      <a:lnTo>
                        <a:pt x="23" y="6"/>
                      </a:lnTo>
                      <a:lnTo>
                        <a:pt x="24" y="6"/>
                      </a:lnTo>
                      <a:lnTo>
                        <a:pt x="26" y="6"/>
                      </a:lnTo>
                      <a:lnTo>
                        <a:pt x="27" y="6"/>
                      </a:lnTo>
                      <a:lnTo>
                        <a:pt x="29" y="6"/>
                      </a:lnTo>
                      <a:lnTo>
                        <a:pt x="30" y="6"/>
                      </a:lnTo>
                      <a:lnTo>
                        <a:pt x="32" y="6"/>
                      </a:lnTo>
                      <a:lnTo>
                        <a:pt x="33" y="6"/>
                      </a:lnTo>
                      <a:lnTo>
                        <a:pt x="35" y="6"/>
                      </a:lnTo>
                      <a:lnTo>
                        <a:pt x="36" y="6"/>
                      </a:lnTo>
                      <a:lnTo>
                        <a:pt x="37" y="6"/>
                      </a:lnTo>
                      <a:lnTo>
                        <a:pt x="39" y="6"/>
                      </a:lnTo>
                      <a:lnTo>
                        <a:pt x="40" y="6"/>
                      </a:lnTo>
                      <a:lnTo>
                        <a:pt x="42" y="6"/>
                      </a:lnTo>
                      <a:lnTo>
                        <a:pt x="43" y="6"/>
                      </a:lnTo>
                      <a:lnTo>
                        <a:pt x="45" y="6"/>
                      </a:lnTo>
                      <a:lnTo>
                        <a:pt x="46" y="6"/>
                      </a:lnTo>
                      <a:lnTo>
                        <a:pt x="48" y="6"/>
                      </a:lnTo>
                      <a:lnTo>
                        <a:pt x="49" y="6"/>
                      </a:lnTo>
                      <a:lnTo>
                        <a:pt x="50" y="6"/>
                      </a:lnTo>
                      <a:lnTo>
                        <a:pt x="52" y="6"/>
                      </a:lnTo>
                      <a:lnTo>
                        <a:pt x="53" y="6"/>
                      </a:lnTo>
                      <a:lnTo>
                        <a:pt x="55" y="6"/>
                      </a:lnTo>
                      <a:lnTo>
                        <a:pt x="56" y="6"/>
                      </a:lnTo>
                      <a:lnTo>
                        <a:pt x="58" y="5"/>
                      </a:lnTo>
                      <a:lnTo>
                        <a:pt x="59" y="6"/>
                      </a:lnTo>
                      <a:lnTo>
                        <a:pt x="61" y="5"/>
                      </a:lnTo>
                      <a:lnTo>
                        <a:pt x="62" y="6"/>
                      </a:lnTo>
                      <a:lnTo>
                        <a:pt x="64" y="6"/>
                      </a:lnTo>
                      <a:lnTo>
                        <a:pt x="65" y="6"/>
                      </a:lnTo>
                      <a:lnTo>
                        <a:pt x="66" y="6"/>
                      </a:lnTo>
                      <a:lnTo>
                        <a:pt x="68" y="6"/>
                      </a:lnTo>
                      <a:lnTo>
                        <a:pt x="69" y="6"/>
                      </a:lnTo>
                      <a:lnTo>
                        <a:pt x="71" y="6"/>
                      </a:lnTo>
                      <a:lnTo>
                        <a:pt x="72" y="6"/>
                      </a:lnTo>
                      <a:lnTo>
                        <a:pt x="74" y="6"/>
                      </a:lnTo>
                      <a:lnTo>
                        <a:pt x="75" y="6"/>
                      </a:lnTo>
                      <a:lnTo>
                        <a:pt x="77" y="5"/>
                      </a:lnTo>
                      <a:lnTo>
                        <a:pt x="78" y="5"/>
                      </a:lnTo>
                      <a:lnTo>
                        <a:pt x="79" y="6"/>
                      </a:lnTo>
                      <a:lnTo>
                        <a:pt x="81" y="6"/>
                      </a:lnTo>
                      <a:lnTo>
                        <a:pt x="82" y="6"/>
                      </a:lnTo>
                      <a:lnTo>
                        <a:pt x="84" y="6"/>
                      </a:lnTo>
                      <a:lnTo>
                        <a:pt x="85" y="6"/>
                      </a:lnTo>
                      <a:lnTo>
                        <a:pt x="87" y="6"/>
                      </a:lnTo>
                      <a:lnTo>
                        <a:pt x="88" y="6"/>
                      </a:lnTo>
                      <a:lnTo>
                        <a:pt x="90" y="6"/>
                      </a:lnTo>
                      <a:lnTo>
                        <a:pt x="91" y="6"/>
                      </a:lnTo>
                      <a:lnTo>
                        <a:pt x="93" y="6"/>
                      </a:lnTo>
                      <a:lnTo>
                        <a:pt x="94" y="6"/>
                      </a:lnTo>
                      <a:lnTo>
                        <a:pt x="95" y="6"/>
                      </a:lnTo>
                      <a:lnTo>
                        <a:pt x="97" y="6"/>
                      </a:lnTo>
                      <a:lnTo>
                        <a:pt x="98" y="6"/>
                      </a:lnTo>
                      <a:lnTo>
                        <a:pt x="100" y="6"/>
                      </a:lnTo>
                      <a:lnTo>
                        <a:pt x="101" y="6"/>
                      </a:lnTo>
                      <a:lnTo>
                        <a:pt x="103" y="6"/>
                      </a:lnTo>
                      <a:lnTo>
                        <a:pt x="104" y="6"/>
                      </a:lnTo>
                      <a:lnTo>
                        <a:pt x="106" y="5"/>
                      </a:lnTo>
                      <a:lnTo>
                        <a:pt x="107" y="6"/>
                      </a:lnTo>
                      <a:lnTo>
                        <a:pt x="108" y="5"/>
                      </a:lnTo>
                      <a:lnTo>
                        <a:pt x="110" y="5"/>
                      </a:lnTo>
                      <a:lnTo>
                        <a:pt x="111" y="6"/>
                      </a:lnTo>
                      <a:lnTo>
                        <a:pt x="113" y="3"/>
                      </a:lnTo>
                      <a:lnTo>
                        <a:pt x="114" y="6"/>
                      </a:lnTo>
                      <a:lnTo>
                        <a:pt x="116" y="6"/>
                      </a:lnTo>
                      <a:lnTo>
                        <a:pt x="117" y="6"/>
                      </a:lnTo>
                      <a:lnTo>
                        <a:pt x="119" y="6"/>
                      </a:lnTo>
                      <a:lnTo>
                        <a:pt x="120" y="6"/>
                      </a:lnTo>
                      <a:lnTo>
                        <a:pt x="122" y="6"/>
                      </a:lnTo>
                      <a:lnTo>
                        <a:pt x="123" y="6"/>
                      </a:lnTo>
                      <a:lnTo>
                        <a:pt x="124" y="5"/>
                      </a:lnTo>
                      <a:lnTo>
                        <a:pt x="126" y="5"/>
                      </a:lnTo>
                      <a:lnTo>
                        <a:pt x="127" y="5"/>
                      </a:lnTo>
                      <a:lnTo>
                        <a:pt x="129" y="5"/>
                      </a:lnTo>
                      <a:lnTo>
                        <a:pt x="130" y="5"/>
                      </a:lnTo>
                      <a:lnTo>
                        <a:pt x="132" y="5"/>
                      </a:lnTo>
                      <a:lnTo>
                        <a:pt x="133" y="5"/>
                      </a:lnTo>
                      <a:lnTo>
                        <a:pt x="135" y="5"/>
                      </a:lnTo>
                      <a:lnTo>
                        <a:pt x="136" y="5"/>
                      </a:lnTo>
                      <a:lnTo>
                        <a:pt x="137" y="5"/>
                      </a:lnTo>
                      <a:lnTo>
                        <a:pt x="139" y="5"/>
                      </a:lnTo>
                      <a:lnTo>
                        <a:pt x="140" y="5"/>
                      </a:lnTo>
                      <a:lnTo>
                        <a:pt x="142" y="5"/>
                      </a:lnTo>
                      <a:lnTo>
                        <a:pt x="143" y="5"/>
                      </a:lnTo>
                      <a:lnTo>
                        <a:pt x="145" y="5"/>
                      </a:lnTo>
                      <a:lnTo>
                        <a:pt x="146" y="5"/>
                      </a:lnTo>
                      <a:lnTo>
                        <a:pt x="148" y="4"/>
                      </a:lnTo>
                      <a:lnTo>
                        <a:pt x="149" y="4"/>
                      </a:lnTo>
                      <a:lnTo>
                        <a:pt x="151" y="4"/>
                      </a:lnTo>
                      <a:lnTo>
                        <a:pt x="152" y="4"/>
                      </a:lnTo>
                      <a:lnTo>
                        <a:pt x="153" y="4"/>
                      </a:lnTo>
                      <a:lnTo>
                        <a:pt x="155" y="4"/>
                      </a:lnTo>
                      <a:lnTo>
                        <a:pt x="156" y="4"/>
                      </a:lnTo>
                      <a:lnTo>
                        <a:pt x="158" y="4"/>
                      </a:lnTo>
                      <a:lnTo>
                        <a:pt x="159" y="4"/>
                      </a:lnTo>
                      <a:lnTo>
                        <a:pt x="161" y="4"/>
                      </a:lnTo>
                      <a:lnTo>
                        <a:pt x="162" y="4"/>
                      </a:lnTo>
                      <a:lnTo>
                        <a:pt x="164" y="4"/>
                      </a:lnTo>
                      <a:lnTo>
                        <a:pt x="165" y="4"/>
                      </a:lnTo>
                      <a:lnTo>
                        <a:pt x="166" y="4"/>
                      </a:lnTo>
                      <a:lnTo>
                        <a:pt x="168" y="4"/>
                      </a:lnTo>
                      <a:lnTo>
                        <a:pt x="169" y="4"/>
                      </a:lnTo>
                      <a:lnTo>
                        <a:pt x="171" y="4"/>
                      </a:lnTo>
                      <a:lnTo>
                        <a:pt x="172" y="4"/>
                      </a:lnTo>
                      <a:lnTo>
                        <a:pt x="174" y="4"/>
                      </a:lnTo>
                      <a:lnTo>
                        <a:pt x="175" y="4"/>
                      </a:lnTo>
                      <a:lnTo>
                        <a:pt x="177" y="4"/>
                      </a:lnTo>
                      <a:lnTo>
                        <a:pt x="178" y="4"/>
                      </a:lnTo>
                      <a:lnTo>
                        <a:pt x="180" y="4"/>
                      </a:lnTo>
                      <a:lnTo>
                        <a:pt x="181" y="4"/>
                      </a:lnTo>
                      <a:lnTo>
                        <a:pt x="182" y="4"/>
                      </a:lnTo>
                      <a:lnTo>
                        <a:pt x="184" y="4"/>
                      </a:lnTo>
                      <a:lnTo>
                        <a:pt x="185" y="4"/>
                      </a:lnTo>
                      <a:lnTo>
                        <a:pt x="187" y="4"/>
                      </a:lnTo>
                      <a:lnTo>
                        <a:pt x="188" y="4"/>
                      </a:lnTo>
                      <a:lnTo>
                        <a:pt x="190" y="4"/>
                      </a:lnTo>
                      <a:lnTo>
                        <a:pt x="191" y="4"/>
                      </a:lnTo>
                      <a:lnTo>
                        <a:pt x="193" y="4"/>
                      </a:lnTo>
                      <a:lnTo>
                        <a:pt x="194" y="4"/>
                      </a:lnTo>
                      <a:lnTo>
                        <a:pt x="195" y="4"/>
                      </a:lnTo>
                      <a:lnTo>
                        <a:pt x="197" y="4"/>
                      </a:lnTo>
                      <a:lnTo>
                        <a:pt x="198" y="4"/>
                      </a:lnTo>
                      <a:lnTo>
                        <a:pt x="200" y="4"/>
                      </a:lnTo>
                      <a:lnTo>
                        <a:pt x="201" y="4"/>
                      </a:lnTo>
                      <a:lnTo>
                        <a:pt x="203" y="4"/>
                      </a:lnTo>
                      <a:lnTo>
                        <a:pt x="204" y="4"/>
                      </a:lnTo>
                      <a:lnTo>
                        <a:pt x="206" y="4"/>
                      </a:lnTo>
                      <a:lnTo>
                        <a:pt x="207" y="4"/>
                      </a:lnTo>
                      <a:lnTo>
                        <a:pt x="209" y="4"/>
                      </a:lnTo>
                      <a:lnTo>
                        <a:pt x="210" y="4"/>
                      </a:lnTo>
                      <a:lnTo>
                        <a:pt x="211" y="4"/>
                      </a:lnTo>
                      <a:lnTo>
                        <a:pt x="213" y="3"/>
                      </a:lnTo>
                      <a:lnTo>
                        <a:pt x="214" y="3"/>
                      </a:lnTo>
                      <a:lnTo>
                        <a:pt x="216" y="3"/>
                      </a:lnTo>
                      <a:lnTo>
                        <a:pt x="217" y="3"/>
                      </a:lnTo>
                      <a:lnTo>
                        <a:pt x="219" y="3"/>
                      </a:lnTo>
                      <a:lnTo>
                        <a:pt x="220" y="3"/>
                      </a:lnTo>
                      <a:lnTo>
                        <a:pt x="222" y="3"/>
                      </a:lnTo>
                      <a:lnTo>
                        <a:pt x="223" y="3"/>
                      </a:lnTo>
                      <a:lnTo>
                        <a:pt x="224" y="3"/>
                      </a:lnTo>
                      <a:lnTo>
                        <a:pt x="226" y="3"/>
                      </a:lnTo>
                      <a:lnTo>
                        <a:pt x="227" y="3"/>
                      </a:lnTo>
                      <a:lnTo>
                        <a:pt x="229" y="3"/>
                      </a:lnTo>
                      <a:lnTo>
                        <a:pt x="230" y="3"/>
                      </a:lnTo>
                      <a:lnTo>
                        <a:pt x="232" y="3"/>
                      </a:lnTo>
                      <a:lnTo>
                        <a:pt x="233" y="3"/>
                      </a:lnTo>
                      <a:lnTo>
                        <a:pt x="235" y="3"/>
                      </a:lnTo>
                      <a:lnTo>
                        <a:pt x="236" y="3"/>
                      </a:lnTo>
                      <a:lnTo>
                        <a:pt x="238" y="3"/>
                      </a:lnTo>
                      <a:lnTo>
                        <a:pt x="239" y="3"/>
                      </a:lnTo>
                      <a:lnTo>
                        <a:pt x="240" y="3"/>
                      </a:lnTo>
                      <a:lnTo>
                        <a:pt x="242" y="3"/>
                      </a:lnTo>
                      <a:lnTo>
                        <a:pt x="243" y="3"/>
                      </a:lnTo>
                      <a:lnTo>
                        <a:pt x="245" y="3"/>
                      </a:lnTo>
                      <a:lnTo>
                        <a:pt x="246" y="3"/>
                      </a:lnTo>
                      <a:lnTo>
                        <a:pt x="248" y="4"/>
                      </a:lnTo>
                      <a:lnTo>
                        <a:pt x="249" y="4"/>
                      </a:lnTo>
                      <a:lnTo>
                        <a:pt x="251" y="4"/>
                      </a:lnTo>
                      <a:lnTo>
                        <a:pt x="252" y="4"/>
                      </a:lnTo>
                      <a:lnTo>
                        <a:pt x="253" y="4"/>
                      </a:lnTo>
                      <a:lnTo>
                        <a:pt x="255" y="4"/>
                      </a:lnTo>
                      <a:lnTo>
                        <a:pt x="256" y="4"/>
                      </a:lnTo>
                      <a:lnTo>
                        <a:pt x="258" y="4"/>
                      </a:lnTo>
                      <a:lnTo>
                        <a:pt x="259" y="4"/>
                      </a:lnTo>
                      <a:lnTo>
                        <a:pt x="261" y="4"/>
                      </a:lnTo>
                      <a:lnTo>
                        <a:pt x="262" y="3"/>
                      </a:lnTo>
                      <a:lnTo>
                        <a:pt x="264" y="3"/>
                      </a:lnTo>
                      <a:lnTo>
                        <a:pt x="265" y="3"/>
                      </a:lnTo>
                      <a:lnTo>
                        <a:pt x="267" y="3"/>
                      </a:lnTo>
                      <a:lnTo>
                        <a:pt x="268" y="3"/>
                      </a:lnTo>
                      <a:lnTo>
                        <a:pt x="269" y="3"/>
                      </a:lnTo>
                      <a:lnTo>
                        <a:pt x="271" y="3"/>
                      </a:lnTo>
                      <a:lnTo>
                        <a:pt x="272" y="4"/>
                      </a:lnTo>
                      <a:lnTo>
                        <a:pt x="274" y="4"/>
                      </a:lnTo>
                      <a:lnTo>
                        <a:pt x="275" y="4"/>
                      </a:lnTo>
                      <a:lnTo>
                        <a:pt x="277" y="4"/>
                      </a:lnTo>
                      <a:lnTo>
                        <a:pt x="278" y="4"/>
                      </a:lnTo>
                      <a:lnTo>
                        <a:pt x="280" y="4"/>
                      </a:lnTo>
                      <a:lnTo>
                        <a:pt x="281" y="4"/>
                      </a:lnTo>
                      <a:lnTo>
                        <a:pt x="282" y="3"/>
                      </a:lnTo>
                      <a:lnTo>
                        <a:pt x="284" y="3"/>
                      </a:lnTo>
                      <a:lnTo>
                        <a:pt x="285" y="3"/>
                      </a:lnTo>
                      <a:lnTo>
                        <a:pt x="287" y="3"/>
                      </a:lnTo>
                      <a:lnTo>
                        <a:pt x="288" y="3"/>
                      </a:lnTo>
                      <a:lnTo>
                        <a:pt x="290" y="3"/>
                      </a:lnTo>
                      <a:lnTo>
                        <a:pt x="291" y="3"/>
                      </a:lnTo>
                      <a:lnTo>
                        <a:pt x="293" y="3"/>
                      </a:lnTo>
                      <a:lnTo>
                        <a:pt x="294" y="3"/>
                      </a:lnTo>
                      <a:lnTo>
                        <a:pt x="296" y="3"/>
                      </a:lnTo>
                      <a:lnTo>
                        <a:pt x="297" y="3"/>
                      </a:lnTo>
                      <a:lnTo>
                        <a:pt x="298" y="3"/>
                      </a:lnTo>
                      <a:lnTo>
                        <a:pt x="300" y="3"/>
                      </a:lnTo>
                      <a:lnTo>
                        <a:pt x="301" y="3"/>
                      </a:lnTo>
                      <a:lnTo>
                        <a:pt x="303" y="3"/>
                      </a:lnTo>
                      <a:lnTo>
                        <a:pt x="304" y="3"/>
                      </a:lnTo>
                      <a:lnTo>
                        <a:pt x="306" y="3"/>
                      </a:lnTo>
                      <a:lnTo>
                        <a:pt x="307" y="3"/>
                      </a:lnTo>
                      <a:lnTo>
                        <a:pt x="309" y="3"/>
                      </a:lnTo>
                      <a:lnTo>
                        <a:pt x="310" y="3"/>
                      </a:lnTo>
                      <a:lnTo>
                        <a:pt x="311" y="3"/>
                      </a:lnTo>
                      <a:lnTo>
                        <a:pt x="313" y="3"/>
                      </a:lnTo>
                      <a:lnTo>
                        <a:pt x="314" y="3"/>
                      </a:lnTo>
                      <a:lnTo>
                        <a:pt x="316" y="3"/>
                      </a:lnTo>
                      <a:lnTo>
                        <a:pt x="317" y="3"/>
                      </a:lnTo>
                      <a:lnTo>
                        <a:pt x="319" y="3"/>
                      </a:lnTo>
                      <a:lnTo>
                        <a:pt x="320" y="3"/>
                      </a:lnTo>
                      <a:lnTo>
                        <a:pt x="322" y="3"/>
                      </a:lnTo>
                      <a:lnTo>
                        <a:pt x="323" y="3"/>
                      </a:lnTo>
                      <a:lnTo>
                        <a:pt x="325" y="3"/>
                      </a:lnTo>
                      <a:lnTo>
                        <a:pt x="326" y="3"/>
                      </a:lnTo>
                      <a:lnTo>
                        <a:pt x="327" y="3"/>
                      </a:lnTo>
                      <a:lnTo>
                        <a:pt x="329" y="3"/>
                      </a:lnTo>
                      <a:lnTo>
                        <a:pt x="330" y="3"/>
                      </a:lnTo>
                      <a:lnTo>
                        <a:pt x="332" y="3"/>
                      </a:lnTo>
                      <a:lnTo>
                        <a:pt x="333" y="3"/>
                      </a:lnTo>
                      <a:lnTo>
                        <a:pt x="335" y="3"/>
                      </a:lnTo>
                      <a:lnTo>
                        <a:pt x="336" y="3"/>
                      </a:lnTo>
                      <a:lnTo>
                        <a:pt x="338" y="3"/>
                      </a:lnTo>
                      <a:lnTo>
                        <a:pt x="339" y="3"/>
                      </a:lnTo>
                      <a:lnTo>
                        <a:pt x="340" y="3"/>
                      </a:lnTo>
                      <a:lnTo>
                        <a:pt x="342" y="3"/>
                      </a:lnTo>
                      <a:lnTo>
                        <a:pt x="343" y="3"/>
                      </a:lnTo>
                      <a:lnTo>
                        <a:pt x="345" y="3"/>
                      </a:lnTo>
                      <a:lnTo>
                        <a:pt x="346" y="3"/>
                      </a:lnTo>
                      <a:lnTo>
                        <a:pt x="348" y="3"/>
                      </a:lnTo>
                      <a:lnTo>
                        <a:pt x="349" y="3"/>
                      </a:lnTo>
                      <a:lnTo>
                        <a:pt x="351" y="3"/>
                      </a:lnTo>
                      <a:lnTo>
                        <a:pt x="352" y="3"/>
                      </a:lnTo>
                      <a:lnTo>
                        <a:pt x="354" y="3"/>
                      </a:lnTo>
                      <a:lnTo>
                        <a:pt x="355" y="3"/>
                      </a:lnTo>
                      <a:lnTo>
                        <a:pt x="356" y="3"/>
                      </a:lnTo>
                      <a:lnTo>
                        <a:pt x="358" y="3"/>
                      </a:lnTo>
                      <a:lnTo>
                        <a:pt x="359" y="3"/>
                      </a:lnTo>
                      <a:lnTo>
                        <a:pt x="361" y="2"/>
                      </a:lnTo>
                      <a:lnTo>
                        <a:pt x="362" y="2"/>
                      </a:lnTo>
                      <a:lnTo>
                        <a:pt x="364" y="2"/>
                      </a:lnTo>
                      <a:lnTo>
                        <a:pt x="365" y="2"/>
                      </a:lnTo>
                      <a:lnTo>
                        <a:pt x="367" y="2"/>
                      </a:lnTo>
                      <a:lnTo>
                        <a:pt x="368" y="2"/>
                      </a:lnTo>
                      <a:lnTo>
                        <a:pt x="369" y="3"/>
                      </a:lnTo>
                      <a:lnTo>
                        <a:pt x="371" y="3"/>
                      </a:lnTo>
                      <a:lnTo>
                        <a:pt x="372" y="3"/>
                      </a:lnTo>
                      <a:lnTo>
                        <a:pt x="374" y="3"/>
                      </a:lnTo>
                      <a:lnTo>
                        <a:pt x="375" y="3"/>
                      </a:lnTo>
                      <a:lnTo>
                        <a:pt x="377" y="3"/>
                      </a:lnTo>
                      <a:lnTo>
                        <a:pt x="378" y="3"/>
                      </a:lnTo>
                      <a:lnTo>
                        <a:pt x="380" y="3"/>
                      </a:lnTo>
                      <a:lnTo>
                        <a:pt x="381" y="3"/>
                      </a:lnTo>
                      <a:lnTo>
                        <a:pt x="383" y="3"/>
                      </a:lnTo>
                      <a:lnTo>
                        <a:pt x="384" y="2"/>
                      </a:lnTo>
                      <a:lnTo>
                        <a:pt x="385" y="2"/>
                      </a:lnTo>
                      <a:lnTo>
                        <a:pt x="387" y="2"/>
                      </a:lnTo>
                      <a:lnTo>
                        <a:pt x="388" y="2"/>
                      </a:lnTo>
                      <a:lnTo>
                        <a:pt x="390" y="3"/>
                      </a:lnTo>
                      <a:lnTo>
                        <a:pt x="391" y="3"/>
                      </a:lnTo>
                      <a:lnTo>
                        <a:pt x="393" y="3"/>
                      </a:lnTo>
                      <a:lnTo>
                        <a:pt x="394" y="3"/>
                      </a:lnTo>
                      <a:lnTo>
                        <a:pt x="396" y="3"/>
                      </a:lnTo>
                      <a:lnTo>
                        <a:pt x="397" y="3"/>
                      </a:lnTo>
                      <a:lnTo>
                        <a:pt x="398" y="3"/>
                      </a:lnTo>
                      <a:lnTo>
                        <a:pt x="400" y="3"/>
                      </a:lnTo>
                      <a:lnTo>
                        <a:pt x="401" y="0"/>
                      </a:lnTo>
                      <a:lnTo>
                        <a:pt x="403" y="3"/>
                      </a:lnTo>
                      <a:lnTo>
                        <a:pt x="404" y="2"/>
                      </a:lnTo>
                      <a:lnTo>
                        <a:pt x="406" y="2"/>
                      </a:lnTo>
                      <a:lnTo>
                        <a:pt x="407" y="2"/>
                      </a:lnTo>
                      <a:lnTo>
                        <a:pt x="409" y="2"/>
                      </a:lnTo>
                      <a:lnTo>
                        <a:pt x="410" y="2"/>
                      </a:lnTo>
                      <a:lnTo>
                        <a:pt x="412" y="2"/>
                      </a:lnTo>
                      <a:lnTo>
                        <a:pt x="413" y="2"/>
                      </a:lnTo>
                      <a:lnTo>
                        <a:pt x="414" y="2"/>
                      </a:lnTo>
                      <a:lnTo>
                        <a:pt x="416" y="3"/>
                      </a:lnTo>
                      <a:lnTo>
                        <a:pt x="417" y="3"/>
                      </a:lnTo>
                      <a:lnTo>
                        <a:pt x="419" y="3"/>
                      </a:lnTo>
                      <a:lnTo>
                        <a:pt x="420" y="3"/>
                      </a:lnTo>
                      <a:lnTo>
                        <a:pt x="422" y="3"/>
                      </a:lnTo>
                      <a:lnTo>
                        <a:pt x="423" y="2"/>
                      </a:lnTo>
                      <a:lnTo>
                        <a:pt x="425" y="2"/>
                      </a:lnTo>
                      <a:lnTo>
                        <a:pt x="426" y="2"/>
                      </a:lnTo>
                      <a:lnTo>
                        <a:pt x="427" y="2"/>
                      </a:lnTo>
                      <a:lnTo>
                        <a:pt x="429" y="2"/>
                      </a:lnTo>
                      <a:lnTo>
                        <a:pt x="430" y="2"/>
                      </a:lnTo>
                      <a:lnTo>
                        <a:pt x="432" y="2"/>
                      </a:lnTo>
                      <a:lnTo>
                        <a:pt x="433" y="2"/>
                      </a:lnTo>
                      <a:lnTo>
                        <a:pt x="435" y="2"/>
                      </a:lnTo>
                      <a:lnTo>
                        <a:pt x="436" y="2"/>
                      </a:lnTo>
                      <a:lnTo>
                        <a:pt x="438" y="2"/>
                      </a:lnTo>
                      <a:lnTo>
                        <a:pt x="439" y="2"/>
                      </a:lnTo>
                      <a:lnTo>
                        <a:pt x="441" y="2"/>
                      </a:lnTo>
                      <a:lnTo>
                        <a:pt x="442" y="2"/>
                      </a:lnTo>
                      <a:lnTo>
                        <a:pt x="443" y="2"/>
                      </a:lnTo>
                      <a:lnTo>
                        <a:pt x="445" y="2"/>
                      </a:lnTo>
                      <a:lnTo>
                        <a:pt x="446" y="2"/>
                      </a:lnTo>
                      <a:lnTo>
                        <a:pt x="448" y="2"/>
                      </a:lnTo>
                      <a:lnTo>
                        <a:pt x="449" y="2"/>
                      </a:lnTo>
                      <a:lnTo>
                        <a:pt x="451" y="2"/>
                      </a:lnTo>
                      <a:lnTo>
                        <a:pt x="452" y="2"/>
                      </a:lnTo>
                      <a:lnTo>
                        <a:pt x="454" y="2"/>
                      </a:lnTo>
                      <a:lnTo>
                        <a:pt x="455" y="2"/>
                      </a:lnTo>
                      <a:lnTo>
                        <a:pt x="456" y="2"/>
                      </a:lnTo>
                      <a:lnTo>
                        <a:pt x="458" y="2"/>
                      </a:lnTo>
                      <a:lnTo>
                        <a:pt x="459" y="2"/>
                      </a:lnTo>
                      <a:lnTo>
                        <a:pt x="461" y="2"/>
                      </a:lnTo>
                      <a:lnTo>
                        <a:pt x="462" y="2"/>
                      </a:lnTo>
                      <a:lnTo>
                        <a:pt x="464" y="2"/>
                      </a:lnTo>
                      <a:lnTo>
                        <a:pt x="465" y="2"/>
                      </a:lnTo>
                      <a:lnTo>
                        <a:pt x="467" y="2"/>
                      </a:lnTo>
                      <a:lnTo>
                        <a:pt x="468" y="2"/>
                      </a:lnTo>
                      <a:lnTo>
                        <a:pt x="470" y="2"/>
                      </a:lnTo>
                      <a:lnTo>
                        <a:pt x="471" y="2"/>
                      </a:lnTo>
                      <a:lnTo>
                        <a:pt x="472" y="2"/>
                      </a:lnTo>
                      <a:lnTo>
                        <a:pt x="474" y="2"/>
                      </a:lnTo>
                      <a:lnTo>
                        <a:pt x="475" y="2"/>
                      </a:lnTo>
                      <a:lnTo>
                        <a:pt x="477" y="2"/>
                      </a:lnTo>
                      <a:lnTo>
                        <a:pt x="478" y="2"/>
                      </a:lnTo>
                      <a:lnTo>
                        <a:pt x="480" y="2"/>
                      </a:lnTo>
                      <a:lnTo>
                        <a:pt x="481" y="2"/>
                      </a:lnTo>
                      <a:lnTo>
                        <a:pt x="483" y="2"/>
                      </a:lnTo>
                      <a:lnTo>
                        <a:pt x="484" y="2"/>
                      </a:lnTo>
                      <a:lnTo>
                        <a:pt x="485" y="2"/>
                      </a:lnTo>
                      <a:lnTo>
                        <a:pt x="487" y="2"/>
                      </a:lnTo>
                      <a:lnTo>
                        <a:pt x="488" y="2"/>
                      </a:lnTo>
                      <a:lnTo>
                        <a:pt x="490" y="2"/>
                      </a:lnTo>
                      <a:lnTo>
                        <a:pt x="491" y="2"/>
                      </a:lnTo>
                      <a:lnTo>
                        <a:pt x="493" y="2"/>
                      </a:lnTo>
                      <a:lnTo>
                        <a:pt x="494" y="2"/>
                      </a:lnTo>
                      <a:lnTo>
                        <a:pt x="496" y="2"/>
                      </a:lnTo>
                      <a:lnTo>
                        <a:pt x="497" y="2"/>
                      </a:lnTo>
                      <a:lnTo>
                        <a:pt x="499" y="2"/>
                      </a:lnTo>
                      <a:lnTo>
                        <a:pt x="500" y="2"/>
                      </a:lnTo>
                      <a:lnTo>
                        <a:pt x="501" y="2"/>
                      </a:lnTo>
                      <a:lnTo>
                        <a:pt x="503" y="2"/>
                      </a:lnTo>
                      <a:lnTo>
                        <a:pt x="504" y="2"/>
                      </a:lnTo>
                      <a:lnTo>
                        <a:pt x="506" y="2"/>
                      </a:lnTo>
                      <a:lnTo>
                        <a:pt x="507" y="2"/>
                      </a:lnTo>
                      <a:lnTo>
                        <a:pt x="509" y="2"/>
                      </a:lnTo>
                      <a:lnTo>
                        <a:pt x="510" y="2"/>
                      </a:lnTo>
                      <a:lnTo>
                        <a:pt x="512" y="2"/>
                      </a:lnTo>
                      <a:lnTo>
                        <a:pt x="513" y="2"/>
                      </a:lnTo>
                      <a:lnTo>
                        <a:pt x="514" y="2"/>
                      </a:lnTo>
                      <a:lnTo>
                        <a:pt x="516" y="2"/>
                      </a:lnTo>
                      <a:lnTo>
                        <a:pt x="517" y="2"/>
                      </a:lnTo>
                      <a:lnTo>
                        <a:pt x="519" y="2"/>
                      </a:lnTo>
                      <a:lnTo>
                        <a:pt x="520" y="2"/>
                      </a:lnTo>
                      <a:lnTo>
                        <a:pt x="522" y="2"/>
                      </a:lnTo>
                      <a:lnTo>
                        <a:pt x="523" y="2"/>
                      </a:lnTo>
                      <a:lnTo>
                        <a:pt x="525" y="2"/>
                      </a:lnTo>
                      <a:lnTo>
                        <a:pt x="526" y="2"/>
                      </a:lnTo>
                      <a:lnTo>
                        <a:pt x="528" y="2"/>
                      </a:lnTo>
                      <a:lnTo>
                        <a:pt x="529" y="2"/>
                      </a:lnTo>
                      <a:lnTo>
                        <a:pt x="530" y="2"/>
                      </a:lnTo>
                      <a:lnTo>
                        <a:pt x="532" y="2"/>
                      </a:lnTo>
                      <a:lnTo>
                        <a:pt x="533" y="2"/>
                      </a:lnTo>
                      <a:lnTo>
                        <a:pt x="535" y="2"/>
                      </a:lnTo>
                      <a:lnTo>
                        <a:pt x="536" y="2"/>
                      </a:lnTo>
                      <a:lnTo>
                        <a:pt x="538" y="2"/>
                      </a:lnTo>
                      <a:lnTo>
                        <a:pt x="539" y="2"/>
                      </a:lnTo>
                      <a:lnTo>
                        <a:pt x="541" y="2"/>
                      </a:lnTo>
                      <a:lnTo>
                        <a:pt x="542" y="2"/>
                      </a:lnTo>
                      <a:lnTo>
                        <a:pt x="543" y="2"/>
                      </a:lnTo>
                      <a:lnTo>
                        <a:pt x="545" y="2"/>
                      </a:lnTo>
                      <a:lnTo>
                        <a:pt x="546" y="2"/>
                      </a:lnTo>
                      <a:lnTo>
                        <a:pt x="548" y="2"/>
                      </a:lnTo>
                      <a:lnTo>
                        <a:pt x="549" y="2"/>
                      </a:lnTo>
                      <a:lnTo>
                        <a:pt x="551" y="2"/>
                      </a:lnTo>
                      <a:lnTo>
                        <a:pt x="552" y="2"/>
                      </a:lnTo>
                      <a:lnTo>
                        <a:pt x="554" y="2"/>
                      </a:lnTo>
                      <a:lnTo>
                        <a:pt x="555" y="2"/>
                      </a:lnTo>
                      <a:lnTo>
                        <a:pt x="557" y="2"/>
                      </a:lnTo>
                      <a:lnTo>
                        <a:pt x="558" y="2"/>
                      </a:lnTo>
                      <a:lnTo>
                        <a:pt x="559" y="2"/>
                      </a:lnTo>
                      <a:lnTo>
                        <a:pt x="561" y="2"/>
                      </a:lnTo>
                      <a:lnTo>
                        <a:pt x="562" y="2"/>
                      </a:lnTo>
                      <a:lnTo>
                        <a:pt x="564" y="2"/>
                      </a:lnTo>
                      <a:lnTo>
                        <a:pt x="565" y="2"/>
                      </a:lnTo>
                      <a:lnTo>
                        <a:pt x="567" y="2"/>
                      </a:lnTo>
                      <a:lnTo>
                        <a:pt x="568" y="2"/>
                      </a:lnTo>
                      <a:lnTo>
                        <a:pt x="570" y="2"/>
                      </a:lnTo>
                      <a:lnTo>
                        <a:pt x="571" y="2"/>
                      </a:lnTo>
                      <a:lnTo>
                        <a:pt x="572" y="2"/>
                      </a:lnTo>
                      <a:lnTo>
                        <a:pt x="574" y="2"/>
                      </a:lnTo>
                      <a:lnTo>
                        <a:pt x="575" y="2"/>
                      </a:lnTo>
                      <a:lnTo>
                        <a:pt x="577" y="2"/>
                      </a:lnTo>
                      <a:lnTo>
                        <a:pt x="578" y="2"/>
                      </a:lnTo>
                      <a:lnTo>
                        <a:pt x="580" y="2"/>
                      </a:lnTo>
                      <a:lnTo>
                        <a:pt x="581" y="2"/>
                      </a:lnTo>
                      <a:lnTo>
                        <a:pt x="583" y="2"/>
                      </a:lnTo>
                      <a:lnTo>
                        <a:pt x="584" y="2"/>
                      </a:lnTo>
                      <a:lnTo>
                        <a:pt x="586" y="2"/>
                      </a:lnTo>
                      <a:lnTo>
                        <a:pt x="587" y="2"/>
                      </a:lnTo>
                      <a:lnTo>
                        <a:pt x="588" y="2"/>
                      </a:lnTo>
                      <a:lnTo>
                        <a:pt x="590" y="2"/>
                      </a:lnTo>
                      <a:lnTo>
                        <a:pt x="591" y="2"/>
                      </a:lnTo>
                      <a:lnTo>
                        <a:pt x="593" y="2"/>
                      </a:lnTo>
                      <a:lnTo>
                        <a:pt x="594" y="2"/>
                      </a:lnTo>
                      <a:lnTo>
                        <a:pt x="596" y="2"/>
                      </a:lnTo>
                      <a:lnTo>
                        <a:pt x="597" y="2"/>
                      </a:lnTo>
                      <a:lnTo>
                        <a:pt x="599" y="2"/>
                      </a:lnTo>
                      <a:lnTo>
                        <a:pt x="600" y="2"/>
                      </a:lnTo>
                      <a:lnTo>
                        <a:pt x="601" y="2"/>
                      </a:lnTo>
                      <a:lnTo>
                        <a:pt x="603" y="2"/>
                      </a:lnTo>
                      <a:lnTo>
                        <a:pt x="604" y="2"/>
                      </a:lnTo>
                      <a:lnTo>
                        <a:pt x="606" y="2"/>
                      </a:lnTo>
                      <a:lnTo>
                        <a:pt x="607" y="2"/>
                      </a:lnTo>
                      <a:lnTo>
                        <a:pt x="609" y="2"/>
                      </a:lnTo>
                      <a:lnTo>
                        <a:pt x="610" y="2"/>
                      </a:lnTo>
                      <a:lnTo>
                        <a:pt x="612" y="2"/>
                      </a:lnTo>
                      <a:lnTo>
                        <a:pt x="613" y="2"/>
                      </a:lnTo>
                      <a:lnTo>
                        <a:pt x="615" y="2"/>
                      </a:lnTo>
                      <a:lnTo>
                        <a:pt x="616" y="2"/>
                      </a:lnTo>
                      <a:lnTo>
                        <a:pt x="617" y="2"/>
                      </a:lnTo>
                      <a:lnTo>
                        <a:pt x="619" y="2"/>
                      </a:lnTo>
                      <a:lnTo>
                        <a:pt x="620" y="2"/>
                      </a:lnTo>
                      <a:lnTo>
                        <a:pt x="622" y="2"/>
                      </a:lnTo>
                      <a:lnTo>
                        <a:pt x="623" y="2"/>
                      </a:lnTo>
                      <a:lnTo>
                        <a:pt x="625" y="2"/>
                      </a:lnTo>
                      <a:lnTo>
                        <a:pt x="626" y="2"/>
                      </a:lnTo>
                      <a:lnTo>
                        <a:pt x="628" y="2"/>
                      </a:lnTo>
                      <a:lnTo>
                        <a:pt x="629" y="2"/>
                      </a:lnTo>
                      <a:lnTo>
                        <a:pt x="630" y="2"/>
                      </a:lnTo>
                      <a:lnTo>
                        <a:pt x="632" y="2"/>
                      </a:lnTo>
                      <a:lnTo>
                        <a:pt x="633" y="2"/>
                      </a:lnTo>
                      <a:lnTo>
                        <a:pt x="635" y="2"/>
                      </a:lnTo>
                      <a:lnTo>
                        <a:pt x="636" y="2"/>
                      </a:lnTo>
                      <a:lnTo>
                        <a:pt x="638" y="2"/>
                      </a:lnTo>
                      <a:lnTo>
                        <a:pt x="639" y="2"/>
                      </a:lnTo>
                      <a:lnTo>
                        <a:pt x="641" y="1"/>
                      </a:lnTo>
                      <a:lnTo>
                        <a:pt x="642" y="2"/>
                      </a:lnTo>
                      <a:lnTo>
                        <a:pt x="644" y="2"/>
                      </a:lnTo>
                      <a:lnTo>
                        <a:pt x="645" y="2"/>
                      </a:lnTo>
                      <a:lnTo>
                        <a:pt x="646" y="2"/>
                      </a:lnTo>
                      <a:lnTo>
                        <a:pt x="648" y="2"/>
                      </a:lnTo>
                      <a:lnTo>
                        <a:pt x="649" y="2"/>
                      </a:lnTo>
                      <a:lnTo>
                        <a:pt x="651" y="2"/>
                      </a:lnTo>
                      <a:lnTo>
                        <a:pt x="652" y="2"/>
                      </a:lnTo>
                      <a:lnTo>
                        <a:pt x="654" y="2"/>
                      </a:lnTo>
                      <a:lnTo>
                        <a:pt x="655" y="2"/>
                      </a:lnTo>
                      <a:lnTo>
                        <a:pt x="657" y="2"/>
                      </a:lnTo>
                      <a:lnTo>
                        <a:pt x="658" y="2"/>
                      </a:lnTo>
                      <a:lnTo>
                        <a:pt x="659" y="2"/>
                      </a:lnTo>
                      <a:lnTo>
                        <a:pt x="661" y="2"/>
                      </a:lnTo>
                      <a:lnTo>
                        <a:pt x="662" y="2"/>
                      </a:lnTo>
                      <a:lnTo>
                        <a:pt x="664" y="2"/>
                      </a:lnTo>
                      <a:lnTo>
                        <a:pt x="665" y="2"/>
                      </a:lnTo>
                      <a:lnTo>
                        <a:pt x="667" y="2"/>
                      </a:lnTo>
                      <a:lnTo>
                        <a:pt x="668" y="2"/>
                      </a:lnTo>
                      <a:lnTo>
                        <a:pt x="670" y="2"/>
                      </a:lnTo>
                      <a:lnTo>
                        <a:pt x="671" y="2"/>
                      </a:lnTo>
                      <a:lnTo>
                        <a:pt x="673" y="2"/>
                      </a:lnTo>
                      <a:lnTo>
                        <a:pt x="674" y="2"/>
                      </a:lnTo>
                      <a:lnTo>
                        <a:pt x="675" y="2"/>
                      </a:lnTo>
                      <a:lnTo>
                        <a:pt x="677" y="2"/>
                      </a:lnTo>
                      <a:lnTo>
                        <a:pt x="678" y="2"/>
                      </a:lnTo>
                      <a:lnTo>
                        <a:pt x="680" y="2"/>
                      </a:lnTo>
                      <a:lnTo>
                        <a:pt x="681" y="2"/>
                      </a:lnTo>
                      <a:lnTo>
                        <a:pt x="683" y="2"/>
                      </a:lnTo>
                      <a:lnTo>
                        <a:pt x="684" y="2"/>
                      </a:lnTo>
                      <a:lnTo>
                        <a:pt x="686" y="2"/>
                      </a:lnTo>
                      <a:lnTo>
                        <a:pt x="687" y="2"/>
                      </a:lnTo>
                      <a:lnTo>
                        <a:pt x="688" y="2"/>
                      </a:lnTo>
                      <a:lnTo>
                        <a:pt x="690" y="2"/>
                      </a:lnTo>
                      <a:lnTo>
                        <a:pt x="691" y="2"/>
                      </a:lnTo>
                      <a:lnTo>
                        <a:pt x="693" y="2"/>
                      </a:lnTo>
                      <a:lnTo>
                        <a:pt x="694" y="2"/>
                      </a:lnTo>
                      <a:lnTo>
                        <a:pt x="696" y="2"/>
                      </a:lnTo>
                      <a:lnTo>
                        <a:pt x="697" y="2"/>
                      </a:lnTo>
                      <a:lnTo>
                        <a:pt x="699" y="2"/>
                      </a:lnTo>
                      <a:lnTo>
                        <a:pt x="700" y="2"/>
                      </a:lnTo>
                      <a:lnTo>
                        <a:pt x="702" y="2"/>
                      </a:lnTo>
                      <a:lnTo>
                        <a:pt x="703" y="2"/>
                      </a:lnTo>
                      <a:lnTo>
                        <a:pt x="704" y="2"/>
                      </a:lnTo>
                      <a:lnTo>
                        <a:pt x="706" y="2"/>
                      </a:lnTo>
                      <a:lnTo>
                        <a:pt x="707" y="2"/>
                      </a:lnTo>
                      <a:lnTo>
                        <a:pt x="709" y="2"/>
                      </a:lnTo>
                      <a:lnTo>
                        <a:pt x="710" y="2"/>
                      </a:lnTo>
                      <a:lnTo>
                        <a:pt x="712" y="2"/>
                      </a:lnTo>
                      <a:lnTo>
                        <a:pt x="713" y="2"/>
                      </a:lnTo>
                      <a:lnTo>
                        <a:pt x="715" y="2"/>
                      </a:lnTo>
                      <a:lnTo>
                        <a:pt x="716" y="2"/>
                      </a:lnTo>
                      <a:lnTo>
                        <a:pt x="717" y="2"/>
                      </a:lnTo>
                      <a:lnTo>
                        <a:pt x="719" y="2"/>
                      </a:lnTo>
                      <a:lnTo>
                        <a:pt x="720" y="2"/>
                      </a:lnTo>
                      <a:lnTo>
                        <a:pt x="722" y="2"/>
                      </a:lnTo>
                      <a:lnTo>
                        <a:pt x="723" y="2"/>
                      </a:lnTo>
                      <a:lnTo>
                        <a:pt x="725" y="2"/>
                      </a:lnTo>
                      <a:lnTo>
                        <a:pt x="726" y="2"/>
                      </a:lnTo>
                      <a:lnTo>
                        <a:pt x="728" y="2"/>
                      </a:lnTo>
                      <a:lnTo>
                        <a:pt x="729" y="2"/>
                      </a:lnTo>
                      <a:lnTo>
                        <a:pt x="731" y="2"/>
                      </a:lnTo>
                      <a:lnTo>
                        <a:pt x="732" y="2"/>
                      </a:lnTo>
                      <a:lnTo>
                        <a:pt x="733" y="2"/>
                      </a:lnTo>
                      <a:lnTo>
                        <a:pt x="735" y="2"/>
                      </a:lnTo>
                      <a:lnTo>
                        <a:pt x="736" y="2"/>
                      </a:lnTo>
                      <a:lnTo>
                        <a:pt x="738" y="2"/>
                      </a:lnTo>
                      <a:lnTo>
                        <a:pt x="739" y="2"/>
                      </a:lnTo>
                      <a:lnTo>
                        <a:pt x="741" y="2"/>
                      </a:lnTo>
                      <a:lnTo>
                        <a:pt x="742" y="2"/>
                      </a:lnTo>
                      <a:lnTo>
                        <a:pt x="744" y="2"/>
                      </a:lnTo>
                      <a:lnTo>
                        <a:pt x="745" y="2"/>
                      </a:lnTo>
                      <a:lnTo>
                        <a:pt x="746" y="2"/>
                      </a:lnTo>
                      <a:lnTo>
                        <a:pt x="748" y="2"/>
                      </a:lnTo>
                      <a:lnTo>
                        <a:pt x="749" y="2"/>
                      </a:lnTo>
                      <a:lnTo>
                        <a:pt x="751" y="2"/>
                      </a:lnTo>
                      <a:lnTo>
                        <a:pt x="752" y="2"/>
                      </a:lnTo>
                      <a:lnTo>
                        <a:pt x="754" y="2"/>
                      </a:lnTo>
                      <a:lnTo>
                        <a:pt x="755" y="2"/>
                      </a:lnTo>
                      <a:lnTo>
                        <a:pt x="757" y="2"/>
                      </a:lnTo>
                      <a:lnTo>
                        <a:pt x="758" y="2"/>
                      </a:lnTo>
                      <a:lnTo>
                        <a:pt x="760" y="1"/>
                      </a:lnTo>
                      <a:lnTo>
                        <a:pt x="761" y="2"/>
                      </a:lnTo>
                      <a:lnTo>
                        <a:pt x="762" y="2"/>
                      </a:lnTo>
                      <a:lnTo>
                        <a:pt x="764" y="2"/>
                      </a:lnTo>
                      <a:lnTo>
                        <a:pt x="765" y="2"/>
                      </a:lnTo>
                      <a:lnTo>
                        <a:pt x="767" y="2"/>
                      </a:lnTo>
                      <a:lnTo>
                        <a:pt x="768" y="2"/>
                      </a:lnTo>
                      <a:lnTo>
                        <a:pt x="770" y="2"/>
                      </a:lnTo>
                      <a:lnTo>
                        <a:pt x="771" y="2"/>
                      </a:lnTo>
                      <a:lnTo>
                        <a:pt x="773" y="1"/>
                      </a:lnTo>
                      <a:lnTo>
                        <a:pt x="774" y="1"/>
                      </a:lnTo>
                      <a:lnTo>
                        <a:pt x="775" y="1"/>
                      </a:lnTo>
                      <a:lnTo>
                        <a:pt x="777" y="2"/>
                      </a:lnTo>
                      <a:lnTo>
                        <a:pt x="778" y="2"/>
                      </a:lnTo>
                      <a:lnTo>
                        <a:pt x="780" y="2"/>
                      </a:lnTo>
                      <a:lnTo>
                        <a:pt x="781" y="2"/>
                      </a:lnTo>
                      <a:lnTo>
                        <a:pt x="783" y="2"/>
                      </a:lnTo>
                      <a:lnTo>
                        <a:pt x="784" y="2"/>
                      </a:lnTo>
                      <a:lnTo>
                        <a:pt x="786" y="2"/>
                      </a:lnTo>
                      <a:lnTo>
                        <a:pt x="787" y="2"/>
                      </a:lnTo>
                      <a:lnTo>
                        <a:pt x="789" y="2"/>
                      </a:lnTo>
                      <a:lnTo>
                        <a:pt x="790" y="2"/>
                      </a:lnTo>
                      <a:lnTo>
                        <a:pt x="791" y="2"/>
                      </a:lnTo>
                      <a:lnTo>
                        <a:pt x="793" y="2"/>
                      </a:lnTo>
                      <a:lnTo>
                        <a:pt x="794" y="2"/>
                      </a:lnTo>
                      <a:lnTo>
                        <a:pt x="796" y="2"/>
                      </a:lnTo>
                      <a:lnTo>
                        <a:pt x="797" y="2"/>
                      </a:lnTo>
                      <a:lnTo>
                        <a:pt x="799" y="2"/>
                      </a:lnTo>
                      <a:lnTo>
                        <a:pt x="800" y="1"/>
                      </a:lnTo>
                      <a:lnTo>
                        <a:pt x="802" y="1"/>
                      </a:lnTo>
                      <a:lnTo>
                        <a:pt x="803" y="1"/>
                      </a:lnTo>
                      <a:lnTo>
                        <a:pt x="804" y="2"/>
                      </a:lnTo>
                      <a:lnTo>
                        <a:pt x="806" y="1"/>
                      </a:lnTo>
                      <a:lnTo>
                        <a:pt x="807" y="1"/>
                      </a:lnTo>
                      <a:lnTo>
                        <a:pt x="809" y="1"/>
                      </a:lnTo>
                      <a:lnTo>
                        <a:pt x="810" y="2"/>
                      </a:lnTo>
                      <a:lnTo>
                        <a:pt x="812" y="2"/>
                      </a:lnTo>
                      <a:lnTo>
                        <a:pt x="813" y="2"/>
                      </a:lnTo>
                      <a:lnTo>
                        <a:pt x="815" y="2"/>
                      </a:lnTo>
                      <a:lnTo>
                        <a:pt x="816" y="2"/>
                      </a:lnTo>
                      <a:lnTo>
                        <a:pt x="818" y="2"/>
                      </a:lnTo>
                      <a:lnTo>
                        <a:pt x="819" y="2"/>
                      </a:lnTo>
                      <a:lnTo>
                        <a:pt x="820" y="2"/>
                      </a:lnTo>
                      <a:lnTo>
                        <a:pt x="822" y="2"/>
                      </a:lnTo>
                      <a:lnTo>
                        <a:pt x="823" y="2"/>
                      </a:lnTo>
                      <a:lnTo>
                        <a:pt x="825" y="2"/>
                      </a:lnTo>
                      <a:lnTo>
                        <a:pt x="826" y="2"/>
                      </a:lnTo>
                      <a:lnTo>
                        <a:pt x="828" y="2"/>
                      </a:lnTo>
                      <a:lnTo>
                        <a:pt x="829" y="2"/>
                      </a:lnTo>
                      <a:lnTo>
                        <a:pt x="831" y="2"/>
                      </a:lnTo>
                      <a:lnTo>
                        <a:pt x="832" y="2"/>
                      </a:lnTo>
                      <a:lnTo>
                        <a:pt x="833" y="2"/>
                      </a:lnTo>
                      <a:lnTo>
                        <a:pt x="835" y="2"/>
                      </a:lnTo>
                      <a:lnTo>
                        <a:pt x="836" y="2"/>
                      </a:lnTo>
                      <a:lnTo>
                        <a:pt x="838" y="2"/>
                      </a:lnTo>
                      <a:lnTo>
                        <a:pt x="839" y="2"/>
                      </a:lnTo>
                      <a:lnTo>
                        <a:pt x="841" y="2"/>
                      </a:lnTo>
                      <a:lnTo>
                        <a:pt x="842" y="2"/>
                      </a:lnTo>
                      <a:lnTo>
                        <a:pt x="844" y="2"/>
                      </a:lnTo>
                      <a:lnTo>
                        <a:pt x="845" y="2"/>
                      </a:lnTo>
                      <a:lnTo>
                        <a:pt x="847" y="2"/>
                      </a:lnTo>
                      <a:lnTo>
                        <a:pt x="848" y="2"/>
                      </a:lnTo>
                      <a:lnTo>
                        <a:pt x="849" y="2"/>
                      </a:lnTo>
                      <a:lnTo>
                        <a:pt x="851" y="2"/>
                      </a:lnTo>
                      <a:lnTo>
                        <a:pt x="852" y="2"/>
                      </a:lnTo>
                      <a:lnTo>
                        <a:pt x="854" y="2"/>
                      </a:lnTo>
                      <a:lnTo>
                        <a:pt x="855" y="2"/>
                      </a:lnTo>
                      <a:lnTo>
                        <a:pt x="857" y="2"/>
                      </a:lnTo>
                      <a:lnTo>
                        <a:pt x="858" y="2"/>
                      </a:lnTo>
                      <a:lnTo>
                        <a:pt x="860" y="2"/>
                      </a:lnTo>
                      <a:lnTo>
                        <a:pt x="861" y="2"/>
                      </a:lnTo>
                      <a:lnTo>
                        <a:pt x="862" y="2"/>
                      </a:lnTo>
                      <a:lnTo>
                        <a:pt x="864" y="1"/>
                      </a:lnTo>
                      <a:lnTo>
                        <a:pt x="865" y="1"/>
                      </a:lnTo>
                      <a:lnTo>
                        <a:pt x="867" y="1"/>
                      </a:lnTo>
                      <a:lnTo>
                        <a:pt x="868" y="1"/>
                      </a:lnTo>
                      <a:lnTo>
                        <a:pt x="870" y="1"/>
                      </a:lnTo>
                      <a:lnTo>
                        <a:pt x="871" y="2"/>
                      </a:lnTo>
                      <a:lnTo>
                        <a:pt x="873" y="2"/>
                      </a:lnTo>
                      <a:lnTo>
                        <a:pt x="874" y="2"/>
                      </a:lnTo>
                      <a:lnTo>
                        <a:pt x="876" y="2"/>
                      </a:lnTo>
                      <a:lnTo>
                        <a:pt x="877" y="2"/>
                      </a:lnTo>
                      <a:lnTo>
                        <a:pt x="878" y="2"/>
                      </a:lnTo>
                      <a:lnTo>
                        <a:pt x="880" y="2"/>
                      </a:lnTo>
                      <a:lnTo>
                        <a:pt x="881" y="2"/>
                      </a:lnTo>
                      <a:lnTo>
                        <a:pt x="883" y="2"/>
                      </a:lnTo>
                      <a:lnTo>
                        <a:pt x="884" y="2"/>
                      </a:lnTo>
                      <a:lnTo>
                        <a:pt x="886" y="2"/>
                      </a:lnTo>
                      <a:lnTo>
                        <a:pt x="887" y="2"/>
                      </a:lnTo>
                      <a:lnTo>
                        <a:pt x="889" y="2"/>
                      </a:lnTo>
                      <a:lnTo>
                        <a:pt x="890" y="2"/>
                      </a:lnTo>
                      <a:lnTo>
                        <a:pt x="891" y="2"/>
                      </a:lnTo>
                      <a:lnTo>
                        <a:pt x="893" y="2"/>
                      </a:lnTo>
                      <a:lnTo>
                        <a:pt x="894" y="2"/>
                      </a:lnTo>
                      <a:lnTo>
                        <a:pt x="896" y="2"/>
                      </a:lnTo>
                      <a:lnTo>
                        <a:pt x="897" y="2"/>
                      </a:lnTo>
                      <a:lnTo>
                        <a:pt x="899" y="2"/>
                      </a:lnTo>
                      <a:lnTo>
                        <a:pt x="900" y="2"/>
                      </a:lnTo>
                      <a:lnTo>
                        <a:pt x="902" y="2"/>
                      </a:lnTo>
                      <a:lnTo>
                        <a:pt x="903" y="1"/>
                      </a:lnTo>
                      <a:lnTo>
                        <a:pt x="905" y="1"/>
                      </a:lnTo>
                      <a:lnTo>
                        <a:pt x="906" y="1"/>
                      </a:lnTo>
                      <a:lnTo>
                        <a:pt x="907" y="2"/>
                      </a:lnTo>
                      <a:lnTo>
                        <a:pt x="909" y="2"/>
                      </a:lnTo>
                      <a:lnTo>
                        <a:pt x="910" y="2"/>
                      </a:lnTo>
                      <a:lnTo>
                        <a:pt x="912" y="2"/>
                      </a:lnTo>
                      <a:lnTo>
                        <a:pt x="913" y="2"/>
                      </a:lnTo>
                      <a:lnTo>
                        <a:pt x="915" y="2"/>
                      </a:lnTo>
                      <a:lnTo>
                        <a:pt x="916" y="2"/>
                      </a:lnTo>
                      <a:lnTo>
                        <a:pt x="918" y="2"/>
                      </a:lnTo>
                      <a:lnTo>
                        <a:pt x="919" y="2"/>
                      </a:lnTo>
                      <a:lnTo>
                        <a:pt x="920" y="2"/>
                      </a:lnTo>
                      <a:lnTo>
                        <a:pt x="922" y="2"/>
                      </a:lnTo>
                      <a:lnTo>
                        <a:pt x="923" y="2"/>
                      </a:lnTo>
                      <a:lnTo>
                        <a:pt x="925" y="2"/>
                      </a:lnTo>
                      <a:lnTo>
                        <a:pt x="926" y="2"/>
                      </a:lnTo>
                      <a:lnTo>
                        <a:pt x="928" y="2"/>
                      </a:lnTo>
                      <a:lnTo>
                        <a:pt x="929" y="2"/>
                      </a:lnTo>
                      <a:lnTo>
                        <a:pt x="931" y="2"/>
                      </a:lnTo>
                      <a:lnTo>
                        <a:pt x="932" y="2"/>
                      </a:lnTo>
                      <a:lnTo>
                        <a:pt x="934" y="2"/>
                      </a:lnTo>
                      <a:lnTo>
                        <a:pt x="935" y="2"/>
                      </a:lnTo>
                      <a:lnTo>
                        <a:pt x="936" y="2"/>
                      </a:lnTo>
                      <a:lnTo>
                        <a:pt x="938" y="2"/>
                      </a:lnTo>
                      <a:lnTo>
                        <a:pt x="939" y="2"/>
                      </a:lnTo>
                      <a:lnTo>
                        <a:pt x="941" y="2"/>
                      </a:lnTo>
                      <a:lnTo>
                        <a:pt x="942" y="2"/>
                      </a:lnTo>
                      <a:lnTo>
                        <a:pt x="944" y="2"/>
                      </a:lnTo>
                      <a:lnTo>
                        <a:pt x="945" y="2"/>
                      </a:lnTo>
                      <a:lnTo>
                        <a:pt x="947" y="2"/>
                      </a:lnTo>
                      <a:lnTo>
                        <a:pt x="948" y="2"/>
                      </a:lnTo>
                      <a:lnTo>
                        <a:pt x="949" y="2"/>
                      </a:lnTo>
                      <a:lnTo>
                        <a:pt x="951" y="2"/>
                      </a:lnTo>
                      <a:lnTo>
                        <a:pt x="952" y="2"/>
                      </a:lnTo>
                      <a:lnTo>
                        <a:pt x="954" y="2"/>
                      </a:lnTo>
                      <a:lnTo>
                        <a:pt x="955" y="2"/>
                      </a:lnTo>
                      <a:lnTo>
                        <a:pt x="957" y="2"/>
                      </a:lnTo>
                      <a:lnTo>
                        <a:pt x="958" y="2"/>
                      </a:lnTo>
                      <a:lnTo>
                        <a:pt x="960" y="2"/>
                      </a:lnTo>
                      <a:lnTo>
                        <a:pt x="961" y="2"/>
                      </a:lnTo>
                      <a:lnTo>
                        <a:pt x="963" y="2"/>
                      </a:lnTo>
                      <a:lnTo>
                        <a:pt x="964" y="2"/>
                      </a:lnTo>
                      <a:lnTo>
                        <a:pt x="965" y="2"/>
                      </a:lnTo>
                      <a:lnTo>
                        <a:pt x="967" y="2"/>
                      </a:lnTo>
                      <a:lnTo>
                        <a:pt x="968" y="2"/>
                      </a:lnTo>
                      <a:lnTo>
                        <a:pt x="970" y="2"/>
                      </a:lnTo>
                      <a:lnTo>
                        <a:pt x="971" y="2"/>
                      </a:lnTo>
                      <a:lnTo>
                        <a:pt x="973" y="2"/>
                      </a:lnTo>
                      <a:lnTo>
                        <a:pt x="974" y="2"/>
                      </a:lnTo>
                      <a:lnTo>
                        <a:pt x="976" y="2"/>
                      </a:lnTo>
                      <a:lnTo>
                        <a:pt x="977" y="2"/>
                      </a:lnTo>
                      <a:lnTo>
                        <a:pt x="978" y="2"/>
                      </a:lnTo>
                      <a:lnTo>
                        <a:pt x="980" y="2"/>
                      </a:lnTo>
                      <a:lnTo>
                        <a:pt x="981" y="2"/>
                      </a:lnTo>
                      <a:lnTo>
                        <a:pt x="983" y="2"/>
                      </a:lnTo>
                      <a:lnTo>
                        <a:pt x="984" y="2"/>
                      </a:lnTo>
                      <a:lnTo>
                        <a:pt x="986" y="2"/>
                      </a:lnTo>
                      <a:lnTo>
                        <a:pt x="987" y="2"/>
                      </a:lnTo>
                      <a:lnTo>
                        <a:pt x="989" y="2"/>
                      </a:lnTo>
                      <a:lnTo>
                        <a:pt x="990" y="2"/>
                      </a:lnTo>
                      <a:lnTo>
                        <a:pt x="992" y="2"/>
                      </a:lnTo>
                      <a:lnTo>
                        <a:pt x="993" y="2"/>
                      </a:lnTo>
                      <a:lnTo>
                        <a:pt x="994" y="2"/>
                      </a:lnTo>
                      <a:lnTo>
                        <a:pt x="996" y="2"/>
                      </a:lnTo>
                      <a:lnTo>
                        <a:pt x="997" y="2"/>
                      </a:lnTo>
                      <a:lnTo>
                        <a:pt x="999" y="2"/>
                      </a:lnTo>
                      <a:lnTo>
                        <a:pt x="1000" y="2"/>
                      </a:lnTo>
                      <a:lnTo>
                        <a:pt x="1002" y="2"/>
                      </a:lnTo>
                      <a:lnTo>
                        <a:pt x="1003" y="2"/>
                      </a:lnTo>
                      <a:lnTo>
                        <a:pt x="1005" y="2"/>
                      </a:lnTo>
                      <a:lnTo>
                        <a:pt x="1006" y="2"/>
                      </a:lnTo>
                      <a:lnTo>
                        <a:pt x="1007" y="2"/>
                      </a:lnTo>
                      <a:lnTo>
                        <a:pt x="1009" y="2"/>
                      </a:lnTo>
                      <a:lnTo>
                        <a:pt x="1010" y="2"/>
                      </a:lnTo>
                      <a:lnTo>
                        <a:pt x="1012" y="2"/>
                      </a:lnTo>
                      <a:lnTo>
                        <a:pt x="1013" y="2"/>
                      </a:lnTo>
                      <a:lnTo>
                        <a:pt x="1015" y="2"/>
                      </a:lnTo>
                      <a:lnTo>
                        <a:pt x="1016" y="2"/>
                      </a:lnTo>
                      <a:lnTo>
                        <a:pt x="1018" y="2"/>
                      </a:lnTo>
                      <a:lnTo>
                        <a:pt x="1019" y="2"/>
                      </a:lnTo>
                      <a:lnTo>
                        <a:pt x="1021" y="2"/>
                      </a:lnTo>
                      <a:lnTo>
                        <a:pt x="1022" y="2"/>
                      </a:lnTo>
                      <a:lnTo>
                        <a:pt x="1023" y="2"/>
                      </a:lnTo>
                      <a:lnTo>
                        <a:pt x="1025" y="2"/>
                      </a:lnTo>
                      <a:lnTo>
                        <a:pt x="1026" y="2"/>
                      </a:lnTo>
                      <a:lnTo>
                        <a:pt x="1028" y="2"/>
                      </a:lnTo>
                      <a:lnTo>
                        <a:pt x="1029" y="2"/>
                      </a:lnTo>
                      <a:lnTo>
                        <a:pt x="1031" y="2"/>
                      </a:lnTo>
                      <a:lnTo>
                        <a:pt x="1032" y="2"/>
                      </a:lnTo>
                      <a:lnTo>
                        <a:pt x="1034" y="2"/>
                      </a:lnTo>
                      <a:lnTo>
                        <a:pt x="1035" y="2"/>
                      </a:lnTo>
                      <a:lnTo>
                        <a:pt x="1036" y="2"/>
                      </a:lnTo>
                      <a:lnTo>
                        <a:pt x="1038" y="2"/>
                      </a:lnTo>
                      <a:lnTo>
                        <a:pt x="1039" y="2"/>
                      </a:lnTo>
                      <a:lnTo>
                        <a:pt x="1041" y="2"/>
                      </a:lnTo>
                      <a:lnTo>
                        <a:pt x="1042" y="2"/>
                      </a:lnTo>
                      <a:lnTo>
                        <a:pt x="1044" y="2"/>
                      </a:lnTo>
                      <a:lnTo>
                        <a:pt x="1045" y="2"/>
                      </a:lnTo>
                      <a:lnTo>
                        <a:pt x="1047" y="2"/>
                      </a:lnTo>
                      <a:lnTo>
                        <a:pt x="1048" y="2"/>
                      </a:lnTo>
                      <a:lnTo>
                        <a:pt x="1050" y="2"/>
                      </a:lnTo>
                      <a:lnTo>
                        <a:pt x="1051" y="2"/>
                      </a:lnTo>
                      <a:lnTo>
                        <a:pt x="1052" y="2"/>
                      </a:lnTo>
                      <a:lnTo>
                        <a:pt x="1054" y="2"/>
                      </a:lnTo>
                      <a:lnTo>
                        <a:pt x="1055" y="2"/>
                      </a:lnTo>
                      <a:lnTo>
                        <a:pt x="1057" y="2"/>
                      </a:lnTo>
                      <a:lnTo>
                        <a:pt x="1058" y="2"/>
                      </a:lnTo>
                      <a:lnTo>
                        <a:pt x="1060" y="2"/>
                      </a:lnTo>
                      <a:lnTo>
                        <a:pt x="1061" y="2"/>
                      </a:lnTo>
                      <a:lnTo>
                        <a:pt x="1063" y="2"/>
                      </a:lnTo>
                      <a:lnTo>
                        <a:pt x="1064" y="2"/>
                      </a:lnTo>
                      <a:lnTo>
                        <a:pt x="1065" y="2"/>
                      </a:lnTo>
                      <a:lnTo>
                        <a:pt x="1067" y="2"/>
                      </a:lnTo>
                      <a:lnTo>
                        <a:pt x="1068" y="2"/>
                      </a:lnTo>
                      <a:lnTo>
                        <a:pt x="1070" y="2"/>
                      </a:lnTo>
                      <a:lnTo>
                        <a:pt x="1071" y="2"/>
                      </a:lnTo>
                      <a:lnTo>
                        <a:pt x="1073" y="2"/>
                      </a:lnTo>
                      <a:lnTo>
                        <a:pt x="1074" y="2"/>
                      </a:lnTo>
                      <a:lnTo>
                        <a:pt x="1076" y="2"/>
                      </a:lnTo>
                      <a:lnTo>
                        <a:pt x="1077" y="2"/>
                      </a:lnTo>
                      <a:lnTo>
                        <a:pt x="1079" y="2"/>
                      </a:lnTo>
                      <a:lnTo>
                        <a:pt x="1080" y="2"/>
                      </a:lnTo>
                      <a:lnTo>
                        <a:pt x="1081" y="2"/>
                      </a:lnTo>
                      <a:lnTo>
                        <a:pt x="1083" y="2"/>
                      </a:lnTo>
                      <a:lnTo>
                        <a:pt x="1084" y="2"/>
                      </a:lnTo>
                      <a:lnTo>
                        <a:pt x="1086" y="2"/>
                      </a:lnTo>
                      <a:lnTo>
                        <a:pt x="1087" y="2"/>
                      </a:lnTo>
                      <a:lnTo>
                        <a:pt x="1089" y="2"/>
                      </a:lnTo>
                      <a:lnTo>
                        <a:pt x="1090" y="2"/>
                      </a:lnTo>
                      <a:lnTo>
                        <a:pt x="1092" y="2"/>
                      </a:lnTo>
                      <a:lnTo>
                        <a:pt x="1093" y="2"/>
                      </a:lnTo>
                      <a:lnTo>
                        <a:pt x="1094" y="2"/>
                      </a:lnTo>
                      <a:lnTo>
                        <a:pt x="1096" y="2"/>
                      </a:lnTo>
                      <a:lnTo>
                        <a:pt x="1097" y="2"/>
                      </a:lnTo>
                      <a:lnTo>
                        <a:pt x="1099" y="2"/>
                      </a:lnTo>
                      <a:lnTo>
                        <a:pt x="1100" y="2"/>
                      </a:lnTo>
                      <a:lnTo>
                        <a:pt x="1102" y="2"/>
                      </a:lnTo>
                      <a:lnTo>
                        <a:pt x="1103" y="2"/>
                      </a:lnTo>
                      <a:lnTo>
                        <a:pt x="1105" y="2"/>
                      </a:lnTo>
                      <a:lnTo>
                        <a:pt x="1106" y="2"/>
                      </a:lnTo>
                      <a:lnTo>
                        <a:pt x="1108" y="2"/>
                      </a:lnTo>
                      <a:lnTo>
                        <a:pt x="1109" y="2"/>
                      </a:lnTo>
                      <a:lnTo>
                        <a:pt x="1110" y="2"/>
                      </a:lnTo>
                      <a:lnTo>
                        <a:pt x="1112" y="2"/>
                      </a:lnTo>
                      <a:lnTo>
                        <a:pt x="1113" y="2"/>
                      </a:lnTo>
                      <a:lnTo>
                        <a:pt x="1115" y="2"/>
                      </a:lnTo>
                      <a:lnTo>
                        <a:pt x="1116" y="2"/>
                      </a:lnTo>
                      <a:lnTo>
                        <a:pt x="1118" y="2"/>
                      </a:lnTo>
                      <a:lnTo>
                        <a:pt x="1119" y="2"/>
                      </a:lnTo>
                      <a:lnTo>
                        <a:pt x="1121" y="2"/>
                      </a:lnTo>
                      <a:lnTo>
                        <a:pt x="1122" y="2"/>
                      </a:lnTo>
                      <a:lnTo>
                        <a:pt x="1123" y="2"/>
                      </a:lnTo>
                      <a:lnTo>
                        <a:pt x="1125" y="2"/>
                      </a:lnTo>
                      <a:lnTo>
                        <a:pt x="1126" y="2"/>
                      </a:lnTo>
                      <a:lnTo>
                        <a:pt x="1128" y="2"/>
                      </a:lnTo>
                      <a:lnTo>
                        <a:pt x="1129" y="2"/>
                      </a:lnTo>
                      <a:lnTo>
                        <a:pt x="1131" y="2"/>
                      </a:lnTo>
                      <a:lnTo>
                        <a:pt x="1132" y="2"/>
                      </a:lnTo>
                      <a:lnTo>
                        <a:pt x="1134" y="2"/>
                      </a:lnTo>
                      <a:lnTo>
                        <a:pt x="1135" y="2"/>
                      </a:lnTo>
                      <a:lnTo>
                        <a:pt x="1137" y="2"/>
                      </a:lnTo>
                      <a:lnTo>
                        <a:pt x="1138" y="2"/>
                      </a:lnTo>
                      <a:lnTo>
                        <a:pt x="1139" y="2"/>
                      </a:lnTo>
                      <a:lnTo>
                        <a:pt x="1141" y="2"/>
                      </a:lnTo>
                      <a:lnTo>
                        <a:pt x="1142" y="2"/>
                      </a:lnTo>
                      <a:lnTo>
                        <a:pt x="1144" y="2"/>
                      </a:lnTo>
                      <a:lnTo>
                        <a:pt x="1145" y="2"/>
                      </a:lnTo>
                      <a:lnTo>
                        <a:pt x="1147" y="2"/>
                      </a:lnTo>
                      <a:lnTo>
                        <a:pt x="1148" y="2"/>
                      </a:lnTo>
                      <a:lnTo>
                        <a:pt x="1150" y="2"/>
                      </a:lnTo>
                      <a:lnTo>
                        <a:pt x="1151" y="2"/>
                      </a:lnTo>
                      <a:lnTo>
                        <a:pt x="1152" y="2"/>
                      </a:lnTo>
                      <a:lnTo>
                        <a:pt x="1154" y="2"/>
                      </a:lnTo>
                      <a:lnTo>
                        <a:pt x="1155" y="2"/>
                      </a:lnTo>
                      <a:lnTo>
                        <a:pt x="1157" y="2"/>
                      </a:lnTo>
                      <a:lnTo>
                        <a:pt x="1158" y="2"/>
                      </a:lnTo>
                      <a:lnTo>
                        <a:pt x="1160" y="2"/>
                      </a:lnTo>
                      <a:lnTo>
                        <a:pt x="1161" y="2"/>
                      </a:lnTo>
                      <a:lnTo>
                        <a:pt x="1163" y="2"/>
                      </a:lnTo>
                      <a:lnTo>
                        <a:pt x="1164" y="2"/>
                      </a:lnTo>
                      <a:lnTo>
                        <a:pt x="1166" y="2"/>
                      </a:lnTo>
                      <a:lnTo>
                        <a:pt x="1167" y="2"/>
                      </a:lnTo>
                      <a:lnTo>
                        <a:pt x="1168" y="2"/>
                      </a:lnTo>
                      <a:lnTo>
                        <a:pt x="1170" y="2"/>
                      </a:lnTo>
                      <a:lnTo>
                        <a:pt x="1171" y="2"/>
                      </a:lnTo>
                      <a:lnTo>
                        <a:pt x="1173" y="2"/>
                      </a:lnTo>
                      <a:lnTo>
                        <a:pt x="1174" y="2"/>
                      </a:lnTo>
                      <a:lnTo>
                        <a:pt x="1176" y="2"/>
                      </a:lnTo>
                      <a:lnTo>
                        <a:pt x="1177" y="2"/>
                      </a:lnTo>
                      <a:lnTo>
                        <a:pt x="1179" y="2"/>
                      </a:lnTo>
                      <a:lnTo>
                        <a:pt x="1180" y="2"/>
                      </a:lnTo>
                      <a:lnTo>
                        <a:pt x="1181" y="2"/>
                      </a:lnTo>
                      <a:lnTo>
                        <a:pt x="1183" y="2"/>
                      </a:lnTo>
                      <a:lnTo>
                        <a:pt x="1184" y="2"/>
                      </a:lnTo>
                      <a:lnTo>
                        <a:pt x="1186" y="2"/>
                      </a:lnTo>
                      <a:lnTo>
                        <a:pt x="1187" y="2"/>
                      </a:lnTo>
                      <a:lnTo>
                        <a:pt x="1189" y="2"/>
                      </a:lnTo>
                      <a:lnTo>
                        <a:pt x="1190" y="2"/>
                      </a:lnTo>
                      <a:lnTo>
                        <a:pt x="1192" y="2"/>
                      </a:lnTo>
                      <a:lnTo>
                        <a:pt x="1193" y="2"/>
                      </a:lnTo>
                      <a:lnTo>
                        <a:pt x="1195" y="2"/>
                      </a:lnTo>
                      <a:lnTo>
                        <a:pt x="1196" y="2"/>
                      </a:lnTo>
                      <a:lnTo>
                        <a:pt x="1197" y="2"/>
                      </a:lnTo>
                      <a:lnTo>
                        <a:pt x="1199" y="2"/>
                      </a:lnTo>
                      <a:lnTo>
                        <a:pt x="1200" y="2"/>
                      </a:lnTo>
                      <a:lnTo>
                        <a:pt x="1202" y="2"/>
                      </a:lnTo>
                      <a:lnTo>
                        <a:pt x="1203" y="2"/>
                      </a:lnTo>
                      <a:lnTo>
                        <a:pt x="1205" y="2"/>
                      </a:lnTo>
                      <a:lnTo>
                        <a:pt x="1206" y="2"/>
                      </a:lnTo>
                      <a:lnTo>
                        <a:pt x="1208" y="2"/>
                      </a:lnTo>
                      <a:lnTo>
                        <a:pt x="1209" y="2"/>
                      </a:lnTo>
                      <a:lnTo>
                        <a:pt x="1210" y="2"/>
                      </a:lnTo>
                      <a:lnTo>
                        <a:pt x="1212" y="2"/>
                      </a:lnTo>
                      <a:lnTo>
                        <a:pt x="1213" y="2"/>
                      </a:lnTo>
                      <a:lnTo>
                        <a:pt x="1215" y="2"/>
                      </a:lnTo>
                      <a:lnTo>
                        <a:pt x="1216" y="2"/>
                      </a:lnTo>
                      <a:lnTo>
                        <a:pt x="1218" y="2"/>
                      </a:lnTo>
                      <a:lnTo>
                        <a:pt x="1219" y="2"/>
                      </a:lnTo>
                      <a:lnTo>
                        <a:pt x="1221" y="2"/>
                      </a:lnTo>
                      <a:lnTo>
                        <a:pt x="1222" y="2"/>
                      </a:lnTo>
                      <a:lnTo>
                        <a:pt x="1224" y="2"/>
                      </a:lnTo>
                      <a:lnTo>
                        <a:pt x="1225" y="2"/>
                      </a:lnTo>
                      <a:lnTo>
                        <a:pt x="1226" y="2"/>
                      </a:lnTo>
                      <a:lnTo>
                        <a:pt x="1228" y="2"/>
                      </a:lnTo>
                      <a:lnTo>
                        <a:pt x="1229" y="2"/>
                      </a:lnTo>
                      <a:lnTo>
                        <a:pt x="1231" y="2"/>
                      </a:lnTo>
                      <a:lnTo>
                        <a:pt x="1232" y="2"/>
                      </a:lnTo>
                      <a:lnTo>
                        <a:pt x="1234" y="2"/>
                      </a:lnTo>
                      <a:lnTo>
                        <a:pt x="1235" y="2"/>
                      </a:lnTo>
                      <a:lnTo>
                        <a:pt x="1237" y="2"/>
                      </a:lnTo>
                      <a:lnTo>
                        <a:pt x="1238" y="2"/>
                      </a:lnTo>
                      <a:lnTo>
                        <a:pt x="1239" y="2"/>
                      </a:lnTo>
                      <a:lnTo>
                        <a:pt x="1241" y="2"/>
                      </a:lnTo>
                      <a:lnTo>
                        <a:pt x="1242" y="2"/>
                      </a:lnTo>
                      <a:lnTo>
                        <a:pt x="1244" y="2"/>
                      </a:lnTo>
                      <a:lnTo>
                        <a:pt x="1245" y="2"/>
                      </a:lnTo>
                      <a:lnTo>
                        <a:pt x="1247" y="2"/>
                      </a:lnTo>
                      <a:lnTo>
                        <a:pt x="1248" y="2"/>
                      </a:lnTo>
                      <a:lnTo>
                        <a:pt x="1250" y="2"/>
                      </a:lnTo>
                      <a:lnTo>
                        <a:pt x="1251" y="2"/>
                      </a:lnTo>
                      <a:lnTo>
                        <a:pt x="1253" y="2"/>
                      </a:lnTo>
                      <a:lnTo>
                        <a:pt x="1254" y="2"/>
                      </a:lnTo>
                      <a:lnTo>
                        <a:pt x="1255" y="2"/>
                      </a:lnTo>
                      <a:lnTo>
                        <a:pt x="1257" y="2"/>
                      </a:lnTo>
                      <a:lnTo>
                        <a:pt x="1258" y="2"/>
                      </a:lnTo>
                      <a:lnTo>
                        <a:pt x="1260" y="2"/>
                      </a:lnTo>
                      <a:lnTo>
                        <a:pt x="1261" y="2"/>
                      </a:lnTo>
                      <a:lnTo>
                        <a:pt x="1263" y="2"/>
                      </a:lnTo>
                      <a:lnTo>
                        <a:pt x="1264" y="2"/>
                      </a:lnTo>
                      <a:lnTo>
                        <a:pt x="1266" y="2"/>
                      </a:lnTo>
                      <a:lnTo>
                        <a:pt x="1267" y="2"/>
                      </a:lnTo>
                      <a:lnTo>
                        <a:pt x="1268" y="2"/>
                      </a:lnTo>
                      <a:lnTo>
                        <a:pt x="1270" y="2"/>
                      </a:lnTo>
                      <a:lnTo>
                        <a:pt x="1271" y="2"/>
                      </a:lnTo>
                      <a:lnTo>
                        <a:pt x="1273" y="2"/>
                      </a:lnTo>
                      <a:lnTo>
                        <a:pt x="1274" y="2"/>
                      </a:lnTo>
                      <a:lnTo>
                        <a:pt x="1276" y="2"/>
                      </a:lnTo>
                      <a:lnTo>
                        <a:pt x="1277" y="2"/>
                      </a:lnTo>
                      <a:lnTo>
                        <a:pt x="1279" y="2"/>
                      </a:lnTo>
                      <a:lnTo>
                        <a:pt x="1280" y="2"/>
                      </a:lnTo>
                      <a:lnTo>
                        <a:pt x="1282" y="2"/>
                      </a:lnTo>
                      <a:lnTo>
                        <a:pt x="1283" y="2"/>
                      </a:lnTo>
                      <a:lnTo>
                        <a:pt x="1284" y="2"/>
                      </a:lnTo>
                      <a:lnTo>
                        <a:pt x="1286" y="2"/>
                      </a:lnTo>
                      <a:lnTo>
                        <a:pt x="1287" y="2"/>
                      </a:lnTo>
                      <a:lnTo>
                        <a:pt x="1289" y="2"/>
                      </a:lnTo>
                      <a:lnTo>
                        <a:pt x="1290" y="2"/>
                      </a:lnTo>
                      <a:lnTo>
                        <a:pt x="1292" y="2"/>
                      </a:lnTo>
                      <a:lnTo>
                        <a:pt x="1293" y="2"/>
                      </a:lnTo>
                      <a:lnTo>
                        <a:pt x="1295" y="2"/>
                      </a:lnTo>
                      <a:lnTo>
                        <a:pt x="1296" y="2"/>
                      </a:lnTo>
                      <a:lnTo>
                        <a:pt x="1297" y="2"/>
                      </a:lnTo>
                      <a:lnTo>
                        <a:pt x="1299" y="2"/>
                      </a:lnTo>
                      <a:lnTo>
                        <a:pt x="1300" y="2"/>
                      </a:lnTo>
                      <a:lnTo>
                        <a:pt x="1302" y="2"/>
                      </a:lnTo>
                      <a:lnTo>
                        <a:pt x="1303" y="2"/>
                      </a:lnTo>
                      <a:lnTo>
                        <a:pt x="1305" y="2"/>
                      </a:lnTo>
                      <a:lnTo>
                        <a:pt x="1306" y="2"/>
                      </a:lnTo>
                      <a:lnTo>
                        <a:pt x="1308" y="2"/>
                      </a:lnTo>
                      <a:lnTo>
                        <a:pt x="1309" y="2"/>
                      </a:lnTo>
                      <a:lnTo>
                        <a:pt x="1311" y="2"/>
                      </a:lnTo>
                      <a:lnTo>
                        <a:pt x="1312" y="2"/>
                      </a:lnTo>
                      <a:lnTo>
                        <a:pt x="1313" y="2"/>
                      </a:lnTo>
                      <a:lnTo>
                        <a:pt x="1315" y="2"/>
                      </a:lnTo>
                      <a:lnTo>
                        <a:pt x="1316" y="2"/>
                      </a:lnTo>
                      <a:lnTo>
                        <a:pt x="1318" y="2"/>
                      </a:lnTo>
                      <a:lnTo>
                        <a:pt x="1319" y="2"/>
                      </a:lnTo>
                      <a:lnTo>
                        <a:pt x="1321" y="2"/>
                      </a:lnTo>
                      <a:lnTo>
                        <a:pt x="1322" y="2"/>
                      </a:lnTo>
                      <a:lnTo>
                        <a:pt x="1324" y="2"/>
                      </a:lnTo>
                      <a:lnTo>
                        <a:pt x="1325" y="2"/>
                      </a:lnTo>
                      <a:lnTo>
                        <a:pt x="1326" y="2"/>
                      </a:lnTo>
                      <a:lnTo>
                        <a:pt x="1328" y="2"/>
                      </a:lnTo>
                      <a:lnTo>
                        <a:pt x="1329" y="2"/>
                      </a:lnTo>
                      <a:lnTo>
                        <a:pt x="1331" y="2"/>
                      </a:lnTo>
                      <a:lnTo>
                        <a:pt x="1332" y="2"/>
                      </a:lnTo>
                      <a:lnTo>
                        <a:pt x="1334" y="2"/>
                      </a:lnTo>
                      <a:lnTo>
                        <a:pt x="1335" y="2"/>
                      </a:lnTo>
                      <a:lnTo>
                        <a:pt x="1337" y="2"/>
                      </a:lnTo>
                      <a:lnTo>
                        <a:pt x="1338" y="2"/>
                      </a:lnTo>
                      <a:lnTo>
                        <a:pt x="1340" y="2"/>
                      </a:lnTo>
                      <a:lnTo>
                        <a:pt x="1341" y="2"/>
                      </a:lnTo>
                      <a:lnTo>
                        <a:pt x="1342" y="2"/>
                      </a:lnTo>
                      <a:lnTo>
                        <a:pt x="1344" y="2"/>
                      </a:lnTo>
                      <a:lnTo>
                        <a:pt x="1345" y="2"/>
                      </a:lnTo>
                      <a:lnTo>
                        <a:pt x="1347" y="2"/>
                      </a:lnTo>
                      <a:lnTo>
                        <a:pt x="1348" y="2"/>
                      </a:lnTo>
                      <a:lnTo>
                        <a:pt x="1350" y="2"/>
                      </a:lnTo>
                      <a:lnTo>
                        <a:pt x="1351" y="2"/>
                      </a:lnTo>
                      <a:lnTo>
                        <a:pt x="1353" y="3"/>
                      </a:lnTo>
                      <a:lnTo>
                        <a:pt x="1354" y="2"/>
                      </a:lnTo>
                      <a:lnTo>
                        <a:pt x="1355" y="2"/>
                      </a:lnTo>
                      <a:lnTo>
                        <a:pt x="1357" y="2"/>
                      </a:lnTo>
                    </a:path>
                  </a:pathLst>
                </a:custGeom>
                <a:noFill/>
                <a:ln cap="flat" cmpd="sng" w="25400">
                  <a:solidFill>
                    <a:srgbClr val="228B2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5" name="Google Shape;1025;p19"/>
                <p:cNvSpPr/>
                <p:nvPr/>
              </p:nvSpPr>
              <p:spPr>
                <a:xfrm flipH="1" rot="10800000">
                  <a:off x="3179763" y="3228976"/>
                  <a:ext cx="3584575" cy="19050"/>
                </a:xfrm>
                <a:custGeom>
                  <a:rect b="b" l="l" r="r" t="t"/>
                  <a:pathLst>
                    <a:path extrusionOk="0" h="8" w="1357">
                      <a:moveTo>
                        <a:pt x="0" y="8"/>
                      </a:moveTo>
                      <a:lnTo>
                        <a:pt x="1" y="8"/>
                      </a:lnTo>
                      <a:lnTo>
                        <a:pt x="3" y="8"/>
                      </a:lnTo>
                      <a:lnTo>
                        <a:pt x="4" y="8"/>
                      </a:lnTo>
                      <a:lnTo>
                        <a:pt x="6" y="8"/>
                      </a:lnTo>
                      <a:lnTo>
                        <a:pt x="7" y="8"/>
                      </a:lnTo>
                      <a:lnTo>
                        <a:pt x="8" y="8"/>
                      </a:lnTo>
                      <a:lnTo>
                        <a:pt x="10" y="8"/>
                      </a:lnTo>
                      <a:lnTo>
                        <a:pt x="11" y="8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6" y="8"/>
                      </a:lnTo>
                      <a:lnTo>
                        <a:pt x="17" y="8"/>
                      </a:lnTo>
                      <a:lnTo>
                        <a:pt x="19" y="8"/>
                      </a:lnTo>
                      <a:lnTo>
                        <a:pt x="20" y="8"/>
                      </a:lnTo>
                      <a:lnTo>
                        <a:pt x="21" y="8"/>
                      </a:lnTo>
                      <a:lnTo>
                        <a:pt x="23" y="8"/>
                      </a:lnTo>
                      <a:lnTo>
                        <a:pt x="24" y="8"/>
                      </a:lnTo>
                      <a:lnTo>
                        <a:pt x="26" y="8"/>
                      </a:lnTo>
                      <a:lnTo>
                        <a:pt x="27" y="8"/>
                      </a:lnTo>
                      <a:lnTo>
                        <a:pt x="29" y="8"/>
                      </a:lnTo>
                      <a:lnTo>
                        <a:pt x="30" y="8"/>
                      </a:lnTo>
                      <a:lnTo>
                        <a:pt x="32" y="8"/>
                      </a:lnTo>
                      <a:lnTo>
                        <a:pt x="33" y="8"/>
                      </a:lnTo>
                      <a:lnTo>
                        <a:pt x="35" y="8"/>
                      </a:lnTo>
                      <a:lnTo>
                        <a:pt x="36" y="8"/>
                      </a:lnTo>
                      <a:lnTo>
                        <a:pt x="37" y="8"/>
                      </a:lnTo>
                      <a:lnTo>
                        <a:pt x="39" y="8"/>
                      </a:lnTo>
                      <a:lnTo>
                        <a:pt x="40" y="8"/>
                      </a:lnTo>
                      <a:lnTo>
                        <a:pt x="42" y="8"/>
                      </a:lnTo>
                      <a:lnTo>
                        <a:pt x="43" y="8"/>
                      </a:lnTo>
                      <a:lnTo>
                        <a:pt x="45" y="8"/>
                      </a:lnTo>
                      <a:lnTo>
                        <a:pt x="46" y="8"/>
                      </a:lnTo>
                      <a:lnTo>
                        <a:pt x="48" y="8"/>
                      </a:lnTo>
                      <a:lnTo>
                        <a:pt x="49" y="8"/>
                      </a:lnTo>
                      <a:lnTo>
                        <a:pt x="50" y="8"/>
                      </a:lnTo>
                      <a:lnTo>
                        <a:pt x="52" y="8"/>
                      </a:lnTo>
                      <a:lnTo>
                        <a:pt x="53" y="8"/>
                      </a:lnTo>
                      <a:lnTo>
                        <a:pt x="55" y="8"/>
                      </a:lnTo>
                      <a:lnTo>
                        <a:pt x="56" y="8"/>
                      </a:lnTo>
                      <a:lnTo>
                        <a:pt x="58" y="8"/>
                      </a:lnTo>
                      <a:lnTo>
                        <a:pt x="59" y="8"/>
                      </a:lnTo>
                      <a:lnTo>
                        <a:pt x="61" y="8"/>
                      </a:lnTo>
                      <a:lnTo>
                        <a:pt x="62" y="8"/>
                      </a:lnTo>
                      <a:lnTo>
                        <a:pt x="64" y="8"/>
                      </a:lnTo>
                      <a:lnTo>
                        <a:pt x="65" y="8"/>
                      </a:lnTo>
                      <a:lnTo>
                        <a:pt x="66" y="8"/>
                      </a:lnTo>
                      <a:lnTo>
                        <a:pt x="68" y="8"/>
                      </a:lnTo>
                      <a:lnTo>
                        <a:pt x="69" y="7"/>
                      </a:lnTo>
                      <a:lnTo>
                        <a:pt x="71" y="7"/>
                      </a:lnTo>
                      <a:lnTo>
                        <a:pt x="72" y="7"/>
                      </a:lnTo>
                      <a:lnTo>
                        <a:pt x="74" y="7"/>
                      </a:lnTo>
                      <a:lnTo>
                        <a:pt x="75" y="7"/>
                      </a:lnTo>
                      <a:lnTo>
                        <a:pt x="77" y="7"/>
                      </a:lnTo>
                      <a:lnTo>
                        <a:pt x="78" y="7"/>
                      </a:lnTo>
                      <a:lnTo>
                        <a:pt x="79" y="8"/>
                      </a:lnTo>
                      <a:lnTo>
                        <a:pt x="81" y="8"/>
                      </a:lnTo>
                      <a:lnTo>
                        <a:pt x="82" y="8"/>
                      </a:lnTo>
                      <a:lnTo>
                        <a:pt x="84" y="8"/>
                      </a:lnTo>
                      <a:lnTo>
                        <a:pt x="85" y="8"/>
                      </a:lnTo>
                      <a:lnTo>
                        <a:pt x="87" y="8"/>
                      </a:lnTo>
                      <a:lnTo>
                        <a:pt x="88" y="8"/>
                      </a:lnTo>
                      <a:lnTo>
                        <a:pt x="90" y="8"/>
                      </a:lnTo>
                      <a:lnTo>
                        <a:pt x="91" y="8"/>
                      </a:lnTo>
                      <a:lnTo>
                        <a:pt x="93" y="8"/>
                      </a:lnTo>
                      <a:lnTo>
                        <a:pt x="94" y="8"/>
                      </a:lnTo>
                      <a:lnTo>
                        <a:pt x="95" y="8"/>
                      </a:lnTo>
                      <a:lnTo>
                        <a:pt x="97" y="8"/>
                      </a:lnTo>
                      <a:lnTo>
                        <a:pt x="98" y="8"/>
                      </a:lnTo>
                      <a:lnTo>
                        <a:pt x="100" y="7"/>
                      </a:lnTo>
                      <a:lnTo>
                        <a:pt x="101" y="7"/>
                      </a:lnTo>
                      <a:lnTo>
                        <a:pt x="103" y="7"/>
                      </a:lnTo>
                      <a:lnTo>
                        <a:pt x="104" y="7"/>
                      </a:lnTo>
                      <a:lnTo>
                        <a:pt x="106" y="7"/>
                      </a:lnTo>
                      <a:lnTo>
                        <a:pt x="107" y="7"/>
                      </a:lnTo>
                      <a:lnTo>
                        <a:pt x="108" y="7"/>
                      </a:lnTo>
                      <a:lnTo>
                        <a:pt x="110" y="7"/>
                      </a:lnTo>
                      <a:lnTo>
                        <a:pt x="111" y="5"/>
                      </a:lnTo>
                      <a:lnTo>
                        <a:pt x="113" y="5"/>
                      </a:lnTo>
                      <a:lnTo>
                        <a:pt x="114" y="7"/>
                      </a:lnTo>
                      <a:lnTo>
                        <a:pt x="116" y="8"/>
                      </a:lnTo>
                      <a:lnTo>
                        <a:pt x="117" y="8"/>
                      </a:lnTo>
                      <a:lnTo>
                        <a:pt x="119" y="8"/>
                      </a:lnTo>
                      <a:lnTo>
                        <a:pt x="120" y="8"/>
                      </a:lnTo>
                      <a:lnTo>
                        <a:pt x="122" y="8"/>
                      </a:lnTo>
                      <a:lnTo>
                        <a:pt x="123" y="8"/>
                      </a:lnTo>
                      <a:lnTo>
                        <a:pt x="124" y="7"/>
                      </a:lnTo>
                      <a:lnTo>
                        <a:pt x="126" y="7"/>
                      </a:lnTo>
                      <a:lnTo>
                        <a:pt x="127" y="7"/>
                      </a:lnTo>
                      <a:lnTo>
                        <a:pt x="129" y="7"/>
                      </a:lnTo>
                      <a:lnTo>
                        <a:pt x="130" y="7"/>
                      </a:lnTo>
                      <a:lnTo>
                        <a:pt x="132" y="7"/>
                      </a:lnTo>
                      <a:lnTo>
                        <a:pt x="133" y="7"/>
                      </a:lnTo>
                      <a:lnTo>
                        <a:pt x="135" y="7"/>
                      </a:lnTo>
                      <a:lnTo>
                        <a:pt x="136" y="7"/>
                      </a:lnTo>
                      <a:lnTo>
                        <a:pt x="137" y="7"/>
                      </a:lnTo>
                      <a:lnTo>
                        <a:pt x="139" y="7"/>
                      </a:lnTo>
                      <a:lnTo>
                        <a:pt x="140" y="7"/>
                      </a:lnTo>
                      <a:lnTo>
                        <a:pt x="142" y="7"/>
                      </a:lnTo>
                      <a:lnTo>
                        <a:pt x="143" y="7"/>
                      </a:lnTo>
                      <a:lnTo>
                        <a:pt x="145" y="7"/>
                      </a:lnTo>
                      <a:lnTo>
                        <a:pt x="146" y="7"/>
                      </a:lnTo>
                      <a:lnTo>
                        <a:pt x="148" y="7"/>
                      </a:lnTo>
                      <a:lnTo>
                        <a:pt x="149" y="7"/>
                      </a:lnTo>
                      <a:lnTo>
                        <a:pt x="151" y="7"/>
                      </a:lnTo>
                      <a:lnTo>
                        <a:pt x="152" y="7"/>
                      </a:lnTo>
                      <a:lnTo>
                        <a:pt x="153" y="7"/>
                      </a:lnTo>
                      <a:lnTo>
                        <a:pt x="155" y="7"/>
                      </a:lnTo>
                      <a:lnTo>
                        <a:pt x="156" y="7"/>
                      </a:lnTo>
                      <a:lnTo>
                        <a:pt x="158" y="7"/>
                      </a:lnTo>
                      <a:lnTo>
                        <a:pt x="159" y="7"/>
                      </a:lnTo>
                      <a:lnTo>
                        <a:pt x="161" y="7"/>
                      </a:lnTo>
                      <a:lnTo>
                        <a:pt x="162" y="7"/>
                      </a:lnTo>
                      <a:lnTo>
                        <a:pt x="164" y="7"/>
                      </a:lnTo>
                      <a:lnTo>
                        <a:pt x="165" y="7"/>
                      </a:lnTo>
                      <a:lnTo>
                        <a:pt x="166" y="6"/>
                      </a:lnTo>
                      <a:lnTo>
                        <a:pt x="168" y="6"/>
                      </a:lnTo>
                      <a:lnTo>
                        <a:pt x="169" y="6"/>
                      </a:lnTo>
                      <a:lnTo>
                        <a:pt x="171" y="7"/>
                      </a:lnTo>
                      <a:lnTo>
                        <a:pt x="172" y="6"/>
                      </a:lnTo>
                      <a:lnTo>
                        <a:pt x="174" y="6"/>
                      </a:lnTo>
                      <a:lnTo>
                        <a:pt x="175" y="6"/>
                      </a:lnTo>
                      <a:lnTo>
                        <a:pt x="177" y="6"/>
                      </a:lnTo>
                      <a:lnTo>
                        <a:pt x="178" y="6"/>
                      </a:lnTo>
                      <a:lnTo>
                        <a:pt x="180" y="6"/>
                      </a:lnTo>
                      <a:lnTo>
                        <a:pt x="181" y="6"/>
                      </a:lnTo>
                      <a:lnTo>
                        <a:pt x="182" y="6"/>
                      </a:lnTo>
                      <a:lnTo>
                        <a:pt x="184" y="6"/>
                      </a:lnTo>
                      <a:lnTo>
                        <a:pt x="185" y="6"/>
                      </a:lnTo>
                      <a:lnTo>
                        <a:pt x="187" y="6"/>
                      </a:lnTo>
                      <a:lnTo>
                        <a:pt x="188" y="6"/>
                      </a:lnTo>
                      <a:lnTo>
                        <a:pt x="190" y="6"/>
                      </a:lnTo>
                      <a:lnTo>
                        <a:pt x="191" y="6"/>
                      </a:lnTo>
                      <a:lnTo>
                        <a:pt x="193" y="6"/>
                      </a:lnTo>
                      <a:lnTo>
                        <a:pt x="194" y="6"/>
                      </a:lnTo>
                      <a:lnTo>
                        <a:pt x="195" y="6"/>
                      </a:lnTo>
                      <a:lnTo>
                        <a:pt x="197" y="6"/>
                      </a:lnTo>
                      <a:lnTo>
                        <a:pt x="198" y="6"/>
                      </a:lnTo>
                      <a:lnTo>
                        <a:pt x="200" y="6"/>
                      </a:lnTo>
                      <a:lnTo>
                        <a:pt x="201" y="6"/>
                      </a:lnTo>
                      <a:lnTo>
                        <a:pt x="203" y="6"/>
                      </a:lnTo>
                      <a:lnTo>
                        <a:pt x="204" y="6"/>
                      </a:lnTo>
                      <a:lnTo>
                        <a:pt x="206" y="6"/>
                      </a:lnTo>
                      <a:lnTo>
                        <a:pt x="207" y="6"/>
                      </a:lnTo>
                      <a:lnTo>
                        <a:pt x="209" y="6"/>
                      </a:lnTo>
                      <a:lnTo>
                        <a:pt x="210" y="6"/>
                      </a:lnTo>
                      <a:lnTo>
                        <a:pt x="211" y="6"/>
                      </a:lnTo>
                      <a:lnTo>
                        <a:pt x="213" y="5"/>
                      </a:lnTo>
                      <a:lnTo>
                        <a:pt x="214" y="5"/>
                      </a:lnTo>
                      <a:lnTo>
                        <a:pt x="216" y="5"/>
                      </a:lnTo>
                      <a:lnTo>
                        <a:pt x="217" y="5"/>
                      </a:lnTo>
                      <a:lnTo>
                        <a:pt x="219" y="5"/>
                      </a:lnTo>
                      <a:lnTo>
                        <a:pt x="220" y="5"/>
                      </a:lnTo>
                      <a:lnTo>
                        <a:pt x="222" y="5"/>
                      </a:lnTo>
                      <a:lnTo>
                        <a:pt x="223" y="5"/>
                      </a:lnTo>
                      <a:lnTo>
                        <a:pt x="224" y="5"/>
                      </a:lnTo>
                      <a:lnTo>
                        <a:pt x="226" y="5"/>
                      </a:lnTo>
                      <a:lnTo>
                        <a:pt x="227" y="5"/>
                      </a:lnTo>
                      <a:lnTo>
                        <a:pt x="229" y="5"/>
                      </a:lnTo>
                      <a:lnTo>
                        <a:pt x="230" y="5"/>
                      </a:lnTo>
                      <a:lnTo>
                        <a:pt x="232" y="5"/>
                      </a:lnTo>
                      <a:lnTo>
                        <a:pt x="233" y="5"/>
                      </a:lnTo>
                      <a:lnTo>
                        <a:pt x="235" y="5"/>
                      </a:lnTo>
                      <a:lnTo>
                        <a:pt x="236" y="5"/>
                      </a:lnTo>
                      <a:lnTo>
                        <a:pt x="238" y="5"/>
                      </a:lnTo>
                      <a:lnTo>
                        <a:pt x="239" y="5"/>
                      </a:lnTo>
                      <a:lnTo>
                        <a:pt x="240" y="5"/>
                      </a:lnTo>
                      <a:lnTo>
                        <a:pt x="242" y="5"/>
                      </a:lnTo>
                      <a:lnTo>
                        <a:pt x="243" y="5"/>
                      </a:lnTo>
                      <a:lnTo>
                        <a:pt x="245" y="5"/>
                      </a:lnTo>
                      <a:lnTo>
                        <a:pt x="246" y="5"/>
                      </a:lnTo>
                      <a:lnTo>
                        <a:pt x="248" y="5"/>
                      </a:lnTo>
                      <a:lnTo>
                        <a:pt x="249" y="5"/>
                      </a:lnTo>
                      <a:lnTo>
                        <a:pt x="251" y="5"/>
                      </a:lnTo>
                      <a:lnTo>
                        <a:pt x="252" y="5"/>
                      </a:lnTo>
                      <a:lnTo>
                        <a:pt x="253" y="5"/>
                      </a:lnTo>
                      <a:lnTo>
                        <a:pt x="255" y="5"/>
                      </a:lnTo>
                      <a:lnTo>
                        <a:pt x="256" y="5"/>
                      </a:lnTo>
                      <a:lnTo>
                        <a:pt x="258" y="5"/>
                      </a:lnTo>
                      <a:lnTo>
                        <a:pt x="259" y="5"/>
                      </a:lnTo>
                      <a:lnTo>
                        <a:pt x="261" y="5"/>
                      </a:lnTo>
                      <a:lnTo>
                        <a:pt x="262" y="5"/>
                      </a:lnTo>
                      <a:lnTo>
                        <a:pt x="264" y="5"/>
                      </a:lnTo>
                      <a:lnTo>
                        <a:pt x="265" y="5"/>
                      </a:lnTo>
                      <a:lnTo>
                        <a:pt x="267" y="5"/>
                      </a:lnTo>
                      <a:lnTo>
                        <a:pt x="268" y="5"/>
                      </a:lnTo>
                      <a:lnTo>
                        <a:pt x="269" y="5"/>
                      </a:lnTo>
                      <a:lnTo>
                        <a:pt x="271" y="5"/>
                      </a:lnTo>
                      <a:lnTo>
                        <a:pt x="272" y="5"/>
                      </a:lnTo>
                      <a:lnTo>
                        <a:pt x="274" y="5"/>
                      </a:lnTo>
                      <a:lnTo>
                        <a:pt x="275" y="5"/>
                      </a:lnTo>
                      <a:lnTo>
                        <a:pt x="277" y="5"/>
                      </a:lnTo>
                      <a:lnTo>
                        <a:pt x="278" y="5"/>
                      </a:lnTo>
                      <a:lnTo>
                        <a:pt x="280" y="5"/>
                      </a:lnTo>
                      <a:lnTo>
                        <a:pt x="281" y="5"/>
                      </a:lnTo>
                      <a:lnTo>
                        <a:pt x="282" y="4"/>
                      </a:lnTo>
                      <a:lnTo>
                        <a:pt x="284" y="4"/>
                      </a:lnTo>
                      <a:lnTo>
                        <a:pt x="285" y="4"/>
                      </a:lnTo>
                      <a:lnTo>
                        <a:pt x="287" y="4"/>
                      </a:lnTo>
                      <a:lnTo>
                        <a:pt x="288" y="4"/>
                      </a:lnTo>
                      <a:lnTo>
                        <a:pt x="290" y="4"/>
                      </a:lnTo>
                      <a:lnTo>
                        <a:pt x="291" y="4"/>
                      </a:lnTo>
                      <a:lnTo>
                        <a:pt x="293" y="4"/>
                      </a:lnTo>
                      <a:lnTo>
                        <a:pt x="294" y="4"/>
                      </a:lnTo>
                      <a:lnTo>
                        <a:pt x="296" y="4"/>
                      </a:lnTo>
                      <a:lnTo>
                        <a:pt x="297" y="4"/>
                      </a:lnTo>
                      <a:lnTo>
                        <a:pt x="298" y="4"/>
                      </a:lnTo>
                      <a:lnTo>
                        <a:pt x="300" y="4"/>
                      </a:lnTo>
                      <a:lnTo>
                        <a:pt x="301" y="4"/>
                      </a:lnTo>
                      <a:lnTo>
                        <a:pt x="303" y="4"/>
                      </a:lnTo>
                      <a:lnTo>
                        <a:pt x="304" y="4"/>
                      </a:lnTo>
                      <a:lnTo>
                        <a:pt x="306" y="4"/>
                      </a:lnTo>
                      <a:lnTo>
                        <a:pt x="307" y="4"/>
                      </a:lnTo>
                      <a:lnTo>
                        <a:pt x="309" y="4"/>
                      </a:lnTo>
                      <a:lnTo>
                        <a:pt x="310" y="4"/>
                      </a:lnTo>
                      <a:lnTo>
                        <a:pt x="311" y="4"/>
                      </a:lnTo>
                      <a:lnTo>
                        <a:pt x="313" y="4"/>
                      </a:lnTo>
                      <a:lnTo>
                        <a:pt x="314" y="4"/>
                      </a:lnTo>
                      <a:lnTo>
                        <a:pt x="316" y="4"/>
                      </a:lnTo>
                      <a:lnTo>
                        <a:pt x="317" y="4"/>
                      </a:lnTo>
                      <a:lnTo>
                        <a:pt x="319" y="4"/>
                      </a:lnTo>
                      <a:lnTo>
                        <a:pt x="320" y="4"/>
                      </a:lnTo>
                      <a:lnTo>
                        <a:pt x="322" y="4"/>
                      </a:lnTo>
                      <a:lnTo>
                        <a:pt x="323" y="4"/>
                      </a:lnTo>
                      <a:lnTo>
                        <a:pt x="325" y="4"/>
                      </a:lnTo>
                      <a:lnTo>
                        <a:pt x="326" y="4"/>
                      </a:lnTo>
                      <a:lnTo>
                        <a:pt x="327" y="4"/>
                      </a:lnTo>
                      <a:lnTo>
                        <a:pt x="329" y="3"/>
                      </a:lnTo>
                      <a:lnTo>
                        <a:pt x="330" y="3"/>
                      </a:lnTo>
                      <a:lnTo>
                        <a:pt x="332" y="3"/>
                      </a:lnTo>
                      <a:lnTo>
                        <a:pt x="333" y="3"/>
                      </a:lnTo>
                      <a:lnTo>
                        <a:pt x="335" y="3"/>
                      </a:lnTo>
                      <a:lnTo>
                        <a:pt x="336" y="3"/>
                      </a:lnTo>
                      <a:lnTo>
                        <a:pt x="338" y="4"/>
                      </a:lnTo>
                      <a:lnTo>
                        <a:pt x="339" y="4"/>
                      </a:lnTo>
                      <a:lnTo>
                        <a:pt x="340" y="4"/>
                      </a:lnTo>
                      <a:lnTo>
                        <a:pt x="342" y="3"/>
                      </a:lnTo>
                      <a:lnTo>
                        <a:pt x="343" y="3"/>
                      </a:lnTo>
                      <a:lnTo>
                        <a:pt x="345" y="3"/>
                      </a:lnTo>
                      <a:lnTo>
                        <a:pt x="346" y="3"/>
                      </a:lnTo>
                      <a:lnTo>
                        <a:pt x="348" y="3"/>
                      </a:lnTo>
                      <a:lnTo>
                        <a:pt x="349" y="3"/>
                      </a:lnTo>
                      <a:lnTo>
                        <a:pt x="351" y="3"/>
                      </a:lnTo>
                      <a:lnTo>
                        <a:pt x="352" y="3"/>
                      </a:lnTo>
                      <a:lnTo>
                        <a:pt x="354" y="3"/>
                      </a:lnTo>
                      <a:lnTo>
                        <a:pt x="355" y="3"/>
                      </a:lnTo>
                      <a:lnTo>
                        <a:pt x="356" y="3"/>
                      </a:lnTo>
                      <a:lnTo>
                        <a:pt x="358" y="3"/>
                      </a:lnTo>
                      <a:lnTo>
                        <a:pt x="359" y="3"/>
                      </a:lnTo>
                      <a:lnTo>
                        <a:pt x="361" y="3"/>
                      </a:lnTo>
                      <a:lnTo>
                        <a:pt x="362" y="3"/>
                      </a:lnTo>
                      <a:lnTo>
                        <a:pt x="364" y="3"/>
                      </a:lnTo>
                      <a:lnTo>
                        <a:pt x="365" y="3"/>
                      </a:lnTo>
                      <a:lnTo>
                        <a:pt x="367" y="3"/>
                      </a:lnTo>
                      <a:lnTo>
                        <a:pt x="368" y="3"/>
                      </a:lnTo>
                      <a:lnTo>
                        <a:pt x="369" y="3"/>
                      </a:lnTo>
                      <a:lnTo>
                        <a:pt x="371" y="3"/>
                      </a:lnTo>
                      <a:lnTo>
                        <a:pt x="372" y="3"/>
                      </a:lnTo>
                      <a:lnTo>
                        <a:pt x="374" y="3"/>
                      </a:lnTo>
                      <a:lnTo>
                        <a:pt x="375" y="3"/>
                      </a:lnTo>
                      <a:lnTo>
                        <a:pt x="377" y="3"/>
                      </a:lnTo>
                      <a:lnTo>
                        <a:pt x="378" y="3"/>
                      </a:lnTo>
                      <a:lnTo>
                        <a:pt x="380" y="3"/>
                      </a:lnTo>
                      <a:lnTo>
                        <a:pt x="381" y="3"/>
                      </a:lnTo>
                      <a:lnTo>
                        <a:pt x="383" y="3"/>
                      </a:lnTo>
                      <a:lnTo>
                        <a:pt x="384" y="3"/>
                      </a:lnTo>
                      <a:lnTo>
                        <a:pt x="385" y="3"/>
                      </a:lnTo>
                      <a:lnTo>
                        <a:pt x="387" y="3"/>
                      </a:lnTo>
                      <a:lnTo>
                        <a:pt x="388" y="3"/>
                      </a:lnTo>
                      <a:lnTo>
                        <a:pt x="390" y="3"/>
                      </a:lnTo>
                      <a:lnTo>
                        <a:pt x="391" y="3"/>
                      </a:lnTo>
                      <a:lnTo>
                        <a:pt x="393" y="3"/>
                      </a:lnTo>
                      <a:lnTo>
                        <a:pt x="394" y="3"/>
                      </a:lnTo>
                      <a:lnTo>
                        <a:pt x="396" y="3"/>
                      </a:lnTo>
                      <a:lnTo>
                        <a:pt x="397" y="3"/>
                      </a:lnTo>
                      <a:lnTo>
                        <a:pt x="398" y="3"/>
                      </a:lnTo>
                      <a:lnTo>
                        <a:pt x="400" y="3"/>
                      </a:lnTo>
                      <a:lnTo>
                        <a:pt x="401" y="0"/>
                      </a:lnTo>
                      <a:lnTo>
                        <a:pt x="403" y="3"/>
                      </a:lnTo>
                      <a:lnTo>
                        <a:pt x="404" y="2"/>
                      </a:lnTo>
                      <a:lnTo>
                        <a:pt x="406" y="2"/>
                      </a:lnTo>
                      <a:lnTo>
                        <a:pt x="407" y="2"/>
                      </a:lnTo>
                      <a:lnTo>
                        <a:pt x="409" y="2"/>
                      </a:lnTo>
                      <a:lnTo>
                        <a:pt x="410" y="2"/>
                      </a:lnTo>
                      <a:lnTo>
                        <a:pt x="412" y="2"/>
                      </a:lnTo>
                      <a:lnTo>
                        <a:pt x="413" y="2"/>
                      </a:lnTo>
                      <a:lnTo>
                        <a:pt x="414" y="2"/>
                      </a:lnTo>
                      <a:lnTo>
                        <a:pt x="416" y="2"/>
                      </a:lnTo>
                      <a:lnTo>
                        <a:pt x="417" y="2"/>
                      </a:lnTo>
                      <a:lnTo>
                        <a:pt x="419" y="3"/>
                      </a:lnTo>
                      <a:lnTo>
                        <a:pt x="420" y="3"/>
                      </a:lnTo>
                      <a:lnTo>
                        <a:pt x="422" y="2"/>
                      </a:lnTo>
                      <a:lnTo>
                        <a:pt x="423" y="2"/>
                      </a:lnTo>
                      <a:lnTo>
                        <a:pt x="425" y="2"/>
                      </a:lnTo>
                      <a:lnTo>
                        <a:pt x="426" y="2"/>
                      </a:lnTo>
                      <a:lnTo>
                        <a:pt x="427" y="2"/>
                      </a:lnTo>
                      <a:lnTo>
                        <a:pt x="429" y="2"/>
                      </a:lnTo>
                      <a:lnTo>
                        <a:pt x="430" y="2"/>
                      </a:lnTo>
                      <a:lnTo>
                        <a:pt x="432" y="2"/>
                      </a:lnTo>
                      <a:lnTo>
                        <a:pt x="433" y="2"/>
                      </a:lnTo>
                      <a:lnTo>
                        <a:pt x="435" y="2"/>
                      </a:lnTo>
                      <a:lnTo>
                        <a:pt x="436" y="2"/>
                      </a:lnTo>
                      <a:lnTo>
                        <a:pt x="438" y="2"/>
                      </a:lnTo>
                      <a:lnTo>
                        <a:pt x="439" y="2"/>
                      </a:lnTo>
                      <a:lnTo>
                        <a:pt x="441" y="2"/>
                      </a:lnTo>
                      <a:lnTo>
                        <a:pt x="442" y="2"/>
                      </a:lnTo>
                      <a:lnTo>
                        <a:pt x="443" y="3"/>
                      </a:lnTo>
                      <a:lnTo>
                        <a:pt x="445" y="3"/>
                      </a:lnTo>
                      <a:lnTo>
                        <a:pt x="446" y="2"/>
                      </a:lnTo>
                      <a:lnTo>
                        <a:pt x="448" y="2"/>
                      </a:lnTo>
                      <a:lnTo>
                        <a:pt x="449" y="2"/>
                      </a:lnTo>
                      <a:lnTo>
                        <a:pt x="451" y="2"/>
                      </a:lnTo>
                      <a:lnTo>
                        <a:pt x="452" y="2"/>
                      </a:lnTo>
                      <a:lnTo>
                        <a:pt x="454" y="2"/>
                      </a:lnTo>
                      <a:lnTo>
                        <a:pt x="455" y="2"/>
                      </a:lnTo>
                      <a:lnTo>
                        <a:pt x="456" y="2"/>
                      </a:lnTo>
                      <a:lnTo>
                        <a:pt x="458" y="2"/>
                      </a:lnTo>
                      <a:lnTo>
                        <a:pt x="459" y="2"/>
                      </a:lnTo>
                      <a:lnTo>
                        <a:pt x="461" y="2"/>
                      </a:lnTo>
                      <a:lnTo>
                        <a:pt x="462" y="2"/>
                      </a:lnTo>
                      <a:lnTo>
                        <a:pt x="464" y="2"/>
                      </a:lnTo>
                      <a:lnTo>
                        <a:pt x="465" y="2"/>
                      </a:lnTo>
                      <a:lnTo>
                        <a:pt x="467" y="2"/>
                      </a:lnTo>
                      <a:lnTo>
                        <a:pt x="468" y="2"/>
                      </a:lnTo>
                      <a:lnTo>
                        <a:pt x="470" y="2"/>
                      </a:lnTo>
                      <a:lnTo>
                        <a:pt x="471" y="2"/>
                      </a:lnTo>
                      <a:lnTo>
                        <a:pt x="472" y="2"/>
                      </a:lnTo>
                      <a:lnTo>
                        <a:pt x="474" y="2"/>
                      </a:lnTo>
                      <a:lnTo>
                        <a:pt x="475" y="2"/>
                      </a:lnTo>
                      <a:lnTo>
                        <a:pt x="477" y="2"/>
                      </a:lnTo>
                      <a:lnTo>
                        <a:pt x="478" y="2"/>
                      </a:lnTo>
                      <a:lnTo>
                        <a:pt x="480" y="2"/>
                      </a:lnTo>
                      <a:lnTo>
                        <a:pt x="481" y="2"/>
                      </a:lnTo>
                      <a:lnTo>
                        <a:pt x="483" y="2"/>
                      </a:lnTo>
                      <a:lnTo>
                        <a:pt x="484" y="2"/>
                      </a:lnTo>
                      <a:lnTo>
                        <a:pt x="485" y="2"/>
                      </a:lnTo>
                      <a:lnTo>
                        <a:pt x="487" y="2"/>
                      </a:lnTo>
                      <a:lnTo>
                        <a:pt x="488" y="2"/>
                      </a:lnTo>
                      <a:lnTo>
                        <a:pt x="490" y="2"/>
                      </a:lnTo>
                      <a:lnTo>
                        <a:pt x="491" y="2"/>
                      </a:lnTo>
                      <a:lnTo>
                        <a:pt x="493" y="2"/>
                      </a:lnTo>
                      <a:lnTo>
                        <a:pt x="494" y="2"/>
                      </a:lnTo>
                      <a:lnTo>
                        <a:pt x="496" y="2"/>
                      </a:lnTo>
                      <a:lnTo>
                        <a:pt x="497" y="2"/>
                      </a:lnTo>
                      <a:lnTo>
                        <a:pt x="499" y="2"/>
                      </a:lnTo>
                      <a:lnTo>
                        <a:pt x="500" y="2"/>
                      </a:lnTo>
                      <a:lnTo>
                        <a:pt x="501" y="2"/>
                      </a:lnTo>
                      <a:lnTo>
                        <a:pt x="503" y="2"/>
                      </a:lnTo>
                      <a:lnTo>
                        <a:pt x="504" y="2"/>
                      </a:lnTo>
                      <a:lnTo>
                        <a:pt x="506" y="2"/>
                      </a:lnTo>
                      <a:lnTo>
                        <a:pt x="507" y="2"/>
                      </a:lnTo>
                      <a:lnTo>
                        <a:pt x="509" y="2"/>
                      </a:lnTo>
                      <a:lnTo>
                        <a:pt x="510" y="2"/>
                      </a:lnTo>
                      <a:lnTo>
                        <a:pt x="512" y="2"/>
                      </a:lnTo>
                      <a:lnTo>
                        <a:pt x="513" y="2"/>
                      </a:lnTo>
                      <a:lnTo>
                        <a:pt x="514" y="2"/>
                      </a:lnTo>
                      <a:lnTo>
                        <a:pt x="516" y="2"/>
                      </a:lnTo>
                      <a:lnTo>
                        <a:pt x="517" y="3"/>
                      </a:lnTo>
                      <a:lnTo>
                        <a:pt x="519" y="3"/>
                      </a:lnTo>
                      <a:lnTo>
                        <a:pt x="520" y="3"/>
                      </a:lnTo>
                      <a:lnTo>
                        <a:pt x="522" y="3"/>
                      </a:lnTo>
                      <a:lnTo>
                        <a:pt x="523" y="3"/>
                      </a:lnTo>
                      <a:lnTo>
                        <a:pt x="525" y="3"/>
                      </a:lnTo>
                      <a:lnTo>
                        <a:pt x="526" y="3"/>
                      </a:lnTo>
                      <a:lnTo>
                        <a:pt x="528" y="3"/>
                      </a:lnTo>
                      <a:lnTo>
                        <a:pt x="529" y="3"/>
                      </a:lnTo>
                      <a:lnTo>
                        <a:pt x="530" y="3"/>
                      </a:lnTo>
                      <a:lnTo>
                        <a:pt x="532" y="3"/>
                      </a:lnTo>
                      <a:lnTo>
                        <a:pt x="533" y="3"/>
                      </a:lnTo>
                      <a:lnTo>
                        <a:pt x="535" y="2"/>
                      </a:lnTo>
                      <a:lnTo>
                        <a:pt x="536" y="2"/>
                      </a:lnTo>
                      <a:lnTo>
                        <a:pt x="538" y="2"/>
                      </a:lnTo>
                      <a:lnTo>
                        <a:pt x="539" y="2"/>
                      </a:lnTo>
                      <a:lnTo>
                        <a:pt x="541" y="2"/>
                      </a:lnTo>
                      <a:lnTo>
                        <a:pt x="542" y="2"/>
                      </a:lnTo>
                      <a:lnTo>
                        <a:pt x="543" y="2"/>
                      </a:lnTo>
                      <a:lnTo>
                        <a:pt x="545" y="2"/>
                      </a:lnTo>
                      <a:lnTo>
                        <a:pt x="546" y="2"/>
                      </a:lnTo>
                      <a:lnTo>
                        <a:pt x="548" y="2"/>
                      </a:lnTo>
                      <a:lnTo>
                        <a:pt x="549" y="2"/>
                      </a:lnTo>
                      <a:lnTo>
                        <a:pt x="551" y="2"/>
                      </a:lnTo>
                      <a:lnTo>
                        <a:pt x="552" y="2"/>
                      </a:lnTo>
                      <a:lnTo>
                        <a:pt x="554" y="2"/>
                      </a:lnTo>
                      <a:lnTo>
                        <a:pt x="555" y="2"/>
                      </a:lnTo>
                      <a:lnTo>
                        <a:pt x="557" y="2"/>
                      </a:lnTo>
                      <a:lnTo>
                        <a:pt x="558" y="3"/>
                      </a:lnTo>
                      <a:lnTo>
                        <a:pt x="559" y="2"/>
                      </a:lnTo>
                      <a:lnTo>
                        <a:pt x="561" y="2"/>
                      </a:lnTo>
                      <a:lnTo>
                        <a:pt x="562" y="2"/>
                      </a:lnTo>
                      <a:lnTo>
                        <a:pt x="564" y="2"/>
                      </a:lnTo>
                      <a:lnTo>
                        <a:pt x="565" y="2"/>
                      </a:lnTo>
                      <a:lnTo>
                        <a:pt x="567" y="2"/>
                      </a:lnTo>
                      <a:lnTo>
                        <a:pt x="568" y="2"/>
                      </a:lnTo>
                      <a:lnTo>
                        <a:pt x="570" y="3"/>
                      </a:lnTo>
                      <a:lnTo>
                        <a:pt x="571" y="3"/>
                      </a:lnTo>
                      <a:lnTo>
                        <a:pt x="572" y="2"/>
                      </a:lnTo>
                      <a:lnTo>
                        <a:pt x="574" y="2"/>
                      </a:lnTo>
                      <a:lnTo>
                        <a:pt x="575" y="2"/>
                      </a:lnTo>
                      <a:lnTo>
                        <a:pt x="577" y="2"/>
                      </a:lnTo>
                      <a:lnTo>
                        <a:pt x="578" y="2"/>
                      </a:lnTo>
                      <a:lnTo>
                        <a:pt x="580" y="2"/>
                      </a:lnTo>
                      <a:lnTo>
                        <a:pt x="581" y="2"/>
                      </a:lnTo>
                      <a:lnTo>
                        <a:pt x="583" y="2"/>
                      </a:lnTo>
                      <a:lnTo>
                        <a:pt x="584" y="2"/>
                      </a:lnTo>
                      <a:lnTo>
                        <a:pt x="586" y="2"/>
                      </a:lnTo>
                      <a:lnTo>
                        <a:pt x="587" y="2"/>
                      </a:lnTo>
                      <a:lnTo>
                        <a:pt x="588" y="2"/>
                      </a:lnTo>
                      <a:lnTo>
                        <a:pt x="590" y="2"/>
                      </a:lnTo>
                      <a:lnTo>
                        <a:pt x="591" y="3"/>
                      </a:lnTo>
                      <a:lnTo>
                        <a:pt x="593" y="3"/>
                      </a:lnTo>
                      <a:lnTo>
                        <a:pt x="594" y="3"/>
                      </a:lnTo>
                      <a:lnTo>
                        <a:pt x="596" y="3"/>
                      </a:lnTo>
                      <a:lnTo>
                        <a:pt x="597" y="3"/>
                      </a:lnTo>
                      <a:lnTo>
                        <a:pt x="599" y="3"/>
                      </a:lnTo>
                      <a:lnTo>
                        <a:pt x="600" y="3"/>
                      </a:lnTo>
                      <a:lnTo>
                        <a:pt x="601" y="3"/>
                      </a:lnTo>
                      <a:lnTo>
                        <a:pt x="603" y="3"/>
                      </a:lnTo>
                      <a:lnTo>
                        <a:pt x="604" y="3"/>
                      </a:lnTo>
                      <a:lnTo>
                        <a:pt x="606" y="3"/>
                      </a:lnTo>
                      <a:lnTo>
                        <a:pt x="607" y="3"/>
                      </a:lnTo>
                      <a:lnTo>
                        <a:pt x="609" y="3"/>
                      </a:lnTo>
                      <a:lnTo>
                        <a:pt x="610" y="2"/>
                      </a:lnTo>
                      <a:lnTo>
                        <a:pt x="612" y="2"/>
                      </a:lnTo>
                      <a:lnTo>
                        <a:pt x="613" y="2"/>
                      </a:lnTo>
                      <a:lnTo>
                        <a:pt x="615" y="2"/>
                      </a:lnTo>
                      <a:lnTo>
                        <a:pt x="616" y="2"/>
                      </a:lnTo>
                      <a:lnTo>
                        <a:pt x="617" y="2"/>
                      </a:lnTo>
                      <a:lnTo>
                        <a:pt x="619" y="2"/>
                      </a:lnTo>
                      <a:lnTo>
                        <a:pt x="620" y="2"/>
                      </a:lnTo>
                      <a:lnTo>
                        <a:pt x="622" y="2"/>
                      </a:lnTo>
                      <a:lnTo>
                        <a:pt x="623" y="2"/>
                      </a:lnTo>
                      <a:lnTo>
                        <a:pt x="625" y="2"/>
                      </a:lnTo>
                      <a:lnTo>
                        <a:pt x="626" y="2"/>
                      </a:lnTo>
                      <a:lnTo>
                        <a:pt x="628" y="2"/>
                      </a:lnTo>
                      <a:lnTo>
                        <a:pt x="629" y="2"/>
                      </a:lnTo>
                      <a:lnTo>
                        <a:pt x="630" y="2"/>
                      </a:lnTo>
                      <a:lnTo>
                        <a:pt x="632" y="2"/>
                      </a:lnTo>
                      <a:lnTo>
                        <a:pt x="633" y="2"/>
                      </a:lnTo>
                      <a:lnTo>
                        <a:pt x="635" y="2"/>
                      </a:lnTo>
                      <a:lnTo>
                        <a:pt x="636" y="2"/>
                      </a:lnTo>
                      <a:lnTo>
                        <a:pt x="638" y="2"/>
                      </a:lnTo>
                      <a:lnTo>
                        <a:pt x="639" y="2"/>
                      </a:lnTo>
                      <a:lnTo>
                        <a:pt x="641" y="2"/>
                      </a:lnTo>
                      <a:lnTo>
                        <a:pt x="642" y="2"/>
                      </a:lnTo>
                      <a:lnTo>
                        <a:pt x="644" y="2"/>
                      </a:lnTo>
                      <a:lnTo>
                        <a:pt x="645" y="2"/>
                      </a:lnTo>
                      <a:lnTo>
                        <a:pt x="646" y="2"/>
                      </a:lnTo>
                      <a:lnTo>
                        <a:pt x="648" y="2"/>
                      </a:lnTo>
                      <a:lnTo>
                        <a:pt x="649" y="2"/>
                      </a:lnTo>
                      <a:lnTo>
                        <a:pt x="651" y="2"/>
                      </a:lnTo>
                      <a:lnTo>
                        <a:pt x="652" y="2"/>
                      </a:lnTo>
                      <a:lnTo>
                        <a:pt x="654" y="2"/>
                      </a:lnTo>
                      <a:lnTo>
                        <a:pt x="655" y="2"/>
                      </a:lnTo>
                      <a:lnTo>
                        <a:pt x="657" y="2"/>
                      </a:lnTo>
                      <a:lnTo>
                        <a:pt x="658" y="2"/>
                      </a:lnTo>
                      <a:lnTo>
                        <a:pt x="659" y="2"/>
                      </a:lnTo>
                      <a:lnTo>
                        <a:pt x="661" y="2"/>
                      </a:lnTo>
                      <a:lnTo>
                        <a:pt x="662" y="2"/>
                      </a:lnTo>
                      <a:lnTo>
                        <a:pt x="664" y="2"/>
                      </a:lnTo>
                      <a:lnTo>
                        <a:pt x="665" y="2"/>
                      </a:lnTo>
                      <a:lnTo>
                        <a:pt x="667" y="2"/>
                      </a:lnTo>
                      <a:lnTo>
                        <a:pt x="668" y="2"/>
                      </a:lnTo>
                      <a:lnTo>
                        <a:pt x="670" y="2"/>
                      </a:lnTo>
                      <a:lnTo>
                        <a:pt x="671" y="2"/>
                      </a:lnTo>
                      <a:lnTo>
                        <a:pt x="673" y="2"/>
                      </a:lnTo>
                      <a:lnTo>
                        <a:pt x="674" y="2"/>
                      </a:lnTo>
                      <a:lnTo>
                        <a:pt x="675" y="2"/>
                      </a:lnTo>
                      <a:lnTo>
                        <a:pt x="677" y="2"/>
                      </a:lnTo>
                      <a:lnTo>
                        <a:pt x="678" y="2"/>
                      </a:lnTo>
                      <a:lnTo>
                        <a:pt x="680" y="2"/>
                      </a:lnTo>
                      <a:lnTo>
                        <a:pt x="681" y="2"/>
                      </a:lnTo>
                      <a:lnTo>
                        <a:pt x="683" y="2"/>
                      </a:lnTo>
                      <a:lnTo>
                        <a:pt x="684" y="2"/>
                      </a:lnTo>
                      <a:lnTo>
                        <a:pt x="686" y="2"/>
                      </a:lnTo>
                      <a:lnTo>
                        <a:pt x="687" y="2"/>
                      </a:lnTo>
                      <a:lnTo>
                        <a:pt x="688" y="2"/>
                      </a:lnTo>
                      <a:lnTo>
                        <a:pt x="690" y="2"/>
                      </a:lnTo>
                      <a:lnTo>
                        <a:pt x="691" y="2"/>
                      </a:lnTo>
                      <a:lnTo>
                        <a:pt x="693" y="2"/>
                      </a:lnTo>
                      <a:lnTo>
                        <a:pt x="694" y="2"/>
                      </a:lnTo>
                      <a:lnTo>
                        <a:pt x="696" y="2"/>
                      </a:lnTo>
                      <a:lnTo>
                        <a:pt x="697" y="2"/>
                      </a:lnTo>
                      <a:lnTo>
                        <a:pt x="699" y="2"/>
                      </a:lnTo>
                      <a:lnTo>
                        <a:pt x="700" y="3"/>
                      </a:lnTo>
                      <a:lnTo>
                        <a:pt x="702" y="3"/>
                      </a:lnTo>
                      <a:lnTo>
                        <a:pt x="703" y="3"/>
                      </a:lnTo>
                      <a:lnTo>
                        <a:pt x="704" y="3"/>
                      </a:lnTo>
                      <a:lnTo>
                        <a:pt x="706" y="3"/>
                      </a:lnTo>
                      <a:lnTo>
                        <a:pt x="707" y="3"/>
                      </a:lnTo>
                      <a:lnTo>
                        <a:pt x="709" y="3"/>
                      </a:lnTo>
                      <a:lnTo>
                        <a:pt x="710" y="3"/>
                      </a:lnTo>
                      <a:lnTo>
                        <a:pt x="712" y="3"/>
                      </a:lnTo>
                      <a:lnTo>
                        <a:pt x="713" y="3"/>
                      </a:lnTo>
                      <a:lnTo>
                        <a:pt x="715" y="3"/>
                      </a:lnTo>
                      <a:lnTo>
                        <a:pt x="716" y="3"/>
                      </a:lnTo>
                      <a:lnTo>
                        <a:pt x="717" y="3"/>
                      </a:lnTo>
                      <a:lnTo>
                        <a:pt x="719" y="3"/>
                      </a:lnTo>
                      <a:lnTo>
                        <a:pt x="720" y="3"/>
                      </a:lnTo>
                      <a:lnTo>
                        <a:pt x="722" y="3"/>
                      </a:lnTo>
                      <a:lnTo>
                        <a:pt x="723" y="3"/>
                      </a:lnTo>
                      <a:lnTo>
                        <a:pt x="725" y="3"/>
                      </a:lnTo>
                      <a:lnTo>
                        <a:pt x="726" y="3"/>
                      </a:lnTo>
                      <a:lnTo>
                        <a:pt x="728" y="3"/>
                      </a:lnTo>
                      <a:lnTo>
                        <a:pt x="729" y="3"/>
                      </a:lnTo>
                      <a:lnTo>
                        <a:pt x="731" y="3"/>
                      </a:lnTo>
                      <a:lnTo>
                        <a:pt x="732" y="3"/>
                      </a:lnTo>
                      <a:lnTo>
                        <a:pt x="733" y="3"/>
                      </a:lnTo>
                      <a:lnTo>
                        <a:pt x="735" y="3"/>
                      </a:lnTo>
                      <a:lnTo>
                        <a:pt x="736" y="3"/>
                      </a:lnTo>
                      <a:lnTo>
                        <a:pt x="738" y="3"/>
                      </a:lnTo>
                      <a:lnTo>
                        <a:pt x="739" y="3"/>
                      </a:lnTo>
                      <a:lnTo>
                        <a:pt x="741" y="3"/>
                      </a:lnTo>
                      <a:lnTo>
                        <a:pt x="742" y="3"/>
                      </a:lnTo>
                      <a:lnTo>
                        <a:pt x="744" y="3"/>
                      </a:lnTo>
                      <a:lnTo>
                        <a:pt x="745" y="3"/>
                      </a:lnTo>
                      <a:lnTo>
                        <a:pt x="746" y="3"/>
                      </a:lnTo>
                      <a:lnTo>
                        <a:pt x="748" y="3"/>
                      </a:lnTo>
                      <a:lnTo>
                        <a:pt x="749" y="3"/>
                      </a:lnTo>
                      <a:lnTo>
                        <a:pt x="751" y="3"/>
                      </a:lnTo>
                      <a:lnTo>
                        <a:pt x="752" y="3"/>
                      </a:lnTo>
                      <a:lnTo>
                        <a:pt x="754" y="3"/>
                      </a:lnTo>
                      <a:lnTo>
                        <a:pt x="755" y="3"/>
                      </a:lnTo>
                      <a:lnTo>
                        <a:pt x="757" y="3"/>
                      </a:lnTo>
                      <a:lnTo>
                        <a:pt x="758" y="3"/>
                      </a:lnTo>
                      <a:lnTo>
                        <a:pt x="760" y="2"/>
                      </a:lnTo>
                      <a:lnTo>
                        <a:pt x="761" y="2"/>
                      </a:lnTo>
                      <a:lnTo>
                        <a:pt x="762" y="2"/>
                      </a:lnTo>
                      <a:lnTo>
                        <a:pt x="764" y="2"/>
                      </a:lnTo>
                      <a:lnTo>
                        <a:pt x="765" y="3"/>
                      </a:lnTo>
                      <a:lnTo>
                        <a:pt x="767" y="2"/>
                      </a:lnTo>
                      <a:lnTo>
                        <a:pt x="768" y="3"/>
                      </a:lnTo>
                      <a:lnTo>
                        <a:pt x="770" y="3"/>
                      </a:lnTo>
                      <a:lnTo>
                        <a:pt x="771" y="3"/>
                      </a:lnTo>
                      <a:lnTo>
                        <a:pt x="773" y="2"/>
                      </a:lnTo>
                      <a:lnTo>
                        <a:pt x="774" y="2"/>
                      </a:lnTo>
                      <a:lnTo>
                        <a:pt x="775" y="2"/>
                      </a:lnTo>
                      <a:lnTo>
                        <a:pt x="777" y="2"/>
                      </a:lnTo>
                      <a:lnTo>
                        <a:pt x="778" y="2"/>
                      </a:lnTo>
                      <a:lnTo>
                        <a:pt x="780" y="2"/>
                      </a:lnTo>
                      <a:lnTo>
                        <a:pt x="781" y="2"/>
                      </a:lnTo>
                      <a:lnTo>
                        <a:pt x="783" y="2"/>
                      </a:lnTo>
                      <a:lnTo>
                        <a:pt x="784" y="3"/>
                      </a:lnTo>
                      <a:lnTo>
                        <a:pt x="786" y="2"/>
                      </a:lnTo>
                      <a:lnTo>
                        <a:pt x="787" y="2"/>
                      </a:lnTo>
                      <a:lnTo>
                        <a:pt x="789" y="3"/>
                      </a:lnTo>
                      <a:lnTo>
                        <a:pt x="790" y="3"/>
                      </a:lnTo>
                      <a:lnTo>
                        <a:pt x="791" y="3"/>
                      </a:lnTo>
                      <a:lnTo>
                        <a:pt x="793" y="3"/>
                      </a:lnTo>
                      <a:lnTo>
                        <a:pt x="794" y="3"/>
                      </a:lnTo>
                      <a:lnTo>
                        <a:pt x="796" y="3"/>
                      </a:lnTo>
                      <a:lnTo>
                        <a:pt x="797" y="2"/>
                      </a:lnTo>
                      <a:lnTo>
                        <a:pt x="799" y="2"/>
                      </a:lnTo>
                      <a:lnTo>
                        <a:pt x="800" y="2"/>
                      </a:lnTo>
                      <a:lnTo>
                        <a:pt x="802" y="2"/>
                      </a:lnTo>
                      <a:lnTo>
                        <a:pt x="803" y="2"/>
                      </a:lnTo>
                      <a:lnTo>
                        <a:pt x="804" y="2"/>
                      </a:lnTo>
                      <a:lnTo>
                        <a:pt x="806" y="2"/>
                      </a:lnTo>
                      <a:lnTo>
                        <a:pt x="807" y="2"/>
                      </a:lnTo>
                      <a:lnTo>
                        <a:pt x="809" y="2"/>
                      </a:lnTo>
                      <a:lnTo>
                        <a:pt x="810" y="2"/>
                      </a:lnTo>
                      <a:lnTo>
                        <a:pt x="812" y="2"/>
                      </a:lnTo>
                      <a:lnTo>
                        <a:pt x="813" y="2"/>
                      </a:lnTo>
                      <a:lnTo>
                        <a:pt x="815" y="2"/>
                      </a:lnTo>
                      <a:lnTo>
                        <a:pt x="816" y="2"/>
                      </a:lnTo>
                      <a:lnTo>
                        <a:pt x="818" y="2"/>
                      </a:lnTo>
                      <a:lnTo>
                        <a:pt x="819" y="2"/>
                      </a:lnTo>
                      <a:lnTo>
                        <a:pt x="820" y="2"/>
                      </a:lnTo>
                      <a:lnTo>
                        <a:pt x="822" y="2"/>
                      </a:lnTo>
                      <a:lnTo>
                        <a:pt x="823" y="2"/>
                      </a:lnTo>
                      <a:lnTo>
                        <a:pt x="825" y="2"/>
                      </a:lnTo>
                      <a:lnTo>
                        <a:pt x="826" y="2"/>
                      </a:lnTo>
                      <a:lnTo>
                        <a:pt x="828" y="2"/>
                      </a:lnTo>
                      <a:lnTo>
                        <a:pt x="829" y="2"/>
                      </a:lnTo>
                      <a:lnTo>
                        <a:pt x="831" y="2"/>
                      </a:lnTo>
                      <a:lnTo>
                        <a:pt x="832" y="2"/>
                      </a:lnTo>
                      <a:lnTo>
                        <a:pt x="833" y="2"/>
                      </a:lnTo>
                      <a:lnTo>
                        <a:pt x="835" y="2"/>
                      </a:lnTo>
                      <a:lnTo>
                        <a:pt x="836" y="2"/>
                      </a:lnTo>
                      <a:lnTo>
                        <a:pt x="838" y="2"/>
                      </a:lnTo>
                      <a:lnTo>
                        <a:pt x="839" y="2"/>
                      </a:lnTo>
                      <a:lnTo>
                        <a:pt x="841" y="2"/>
                      </a:lnTo>
                      <a:lnTo>
                        <a:pt x="842" y="2"/>
                      </a:lnTo>
                      <a:lnTo>
                        <a:pt x="844" y="2"/>
                      </a:lnTo>
                      <a:lnTo>
                        <a:pt x="845" y="2"/>
                      </a:lnTo>
                      <a:lnTo>
                        <a:pt x="847" y="2"/>
                      </a:lnTo>
                      <a:lnTo>
                        <a:pt x="848" y="2"/>
                      </a:lnTo>
                      <a:lnTo>
                        <a:pt x="849" y="2"/>
                      </a:lnTo>
                      <a:lnTo>
                        <a:pt x="851" y="2"/>
                      </a:lnTo>
                      <a:lnTo>
                        <a:pt x="852" y="2"/>
                      </a:lnTo>
                      <a:lnTo>
                        <a:pt x="854" y="2"/>
                      </a:lnTo>
                      <a:lnTo>
                        <a:pt x="855" y="2"/>
                      </a:lnTo>
                      <a:lnTo>
                        <a:pt x="857" y="2"/>
                      </a:lnTo>
                      <a:lnTo>
                        <a:pt x="858" y="2"/>
                      </a:lnTo>
                      <a:lnTo>
                        <a:pt x="860" y="2"/>
                      </a:lnTo>
                      <a:lnTo>
                        <a:pt x="861" y="2"/>
                      </a:lnTo>
                      <a:lnTo>
                        <a:pt x="862" y="2"/>
                      </a:lnTo>
                      <a:lnTo>
                        <a:pt x="864" y="2"/>
                      </a:lnTo>
                      <a:lnTo>
                        <a:pt x="865" y="2"/>
                      </a:lnTo>
                      <a:lnTo>
                        <a:pt x="867" y="2"/>
                      </a:lnTo>
                      <a:lnTo>
                        <a:pt x="868" y="2"/>
                      </a:lnTo>
                      <a:lnTo>
                        <a:pt x="870" y="3"/>
                      </a:lnTo>
                      <a:lnTo>
                        <a:pt x="871" y="3"/>
                      </a:lnTo>
                      <a:lnTo>
                        <a:pt x="873" y="3"/>
                      </a:lnTo>
                      <a:lnTo>
                        <a:pt x="874" y="3"/>
                      </a:lnTo>
                      <a:lnTo>
                        <a:pt x="876" y="3"/>
                      </a:lnTo>
                      <a:lnTo>
                        <a:pt x="877" y="3"/>
                      </a:lnTo>
                      <a:lnTo>
                        <a:pt x="878" y="3"/>
                      </a:lnTo>
                      <a:lnTo>
                        <a:pt x="880" y="3"/>
                      </a:lnTo>
                      <a:lnTo>
                        <a:pt x="881" y="3"/>
                      </a:lnTo>
                      <a:lnTo>
                        <a:pt x="883" y="3"/>
                      </a:lnTo>
                      <a:lnTo>
                        <a:pt x="884" y="3"/>
                      </a:lnTo>
                      <a:lnTo>
                        <a:pt x="886" y="3"/>
                      </a:lnTo>
                      <a:lnTo>
                        <a:pt x="887" y="3"/>
                      </a:lnTo>
                      <a:lnTo>
                        <a:pt x="889" y="3"/>
                      </a:lnTo>
                      <a:lnTo>
                        <a:pt x="890" y="3"/>
                      </a:lnTo>
                      <a:lnTo>
                        <a:pt x="891" y="3"/>
                      </a:lnTo>
                      <a:lnTo>
                        <a:pt x="893" y="3"/>
                      </a:lnTo>
                      <a:lnTo>
                        <a:pt x="894" y="3"/>
                      </a:lnTo>
                      <a:lnTo>
                        <a:pt x="896" y="3"/>
                      </a:lnTo>
                      <a:lnTo>
                        <a:pt x="897" y="3"/>
                      </a:lnTo>
                      <a:lnTo>
                        <a:pt x="899" y="2"/>
                      </a:lnTo>
                      <a:lnTo>
                        <a:pt x="900" y="2"/>
                      </a:lnTo>
                      <a:lnTo>
                        <a:pt x="902" y="2"/>
                      </a:lnTo>
                      <a:lnTo>
                        <a:pt x="903" y="2"/>
                      </a:lnTo>
                      <a:lnTo>
                        <a:pt x="905" y="2"/>
                      </a:lnTo>
                      <a:lnTo>
                        <a:pt x="906" y="2"/>
                      </a:lnTo>
                      <a:lnTo>
                        <a:pt x="907" y="2"/>
                      </a:lnTo>
                      <a:lnTo>
                        <a:pt x="909" y="2"/>
                      </a:lnTo>
                      <a:lnTo>
                        <a:pt x="910" y="2"/>
                      </a:lnTo>
                      <a:lnTo>
                        <a:pt x="912" y="3"/>
                      </a:lnTo>
                      <a:lnTo>
                        <a:pt x="913" y="2"/>
                      </a:lnTo>
                      <a:lnTo>
                        <a:pt x="915" y="2"/>
                      </a:lnTo>
                      <a:lnTo>
                        <a:pt x="916" y="3"/>
                      </a:lnTo>
                      <a:lnTo>
                        <a:pt x="918" y="3"/>
                      </a:lnTo>
                      <a:lnTo>
                        <a:pt x="919" y="3"/>
                      </a:lnTo>
                      <a:lnTo>
                        <a:pt x="920" y="3"/>
                      </a:lnTo>
                      <a:lnTo>
                        <a:pt x="922" y="3"/>
                      </a:lnTo>
                      <a:lnTo>
                        <a:pt x="923" y="3"/>
                      </a:lnTo>
                      <a:lnTo>
                        <a:pt x="925" y="3"/>
                      </a:lnTo>
                      <a:lnTo>
                        <a:pt x="926" y="3"/>
                      </a:lnTo>
                      <a:lnTo>
                        <a:pt x="928" y="3"/>
                      </a:lnTo>
                      <a:lnTo>
                        <a:pt x="929" y="3"/>
                      </a:lnTo>
                      <a:lnTo>
                        <a:pt x="931" y="3"/>
                      </a:lnTo>
                      <a:lnTo>
                        <a:pt x="932" y="3"/>
                      </a:lnTo>
                      <a:lnTo>
                        <a:pt x="934" y="3"/>
                      </a:lnTo>
                      <a:lnTo>
                        <a:pt x="935" y="2"/>
                      </a:lnTo>
                      <a:lnTo>
                        <a:pt x="936" y="2"/>
                      </a:lnTo>
                      <a:lnTo>
                        <a:pt x="938" y="2"/>
                      </a:lnTo>
                      <a:lnTo>
                        <a:pt x="939" y="2"/>
                      </a:lnTo>
                      <a:lnTo>
                        <a:pt x="941" y="2"/>
                      </a:lnTo>
                      <a:lnTo>
                        <a:pt x="942" y="2"/>
                      </a:lnTo>
                      <a:lnTo>
                        <a:pt x="944" y="2"/>
                      </a:lnTo>
                      <a:lnTo>
                        <a:pt x="945" y="2"/>
                      </a:lnTo>
                      <a:lnTo>
                        <a:pt x="947" y="2"/>
                      </a:lnTo>
                      <a:lnTo>
                        <a:pt x="948" y="2"/>
                      </a:lnTo>
                      <a:lnTo>
                        <a:pt x="949" y="2"/>
                      </a:lnTo>
                      <a:lnTo>
                        <a:pt x="951" y="2"/>
                      </a:lnTo>
                      <a:lnTo>
                        <a:pt x="952" y="2"/>
                      </a:lnTo>
                      <a:lnTo>
                        <a:pt x="954" y="2"/>
                      </a:lnTo>
                      <a:lnTo>
                        <a:pt x="955" y="3"/>
                      </a:lnTo>
                      <a:lnTo>
                        <a:pt x="957" y="3"/>
                      </a:lnTo>
                      <a:lnTo>
                        <a:pt x="958" y="3"/>
                      </a:lnTo>
                      <a:lnTo>
                        <a:pt x="960" y="3"/>
                      </a:lnTo>
                      <a:lnTo>
                        <a:pt x="961" y="3"/>
                      </a:lnTo>
                      <a:lnTo>
                        <a:pt x="963" y="3"/>
                      </a:lnTo>
                      <a:lnTo>
                        <a:pt x="964" y="3"/>
                      </a:lnTo>
                      <a:lnTo>
                        <a:pt x="965" y="3"/>
                      </a:lnTo>
                      <a:lnTo>
                        <a:pt x="967" y="3"/>
                      </a:lnTo>
                      <a:lnTo>
                        <a:pt x="968" y="3"/>
                      </a:lnTo>
                      <a:lnTo>
                        <a:pt x="970" y="3"/>
                      </a:lnTo>
                      <a:lnTo>
                        <a:pt x="971" y="3"/>
                      </a:lnTo>
                      <a:lnTo>
                        <a:pt x="973" y="3"/>
                      </a:lnTo>
                      <a:lnTo>
                        <a:pt x="974" y="3"/>
                      </a:lnTo>
                      <a:lnTo>
                        <a:pt x="976" y="3"/>
                      </a:lnTo>
                      <a:lnTo>
                        <a:pt x="977" y="3"/>
                      </a:lnTo>
                      <a:lnTo>
                        <a:pt x="978" y="3"/>
                      </a:lnTo>
                      <a:lnTo>
                        <a:pt x="980" y="3"/>
                      </a:lnTo>
                      <a:lnTo>
                        <a:pt x="981" y="3"/>
                      </a:lnTo>
                      <a:lnTo>
                        <a:pt x="983" y="3"/>
                      </a:lnTo>
                      <a:lnTo>
                        <a:pt x="984" y="3"/>
                      </a:lnTo>
                      <a:lnTo>
                        <a:pt x="986" y="3"/>
                      </a:lnTo>
                      <a:lnTo>
                        <a:pt x="987" y="3"/>
                      </a:lnTo>
                      <a:lnTo>
                        <a:pt x="989" y="3"/>
                      </a:lnTo>
                      <a:lnTo>
                        <a:pt x="990" y="3"/>
                      </a:lnTo>
                      <a:lnTo>
                        <a:pt x="992" y="3"/>
                      </a:lnTo>
                      <a:lnTo>
                        <a:pt x="993" y="3"/>
                      </a:lnTo>
                      <a:lnTo>
                        <a:pt x="994" y="3"/>
                      </a:lnTo>
                      <a:lnTo>
                        <a:pt x="996" y="3"/>
                      </a:lnTo>
                      <a:lnTo>
                        <a:pt x="997" y="3"/>
                      </a:lnTo>
                      <a:lnTo>
                        <a:pt x="999" y="3"/>
                      </a:lnTo>
                      <a:lnTo>
                        <a:pt x="1000" y="3"/>
                      </a:lnTo>
                      <a:lnTo>
                        <a:pt x="1002" y="3"/>
                      </a:lnTo>
                      <a:lnTo>
                        <a:pt x="1003" y="3"/>
                      </a:lnTo>
                      <a:lnTo>
                        <a:pt x="1005" y="3"/>
                      </a:lnTo>
                      <a:lnTo>
                        <a:pt x="1006" y="3"/>
                      </a:lnTo>
                      <a:lnTo>
                        <a:pt x="1007" y="3"/>
                      </a:lnTo>
                      <a:lnTo>
                        <a:pt x="1009" y="3"/>
                      </a:lnTo>
                      <a:lnTo>
                        <a:pt x="1010" y="3"/>
                      </a:lnTo>
                      <a:lnTo>
                        <a:pt x="1012" y="3"/>
                      </a:lnTo>
                      <a:lnTo>
                        <a:pt x="1013" y="3"/>
                      </a:lnTo>
                      <a:lnTo>
                        <a:pt x="1015" y="3"/>
                      </a:lnTo>
                      <a:lnTo>
                        <a:pt x="1016" y="3"/>
                      </a:lnTo>
                      <a:lnTo>
                        <a:pt x="1018" y="3"/>
                      </a:lnTo>
                      <a:lnTo>
                        <a:pt x="1019" y="3"/>
                      </a:lnTo>
                      <a:lnTo>
                        <a:pt x="1021" y="3"/>
                      </a:lnTo>
                      <a:lnTo>
                        <a:pt x="1022" y="3"/>
                      </a:lnTo>
                      <a:lnTo>
                        <a:pt x="1023" y="3"/>
                      </a:lnTo>
                      <a:lnTo>
                        <a:pt x="1025" y="3"/>
                      </a:lnTo>
                      <a:lnTo>
                        <a:pt x="1026" y="3"/>
                      </a:lnTo>
                      <a:lnTo>
                        <a:pt x="1028" y="3"/>
                      </a:lnTo>
                      <a:lnTo>
                        <a:pt x="1029" y="3"/>
                      </a:lnTo>
                      <a:lnTo>
                        <a:pt x="1031" y="3"/>
                      </a:lnTo>
                      <a:lnTo>
                        <a:pt x="1032" y="3"/>
                      </a:lnTo>
                      <a:lnTo>
                        <a:pt x="1034" y="3"/>
                      </a:lnTo>
                      <a:lnTo>
                        <a:pt x="1035" y="3"/>
                      </a:lnTo>
                      <a:lnTo>
                        <a:pt x="1036" y="3"/>
                      </a:lnTo>
                      <a:lnTo>
                        <a:pt x="1038" y="3"/>
                      </a:lnTo>
                      <a:lnTo>
                        <a:pt x="1039" y="3"/>
                      </a:lnTo>
                      <a:lnTo>
                        <a:pt x="1041" y="3"/>
                      </a:lnTo>
                      <a:lnTo>
                        <a:pt x="1042" y="3"/>
                      </a:lnTo>
                      <a:lnTo>
                        <a:pt x="1044" y="3"/>
                      </a:lnTo>
                      <a:lnTo>
                        <a:pt x="1045" y="3"/>
                      </a:lnTo>
                      <a:lnTo>
                        <a:pt x="1047" y="3"/>
                      </a:lnTo>
                      <a:lnTo>
                        <a:pt x="1048" y="3"/>
                      </a:lnTo>
                      <a:lnTo>
                        <a:pt x="1050" y="3"/>
                      </a:lnTo>
                      <a:lnTo>
                        <a:pt x="1051" y="3"/>
                      </a:lnTo>
                      <a:lnTo>
                        <a:pt x="1052" y="3"/>
                      </a:lnTo>
                      <a:lnTo>
                        <a:pt x="1054" y="3"/>
                      </a:lnTo>
                      <a:lnTo>
                        <a:pt x="1055" y="3"/>
                      </a:lnTo>
                      <a:lnTo>
                        <a:pt x="1057" y="3"/>
                      </a:lnTo>
                      <a:lnTo>
                        <a:pt x="1058" y="3"/>
                      </a:lnTo>
                      <a:lnTo>
                        <a:pt x="1060" y="3"/>
                      </a:lnTo>
                      <a:lnTo>
                        <a:pt x="1061" y="3"/>
                      </a:lnTo>
                      <a:lnTo>
                        <a:pt x="1063" y="3"/>
                      </a:lnTo>
                      <a:lnTo>
                        <a:pt x="1064" y="3"/>
                      </a:lnTo>
                      <a:lnTo>
                        <a:pt x="1065" y="3"/>
                      </a:lnTo>
                      <a:lnTo>
                        <a:pt x="1067" y="3"/>
                      </a:lnTo>
                      <a:lnTo>
                        <a:pt x="1068" y="3"/>
                      </a:lnTo>
                      <a:lnTo>
                        <a:pt x="1070" y="3"/>
                      </a:lnTo>
                      <a:lnTo>
                        <a:pt x="1071" y="3"/>
                      </a:lnTo>
                      <a:lnTo>
                        <a:pt x="1073" y="3"/>
                      </a:lnTo>
                      <a:lnTo>
                        <a:pt x="1074" y="3"/>
                      </a:lnTo>
                      <a:lnTo>
                        <a:pt x="1076" y="3"/>
                      </a:lnTo>
                      <a:lnTo>
                        <a:pt x="1077" y="3"/>
                      </a:lnTo>
                      <a:lnTo>
                        <a:pt x="1079" y="3"/>
                      </a:lnTo>
                      <a:lnTo>
                        <a:pt x="1080" y="3"/>
                      </a:lnTo>
                      <a:lnTo>
                        <a:pt x="1081" y="3"/>
                      </a:lnTo>
                      <a:lnTo>
                        <a:pt x="1083" y="3"/>
                      </a:lnTo>
                      <a:lnTo>
                        <a:pt x="1084" y="3"/>
                      </a:lnTo>
                      <a:lnTo>
                        <a:pt x="1086" y="3"/>
                      </a:lnTo>
                      <a:lnTo>
                        <a:pt x="1087" y="3"/>
                      </a:lnTo>
                      <a:lnTo>
                        <a:pt x="1089" y="3"/>
                      </a:lnTo>
                      <a:lnTo>
                        <a:pt x="1090" y="3"/>
                      </a:lnTo>
                      <a:lnTo>
                        <a:pt x="1092" y="3"/>
                      </a:lnTo>
                      <a:lnTo>
                        <a:pt x="1093" y="3"/>
                      </a:lnTo>
                      <a:lnTo>
                        <a:pt x="1094" y="3"/>
                      </a:lnTo>
                      <a:lnTo>
                        <a:pt x="1096" y="3"/>
                      </a:lnTo>
                      <a:lnTo>
                        <a:pt x="1097" y="3"/>
                      </a:lnTo>
                      <a:lnTo>
                        <a:pt x="1099" y="3"/>
                      </a:lnTo>
                      <a:lnTo>
                        <a:pt x="1100" y="3"/>
                      </a:lnTo>
                      <a:lnTo>
                        <a:pt x="1102" y="3"/>
                      </a:lnTo>
                      <a:lnTo>
                        <a:pt x="1103" y="3"/>
                      </a:lnTo>
                      <a:lnTo>
                        <a:pt x="1105" y="3"/>
                      </a:lnTo>
                      <a:lnTo>
                        <a:pt x="1106" y="3"/>
                      </a:lnTo>
                      <a:lnTo>
                        <a:pt x="1108" y="3"/>
                      </a:lnTo>
                      <a:lnTo>
                        <a:pt x="1109" y="3"/>
                      </a:lnTo>
                      <a:lnTo>
                        <a:pt x="1110" y="3"/>
                      </a:lnTo>
                      <a:lnTo>
                        <a:pt x="1112" y="3"/>
                      </a:lnTo>
                      <a:lnTo>
                        <a:pt x="1113" y="3"/>
                      </a:lnTo>
                      <a:lnTo>
                        <a:pt x="1115" y="3"/>
                      </a:lnTo>
                      <a:lnTo>
                        <a:pt x="1116" y="3"/>
                      </a:lnTo>
                      <a:lnTo>
                        <a:pt x="1118" y="3"/>
                      </a:lnTo>
                      <a:lnTo>
                        <a:pt x="1119" y="3"/>
                      </a:lnTo>
                      <a:lnTo>
                        <a:pt x="1121" y="3"/>
                      </a:lnTo>
                      <a:lnTo>
                        <a:pt x="1122" y="3"/>
                      </a:lnTo>
                      <a:lnTo>
                        <a:pt x="1123" y="3"/>
                      </a:lnTo>
                      <a:lnTo>
                        <a:pt x="1125" y="3"/>
                      </a:lnTo>
                      <a:lnTo>
                        <a:pt x="1126" y="3"/>
                      </a:lnTo>
                      <a:lnTo>
                        <a:pt x="1128" y="3"/>
                      </a:lnTo>
                      <a:lnTo>
                        <a:pt x="1129" y="3"/>
                      </a:lnTo>
                      <a:lnTo>
                        <a:pt x="1131" y="3"/>
                      </a:lnTo>
                      <a:lnTo>
                        <a:pt x="1132" y="3"/>
                      </a:lnTo>
                      <a:lnTo>
                        <a:pt x="1134" y="3"/>
                      </a:lnTo>
                      <a:lnTo>
                        <a:pt x="1135" y="3"/>
                      </a:lnTo>
                      <a:lnTo>
                        <a:pt x="1137" y="3"/>
                      </a:lnTo>
                      <a:lnTo>
                        <a:pt x="1138" y="3"/>
                      </a:lnTo>
                      <a:lnTo>
                        <a:pt x="1139" y="3"/>
                      </a:lnTo>
                      <a:lnTo>
                        <a:pt x="1141" y="3"/>
                      </a:lnTo>
                      <a:lnTo>
                        <a:pt x="1142" y="3"/>
                      </a:lnTo>
                      <a:lnTo>
                        <a:pt x="1144" y="3"/>
                      </a:lnTo>
                      <a:lnTo>
                        <a:pt x="1145" y="3"/>
                      </a:lnTo>
                      <a:lnTo>
                        <a:pt x="1147" y="3"/>
                      </a:lnTo>
                      <a:lnTo>
                        <a:pt x="1148" y="3"/>
                      </a:lnTo>
                      <a:lnTo>
                        <a:pt x="1150" y="3"/>
                      </a:lnTo>
                      <a:lnTo>
                        <a:pt x="1151" y="3"/>
                      </a:lnTo>
                      <a:lnTo>
                        <a:pt x="1152" y="3"/>
                      </a:lnTo>
                      <a:lnTo>
                        <a:pt x="1154" y="3"/>
                      </a:lnTo>
                      <a:lnTo>
                        <a:pt x="1155" y="3"/>
                      </a:lnTo>
                      <a:lnTo>
                        <a:pt x="1157" y="3"/>
                      </a:lnTo>
                      <a:lnTo>
                        <a:pt x="1158" y="3"/>
                      </a:lnTo>
                      <a:lnTo>
                        <a:pt x="1160" y="3"/>
                      </a:lnTo>
                      <a:lnTo>
                        <a:pt x="1161" y="3"/>
                      </a:lnTo>
                      <a:lnTo>
                        <a:pt x="1163" y="3"/>
                      </a:lnTo>
                      <a:lnTo>
                        <a:pt x="1164" y="3"/>
                      </a:lnTo>
                      <a:lnTo>
                        <a:pt x="1166" y="3"/>
                      </a:lnTo>
                      <a:lnTo>
                        <a:pt x="1167" y="3"/>
                      </a:lnTo>
                      <a:lnTo>
                        <a:pt x="1168" y="3"/>
                      </a:lnTo>
                      <a:lnTo>
                        <a:pt x="1170" y="3"/>
                      </a:lnTo>
                      <a:lnTo>
                        <a:pt x="1171" y="3"/>
                      </a:lnTo>
                      <a:lnTo>
                        <a:pt x="1173" y="3"/>
                      </a:lnTo>
                      <a:lnTo>
                        <a:pt x="1174" y="3"/>
                      </a:lnTo>
                      <a:lnTo>
                        <a:pt x="1176" y="3"/>
                      </a:lnTo>
                      <a:lnTo>
                        <a:pt x="1177" y="3"/>
                      </a:lnTo>
                      <a:lnTo>
                        <a:pt x="1179" y="3"/>
                      </a:lnTo>
                      <a:lnTo>
                        <a:pt x="1180" y="3"/>
                      </a:lnTo>
                      <a:lnTo>
                        <a:pt x="1181" y="3"/>
                      </a:lnTo>
                      <a:lnTo>
                        <a:pt x="1183" y="3"/>
                      </a:lnTo>
                      <a:lnTo>
                        <a:pt x="1184" y="3"/>
                      </a:lnTo>
                      <a:lnTo>
                        <a:pt x="1186" y="3"/>
                      </a:lnTo>
                      <a:lnTo>
                        <a:pt x="1187" y="3"/>
                      </a:lnTo>
                      <a:lnTo>
                        <a:pt x="1189" y="3"/>
                      </a:lnTo>
                      <a:lnTo>
                        <a:pt x="1190" y="3"/>
                      </a:lnTo>
                      <a:lnTo>
                        <a:pt x="1192" y="3"/>
                      </a:lnTo>
                      <a:lnTo>
                        <a:pt x="1193" y="3"/>
                      </a:lnTo>
                      <a:lnTo>
                        <a:pt x="1195" y="3"/>
                      </a:lnTo>
                      <a:lnTo>
                        <a:pt x="1196" y="3"/>
                      </a:lnTo>
                      <a:lnTo>
                        <a:pt x="1197" y="3"/>
                      </a:lnTo>
                      <a:lnTo>
                        <a:pt x="1199" y="3"/>
                      </a:lnTo>
                      <a:lnTo>
                        <a:pt x="1200" y="3"/>
                      </a:lnTo>
                      <a:lnTo>
                        <a:pt x="1202" y="3"/>
                      </a:lnTo>
                      <a:lnTo>
                        <a:pt x="1203" y="3"/>
                      </a:lnTo>
                      <a:lnTo>
                        <a:pt x="1205" y="3"/>
                      </a:lnTo>
                      <a:lnTo>
                        <a:pt x="1206" y="3"/>
                      </a:lnTo>
                      <a:lnTo>
                        <a:pt x="1208" y="3"/>
                      </a:lnTo>
                      <a:lnTo>
                        <a:pt x="1209" y="3"/>
                      </a:lnTo>
                      <a:lnTo>
                        <a:pt x="1210" y="3"/>
                      </a:lnTo>
                      <a:lnTo>
                        <a:pt x="1212" y="3"/>
                      </a:lnTo>
                      <a:lnTo>
                        <a:pt x="1213" y="3"/>
                      </a:lnTo>
                      <a:lnTo>
                        <a:pt x="1215" y="3"/>
                      </a:lnTo>
                      <a:lnTo>
                        <a:pt x="1216" y="3"/>
                      </a:lnTo>
                      <a:lnTo>
                        <a:pt x="1218" y="3"/>
                      </a:lnTo>
                      <a:lnTo>
                        <a:pt x="1219" y="3"/>
                      </a:lnTo>
                      <a:lnTo>
                        <a:pt x="1221" y="3"/>
                      </a:lnTo>
                      <a:lnTo>
                        <a:pt x="1222" y="3"/>
                      </a:lnTo>
                      <a:lnTo>
                        <a:pt x="1224" y="3"/>
                      </a:lnTo>
                      <a:lnTo>
                        <a:pt x="1225" y="3"/>
                      </a:lnTo>
                      <a:lnTo>
                        <a:pt x="1226" y="3"/>
                      </a:lnTo>
                      <a:lnTo>
                        <a:pt x="1228" y="3"/>
                      </a:lnTo>
                      <a:lnTo>
                        <a:pt x="1229" y="3"/>
                      </a:lnTo>
                      <a:lnTo>
                        <a:pt x="1231" y="3"/>
                      </a:lnTo>
                      <a:lnTo>
                        <a:pt x="1232" y="3"/>
                      </a:lnTo>
                      <a:lnTo>
                        <a:pt x="1234" y="3"/>
                      </a:lnTo>
                      <a:lnTo>
                        <a:pt x="1235" y="3"/>
                      </a:lnTo>
                      <a:lnTo>
                        <a:pt x="1237" y="3"/>
                      </a:lnTo>
                      <a:lnTo>
                        <a:pt x="1238" y="4"/>
                      </a:lnTo>
                      <a:lnTo>
                        <a:pt x="1239" y="4"/>
                      </a:lnTo>
                      <a:lnTo>
                        <a:pt x="1241" y="4"/>
                      </a:lnTo>
                      <a:lnTo>
                        <a:pt x="1242" y="3"/>
                      </a:lnTo>
                      <a:lnTo>
                        <a:pt x="1244" y="3"/>
                      </a:lnTo>
                      <a:lnTo>
                        <a:pt x="1245" y="3"/>
                      </a:lnTo>
                      <a:lnTo>
                        <a:pt x="1247" y="3"/>
                      </a:lnTo>
                      <a:lnTo>
                        <a:pt x="1248" y="3"/>
                      </a:lnTo>
                      <a:lnTo>
                        <a:pt x="1250" y="3"/>
                      </a:lnTo>
                      <a:lnTo>
                        <a:pt x="1251" y="3"/>
                      </a:lnTo>
                      <a:lnTo>
                        <a:pt x="1253" y="3"/>
                      </a:lnTo>
                      <a:lnTo>
                        <a:pt x="1254" y="3"/>
                      </a:lnTo>
                      <a:lnTo>
                        <a:pt x="1255" y="3"/>
                      </a:lnTo>
                      <a:lnTo>
                        <a:pt x="1257" y="3"/>
                      </a:lnTo>
                      <a:lnTo>
                        <a:pt x="1258" y="3"/>
                      </a:lnTo>
                      <a:lnTo>
                        <a:pt x="1260" y="3"/>
                      </a:lnTo>
                      <a:lnTo>
                        <a:pt x="1261" y="3"/>
                      </a:lnTo>
                      <a:lnTo>
                        <a:pt x="1263" y="3"/>
                      </a:lnTo>
                      <a:lnTo>
                        <a:pt x="1264" y="3"/>
                      </a:lnTo>
                      <a:lnTo>
                        <a:pt x="1266" y="3"/>
                      </a:lnTo>
                      <a:lnTo>
                        <a:pt x="1267" y="3"/>
                      </a:lnTo>
                      <a:lnTo>
                        <a:pt x="1268" y="3"/>
                      </a:lnTo>
                      <a:lnTo>
                        <a:pt x="1270" y="3"/>
                      </a:lnTo>
                      <a:lnTo>
                        <a:pt x="1271" y="3"/>
                      </a:lnTo>
                      <a:lnTo>
                        <a:pt x="1273" y="3"/>
                      </a:lnTo>
                      <a:lnTo>
                        <a:pt x="1274" y="3"/>
                      </a:lnTo>
                      <a:lnTo>
                        <a:pt x="1276" y="3"/>
                      </a:lnTo>
                      <a:lnTo>
                        <a:pt x="1277" y="3"/>
                      </a:lnTo>
                      <a:lnTo>
                        <a:pt x="1279" y="3"/>
                      </a:lnTo>
                      <a:lnTo>
                        <a:pt x="1280" y="3"/>
                      </a:lnTo>
                      <a:lnTo>
                        <a:pt x="1282" y="3"/>
                      </a:lnTo>
                      <a:lnTo>
                        <a:pt x="1283" y="3"/>
                      </a:lnTo>
                      <a:lnTo>
                        <a:pt x="1284" y="3"/>
                      </a:lnTo>
                      <a:lnTo>
                        <a:pt x="1286" y="3"/>
                      </a:lnTo>
                      <a:lnTo>
                        <a:pt x="1287" y="3"/>
                      </a:lnTo>
                      <a:lnTo>
                        <a:pt x="1289" y="3"/>
                      </a:lnTo>
                      <a:lnTo>
                        <a:pt x="1290" y="3"/>
                      </a:lnTo>
                      <a:lnTo>
                        <a:pt x="1292" y="3"/>
                      </a:lnTo>
                      <a:lnTo>
                        <a:pt x="1293" y="3"/>
                      </a:lnTo>
                      <a:lnTo>
                        <a:pt x="1295" y="3"/>
                      </a:lnTo>
                      <a:lnTo>
                        <a:pt x="1296" y="3"/>
                      </a:lnTo>
                      <a:lnTo>
                        <a:pt x="1297" y="3"/>
                      </a:lnTo>
                      <a:lnTo>
                        <a:pt x="1299" y="3"/>
                      </a:lnTo>
                      <a:lnTo>
                        <a:pt x="1300" y="3"/>
                      </a:lnTo>
                      <a:lnTo>
                        <a:pt x="1302" y="3"/>
                      </a:lnTo>
                      <a:lnTo>
                        <a:pt x="1303" y="3"/>
                      </a:lnTo>
                      <a:lnTo>
                        <a:pt x="1305" y="3"/>
                      </a:lnTo>
                      <a:lnTo>
                        <a:pt x="1306" y="3"/>
                      </a:lnTo>
                      <a:lnTo>
                        <a:pt x="1308" y="4"/>
                      </a:lnTo>
                      <a:lnTo>
                        <a:pt x="1309" y="3"/>
                      </a:lnTo>
                      <a:lnTo>
                        <a:pt x="1311" y="3"/>
                      </a:lnTo>
                      <a:lnTo>
                        <a:pt x="1312" y="3"/>
                      </a:lnTo>
                      <a:lnTo>
                        <a:pt x="1313" y="3"/>
                      </a:lnTo>
                      <a:lnTo>
                        <a:pt x="1315" y="3"/>
                      </a:lnTo>
                      <a:lnTo>
                        <a:pt x="1316" y="3"/>
                      </a:lnTo>
                      <a:lnTo>
                        <a:pt x="1318" y="3"/>
                      </a:lnTo>
                      <a:lnTo>
                        <a:pt x="1319" y="3"/>
                      </a:lnTo>
                      <a:lnTo>
                        <a:pt x="1321" y="3"/>
                      </a:lnTo>
                      <a:lnTo>
                        <a:pt x="1322" y="3"/>
                      </a:lnTo>
                      <a:lnTo>
                        <a:pt x="1324" y="3"/>
                      </a:lnTo>
                      <a:lnTo>
                        <a:pt x="1325" y="3"/>
                      </a:lnTo>
                      <a:lnTo>
                        <a:pt x="1326" y="3"/>
                      </a:lnTo>
                      <a:lnTo>
                        <a:pt x="1328" y="3"/>
                      </a:lnTo>
                      <a:lnTo>
                        <a:pt x="1329" y="3"/>
                      </a:lnTo>
                      <a:lnTo>
                        <a:pt x="1331" y="3"/>
                      </a:lnTo>
                      <a:lnTo>
                        <a:pt x="1332" y="3"/>
                      </a:lnTo>
                      <a:lnTo>
                        <a:pt x="1334" y="3"/>
                      </a:lnTo>
                      <a:lnTo>
                        <a:pt x="1335" y="3"/>
                      </a:lnTo>
                      <a:lnTo>
                        <a:pt x="1337" y="3"/>
                      </a:lnTo>
                      <a:lnTo>
                        <a:pt x="1338" y="3"/>
                      </a:lnTo>
                      <a:lnTo>
                        <a:pt x="1340" y="3"/>
                      </a:lnTo>
                      <a:lnTo>
                        <a:pt x="1341" y="3"/>
                      </a:lnTo>
                      <a:lnTo>
                        <a:pt x="1342" y="3"/>
                      </a:lnTo>
                      <a:lnTo>
                        <a:pt x="1344" y="3"/>
                      </a:lnTo>
                      <a:lnTo>
                        <a:pt x="1345" y="3"/>
                      </a:lnTo>
                      <a:lnTo>
                        <a:pt x="1347" y="3"/>
                      </a:lnTo>
                      <a:lnTo>
                        <a:pt x="1348" y="3"/>
                      </a:lnTo>
                      <a:lnTo>
                        <a:pt x="1350" y="3"/>
                      </a:lnTo>
                      <a:lnTo>
                        <a:pt x="1351" y="3"/>
                      </a:lnTo>
                      <a:lnTo>
                        <a:pt x="1353" y="3"/>
                      </a:lnTo>
                      <a:lnTo>
                        <a:pt x="1354" y="3"/>
                      </a:lnTo>
                      <a:lnTo>
                        <a:pt x="1355" y="3"/>
                      </a:lnTo>
                      <a:lnTo>
                        <a:pt x="1357" y="3"/>
                      </a:lnTo>
                    </a:path>
                  </a:pathLst>
                </a:custGeom>
                <a:noFill/>
                <a:ln cap="flat" cmpd="sng" w="25400">
                  <a:solidFill>
                    <a:srgbClr val="00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6" name="Google Shape;1026;p19"/>
                <p:cNvSpPr/>
                <p:nvPr/>
              </p:nvSpPr>
              <p:spPr>
                <a:xfrm flipH="1" rot="10800000">
                  <a:off x="3179763" y="3228976"/>
                  <a:ext cx="3584575" cy="28575"/>
                </a:xfrm>
                <a:custGeom>
                  <a:rect b="b" l="l" r="r" t="t"/>
                  <a:pathLst>
                    <a:path extrusionOk="0" h="13" w="1357">
                      <a:moveTo>
                        <a:pt x="0" y="13"/>
                      </a:moveTo>
                      <a:lnTo>
                        <a:pt x="1" y="13"/>
                      </a:lnTo>
                      <a:lnTo>
                        <a:pt x="2" y="13"/>
                      </a:lnTo>
                      <a:lnTo>
                        <a:pt x="4" y="13"/>
                      </a:lnTo>
                      <a:lnTo>
                        <a:pt x="5" y="13"/>
                      </a:lnTo>
                      <a:lnTo>
                        <a:pt x="7" y="13"/>
                      </a:lnTo>
                      <a:lnTo>
                        <a:pt x="8" y="13"/>
                      </a:lnTo>
                      <a:lnTo>
                        <a:pt x="10" y="13"/>
                      </a:lnTo>
                      <a:lnTo>
                        <a:pt x="11" y="13"/>
                      </a:lnTo>
                      <a:lnTo>
                        <a:pt x="13" y="13"/>
                      </a:lnTo>
                      <a:lnTo>
                        <a:pt x="14" y="13"/>
                      </a:lnTo>
                      <a:lnTo>
                        <a:pt x="16" y="13"/>
                      </a:lnTo>
                      <a:lnTo>
                        <a:pt x="17" y="13"/>
                      </a:lnTo>
                      <a:lnTo>
                        <a:pt x="18" y="12"/>
                      </a:lnTo>
                      <a:lnTo>
                        <a:pt x="20" y="12"/>
                      </a:lnTo>
                      <a:lnTo>
                        <a:pt x="21" y="12"/>
                      </a:lnTo>
                      <a:lnTo>
                        <a:pt x="23" y="12"/>
                      </a:lnTo>
                      <a:lnTo>
                        <a:pt x="24" y="13"/>
                      </a:lnTo>
                      <a:lnTo>
                        <a:pt x="26" y="13"/>
                      </a:lnTo>
                      <a:lnTo>
                        <a:pt x="27" y="13"/>
                      </a:lnTo>
                      <a:lnTo>
                        <a:pt x="29" y="13"/>
                      </a:lnTo>
                      <a:lnTo>
                        <a:pt x="30" y="13"/>
                      </a:lnTo>
                      <a:lnTo>
                        <a:pt x="31" y="13"/>
                      </a:lnTo>
                      <a:lnTo>
                        <a:pt x="33" y="13"/>
                      </a:lnTo>
                      <a:lnTo>
                        <a:pt x="34" y="13"/>
                      </a:lnTo>
                      <a:lnTo>
                        <a:pt x="36" y="13"/>
                      </a:lnTo>
                      <a:lnTo>
                        <a:pt x="37" y="13"/>
                      </a:lnTo>
                      <a:lnTo>
                        <a:pt x="39" y="13"/>
                      </a:lnTo>
                      <a:lnTo>
                        <a:pt x="40" y="13"/>
                      </a:lnTo>
                      <a:lnTo>
                        <a:pt x="42" y="13"/>
                      </a:lnTo>
                      <a:lnTo>
                        <a:pt x="43" y="13"/>
                      </a:lnTo>
                      <a:lnTo>
                        <a:pt x="45" y="13"/>
                      </a:lnTo>
                      <a:lnTo>
                        <a:pt x="46" y="13"/>
                      </a:lnTo>
                      <a:lnTo>
                        <a:pt x="47" y="13"/>
                      </a:lnTo>
                      <a:lnTo>
                        <a:pt x="49" y="13"/>
                      </a:lnTo>
                      <a:lnTo>
                        <a:pt x="50" y="13"/>
                      </a:lnTo>
                      <a:lnTo>
                        <a:pt x="52" y="13"/>
                      </a:lnTo>
                      <a:lnTo>
                        <a:pt x="53" y="13"/>
                      </a:lnTo>
                      <a:lnTo>
                        <a:pt x="55" y="13"/>
                      </a:lnTo>
                      <a:lnTo>
                        <a:pt x="56" y="13"/>
                      </a:lnTo>
                      <a:lnTo>
                        <a:pt x="58" y="13"/>
                      </a:lnTo>
                      <a:lnTo>
                        <a:pt x="59" y="12"/>
                      </a:lnTo>
                      <a:lnTo>
                        <a:pt x="60" y="12"/>
                      </a:lnTo>
                      <a:lnTo>
                        <a:pt x="62" y="12"/>
                      </a:lnTo>
                      <a:lnTo>
                        <a:pt x="63" y="12"/>
                      </a:lnTo>
                      <a:lnTo>
                        <a:pt x="65" y="12"/>
                      </a:lnTo>
                      <a:lnTo>
                        <a:pt x="66" y="12"/>
                      </a:lnTo>
                      <a:lnTo>
                        <a:pt x="68" y="13"/>
                      </a:lnTo>
                      <a:lnTo>
                        <a:pt x="69" y="13"/>
                      </a:lnTo>
                      <a:lnTo>
                        <a:pt x="71" y="13"/>
                      </a:lnTo>
                      <a:lnTo>
                        <a:pt x="72" y="13"/>
                      </a:lnTo>
                      <a:lnTo>
                        <a:pt x="74" y="13"/>
                      </a:lnTo>
                      <a:lnTo>
                        <a:pt x="75" y="13"/>
                      </a:lnTo>
                      <a:lnTo>
                        <a:pt x="76" y="13"/>
                      </a:lnTo>
                      <a:lnTo>
                        <a:pt x="78" y="13"/>
                      </a:lnTo>
                      <a:lnTo>
                        <a:pt x="79" y="13"/>
                      </a:lnTo>
                      <a:lnTo>
                        <a:pt x="81" y="13"/>
                      </a:lnTo>
                      <a:lnTo>
                        <a:pt x="82" y="13"/>
                      </a:lnTo>
                      <a:lnTo>
                        <a:pt x="84" y="13"/>
                      </a:lnTo>
                      <a:lnTo>
                        <a:pt x="85" y="13"/>
                      </a:lnTo>
                      <a:lnTo>
                        <a:pt x="87" y="13"/>
                      </a:lnTo>
                      <a:lnTo>
                        <a:pt x="88" y="13"/>
                      </a:lnTo>
                      <a:lnTo>
                        <a:pt x="89" y="13"/>
                      </a:lnTo>
                      <a:lnTo>
                        <a:pt x="91" y="13"/>
                      </a:lnTo>
                      <a:lnTo>
                        <a:pt x="92" y="13"/>
                      </a:lnTo>
                      <a:lnTo>
                        <a:pt x="94" y="13"/>
                      </a:lnTo>
                      <a:lnTo>
                        <a:pt x="95" y="13"/>
                      </a:lnTo>
                      <a:lnTo>
                        <a:pt x="97" y="13"/>
                      </a:lnTo>
                      <a:lnTo>
                        <a:pt x="98" y="13"/>
                      </a:lnTo>
                      <a:lnTo>
                        <a:pt x="100" y="13"/>
                      </a:lnTo>
                      <a:lnTo>
                        <a:pt x="101" y="13"/>
                      </a:lnTo>
                      <a:lnTo>
                        <a:pt x="103" y="13"/>
                      </a:lnTo>
                      <a:lnTo>
                        <a:pt x="104" y="13"/>
                      </a:lnTo>
                      <a:lnTo>
                        <a:pt x="105" y="13"/>
                      </a:lnTo>
                      <a:lnTo>
                        <a:pt x="107" y="12"/>
                      </a:lnTo>
                      <a:lnTo>
                        <a:pt x="108" y="12"/>
                      </a:lnTo>
                      <a:lnTo>
                        <a:pt x="110" y="12"/>
                      </a:lnTo>
                      <a:lnTo>
                        <a:pt x="111" y="12"/>
                      </a:lnTo>
                      <a:lnTo>
                        <a:pt x="113" y="10"/>
                      </a:lnTo>
                      <a:lnTo>
                        <a:pt x="114" y="12"/>
                      </a:lnTo>
                      <a:lnTo>
                        <a:pt x="116" y="13"/>
                      </a:lnTo>
                      <a:lnTo>
                        <a:pt x="117" y="13"/>
                      </a:lnTo>
                      <a:lnTo>
                        <a:pt x="118" y="13"/>
                      </a:lnTo>
                      <a:lnTo>
                        <a:pt x="120" y="13"/>
                      </a:lnTo>
                      <a:lnTo>
                        <a:pt x="121" y="13"/>
                      </a:lnTo>
                      <a:lnTo>
                        <a:pt x="123" y="13"/>
                      </a:lnTo>
                      <a:lnTo>
                        <a:pt x="124" y="13"/>
                      </a:lnTo>
                      <a:lnTo>
                        <a:pt x="126" y="13"/>
                      </a:lnTo>
                      <a:lnTo>
                        <a:pt x="127" y="13"/>
                      </a:lnTo>
                      <a:lnTo>
                        <a:pt x="129" y="13"/>
                      </a:lnTo>
                      <a:lnTo>
                        <a:pt x="130" y="13"/>
                      </a:lnTo>
                      <a:lnTo>
                        <a:pt x="132" y="13"/>
                      </a:lnTo>
                      <a:lnTo>
                        <a:pt x="133" y="12"/>
                      </a:lnTo>
                      <a:lnTo>
                        <a:pt x="134" y="12"/>
                      </a:lnTo>
                      <a:lnTo>
                        <a:pt x="136" y="12"/>
                      </a:lnTo>
                      <a:lnTo>
                        <a:pt x="137" y="12"/>
                      </a:lnTo>
                      <a:lnTo>
                        <a:pt x="139" y="12"/>
                      </a:lnTo>
                      <a:lnTo>
                        <a:pt x="140" y="12"/>
                      </a:lnTo>
                      <a:lnTo>
                        <a:pt x="142" y="12"/>
                      </a:lnTo>
                      <a:lnTo>
                        <a:pt x="143" y="12"/>
                      </a:lnTo>
                      <a:lnTo>
                        <a:pt x="145" y="12"/>
                      </a:lnTo>
                      <a:lnTo>
                        <a:pt x="146" y="12"/>
                      </a:lnTo>
                      <a:lnTo>
                        <a:pt x="147" y="12"/>
                      </a:lnTo>
                      <a:lnTo>
                        <a:pt x="149" y="12"/>
                      </a:lnTo>
                      <a:lnTo>
                        <a:pt x="150" y="12"/>
                      </a:lnTo>
                      <a:lnTo>
                        <a:pt x="152" y="11"/>
                      </a:lnTo>
                      <a:lnTo>
                        <a:pt x="153" y="11"/>
                      </a:lnTo>
                      <a:lnTo>
                        <a:pt x="155" y="11"/>
                      </a:lnTo>
                      <a:lnTo>
                        <a:pt x="156" y="11"/>
                      </a:lnTo>
                      <a:lnTo>
                        <a:pt x="158" y="11"/>
                      </a:lnTo>
                      <a:lnTo>
                        <a:pt x="159" y="11"/>
                      </a:lnTo>
                      <a:lnTo>
                        <a:pt x="161" y="11"/>
                      </a:lnTo>
                      <a:lnTo>
                        <a:pt x="162" y="11"/>
                      </a:lnTo>
                      <a:lnTo>
                        <a:pt x="163" y="11"/>
                      </a:lnTo>
                      <a:lnTo>
                        <a:pt x="165" y="11"/>
                      </a:lnTo>
                      <a:lnTo>
                        <a:pt x="166" y="11"/>
                      </a:lnTo>
                      <a:lnTo>
                        <a:pt x="168" y="11"/>
                      </a:lnTo>
                      <a:lnTo>
                        <a:pt x="169" y="11"/>
                      </a:lnTo>
                      <a:lnTo>
                        <a:pt x="171" y="11"/>
                      </a:lnTo>
                      <a:lnTo>
                        <a:pt x="172" y="11"/>
                      </a:lnTo>
                      <a:lnTo>
                        <a:pt x="174" y="11"/>
                      </a:lnTo>
                      <a:lnTo>
                        <a:pt x="175" y="10"/>
                      </a:lnTo>
                      <a:lnTo>
                        <a:pt x="176" y="10"/>
                      </a:lnTo>
                      <a:lnTo>
                        <a:pt x="178" y="10"/>
                      </a:lnTo>
                      <a:lnTo>
                        <a:pt x="179" y="10"/>
                      </a:lnTo>
                      <a:lnTo>
                        <a:pt x="181" y="10"/>
                      </a:lnTo>
                      <a:lnTo>
                        <a:pt x="182" y="10"/>
                      </a:lnTo>
                      <a:lnTo>
                        <a:pt x="184" y="10"/>
                      </a:lnTo>
                      <a:lnTo>
                        <a:pt x="185" y="10"/>
                      </a:lnTo>
                      <a:lnTo>
                        <a:pt x="187" y="10"/>
                      </a:lnTo>
                      <a:lnTo>
                        <a:pt x="188" y="10"/>
                      </a:lnTo>
                      <a:lnTo>
                        <a:pt x="190" y="10"/>
                      </a:lnTo>
                      <a:lnTo>
                        <a:pt x="191" y="10"/>
                      </a:lnTo>
                      <a:lnTo>
                        <a:pt x="192" y="10"/>
                      </a:lnTo>
                      <a:lnTo>
                        <a:pt x="194" y="10"/>
                      </a:lnTo>
                      <a:lnTo>
                        <a:pt x="195" y="10"/>
                      </a:lnTo>
                      <a:lnTo>
                        <a:pt x="197" y="10"/>
                      </a:lnTo>
                      <a:lnTo>
                        <a:pt x="198" y="10"/>
                      </a:lnTo>
                      <a:lnTo>
                        <a:pt x="200" y="10"/>
                      </a:lnTo>
                      <a:lnTo>
                        <a:pt x="201" y="10"/>
                      </a:lnTo>
                      <a:lnTo>
                        <a:pt x="203" y="10"/>
                      </a:lnTo>
                      <a:lnTo>
                        <a:pt x="204" y="10"/>
                      </a:lnTo>
                      <a:lnTo>
                        <a:pt x="205" y="9"/>
                      </a:lnTo>
                      <a:lnTo>
                        <a:pt x="207" y="9"/>
                      </a:lnTo>
                      <a:lnTo>
                        <a:pt x="208" y="9"/>
                      </a:lnTo>
                      <a:lnTo>
                        <a:pt x="210" y="9"/>
                      </a:lnTo>
                      <a:lnTo>
                        <a:pt x="211" y="9"/>
                      </a:lnTo>
                      <a:lnTo>
                        <a:pt x="213" y="9"/>
                      </a:lnTo>
                      <a:lnTo>
                        <a:pt x="214" y="9"/>
                      </a:lnTo>
                      <a:lnTo>
                        <a:pt x="216" y="9"/>
                      </a:lnTo>
                      <a:lnTo>
                        <a:pt x="217" y="9"/>
                      </a:lnTo>
                      <a:lnTo>
                        <a:pt x="219" y="9"/>
                      </a:lnTo>
                      <a:lnTo>
                        <a:pt x="220" y="8"/>
                      </a:lnTo>
                      <a:lnTo>
                        <a:pt x="221" y="8"/>
                      </a:lnTo>
                      <a:lnTo>
                        <a:pt x="223" y="8"/>
                      </a:lnTo>
                      <a:lnTo>
                        <a:pt x="224" y="8"/>
                      </a:lnTo>
                      <a:lnTo>
                        <a:pt x="226" y="8"/>
                      </a:lnTo>
                      <a:lnTo>
                        <a:pt x="227" y="8"/>
                      </a:lnTo>
                      <a:lnTo>
                        <a:pt x="229" y="8"/>
                      </a:lnTo>
                      <a:lnTo>
                        <a:pt x="230" y="8"/>
                      </a:lnTo>
                      <a:lnTo>
                        <a:pt x="232" y="8"/>
                      </a:lnTo>
                      <a:lnTo>
                        <a:pt x="233" y="8"/>
                      </a:lnTo>
                      <a:lnTo>
                        <a:pt x="234" y="8"/>
                      </a:lnTo>
                      <a:lnTo>
                        <a:pt x="236" y="8"/>
                      </a:lnTo>
                      <a:lnTo>
                        <a:pt x="237" y="8"/>
                      </a:lnTo>
                      <a:lnTo>
                        <a:pt x="239" y="8"/>
                      </a:lnTo>
                      <a:lnTo>
                        <a:pt x="240" y="8"/>
                      </a:lnTo>
                      <a:lnTo>
                        <a:pt x="242" y="8"/>
                      </a:lnTo>
                      <a:lnTo>
                        <a:pt x="243" y="8"/>
                      </a:lnTo>
                      <a:lnTo>
                        <a:pt x="245" y="8"/>
                      </a:lnTo>
                      <a:lnTo>
                        <a:pt x="246" y="8"/>
                      </a:lnTo>
                      <a:lnTo>
                        <a:pt x="248" y="8"/>
                      </a:lnTo>
                      <a:lnTo>
                        <a:pt x="249" y="8"/>
                      </a:lnTo>
                      <a:lnTo>
                        <a:pt x="250" y="8"/>
                      </a:lnTo>
                      <a:lnTo>
                        <a:pt x="252" y="8"/>
                      </a:lnTo>
                      <a:lnTo>
                        <a:pt x="253" y="8"/>
                      </a:lnTo>
                      <a:lnTo>
                        <a:pt x="255" y="8"/>
                      </a:lnTo>
                      <a:lnTo>
                        <a:pt x="256" y="8"/>
                      </a:lnTo>
                      <a:lnTo>
                        <a:pt x="258" y="7"/>
                      </a:lnTo>
                      <a:lnTo>
                        <a:pt x="259" y="7"/>
                      </a:lnTo>
                      <a:lnTo>
                        <a:pt x="261" y="7"/>
                      </a:lnTo>
                      <a:lnTo>
                        <a:pt x="262" y="7"/>
                      </a:lnTo>
                      <a:lnTo>
                        <a:pt x="263" y="7"/>
                      </a:lnTo>
                      <a:lnTo>
                        <a:pt x="265" y="7"/>
                      </a:lnTo>
                      <a:lnTo>
                        <a:pt x="266" y="7"/>
                      </a:lnTo>
                      <a:lnTo>
                        <a:pt x="268" y="7"/>
                      </a:lnTo>
                      <a:lnTo>
                        <a:pt x="269" y="7"/>
                      </a:lnTo>
                      <a:lnTo>
                        <a:pt x="271" y="7"/>
                      </a:lnTo>
                      <a:lnTo>
                        <a:pt x="272" y="7"/>
                      </a:lnTo>
                      <a:lnTo>
                        <a:pt x="274" y="8"/>
                      </a:lnTo>
                      <a:lnTo>
                        <a:pt x="275" y="7"/>
                      </a:lnTo>
                      <a:lnTo>
                        <a:pt x="277" y="7"/>
                      </a:lnTo>
                      <a:lnTo>
                        <a:pt x="278" y="7"/>
                      </a:lnTo>
                      <a:lnTo>
                        <a:pt x="279" y="7"/>
                      </a:lnTo>
                      <a:lnTo>
                        <a:pt x="281" y="7"/>
                      </a:lnTo>
                      <a:lnTo>
                        <a:pt x="282" y="7"/>
                      </a:lnTo>
                      <a:lnTo>
                        <a:pt x="284" y="7"/>
                      </a:lnTo>
                      <a:lnTo>
                        <a:pt x="285" y="7"/>
                      </a:lnTo>
                      <a:lnTo>
                        <a:pt x="287" y="7"/>
                      </a:lnTo>
                      <a:lnTo>
                        <a:pt x="288" y="7"/>
                      </a:lnTo>
                      <a:lnTo>
                        <a:pt x="290" y="7"/>
                      </a:lnTo>
                      <a:lnTo>
                        <a:pt x="291" y="7"/>
                      </a:lnTo>
                      <a:lnTo>
                        <a:pt x="292" y="7"/>
                      </a:lnTo>
                      <a:lnTo>
                        <a:pt x="294" y="7"/>
                      </a:lnTo>
                      <a:lnTo>
                        <a:pt x="295" y="7"/>
                      </a:lnTo>
                      <a:lnTo>
                        <a:pt x="297" y="7"/>
                      </a:lnTo>
                      <a:lnTo>
                        <a:pt x="298" y="6"/>
                      </a:lnTo>
                      <a:lnTo>
                        <a:pt x="300" y="6"/>
                      </a:lnTo>
                      <a:lnTo>
                        <a:pt x="301" y="6"/>
                      </a:lnTo>
                      <a:lnTo>
                        <a:pt x="303" y="6"/>
                      </a:lnTo>
                      <a:lnTo>
                        <a:pt x="304" y="6"/>
                      </a:lnTo>
                      <a:lnTo>
                        <a:pt x="306" y="6"/>
                      </a:lnTo>
                      <a:lnTo>
                        <a:pt x="307" y="6"/>
                      </a:lnTo>
                      <a:lnTo>
                        <a:pt x="308" y="7"/>
                      </a:lnTo>
                      <a:lnTo>
                        <a:pt x="310" y="6"/>
                      </a:lnTo>
                      <a:lnTo>
                        <a:pt x="311" y="6"/>
                      </a:lnTo>
                      <a:lnTo>
                        <a:pt x="313" y="6"/>
                      </a:lnTo>
                      <a:lnTo>
                        <a:pt x="314" y="6"/>
                      </a:lnTo>
                      <a:lnTo>
                        <a:pt x="316" y="6"/>
                      </a:lnTo>
                      <a:lnTo>
                        <a:pt x="317" y="6"/>
                      </a:lnTo>
                      <a:lnTo>
                        <a:pt x="319" y="6"/>
                      </a:lnTo>
                      <a:lnTo>
                        <a:pt x="320" y="6"/>
                      </a:lnTo>
                      <a:lnTo>
                        <a:pt x="321" y="6"/>
                      </a:lnTo>
                      <a:lnTo>
                        <a:pt x="323" y="6"/>
                      </a:lnTo>
                      <a:lnTo>
                        <a:pt x="324" y="6"/>
                      </a:lnTo>
                      <a:lnTo>
                        <a:pt x="326" y="6"/>
                      </a:lnTo>
                      <a:lnTo>
                        <a:pt x="327" y="6"/>
                      </a:lnTo>
                      <a:lnTo>
                        <a:pt x="329" y="6"/>
                      </a:lnTo>
                      <a:lnTo>
                        <a:pt x="330" y="6"/>
                      </a:lnTo>
                      <a:lnTo>
                        <a:pt x="332" y="6"/>
                      </a:lnTo>
                      <a:lnTo>
                        <a:pt x="333" y="6"/>
                      </a:lnTo>
                      <a:lnTo>
                        <a:pt x="335" y="6"/>
                      </a:lnTo>
                      <a:lnTo>
                        <a:pt x="336" y="6"/>
                      </a:lnTo>
                      <a:lnTo>
                        <a:pt x="337" y="6"/>
                      </a:lnTo>
                      <a:lnTo>
                        <a:pt x="339" y="6"/>
                      </a:lnTo>
                      <a:lnTo>
                        <a:pt x="340" y="6"/>
                      </a:lnTo>
                      <a:lnTo>
                        <a:pt x="342" y="6"/>
                      </a:lnTo>
                      <a:lnTo>
                        <a:pt x="343" y="6"/>
                      </a:lnTo>
                      <a:lnTo>
                        <a:pt x="345" y="6"/>
                      </a:lnTo>
                      <a:lnTo>
                        <a:pt x="346" y="6"/>
                      </a:lnTo>
                      <a:lnTo>
                        <a:pt x="348" y="6"/>
                      </a:lnTo>
                      <a:lnTo>
                        <a:pt x="349" y="5"/>
                      </a:lnTo>
                      <a:lnTo>
                        <a:pt x="350" y="6"/>
                      </a:lnTo>
                      <a:lnTo>
                        <a:pt x="352" y="6"/>
                      </a:lnTo>
                      <a:lnTo>
                        <a:pt x="353" y="6"/>
                      </a:lnTo>
                      <a:lnTo>
                        <a:pt x="355" y="5"/>
                      </a:lnTo>
                      <a:lnTo>
                        <a:pt x="356" y="5"/>
                      </a:lnTo>
                      <a:lnTo>
                        <a:pt x="358" y="5"/>
                      </a:lnTo>
                      <a:lnTo>
                        <a:pt x="359" y="5"/>
                      </a:lnTo>
                      <a:lnTo>
                        <a:pt x="361" y="5"/>
                      </a:lnTo>
                      <a:lnTo>
                        <a:pt x="362" y="5"/>
                      </a:lnTo>
                      <a:lnTo>
                        <a:pt x="364" y="5"/>
                      </a:lnTo>
                      <a:lnTo>
                        <a:pt x="365" y="5"/>
                      </a:lnTo>
                      <a:lnTo>
                        <a:pt x="366" y="5"/>
                      </a:lnTo>
                      <a:lnTo>
                        <a:pt x="368" y="5"/>
                      </a:lnTo>
                      <a:lnTo>
                        <a:pt x="369" y="5"/>
                      </a:lnTo>
                      <a:lnTo>
                        <a:pt x="371" y="5"/>
                      </a:lnTo>
                      <a:lnTo>
                        <a:pt x="372" y="5"/>
                      </a:lnTo>
                      <a:lnTo>
                        <a:pt x="374" y="5"/>
                      </a:lnTo>
                      <a:lnTo>
                        <a:pt x="375" y="5"/>
                      </a:lnTo>
                      <a:lnTo>
                        <a:pt x="377" y="5"/>
                      </a:lnTo>
                      <a:lnTo>
                        <a:pt x="378" y="5"/>
                      </a:lnTo>
                      <a:lnTo>
                        <a:pt x="379" y="5"/>
                      </a:lnTo>
                      <a:lnTo>
                        <a:pt x="381" y="5"/>
                      </a:lnTo>
                      <a:lnTo>
                        <a:pt x="382" y="5"/>
                      </a:lnTo>
                      <a:lnTo>
                        <a:pt x="384" y="5"/>
                      </a:lnTo>
                      <a:lnTo>
                        <a:pt x="385" y="5"/>
                      </a:lnTo>
                      <a:lnTo>
                        <a:pt x="387" y="5"/>
                      </a:lnTo>
                      <a:lnTo>
                        <a:pt x="388" y="5"/>
                      </a:lnTo>
                      <a:lnTo>
                        <a:pt x="390" y="5"/>
                      </a:lnTo>
                      <a:lnTo>
                        <a:pt x="391" y="5"/>
                      </a:lnTo>
                      <a:lnTo>
                        <a:pt x="393" y="5"/>
                      </a:lnTo>
                      <a:lnTo>
                        <a:pt x="394" y="5"/>
                      </a:lnTo>
                      <a:lnTo>
                        <a:pt x="395" y="5"/>
                      </a:lnTo>
                      <a:lnTo>
                        <a:pt x="397" y="6"/>
                      </a:lnTo>
                      <a:lnTo>
                        <a:pt x="398" y="6"/>
                      </a:lnTo>
                      <a:lnTo>
                        <a:pt x="400" y="6"/>
                      </a:lnTo>
                      <a:lnTo>
                        <a:pt x="401" y="0"/>
                      </a:lnTo>
                      <a:lnTo>
                        <a:pt x="403" y="5"/>
                      </a:lnTo>
                      <a:lnTo>
                        <a:pt x="404" y="5"/>
                      </a:lnTo>
                      <a:lnTo>
                        <a:pt x="406" y="5"/>
                      </a:lnTo>
                      <a:lnTo>
                        <a:pt x="407" y="5"/>
                      </a:lnTo>
                      <a:lnTo>
                        <a:pt x="408" y="5"/>
                      </a:lnTo>
                      <a:lnTo>
                        <a:pt x="410" y="5"/>
                      </a:lnTo>
                      <a:lnTo>
                        <a:pt x="411" y="5"/>
                      </a:lnTo>
                      <a:lnTo>
                        <a:pt x="413" y="5"/>
                      </a:lnTo>
                      <a:lnTo>
                        <a:pt x="414" y="5"/>
                      </a:lnTo>
                      <a:lnTo>
                        <a:pt x="416" y="5"/>
                      </a:lnTo>
                      <a:lnTo>
                        <a:pt x="417" y="5"/>
                      </a:lnTo>
                      <a:lnTo>
                        <a:pt x="419" y="5"/>
                      </a:lnTo>
                      <a:lnTo>
                        <a:pt x="420" y="5"/>
                      </a:lnTo>
                      <a:lnTo>
                        <a:pt x="422" y="5"/>
                      </a:lnTo>
                      <a:lnTo>
                        <a:pt x="423" y="5"/>
                      </a:lnTo>
                      <a:lnTo>
                        <a:pt x="424" y="5"/>
                      </a:lnTo>
                      <a:lnTo>
                        <a:pt x="426" y="5"/>
                      </a:lnTo>
                      <a:lnTo>
                        <a:pt x="427" y="5"/>
                      </a:lnTo>
                      <a:lnTo>
                        <a:pt x="429" y="5"/>
                      </a:lnTo>
                      <a:lnTo>
                        <a:pt x="430" y="5"/>
                      </a:lnTo>
                      <a:lnTo>
                        <a:pt x="432" y="5"/>
                      </a:lnTo>
                      <a:lnTo>
                        <a:pt x="433" y="5"/>
                      </a:lnTo>
                      <a:lnTo>
                        <a:pt x="435" y="5"/>
                      </a:lnTo>
                      <a:lnTo>
                        <a:pt x="436" y="5"/>
                      </a:lnTo>
                      <a:lnTo>
                        <a:pt x="437" y="5"/>
                      </a:lnTo>
                      <a:lnTo>
                        <a:pt x="439" y="5"/>
                      </a:lnTo>
                      <a:lnTo>
                        <a:pt x="440" y="5"/>
                      </a:lnTo>
                      <a:lnTo>
                        <a:pt x="442" y="5"/>
                      </a:lnTo>
                      <a:lnTo>
                        <a:pt x="443" y="5"/>
                      </a:lnTo>
                      <a:lnTo>
                        <a:pt x="445" y="5"/>
                      </a:lnTo>
                      <a:lnTo>
                        <a:pt x="446" y="5"/>
                      </a:lnTo>
                      <a:lnTo>
                        <a:pt x="448" y="5"/>
                      </a:lnTo>
                      <a:lnTo>
                        <a:pt x="449" y="5"/>
                      </a:lnTo>
                      <a:lnTo>
                        <a:pt x="451" y="5"/>
                      </a:lnTo>
                      <a:lnTo>
                        <a:pt x="452" y="5"/>
                      </a:lnTo>
                      <a:lnTo>
                        <a:pt x="453" y="5"/>
                      </a:lnTo>
                      <a:lnTo>
                        <a:pt x="455" y="5"/>
                      </a:lnTo>
                      <a:lnTo>
                        <a:pt x="456" y="5"/>
                      </a:lnTo>
                      <a:lnTo>
                        <a:pt x="458" y="5"/>
                      </a:lnTo>
                      <a:lnTo>
                        <a:pt x="459" y="5"/>
                      </a:lnTo>
                      <a:lnTo>
                        <a:pt x="461" y="5"/>
                      </a:lnTo>
                      <a:lnTo>
                        <a:pt x="462" y="5"/>
                      </a:lnTo>
                      <a:lnTo>
                        <a:pt x="464" y="5"/>
                      </a:lnTo>
                      <a:lnTo>
                        <a:pt x="465" y="5"/>
                      </a:lnTo>
                      <a:lnTo>
                        <a:pt x="466" y="5"/>
                      </a:lnTo>
                      <a:lnTo>
                        <a:pt x="468" y="5"/>
                      </a:lnTo>
                      <a:lnTo>
                        <a:pt x="469" y="5"/>
                      </a:lnTo>
                      <a:lnTo>
                        <a:pt x="471" y="5"/>
                      </a:lnTo>
                      <a:lnTo>
                        <a:pt x="472" y="5"/>
                      </a:lnTo>
                      <a:lnTo>
                        <a:pt x="474" y="5"/>
                      </a:lnTo>
                      <a:lnTo>
                        <a:pt x="475" y="5"/>
                      </a:lnTo>
                      <a:lnTo>
                        <a:pt x="477" y="5"/>
                      </a:lnTo>
                      <a:lnTo>
                        <a:pt x="478" y="5"/>
                      </a:lnTo>
                      <a:lnTo>
                        <a:pt x="480" y="5"/>
                      </a:lnTo>
                      <a:lnTo>
                        <a:pt x="481" y="5"/>
                      </a:lnTo>
                      <a:lnTo>
                        <a:pt x="482" y="5"/>
                      </a:lnTo>
                      <a:lnTo>
                        <a:pt x="484" y="5"/>
                      </a:lnTo>
                      <a:lnTo>
                        <a:pt x="485" y="5"/>
                      </a:lnTo>
                      <a:lnTo>
                        <a:pt x="487" y="5"/>
                      </a:lnTo>
                      <a:lnTo>
                        <a:pt x="488" y="5"/>
                      </a:lnTo>
                      <a:lnTo>
                        <a:pt x="490" y="5"/>
                      </a:lnTo>
                      <a:lnTo>
                        <a:pt x="491" y="5"/>
                      </a:lnTo>
                      <a:lnTo>
                        <a:pt x="493" y="5"/>
                      </a:lnTo>
                      <a:lnTo>
                        <a:pt x="494" y="5"/>
                      </a:lnTo>
                      <a:lnTo>
                        <a:pt x="495" y="5"/>
                      </a:lnTo>
                      <a:lnTo>
                        <a:pt x="497" y="5"/>
                      </a:lnTo>
                      <a:lnTo>
                        <a:pt x="498" y="5"/>
                      </a:lnTo>
                      <a:lnTo>
                        <a:pt x="500" y="5"/>
                      </a:lnTo>
                      <a:lnTo>
                        <a:pt x="501" y="5"/>
                      </a:lnTo>
                      <a:lnTo>
                        <a:pt x="503" y="5"/>
                      </a:lnTo>
                      <a:lnTo>
                        <a:pt x="504" y="5"/>
                      </a:lnTo>
                      <a:lnTo>
                        <a:pt x="506" y="5"/>
                      </a:lnTo>
                      <a:lnTo>
                        <a:pt x="507" y="5"/>
                      </a:lnTo>
                      <a:lnTo>
                        <a:pt x="509" y="5"/>
                      </a:lnTo>
                      <a:lnTo>
                        <a:pt x="510" y="5"/>
                      </a:lnTo>
                      <a:lnTo>
                        <a:pt x="511" y="5"/>
                      </a:lnTo>
                      <a:lnTo>
                        <a:pt x="513" y="5"/>
                      </a:lnTo>
                      <a:lnTo>
                        <a:pt x="514" y="5"/>
                      </a:lnTo>
                      <a:lnTo>
                        <a:pt x="516" y="5"/>
                      </a:lnTo>
                      <a:lnTo>
                        <a:pt x="517" y="5"/>
                      </a:lnTo>
                      <a:lnTo>
                        <a:pt x="519" y="5"/>
                      </a:lnTo>
                      <a:lnTo>
                        <a:pt x="520" y="5"/>
                      </a:lnTo>
                      <a:lnTo>
                        <a:pt x="522" y="5"/>
                      </a:lnTo>
                      <a:lnTo>
                        <a:pt x="523" y="5"/>
                      </a:lnTo>
                      <a:lnTo>
                        <a:pt x="524" y="5"/>
                      </a:lnTo>
                      <a:lnTo>
                        <a:pt x="526" y="5"/>
                      </a:lnTo>
                      <a:lnTo>
                        <a:pt x="527" y="5"/>
                      </a:lnTo>
                      <a:lnTo>
                        <a:pt x="529" y="5"/>
                      </a:lnTo>
                      <a:lnTo>
                        <a:pt x="530" y="5"/>
                      </a:lnTo>
                      <a:lnTo>
                        <a:pt x="532" y="5"/>
                      </a:lnTo>
                      <a:lnTo>
                        <a:pt x="533" y="5"/>
                      </a:lnTo>
                      <a:lnTo>
                        <a:pt x="535" y="5"/>
                      </a:lnTo>
                      <a:lnTo>
                        <a:pt x="536" y="5"/>
                      </a:lnTo>
                      <a:lnTo>
                        <a:pt x="538" y="5"/>
                      </a:lnTo>
                      <a:lnTo>
                        <a:pt x="539" y="5"/>
                      </a:lnTo>
                      <a:lnTo>
                        <a:pt x="540" y="5"/>
                      </a:lnTo>
                      <a:lnTo>
                        <a:pt x="542" y="5"/>
                      </a:lnTo>
                      <a:lnTo>
                        <a:pt x="543" y="5"/>
                      </a:lnTo>
                      <a:lnTo>
                        <a:pt x="545" y="5"/>
                      </a:lnTo>
                      <a:lnTo>
                        <a:pt x="546" y="5"/>
                      </a:lnTo>
                      <a:lnTo>
                        <a:pt x="548" y="5"/>
                      </a:lnTo>
                      <a:lnTo>
                        <a:pt x="549" y="5"/>
                      </a:lnTo>
                      <a:lnTo>
                        <a:pt x="551" y="5"/>
                      </a:lnTo>
                      <a:lnTo>
                        <a:pt x="552" y="5"/>
                      </a:lnTo>
                      <a:lnTo>
                        <a:pt x="553" y="5"/>
                      </a:lnTo>
                      <a:lnTo>
                        <a:pt x="555" y="5"/>
                      </a:lnTo>
                      <a:lnTo>
                        <a:pt x="556" y="5"/>
                      </a:lnTo>
                      <a:lnTo>
                        <a:pt x="558" y="5"/>
                      </a:lnTo>
                      <a:lnTo>
                        <a:pt x="559" y="5"/>
                      </a:lnTo>
                      <a:lnTo>
                        <a:pt x="561" y="5"/>
                      </a:lnTo>
                      <a:lnTo>
                        <a:pt x="562" y="5"/>
                      </a:lnTo>
                      <a:lnTo>
                        <a:pt x="564" y="5"/>
                      </a:lnTo>
                      <a:lnTo>
                        <a:pt x="565" y="5"/>
                      </a:lnTo>
                      <a:lnTo>
                        <a:pt x="567" y="5"/>
                      </a:lnTo>
                      <a:lnTo>
                        <a:pt x="568" y="5"/>
                      </a:lnTo>
                      <a:lnTo>
                        <a:pt x="569" y="5"/>
                      </a:lnTo>
                      <a:lnTo>
                        <a:pt x="571" y="5"/>
                      </a:lnTo>
                      <a:lnTo>
                        <a:pt x="572" y="5"/>
                      </a:lnTo>
                      <a:lnTo>
                        <a:pt x="574" y="5"/>
                      </a:lnTo>
                      <a:lnTo>
                        <a:pt x="575" y="5"/>
                      </a:lnTo>
                      <a:lnTo>
                        <a:pt x="577" y="5"/>
                      </a:lnTo>
                      <a:lnTo>
                        <a:pt x="578" y="5"/>
                      </a:lnTo>
                      <a:lnTo>
                        <a:pt x="580" y="5"/>
                      </a:lnTo>
                      <a:lnTo>
                        <a:pt x="581" y="5"/>
                      </a:lnTo>
                      <a:lnTo>
                        <a:pt x="582" y="5"/>
                      </a:lnTo>
                      <a:lnTo>
                        <a:pt x="584" y="5"/>
                      </a:lnTo>
                      <a:lnTo>
                        <a:pt x="585" y="5"/>
                      </a:lnTo>
                      <a:lnTo>
                        <a:pt x="587" y="5"/>
                      </a:lnTo>
                      <a:lnTo>
                        <a:pt x="588" y="5"/>
                      </a:lnTo>
                      <a:lnTo>
                        <a:pt x="590" y="5"/>
                      </a:lnTo>
                      <a:lnTo>
                        <a:pt x="591" y="5"/>
                      </a:lnTo>
                      <a:lnTo>
                        <a:pt x="593" y="5"/>
                      </a:lnTo>
                      <a:lnTo>
                        <a:pt x="594" y="5"/>
                      </a:lnTo>
                      <a:lnTo>
                        <a:pt x="596" y="5"/>
                      </a:lnTo>
                      <a:lnTo>
                        <a:pt x="597" y="5"/>
                      </a:lnTo>
                      <a:lnTo>
                        <a:pt x="598" y="5"/>
                      </a:lnTo>
                      <a:lnTo>
                        <a:pt x="600" y="6"/>
                      </a:lnTo>
                      <a:lnTo>
                        <a:pt x="601" y="6"/>
                      </a:lnTo>
                      <a:lnTo>
                        <a:pt x="603" y="6"/>
                      </a:lnTo>
                      <a:lnTo>
                        <a:pt x="604" y="6"/>
                      </a:lnTo>
                      <a:lnTo>
                        <a:pt x="606" y="6"/>
                      </a:lnTo>
                      <a:lnTo>
                        <a:pt x="607" y="6"/>
                      </a:lnTo>
                      <a:lnTo>
                        <a:pt x="609" y="6"/>
                      </a:lnTo>
                      <a:lnTo>
                        <a:pt x="610" y="6"/>
                      </a:lnTo>
                      <a:lnTo>
                        <a:pt x="611" y="6"/>
                      </a:lnTo>
                      <a:lnTo>
                        <a:pt x="613" y="5"/>
                      </a:lnTo>
                      <a:lnTo>
                        <a:pt x="614" y="5"/>
                      </a:lnTo>
                      <a:lnTo>
                        <a:pt x="616" y="5"/>
                      </a:lnTo>
                      <a:lnTo>
                        <a:pt x="617" y="5"/>
                      </a:lnTo>
                      <a:lnTo>
                        <a:pt x="619" y="5"/>
                      </a:lnTo>
                      <a:lnTo>
                        <a:pt x="620" y="5"/>
                      </a:lnTo>
                      <a:lnTo>
                        <a:pt x="622" y="5"/>
                      </a:lnTo>
                      <a:lnTo>
                        <a:pt x="623" y="5"/>
                      </a:lnTo>
                      <a:lnTo>
                        <a:pt x="625" y="5"/>
                      </a:lnTo>
                      <a:lnTo>
                        <a:pt x="626" y="5"/>
                      </a:lnTo>
                      <a:lnTo>
                        <a:pt x="627" y="5"/>
                      </a:lnTo>
                      <a:lnTo>
                        <a:pt x="629" y="5"/>
                      </a:lnTo>
                      <a:lnTo>
                        <a:pt x="630" y="5"/>
                      </a:lnTo>
                      <a:lnTo>
                        <a:pt x="632" y="5"/>
                      </a:lnTo>
                      <a:lnTo>
                        <a:pt x="633" y="5"/>
                      </a:lnTo>
                      <a:lnTo>
                        <a:pt x="635" y="5"/>
                      </a:lnTo>
                      <a:lnTo>
                        <a:pt x="636" y="5"/>
                      </a:lnTo>
                      <a:lnTo>
                        <a:pt x="638" y="5"/>
                      </a:lnTo>
                      <a:lnTo>
                        <a:pt x="639" y="5"/>
                      </a:lnTo>
                      <a:lnTo>
                        <a:pt x="640" y="5"/>
                      </a:lnTo>
                      <a:lnTo>
                        <a:pt x="642" y="5"/>
                      </a:lnTo>
                      <a:lnTo>
                        <a:pt x="643" y="5"/>
                      </a:lnTo>
                      <a:lnTo>
                        <a:pt x="645" y="5"/>
                      </a:lnTo>
                      <a:lnTo>
                        <a:pt x="646" y="5"/>
                      </a:lnTo>
                      <a:lnTo>
                        <a:pt x="648" y="6"/>
                      </a:lnTo>
                      <a:lnTo>
                        <a:pt x="649" y="6"/>
                      </a:lnTo>
                      <a:lnTo>
                        <a:pt x="651" y="5"/>
                      </a:lnTo>
                      <a:lnTo>
                        <a:pt x="652" y="5"/>
                      </a:lnTo>
                      <a:lnTo>
                        <a:pt x="654" y="6"/>
                      </a:lnTo>
                      <a:lnTo>
                        <a:pt x="655" y="5"/>
                      </a:lnTo>
                      <a:lnTo>
                        <a:pt x="656" y="5"/>
                      </a:lnTo>
                      <a:lnTo>
                        <a:pt x="658" y="5"/>
                      </a:lnTo>
                      <a:lnTo>
                        <a:pt x="659" y="5"/>
                      </a:lnTo>
                      <a:lnTo>
                        <a:pt x="661" y="5"/>
                      </a:lnTo>
                      <a:lnTo>
                        <a:pt x="662" y="5"/>
                      </a:lnTo>
                      <a:lnTo>
                        <a:pt x="664" y="5"/>
                      </a:lnTo>
                      <a:lnTo>
                        <a:pt x="665" y="5"/>
                      </a:lnTo>
                      <a:lnTo>
                        <a:pt x="667" y="5"/>
                      </a:lnTo>
                      <a:lnTo>
                        <a:pt x="668" y="5"/>
                      </a:lnTo>
                      <a:lnTo>
                        <a:pt x="669" y="5"/>
                      </a:lnTo>
                      <a:lnTo>
                        <a:pt x="671" y="5"/>
                      </a:lnTo>
                      <a:lnTo>
                        <a:pt x="672" y="5"/>
                      </a:lnTo>
                      <a:lnTo>
                        <a:pt x="674" y="5"/>
                      </a:lnTo>
                      <a:lnTo>
                        <a:pt x="675" y="5"/>
                      </a:lnTo>
                      <a:lnTo>
                        <a:pt x="677" y="5"/>
                      </a:lnTo>
                      <a:lnTo>
                        <a:pt x="678" y="5"/>
                      </a:lnTo>
                      <a:lnTo>
                        <a:pt x="680" y="5"/>
                      </a:lnTo>
                      <a:lnTo>
                        <a:pt x="681" y="5"/>
                      </a:lnTo>
                      <a:lnTo>
                        <a:pt x="683" y="5"/>
                      </a:lnTo>
                      <a:lnTo>
                        <a:pt x="684" y="5"/>
                      </a:lnTo>
                      <a:lnTo>
                        <a:pt x="685" y="5"/>
                      </a:lnTo>
                      <a:lnTo>
                        <a:pt x="687" y="5"/>
                      </a:lnTo>
                      <a:lnTo>
                        <a:pt x="688" y="5"/>
                      </a:lnTo>
                      <a:lnTo>
                        <a:pt x="690" y="5"/>
                      </a:lnTo>
                      <a:lnTo>
                        <a:pt x="691" y="5"/>
                      </a:lnTo>
                      <a:lnTo>
                        <a:pt x="693" y="5"/>
                      </a:lnTo>
                      <a:lnTo>
                        <a:pt x="694" y="5"/>
                      </a:lnTo>
                      <a:lnTo>
                        <a:pt x="696" y="6"/>
                      </a:lnTo>
                      <a:lnTo>
                        <a:pt x="697" y="6"/>
                      </a:lnTo>
                      <a:lnTo>
                        <a:pt x="698" y="6"/>
                      </a:lnTo>
                      <a:lnTo>
                        <a:pt x="700" y="6"/>
                      </a:lnTo>
                      <a:lnTo>
                        <a:pt x="701" y="6"/>
                      </a:lnTo>
                      <a:lnTo>
                        <a:pt x="703" y="6"/>
                      </a:lnTo>
                      <a:lnTo>
                        <a:pt x="704" y="6"/>
                      </a:lnTo>
                      <a:lnTo>
                        <a:pt x="706" y="6"/>
                      </a:lnTo>
                      <a:lnTo>
                        <a:pt x="707" y="6"/>
                      </a:lnTo>
                      <a:lnTo>
                        <a:pt x="709" y="6"/>
                      </a:lnTo>
                      <a:lnTo>
                        <a:pt x="710" y="6"/>
                      </a:lnTo>
                      <a:lnTo>
                        <a:pt x="712" y="6"/>
                      </a:lnTo>
                      <a:lnTo>
                        <a:pt x="713" y="6"/>
                      </a:lnTo>
                      <a:lnTo>
                        <a:pt x="714" y="6"/>
                      </a:lnTo>
                      <a:lnTo>
                        <a:pt x="716" y="6"/>
                      </a:lnTo>
                      <a:lnTo>
                        <a:pt x="717" y="6"/>
                      </a:lnTo>
                      <a:lnTo>
                        <a:pt x="719" y="6"/>
                      </a:lnTo>
                      <a:lnTo>
                        <a:pt x="720" y="6"/>
                      </a:lnTo>
                      <a:lnTo>
                        <a:pt x="722" y="6"/>
                      </a:lnTo>
                      <a:lnTo>
                        <a:pt x="723" y="6"/>
                      </a:lnTo>
                      <a:lnTo>
                        <a:pt x="725" y="6"/>
                      </a:lnTo>
                      <a:lnTo>
                        <a:pt x="726" y="6"/>
                      </a:lnTo>
                      <a:lnTo>
                        <a:pt x="727" y="6"/>
                      </a:lnTo>
                      <a:lnTo>
                        <a:pt x="729" y="6"/>
                      </a:lnTo>
                      <a:lnTo>
                        <a:pt x="730" y="6"/>
                      </a:lnTo>
                      <a:lnTo>
                        <a:pt x="732" y="6"/>
                      </a:lnTo>
                      <a:lnTo>
                        <a:pt x="733" y="6"/>
                      </a:lnTo>
                      <a:lnTo>
                        <a:pt x="735" y="6"/>
                      </a:lnTo>
                      <a:lnTo>
                        <a:pt x="736" y="6"/>
                      </a:lnTo>
                      <a:lnTo>
                        <a:pt x="738" y="6"/>
                      </a:lnTo>
                      <a:lnTo>
                        <a:pt x="739" y="6"/>
                      </a:lnTo>
                      <a:lnTo>
                        <a:pt x="741" y="6"/>
                      </a:lnTo>
                      <a:lnTo>
                        <a:pt x="742" y="6"/>
                      </a:lnTo>
                      <a:lnTo>
                        <a:pt x="743" y="6"/>
                      </a:lnTo>
                      <a:lnTo>
                        <a:pt x="745" y="6"/>
                      </a:lnTo>
                      <a:lnTo>
                        <a:pt x="746" y="6"/>
                      </a:lnTo>
                      <a:lnTo>
                        <a:pt x="748" y="6"/>
                      </a:lnTo>
                      <a:lnTo>
                        <a:pt x="749" y="6"/>
                      </a:lnTo>
                      <a:lnTo>
                        <a:pt x="751" y="6"/>
                      </a:lnTo>
                      <a:lnTo>
                        <a:pt x="752" y="6"/>
                      </a:lnTo>
                      <a:lnTo>
                        <a:pt x="754" y="6"/>
                      </a:lnTo>
                      <a:lnTo>
                        <a:pt x="755" y="6"/>
                      </a:lnTo>
                      <a:lnTo>
                        <a:pt x="756" y="6"/>
                      </a:lnTo>
                      <a:lnTo>
                        <a:pt x="758" y="6"/>
                      </a:lnTo>
                      <a:lnTo>
                        <a:pt x="759" y="6"/>
                      </a:lnTo>
                      <a:lnTo>
                        <a:pt x="761" y="6"/>
                      </a:lnTo>
                      <a:lnTo>
                        <a:pt x="762" y="6"/>
                      </a:lnTo>
                      <a:lnTo>
                        <a:pt x="764" y="6"/>
                      </a:lnTo>
                      <a:lnTo>
                        <a:pt x="765" y="6"/>
                      </a:lnTo>
                      <a:lnTo>
                        <a:pt x="767" y="6"/>
                      </a:lnTo>
                      <a:lnTo>
                        <a:pt x="768" y="6"/>
                      </a:lnTo>
                      <a:lnTo>
                        <a:pt x="770" y="6"/>
                      </a:lnTo>
                      <a:lnTo>
                        <a:pt x="771" y="6"/>
                      </a:lnTo>
                      <a:lnTo>
                        <a:pt x="772" y="6"/>
                      </a:lnTo>
                      <a:lnTo>
                        <a:pt x="774" y="6"/>
                      </a:lnTo>
                      <a:lnTo>
                        <a:pt x="775" y="6"/>
                      </a:lnTo>
                      <a:lnTo>
                        <a:pt x="777" y="6"/>
                      </a:lnTo>
                      <a:lnTo>
                        <a:pt x="778" y="6"/>
                      </a:lnTo>
                      <a:lnTo>
                        <a:pt x="780" y="6"/>
                      </a:lnTo>
                      <a:lnTo>
                        <a:pt x="781" y="6"/>
                      </a:lnTo>
                      <a:lnTo>
                        <a:pt x="783" y="6"/>
                      </a:lnTo>
                      <a:lnTo>
                        <a:pt x="784" y="6"/>
                      </a:lnTo>
                      <a:lnTo>
                        <a:pt x="785" y="6"/>
                      </a:lnTo>
                      <a:lnTo>
                        <a:pt x="787" y="6"/>
                      </a:lnTo>
                      <a:lnTo>
                        <a:pt x="788" y="6"/>
                      </a:lnTo>
                      <a:lnTo>
                        <a:pt x="790" y="6"/>
                      </a:lnTo>
                      <a:lnTo>
                        <a:pt x="791" y="6"/>
                      </a:lnTo>
                      <a:lnTo>
                        <a:pt x="793" y="6"/>
                      </a:lnTo>
                      <a:lnTo>
                        <a:pt x="794" y="6"/>
                      </a:lnTo>
                      <a:lnTo>
                        <a:pt x="796" y="6"/>
                      </a:lnTo>
                      <a:lnTo>
                        <a:pt x="797" y="6"/>
                      </a:lnTo>
                      <a:lnTo>
                        <a:pt x="799" y="6"/>
                      </a:lnTo>
                      <a:lnTo>
                        <a:pt x="800" y="6"/>
                      </a:lnTo>
                      <a:lnTo>
                        <a:pt x="801" y="6"/>
                      </a:lnTo>
                      <a:lnTo>
                        <a:pt x="803" y="6"/>
                      </a:lnTo>
                      <a:lnTo>
                        <a:pt x="804" y="6"/>
                      </a:lnTo>
                      <a:lnTo>
                        <a:pt x="806" y="6"/>
                      </a:lnTo>
                      <a:lnTo>
                        <a:pt x="807" y="6"/>
                      </a:lnTo>
                      <a:lnTo>
                        <a:pt x="809" y="6"/>
                      </a:lnTo>
                      <a:lnTo>
                        <a:pt x="810" y="6"/>
                      </a:lnTo>
                      <a:lnTo>
                        <a:pt x="812" y="6"/>
                      </a:lnTo>
                      <a:lnTo>
                        <a:pt x="813" y="6"/>
                      </a:lnTo>
                      <a:lnTo>
                        <a:pt x="814" y="6"/>
                      </a:lnTo>
                      <a:lnTo>
                        <a:pt x="816" y="6"/>
                      </a:lnTo>
                      <a:lnTo>
                        <a:pt x="817" y="6"/>
                      </a:lnTo>
                      <a:lnTo>
                        <a:pt x="819" y="6"/>
                      </a:lnTo>
                      <a:lnTo>
                        <a:pt x="820" y="6"/>
                      </a:lnTo>
                      <a:lnTo>
                        <a:pt x="822" y="6"/>
                      </a:lnTo>
                      <a:lnTo>
                        <a:pt x="823" y="6"/>
                      </a:lnTo>
                      <a:lnTo>
                        <a:pt x="825" y="6"/>
                      </a:lnTo>
                      <a:lnTo>
                        <a:pt x="826" y="6"/>
                      </a:lnTo>
                      <a:lnTo>
                        <a:pt x="828" y="6"/>
                      </a:lnTo>
                      <a:lnTo>
                        <a:pt x="829" y="6"/>
                      </a:lnTo>
                      <a:lnTo>
                        <a:pt x="830" y="6"/>
                      </a:lnTo>
                      <a:lnTo>
                        <a:pt x="832" y="6"/>
                      </a:lnTo>
                      <a:lnTo>
                        <a:pt x="833" y="6"/>
                      </a:lnTo>
                      <a:lnTo>
                        <a:pt x="835" y="6"/>
                      </a:lnTo>
                      <a:lnTo>
                        <a:pt x="836" y="6"/>
                      </a:lnTo>
                      <a:lnTo>
                        <a:pt x="838" y="6"/>
                      </a:lnTo>
                      <a:lnTo>
                        <a:pt x="839" y="6"/>
                      </a:lnTo>
                      <a:lnTo>
                        <a:pt x="841" y="6"/>
                      </a:lnTo>
                      <a:lnTo>
                        <a:pt x="842" y="6"/>
                      </a:lnTo>
                      <a:lnTo>
                        <a:pt x="843" y="6"/>
                      </a:lnTo>
                      <a:lnTo>
                        <a:pt x="845" y="6"/>
                      </a:lnTo>
                      <a:lnTo>
                        <a:pt x="846" y="6"/>
                      </a:lnTo>
                      <a:lnTo>
                        <a:pt x="848" y="6"/>
                      </a:lnTo>
                      <a:lnTo>
                        <a:pt x="849" y="6"/>
                      </a:lnTo>
                      <a:lnTo>
                        <a:pt x="851" y="6"/>
                      </a:lnTo>
                      <a:lnTo>
                        <a:pt x="852" y="6"/>
                      </a:lnTo>
                      <a:lnTo>
                        <a:pt x="854" y="6"/>
                      </a:lnTo>
                      <a:lnTo>
                        <a:pt x="855" y="6"/>
                      </a:lnTo>
                      <a:lnTo>
                        <a:pt x="857" y="6"/>
                      </a:lnTo>
                      <a:lnTo>
                        <a:pt x="858" y="6"/>
                      </a:lnTo>
                      <a:lnTo>
                        <a:pt x="859" y="6"/>
                      </a:lnTo>
                      <a:lnTo>
                        <a:pt x="861" y="6"/>
                      </a:lnTo>
                      <a:lnTo>
                        <a:pt x="862" y="6"/>
                      </a:lnTo>
                      <a:lnTo>
                        <a:pt x="864" y="6"/>
                      </a:lnTo>
                      <a:lnTo>
                        <a:pt x="865" y="6"/>
                      </a:lnTo>
                      <a:lnTo>
                        <a:pt x="867" y="6"/>
                      </a:lnTo>
                      <a:lnTo>
                        <a:pt x="868" y="6"/>
                      </a:lnTo>
                      <a:lnTo>
                        <a:pt x="870" y="6"/>
                      </a:lnTo>
                      <a:lnTo>
                        <a:pt x="871" y="6"/>
                      </a:lnTo>
                      <a:lnTo>
                        <a:pt x="872" y="6"/>
                      </a:lnTo>
                      <a:lnTo>
                        <a:pt x="874" y="6"/>
                      </a:lnTo>
                      <a:lnTo>
                        <a:pt x="875" y="6"/>
                      </a:lnTo>
                      <a:lnTo>
                        <a:pt x="877" y="6"/>
                      </a:lnTo>
                      <a:lnTo>
                        <a:pt x="878" y="6"/>
                      </a:lnTo>
                      <a:lnTo>
                        <a:pt x="880" y="6"/>
                      </a:lnTo>
                      <a:lnTo>
                        <a:pt x="881" y="6"/>
                      </a:lnTo>
                      <a:lnTo>
                        <a:pt x="883" y="6"/>
                      </a:lnTo>
                      <a:lnTo>
                        <a:pt x="884" y="6"/>
                      </a:lnTo>
                      <a:lnTo>
                        <a:pt x="886" y="6"/>
                      </a:lnTo>
                      <a:lnTo>
                        <a:pt x="887" y="6"/>
                      </a:lnTo>
                      <a:lnTo>
                        <a:pt x="888" y="6"/>
                      </a:lnTo>
                      <a:lnTo>
                        <a:pt x="890" y="6"/>
                      </a:lnTo>
                      <a:lnTo>
                        <a:pt x="891" y="6"/>
                      </a:lnTo>
                      <a:lnTo>
                        <a:pt x="893" y="6"/>
                      </a:lnTo>
                      <a:lnTo>
                        <a:pt x="894" y="6"/>
                      </a:lnTo>
                      <a:lnTo>
                        <a:pt x="896" y="6"/>
                      </a:lnTo>
                      <a:lnTo>
                        <a:pt x="897" y="6"/>
                      </a:lnTo>
                      <a:lnTo>
                        <a:pt x="899" y="6"/>
                      </a:lnTo>
                      <a:lnTo>
                        <a:pt x="900" y="6"/>
                      </a:lnTo>
                      <a:lnTo>
                        <a:pt x="901" y="6"/>
                      </a:lnTo>
                      <a:lnTo>
                        <a:pt x="903" y="6"/>
                      </a:lnTo>
                      <a:lnTo>
                        <a:pt x="904" y="6"/>
                      </a:lnTo>
                      <a:lnTo>
                        <a:pt x="906" y="6"/>
                      </a:lnTo>
                      <a:lnTo>
                        <a:pt x="907" y="6"/>
                      </a:lnTo>
                      <a:lnTo>
                        <a:pt x="909" y="6"/>
                      </a:lnTo>
                      <a:lnTo>
                        <a:pt x="910" y="6"/>
                      </a:lnTo>
                      <a:lnTo>
                        <a:pt x="912" y="6"/>
                      </a:lnTo>
                      <a:lnTo>
                        <a:pt x="913" y="6"/>
                      </a:lnTo>
                      <a:lnTo>
                        <a:pt x="915" y="6"/>
                      </a:lnTo>
                      <a:lnTo>
                        <a:pt x="916" y="6"/>
                      </a:lnTo>
                      <a:lnTo>
                        <a:pt x="917" y="6"/>
                      </a:lnTo>
                      <a:lnTo>
                        <a:pt x="919" y="6"/>
                      </a:lnTo>
                      <a:lnTo>
                        <a:pt x="920" y="6"/>
                      </a:lnTo>
                      <a:lnTo>
                        <a:pt x="922" y="6"/>
                      </a:lnTo>
                      <a:lnTo>
                        <a:pt x="923" y="6"/>
                      </a:lnTo>
                      <a:lnTo>
                        <a:pt x="925" y="6"/>
                      </a:lnTo>
                      <a:lnTo>
                        <a:pt x="926" y="6"/>
                      </a:lnTo>
                      <a:lnTo>
                        <a:pt x="928" y="6"/>
                      </a:lnTo>
                      <a:lnTo>
                        <a:pt x="929" y="6"/>
                      </a:lnTo>
                      <a:lnTo>
                        <a:pt x="930" y="6"/>
                      </a:lnTo>
                      <a:lnTo>
                        <a:pt x="932" y="6"/>
                      </a:lnTo>
                      <a:lnTo>
                        <a:pt x="933" y="6"/>
                      </a:lnTo>
                      <a:lnTo>
                        <a:pt x="935" y="6"/>
                      </a:lnTo>
                      <a:lnTo>
                        <a:pt x="936" y="6"/>
                      </a:lnTo>
                      <a:lnTo>
                        <a:pt x="938" y="6"/>
                      </a:lnTo>
                      <a:lnTo>
                        <a:pt x="939" y="6"/>
                      </a:lnTo>
                      <a:lnTo>
                        <a:pt x="941" y="6"/>
                      </a:lnTo>
                      <a:lnTo>
                        <a:pt x="942" y="6"/>
                      </a:lnTo>
                      <a:lnTo>
                        <a:pt x="944" y="6"/>
                      </a:lnTo>
                      <a:lnTo>
                        <a:pt x="945" y="6"/>
                      </a:lnTo>
                      <a:lnTo>
                        <a:pt x="946" y="6"/>
                      </a:lnTo>
                      <a:lnTo>
                        <a:pt x="948" y="6"/>
                      </a:lnTo>
                      <a:lnTo>
                        <a:pt x="949" y="6"/>
                      </a:lnTo>
                      <a:lnTo>
                        <a:pt x="951" y="6"/>
                      </a:lnTo>
                      <a:lnTo>
                        <a:pt x="952" y="6"/>
                      </a:lnTo>
                      <a:lnTo>
                        <a:pt x="954" y="6"/>
                      </a:lnTo>
                      <a:lnTo>
                        <a:pt x="955" y="6"/>
                      </a:lnTo>
                      <a:lnTo>
                        <a:pt x="957" y="6"/>
                      </a:lnTo>
                      <a:lnTo>
                        <a:pt x="958" y="6"/>
                      </a:lnTo>
                      <a:lnTo>
                        <a:pt x="959" y="6"/>
                      </a:lnTo>
                      <a:lnTo>
                        <a:pt x="961" y="6"/>
                      </a:lnTo>
                      <a:lnTo>
                        <a:pt x="962" y="6"/>
                      </a:lnTo>
                      <a:lnTo>
                        <a:pt x="964" y="6"/>
                      </a:lnTo>
                      <a:lnTo>
                        <a:pt x="965" y="6"/>
                      </a:lnTo>
                      <a:lnTo>
                        <a:pt x="967" y="6"/>
                      </a:lnTo>
                      <a:lnTo>
                        <a:pt x="968" y="7"/>
                      </a:lnTo>
                      <a:lnTo>
                        <a:pt x="970" y="7"/>
                      </a:lnTo>
                      <a:lnTo>
                        <a:pt x="971" y="6"/>
                      </a:lnTo>
                      <a:lnTo>
                        <a:pt x="973" y="6"/>
                      </a:lnTo>
                      <a:lnTo>
                        <a:pt x="974" y="6"/>
                      </a:lnTo>
                      <a:lnTo>
                        <a:pt x="975" y="6"/>
                      </a:lnTo>
                      <a:lnTo>
                        <a:pt x="977" y="7"/>
                      </a:lnTo>
                      <a:lnTo>
                        <a:pt x="978" y="6"/>
                      </a:lnTo>
                      <a:lnTo>
                        <a:pt x="980" y="6"/>
                      </a:lnTo>
                      <a:lnTo>
                        <a:pt x="981" y="6"/>
                      </a:lnTo>
                      <a:lnTo>
                        <a:pt x="983" y="7"/>
                      </a:lnTo>
                      <a:lnTo>
                        <a:pt x="984" y="7"/>
                      </a:lnTo>
                      <a:lnTo>
                        <a:pt x="986" y="7"/>
                      </a:lnTo>
                      <a:lnTo>
                        <a:pt x="987" y="7"/>
                      </a:lnTo>
                      <a:lnTo>
                        <a:pt x="988" y="7"/>
                      </a:lnTo>
                      <a:lnTo>
                        <a:pt x="990" y="7"/>
                      </a:lnTo>
                      <a:lnTo>
                        <a:pt x="991" y="6"/>
                      </a:lnTo>
                      <a:lnTo>
                        <a:pt x="993" y="6"/>
                      </a:lnTo>
                      <a:lnTo>
                        <a:pt x="994" y="7"/>
                      </a:lnTo>
                      <a:lnTo>
                        <a:pt x="996" y="6"/>
                      </a:lnTo>
                      <a:lnTo>
                        <a:pt x="997" y="6"/>
                      </a:lnTo>
                      <a:lnTo>
                        <a:pt x="999" y="6"/>
                      </a:lnTo>
                      <a:lnTo>
                        <a:pt x="1000" y="6"/>
                      </a:lnTo>
                      <a:lnTo>
                        <a:pt x="1002" y="7"/>
                      </a:lnTo>
                      <a:lnTo>
                        <a:pt x="1003" y="7"/>
                      </a:lnTo>
                      <a:lnTo>
                        <a:pt x="1004" y="7"/>
                      </a:lnTo>
                      <a:lnTo>
                        <a:pt x="1006" y="7"/>
                      </a:lnTo>
                      <a:lnTo>
                        <a:pt x="1007" y="7"/>
                      </a:lnTo>
                      <a:lnTo>
                        <a:pt x="1009" y="7"/>
                      </a:lnTo>
                      <a:lnTo>
                        <a:pt x="1010" y="7"/>
                      </a:lnTo>
                      <a:lnTo>
                        <a:pt x="1012" y="7"/>
                      </a:lnTo>
                      <a:lnTo>
                        <a:pt x="1013" y="7"/>
                      </a:lnTo>
                      <a:lnTo>
                        <a:pt x="1015" y="7"/>
                      </a:lnTo>
                      <a:lnTo>
                        <a:pt x="1016" y="7"/>
                      </a:lnTo>
                      <a:lnTo>
                        <a:pt x="1017" y="7"/>
                      </a:lnTo>
                      <a:lnTo>
                        <a:pt x="1019" y="7"/>
                      </a:lnTo>
                      <a:lnTo>
                        <a:pt x="1020" y="7"/>
                      </a:lnTo>
                      <a:lnTo>
                        <a:pt x="1022" y="7"/>
                      </a:lnTo>
                      <a:lnTo>
                        <a:pt x="1023" y="7"/>
                      </a:lnTo>
                      <a:lnTo>
                        <a:pt x="1025" y="7"/>
                      </a:lnTo>
                      <a:lnTo>
                        <a:pt x="1026" y="7"/>
                      </a:lnTo>
                      <a:lnTo>
                        <a:pt x="1028" y="7"/>
                      </a:lnTo>
                      <a:lnTo>
                        <a:pt x="1029" y="7"/>
                      </a:lnTo>
                      <a:lnTo>
                        <a:pt x="1031" y="7"/>
                      </a:lnTo>
                      <a:lnTo>
                        <a:pt x="1032" y="7"/>
                      </a:lnTo>
                      <a:lnTo>
                        <a:pt x="1033" y="7"/>
                      </a:lnTo>
                      <a:lnTo>
                        <a:pt x="1035" y="7"/>
                      </a:lnTo>
                      <a:lnTo>
                        <a:pt x="1036" y="7"/>
                      </a:lnTo>
                      <a:lnTo>
                        <a:pt x="1038" y="7"/>
                      </a:lnTo>
                      <a:lnTo>
                        <a:pt x="1039" y="7"/>
                      </a:lnTo>
                      <a:lnTo>
                        <a:pt x="1041" y="6"/>
                      </a:lnTo>
                      <a:lnTo>
                        <a:pt x="1042" y="6"/>
                      </a:lnTo>
                      <a:lnTo>
                        <a:pt x="1044" y="6"/>
                      </a:lnTo>
                      <a:lnTo>
                        <a:pt x="1045" y="6"/>
                      </a:lnTo>
                      <a:lnTo>
                        <a:pt x="1046" y="6"/>
                      </a:lnTo>
                      <a:lnTo>
                        <a:pt x="1048" y="6"/>
                      </a:lnTo>
                      <a:lnTo>
                        <a:pt x="1049" y="6"/>
                      </a:lnTo>
                      <a:lnTo>
                        <a:pt x="1051" y="7"/>
                      </a:lnTo>
                      <a:lnTo>
                        <a:pt x="1052" y="6"/>
                      </a:lnTo>
                      <a:lnTo>
                        <a:pt x="1054" y="6"/>
                      </a:lnTo>
                      <a:lnTo>
                        <a:pt x="1055" y="6"/>
                      </a:lnTo>
                      <a:lnTo>
                        <a:pt x="1057" y="6"/>
                      </a:lnTo>
                      <a:lnTo>
                        <a:pt x="1058" y="6"/>
                      </a:lnTo>
                      <a:lnTo>
                        <a:pt x="1060" y="6"/>
                      </a:lnTo>
                      <a:lnTo>
                        <a:pt x="1061" y="7"/>
                      </a:lnTo>
                      <a:lnTo>
                        <a:pt x="1062" y="7"/>
                      </a:lnTo>
                      <a:lnTo>
                        <a:pt x="1064" y="7"/>
                      </a:lnTo>
                      <a:lnTo>
                        <a:pt x="1065" y="7"/>
                      </a:lnTo>
                      <a:lnTo>
                        <a:pt x="1067" y="7"/>
                      </a:lnTo>
                      <a:lnTo>
                        <a:pt x="1068" y="7"/>
                      </a:lnTo>
                      <a:lnTo>
                        <a:pt x="1070" y="7"/>
                      </a:lnTo>
                      <a:lnTo>
                        <a:pt x="1071" y="7"/>
                      </a:lnTo>
                      <a:lnTo>
                        <a:pt x="1073" y="7"/>
                      </a:lnTo>
                      <a:lnTo>
                        <a:pt x="1074" y="7"/>
                      </a:lnTo>
                      <a:lnTo>
                        <a:pt x="1075" y="7"/>
                      </a:lnTo>
                      <a:lnTo>
                        <a:pt x="1077" y="6"/>
                      </a:lnTo>
                      <a:lnTo>
                        <a:pt x="1078" y="6"/>
                      </a:lnTo>
                      <a:lnTo>
                        <a:pt x="1080" y="7"/>
                      </a:lnTo>
                      <a:lnTo>
                        <a:pt x="1081" y="7"/>
                      </a:lnTo>
                      <a:lnTo>
                        <a:pt x="1083" y="7"/>
                      </a:lnTo>
                      <a:lnTo>
                        <a:pt x="1084" y="7"/>
                      </a:lnTo>
                      <a:lnTo>
                        <a:pt x="1086" y="7"/>
                      </a:lnTo>
                      <a:lnTo>
                        <a:pt x="1087" y="7"/>
                      </a:lnTo>
                      <a:lnTo>
                        <a:pt x="1089" y="7"/>
                      </a:lnTo>
                      <a:lnTo>
                        <a:pt x="1090" y="7"/>
                      </a:lnTo>
                      <a:lnTo>
                        <a:pt x="1091" y="7"/>
                      </a:lnTo>
                      <a:lnTo>
                        <a:pt x="1093" y="7"/>
                      </a:lnTo>
                      <a:lnTo>
                        <a:pt x="1094" y="7"/>
                      </a:lnTo>
                      <a:lnTo>
                        <a:pt x="1096" y="7"/>
                      </a:lnTo>
                      <a:lnTo>
                        <a:pt x="1097" y="7"/>
                      </a:lnTo>
                      <a:lnTo>
                        <a:pt x="1099" y="7"/>
                      </a:lnTo>
                      <a:lnTo>
                        <a:pt x="1100" y="7"/>
                      </a:lnTo>
                      <a:lnTo>
                        <a:pt x="1102" y="7"/>
                      </a:lnTo>
                      <a:lnTo>
                        <a:pt x="1103" y="7"/>
                      </a:lnTo>
                      <a:lnTo>
                        <a:pt x="1104" y="7"/>
                      </a:lnTo>
                      <a:lnTo>
                        <a:pt x="1106" y="7"/>
                      </a:lnTo>
                      <a:lnTo>
                        <a:pt x="1107" y="7"/>
                      </a:lnTo>
                      <a:lnTo>
                        <a:pt x="1109" y="7"/>
                      </a:lnTo>
                      <a:lnTo>
                        <a:pt x="1110" y="7"/>
                      </a:lnTo>
                      <a:lnTo>
                        <a:pt x="1112" y="7"/>
                      </a:lnTo>
                      <a:lnTo>
                        <a:pt x="1113" y="7"/>
                      </a:lnTo>
                      <a:lnTo>
                        <a:pt x="1115" y="7"/>
                      </a:lnTo>
                      <a:lnTo>
                        <a:pt x="1116" y="7"/>
                      </a:lnTo>
                      <a:lnTo>
                        <a:pt x="1118" y="7"/>
                      </a:lnTo>
                      <a:lnTo>
                        <a:pt x="1119" y="7"/>
                      </a:lnTo>
                      <a:lnTo>
                        <a:pt x="1120" y="7"/>
                      </a:lnTo>
                      <a:lnTo>
                        <a:pt x="1122" y="7"/>
                      </a:lnTo>
                      <a:lnTo>
                        <a:pt x="1123" y="7"/>
                      </a:lnTo>
                      <a:lnTo>
                        <a:pt x="1125" y="7"/>
                      </a:lnTo>
                      <a:lnTo>
                        <a:pt x="1126" y="7"/>
                      </a:lnTo>
                      <a:lnTo>
                        <a:pt x="1128" y="7"/>
                      </a:lnTo>
                      <a:lnTo>
                        <a:pt x="1129" y="7"/>
                      </a:lnTo>
                      <a:lnTo>
                        <a:pt x="1131" y="7"/>
                      </a:lnTo>
                      <a:lnTo>
                        <a:pt x="1132" y="7"/>
                      </a:lnTo>
                      <a:lnTo>
                        <a:pt x="1133" y="7"/>
                      </a:lnTo>
                      <a:lnTo>
                        <a:pt x="1135" y="7"/>
                      </a:lnTo>
                      <a:lnTo>
                        <a:pt x="1136" y="7"/>
                      </a:lnTo>
                      <a:lnTo>
                        <a:pt x="1138" y="7"/>
                      </a:lnTo>
                      <a:lnTo>
                        <a:pt x="1139" y="7"/>
                      </a:lnTo>
                      <a:lnTo>
                        <a:pt x="1141" y="7"/>
                      </a:lnTo>
                      <a:lnTo>
                        <a:pt x="1142" y="7"/>
                      </a:lnTo>
                      <a:lnTo>
                        <a:pt x="1144" y="7"/>
                      </a:lnTo>
                      <a:lnTo>
                        <a:pt x="1145" y="7"/>
                      </a:lnTo>
                      <a:lnTo>
                        <a:pt x="1147" y="7"/>
                      </a:lnTo>
                      <a:lnTo>
                        <a:pt x="1148" y="7"/>
                      </a:lnTo>
                      <a:lnTo>
                        <a:pt x="1149" y="7"/>
                      </a:lnTo>
                      <a:lnTo>
                        <a:pt x="1151" y="7"/>
                      </a:lnTo>
                      <a:lnTo>
                        <a:pt x="1152" y="7"/>
                      </a:lnTo>
                      <a:lnTo>
                        <a:pt x="1154" y="7"/>
                      </a:lnTo>
                      <a:lnTo>
                        <a:pt x="1155" y="7"/>
                      </a:lnTo>
                      <a:lnTo>
                        <a:pt x="1157" y="7"/>
                      </a:lnTo>
                      <a:lnTo>
                        <a:pt x="1158" y="7"/>
                      </a:lnTo>
                      <a:lnTo>
                        <a:pt x="1160" y="7"/>
                      </a:lnTo>
                      <a:lnTo>
                        <a:pt x="1161" y="7"/>
                      </a:lnTo>
                      <a:lnTo>
                        <a:pt x="1162" y="7"/>
                      </a:lnTo>
                      <a:lnTo>
                        <a:pt x="1164" y="7"/>
                      </a:lnTo>
                      <a:lnTo>
                        <a:pt x="1165" y="7"/>
                      </a:lnTo>
                      <a:lnTo>
                        <a:pt x="1167" y="7"/>
                      </a:lnTo>
                      <a:lnTo>
                        <a:pt x="1168" y="7"/>
                      </a:lnTo>
                      <a:lnTo>
                        <a:pt x="1170" y="7"/>
                      </a:lnTo>
                      <a:lnTo>
                        <a:pt x="1171" y="7"/>
                      </a:lnTo>
                      <a:lnTo>
                        <a:pt x="1173" y="7"/>
                      </a:lnTo>
                      <a:lnTo>
                        <a:pt x="1174" y="7"/>
                      </a:lnTo>
                      <a:lnTo>
                        <a:pt x="1176" y="7"/>
                      </a:lnTo>
                      <a:lnTo>
                        <a:pt x="1177" y="7"/>
                      </a:lnTo>
                      <a:lnTo>
                        <a:pt x="1178" y="7"/>
                      </a:lnTo>
                      <a:lnTo>
                        <a:pt x="1180" y="7"/>
                      </a:lnTo>
                      <a:lnTo>
                        <a:pt x="1181" y="7"/>
                      </a:lnTo>
                      <a:lnTo>
                        <a:pt x="1183" y="7"/>
                      </a:lnTo>
                      <a:lnTo>
                        <a:pt x="1184" y="7"/>
                      </a:lnTo>
                      <a:lnTo>
                        <a:pt x="1186" y="7"/>
                      </a:lnTo>
                      <a:lnTo>
                        <a:pt x="1187" y="7"/>
                      </a:lnTo>
                      <a:lnTo>
                        <a:pt x="1189" y="7"/>
                      </a:lnTo>
                      <a:lnTo>
                        <a:pt x="1190" y="7"/>
                      </a:lnTo>
                      <a:lnTo>
                        <a:pt x="1191" y="7"/>
                      </a:lnTo>
                      <a:lnTo>
                        <a:pt x="1193" y="7"/>
                      </a:lnTo>
                      <a:lnTo>
                        <a:pt x="1194" y="7"/>
                      </a:lnTo>
                      <a:lnTo>
                        <a:pt x="1196" y="7"/>
                      </a:lnTo>
                      <a:lnTo>
                        <a:pt x="1197" y="7"/>
                      </a:lnTo>
                      <a:lnTo>
                        <a:pt x="1199" y="7"/>
                      </a:lnTo>
                      <a:lnTo>
                        <a:pt x="1200" y="7"/>
                      </a:lnTo>
                      <a:lnTo>
                        <a:pt x="1202" y="7"/>
                      </a:lnTo>
                      <a:lnTo>
                        <a:pt x="1203" y="7"/>
                      </a:lnTo>
                      <a:lnTo>
                        <a:pt x="1205" y="7"/>
                      </a:lnTo>
                      <a:lnTo>
                        <a:pt x="1206" y="7"/>
                      </a:lnTo>
                      <a:lnTo>
                        <a:pt x="1207" y="7"/>
                      </a:lnTo>
                      <a:lnTo>
                        <a:pt x="1209" y="7"/>
                      </a:lnTo>
                      <a:lnTo>
                        <a:pt x="1210" y="7"/>
                      </a:lnTo>
                      <a:lnTo>
                        <a:pt x="1212" y="7"/>
                      </a:lnTo>
                      <a:lnTo>
                        <a:pt x="1213" y="7"/>
                      </a:lnTo>
                      <a:lnTo>
                        <a:pt x="1215" y="7"/>
                      </a:lnTo>
                      <a:lnTo>
                        <a:pt x="1216" y="7"/>
                      </a:lnTo>
                      <a:lnTo>
                        <a:pt x="1218" y="7"/>
                      </a:lnTo>
                      <a:lnTo>
                        <a:pt x="1219" y="7"/>
                      </a:lnTo>
                      <a:lnTo>
                        <a:pt x="1220" y="7"/>
                      </a:lnTo>
                      <a:lnTo>
                        <a:pt x="1222" y="7"/>
                      </a:lnTo>
                      <a:lnTo>
                        <a:pt x="1223" y="7"/>
                      </a:lnTo>
                      <a:lnTo>
                        <a:pt x="1225" y="7"/>
                      </a:lnTo>
                      <a:lnTo>
                        <a:pt x="1226" y="7"/>
                      </a:lnTo>
                      <a:lnTo>
                        <a:pt x="1228" y="7"/>
                      </a:lnTo>
                      <a:lnTo>
                        <a:pt x="1229" y="7"/>
                      </a:lnTo>
                      <a:lnTo>
                        <a:pt x="1231" y="7"/>
                      </a:lnTo>
                      <a:lnTo>
                        <a:pt x="1232" y="7"/>
                      </a:lnTo>
                      <a:lnTo>
                        <a:pt x="1234" y="7"/>
                      </a:lnTo>
                      <a:lnTo>
                        <a:pt x="1235" y="7"/>
                      </a:lnTo>
                      <a:lnTo>
                        <a:pt x="1236" y="7"/>
                      </a:lnTo>
                      <a:lnTo>
                        <a:pt x="1238" y="7"/>
                      </a:lnTo>
                      <a:lnTo>
                        <a:pt x="1239" y="7"/>
                      </a:lnTo>
                      <a:lnTo>
                        <a:pt x="1241" y="7"/>
                      </a:lnTo>
                      <a:lnTo>
                        <a:pt x="1242" y="7"/>
                      </a:lnTo>
                      <a:lnTo>
                        <a:pt x="1244" y="7"/>
                      </a:lnTo>
                      <a:lnTo>
                        <a:pt x="1245" y="7"/>
                      </a:lnTo>
                      <a:lnTo>
                        <a:pt x="1247" y="7"/>
                      </a:lnTo>
                      <a:lnTo>
                        <a:pt x="1248" y="7"/>
                      </a:lnTo>
                      <a:lnTo>
                        <a:pt x="1249" y="7"/>
                      </a:lnTo>
                      <a:lnTo>
                        <a:pt x="1251" y="7"/>
                      </a:lnTo>
                      <a:lnTo>
                        <a:pt x="1252" y="7"/>
                      </a:lnTo>
                      <a:lnTo>
                        <a:pt x="1254" y="7"/>
                      </a:lnTo>
                      <a:lnTo>
                        <a:pt x="1255" y="7"/>
                      </a:lnTo>
                      <a:lnTo>
                        <a:pt x="1257" y="7"/>
                      </a:lnTo>
                      <a:lnTo>
                        <a:pt x="1258" y="7"/>
                      </a:lnTo>
                      <a:lnTo>
                        <a:pt x="1260" y="7"/>
                      </a:lnTo>
                      <a:lnTo>
                        <a:pt x="1261" y="7"/>
                      </a:lnTo>
                      <a:lnTo>
                        <a:pt x="1263" y="7"/>
                      </a:lnTo>
                      <a:lnTo>
                        <a:pt x="1264" y="7"/>
                      </a:lnTo>
                      <a:lnTo>
                        <a:pt x="1265" y="7"/>
                      </a:lnTo>
                      <a:lnTo>
                        <a:pt x="1267" y="7"/>
                      </a:lnTo>
                      <a:lnTo>
                        <a:pt x="1268" y="7"/>
                      </a:lnTo>
                      <a:lnTo>
                        <a:pt x="1270" y="7"/>
                      </a:lnTo>
                      <a:lnTo>
                        <a:pt x="1271" y="7"/>
                      </a:lnTo>
                      <a:lnTo>
                        <a:pt x="1273" y="7"/>
                      </a:lnTo>
                      <a:lnTo>
                        <a:pt x="1274" y="7"/>
                      </a:lnTo>
                      <a:lnTo>
                        <a:pt x="1276" y="7"/>
                      </a:lnTo>
                      <a:lnTo>
                        <a:pt x="1277" y="7"/>
                      </a:lnTo>
                      <a:lnTo>
                        <a:pt x="1278" y="7"/>
                      </a:lnTo>
                      <a:lnTo>
                        <a:pt x="1280" y="7"/>
                      </a:lnTo>
                      <a:lnTo>
                        <a:pt x="1281" y="7"/>
                      </a:lnTo>
                      <a:lnTo>
                        <a:pt x="1283" y="7"/>
                      </a:lnTo>
                      <a:lnTo>
                        <a:pt x="1284" y="7"/>
                      </a:lnTo>
                      <a:lnTo>
                        <a:pt x="1286" y="7"/>
                      </a:lnTo>
                      <a:lnTo>
                        <a:pt x="1287" y="7"/>
                      </a:lnTo>
                      <a:lnTo>
                        <a:pt x="1289" y="7"/>
                      </a:lnTo>
                      <a:lnTo>
                        <a:pt x="1290" y="7"/>
                      </a:lnTo>
                      <a:lnTo>
                        <a:pt x="1292" y="7"/>
                      </a:lnTo>
                      <a:lnTo>
                        <a:pt x="1293" y="7"/>
                      </a:lnTo>
                      <a:lnTo>
                        <a:pt x="1294" y="7"/>
                      </a:lnTo>
                      <a:lnTo>
                        <a:pt x="1296" y="7"/>
                      </a:lnTo>
                      <a:lnTo>
                        <a:pt x="1297" y="7"/>
                      </a:lnTo>
                      <a:lnTo>
                        <a:pt x="1299" y="7"/>
                      </a:lnTo>
                      <a:lnTo>
                        <a:pt x="1300" y="7"/>
                      </a:lnTo>
                      <a:lnTo>
                        <a:pt x="1302" y="7"/>
                      </a:lnTo>
                      <a:lnTo>
                        <a:pt x="1303" y="7"/>
                      </a:lnTo>
                      <a:lnTo>
                        <a:pt x="1305" y="7"/>
                      </a:lnTo>
                      <a:lnTo>
                        <a:pt x="1306" y="7"/>
                      </a:lnTo>
                      <a:lnTo>
                        <a:pt x="1307" y="7"/>
                      </a:lnTo>
                      <a:lnTo>
                        <a:pt x="1309" y="7"/>
                      </a:lnTo>
                      <a:lnTo>
                        <a:pt x="1310" y="8"/>
                      </a:lnTo>
                      <a:lnTo>
                        <a:pt x="1312" y="7"/>
                      </a:lnTo>
                      <a:lnTo>
                        <a:pt x="1313" y="7"/>
                      </a:lnTo>
                      <a:lnTo>
                        <a:pt x="1315" y="7"/>
                      </a:lnTo>
                      <a:lnTo>
                        <a:pt x="1316" y="7"/>
                      </a:lnTo>
                      <a:lnTo>
                        <a:pt x="1318" y="7"/>
                      </a:lnTo>
                      <a:lnTo>
                        <a:pt x="1319" y="7"/>
                      </a:lnTo>
                      <a:lnTo>
                        <a:pt x="1321" y="7"/>
                      </a:lnTo>
                      <a:lnTo>
                        <a:pt x="1322" y="7"/>
                      </a:lnTo>
                      <a:lnTo>
                        <a:pt x="1323" y="7"/>
                      </a:lnTo>
                      <a:lnTo>
                        <a:pt x="1325" y="7"/>
                      </a:lnTo>
                      <a:lnTo>
                        <a:pt x="1326" y="7"/>
                      </a:lnTo>
                      <a:lnTo>
                        <a:pt x="1328" y="7"/>
                      </a:lnTo>
                      <a:lnTo>
                        <a:pt x="1329" y="7"/>
                      </a:lnTo>
                      <a:lnTo>
                        <a:pt x="1331" y="7"/>
                      </a:lnTo>
                      <a:lnTo>
                        <a:pt x="1332" y="7"/>
                      </a:lnTo>
                      <a:lnTo>
                        <a:pt x="1334" y="7"/>
                      </a:lnTo>
                      <a:lnTo>
                        <a:pt x="1335" y="7"/>
                      </a:lnTo>
                      <a:lnTo>
                        <a:pt x="1336" y="7"/>
                      </a:lnTo>
                      <a:lnTo>
                        <a:pt x="1338" y="7"/>
                      </a:lnTo>
                      <a:lnTo>
                        <a:pt x="1339" y="7"/>
                      </a:lnTo>
                      <a:lnTo>
                        <a:pt x="1341" y="7"/>
                      </a:lnTo>
                      <a:lnTo>
                        <a:pt x="1342" y="7"/>
                      </a:lnTo>
                      <a:lnTo>
                        <a:pt x="1344" y="7"/>
                      </a:lnTo>
                      <a:lnTo>
                        <a:pt x="1345" y="7"/>
                      </a:lnTo>
                      <a:lnTo>
                        <a:pt x="1347" y="7"/>
                      </a:lnTo>
                      <a:lnTo>
                        <a:pt x="1348" y="7"/>
                      </a:lnTo>
                      <a:lnTo>
                        <a:pt x="1350" y="7"/>
                      </a:lnTo>
                      <a:lnTo>
                        <a:pt x="1351" y="8"/>
                      </a:lnTo>
                      <a:lnTo>
                        <a:pt x="1352" y="8"/>
                      </a:lnTo>
                      <a:lnTo>
                        <a:pt x="1354" y="7"/>
                      </a:lnTo>
                      <a:lnTo>
                        <a:pt x="1355" y="7"/>
                      </a:lnTo>
                      <a:lnTo>
                        <a:pt x="1357" y="7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19"/>
                <p:cNvSpPr/>
                <p:nvPr/>
              </p:nvSpPr>
              <p:spPr>
                <a:xfrm flipH="1" rot="10800000">
                  <a:off x="3179763" y="3228976"/>
                  <a:ext cx="3584575" cy="25400"/>
                </a:xfrm>
                <a:custGeom>
                  <a:rect b="b" l="l" r="r" t="t"/>
                  <a:pathLst>
                    <a:path extrusionOk="0" h="11" w="1357">
                      <a:moveTo>
                        <a:pt x="0" y="11"/>
                      </a:move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7" y="11"/>
                      </a:lnTo>
                      <a:lnTo>
                        <a:pt x="8" y="11"/>
                      </a:lnTo>
                      <a:lnTo>
                        <a:pt x="10" y="11"/>
                      </a:lnTo>
                      <a:lnTo>
                        <a:pt x="11" y="11"/>
                      </a:lnTo>
                      <a:lnTo>
                        <a:pt x="13" y="11"/>
                      </a:lnTo>
                      <a:lnTo>
                        <a:pt x="14" y="11"/>
                      </a:lnTo>
                      <a:lnTo>
                        <a:pt x="16" y="11"/>
                      </a:lnTo>
                      <a:lnTo>
                        <a:pt x="17" y="11"/>
                      </a:lnTo>
                      <a:lnTo>
                        <a:pt x="19" y="11"/>
                      </a:lnTo>
                      <a:lnTo>
                        <a:pt x="20" y="11"/>
                      </a:lnTo>
                      <a:lnTo>
                        <a:pt x="21" y="11"/>
                      </a:lnTo>
                      <a:lnTo>
                        <a:pt x="23" y="11"/>
                      </a:lnTo>
                      <a:lnTo>
                        <a:pt x="24" y="11"/>
                      </a:lnTo>
                      <a:lnTo>
                        <a:pt x="26" y="11"/>
                      </a:lnTo>
                      <a:lnTo>
                        <a:pt x="27" y="11"/>
                      </a:lnTo>
                      <a:lnTo>
                        <a:pt x="29" y="11"/>
                      </a:lnTo>
                      <a:lnTo>
                        <a:pt x="30" y="11"/>
                      </a:lnTo>
                      <a:lnTo>
                        <a:pt x="32" y="10"/>
                      </a:lnTo>
                      <a:lnTo>
                        <a:pt x="33" y="11"/>
                      </a:lnTo>
                      <a:lnTo>
                        <a:pt x="35" y="10"/>
                      </a:lnTo>
                      <a:lnTo>
                        <a:pt x="36" y="11"/>
                      </a:lnTo>
                      <a:lnTo>
                        <a:pt x="37" y="10"/>
                      </a:lnTo>
                      <a:lnTo>
                        <a:pt x="39" y="11"/>
                      </a:lnTo>
                      <a:lnTo>
                        <a:pt x="40" y="11"/>
                      </a:lnTo>
                      <a:lnTo>
                        <a:pt x="42" y="10"/>
                      </a:lnTo>
                      <a:lnTo>
                        <a:pt x="43" y="10"/>
                      </a:lnTo>
                      <a:lnTo>
                        <a:pt x="45" y="11"/>
                      </a:lnTo>
                      <a:lnTo>
                        <a:pt x="46" y="11"/>
                      </a:lnTo>
                      <a:lnTo>
                        <a:pt x="48" y="11"/>
                      </a:lnTo>
                      <a:lnTo>
                        <a:pt x="49" y="10"/>
                      </a:lnTo>
                      <a:lnTo>
                        <a:pt x="50" y="11"/>
                      </a:lnTo>
                      <a:lnTo>
                        <a:pt x="52" y="11"/>
                      </a:lnTo>
                      <a:lnTo>
                        <a:pt x="53" y="10"/>
                      </a:lnTo>
                      <a:lnTo>
                        <a:pt x="55" y="10"/>
                      </a:lnTo>
                      <a:lnTo>
                        <a:pt x="56" y="10"/>
                      </a:lnTo>
                      <a:lnTo>
                        <a:pt x="58" y="10"/>
                      </a:lnTo>
                      <a:lnTo>
                        <a:pt x="59" y="10"/>
                      </a:lnTo>
                      <a:lnTo>
                        <a:pt x="61" y="10"/>
                      </a:lnTo>
                      <a:lnTo>
                        <a:pt x="62" y="10"/>
                      </a:lnTo>
                      <a:lnTo>
                        <a:pt x="64" y="10"/>
                      </a:lnTo>
                      <a:lnTo>
                        <a:pt x="65" y="10"/>
                      </a:lnTo>
                      <a:lnTo>
                        <a:pt x="66" y="10"/>
                      </a:lnTo>
                      <a:lnTo>
                        <a:pt x="68" y="10"/>
                      </a:lnTo>
                      <a:lnTo>
                        <a:pt x="69" y="10"/>
                      </a:lnTo>
                      <a:lnTo>
                        <a:pt x="71" y="10"/>
                      </a:lnTo>
                      <a:lnTo>
                        <a:pt x="72" y="10"/>
                      </a:lnTo>
                      <a:lnTo>
                        <a:pt x="74" y="10"/>
                      </a:lnTo>
                      <a:lnTo>
                        <a:pt x="75" y="10"/>
                      </a:lnTo>
                      <a:lnTo>
                        <a:pt x="77" y="10"/>
                      </a:lnTo>
                      <a:lnTo>
                        <a:pt x="78" y="10"/>
                      </a:lnTo>
                      <a:lnTo>
                        <a:pt x="79" y="10"/>
                      </a:lnTo>
                      <a:lnTo>
                        <a:pt x="81" y="11"/>
                      </a:lnTo>
                      <a:lnTo>
                        <a:pt x="82" y="11"/>
                      </a:lnTo>
                      <a:lnTo>
                        <a:pt x="84" y="11"/>
                      </a:lnTo>
                      <a:lnTo>
                        <a:pt x="85" y="11"/>
                      </a:lnTo>
                      <a:lnTo>
                        <a:pt x="87" y="11"/>
                      </a:lnTo>
                      <a:lnTo>
                        <a:pt x="88" y="10"/>
                      </a:lnTo>
                      <a:lnTo>
                        <a:pt x="90" y="10"/>
                      </a:lnTo>
                      <a:lnTo>
                        <a:pt x="91" y="11"/>
                      </a:lnTo>
                      <a:lnTo>
                        <a:pt x="93" y="11"/>
                      </a:lnTo>
                      <a:lnTo>
                        <a:pt x="94" y="11"/>
                      </a:lnTo>
                      <a:lnTo>
                        <a:pt x="95" y="11"/>
                      </a:lnTo>
                      <a:lnTo>
                        <a:pt x="97" y="11"/>
                      </a:lnTo>
                      <a:lnTo>
                        <a:pt x="98" y="11"/>
                      </a:lnTo>
                      <a:lnTo>
                        <a:pt x="100" y="11"/>
                      </a:lnTo>
                      <a:lnTo>
                        <a:pt x="101" y="11"/>
                      </a:lnTo>
                      <a:lnTo>
                        <a:pt x="103" y="11"/>
                      </a:lnTo>
                      <a:lnTo>
                        <a:pt x="104" y="11"/>
                      </a:lnTo>
                      <a:lnTo>
                        <a:pt x="106" y="10"/>
                      </a:lnTo>
                      <a:lnTo>
                        <a:pt x="107" y="11"/>
                      </a:lnTo>
                      <a:lnTo>
                        <a:pt x="108" y="11"/>
                      </a:lnTo>
                      <a:lnTo>
                        <a:pt x="110" y="10"/>
                      </a:lnTo>
                      <a:lnTo>
                        <a:pt x="111" y="10"/>
                      </a:lnTo>
                      <a:lnTo>
                        <a:pt x="113" y="7"/>
                      </a:lnTo>
                      <a:lnTo>
                        <a:pt x="114" y="11"/>
                      </a:lnTo>
                      <a:lnTo>
                        <a:pt x="116" y="11"/>
                      </a:lnTo>
                      <a:lnTo>
                        <a:pt x="117" y="11"/>
                      </a:lnTo>
                      <a:lnTo>
                        <a:pt x="119" y="11"/>
                      </a:lnTo>
                      <a:lnTo>
                        <a:pt x="120" y="11"/>
                      </a:lnTo>
                      <a:lnTo>
                        <a:pt x="122" y="11"/>
                      </a:lnTo>
                      <a:lnTo>
                        <a:pt x="123" y="10"/>
                      </a:lnTo>
                      <a:lnTo>
                        <a:pt x="124" y="10"/>
                      </a:lnTo>
                      <a:lnTo>
                        <a:pt x="126" y="10"/>
                      </a:lnTo>
                      <a:lnTo>
                        <a:pt x="127" y="10"/>
                      </a:lnTo>
                      <a:lnTo>
                        <a:pt x="129" y="10"/>
                      </a:lnTo>
                      <a:lnTo>
                        <a:pt x="130" y="10"/>
                      </a:lnTo>
                      <a:lnTo>
                        <a:pt x="132" y="10"/>
                      </a:lnTo>
                      <a:lnTo>
                        <a:pt x="133" y="10"/>
                      </a:lnTo>
                      <a:lnTo>
                        <a:pt x="135" y="10"/>
                      </a:lnTo>
                      <a:lnTo>
                        <a:pt x="136" y="9"/>
                      </a:lnTo>
                      <a:lnTo>
                        <a:pt x="137" y="9"/>
                      </a:lnTo>
                      <a:lnTo>
                        <a:pt x="139" y="9"/>
                      </a:lnTo>
                      <a:lnTo>
                        <a:pt x="140" y="9"/>
                      </a:lnTo>
                      <a:lnTo>
                        <a:pt x="142" y="9"/>
                      </a:lnTo>
                      <a:lnTo>
                        <a:pt x="143" y="9"/>
                      </a:lnTo>
                      <a:lnTo>
                        <a:pt x="145" y="9"/>
                      </a:lnTo>
                      <a:lnTo>
                        <a:pt x="146" y="9"/>
                      </a:lnTo>
                      <a:lnTo>
                        <a:pt x="148" y="9"/>
                      </a:lnTo>
                      <a:lnTo>
                        <a:pt x="149" y="9"/>
                      </a:lnTo>
                      <a:lnTo>
                        <a:pt x="151" y="9"/>
                      </a:lnTo>
                      <a:lnTo>
                        <a:pt x="152" y="8"/>
                      </a:lnTo>
                      <a:lnTo>
                        <a:pt x="153" y="8"/>
                      </a:lnTo>
                      <a:lnTo>
                        <a:pt x="155" y="8"/>
                      </a:lnTo>
                      <a:lnTo>
                        <a:pt x="156" y="8"/>
                      </a:lnTo>
                      <a:lnTo>
                        <a:pt x="158" y="8"/>
                      </a:lnTo>
                      <a:lnTo>
                        <a:pt x="159" y="8"/>
                      </a:lnTo>
                      <a:lnTo>
                        <a:pt x="161" y="8"/>
                      </a:lnTo>
                      <a:lnTo>
                        <a:pt x="162" y="8"/>
                      </a:lnTo>
                      <a:lnTo>
                        <a:pt x="164" y="8"/>
                      </a:lnTo>
                      <a:lnTo>
                        <a:pt x="165" y="8"/>
                      </a:lnTo>
                      <a:lnTo>
                        <a:pt x="166" y="7"/>
                      </a:lnTo>
                      <a:lnTo>
                        <a:pt x="168" y="7"/>
                      </a:lnTo>
                      <a:lnTo>
                        <a:pt x="169" y="7"/>
                      </a:lnTo>
                      <a:lnTo>
                        <a:pt x="171" y="7"/>
                      </a:lnTo>
                      <a:lnTo>
                        <a:pt x="172" y="7"/>
                      </a:lnTo>
                      <a:lnTo>
                        <a:pt x="174" y="7"/>
                      </a:lnTo>
                      <a:lnTo>
                        <a:pt x="175" y="7"/>
                      </a:lnTo>
                      <a:lnTo>
                        <a:pt x="177" y="7"/>
                      </a:lnTo>
                      <a:lnTo>
                        <a:pt x="178" y="7"/>
                      </a:lnTo>
                      <a:lnTo>
                        <a:pt x="180" y="7"/>
                      </a:lnTo>
                      <a:lnTo>
                        <a:pt x="181" y="7"/>
                      </a:lnTo>
                      <a:lnTo>
                        <a:pt x="182" y="7"/>
                      </a:lnTo>
                      <a:lnTo>
                        <a:pt x="184" y="7"/>
                      </a:lnTo>
                      <a:lnTo>
                        <a:pt x="185" y="7"/>
                      </a:lnTo>
                      <a:lnTo>
                        <a:pt x="187" y="7"/>
                      </a:lnTo>
                      <a:lnTo>
                        <a:pt x="188" y="6"/>
                      </a:lnTo>
                      <a:lnTo>
                        <a:pt x="190" y="6"/>
                      </a:lnTo>
                      <a:lnTo>
                        <a:pt x="191" y="6"/>
                      </a:lnTo>
                      <a:lnTo>
                        <a:pt x="193" y="6"/>
                      </a:lnTo>
                      <a:lnTo>
                        <a:pt x="194" y="6"/>
                      </a:lnTo>
                      <a:lnTo>
                        <a:pt x="195" y="6"/>
                      </a:lnTo>
                      <a:lnTo>
                        <a:pt x="197" y="6"/>
                      </a:lnTo>
                      <a:lnTo>
                        <a:pt x="198" y="6"/>
                      </a:lnTo>
                      <a:lnTo>
                        <a:pt x="200" y="6"/>
                      </a:lnTo>
                      <a:lnTo>
                        <a:pt x="201" y="6"/>
                      </a:lnTo>
                      <a:lnTo>
                        <a:pt x="203" y="6"/>
                      </a:lnTo>
                      <a:lnTo>
                        <a:pt x="204" y="6"/>
                      </a:lnTo>
                      <a:lnTo>
                        <a:pt x="206" y="6"/>
                      </a:lnTo>
                      <a:lnTo>
                        <a:pt x="207" y="6"/>
                      </a:lnTo>
                      <a:lnTo>
                        <a:pt x="209" y="6"/>
                      </a:lnTo>
                      <a:lnTo>
                        <a:pt x="210" y="6"/>
                      </a:lnTo>
                      <a:lnTo>
                        <a:pt x="211" y="6"/>
                      </a:lnTo>
                      <a:lnTo>
                        <a:pt x="213" y="5"/>
                      </a:lnTo>
                      <a:lnTo>
                        <a:pt x="214" y="5"/>
                      </a:lnTo>
                      <a:lnTo>
                        <a:pt x="216" y="5"/>
                      </a:lnTo>
                      <a:lnTo>
                        <a:pt x="217" y="5"/>
                      </a:lnTo>
                      <a:lnTo>
                        <a:pt x="219" y="5"/>
                      </a:lnTo>
                      <a:lnTo>
                        <a:pt x="220" y="5"/>
                      </a:lnTo>
                      <a:lnTo>
                        <a:pt x="222" y="5"/>
                      </a:lnTo>
                      <a:lnTo>
                        <a:pt x="223" y="5"/>
                      </a:lnTo>
                      <a:lnTo>
                        <a:pt x="224" y="5"/>
                      </a:lnTo>
                      <a:lnTo>
                        <a:pt x="226" y="4"/>
                      </a:lnTo>
                      <a:lnTo>
                        <a:pt x="227" y="4"/>
                      </a:lnTo>
                      <a:lnTo>
                        <a:pt x="229" y="4"/>
                      </a:lnTo>
                      <a:lnTo>
                        <a:pt x="230" y="4"/>
                      </a:lnTo>
                      <a:lnTo>
                        <a:pt x="232" y="4"/>
                      </a:lnTo>
                      <a:lnTo>
                        <a:pt x="233" y="4"/>
                      </a:lnTo>
                      <a:lnTo>
                        <a:pt x="235" y="4"/>
                      </a:lnTo>
                      <a:lnTo>
                        <a:pt x="236" y="4"/>
                      </a:lnTo>
                      <a:lnTo>
                        <a:pt x="238" y="4"/>
                      </a:lnTo>
                      <a:lnTo>
                        <a:pt x="239" y="4"/>
                      </a:lnTo>
                      <a:lnTo>
                        <a:pt x="240" y="4"/>
                      </a:lnTo>
                      <a:lnTo>
                        <a:pt x="242" y="4"/>
                      </a:lnTo>
                      <a:lnTo>
                        <a:pt x="243" y="4"/>
                      </a:lnTo>
                      <a:lnTo>
                        <a:pt x="245" y="4"/>
                      </a:lnTo>
                      <a:lnTo>
                        <a:pt x="246" y="4"/>
                      </a:lnTo>
                      <a:lnTo>
                        <a:pt x="248" y="4"/>
                      </a:lnTo>
                      <a:lnTo>
                        <a:pt x="249" y="4"/>
                      </a:lnTo>
                      <a:lnTo>
                        <a:pt x="251" y="4"/>
                      </a:lnTo>
                      <a:lnTo>
                        <a:pt x="252" y="4"/>
                      </a:lnTo>
                      <a:lnTo>
                        <a:pt x="253" y="4"/>
                      </a:lnTo>
                      <a:lnTo>
                        <a:pt x="255" y="4"/>
                      </a:lnTo>
                      <a:lnTo>
                        <a:pt x="256" y="4"/>
                      </a:lnTo>
                      <a:lnTo>
                        <a:pt x="258" y="4"/>
                      </a:lnTo>
                      <a:lnTo>
                        <a:pt x="259" y="4"/>
                      </a:lnTo>
                      <a:lnTo>
                        <a:pt x="261" y="4"/>
                      </a:lnTo>
                      <a:lnTo>
                        <a:pt x="262" y="4"/>
                      </a:lnTo>
                      <a:lnTo>
                        <a:pt x="264" y="3"/>
                      </a:lnTo>
                      <a:lnTo>
                        <a:pt x="265" y="4"/>
                      </a:lnTo>
                      <a:lnTo>
                        <a:pt x="267" y="3"/>
                      </a:lnTo>
                      <a:lnTo>
                        <a:pt x="268" y="3"/>
                      </a:lnTo>
                      <a:lnTo>
                        <a:pt x="269" y="4"/>
                      </a:lnTo>
                      <a:lnTo>
                        <a:pt x="271" y="4"/>
                      </a:lnTo>
                      <a:lnTo>
                        <a:pt x="272" y="4"/>
                      </a:lnTo>
                      <a:lnTo>
                        <a:pt x="274" y="4"/>
                      </a:lnTo>
                      <a:lnTo>
                        <a:pt x="275" y="4"/>
                      </a:lnTo>
                      <a:lnTo>
                        <a:pt x="277" y="4"/>
                      </a:lnTo>
                      <a:lnTo>
                        <a:pt x="278" y="4"/>
                      </a:lnTo>
                      <a:lnTo>
                        <a:pt x="280" y="4"/>
                      </a:lnTo>
                      <a:lnTo>
                        <a:pt x="281" y="4"/>
                      </a:lnTo>
                      <a:lnTo>
                        <a:pt x="282" y="3"/>
                      </a:lnTo>
                      <a:lnTo>
                        <a:pt x="284" y="3"/>
                      </a:lnTo>
                      <a:lnTo>
                        <a:pt x="285" y="3"/>
                      </a:lnTo>
                      <a:lnTo>
                        <a:pt x="287" y="3"/>
                      </a:lnTo>
                      <a:lnTo>
                        <a:pt x="288" y="3"/>
                      </a:lnTo>
                      <a:lnTo>
                        <a:pt x="290" y="3"/>
                      </a:lnTo>
                      <a:lnTo>
                        <a:pt x="291" y="3"/>
                      </a:lnTo>
                      <a:lnTo>
                        <a:pt x="293" y="3"/>
                      </a:lnTo>
                      <a:lnTo>
                        <a:pt x="294" y="3"/>
                      </a:lnTo>
                      <a:lnTo>
                        <a:pt x="296" y="3"/>
                      </a:lnTo>
                      <a:lnTo>
                        <a:pt x="297" y="3"/>
                      </a:lnTo>
                      <a:lnTo>
                        <a:pt x="298" y="3"/>
                      </a:lnTo>
                      <a:lnTo>
                        <a:pt x="300" y="3"/>
                      </a:lnTo>
                      <a:lnTo>
                        <a:pt x="301" y="3"/>
                      </a:lnTo>
                      <a:lnTo>
                        <a:pt x="303" y="3"/>
                      </a:lnTo>
                      <a:lnTo>
                        <a:pt x="304" y="3"/>
                      </a:lnTo>
                      <a:lnTo>
                        <a:pt x="306" y="3"/>
                      </a:lnTo>
                      <a:lnTo>
                        <a:pt x="307" y="3"/>
                      </a:lnTo>
                      <a:lnTo>
                        <a:pt x="309" y="3"/>
                      </a:lnTo>
                      <a:lnTo>
                        <a:pt x="310" y="3"/>
                      </a:lnTo>
                      <a:lnTo>
                        <a:pt x="311" y="3"/>
                      </a:lnTo>
                      <a:lnTo>
                        <a:pt x="313" y="3"/>
                      </a:lnTo>
                      <a:lnTo>
                        <a:pt x="314" y="3"/>
                      </a:lnTo>
                      <a:lnTo>
                        <a:pt x="316" y="3"/>
                      </a:lnTo>
                      <a:lnTo>
                        <a:pt x="317" y="3"/>
                      </a:lnTo>
                      <a:lnTo>
                        <a:pt x="319" y="3"/>
                      </a:lnTo>
                      <a:lnTo>
                        <a:pt x="320" y="3"/>
                      </a:lnTo>
                      <a:lnTo>
                        <a:pt x="322" y="3"/>
                      </a:lnTo>
                      <a:lnTo>
                        <a:pt x="323" y="3"/>
                      </a:lnTo>
                      <a:lnTo>
                        <a:pt x="325" y="2"/>
                      </a:lnTo>
                      <a:lnTo>
                        <a:pt x="326" y="2"/>
                      </a:lnTo>
                      <a:lnTo>
                        <a:pt x="327" y="2"/>
                      </a:lnTo>
                      <a:lnTo>
                        <a:pt x="329" y="2"/>
                      </a:lnTo>
                      <a:lnTo>
                        <a:pt x="330" y="2"/>
                      </a:lnTo>
                      <a:lnTo>
                        <a:pt x="332" y="2"/>
                      </a:lnTo>
                      <a:lnTo>
                        <a:pt x="333" y="2"/>
                      </a:lnTo>
                      <a:lnTo>
                        <a:pt x="335" y="2"/>
                      </a:lnTo>
                      <a:lnTo>
                        <a:pt x="336" y="2"/>
                      </a:lnTo>
                      <a:lnTo>
                        <a:pt x="338" y="2"/>
                      </a:lnTo>
                      <a:lnTo>
                        <a:pt x="339" y="2"/>
                      </a:lnTo>
                      <a:lnTo>
                        <a:pt x="340" y="2"/>
                      </a:lnTo>
                      <a:lnTo>
                        <a:pt x="342" y="2"/>
                      </a:lnTo>
                      <a:lnTo>
                        <a:pt x="343" y="2"/>
                      </a:lnTo>
                      <a:lnTo>
                        <a:pt x="345" y="2"/>
                      </a:lnTo>
                      <a:lnTo>
                        <a:pt x="346" y="2"/>
                      </a:lnTo>
                      <a:lnTo>
                        <a:pt x="348" y="2"/>
                      </a:lnTo>
                      <a:lnTo>
                        <a:pt x="349" y="2"/>
                      </a:lnTo>
                      <a:lnTo>
                        <a:pt x="351" y="2"/>
                      </a:lnTo>
                      <a:lnTo>
                        <a:pt x="352" y="2"/>
                      </a:lnTo>
                      <a:lnTo>
                        <a:pt x="354" y="2"/>
                      </a:lnTo>
                      <a:lnTo>
                        <a:pt x="355" y="2"/>
                      </a:lnTo>
                      <a:lnTo>
                        <a:pt x="356" y="2"/>
                      </a:lnTo>
                      <a:lnTo>
                        <a:pt x="358" y="2"/>
                      </a:lnTo>
                      <a:lnTo>
                        <a:pt x="359" y="2"/>
                      </a:lnTo>
                      <a:lnTo>
                        <a:pt x="361" y="2"/>
                      </a:lnTo>
                      <a:lnTo>
                        <a:pt x="362" y="2"/>
                      </a:lnTo>
                      <a:lnTo>
                        <a:pt x="364" y="2"/>
                      </a:lnTo>
                      <a:lnTo>
                        <a:pt x="365" y="2"/>
                      </a:lnTo>
                      <a:lnTo>
                        <a:pt x="367" y="2"/>
                      </a:lnTo>
                      <a:lnTo>
                        <a:pt x="368" y="2"/>
                      </a:lnTo>
                      <a:lnTo>
                        <a:pt x="369" y="2"/>
                      </a:lnTo>
                      <a:lnTo>
                        <a:pt x="371" y="2"/>
                      </a:lnTo>
                      <a:lnTo>
                        <a:pt x="372" y="2"/>
                      </a:lnTo>
                      <a:lnTo>
                        <a:pt x="374" y="2"/>
                      </a:lnTo>
                      <a:lnTo>
                        <a:pt x="375" y="2"/>
                      </a:lnTo>
                      <a:lnTo>
                        <a:pt x="377" y="2"/>
                      </a:lnTo>
                      <a:lnTo>
                        <a:pt x="378" y="2"/>
                      </a:lnTo>
                      <a:lnTo>
                        <a:pt x="380" y="2"/>
                      </a:lnTo>
                      <a:lnTo>
                        <a:pt x="381" y="2"/>
                      </a:lnTo>
                      <a:lnTo>
                        <a:pt x="383" y="2"/>
                      </a:lnTo>
                      <a:lnTo>
                        <a:pt x="384" y="2"/>
                      </a:lnTo>
                      <a:lnTo>
                        <a:pt x="385" y="2"/>
                      </a:lnTo>
                      <a:lnTo>
                        <a:pt x="387" y="2"/>
                      </a:lnTo>
                      <a:lnTo>
                        <a:pt x="388" y="2"/>
                      </a:lnTo>
                      <a:lnTo>
                        <a:pt x="390" y="2"/>
                      </a:lnTo>
                      <a:lnTo>
                        <a:pt x="391" y="2"/>
                      </a:lnTo>
                      <a:lnTo>
                        <a:pt x="393" y="2"/>
                      </a:lnTo>
                      <a:lnTo>
                        <a:pt x="394" y="2"/>
                      </a:lnTo>
                      <a:lnTo>
                        <a:pt x="396" y="2"/>
                      </a:lnTo>
                      <a:lnTo>
                        <a:pt x="397" y="2"/>
                      </a:lnTo>
                      <a:lnTo>
                        <a:pt x="398" y="2"/>
                      </a:lnTo>
                      <a:lnTo>
                        <a:pt x="400" y="2"/>
                      </a:lnTo>
                      <a:lnTo>
                        <a:pt x="401" y="0"/>
                      </a:lnTo>
                      <a:lnTo>
                        <a:pt x="403" y="2"/>
                      </a:lnTo>
                      <a:lnTo>
                        <a:pt x="404" y="1"/>
                      </a:lnTo>
                      <a:lnTo>
                        <a:pt x="406" y="1"/>
                      </a:lnTo>
                      <a:lnTo>
                        <a:pt x="407" y="1"/>
                      </a:lnTo>
                      <a:lnTo>
                        <a:pt x="409" y="1"/>
                      </a:lnTo>
                      <a:lnTo>
                        <a:pt x="410" y="1"/>
                      </a:lnTo>
                      <a:lnTo>
                        <a:pt x="412" y="1"/>
                      </a:lnTo>
                      <a:lnTo>
                        <a:pt x="413" y="1"/>
                      </a:lnTo>
                      <a:lnTo>
                        <a:pt x="414" y="1"/>
                      </a:lnTo>
                      <a:lnTo>
                        <a:pt x="416" y="1"/>
                      </a:lnTo>
                      <a:lnTo>
                        <a:pt x="417" y="2"/>
                      </a:lnTo>
                      <a:lnTo>
                        <a:pt x="419" y="2"/>
                      </a:lnTo>
                      <a:lnTo>
                        <a:pt x="420" y="2"/>
                      </a:lnTo>
                      <a:lnTo>
                        <a:pt x="422" y="2"/>
                      </a:lnTo>
                      <a:lnTo>
                        <a:pt x="423" y="2"/>
                      </a:lnTo>
                      <a:lnTo>
                        <a:pt x="425" y="2"/>
                      </a:lnTo>
                      <a:lnTo>
                        <a:pt x="426" y="2"/>
                      </a:lnTo>
                      <a:lnTo>
                        <a:pt x="427" y="2"/>
                      </a:lnTo>
                      <a:lnTo>
                        <a:pt x="429" y="2"/>
                      </a:lnTo>
                      <a:lnTo>
                        <a:pt x="430" y="2"/>
                      </a:lnTo>
                      <a:lnTo>
                        <a:pt x="432" y="2"/>
                      </a:lnTo>
                      <a:lnTo>
                        <a:pt x="433" y="1"/>
                      </a:lnTo>
                      <a:lnTo>
                        <a:pt x="435" y="1"/>
                      </a:lnTo>
                      <a:lnTo>
                        <a:pt x="436" y="1"/>
                      </a:lnTo>
                      <a:lnTo>
                        <a:pt x="438" y="1"/>
                      </a:lnTo>
                      <a:lnTo>
                        <a:pt x="439" y="1"/>
                      </a:lnTo>
                      <a:lnTo>
                        <a:pt x="441" y="1"/>
                      </a:lnTo>
                      <a:lnTo>
                        <a:pt x="442" y="2"/>
                      </a:lnTo>
                      <a:lnTo>
                        <a:pt x="443" y="2"/>
                      </a:lnTo>
                      <a:lnTo>
                        <a:pt x="445" y="2"/>
                      </a:lnTo>
                      <a:lnTo>
                        <a:pt x="446" y="2"/>
                      </a:lnTo>
                      <a:lnTo>
                        <a:pt x="448" y="2"/>
                      </a:lnTo>
                      <a:lnTo>
                        <a:pt x="449" y="2"/>
                      </a:lnTo>
                      <a:lnTo>
                        <a:pt x="451" y="2"/>
                      </a:lnTo>
                      <a:lnTo>
                        <a:pt x="452" y="2"/>
                      </a:lnTo>
                      <a:lnTo>
                        <a:pt x="454" y="2"/>
                      </a:lnTo>
                      <a:lnTo>
                        <a:pt x="455" y="2"/>
                      </a:lnTo>
                      <a:lnTo>
                        <a:pt x="456" y="2"/>
                      </a:lnTo>
                      <a:lnTo>
                        <a:pt x="458" y="2"/>
                      </a:lnTo>
                      <a:lnTo>
                        <a:pt x="459" y="2"/>
                      </a:lnTo>
                      <a:lnTo>
                        <a:pt x="461" y="2"/>
                      </a:lnTo>
                      <a:lnTo>
                        <a:pt x="462" y="2"/>
                      </a:lnTo>
                      <a:lnTo>
                        <a:pt x="464" y="2"/>
                      </a:lnTo>
                      <a:lnTo>
                        <a:pt x="465" y="2"/>
                      </a:lnTo>
                      <a:lnTo>
                        <a:pt x="467" y="2"/>
                      </a:lnTo>
                      <a:lnTo>
                        <a:pt x="468" y="2"/>
                      </a:lnTo>
                      <a:lnTo>
                        <a:pt x="470" y="2"/>
                      </a:lnTo>
                      <a:lnTo>
                        <a:pt x="471" y="2"/>
                      </a:lnTo>
                      <a:lnTo>
                        <a:pt x="472" y="2"/>
                      </a:lnTo>
                      <a:lnTo>
                        <a:pt x="474" y="2"/>
                      </a:lnTo>
                      <a:lnTo>
                        <a:pt x="475" y="2"/>
                      </a:lnTo>
                      <a:lnTo>
                        <a:pt x="477" y="2"/>
                      </a:lnTo>
                      <a:lnTo>
                        <a:pt x="478" y="2"/>
                      </a:lnTo>
                      <a:lnTo>
                        <a:pt x="480" y="2"/>
                      </a:lnTo>
                      <a:lnTo>
                        <a:pt x="481" y="2"/>
                      </a:lnTo>
                      <a:lnTo>
                        <a:pt x="483" y="2"/>
                      </a:lnTo>
                      <a:lnTo>
                        <a:pt x="484" y="2"/>
                      </a:lnTo>
                      <a:lnTo>
                        <a:pt x="485" y="2"/>
                      </a:lnTo>
                      <a:lnTo>
                        <a:pt x="487" y="2"/>
                      </a:lnTo>
                      <a:lnTo>
                        <a:pt x="488" y="2"/>
                      </a:lnTo>
                      <a:lnTo>
                        <a:pt x="490" y="2"/>
                      </a:lnTo>
                      <a:lnTo>
                        <a:pt x="491" y="2"/>
                      </a:lnTo>
                      <a:lnTo>
                        <a:pt x="493" y="2"/>
                      </a:lnTo>
                      <a:lnTo>
                        <a:pt x="494" y="2"/>
                      </a:lnTo>
                      <a:lnTo>
                        <a:pt x="496" y="2"/>
                      </a:lnTo>
                      <a:lnTo>
                        <a:pt x="497" y="2"/>
                      </a:lnTo>
                      <a:lnTo>
                        <a:pt x="499" y="2"/>
                      </a:lnTo>
                      <a:lnTo>
                        <a:pt x="500" y="2"/>
                      </a:lnTo>
                      <a:lnTo>
                        <a:pt x="501" y="2"/>
                      </a:lnTo>
                      <a:lnTo>
                        <a:pt x="503" y="2"/>
                      </a:lnTo>
                      <a:lnTo>
                        <a:pt x="504" y="2"/>
                      </a:lnTo>
                      <a:lnTo>
                        <a:pt x="506" y="2"/>
                      </a:lnTo>
                      <a:lnTo>
                        <a:pt x="507" y="2"/>
                      </a:lnTo>
                      <a:lnTo>
                        <a:pt x="509" y="2"/>
                      </a:lnTo>
                      <a:lnTo>
                        <a:pt x="510" y="2"/>
                      </a:lnTo>
                      <a:lnTo>
                        <a:pt x="512" y="2"/>
                      </a:lnTo>
                      <a:lnTo>
                        <a:pt x="513" y="2"/>
                      </a:lnTo>
                      <a:lnTo>
                        <a:pt x="514" y="2"/>
                      </a:lnTo>
                      <a:lnTo>
                        <a:pt x="516" y="2"/>
                      </a:lnTo>
                      <a:lnTo>
                        <a:pt x="517" y="2"/>
                      </a:lnTo>
                      <a:lnTo>
                        <a:pt x="519" y="2"/>
                      </a:lnTo>
                      <a:lnTo>
                        <a:pt x="520" y="2"/>
                      </a:lnTo>
                      <a:lnTo>
                        <a:pt x="522" y="2"/>
                      </a:lnTo>
                      <a:lnTo>
                        <a:pt x="523" y="2"/>
                      </a:lnTo>
                      <a:lnTo>
                        <a:pt x="525" y="2"/>
                      </a:lnTo>
                      <a:lnTo>
                        <a:pt x="526" y="2"/>
                      </a:lnTo>
                      <a:lnTo>
                        <a:pt x="528" y="2"/>
                      </a:lnTo>
                      <a:lnTo>
                        <a:pt x="529" y="2"/>
                      </a:lnTo>
                      <a:lnTo>
                        <a:pt x="530" y="2"/>
                      </a:lnTo>
                      <a:lnTo>
                        <a:pt x="532" y="2"/>
                      </a:lnTo>
                      <a:lnTo>
                        <a:pt x="533" y="2"/>
                      </a:lnTo>
                      <a:lnTo>
                        <a:pt x="535" y="2"/>
                      </a:lnTo>
                      <a:lnTo>
                        <a:pt x="536" y="2"/>
                      </a:lnTo>
                      <a:lnTo>
                        <a:pt x="538" y="2"/>
                      </a:lnTo>
                      <a:lnTo>
                        <a:pt x="539" y="2"/>
                      </a:lnTo>
                      <a:lnTo>
                        <a:pt x="541" y="2"/>
                      </a:lnTo>
                      <a:lnTo>
                        <a:pt x="542" y="2"/>
                      </a:lnTo>
                      <a:lnTo>
                        <a:pt x="543" y="2"/>
                      </a:lnTo>
                      <a:lnTo>
                        <a:pt x="545" y="2"/>
                      </a:lnTo>
                      <a:lnTo>
                        <a:pt x="546" y="2"/>
                      </a:lnTo>
                      <a:lnTo>
                        <a:pt x="548" y="2"/>
                      </a:lnTo>
                      <a:lnTo>
                        <a:pt x="549" y="2"/>
                      </a:lnTo>
                      <a:lnTo>
                        <a:pt x="551" y="3"/>
                      </a:lnTo>
                      <a:lnTo>
                        <a:pt x="552" y="3"/>
                      </a:lnTo>
                      <a:lnTo>
                        <a:pt x="554" y="3"/>
                      </a:lnTo>
                      <a:lnTo>
                        <a:pt x="555" y="3"/>
                      </a:lnTo>
                      <a:lnTo>
                        <a:pt x="557" y="3"/>
                      </a:lnTo>
                      <a:lnTo>
                        <a:pt x="558" y="3"/>
                      </a:lnTo>
                      <a:lnTo>
                        <a:pt x="559" y="3"/>
                      </a:lnTo>
                      <a:lnTo>
                        <a:pt x="561" y="3"/>
                      </a:lnTo>
                      <a:lnTo>
                        <a:pt x="562" y="3"/>
                      </a:lnTo>
                      <a:lnTo>
                        <a:pt x="564" y="3"/>
                      </a:lnTo>
                      <a:lnTo>
                        <a:pt x="565" y="3"/>
                      </a:lnTo>
                      <a:lnTo>
                        <a:pt x="567" y="3"/>
                      </a:lnTo>
                      <a:lnTo>
                        <a:pt x="568" y="3"/>
                      </a:lnTo>
                      <a:lnTo>
                        <a:pt x="570" y="3"/>
                      </a:lnTo>
                      <a:lnTo>
                        <a:pt x="571" y="3"/>
                      </a:lnTo>
                      <a:lnTo>
                        <a:pt x="572" y="3"/>
                      </a:lnTo>
                      <a:lnTo>
                        <a:pt x="574" y="3"/>
                      </a:lnTo>
                      <a:lnTo>
                        <a:pt x="575" y="3"/>
                      </a:lnTo>
                      <a:lnTo>
                        <a:pt x="577" y="3"/>
                      </a:lnTo>
                      <a:lnTo>
                        <a:pt x="578" y="3"/>
                      </a:lnTo>
                      <a:lnTo>
                        <a:pt x="580" y="3"/>
                      </a:lnTo>
                      <a:lnTo>
                        <a:pt x="581" y="3"/>
                      </a:lnTo>
                      <a:lnTo>
                        <a:pt x="583" y="3"/>
                      </a:lnTo>
                      <a:lnTo>
                        <a:pt x="584" y="3"/>
                      </a:lnTo>
                      <a:lnTo>
                        <a:pt x="586" y="3"/>
                      </a:lnTo>
                      <a:lnTo>
                        <a:pt x="587" y="3"/>
                      </a:lnTo>
                      <a:lnTo>
                        <a:pt x="588" y="3"/>
                      </a:lnTo>
                      <a:lnTo>
                        <a:pt x="590" y="3"/>
                      </a:lnTo>
                      <a:lnTo>
                        <a:pt x="591" y="3"/>
                      </a:lnTo>
                      <a:lnTo>
                        <a:pt x="593" y="3"/>
                      </a:lnTo>
                      <a:lnTo>
                        <a:pt x="594" y="3"/>
                      </a:lnTo>
                      <a:lnTo>
                        <a:pt x="596" y="3"/>
                      </a:lnTo>
                      <a:lnTo>
                        <a:pt x="597" y="3"/>
                      </a:lnTo>
                      <a:lnTo>
                        <a:pt x="599" y="3"/>
                      </a:lnTo>
                      <a:lnTo>
                        <a:pt x="600" y="3"/>
                      </a:lnTo>
                      <a:lnTo>
                        <a:pt x="601" y="3"/>
                      </a:lnTo>
                      <a:lnTo>
                        <a:pt x="603" y="3"/>
                      </a:lnTo>
                      <a:lnTo>
                        <a:pt x="604" y="3"/>
                      </a:lnTo>
                      <a:lnTo>
                        <a:pt x="606" y="3"/>
                      </a:lnTo>
                      <a:lnTo>
                        <a:pt x="607" y="3"/>
                      </a:lnTo>
                      <a:lnTo>
                        <a:pt x="609" y="3"/>
                      </a:lnTo>
                      <a:lnTo>
                        <a:pt x="610" y="3"/>
                      </a:lnTo>
                      <a:lnTo>
                        <a:pt x="612" y="3"/>
                      </a:lnTo>
                      <a:lnTo>
                        <a:pt x="613" y="3"/>
                      </a:lnTo>
                      <a:lnTo>
                        <a:pt x="615" y="3"/>
                      </a:lnTo>
                      <a:lnTo>
                        <a:pt x="616" y="3"/>
                      </a:lnTo>
                      <a:lnTo>
                        <a:pt x="617" y="3"/>
                      </a:lnTo>
                      <a:lnTo>
                        <a:pt x="619" y="3"/>
                      </a:lnTo>
                      <a:lnTo>
                        <a:pt x="620" y="3"/>
                      </a:lnTo>
                      <a:lnTo>
                        <a:pt x="622" y="3"/>
                      </a:lnTo>
                      <a:lnTo>
                        <a:pt x="623" y="3"/>
                      </a:lnTo>
                      <a:lnTo>
                        <a:pt x="625" y="3"/>
                      </a:lnTo>
                      <a:lnTo>
                        <a:pt x="626" y="3"/>
                      </a:lnTo>
                      <a:lnTo>
                        <a:pt x="628" y="3"/>
                      </a:lnTo>
                      <a:lnTo>
                        <a:pt x="629" y="3"/>
                      </a:lnTo>
                      <a:lnTo>
                        <a:pt x="630" y="3"/>
                      </a:lnTo>
                      <a:lnTo>
                        <a:pt x="632" y="3"/>
                      </a:lnTo>
                      <a:lnTo>
                        <a:pt x="633" y="3"/>
                      </a:lnTo>
                      <a:lnTo>
                        <a:pt x="635" y="3"/>
                      </a:lnTo>
                      <a:lnTo>
                        <a:pt x="636" y="3"/>
                      </a:lnTo>
                      <a:lnTo>
                        <a:pt x="638" y="3"/>
                      </a:lnTo>
                      <a:lnTo>
                        <a:pt x="639" y="3"/>
                      </a:lnTo>
                      <a:lnTo>
                        <a:pt x="641" y="3"/>
                      </a:lnTo>
                      <a:lnTo>
                        <a:pt x="642" y="3"/>
                      </a:lnTo>
                      <a:lnTo>
                        <a:pt x="644" y="3"/>
                      </a:lnTo>
                      <a:lnTo>
                        <a:pt x="645" y="3"/>
                      </a:lnTo>
                      <a:lnTo>
                        <a:pt x="646" y="3"/>
                      </a:lnTo>
                      <a:lnTo>
                        <a:pt x="648" y="3"/>
                      </a:lnTo>
                      <a:lnTo>
                        <a:pt x="649" y="3"/>
                      </a:lnTo>
                      <a:lnTo>
                        <a:pt x="651" y="3"/>
                      </a:lnTo>
                      <a:lnTo>
                        <a:pt x="652" y="3"/>
                      </a:lnTo>
                      <a:lnTo>
                        <a:pt x="654" y="3"/>
                      </a:lnTo>
                      <a:lnTo>
                        <a:pt x="655" y="3"/>
                      </a:lnTo>
                      <a:lnTo>
                        <a:pt x="657" y="3"/>
                      </a:lnTo>
                      <a:lnTo>
                        <a:pt x="658" y="3"/>
                      </a:lnTo>
                      <a:lnTo>
                        <a:pt x="659" y="3"/>
                      </a:lnTo>
                      <a:lnTo>
                        <a:pt x="661" y="3"/>
                      </a:lnTo>
                      <a:lnTo>
                        <a:pt x="662" y="3"/>
                      </a:lnTo>
                      <a:lnTo>
                        <a:pt x="664" y="3"/>
                      </a:lnTo>
                      <a:lnTo>
                        <a:pt x="665" y="3"/>
                      </a:lnTo>
                      <a:lnTo>
                        <a:pt x="667" y="3"/>
                      </a:lnTo>
                      <a:lnTo>
                        <a:pt x="668" y="3"/>
                      </a:lnTo>
                      <a:lnTo>
                        <a:pt x="670" y="3"/>
                      </a:lnTo>
                      <a:lnTo>
                        <a:pt x="671" y="3"/>
                      </a:lnTo>
                      <a:lnTo>
                        <a:pt x="673" y="3"/>
                      </a:lnTo>
                      <a:lnTo>
                        <a:pt x="674" y="3"/>
                      </a:lnTo>
                      <a:lnTo>
                        <a:pt x="675" y="3"/>
                      </a:lnTo>
                      <a:lnTo>
                        <a:pt x="677" y="3"/>
                      </a:lnTo>
                      <a:lnTo>
                        <a:pt x="678" y="3"/>
                      </a:lnTo>
                      <a:lnTo>
                        <a:pt x="680" y="3"/>
                      </a:lnTo>
                      <a:lnTo>
                        <a:pt x="681" y="3"/>
                      </a:lnTo>
                      <a:lnTo>
                        <a:pt x="683" y="3"/>
                      </a:lnTo>
                      <a:lnTo>
                        <a:pt x="684" y="3"/>
                      </a:lnTo>
                      <a:lnTo>
                        <a:pt x="686" y="3"/>
                      </a:lnTo>
                      <a:lnTo>
                        <a:pt x="687" y="3"/>
                      </a:lnTo>
                      <a:lnTo>
                        <a:pt x="688" y="3"/>
                      </a:lnTo>
                      <a:lnTo>
                        <a:pt x="690" y="3"/>
                      </a:lnTo>
                      <a:lnTo>
                        <a:pt x="691" y="3"/>
                      </a:lnTo>
                      <a:lnTo>
                        <a:pt x="693" y="3"/>
                      </a:lnTo>
                      <a:lnTo>
                        <a:pt x="694" y="3"/>
                      </a:lnTo>
                      <a:lnTo>
                        <a:pt x="696" y="3"/>
                      </a:lnTo>
                      <a:lnTo>
                        <a:pt x="697" y="3"/>
                      </a:lnTo>
                      <a:lnTo>
                        <a:pt x="699" y="3"/>
                      </a:lnTo>
                      <a:lnTo>
                        <a:pt x="700" y="3"/>
                      </a:lnTo>
                      <a:lnTo>
                        <a:pt x="702" y="3"/>
                      </a:lnTo>
                      <a:lnTo>
                        <a:pt x="703" y="3"/>
                      </a:lnTo>
                      <a:lnTo>
                        <a:pt x="704" y="3"/>
                      </a:lnTo>
                      <a:lnTo>
                        <a:pt x="706" y="3"/>
                      </a:lnTo>
                      <a:lnTo>
                        <a:pt x="707" y="4"/>
                      </a:lnTo>
                      <a:lnTo>
                        <a:pt x="709" y="4"/>
                      </a:lnTo>
                      <a:lnTo>
                        <a:pt x="710" y="4"/>
                      </a:lnTo>
                      <a:lnTo>
                        <a:pt x="712" y="4"/>
                      </a:lnTo>
                      <a:lnTo>
                        <a:pt x="713" y="4"/>
                      </a:lnTo>
                      <a:lnTo>
                        <a:pt x="715" y="4"/>
                      </a:lnTo>
                      <a:lnTo>
                        <a:pt x="716" y="4"/>
                      </a:lnTo>
                      <a:lnTo>
                        <a:pt x="717" y="4"/>
                      </a:lnTo>
                      <a:lnTo>
                        <a:pt x="719" y="4"/>
                      </a:lnTo>
                      <a:lnTo>
                        <a:pt x="720" y="4"/>
                      </a:lnTo>
                      <a:lnTo>
                        <a:pt x="722" y="4"/>
                      </a:lnTo>
                      <a:lnTo>
                        <a:pt x="723" y="4"/>
                      </a:lnTo>
                      <a:lnTo>
                        <a:pt x="725" y="4"/>
                      </a:lnTo>
                      <a:lnTo>
                        <a:pt x="726" y="4"/>
                      </a:lnTo>
                      <a:lnTo>
                        <a:pt x="728" y="4"/>
                      </a:lnTo>
                      <a:lnTo>
                        <a:pt x="729" y="4"/>
                      </a:lnTo>
                      <a:lnTo>
                        <a:pt x="731" y="4"/>
                      </a:lnTo>
                      <a:lnTo>
                        <a:pt x="732" y="4"/>
                      </a:lnTo>
                      <a:lnTo>
                        <a:pt x="733" y="4"/>
                      </a:lnTo>
                      <a:lnTo>
                        <a:pt x="735" y="4"/>
                      </a:lnTo>
                      <a:lnTo>
                        <a:pt x="736" y="4"/>
                      </a:lnTo>
                      <a:lnTo>
                        <a:pt x="738" y="4"/>
                      </a:lnTo>
                      <a:lnTo>
                        <a:pt x="739" y="4"/>
                      </a:lnTo>
                      <a:lnTo>
                        <a:pt x="741" y="4"/>
                      </a:lnTo>
                      <a:lnTo>
                        <a:pt x="742" y="4"/>
                      </a:lnTo>
                      <a:lnTo>
                        <a:pt x="744" y="4"/>
                      </a:lnTo>
                      <a:lnTo>
                        <a:pt x="745" y="4"/>
                      </a:lnTo>
                      <a:lnTo>
                        <a:pt x="746" y="4"/>
                      </a:lnTo>
                      <a:lnTo>
                        <a:pt x="748" y="4"/>
                      </a:lnTo>
                      <a:lnTo>
                        <a:pt x="749" y="4"/>
                      </a:lnTo>
                      <a:lnTo>
                        <a:pt x="751" y="4"/>
                      </a:lnTo>
                      <a:lnTo>
                        <a:pt x="752" y="4"/>
                      </a:lnTo>
                      <a:lnTo>
                        <a:pt x="754" y="4"/>
                      </a:lnTo>
                      <a:lnTo>
                        <a:pt x="755" y="4"/>
                      </a:lnTo>
                      <a:lnTo>
                        <a:pt x="757" y="4"/>
                      </a:lnTo>
                      <a:lnTo>
                        <a:pt x="758" y="4"/>
                      </a:lnTo>
                      <a:lnTo>
                        <a:pt x="760" y="4"/>
                      </a:lnTo>
                      <a:lnTo>
                        <a:pt x="761" y="4"/>
                      </a:lnTo>
                      <a:lnTo>
                        <a:pt x="762" y="4"/>
                      </a:lnTo>
                      <a:lnTo>
                        <a:pt x="764" y="4"/>
                      </a:lnTo>
                      <a:lnTo>
                        <a:pt x="765" y="4"/>
                      </a:lnTo>
                      <a:lnTo>
                        <a:pt x="767" y="4"/>
                      </a:lnTo>
                      <a:lnTo>
                        <a:pt x="768" y="4"/>
                      </a:lnTo>
                      <a:lnTo>
                        <a:pt x="770" y="4"/>
                      </a:lnTo>
                      <a:lnTo>
                        <a:pt x="771" y="4"/>
                      </a:lnTo>
                      <a:lnTo>
                        <a:pt x="773" y="4"/>
                      </a:lnTo>
                      <a:lnTo>
                        <a:pt x="774" y="4"/>
                      </a:lnTo>
                      <a:lnTo>
                        <a:pt x="775" y="4"/>
                      </a:lnTo>
                      <a:lnTo>
                        <a:pt x="777" y="4"/>
                      </a:lnTo>
                      <a:lnTo>
                        <a:pt x="778" y="4"/>
                      </a:lnTo>
                      <a:lnTo>
                        <a:pt x="780" y="4"/>
                      </a:lnTo>
                      <a:lnTo>
                        <a:pt x="781" y="4"/>
                      </a:lnTo>
                      <a:lnTo>
                        <a:pt x="783" y="4"/>
                      </a:lnTo>
                      <a:lnTo>
                        <a:pt x="784" y="4"/>
                      </a:lnTo>
                      <a:lnTo>
                        <a:pt x="786" y="4"/>
                      </a:lnTo>
                      <a:lnTo>
                        <a:pt x="787" y="4"/>
                      </a:lnTo>
                      <a:lnTo>
                        <a:pt x="789" y="4"/>
                      </a:lnTo>
                      <a:lnTo>
                        <a:pt x="790" y="4"/>
                      </a:lnTo>
                      <a:lnTo>
                        <a:pt x="791" y="4"/>
                      </a:lnTo>
                      <a:lnTo>
                        <a:pt x="793" y="4"/>
                      </a:lnTo>
                      <a:lnTo>
                        <a:pt x="794" y="4"/>
                      </a:lnTo>
                      <a:lnTo>
                        <a:pt x="796" y="4"/>
                      </a:lnTo>
                      <a:lnTo>
                        <a:pt x="797" y="4"/>
                      </a:lnTo>
                      <a:lnTo>
                        <a:pt x="799" y="4"/>
                      </a:lnTo>
                      <a:lnTo>
                        <a:pt x="800" y="4"/>
                      </a:lnTo>
                      <a:lnTo>
                        <a:pt x="802" y="4"/>
                      </a:lnTo>
                      <a:lnTo>
                        <a:pt x="803" y="4"/>
                      </a:lnTo>
                      <a:lnTo>
                        <a:pt x="804" y="4"/>
                      </a:lnTo>
                      <a:lnTo>
                        <a:pt x="806" y="4"/>
                      </a:lnTo>
                      <a:lnTo>
                        <a:pt x="807" y="4"/>
                      </a:lnTo>
                      <a:lnTo>
                        <a:pt x="809" y="4"/>
                      </a:lnTo>
                      <a:lnTo>
                        <a:pt x="810" y="4"/>
                      </a:lnTo>
                      <a:lnTo>
                        <a:pt x="812" y="4"/>
                      </a:lnTo>
                      <a:lnTo>
                        <a:pt x="813" y="4"/>
                      </a:lnTo>
                      <a:lnTo>
                        <a:pt x="815" y="4"/>
                      </a:lnTo>
                      <a:lnTo>
                        <a:pt x="816" y="4"/>
                      </a:lnTo>
                      <a:lnTo>
                        <a:pt x="818" y="4"/>
                      </a:lnTo>
                      <a:lnTo>
                        <a:pt x="819" y="4"/>
                      </a:lnTo>
                      <a:lnTo>
                        <a:pt x="820" y="4"/>
                      </a:lnTo>
                      <a:lnTo>
                        <a:pt x="822" y="4"/>
                      </a:lnTo>
                      <a:lnTo>
                        <a:pt x="823" y="4"/>
                      </a:lnTo>
                      <a:lnTo>
                        <a:pt x="825" y="4"/>
                      </a:lnTo>
                      <a:lnTo>
                        <a:pt x="826" y="4"/>
                      </a:lnTo>
                      <a:lnTo>
                        <a:pt x="828" y="4"/>
                      </a:lnTo>
                      <a:lnTo>
                        <a:pt x="829" y="4"/>
                      </a:lnTo>
                      <a:lnTo>
                        <a:pt x="831" y="4"/>
                      </a:lnTo>
                      <a:lnTo>
                        <a:pt x="832" y="4"/>
                      </a:lnTo>
                      <a:lnTo>
                        <a:pt x="833" y="4"/>
                      </a:lnTo>
                      <a:lnTo>
                        <a:pt x="835" y="4"/>
                      </a:lnTo>
                      <a:lnTo>
                        <a:pt x="836" y="4"/>
                      </a:lnTo>
                      <a:lnTo>
                        <a:pt x="838" y="4"/>
                      </a:lnTo>
                      <a:lnTo>
                        <a:pt x="839" y="4"/>
                      </a:lnTo>
                      <a:lnTo>
                        <a:pt x="841" y="4"/>
                      </a:lnTo>
                      <a:lnTo>
                        <a:pt x="842" y="4"/>
                      </a:lnTo>
                      <a:lnTo>
                        <a:pt x="844" y="4"/>
                      </a:lnTo>
                      <a:lnTo>
                        <a:pt x="845" y="4"/>
                      </a:lnTo>
                      <a:lnTo>
                        <a:pt x="847" y="4"/>
                      </a:lnTo>
                      <a:lnTo>
                        <a:pt x="848" y="4"/>
                      </a:lnTo>
                      <a:lnTo>
                        <a:pt x="849" y="4"/>
                      </a:lnTo>
                      <a:lnTo>
                        <a:pt x="851" y="4"/>
                      </a:lnTo>
                      <a:lnTo>
                        <a:pt x="852" y="4"/>
                      </a:lnTo>
                      <a:lnTo>
                        <a:pt x="854" y="4"/>
                      </a:lnTo>
                      <a:lnTo>
                        <a:pt x="855" y="4"/>
                      </a:lnTo>
                      <a:lnTo>
                        <a:pt x="857" y="4"/>
                      </a:lnTo>
                      <a:lnTo>
                        <a:pt x="858" y="4"/>
                      </a:lnTo>
                      <a:lnTo>
                        <a:pt x="860" y="4"/>
                      </a:lnTo>
                      <a:lnTo>
                        <a:pt x="861" y="4"/>
                      </a:lnTo>
                      <a:lnTo>
                        <a:pt x="862" y="4"/>
                      </a:lnTo>
                      <a:lnTo>
                        <a:pt x="864" y="4"/>
                      </a:lnTo>
                      <a:lnTo>
                        <a:pt x="865" y="4"/>
                      </a:lnTo>
                      <a:lnTo>
                        <a:pt x="867" y="5"/>
                      </a:lnTo>
                      <a:lnTo>
                        <a:pt x="868" y="5"/>
                      </a:lnTo>
                      <a:lnTo>
                        <a:pt x="870" y="5"/>
                      </a:lnTo>
                      <a:lnTo>
                        <a:pt x="871" y="5"/>
                      </a:lnTo>
                      <a:lnTo>
                        <a:pt x="873" y="5"/>
                      </a:lnTo>
                      <a:lnTo>
                        <a:pt x="874" y="5"/>
                      </a:lnTo>
                      <a:lnTo>
                        <a:pt x="876" y="5"/>
                      </a:lnTo>
                      <a:lnTo>
                        <a:pt x="877" y="5"/>
                      </a:lnTo>
                      <a:lnTo>
                        <a:pt x="878" y="4"/>
                      </a:lnTo>
                      <a:lnTo>
                        <a:pt x="880" y="5"/>
                      </a:lnTo>
                      <a:lnTo>
                        <a:pt x="881" y="4"/>
                      </a:lnTo>
                      <a:lnTo>
                        <a:pt x="883" y="4"/>
                      </a:lnTo>
                      <a:lnTo>
                        <a:pt x="884" y="5"/>
                      </a:lnTo>
                      <a:lnTo>
                        <a:pt x="886" y="4"/>
                      </a:lnTo>
                      <a:lnTo>
                        <a:pt x="887" y="4"/>
                      </a:lnTo>
                      <a:lnTo>
                        <a:pt x="889" y="5"/>
                      </a:lnTo>
                      <a:lnTo>
                        <a:pt x="890" y="5"/>
                      </a:lnTo>
                      <a:lnTo>
                        <a:pt x="891" y="5"/>
                      </a:lnTo>
                      <a:lnTo>
                        <a:pt x="893" y="5"/>
                      </a:lnTo>
                      <a:lnTo>
                        <a:pt x="894" y="5"/>
                      </a:lnTo>
                      <a:lnTo>
                        <a:pt x="896" y="5"/>
                      </a:lnTo>
                      <a:lnTo>
                        <a:pt x="897" y="5"/>
                      </a:lnTo>
                      <a:lnTo>
                        <a:pt x="899" y="5"/>
                      </a:lnTo>
                      <a:lnTo>
                        <a:pt x="900" y="5"/>
                      </a:lnTo>
                      <a:lnTo>
                        <a:pt x="902" y="5"/>
                      </a:lnTo>
                      <a:lnTo>
                        <a:pt x="903" y="5"/>
                      </a:lnTo>
                      <a:lnTo>
                        <a:pt x="905" y="4"/>
                      </a:lnTo>
                      <a:lnTo>
                        <a:pt x="906" y="4"/>
                      </a:lnTo>
                      <a:lnTo>
                        <a:pt x="907" y="5"/>
                      </a:lnTo>
                      <a:lnTo>
                        <a:pt x="909" y="5"/>
                      </a:lnTo>
                      <a:lnTo>
                        <a:pt x="910" y="5"/>
                      </a:lnTo>
                      <a:lnTo>
                        <a:pt x="912" y="5"/>
                      </a:lnTo>
                      <a:lnTo>
                        <a:pt x="913" y="5"/>
                      </a:lnTo>
                      <a:lnTo>
                        <a:pt x="915" y="5"/>
                      </a:lnTo>
                      <a:lnTo>
                        <a:pt x="916" y="5"/>
                      </a:lnTo>
                      <a:lnTo>
                        <a:pt x="918" y="5"/>
                      </a:lnTo>
                      <a:lnTo>
                        <a:pt x="919" y="5"/>
                      </a:lnTo>
                      <a:lnTo>
                        <a:pt x="920" y="5"/>
                      </a:lnTo>
                      <a:lnTo>
                        <a:pt x="922" y="5"/>
                      </a:lnTo>
                      <a:lnTo>
                        <a:pt x="923" y="5"/>
                      </a:lnTo>
                      <a:lnTo>
                        <a:pt x="925" y="5"/>
                      </a:lnTo>
                      <a:lnTo>
                        <a:pt x="926" y="5"/>
                      </a:lnTo>
                      <a:lnTo>
                        <a:pt x="928" y="5"/>
                      </a:lnTo>
                      <a:lnTo>
                        <a:pt x="929" y="5"/>
                      </a:lnTo>
                      <a:lnTo>
                        <a:pt x="931" y="5"/>
                      </a:lnTo>
                      <a:lnTo>
                        <a:pt x="932" y="5"/>
                      </a:lnTo>
                      <a:lnTo>
                        <a:pt x="934" y="5"/>
                      </a:lnTo>
                      <a:lnTo>
                        <a:pt x="935" y="5"/>
                      </a:lnTo>
                      <a:lnTo>
                        <a:pt x="936" y="5"/>
                      </a:lnTo>
                      <a:lnTo>
                        <a:pt x="938" y="5"/>
                      </a:lnTo>
                      <a:lnTo>
                        <a:pt x="939" y="5"/>
                      </a:lnTo>
                      <a:lnTo>
                        <a:pt x="941" y="5"/>
                      </a:lnTo>
                      <a:lnTo>
                        <a:pt x="942" y="5"/>
                      </a:lnTo>
                      <a:lnTo>
                        <a:pt x="944" y="5"/>
                      </a:lnTo>
                      <a:lnTo>
                        <a:pt x="945" y="5"/>
                      </a:lnTo>
                      <a:lnTo>
                        <a:pt x="947" y="5"/>
                      </a:lnTo>
                      <a:lnTo>
                        <a:pt x="948" y="5"/>
                      </a:lnTo>
                      <a:lnTo>
                        <a:pt x="949" y="5"/>
                      </a:lnTo>
                      <a:lnTo>
                        <a:pt x="951" y="5"/>
                      </a:lnTo>
                      <a:lnTo>
                        <a:pt x="952" y="5"/>
                      </a:lnTo>
                      <a:lnTo>
                        <a:pt x="954" y="5"/>
                      </a:lnTo>
                      <a:lnTo>
                        <a:pt x="955" y="5"/>
                      </a:lnTo>
                      <a:lnTo>
                        <a:pt x="957" y="5"/>
                      </a:lnTo>
                      <a:lnTo>
                        <a:pt x="958" y="5"/>
                      </a:lnTo>
                      <a:lnTo>
                        <a:pt x="960" y="5"/>
                      </a:lnTo>
                      <a:lnTo>
                        <a:pt x="961" y="5"/>
                      </a:lnTo>
                      <a:lnTo>
                        <a:pt x="963" y="5"/>
                      </a:lnTo>
                      <a:lnTo>
                        <a:pt x="964" y="5"/>
                      </a:lnTo>
                      <a:lnTo>
                        <a:pt x="965" y="5"/>
                      </a:lnTo>
                      <a:lnTo>
                        <a:pt x="967" y="5"/>
                      </a:lnTo>
                      <a:lnTo>
                        <a:pt x="968" y="5"/>
                      </a:lnTo>
                      <a:lnTo>
                        <a:pt x="970" y="5"/>
                      </a:lnTo>
                      <a:lnTo>
                        <a:pt x="971" y="5"/>
                      </a:lnTo>
                      <a:lnTo>
                        <a:pt x="973" y="5"/>
                      </a:lnTo>
                      <a:lnTo>
                        <a:pt x="974" y="5"/>
                      </a:lnTo>
                      <a:lnTo>
                        <a:pt x="976" y="5"/>
                      </a:lnTo>
                      <a:lnTo>
                        <a:pt x="977" y="5"/>
                      </a:lnTo>
                      <a:lnTo>
                        <a:pt x="978" y="5"/>
                      </a:lnTo>
                      <a:lnTo>
                        <a:pt x="980" y="5"/>
                      </a:lnTo>
                      <a:lnTo>
                        <a:pt x="981" y="5"/>
                      </a:lnTo>
                      <a:lnTo>
                        <a:pt x="983" y="5"/>
                      </a:lnTo>
                      <a:lnTo>
                        <a:pt x="984" y="5"/>
                      </a:lnTo>
                      <a:lnTo>
                        <a:pt x="986" y="5"/>
                      </a:lnTo>
                      <a:lnTo>
                        <a:pt x="987" y="5"/>
                      </a:lnTo>
                      <a:lnTo>
                        <a:pt x="989" y="5"/>
                      </a:lnTo>
                      <a:lnTo>
                        <a:pt x="990" y="5"/>
                      </a:lnTo>
                      <a:lnTo>
                        <a:pt x="992" y="5"/>
                      </a:lnTo>
                      <a:lnTo>
                        <a:pt x="993" y="5"/>
                      </a:lnTo>
                      <a:lnTo>
                        <a:pt x="994" y="5"/>
                      </a:lnTo>
                      <a:lnTo>
                        <a:pt x="996" y="5"/>
                      </a:lnTo>
                      <a:lnTo>
                        <a:pt x="997" y="5"/>
                      </a:lnTo>
                      <a:lnTo>
                        <a:pt x="999" y="5"/>
                      </a:lnTo>
                      <a:lnTo>
                        <a:pt x="1000" y="5"/>
                      </a:lnTo>
                      <a:lnTo>
                        <a:pt x="1002" y="5"/>
                      </a:lnTo>
                      <a:lnTo>
                        <a:pt x="1003" y="5"/>
                      </a:lnTo>
                      <a:lnTo>
                        <a:pt x="1005" y="5"/>
                      </a:lnTo>
                      <a:lnTo>
                        <a:pt x="1006" y="5"/>
                      </a:lnTo>
                      <a:lnTo>
                        <a:pt x="1007" y="5"/>
                      </a:lnTo>
                      <a:lnTo>
                        <a:pt x="1009" y="5"/>
                      </a:lnTo>
                      <a:lnTo>
                        <a:pt x="1010" y="6"/>
                      </a:lnTo>
                      <a:lnTo>
                        <a:pt x="1012" y="6"/>
                      </a:lnTo>
                      <a:lnTo>
                        <a:pt x="1013" y="6"/>
                      </a:lnTo>
                      <a:lnTo>
                        <a:pt x="1015" y="5"/>
                      </a:lnTo>
                      <a:lnTo>
                        <a:pt x="1016" y="5"/>
                      </a:lnTo>
                      <a:lnTo>
                        <a:pt x="1018" y="5"/>
                      </a:lnTo>
                      <a:lnTo>
                        <a:pt x="1019" y="5"/>
                      </a:lnTo>
                      <a:lnTo>
                        <a:pt x="1021" y="5"/>
                      </a:lnTo>
                      <a:lnTo>
                        <a:pt x="1022" y="5"/>
                      </a:lnTo>
                      <a:lnTo>
                        <a:pt x="1023" y="5"/>
                      </a:lnTo>
                      <a:lnTo>
                        <a:pt x="1025" y="5"/>
                      </a:lnTo>
                      <a:lnTo>
                        <a:pt x="1026" y="5"/>
                      </a:lnTo>
                      <a:lnTo>
                        <a:pt x="1028" y="5"/>
                      </a:lnTo>
                      <a:lnTo>
                        <a:pt x="1029" y="5"/>
                      </a:lnTo>
                      <a:lnTo>
                        <a:pt x="1031" y="5"/>
                      </a:lnTo>
                      <a:lnTo>
                        <a:pt x="1032" y="5"/>
                      </a:lnTo>
                      <a:lnTo>
                        <a:pt x="1034" y="5"/>
                      </a:lnTo>
                      <a:lnTo>
                        <a:pt x="1035" y="5"/>
                      </a:lnTo>
                      <a:lnTo>
                        <a:pt x="1036" y="5"/>
                      </a:lnTo>
                      <a:lnTo>
                        <a:pt x="1038" y="6"/>
                      </a:lnTo>
                      <a:lnTo>
                        <a:pt x="1039" y="6"/>
                      </a:lnTo>
                      <a:lnTo>
                        <a:pt x="1041" y="6"/>
                      </a:lnTo>
                      <a:lnTo>
                        <a:pt x="1042" y="6"/>
                      </a:lnTo>
                      <a:lnTo>
                        <a:pt x="1044" y="6"/>
                      </a:lnTo>
                      <a:lnTo>
                        <a:pt x="1045" y="6"/>
                      </a:lnTo>
                      <a:lnTo>
                        <a:pt x="1047" y="5"/>
                      </a:lnTo>
                      <a:lnTo>
                        <a:pt x="1048" y="5"/>
                      </a:lnTo>
                      <a:lnTo>
                        <a:pt x="1050" y="5"/>
                      </a:lnTo>
                      <a:lnTo>
                        <a:pt x="1051" y="5"/>
                      </a:lnTo>
                      <a:lnTo>
                        <a:pt x="1052" y="5"/>
                      </a:lnTo>
                      <a:lnTo>
                        <a:pt x="1054" y="5"/>
                      </a:lnTo>
                      <a:lnTo>
                        <a:pt x="1055" y="6"/>
                      </a:lnTo>
                      <a:lnTo>
                        <a:pt x="1057" y="6"/>
                      </a:lnTo>
                      <a:lnTo>
                        <a:pt x="1058" y="6"/>
                      </a:lnTo>
                      <a:lnTo>
                        <a:pt x="1060" y="6"/>
                      </a:lnTo>
                      <a:lnTo>
                        <a:pt x="1061" y="6"/>
                      </a:lnTo>
                      <a:lnTo>
                        <a:pt x="1063" y="6"/>
                      </a:lnTo>
                      <a:lnTo>
                        <a:pt x="1064" y="6"/>
                      </a:lnTo>
                      <a:lnTo>
                        <a:pt x="1065" y="6"/>
                      </a:lnTo>
                      <a:lnTo>
                        <a:pt x="1067" y="6"/>
                      </a:lnTo>
                      <a:lnTo>
                        <a:pt x="1068" y="6"/>
                      </a:lnTo>
                      <a:lnTo>
                        <a:pt x="1070" y="6"/>
                      </a:lnTo>
                      <a:lnTo>
                        <a:pt x="1071" y="6"/>
                      </a:lnTo>
                      <a:lnTo>
                        <a:pt x="1073" y="6"/>
                      </a:lnTo>
                      <a:lnTo>
                        <a:pt x="1074" y="6"/>
                      </a:lnTo>
                      <a:lnTo>
                        <a:pt x="1076" y="6"/>
                      </a:lnTo>
                      <a:lnTo>
                        <a:pt x="1077" y="6"/>
                      </a:lnTo>
                      <a:lnTo>
                        <a:pt x="1079" y="6"/>
                      </a:lnTo>
                      <a:lnTo>
                        <a:pt x="1080" y="6"/>
                      </a:lnTo>
                      <a:lnTo>
                        <a:pt x="1081" y="6"/>
                      </a:lnTo>
                      <a:lnTo>
                        <a:pt x="1083" y="6"/>
                      </a:lnTo>
                      <a:lnTo>
                        <a:pt x="1084" y="6"/>
                      </a:lnTo>
                      <a:lnTo>
                        <a:pt x="1086" y="6"/>
                      </a:lnTo>
                      <a:lnTo>
                        <a:pt x="1087" y="6"/>
                      </a:lnTo>
                      <a:lnTo>
                        <a:pt x="1089" y="6"/>
                      </a:lnTo>
                      <a:lnTo>
                        <a:pt x="1090" y="6"/>
                      </a:lnTo>
                      <a:lnTo>
                        <a:pt x="1092" y="6"/>
                      </a:lnTo>
                      <a:lnTo>
                        <a:pt x="1093" y="6"/>
                      </a:lnTo>
                      <a:lnTo>
                        <a:pt x="1094" y="6"/>
                      </a:lnTo>
                      <a:lnTo>
                        <a:pt x="1096" y="6"/>
                      </a:lnTo>
                      <a:lnTo>
                        <a:pt x="1097" y="6"/>
                      </a:lnTo>
                      <a:lnTo>
                        <a:pt x="1099" y="6"/>
                      </a:lnTo>
                      <a:lnTo>
                        <a:pt x="1100" y="6"/>
                      </a:lnTo>
                      <a:lnTo>
                        <a:pt x="1102" y="6"/>
                      </a:lnTo>
                      <a:lnTo>
                        <a:pt x="1103" y="6"/>
                      </a:lnTo>
                      <a:lnTo>
                        <a:pt x="1105" y="6"/>
                      </a:lnTo>
                      <a:lnTo>
                        <a:pt x="1106" y="6"/>
                      </a:lnTo>
                      <a:lnTo>
                        <a:pt x="1108" y="6"/>
                      </a:lnTo>
                      <a:lnTo>
                        <a:pt x="1109" y="6"/>
                      </a:lnTo>
                      <a:lnTo>
                        <a:pt x="1110" y="6"/>
                      </a:lnTo>
                      <a:lnTo>
                        <a:pt x="1112" y="6"/>
                      </a:lnTo>
                      <a:lnTo>
                        <a:pt x="1113" y="6"/>
                      </a:lnTo>
                      <a:lnTo>
                        <a:pt x="1115" y="6"/>
                      </a:lnTo>
                      <a:lnTo>
                        <a:pt x="1116" y="6"/>
                      </a:lnTo>
                      <a:lnTo>
                        <a:pt x="1118" y="6"/>
                      </a:lnTo>
                      <a:lnTo>
                        <a:pt x="1119" y="6"/>
                      </a:lnTo>
                      <a:lnTo>
                        <a:pt x="1121" y="6"/>
                      </a:lnTo>
                      <a:lnTo>
                        <a:pt x="1122" y="6"/>
                      </a:lnTo>
                      <a:lnTo>
                        <a:pt x="1123" y="6"/>
                      </a:lnTo>
                      <a:lnTo>
                        <a:pt x="1125" y="6"/>
                      </a:lnTo>
                      <a:lnTo>
                        <a:pt x="1126" y="6"/>
                      </a:lnTo>
                      <a:lnTo>
                        <a:pt x="1128" y="6"/>
                      </a:lnTo>
                      <a:lnTo>
                        <a:pt x="1129" y="6"/>
                      </a:lnTo>
                      <a:lnTo>
                        <a:pt x="1131" y="6"/>
                      </a:lnTo>
                      <a:lnTo>
                        <a:pt x="1132" y="6"/>
                      </a:lnTo>
                      <a:lnTo>
                        <a:pt x="1134" y="6"/>
                      </a:lnTo>
                      <a:lnTo>
                        <a:pt x="1135" y="6"/>
                      </a:lnTo>
                      <a:lnTo>
                        <a:pt x="1137" y="6"/>
                      </a:lnTo>
                      <a:lnTo>
                        <a:pt x="1138" y="6"/>
                      </a:lnTo>
                      <a:lnTo>
                        <a:pt x="1139" y="6"/>
                      </a:lnTo>
                      <a:lnTo>
                        <a:pt x="1141" y="6"/>
                      </a:lnTo>
                      <a:lnTo>
                        <a:pt x="1142" y="6"/>
                      </a:lnTo>
                      <a:lnTo>
                        <a:pt x="1144" y="6"/>
                      </a:lnTo>
                      <a:lnTo>
                        <a:pt x="1145" y="6"/>
                      </a:lnTo>
                      <a:lnTo>
                        <a:pt x="1147" y="6"/>
                      </a:lnTo>
                      <a:lnTo>
                        <a:pt x="1148" y="6"/>
                      </a:lnTo>
                      <a:lnTo>
                        <a:pt x="1150" y="6"/>
                      </a:lnTo>
                      <a:lnTo>
                        <a:pt x="1151" y="6"/>
                      </a:lnTo>
                      <a:lnTo>
                        <a:pt x="1152" y="6"/>
                      </a:lnTo>
                      <a:lnTo>
                        <a:pt x="1154" y="6"/>
                      </a:lnTo>
                      <a:lnTo>
                        <a:pt x="1155" y="6"/>
                      </a:lnTo>
                      <a:lnTo>
                        <a:pt x="1157" y="6"/>
                      </a:lnTo>
                      <a:lnTo>
                        <a:pt x="1158" y="6"/>
                      </a:lnTo>
                      <a:lnTo>
                        <a:pt x="1160" y="6"/>
                      </a:lnTo>
                      <a:lnTo>
                        <a:pt x="1161" y="6"/>
                      </a:lnTo>
                      <a:lnTo>
                        <a:pt x="1163" y="6"/>
                      </a:lnTo>
                      <a:lnTo>
                        <a:pt x="1164" y="7"/>
                      </a:lnTo>
                      <a:lnTo>
                        <a:pt x="1166" y="7"/>
                      </a:lnTo>
                      <a:lnTo>
                        <a:pt x="1167" y="7"/>
                      </a:lnTo>
                      <a:lnTo>
                        <a:pt x="1168" y="7"/>
                      </a:lnTo>
                      <a:lnTo>
                        <a:pt x="1170" y="7"/>
                      </a:lnTo>
                      <a:lnTo>
                        <a:pt x="1171" y="7"/>
                      </a:lnTo>
                      <a:lnTo>
                        <a:pt x="1173" y="7"/>
                      </a:lnTo>
                      <a:lnTo>
                        <a:pt x="1174" y="7"/>
                      </a:lnTo>
                      <a:lnTo>
                        <a:pt x="1176" y="7"/>
                      </a:lnTo>
                      <a:lnTo>
                        <a:pt x="1177" y="6"/>
                      </a:lnTo>
                      <a:lnTo>
                        <a:pt x="1179" y="7"/>
                      </a:lnTo>
                      <a:lnTo>
                        <a:pt x="1180" y="7"/>
                      </a:lnTo>
                      <a:lnTo>
                        <a:pt x="1181" y="7"/>
                      </a:lnTo>
                      <a:lnTo>
                        <a:pt x="1183" y="7"/>
                      </a:lnTo>
                      <a:lnTo>
                        <a:pt x="1184" y="7"/>
                      </a:lnTo>
                      <a:lnTo>
                        <a:pt x="1186" y="7"/>
                      </a:lnTo>
                      <a:lnTo>
                        <a:pt x="1187" y="7"/>
                      </a:lnTo>
                      <a:lnTo>
                        <a:pt x="1189" y="7"/>
                      </a:lnTo>
                      <a:lnTo>
                        <a:pt x="1190" y="7"/>
                      </a:lnTo>
                      <a:lnTo>
                        <a:pt x="1192" y="7"/>
                      </a:lnTo>
                      <a:lnTo>
                        <a:pt x="1193" y="7"/>
                      </a:lnTo>
                      <a:lnTo>
                        <a:pt x="1195" y="7"/>
                      </a:lnTo>
                      <a:lnTo>
                        <a:pt x="1196" y="7"/>
                      </a:lnTo>
                      <a:lnTo>
                        <a:pt x="1197" y="7"/>
                      </a:lnTo>
                      <a:lnTo>
                        <a:pt x="1199" y="7"/>
                      </a:lnTo>
                      <a:lnTo>
                        <a:pt x="1200" y="7"/>
                      </a:lnTo>
                      <a:lnTo>
                        <a:pt x="1202" y="7"/>
                      </a:lnTo>
                      <a:lnTo>
                        <a:pt x="1203" y="7"/>
                      </a:lnTo>
                      <a:lnTo>
                        <a:pt x="1205" y="7"/>
                      </a:lnTo>
                      <a:lnTo>
                        <a:pt x="1206" y="7"/>
                      </a:lnTo>
                      <a:lnTo>
                        <a:pt x="1208" y="7"/>
                      </a:lnTo>
                      <a:lnTo>
                        <a:pt x="1209" y="7"/>
                      </a:lnTo>
                      <a:lnTo>
                        <a:pt x="1210" y="7"/>
                      </a:lnTo>
                      <a:lnTo>
                        <a:pt x="1212" y="7"/>
                      </a:lnTo>
                      <a:lnTo>
                        <a:pt x="1213" y="7"/>
                      </a:lnTo>
                      <a:lnTo>
                        <a:pt x="1215" y="7"/>
                      </a:lnTo>
                      <a:lnTo>
                        <a:pt x="1216" y="7"/>
                      </a:lnTo>
                      <a:lnTo>
                        <a:pt x="1218" y="7"/>
                      </a:lnTo>
                      <a:lnTo>
                        <a:pt x="1219" y="7"/>
                      </a:lnTo>
                      <a:lnTo>
                        <a:pt x="1221" y="7"/>
                      </a:lnTo>
                      <a:lnTo>
                        <a:pt x="1222" y="7"/>
                      </a:lnTo>
                      <a:lnTo>
                        <a:pt x="1224" y="7"/>
                      </a:lnTo>
                      <a:lnTo>
                        <a:pt x="1225" y="7"/>
                      </a:lnTo>
                      <a:lnTo>
                        <a:pt x="1226" y="7"/>
                      </a:lnTo>
                      <a:lnTo>
                        <a:pt x="1228" y="7"/>
                      </a:lnTo>
                      <a:lnTo>
                        <a:pt x="1229" y="7"/>
                      </a:lnTo>
                      <a:lnTo>
                        <a:pt x="1231" y="7"/>
                      </a:lnTo>
                      <a:lnTo>
                        <a:pt x="1232" y="7"/>
                      </a:lnTo>
                      <a:lnTo>
                        <a:pt x="1234" y="7"/>
                      </a:lnTo>
                      <a:lnTo>
                        <a:pt x="1235" y="7"/>
                      </a:lnTo>
                      <a:lnTo>
                        <a:pt x="1237" y="7"/>
                      </a:lnTo>
                      <a:lnTo>
                        <a:pt x="1238" y="7"/>
                      </a:lnTo>
                      <a:lnTo>
                        <a:pt x="1239" y="7"/>
                      </a:lnTo>
                      <a:lnTo>
                        <a:pt x="1241" y="7"/>
                      </a:lnTo>
                      <a:lnTo>
                        <a:pt x="1242" y="7"/>
                      </a:lnTo>
                      <a:lnTo>
                        <a:pt x="1244" y="7"/>
                      </a:lnTo>
                      <a:lnTo>
                        <a:pt x="1245" y="7"/>
                      </a:lnTo>
                      <a:lnTo>
                        <a:pt x="1247" y="7"/>
                      </a:lnTo>
                      <a:lnTo>
                        <a:pt x="1248" y="7"/>
                      </a:lnTo>
                      <a:lnTo>
                        <a:pt x="1250" y="7"/>
                      </a:lnTo>
                      <a:lnTo>
                        <a:pt x="1251" y="7"/>
                      </a:lnTo>
                      <a:lnTo>
                        <a:pt x="1253" y="6"/>
                      </a:lnTo>
                      <a:lnTo>
                        <a:pt x="1254" y="6"/>
                      </a:lnTo>
                      <a:lnTo>
                        <a:pt x="1255" y="7"/>
                      </a:lnTo>
                      <a:lnTo>
                        <a:pt x="1257" y="6"/>
                      </a:lnTo>
                      <a:lnTo>
                        <a:pt x="1258" y="7"/>
                      </a:lnTo>
                      <a:lnTo>
                        <a:pt x="1260" y="7"/>
                      </a:lnTo>
                      <a:lnTo>
                        <a:pt x="1261" y="7"/>
                      </a:lnTo>
                      <a:lnTo>
                        <a:pt x="1263" y="7"/>
                      </a:lnTo>
                      <a:lnTo>
                        <a:pt x="1264" y="7"/>
                      </a:lnTo>
                      <a:lnTo>
                        <a:pt x="1266" y="7"/>
                      </a:lnTo>
                      <a:lnTo>
                        <a:pt x="1267" y="7"/>
                      </a:lnTo>
                      <a:lnTo>
                        <a:pt x="1268" y="7"/>
                      </a:lnTo>
                      <a:lnTo>
                        <a:pt x="1270" y="7"/>
                      </a:lnTo>
                      <a:lnTo>
                        <a:pt x="1271" y="7"/>
                      </a:lnTo>
                      <a:lnTo>
                        <a:pt x="1273" y="7"/>
                      </a:lnTo>
                      <a:lnTo>
                        <a:pt x="1274" y="7"/>
                      </a:lnTo>
                      <a:lnTo>
                        <a:pt x="1276" y="7"/>
                      </a:lnTo>
                      <a:lnTo>
                        <a:pt x="1277" y="7"/>
                      </a:lnTo>
                      <a:lnTo>
                        <a:pt x="1279" y="7"/>
                      </a:lnTo>
                      <a:lnTo>
                        <a:pt x="1280" y="7"/>
                      </a:lnTo>
                      <a:lnTo>
                        <a:pt x="1282" y="7"/>
                      </a:lnTo>
                      <a:lnTo>
                        <a:pt x="1283" y="7"/>
                      </a:lnTo>
                      <a:lnTo>
                        <a:pt x="1284" y="7"/>
                      </a:lnTo>
                      <a:lnTo>
                        <a:pt x="1286" y="7"/>
                      </a:lnTo>
                      <a:lnTo>
                        <a:pt x="1287" y="7"/>
                      </a:lnTo>
                      <a:lnTo>
                        <a:pt x="1289" y="7"/>
                      </a:lnTo>
                      <a:lnTo>
                        <a:pt x="1290" y="7"/>
                      </a:lnTo>
                      <a:lnTo>
                        <a:pt x="1292" y="7"/>
                      </a:lnTo>
                      <a:lnTo>
                        <a:pt x="1293" y="7"/>
                      </a:lnTo>
                      <a:lnTo>
                        <a:pt x="1295" y="7"/>
                      </a:lnTo>
                      <a:lnTo>
                        <a:pt x="1296" y="7"/>
                      </a:lnTo>
                      <a:lnTo>
                        <a:pt x="1297" y="7"/>
                      </a:lnTo>
                      <a:lnTo>
                        <a:pt x="1299" y="7"/>
                      </a:lnTo>
                      <a:lnTo>
                        <a:pt x="1300" y="7"/>
                      </a:lnTo>
                      <a:lnTo>
                        <a:pt x="1302" y="7"/>
                      </a:lnTo>
                      <a:lnTo>
                        <a:pt x="1303" y="7"/>
                      </a:lnTo>
                      <a:lnTo>
                        <a:pt x="1305" y="7"/>
                      </a:lnTo>
                      <a:lnTo>
                        <a:pt x="1306" y="7"/>
                      </a:lnTo>
                      <a:lnTo>
                        <a:pt x="1308" y="7"/>
                      </a:lnTo>
                      <a:lnTo>
                        <a:pt x="1309" y="7"/>
                      </a:lnTo>
                      <a:lnTo>
                        <a:pt x="1311" y="7"/>
                      </a:lnTo>
                      <a:lnTo>
                        <a:pt x="1312" y="7"/>
                      </a:lnTo>
                      <a:lnTo>
                        <a:pt x="1313" y="7"/>
                      </a:lnTo>
                      <a:lnTo>
                        <a:pt x="1315" y="7"/>
                      </a:lnTo>
                      <a:lnTo>
                        <a:pt x="1316" y="7"/>
                      </a:lnTo>
                      <a:lnTo>
                        <a:pt x="1318" y="7"/>
                      </a:lnTo>
                      <a:lnTo>
                        <a:pt x="1319" y="7"/>
                      </a:lnTo>
                      <a:lnTo>
                        <a:pt x="1321" y="7"/>
                      </a:lnTo>
                      <a:lnTo>
                        <a:pt x="1322" y="7"/>
                      </a:lnTo>
                      <a:lnTo>
                        <a:pt x="1324" y="7"/>
                      </a:lnTo>
                      <a:lnTo>
                        <a:pt x="1325" y="7"/>
                      </a:lnTo>
                      <a:lnTo>
                        <a:pt x="1326" y="7"/>
                      </a:lnTo>
                      <a:lnTo>
                        <a:pt x="1328" y="7"/>
                      </a:lnTo>
                      <a:lnTo>
                        <a:pt x="1329" y="7"/>
                      </a:lnTo>
                      <a:lnTo>
                        <a:pt x="1331" y="7"/>
                      </a:lnTo>
                      <a:lnTo>
                        <a:pt x="1332" y="7"/>
                      </a:lnTo>
                      <a:lnTo>
                        <a:pt x="1334" y="7"/>
                      </a:lnTo>
                      <a:lnTo>
                        <a:pt x="1335" y="7"/>
                      </a:lnTo>
                      <a:lnTo>
                        <a:pt x="1337" y="7"/>
                      </a:lnTo>
                      <a:lnTo>
                        <a:pt x="1338" y="7"/>
                      </a:lnTo>
                      <a:lnTo>
                        <a:pt x="1340" y="7"/>
                      </a:lnTo>
                      <a:lnTo>
                        <a:pt x="1341" y="7"/>
                      </a:lnTo>
                      <a:lnTo>
                        <a:pt x="1342" y="7"/>
                      </a:lnTo>
                      <a:lnTo>
                        <a:pt x="1344" y="7"/>
                      </a:lnTo>
                      <a:lnTo>
                        <a:pt x="1345" y="7"/>
                      </a:lnTo>
                      <a:lnTo>
                        <a:pt x="1347" y="7"/>
                      </a:lnTo>
                      <a:lnTo>
                        <a:pt x="1348" y="7"/>
                      </a:lnTo>
                      <a:lnTo>
                        <a:pt x="1350" y="7"/>
                      </a:lnTo>
                      <a:lnTo>
                        <a:pt x="1351" y="7"/>
                      </a:lnTo>
                      <a:lnTo>
                        <a:pt x="1353" y="7"/>
                      </a:lnTo>
                      <a:lnTo>
                        <a:pt x="1354" y="7"/>
                      </a:lnTo>
                      <a:lnTo>
                        <a:pt x="1355" y="7"/>
                      </a:lnTo>
                      <a:lnTo>
                        <a:pt x="1357" y="7"/>
                      </a:lnTo>
                    </a:path>
                  </a:pathLst>
                </a:custGeom>
                <a:noFill/>
                <a:ln cap="flat" cmpd="sng" w="25400">
                  <a:solidFill>
                    <a:srgbClr val="00CED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19"/>
                <p:cNvSpPr/>
                <p:nvPr/>
              </p:nvSpPr>
              <p:spPr>
                <a:xfrm flipH="1" rot="10800000">
                  <a:off x="3179763" y="3227388"/>
                  <a:ext cx="3584575" cy="39688"/>
                </a:xfrm>
                <a:custGeom>
                  <a:rect b="b" l="l" r="r" t="t"/>
                  <a:pathLst>
                    <a:path extrusionOk="0" h="18" w="1357">
                      <a:moveTo>
                        <a:pt x="0" y="17"/>
                      </a:moveTo>
                      <a:lnTo>
                        <a:pt x="1" y="17"/>
                      </a:lnTo>
                      <a:lnTo>
                        <a:pt x="2" y="17"/>
                      </a:lnTo>
                      <a:lnTo>
                        <a:pt x="4" y="16"/>
                      </a:lnTo>
                      <a:lnTo>
                        <a:pt x="5" y="16"/>
                      </a:lnTo>
                      <a:lnTo>
                        <a:pt x="7" y="16"/>
                      </a:lnTo>
                      <a:lnTo>
                        <a:pt x="8" y="16"/>
                      </a:lnTo>
                      <a:lnTo>
                        <a:pt x="10" y="16"/>
                      </a:lnTo>
                      <a:lnTo>
                        <a:pt x="11" y="16"/>
                      </a:lnTo>
                      <a:lnTo>
                        <a:pt x="13" y="16"/>
                      </a:lnTo>
                      <a:lnTo>
                        <a:pt x="14" y="16"/>
                      </a:lnTo>
                      <a:lnTo>
                        <a:pt x="16" y="16"/>
                      </a:lnTo>
                      <a:lnTo>
                        <a:pt x="17" y="16"/>
                      </a:lnTo>
                      <a:lnTo>
                        <a:pt x="18" y="16"/>
                      </a:lnTo>
                      <a:lnTo>
                        <a:pt x="20" y="16"/>
                      </a:lnTo>
                      <a:lnTo>
                        <a:pt x="21" y="16"/>
                      </a:lnTo>
                      <a:lnTo>
                        <a:pt x="23" y="16"/>
                      </a:lnTo>
                      <a:lnTo>
                        <a:pt x="24" y="16"/>
                      </a:lnTo>
                      <a:lnTo>
                        <a:pt x="26" y="16"/>
                      </a:lnTo>
                      <a:lnTo>
                        <a:pt x="27" y="16"/>
                      </a:lnTo>
                      <a:lnTo>
                        <a:pt x="29" y="16"/>
                      </a:lnTo>
                      <a:lnTo>
                        <a:pt x="30" y="16"/>
                      </a:lnTo>
                      <a:lnTo>
                        <a:pt x="31" y="16"/>
                      </a:lnTo>
                      <a:lnTo>
                        <a:pt x="33" y="17"/>
                      </a:lnTo>
                      <a:lnTo>
                        <a:pt x="34" y="17"/>
                      </a:lnTo>
                      <a:lnTo>
                        <a:pt x="36" y="17"/>
                      </a:lnTo>
                      <a:lnTo>
                        <a:pt x="37" y="16"/>
                      </a:lnTo>
                      <a:lnTo>
                        <a:pt x="39" y="16"/>
                      </a:lnTo>
                      <a:lnTo>
                        <a:pt x="40" y="16"/>
                      </a:lnTo>
                      <a:lnTo>
                        <a:pt x="42" y="16"/>
                      </a:lnTo>
                      <a:lnTo>
                        <a:pt x="43" y="16"/>
                      </a:lnTo>
                      <a:lnTo>
                        <a:pt x="45" y="16"/>
                      </a:lnTo>
                      <a:lnTo>
                        <a:pt x="46" y="16"/>
                      </a:lnTo>
                      <a:lnTo>
                        <a:pt x="47" y="16"/>
                      </a:lnTo>
                      <a:lnTo>
                        <a:pt x="49" y="16"/>
                      </a:lnTo>
                      <a:lnTo>
                        <a:pt x="50" y="16"/>
                      </a:lnTo>
                      <a:lnTo>
                        <a:pt x="52" y="17"/>
                      </a:lnTo>
                      <a:lnTo>
                        <a:pt x="53" y="16"/>
                      </a:lnTo>
                      <a:lnTo>
                        <a:pt x="55" y="16"/>
                      </a:lnTo>
                      <a:lnTo>
                        <a:pt x="56" y="16"/>
                      </a:lnTo>
                      <a:lnTo>
                        <a:pt x="58" y="16"/>
                      </a:lnTo>
                      <a:lnTo>
                        <a:pt x="59" y="16"/>
                      </a:lnTo>
                      <a:lnTo>
                        <a:pt x="60" y="16"/>
                      </a:lnTo>
                      <a:lnTo>
                        <a:pt x="62" y="16"/>
                      </a:lnTo>
                      <a:lnTo>
                        <a:pt x="63" y="16"/>
                      </a:lnTo>
                      <a:lnTo>
                        <a:pt x="65" y="17"/>
                      </a:lnTo>
                      <a:lnTo>
                        <a:pt x="66" y="17"/>
                      </a:lnTo>
                      <a:lnTo>
                        <a:pt x="68" y="17"/>
                      </a:lnTo>
                      <a:lnTo>
                        <a:pt x="69" y="17"/>
                      </a:lnTo>
                      <a:lnTo>
                        <a:pt x="71" y="17"/>
                      </a:lnTo>
                      <a:lnTo>
                        <a:pt x="72" y="17"/>
                      </a:lnTo>
                      <a:lnTo>
                        <a:pt x="74" y="17"/>
                      </a:lnTo>
                      <a:lnTo>
                        <a:pt x="75" y="17"/>
                      </a:lnTo>
                      <a:lnTo>
                        <a:pt x="76" y="17"/>
                      </a:lnTo>
                      <a:lnTo>
                        <a:pt x="78" y="17"/>
                      </a:lnTo>
                      <a:lnTo>
                        <a:pt x="79" y="17"/>
                      </a:lnTo>
                      <a:lnTo>
                        <a:pt x="81" y="17"/>
                      </a:lnTo>
                      <a:lnTo>
                        <a:pt x="82" y="17"/>
                      </a:lnTo>
                      <a:lnTo>
                        <a:pt x="84" y="17"/>
                      </a:lnTo>
                      <a:lnTo>
                        <a:pt x="85" y="17"/>
                      </a:lnTo>
                      <a:lnTo>
                        <a:pt x="87" y="17"/>
                      </a:lnTo>
                      <a:lnTo>
                        <a:pt x="88" y="17"/>
                      </a:lnTo>
                      <a:lnTo>
                        <a:pt x="89" y="17"/>
                      </a:lnTo>
                      <a:lnTo>
                        <a:pt x="91" y="17"/>
                      </a:lnTo>
                      <a:lnTo>
                        <a:pt x="92" y="17"/>
                      </a:lnTo>
                      <a:lnTo>
                        <a:pt x="94" y="17"/>
                      </a:lnTo>
                      <a:lnTo>
                        <a:pt x="95" y="17"/>
                      </a:lnTo>
                      <a:lnTo>
                        <a:pt x="97" y="17"/>
                      </a:lnTo>
                      <a:lnTo>
                        <a:pt x="98" y="17"/>
                      </a:lnTo>
                      <a:lnTo>
                        <a:pt x="100" y="17"/>
                      </a:lnTo>
                      <a:lnTo>
                        <a:pt x="101" y="17"/>
                      </a:lnTo>
                      <a:lnTo>
                        <a:pt x="103" y="17"/>
                      </a:lnTo>
                      <a:lnTo>
                        <a:pt x="104" y="17"/>
                      </a:lnTo>
                      <a:lnTo>
                        <a:pt x="105" y="17"/>
                      </a:lnTo>
                      <a:lnTo>
                        <a:pt x="107" y="17"/>
                      </a:lnTo>
                      <a:lnTo>
                        <a:pt x="108" y="16"/>
                      </a:lnTo>
                      <a:lnTo>
                        <a:pt x="110" y="16"/>
                      </a:lnTo>
                      <a:lnTo>
                        <a:pt x="111" y="16"/>
                      </a:lnTo>
                      <a:lnTo>
                        <a:pt x="113" y="15"/>
                      </a:lnTo>
                      <a:lnTo>
                        <a:pt x="114" y="16"/>
                      </a:lnTo>
                      <a:lnTo>
                        <a:pt x="116" y="16"/>
                      </a:lnTo>
                      <a:lnTo>
                        <a:pt x="117" y="16"/>
                      </a:lnTo>
                      <a:lnTo>
                        <a:pt x="118" y="16"/>
                      </a:lnTo>
                      <a:lnTo>
                        <a:pt x="120" y="15"/>
                      </a:lnTo>
                      <a:lnTo>
                        <a:pt x="121" y="15"/>
                      </a:lnTo>
                      <a:lnTo>
                        <a:pt x="123" y="15"/>
                      </a:lnTo>
                      <a:lnTo>
                        <a:pt x="124" y="14"/>
                      </a:lnTo>
                      <a:lnTo>
                        <a:pt x="126" y="14"/>
                      </a:lnTo>
                      <a:lnTo>
                        <a:pt x="127" y="14"/>
                      </a:lnTo>
                      <a:lnTo>
                        <a:pt x="129" y="14"/>
                      </a:lnTo>
                      <a:lnTo>
                        <a:pt x="130" y="13"/>
                      </a:lnTo>
                      <a:lnTo>
                        <a:pt x="132" y="13"/>
                      </a:lnTo>
                      <a:lnTo>
                        <a:pt x="133" y="13"/>
                      </a:lnTo>
                      <a:lnTo>
                        <a:pt x="134" y="13"/>
                      </a:lnTo>
                      <a:lnTo>
                        <a:pt x="136" y="13"/>
                      </a:lnTo>
                      <a:lnTo>
                        <a:pt x="137" y="12"/>
                      </a:lnTo>
                      <a:lnTo>
                        <a:pt x="139" y="12"/>
                      </a:lnTo>
                      <a:lnTo>
                        <a:pt x="140" y="12"/>
                      </a:lnTo>
                      <a:lnTo>
                        <a:pt x="142" y="12"/>
                      </a:lnTo>
                      <a:lnTo>
                        <a:pt x="143" y="11"/>
                      </a:lnTo>
                      <a:lnTo>
                        <a:pt x="145" y="11"/>
                      </a:lnTo>
                      <a:lnTo>
                        <a:pt x="146" y="11"/>
                      </a:lnTo>
                      <a:lnTo>
                        <a:pt x="147" y="11"/>
                      </a:lnTo>
                      <a:lnTo>
                        <a:pt x="149" y="10"/>
                      </a:lnTo>
                      <a:lnTo>
                        <a:pt x="150" y="10"/>
                      </a:lnTo>
                      <a:lnTo>
                        <a:pt x="152" y="10"/>
                      </a:lnTo>
                      <a:lnTo>
                        <a:pt x="153" y="10"/>
                      </a:lnTo>
                      <a:lnTo>
                        <a:pt x="155" y="10"/>
                      </a:lnTo>
                      <a:lnTo>
                        <a:pt x="156" y="9"/>
                      </a:lnTo>
                      <a:lnTo>
                        <a:pt x="158" y="9"/>
                      </a:lnTo>
                      <a:lnTo>
                        <a:pt x="159" y="9"/>
                      </a:lnTo>
                      <a:lnTo>
                        <a:pt x="161" y="9"/>
                      </a:lnTo>
                      <a:lnTo>
                        <a:pt x="162" y="9"/>
                      </a:lnTo>
                      <a:lnTo>
                        <a:pt x="163" y="9"/>
                      </a:lnTo>
                      <a:lnTo>
                        <a:pt x="165" y="8"/>
                      </a:lnTo>
                      <a:lnTo>
                        <a:pt x="166" y="8"/>
                      </a:lnTo>
                      <a:lnTo>
                        <a:pt x="168" y="8"/>
                      </a:lnTo>
                      <a:lnTo>
                        <a:pt x="169" y="8"/>
                      </a:lnTo>
                      <a:lnTo>
                        <a:pt x="171" y="8"/>
                      </a:lnTo>
                      <a:lnTo>
                        <a:pt x="172" y="8"/>
                      </a:lnTo>
                      <a:lnTo>
                        <a:pt x="174" y="8"/>
                      </a:lnTo>
                      <a:lnTo>
                        <a:pt x="175" y="7"/>
                      </a:lnTo>
                      <a:lnTo>
                        <a:pt x="176" y="7"/>
                      </a:lnTo>
                      <a:lnTo>
                        <a:pt x="178" y="7"/>
                      </a:lnTo>
                      <a:lnTo>
                        <a:pt x="179" y="7"/>
                      </a:lnTo>
                      <a:lnTo>
                        <a:pt x="181" y="7"/>
                      </a:lnTo>
                      <a:lnTo>
                        <a:pt x="182" y="7"/>
                      </a:lnTo>
                      <a:lnTo>
                        <a:pt x="184" y="7"/>
                      </a:lnTo>
                      <a:lnTo>
                        <a:pt x="185" y="7"/>
                      </a:lnTo>
                      <a:lnTo>
                        <a:pt x="187" y="7"/>
                      </a:lnTo>
                      <a:lnTo>
                        <a:pt x="188" y="6"/>
                      </a:lnTo>
                      <a:lnTo>
                        <a:pt x="190" y="6"/>
                      </a:lnTo>
                      <a:lnTo>
                        <a:pt x="191" y="6"/>
                      </a:lnTo>
                      <a:lnTo>
                        <a:pt x="192" y="6"/>
                      </a:lnTo>
                      <a:lnTo>
                        <a:pt x="194" y="6"/>
                      </a:lnTo>
                      <a:lnTo>
                        <a:pt x="195" y="6"/>
                      </a:lnTo>
                      <a:lnTo>
                        <a:pt x="197" y="6"/>
                      </a:lnTo>
                      <a:lnTo>
                        <a:pt x="198" y="6"/>
                      </a:lnTo>
                      <a:lnTo>
                        <a:pt x="200" y="5"/>
                      </a:lnTo>
                      <a:lnTo>
                        <a:pt x="201" y="5"/>
                      </a:lnTo>
                      <a:lnTo>
                        <a:pt x="203" y="5"/>
                      </a:lnTo>
                      <a:lnTo>
                        <a:pt x="204" y="5"/>
                      </a:lnTo>
                      <a:lnTo>
                        <a:pt x="205" y="5"/>
                      </a:lnTo>
                      <a:lnTo>
                        <a:pt x="207" y="5"/>
                      </a:lnTo>
                      <a:lnTo>
                        <a:pt x="208" y="5"/>
                      </a:lnTo>
                      <a:lnTo>
                        <a:pt x="210" y="5"/>
                      </a:lnTo>
                      <a:lnTo>
                        <a:pt x="211" y="4"/>
                      </a:lnTo>
                      <a:lnTo>
                        <a:pt x="213" y="4"/>
                      </a:lnTo>
                      <a:lnTo>
                        <a:pt x="214" y="4"/>
                      </a:lnTo>
                      <a:lnTo>
                        <a:pt x="216" y="4"/>
                      </a:lnTo>
                      <a:lnTo>
                        <a:pt x="217" y="4"/>
                      </a:lnTo>
                      <a:lnTo>
                        <a:pt x="219" y="4"/>
                      </a:lnTo>
                      <a:lnTo>
                        <a:pt x="220" y="4"/>
                      </a:lnTo>
                      <a:lnTo>
                        <a:pt x="221" y="4"/>
                      </a:lnTo>
                      <a:lnTo>
                        <a:pt x="223" y="4"/>
                      </a:lnTo>
                      <a:lnTo>
                        <a:pt x="224" y="4"/>
                      </a:lnTo>
                      <a:lnTo>
                        <a:pt x="226" y="4"/>
                      </a:lnTo>
                      <a:lnTo>
                        <a:pt x="227" y="4"/>
                      </a:lnTo>
                      <a:lnTo>
                        <a:pt x="229" y="4"/>
                      </a:lnTo>
                      <a:lnTo>
                        <a:pt x="230" y="3"/>
                      </a:lnTo>
                      <a:lnTo>
                        <a:pt x="232" y="3"/>
                      </a:lnTo>
                      <a:lnTo>
                        <a:pt x="233" y="3"/>
                      </a:lnTo>
                      <a:lnTo>
                        <a:pt x="234" y="3"/>
                      </a:lnTo>
                      <a:lnTo>
                        <a:pt x="236" y="3"/>
                      </a:lnTo>
                      <a:lnTo>
                        <a:pt x="237" y="3"/>
                      </a:lnTo>
                      <a:lnTo>
                        <a:pt x="239" y="3"/>
                      </a:lnTo>
                      <a:lnTo>
                        <a:pt x="240" y="3"/>
                      </a:lnTo>
                      <a:lnTo>
                        <a:pt x="242" y="3"/>
                      </a:lnTo>
                      <a:lnTo>
                        <a:pt x="243" y="3"/>
                      </a:lnTo>
                      <a:lnTo>
                        <a:pt x="245" y="3"/>
                      </a:lnTo>
                      <a:lnTo>
                        <a:pt x="246" y="3"/>
                      </a:lnTo>
                      <a:lnTo>
                        <a:pt x="248" y="3"/>
                      </a:lnTo>
                      <a:lnTo>
                        <a:pt x="249" y="3"/>
                      </a:lnTo>
                      <a:lnTo>
                        <a:pt x="250" y="3"/>
                      </a:lnTo>
                      <a:lnTo>
                        <a:pt x="252" y="3"/>
                      </a:lnTo>
                      <a:lnTo>
                        <a:pt x="253" y="3"/>
                      </a:lnTo>
                      <a:lnTo>
                        <a:pt x="255" y="2"/>
                      </a:lnTo>
                      <a:lnTo>
                        <a:pt x="256" y="2"/>
                      </a:lnTo>
                      <a:lnTo>
                        <a:pt x="258" y="2"/>
                      </a:lnTo>
                      <a:lnTo>
                        <a:pt x="259" y="2"/>
                      </a:lnTo>
                      <a:lnTo>
                        <a:pt x="261" y="2"/>
                      </a:lnTo>
                      <a:lnTo>
                        <a:pt x="262" y="2"/>
                      </a:lnTo>
                      <a:lnTo>
                        <a:pt x="263" y="2"/>
                      </a:lnTo>
                      <a:lnTo>
                        <a:pt x="265" y="2"/>
                      </a:lnTo>
                      <a:lnTo>
                        <a:pt x="266" y="3"/>
                      </a:lnTo>
                      <a:lnTo>
                        <a:pt x="268" y="3"/>
                      </a:lnTo>
                      <a:lnTo>
                        <a:pt x="269" y="2"/>
                      </a:lnTo>
                      <a:lnTo>
                        <a:pt x="271" y="2"/>
                      </a:lnTo>
                      <a:lnTo>
                        <a:pt x="272" y="2"/>
                      </a:lnTo>
                      <a:lnTo>
                        <a:pt x="274" y="2"/>
                      </a:lnTo>
                      <a:lnTo>
                        <a:pt x="275" y="2"/>
                      </a:lnTo>
                      <a:lnTo>
                        <a:pt x="277" y="2"/>
                      </a:lnTo>
                      <a:lnTo>
                        <a:pt x="278" y="2"/>
                      </a:lnTo>
                      <a:lnTo>
                        <a:pt x="279" y="2"/>
                      </a:lnTo>
                      <a:lnTo>
                        <a:pt x="281" y="2"/>
                      </a:lnTo>
                      <a:lnTo>
                        <a:pt x="282" y="2"/>
                      </a:lnTo>
                      <a:lnTo>
                        <a:pt x="284" y="2"/>
                      </a:lnTo>
                      <a:lnTo>
                        <a:pt x="285" y="2"/>
                      </a:lnTo>
                      <a:lnTo>
                        <a:pt x="287" y="2"/>
                      </a:lnTo>
                      <a:lnTo>
                        <a:pt x="288" y="2"/>
                      </a:lnTo>
                      <a:lnTo>
                        <a:pt x="290" y="2"/>
                      </a:lnTo>
                      <a:lnTo>
                        <a:pt x="291" y="2"/>
                      </a:lnTo>
                      <a:lnTo>
                        <a:pt x="292" y="2"/>
                      </a:lnTo>
                      <a:lnTo>
                        <a:pt x="294" y="2"/>
                      </a:lnTo>
                      <a:lnTo>
                        <a:pt x="295" y="2"/>
                      </a:lnTo>
                      <a:lnTo>
                        <a:pt x="297" y="2"/>
                      </a:lnTo>
                      <a:lnTo>
                        <a:pt x="298" y="2"/>
                      </a:lnTo>
                      <a:lnTo>
                        <a:pt x="300" y="2"/>
                      </a:lnTo>
                      <a:lnTo>
                        <a:pt x="301" y="2"/>
                      </a:lnTo>
                      <a:lnTo>
                        <a:pt x="303" y="2"/>
                      </a:lnTo>
                      <a:lnTo>
                        <a:pt x="304" y="2"/>
                      </a:lnTo>
                      <a:lnTo>
                        <a:pt x="306" y="2"/>
                      </a:lnTo>
                      <a:lnTo>
                        <a:pt x="307" y="2"/>
                      </a:lnTo>
                      <a:lnTo>
                        <a:pt x="308" y="2"/>
                      </a:lnTo>
                      <a:lnTo>
                        <a:pt x="310" y="2"/>
                      </a:lnTo>
                      <a:lnTo>
                        <a:pt x="311" y="2"/>
                      </a:lnTo>
                      <a:lnTo>
                        <a:pt x="313" y="2"/>
                      </a:lnTo>
                      <a:lnTo>
                        <a:pt x="314" y="2"/>
                      </a:lnTo>
                      <a:lnTo>
                        <a:pt x="316" y="2"/>
                      </a:lnTo>
                      <a:lnTo>
                        <a:pt x="317" y="2"/>
                      </a:lnTo>
                      <a:lnTo>
                        <a:pt x="319" y="2"/>
                      </a:lnTo>
                      <a:lnTo>
                        <a:pt x="320" y="2"/>
                      </a:lnTo>
                      <a:lnTo>
                        <a:pt x="321" y="2"/>
                      </a:lnTo>
                      <a:lnTo>
                        <a:pt x="323" y="2"/>
                      </a:lnTo>
                      <a:lnTo>
                        <a:pt x="324" y="2"/>
                      </a:lnTo>
                      <a:lnTo>
                        <a:pt x="326" y="2"/>
                      </a:lnTo>
                      <a:lnTo>
                        <a:pt x="327" y="2"/>
                      </a:lnTo>
                      <a:lnTo>
                        <a:pt x="329" y="2"/>
                      </a:lnTo>
                      <a:lnTo>
                        <a:pt x="330" y="2"/>
                      </a:lnTo>
                      <a:lnTo>
                        <a:pt x="332" y="2"/>
                      </a:lnTo>
                      <a:lnTo>
                        <a:pt x="333" y="2"/>
                      </a:lnTo>
                      <a:lnTo>
                        <a:pt x="335" y="2"/>
                      </a:lnTo>
                      <a:lnTo>
                        <a:pt x="336" y="2"/>
                      </a:lnTo>
                      <a:lnTo>
                        <a:pt x="337" y="2"/>
                      </a:lnTo>
                      <a:lnTo>
                        <a:pt x="339" y="2"/>
                      </a:lnTo>
                      <a:lnTo>
                        <a:pt x="340" y="2"/>
                      </a:lnTo>
                      <a:lnTo>
                        <a:pt x="342" y="2"/>
                      </a:lnTo>
                      <a:lnTo>
                        <a:pt x="343" y="2"/>
                      </a:lnTo>
                      <a:lnTo>
                        <a:pt x="345" y="2"/>
                      </a:lnTo>
                      <a:lnTo>
                        <a:pt x="346" y="2"/>
                      </a:lnTo>
                      <a:lnTo>
                        <a:pt x="348" y="2"/>
                      </a:lnTo>
                      <a:lnTo>
                        <a:pt x="349" y="2"/>
                      </a:lnTo>
                      <a:lnTo>
                        <a:pt x="350" y="2"/>
                      </a:lnTo>
                      <a:lnTo>
                        <a:pt x="352" y="2"/>
                      </a:lnTo>
                      <a:lnTo>
                        <a:pt x="353" y="2"/>
                      </a:lnTo>
                      <a:lnTo>
                        <a:pt x="355" y="2"/>
                      </a:lnTo>
                      <a:lnTo>
                        <a:pt x="356" y="2"/>
                      </a:lnTo>
                      <a:lnTo>
                        <a:pt x="358" y="2"/>
                      </a:lnTo>
                      <a:lnTo>
                        <a:pt x="359" y="2"/>
                      </a:lnTo>
                      <a:lnTo>
                        <a:pt x="361" y="2"/>
                      </a:lnTo>
                      <a:lnTo>
                        <a:pt x="362" y="2"/>
                      </a:lnTo>
                      <a:lnTo>
                        <a:pt x="364" y="2"/>
                      </a:lnTo>
                      <a:lnTo>
                        <a:pt x="365" y="2"/>
                      </a:lnTo>
                      <a:lnTo>
                        <a:pt x="366" y="2"/>
                      </a:lnTo>
                      <a:lnTo>
                        <a:pt x="368" y="2"/>
                      </a:lnTo>
                      <a:lnTo>
                        <a:pt x="369" y="2"/>
                      </a:lnTo>
                      <a:lnTo>
                        <a:pt x="371" y="2"/>
                      </a:lnTo>
                      <a:lnTo>
                        <a:pt x="372" y="2"/>
                      </a:lnTo>
                      <a:lnTo>
                        <a:pt x="374" y="2"/>
                      </a:lnTo>
                      <a:lnTo>
                        <a:pt x="375" y="2"/>
                      </a:lnTo>
                      <a:lnTo>
                        <a:pt x="377" y="2"/>
                      </a:lnTo>
                      <a:lnTo>
                        <a:pt x="378" y="2"/>
                      </a:lnTo>
                      <a:lnTo>
                        <a:pt x="379" y="2"/>
                      </a:lnTo>
                      <a:lnTo>
                        <a:pt x="381" y="2"/>
                      </a:lnTo>
                      <a:lnTo>
                        <a:pt x="382" y="2"/>
                      </a:lnTo>
                      <a:lnTo>
                        <a:pt x="384" y="2"/>
                      </a:lnTo>
                      <a:lnTo>
                        <a:pt x="385" y="2"/>
                      </a:lnTo>
                      <a:lnTo>
                        <a:pt x="387" y="2"/>
                      </a:lnTo>
                      <a:lnTo>
                        <a:pt x="388" y="2"/>
                      </a:lnTo>
                      <a:lnTo>
                        <a:pt x="390" y="2"/>
                      </a:lnTo>
                      <a:lnTo>
                        <a:pt x="391" y="3"/>
                      </a:lnTo>
                      <a:lnTo>
                        <a:pt x="393" y="3"/>
                      </a:lnTo>
                      <a:lnTo>
                        <a:pt x="394" y="3"/>
                      </a:lnTo>
                      <a:lnTo>
                        <a:pt x="395" y="3"/>
                      </a:lnTo>
                      <a:lnTo>
                        <a:pt x="397" y="3"/>
                      </a:lnTo>
                      <a:lnTo>
                        <a:pt x="398" y="3"/>
                      </a:lnTo>
                      <a:lnTo>
                        <a:pt x="400" y="3"/>
                      </a:lnTo>
                      <a:lnTo>
                        <a:pt x="401" y="0"/>
                      </a:lnTo>
                      <a:lnTo>
                        <a:pt x="403" y="3"/>
                      </a:lnTo>
                      <a:lnTo>
                        <a:pt x="404" y="3"/>
                      </a:lnTo>
                      <a:lnTo>
                        <a:pt x="406" y="2"/>
                      </a:lnTo>
                      <a:lnTo>
                        <a:pt x="407" y="2"/>
                      </a:lnTo>
                      <a:lnTo>
                        <a:pt x="408" y="2"/>
                      </a:lnTo>
                      <a:lnTo>
                        <a:pt x="410" y="2"/>
                      </a:lnTo>
                      <a:lnTo>
                        <a:pt x="411" y="2"/>
                      </a:lnTo>
                      <a:lnTo>
                        <a:pt x="413" y="2"/>
                      </a:lnTo>
                      <a:lnTo>
                        <a:pt x="414" y="3"/>
                      </a:lnTo>
                      <a:lnTo>
                        <a:pt x="416" y="3"/>
                      </a:lnTo>
                      <a:lnTo>
                        <a:pt x="417" y="3"/>
                      </a:lnTo>
                      <a:lnTo>
                        <a:pt x="419" y="3"/>
                      </a:lnTo>
                      <a:lnTo>
                        <a:pt x="420" y="3"/>
                      </a:lnTo>
                      <a:lnTo>
                        <a:pt x="422" y="3"/>
                      </a:lnTo>
                      <a:lnTo>
                        <a:pt x="423" y="3"/>
                      </a:lnTo>
                      <a:lnTo>
                        <a:pt x="424" y="3"/>
                      </a:lnTo>
                      <a:lnTo>
                        <a:pt x="426" y="3"/>
                      </a:lnTo>
                      <a:lnTo>
                        <a:pt x="427" y="3"/>
                      </a:lnTo>
                      <a:lnTo>
                        <a:pt x="429" y="3"/>
                      </a:lnTo>
                      <a:lnTo>
                        <a:pt x="430" y="3"/>
                      </a:lnTo>
                      <a:lnTo>
                        <a:pt x="432" y="3"/>
                      </a:lnTo>
                      <a:lnTo>
                        <a:pt x="433" y="3"/>
                      </a:lnTo>
                      <a:lnTo>
                        <a:pt x="435" y="3"/>
                      </a:lnTo>
                      <a:lnTo>
                        <a:pt x="436" y="3"/>
                      </a:lnTo>
                      <a:lnTo>
                        <a:pt x="437" y="3"/>
                      </a:lnTo>
                      <a:lnTo>
                        <a:pt x="439" y="3"/>
                      </a:lnTo>
                      <a:lnTo>
                        <a:pt x="440" y="3"/>
                      </a:lnTo>
                      <a:lnTo>
                        <a:pt x="442" y="3"/>
                      </a:lnTo>
                      <a:lnTo>
                        <a:pt x="443" y="3"/>
                      </a:lnTo>
                      <a:lnTo>
                        <a:pt x="445" y="3"/>
                      </a:lnTo>
                      <a:lnTo>
                        <a:pt x="446" y="3"/>
                      </a:lnTo>
                      <a:lnTo>
                        <a:pt x="448" y="3"/>
                      </a:lnTo>
                      <a:lnTo>
                        <a:pt x="449" y="3"/>
                      </a:lnTo>
                      <a:lnTo>
                        <a:pt x="451" y="3"/>
                      </a:lnTo>
                      <a:lnTo>
                        <a:pt x="452" y="3"/>
                      </a:lnTo>
                      <a:lnTo>
                        <a:pt x="453" y="3"/>
                      </a:lnTo>
                      <a:lnTo>
                        <a:pt x="455" y="3"/>
                      </a:lnTo>
                      <a:lnTo>
                        <a:pt x="456" y="3"/>
                      </a:lnTo>
                      <a:lnTo>
                        <a:pt x="458" y="3"/>
                      </a:lnTo>
                      <a:lnTo>
                        <a:pt x="459" y="4"/>
                      </a:lnTo>
                      <a:lnTo>
                        <a:pt x="461" y="4"/>
                      </a:lnTo>
                      <a:lnTo>
                        <a:pt x="462" y="4"/>
                      </a:lnTo>
                      <a:lnTo>
                        <a:pt x="464" y="4"/>
                      </a:lnTo>
                      <a:lnTo>
                        <a:pt x="465" y="4"/>
                      </a:lnTo>
                      <a:lnTo>
                        <a:pt x="466" y="4"/>
                      </a:lnTo>
                      <a:lnTo>
                        <a:pt x="468" y="4"/>
                      </a:lnTo>
                      <a:lnTo>
                        <a:pt x="469" y="4"/>
                      </a:lnTo>
                      <a:lnTo>
                        <a:pt x="471" y="4"/>
                      </a:lnTo>
                      <a:lnTo>
                        <a:pt x="472" y="4"/>
                      </a:lnTo>
                      <a:lnTo>
                        <a:pt x="474" y="4"/>
                      </a:lnTo>
                      <a:lnTo>
                        <a:pt x="475" y="4"/>
                      </a:lnTo>
                      <a:lnTo>
                        <a:pt x="477" y="4"/>
                      </a:lnTo>
                      <a:lnTo>
                        <a:pt x="478" y="4"/>
                      </a:lnTo>
                      <a:lnTo>
                        <a:pt x="480" y="4"/>
                      </a:lnTo>
                      <a:lnTo>
                        <a:pt x="481" y="4"/>
                      </a:lnTo>
                      <a:lnTo>
                        <a:pt x="482" y="4"/>
                      </a:lnTo>
                      <a:lnTo>
                        <a:pt x="484" y="4"/>
                      </a:lnTo>
                      <a:lnTo>
                        <a:pt x="485" y="4"/>
                      </a:lnTo>
                      <a:lnTo>
                        <a:pt x="487" y="4"/>
                      </a:lnTo>
                      <a:lnTo>
                        <a:pt x="488" y="4"/>
                      </a:lnTo>
                      <a:lnTo>
                        <a:pt x="490" y="4"/>
                      </a:lnTo>
                      <a:lnTo>
                        <a:pt x="491" y="4"/>
                      </a:lnTo>
                      <a:lnTo>
                        <a:pt x="493" y="4"/>
                      </a:lnTo>
                      <a:lnTo>
                        <a:pt x="494" y="4"/>
                      </a:lnTo>
                      <a:lnTo>
                        <a:pt x="495" y="4"/>
                      </a:lnTo>
                      <a:lnTo>
                        <a:pt x="497" y="4"/>
                      </a:lnTo>
                      <a:lnTo>
                        <a:pt x="498" y="4"/>
                      </a:lnTo>
                      <a:lnTo>
                        <a:pt x="500" y="4"/>
                      </a:lnTo>
                      <a:lnTo>
                        <a:pt x="501" y="4"/>
                      </a:lnTo>
                      <a:lnTo>
                        <a:pt x="503" y="4"/>
                      </a:lnTo>
                      <a:lnTo>
                        <a:pt x="504" y="4"/>
                      </a:lnTo>
                      <a:lnTo>
                        <a:pt x="506" y="4"/>
                      </a:lnTo>
                      <a:lnTo>
                        <a:pt x="507" y="5"/>
                      </a:lnTo>
                      <a:lnTo>
                        <a:pt x="509" y="4"/>
                      </a:lnTo>
                      <a:lnTo>
                        <a:pt x="510" y="5"/>
                      </a:lnTo>
                      <a:lnTo>
                        <a:pt x="511" y="5"/>
                      </a:lnTo>
                      <a:lnTo>
                        <a:pt x="513" y="5"/>
                      </a:lnTo>
                      <a:lnTo>
                        <a:pt x="514" y="5"/>
                      </a:lnTo>
                      <a:lnTo>
                        <a:pt x="516" y="5"/>
                      </a:lnTo>
                      <a:lnTo>
                        <a:pt x="517" y="5"/>
                      </a:lnTo>
                      <a:lnTo>
                        <a:pt x="519" y="5"/>
                      </a:lnTo>
                      <a:lnTo>
                        <a:pt x="520" y="5"/>
                      </a:lnTo>
                      <a:lnTo>
                        <a:pt x="522" y="5"/>
                      </a:lnTo>
                      <a:lnTo>
                        <a:pt x="523" y="5"/>
                      </a:lnTo>
                      <a:lnTo>
                        <a:pt x="524" y="5"/>
                      </a:lnTo>
                      <a:lnTo>
                        <a:pt x="526" y="5"/>
                      </a:lnTo>
                      <a:lnTo>
                        <a:pt x="527" y="5"/>
                      </a:lnTo>
                      <a:lnTo>
                        <a:pt x="529" y="5"/>
                      </a:lnTo>
                      <a:lnTo>
                        <a:pt x="530" y="5"/>
                      </a:lnTo>
                      <a:lnTo>
                        <a:pt x="532" y="5"/>
                      </a:lnTo>
                      <a:lnTo>
                        <a:pt x="533" y="5"/>
                      </a:lnTo>
                      <a:lnTo>
                        <a:pt x="535" y="5"/>
                      </a:lnTo>
                      <a:lnTo>
                        <a:pt x="536" y="5"/>
                      </a:lnTo>
                      <a:lnTo>
                        <a:pt x="538" y="5"/>
                      </a:lnTo>
                      <a:lnTo>
                        <a:pt x="539" y="5"/>
                      </a:lnTo>
                      <a:lnTo>
                        <a:pt x="540" y="5"/>
                      </a:lnTo>
                      <a:lnTo>
                        <a:pt x="542" y="5"/>
                      </a:lnTo>
                      <a:lnTo>
                        <a:pt x="543" y="5"/>
                      </a:lnTo>
                      <a:lnTo>
                        <a:pt x="545" y="5"/>
                      </a:lnTo>
                      <a:lnTo>
                        <a:pt x="546" y="5"/>
                      </a:lnTo>
                      <a:lnTo>
                        <a:pt x="548" y="5"/>
                      </a:lnTo>
                      <a:lnTo>
                        <a:pt x="549" y="5"/>
                      </a:lnTo>
                      <a:lnTo>
                        <a:pt x="551" y="5"/>
                      </a:lnTo>
                      <a:lnTo>
                        <a:pt x="552" y="5"/>
                      </a:lnTo>
                      <a:lnTo>
                        <a:pt x="553" y="5"/>
                      </a:lnTo>
                      <a:lnTo>
                        <a:pt x="555" y="6"/>
                      </a:lnTo>
                      <a:lnTo>
                        <a:pt x="556" y="6"/>
                      </a:lnTo>
                      <a:lnTo>
                        <a:pt x="558" y="6"/>
                      </a:lnTo>
                      <a:lnTo>
                        <a:pt x="559" y="6"/>
                      </a:lnTo>
                      <a:lnTo>
                        <a:pt x="561" y="6"/>
                      </a:lnTo>
                      <a:lnTo>
                        <a:pt x="562" y="6"/>
                      </a:lnTo>
                      <a:lnTo>
                        <a:pt x="564" y="6"/>
                      </a:lnTo>
                      <a:lnTo>
                        <a:pt x="565" y="6"/>
                      </a:lnTo>
                      <a:lnTo>
                        <a:pt x="567" y="6"/>
                      </a:lnTo>
                      <a:lnTo>
                        <a:pt x="568" y="6"/>
                      </a:lnTo>
                      <a:lnTo>
                        <a:pt x="569" y="6"/>
                      </a:lnTo>
                      <a:lnTo>
                        <a:pt x="571" y="6"/>
                      </a:lnTo>
                      <a:lnTo>
                        <a:pt x="572" y="6"/>
                      </a:lnTo>
                      <a:lnTo>
                        <a:pt x="574" y="6"/>
                      </a:lnTo>
                      <a:lnTo>
                        <a:pt x="575" y="6"/>
                      </a:lnTo>
                      <a:lnTo>
                        <a:pt x="577" y="6"/>
                      </a:lnTo>
                      <a:lnTo>
                        <a:pt x="578" y="6"/>
                      </a:lnTo>
                      <a:lnTo>
                        <a:pt x="580" y="6"/>
                      </a:lnTo>
                      <a:lnTo>
                        <a:pt x="581" y="6"/>
                      </a:lnTo>
                      <a:lnTo>
                        <a:pt x="582" y="6"/>
                      </a:lnTo>
                      <a:lnTo>
                        <a:pt x="584" y="6"/>
                      </a:lnTo>
                      <a:lnTo>
                        <a:pt x="585" y="6"/>
                      </a:lnTo>
                      <a:lnTo>
                        <a:pt x="587" y="6"/>
                      </a:lnTo>
                      <a:lnTo>
                        <a:pt x="588" y="6"/>
                      </a:lnTo>
                      <a:lnTo>
                        <a:pt x="590" y="6"/>
                      </a:lnTo>
                      <a:lnTo>
                        <a:pt x="591" y="6"/>
                      </a:lnTo>
                      <a:lnTo>
                        <a:pt x="593" y="6"/>
                      </a:lnTo>
                      <a:lnTo>
                        <a:pt x="594" y="6"/>
                      </a:lnTo>
                      <a:lnTo>
                        <a:pt x="596" y="6"/>
                      </a:lnTo>
                      <a:lnTo>
                        <a:pt x="597" y="7"/>
                      </a:lnTo>
                      <a:lnTo>
                        <a:pt x="598" y="7"/>
                      </a:lnTo>
                      <a:lnTo>
                        <a:pt x="600" y="7"/>
                      </a:lnTo>
                      <a:lnTo>
                        <a:pt x="601" y="7"/>
                      </a:lnTo>
                      <a:lnTo>
                        <a:pt x="603" y="7"/>
                      </a:lnTo>
                      <a:lnTo>
                        <a:pt x="604" y="7"/>
                      </a:lnTo>
                      <a:lnTo>
                        <a:pt x="606" y="7"/>
                      </a:lnTo>
                      <a:lnTo>
                        <a:pt x="607" y="7"/>
                      </a:lnTo>
                      <a:lnTo>
                        <a:pt x="609" y="7"/>
                      </a:lnTo>
                      <a:lnTo>
                        <a:pt x="610" y="7"/>
                      </a:lnTo>
                      <a:lnTo>
                        <a:pt x="611" y="7"/>
                      </a:lnTo>
                      <a:lnTo>
                        <a:pt x="613" y="7"/>
                      </a:lnTo>
                      <a:lnTo>
                        <a:pt x="614" y="7"/>
                      </a:lnTo>
                      <a:lnTo>
                        <a:pt x="616" y="7"/>
                      </a:lnTo>
                      <a:lnTo>
                        <a:pt x="617" y="7"/>
                      </a:lnTo>
                      <a:lnTo>
                        <a:pt x="619" y="7"/>
                      </a:lnTo>
                      <a:lnTo>
                        <a:pt x="620" y="7"/>
                      </a:lnTo>
                      <a:lnTo>
                        <a:pt x="622" y="7"/>
                      </a:lnTo>
                      <a:lnTo>
                        <a:pt x="623" y="7"/>
                      </a:lnTo>
                      <a:lnTo>
                        <a:pt x="625" y="7"/>
                      </a:lnTo>
                      <a:lnTo>
                        <a:pt x="626" y="7"/>
                      </a:lnTo>
                      <a:lnTo>
                        <a:pt x="627" y="7"/>
                      </a:lnTo>
                      <a:lnTo>
                        <a:pt x="629" y="7"/>
                      </a:lnTo>
                      <a:lnTo>
                        <a:pt x="630" y="7"/>
                      </a:lnTo>
                      <a:lnTo>
                        <a:pt x="632" y="7"/>
                      </a:lnTo>
                      <a:lnTo>
                        <a:pt x="633" y="7"/>
                      </a:lnTo>
                      <a:lnTo>
                        <a:pt x="635" y="7"/>
                      </a:lnTo>
                      <a:lnTo>
                        <a:pt x="636" y="7"/>
                      </a:lnTo>
                      <a:lnTo>
                        <a:pt x="638" y="7"/>
                      </a:lnTo>
                      <a:lnTo>
                        <a:pt x="639" y="7"/>
                      </a:lnTo>
                      <a:lnTo>
                        <a:pt x="640" y="7"/>
                      </a:lnTo>
                      <a:lnTo>
                        <a:pt x="642" y="7"/>
                      </a:lnTo>
                      <a:lnTo>
                        <a:pt x="643" y="7"/>
                      </a:lnTo>
                      <a:lnTo>
                        <a:pt x="645" y="7"/>
                      </a:lnTo>
                      <a:lnTo>
                        <a:pt x="646" y="7"/>
                      </a:lnTo>
                      <a:lnTo>
                        <a:pt x="648" y="7"/>
                      </a:lnTo>
                      <a:lnTo>
                        <a:pt x="649" y="7"/>
                      </a:lnTo>
                      <a:lnTo>
                        <a:pt x="651" y="7"/>
                      </a:lnTo>
                      <a:lnTo>
                        <a:pt x="652" y="7"/>
                      </a:lnTo>
                      <a:lnTo>
                        <a:pt x="654" y="7"/>
                      </a:lnTo>
                      <a:lnTo>
                        <a:pt x="655" y="7"/>
                      </a:lnTo>
                      <a:lnTo>
                        <a:pt x="656" y="7"/>
                      </a:lnTo>
                      <a:lnTo>
                        <a:pt x="658" y="7"/>
                      </a:lnTo>
                      <a:lnTo>
                        <a:pt x="659" y="7"/>
                      </a:lnTo>
                      <a:lnTo>
                        <a:pt x="661" y="8"/>
                      </a:lnTo>
                      <a:lnTo>
                        <a:pt x="662" y="8"/>
                      </a:lnTo>
                      <a:lnTo>
                        <a:pt x="664" y="8"/>
                      </a:lnTo>
                      <a:lnTo>
                        <a:pt x="665" y="8"/>
                      </a:lnTo>
                      <a:lnTo>
                        <a:pt x="667" y="8"/>
                      </a:lnTo>
                      <a:lnTo>
                        <a:pt x="668" y="8"/>
                      </a:lnTo>
                      <a:lnTo>
                        <a:pt x="669" y="8"/>
                      </a:lnTo>
                      <a:lnTo>
                        <a:pt x="671" y="8"/>
                      </a:lnTo>
                      <a:lnTo>
                        <a:pt x="672" y="8"/>
                      </a:lnTo>
                      <a:lnTo>
                        <a:pt x="674" y="8"/>
                      </a:lnTo>
                      <a:lnTo>
                        <a:pt x="675" y="8"/>
                      </a:lnTo>
                      <a:lnTo>
                        <a:pt x="677" y="8"/>
                      </a:lnTo>
                      <a:lnTo>
                        <a:pt x="678" y="8"/>
                      </a:lnTo>
                      <a:lnTo>
                        <a:pt x="680" y="8"/>
                      </a:lnTo>
                      <a:lnTo>
                        <a:pt x="681" y="8"/>
                      </a:lnTo>
                      <a:lnTo>
                        <a:pt x="683" y="8"/>
                      </a:lnTo>
                      <a:lnTo>
                        <a:pt x="684" y="8"/>
                      </a:lnTo>
                      <a:lnTo>
                        <a:pt x="685" y="8"/>
                      </a:lnTo>
                      <a:lnTo>
                        <a:pt x="687" y="8"/>
                      </a:lnTo>
                      <a:lnTo>
                        <a:pt x="688" y="8"/>
                      </a:lnTo>
                      <a:lnTo>
                        <a:pt x="690" y="8"/>
                      </a:lnTo>
                      <a:lnTo>
                        <a:pt x="691" y="8"/>
                      </a:lnTo>
                      <a:lnTo>
                        <a:pt x="693" y="8"/>
                      </a:lnTo>
                      <a:lnTo>
                        <a:pt x="694" y="8"/>
                      </a:lnTo>
                      <a:lnTo>
                        <a:pt x="696" y="8"/>
                      </a:lnTo>
                      <a:lnTo>
                        <a:pt x="697" y="8"/>
                      </a:lnTo>
                      <a:lnTo>
                        <a:pt x="698" y="8"/>
                      </a:lnTo>
                      <a:lnTo>
                        <a:pt x="700" y="9"/>
                      </a:lnTo>
                      <a:lnTo>
                        <a:pt x="701" y="9"/>
                      </a:lnTo>
                      <a:lnTo>
                        <a:pt x="703" y="9"/>
                      </a:lnTo>
                      <a:lnTo>
                        <a:pt x="704" y="9"/>
                      </a:lnTo>
                      <a:lnTo>
                        <a:pt x="706" y="9"/>
                      </a:lnTo>
                      <a:lnTo>
                        <a:pt x="707" y="9"/>
                      </a:lnTo>
                      <a:lnTo>
                        <a:pt x="709" y="9"/>
                      </a:lnTo>
                      <a:lnTo>
                        <a:pt x="710" y="9"/>
                      </a:lnTo>
                      <a:lnTo>
                        <a:pt x="712" y="9"/>
                      </a:lnTo>
                      <a:lnTo>
                        <a:pt x="713" y="9"/>
                      </a:lnTo>
                      <a:lnTo>
                        <a:pt x="714" y="9"/>
                      </a:lnTo>
                      <a:lnTo>
                        <a:pt x="716" y="9"/>
                      </a:lnTo>
                      <a:lnTo>
                        <a:pt x="717" y="9"/>
                      </a:lnTo>
                      <a:lnTo>
                        <a:pt x="719" y="9"/>
                      </a:lnTo>
                      <a:lnTo>
                        <a:pt x="720" y="9"/>
                      </a:lnTo>
                      <a:lnTo>
                        <a:pt x="722" y="9"/>
                      </a:lnTo>
                      <a:lnTo>
                        <a:pt x="723" y="9"/>
                      </a:lnTo>
                      <a:lnTo>
                        <a:pt x="725" y="9"/>
                      </a:lnTo>
                      <a:lnTo>
                        <a:pt x="726" y="9"/>
                      </a:lnTo>
                      <a:lnTo>
                        <a:pt x="727" y="9"/>
                      </a:lnTo>
                      <a:lnTo>
                        <a:pt x="729" y="9"/>
                      </a:lnTo>
                      <a:lnTo>
                        <a:pt x="730" y="9"/>
                      </a:lnTo>
                      <a:lnTo>
                        <a:pt x="732" y="9"/>
                      </a:lnTo>
                      <a:lnTo>
                        <a:pt x="733" y="9"/>
                      </a:lnTo>
                      <a:lnTo>
                        <a:pt x="735" y="9"/>
                      </a:lnTo>
                      <a:lnTo>
                        <a:pt x="736" y="9"/>
                      </a:lnTo>
                      <a:lnTo>
                        <a:pt x="738" y="9"/>
                      </a:lnTo>
                      <a:lnTo>
                        <a:pt x="739" y="9"/>
                      </a:lnTo>
                      <a:lnTo>
                        <a:pt x="741" y="9"/>
                      </a:lnTo>
                      <a:lnTo>
                        <a:pt x="742" y="9"/>
                      </a:lnTo>
                      <a:lnTo>
                        <a:pt x="743" y="9"/>
                      </a:lnTo>
                      <a:lnTo>
                        <a:pt x="745" y="10"/>
                      </a:lnTo>
                      <a:lnTo>
                        <a:pt x="746" y="10"/>
                      </a:lnTo>
                      <a:lnTo>
                        <a:pt x="748" y="10"/>
                      </a:lnTo>
                      <a:lnTo>
                        <a:pt x="749" y="10"/>
                      </a:lnTo>
                      <a:lnTo>
                        <a:pt x="751" y="10"/>
                      </a:lnTo>
                      <a:lnTo>
                        <a:pt x="752" y="10"/>
                      </a:lnTo>
                      <a:lnTo>
                        <a:pt x="754" y="10"/>
                      </a:lnTo>
                      <a:lnTo>
                        <a:pt x="755" y="10"/>
                      </a:lnTo>
                      <a:lnTo>
                        <a:pt x="756" y="10"/>
                      </a:lnTo>
                      <a:lnTo>
                        <a:pt x="758" y="9"/>
                      </a:lnTo>
                      <a:lnTo>
                        <a:pt x="759" y="9"/>
                      </a:lnTo>
                      <a:lnTo>
                        <a:pt x="761" y="9"/>
                      </a:lnTo>
                      <a:lnTo>
                        <a:pt x="762" y="9"/>
                      </a:lnTo>
                      <a:lnTo>
                        <a:pt x="764" y="9"/>
                      </a:lnTo>
                      <a:lnTo>
                        <a:pt x="765" y="9"/>
                      </a:lnTo>
                      <a:lnTo>
                        <a:pt x="767" y="10"/>
                      </a:lnTo>
                      <a:lnTo>
                        <a:pt x="768" y="10"/>
                      </a:lnTo>
                      <a:lnTo>
                        <a:pt x="770" y="10"/>
                      </a:lnTo>
                      <a:lnTo>
                        <a:pt x="771" y="10"/>
                      </a:lnTo>
                      <a:lnTo>
                        <a:pt x="772" y="10"/>
                      </a:lnTo>
                      <a:lnTo>
                        <a:pt x="774" y="10"/>
                      </a:lnTo>
                      <a:lnTo>
                        <a:pt x="775" y="10"/>
                      </a:lnTo>
                      <a:lnTo>
                        <a:pt x="777" y="10"/>
                      </a:lnTo>
                      <a:lnTo>
                        <a:pt x="778" y="10"/>
                      </a:lnTo>
                      <a:lnTo>
                        <a:pt x="780" y="10"/>
                      </a:lnTo>
                      <a:lnTo>
                        <a:pt x="781" y="10"/>
                      </a:lnTo>
                      <a:lnTo>
                        <a:pt x="783" y="10"/>
                      </a:lnTo>
                      <a:lnTo>
                        <a:pt x="784" y="10"/>
                      </a:lnTo>
                      <a:lnTo>
                        <a:pt x="785" y="10"/>
                      </a:lnTo>
                      <a:lnTo>
                        <a:pt x="787" y="10"/>
                      </a:lnTo>
                      <a:lnTo>
                        <a:pt x="788" y="10"/>
                      </a:lnTo>
                      <a:lnTo>
                        <a:pt x="790" y="10"/>
                      </a:lnTo>
                      <a:lnTo>
                        <a:pt x="791" y="10"/>
                      </a:lnTo>
                      <a:lnTo>
                        <a:pt x="793" y="10"/>
                      </a:lnTo>
                      <a:lnTo>
                        <a:pt x="794" y="10"/>
                      </a:lnTo>
                      <a:lnTo>
                        <a:pt x="796" y="10"/>
                      </a:lnTo>
                      <a:lnTo>
                        <a:pt x="797" y="10"/>
                      </a:lnTo>
                      <a:lnTo>
                        <a:pt x="799" y="10"/>
                      </a:lnTo>
                      <a:lnTo>
                        <a:pt x="800" y="10"/>
                      </a:lnTo>
                      <a:lnTo>
                        <a:pt x="801" y="10"/>
                      </a:lnTo>
                      <a:lnTo>
                        <a:pt x="803" y="10"/>
                      </a:lnTo>
                      <a:lnTo>
                        <a:pt x="804" y="10"/>
                      </a:lnTo>
                      <a:lnTo>
                        <a:pt x="806" y="10"/>
                      </a:lnTo>
                      <a:lnTo>
                        <a:pt x="807" y="10"/>
                      </a:lnTo>
                      <a:lnTo>
                        <a:pt x="809" y="10"/>
                      </a:lnTo>
                      <a:lnTo>
                        <a:pt x="810" y="10"/>
                      </a:lnTo>
                      <a:lnTo>
                        <a:pt x="812" y="10"/>
                      </a:lnTo>
                      <a:lnTo>
                        <a:pt x="813" y="10"/>
                      </a:lnTo>
                      <a:lnTo>
                        <a:pt x="814" y="10"/>
                      </a:lnTo>
                      <a:lnTo>
                        <a:pt x="816" y="10"/>
                      </a:lnTo>
                      <a:lnTo>
                        <a:pt x="817" y="10"/>
                      </a:lnTo>
                      <a:lnTo>
                        <a:pt x="819" y="10"/>
                      </a:lnTo>
                      <a:lnTo>
                        <a:pt x="820" y="10"/>
                      </a:lnTo>
                      <a:lnTo>
                        <a:pt x="822" y="10"/>
                      </a:lnTo>
                      <a:lnTo>
                        <a:pt x="823" y="10"/>
                      </a:lnTo>
                      <a:lnTo>
                        <a:pt x="825" y="10"/>
                      </a:lnTo>
                      <a:lnTo>
                        <a:pt x="826" y="10"/>
                      </a:lnTo>
                      <a:lnTo>
                        <a:pt x="828" y="10"/>
                      </a:lnTo>
                      <a:lnTo>
                        <a:pt x="829" y="10"/>
                      </a:lnTo>
                      <a:lnTo>
                        <a:pt x="830" y="10"/>
                      </a:lnTo>
                      <a:lnTo>
                        <a:pt x="832" y="11"/>
                      </a:lnTo>
                      <a:lnTo>
                        <a:pt x="833" y="11"/>
                      </a:lnTo>
                      <a:lnTo>
                        <a:pt x="835" y="11"/>
                      </a:lnTo>
                      <a:lnTo>
                        <a:pt x="836" y="11"/>
                      </a:lnTo>
                      <a:lnTo>
                        <a:pt x="838" y="11"/>
                      </a:lnTo>
                      <a:lnTo>
                        <a:pt x="839" y="11"/>
                      </a:lnTo>
                      <a:lnTo>
                        <a:pt x="841" y="11"/>
                      </a:lnTo>
                      <a:lnTo>
                        <a:pt x="842" y="11"/>
                      </a:lnTo>
                      <a:lnTo>
                        <a:pt x="843" y="11"/>
                      </a:lnTo>
                      <a:lnTo>
                        <a:pt x="845" y="11"/>
                      </a:lnTo>
                      <a:lnTo>
                        <a:pt x="846" y="11"/>
                      </a:lnTo>
                      <a:lnTo>
                        <a:pt x="848" y="11"/>
                      </a:lnTo>
                      <a:lnTo>
                        <a:pt x="849" y="11"/>
                      </a:lnTo>
                      <a:lnTo>
                        <a:pt x="851" y="11"/>
                      </a:lnTo>
                      <a:lnTo>
                        <a:pt x="852" y="11"/>
                      </a:lnTo>
                      <a:lnTo>
                        <a:pt x="854" y="11"/>
                      </a:lnTo>
                      <a:lnTo>
                        <a:pt x="855" y="11"/>
                      </a:lnTo>
                      <a:lnTo>
                        <a:pt x="857" y="11"/>
                      </a:lnTo>
                      <a:lnTo>
                        <a:pt x="858" y="11"/>
                      </a:lnTo>
                      <a:lnTo>
                        <a:pt x="859" y="11"/>
                      </a:lnTo>
                      <a:lnTo>
                        <a:pt x="861" y="11"/>
                      </a:lnTo>
                      <a:lnTo>
                        <a:pt x="862" y="11"/>
                      </a:lnTo>
                      <a:lnTo>
                        <a:pt x="864" y="11"/>
                      </a:lnTo>
                      <a:lnTo>
                        <a:pt x="865" y="11"/>
                      </a:lnTo>
                      <a:lnTo>
                        <a:pt x="867" y="11"/>
                      </a:lnTo>
                      <a:lnTo>
                        <a:pt x="868" y="11"/>
                      </a:lnTo>
                      <a:lnTo>
                        <a:pt x="870" y="11"/>
                      </a:lnTo>
                      <a:lnTo>
                        <a:pt x="871" y="11"/>
                      </a:lnTo>
                      <a:lnTo>
                        <a:pt x="872" y="11"/>
                      </a:lnTo>
                      <a:lnTo>
                        <a:pt x="874" y="11"/>
                      </a:lnTo>
                      <a:lnTo>
                        <a:pt x="875" y="11"/>
                      </a:lnTo>
                      <a:lnTo>
                        <a:pt x="877" y="11"/>
                      </a:lnTo>
                      <a:lnTo>
                        <a:pt x="878" y="11"/>
                      </a:lnTo>
                      <a:lnTo>
                        <a:pt x="880" y="12"/>
                      </a:lnTo>
                      <a:lnTo>
                        <a:pt x="881" y="12"/>
                      </a:lnTo>
                      <a:lnTo>
                        <a:pt x="883" y="12"/>
                      </a:lnTo>
                      <a:lnTo>
                        <a:pt x="884" y="12"/>
                      </a:lnTo>
                      <a:lnTo>
                        <a:pt x="886" y="12"/>
                      </a:lnTo>
                      <a:lnTo>
                        <a:pt x="887" y="12"/>
                      </a:lnTo>
                      <a:lnTo>
                        <a:pt x="888" y="12"/>
                      </a:lnTo>
                      <a:lnTo>
                        <a:pt x="890" y="12"/>
                      </a:lnTo>
                      <a:lnTo>
                        <a:pt x="891" y="12"/>
                      </a:lnTo>
                      <a:lnTo>
                        <a:pt x="893" y="12"/>
                      </a:lnTo>
                      <a:lnTo>
                        <a:pt x="894" y="12"/>
                      </a:lnTo>
                      <a:lnTo>
                        <a:pt x="896" y="12"/>
                      </a:lnTo>
                      <a:lnTo>
                        <a:pt x="897" y="12"/>
                      </a:lnTo>
                      <a:lnTo>
                        <a:pt x="899" y="12"/>
                      </a:lnTo>
                      <a:lnTo>
                        <a:pt x="900" y="12"/>
                      </a:lnTo>
                      <a:lnTo>
                        <a:pt x="901" y="12"/>
                      </a:lnTo>
                      <a:lnTo>
                        <a:pt x="903" y="12"/>
                      </a:lnTo>
                      <a:lnTo>
                        <a:pt x="904" y="12"/>
                      </a:lnTo>
                      <a:lnTo>
                        <a:pt x="906" y="12"/>
                      </a:lnTo>
                      <a:lnTo>
                        <a:pt x="907" y="12"/>
                      </a:lnTo>
                      <a:lnTo>
                        <a:pt x="909" y="12"/>
                      </a:lnTo>
                      <a:lnTo>
                        <a:pt x="910" y="12"/>
                      </a:lnTo>
                      <a:lnTo>
                        <a:pt x="912" y="12"/>
                      </a:lnTo>
                      <a:lnTo>
                        <a:pt x="913" y="12"/>
                      </a:lnTo>
                      <a:lnTo>
                        <a:pt x="915" y="12"/>
                      </a:lnTo>
                      <a:lnTo>
                        <a:pt x="916" y="12"/>
                      </a:lnTo>
                      <a:lnTo>
                        <a:pt x="917" y="12"/>
                      </a:lnTo>
                      <a:lnTo>
                        <a:pt x="919" y="12"/>
                      </a:lnTo>
                      <a:lnTo>
                        <a:pt x="920" y="12"/>
                      </a:lnTo>
                      <a:lnTo>
                        <a:pt x="922" y="12"/>
                      </a:lnTo>
                      <a:lnTo>
                        <a:pt x="923" y="12"/>
                      </a:lnTo>
                      <a:lnTo>
                        <a:pt x="925" y="12"/>
                      </a:lnTo>
                      <a:lnTo>
                        <a:pt x="926" y="12"/>
                      </a:lnTo>
                      <a:lnTo>
                        <a:pt x="928" y="12"/>
                      </a:lnTo>
                      <a:lnTo>
                        <a:pt x="929" y="12"/>
                      </a:lnTo>
                      <a:lnTo>
                        <a:pt x="930" y="12"/>
                      </a:lnTo>
                      <a:lnTo>
                        <a:pt x="932" y="12"/>
                      </a:lnTo>
                      <a:lnTo>
                        <a:pt x="933" y="12"/>
                      </a:lnTo>
                      <a:lnTo>
                        <a:pt x="935" y="12"/>
                      </a:lnTo>
                      <a:lnTo>
                        <a:pt x="936" y="12"/>
                      </a:lnTo>
                      <a:lnTo>
                        <a:pt x="938" y="12"/>
                      </a:lnTo>
                      <a:lnTo>
                        <a:pt x="939" y="12"/>
                      </a:lnTo>
                      <a:lnTo>
                        <a:pt x="941" y="12"/>
                      </a:lnTo>
                      <a:lnTo>
                        <a:pt x="942" y="12"/>
                      </a:lnTo>
                      <a:lnTo>
                        <a:pt x="944" y="12"/>
                      </a:lnTo>
                      <a:lnTo>
                        <a:pt x="945" y="12"/>
                      </a:lnTo>
                      <a:lnTo>
                        <a:pt x="946" y="12"/>
                      </a:lnTo>
                      <a:lnTo>
                        <a:pt x="948" y="12"/>
                      </a:lnTo>
                      <a:lnTo>
                        <a:pt x="949" y="13"/>
                      </a:lnTo>
                      <a:lnTo>
                        <a:pt x="951" y="13"/>
                      </a:lnTo>
                      <a:lnTo>
                        <a:pt x="952" y="13"/>
                      </a:lnTo>
                      <a:lnTo>
                        <a:pt x="954" y="13"/>
                      </a:lnTo>
                      <a:lnTo>
                        <a:pt x="955" y="13"/>
                      </a:lnTo>
                      <a:lnTo>
                        <a:pt x="957" y="13"/>
                      </a:lnTo>
                      <a:lnTo>
                        <a:pt x="958" y="13"/>
                      </a:lnTo>
                      <a:lnTo>
                        <a:pt x="959" y="13"/>
                      </a:lnTo>
                      <a:lnTo>
                        <a:pt x="961" y="13"/>
                      </a:lnTo>
                      <a:lnTo>
                        <a:pt x="962" y="13"/>
                      </a:lnTo>
                      <a:lnTo>
                        <a:pt x="964" y="13"/>
                      </a:lnTo>
                      <a:lnTo>
                        <a:pt x="965" y="13"/>
                      </a:lnTo>
                      <a:lnTo>
                        <a:pt x="967" y="13"/>
                      </a:lnTo>
                      <a:lnTo>
                        <a:pt x="968" y="13"/>
                      </a:lnTo>
                      <a:lnTo>
                        <a:pt x="970" y="13"/>
                      </a:lnTo>
                      <a:lnTo>
                        <a:pt x="971" y="13"/>
                      </a:lnTo>
                      <a:lnTo>
                        <a:pt x="973" y="13"/>
                      </a:lnTo>
                      <a:lnTo>
                        <a:pt x="974" y="13"/>
                      </a:lnTo>
                      <a:lnTo>
                        <a:pt x="975" y="13"/>
                      </a:lnTo>
                      <a:lnTo>
                        <a:pt x="977" y="13"/>
                      </a:lnTo>
                      <a:lnTo>
                        <a:pt x="978" y="13"/>
                      </a:lnTo>
                      <a:lnTo>
                        <a:pt x="980" y="13"/>
                      </a:lnTo>
                      <a:lnTo>
                        <a:pt x="981" y="13"/>
                      </a:lnTo>
                      <a:lnTo>
                        <a:pt x="983" y="13"/>
                      </a:lnTo>
                      <a:lnTo>
                        <a:pt x="984" y="13"/>
                      </a:lnTo>
                      <a:lnTo>
                        <a:pt x="986" y="13"/>
                      </a:lnTo>
                      <a:lnTo>
                        <a:pt x="987" y="13"/>
                      </a:lnTo>
                      <a:lnTo>
                        <a:pt x="988" y="13"/>
                      </a:lnTo>
                      <a:lnTo>
                        <a:pt x="990" y="13"/>
                      </a:lnTo>
                      <a:lnTo>
                        <a:pt x="991" y="13"/>
                      </a:lnTo>
                      <a:lnTo>
                        <a:pt x="993" y="13"/>
                      </a:lnTo>
                      <a:lnTo>
                        <a:pt x="994" y="13"/>
                      </a:lnTo>
                      <a:lnTo>
                        <a:pt x="996" y="13"/>
                      </a:lnTo>
                      <a:lnTo>
                        <a:pt x="997" y="13"/>
                      </a:lnTo>
                      <a:lnTo>
                        <a:pt x="999" y="13"/>
                      </a:lnTo>
                      <a:lnTo>
                        <a:pt x="1000" y="13"/>
                      </a:lnTo>
                      <a:lnTo>
                        <a:pt x="1002" y="13"/>
                      </a:lnTo>
                      <a:lnTo>
                        <a:pt x="1003" y="13"/>
                      </a:lnTo>
                      <a:lnTo>
                        <a:pt x="1004" y="13"/>
                      </a:lnTo>
                      <a:lnTo>
                        <a:pt x="1006" y="14"/>
                      </a:lnTo>
                      <a:lnTo>
                        <a:pt x="1007" y="14"/>
                      </a:lnTo>
                      <a:lnTo>
                        <a:pt x="1009" y="14"/>
                      </a:lnTo>
                      <a:lnTo>
                        <a:pt x="1010" y="14"/>
                      </a:lnTo>
                      <a:lnTo>
                        <a:pt x="1012" y="14"/>
                      </a:lnTo>
                      <a:lnTo>
                        <a:pt x="1013" y="14"/>
                      </a:lnTo>
                      <a:lnTo>
                        <a:pt x="1015" y="14"/>
                      </a:lnTo>
                      <a:lnTo>
                        <a:pt x="1016" y="14"/>
                      </a:lnTo>
                      <a:lnTo>
                        <a:pt x="1017" y="14"/>
                      </a:lnTo>
                      <a:lnTo>
                        <a:pt x="1019" y="14"/>
                      </a:lnTo>
                      <a:lnTo>
                        <a:pt x="1020" y="14"/>
                      </a:lnTo>
                      <a:lnTo>
                        <a:pt x="1022" y="14"/>
                      </a:lnTo>
                      <a:lnTo>
                        <a:pt x="1023" y="14"/>
                      </a:lnTo>
                      <a:lnTo>
                        <a:pt x="1025" y="14"/>
                      </a:lnTo>
                      <a:lnTo>
                        <a:pt x="1026" y="14"/>
                      </a:lnTo>
                      <a:lnTo>
                        <a:pt x="1028" y="14"/>
                      </a:lnTo>
                      <a:lnTo>
                        <a:pt x="1029" y="14"/>
                      </a:lnTo>
                      <a:lnTo>
                        <a:pt x="1031" y="14"/>
                      </a:lnTo>
                      <a:lnTo>
                        <a:pt x="1032" y="14"/>
                      </a:lnTo>
                      <a:lnTo>
                        <a:pt x="1033" y="14"/>
                      </a:lnTo>
                      <a:lnTo>
                        <a:pt x="1035" y="14"/>
                      </a:lnTo>
                      <a:lnTo>
                        <a:pt x="1036" y="14"/>
                      </a:lnTo>
                      <a:lnTo>
                        <a:pt x="1038" y="14"/>
                      </a:lnTo>
                      <a:lnTo>
                        <a:pt x="1039" y="14"/>
                      </a:lnTo>
                      <a:lnTo>
                        <a:pt x="1041" y="14"/>
                      </a:lnTo>
                      <a:lnTo>
                        <a:pt x="1042" y="14"/>
                      </a:lnTo>
                      <a:lnTo>
                        <a:pt x="1044" y="14"/>
                      </a:lnTo>
                      <a:lnTo>
                        <a:pt x="1045" y="14"/>
                      </a:lnTo>
                      <a:lnTo>
                        <a:pt x="1046" y="14"/>
                      </a:lnTo>
                      <a:lnTo>
                        <a:pt x="1048" y="14"/>
                      </a:lnTo>
                      <a:lnTo>
                        <a:pt x="1049" y="14"/>
                      </a:lnTo>
                      <a:lnTo>
                        <a:pt x="1051" y="14"/>
                      </a:lnTo>
                      <a:lnTo>
                        <a:pt x="1052" y="14"/>
                      </a:lnTo>
                      <a:lnTo>
                        <a:pt x="1054" y="14"/>
                      </a:lnTo>
                      <a:lnTo>
                        <a:pt x="1055" y="14"/>
                      </a:lnTo>
                      <a:lnTo>
                        <a:pt x="1057" y="14"/>
                      </a:lnTo>
                      <a:lnTo>
                        <a:pt x="1058" y="14"/>
                      </a:lnTo>
                      <a:lnTo>
                        <a:pt x="1060" y="14"/>
                      </a:lnTo>
                      <a:lnTo>
                        <a:pt x="1061" y="14"/>
                      </a:lnTo>
                      <a:lnTo>
                        <a:pt x="1062" y="14"/>
                      </a:lnTo>
                      <a:lnTo>
                        <a:pt x="1064" y="14"/>
                      </a:lnTo>
                      <a:lnTo>
                        <a:pt x="1065" y="14"/>
                      </a:lnTo>
                      <a:lnTo>
                        <a:pt x="1067" y="14"/>
                      </a:lnTo>
                      <a:lnTo>
                        <a:pt x="1068" y="14"/>
                      </a:lnTo>
                      <a:lnTo>
                        <a:pt x="1070" y="14"/>
                      </a:lnTo>
                      <a:lnTo>
                        <a:pt x="1071" y="14"/>
                      </a:lnTo>
                      <a:lnTo>
                        <a:pt x="1073" y="14"/>
                      </a:lnTo>
                      <a:lnTo>
                        <a:pt x="1074" y="14"/>
                      </a:lnTo>
                      <a:lnTo>
                        <a:pt x="1075" y="14"/>
                      </a:lnTo>
                      <a:lnTo>
                        <a:pt x="1077" y="14"/>
                      </a:lnTo>
                      <a:lnTo>
                        <a:pt x="1078" y="14"/>
                      </a:lnTo>
                      <a:lnTo>
                        <a:pt x="1080" y="14"/>
                      </a:lnTo>
                      <a:lnTo>
                        <a:pt x="1081" y="14"/>
                      </a:lnTo>
                      <a:lnTo>
                        <a:pt x="1083" y="15"/>
                      </a:lnTo>
                      <a:lnTo>
                        <a:pt x="1084" y="15"/>
                      </a:lnTo>
                      <a:lnTo>
                        <a:pt x="1086" y="15"/>
                      </a:lnTo>
                      <a:lnTo>
                        <a:pt x="1087" y="15"/>
                      </a:lnTo>
                      <a:lnTo>
                        <a:pt x="1089" y="15"/>
                      </a:lnTo>
                      <a:lnTo>
                        <a:pt x="1090" y="15"/>
                      </a:lnTo>
                      <a:lnTo>
                        <a:pt x="1091" y="15"/>
                      </a:lnTo>
                      <a:lnTo>
                        <a:pt x="1093" y="15"/>
                      </a:lnTo>
                      <a:lnTo>
                        <a:pt x="1094" y="15"/>
                      </a:lnTo>
                      <a:lnTo>
                        <a:pt x="1096" y="15"/>
                      </a:lnTo>
                      <a:lnTo>
                        <a:pt x="1097" y="15"/>
                      </a:lnTo>
                      <a:lnTo>
                        <a:pt x="1099" y="15"/>
                      </a:lnTo>
                      <a:lnTo>
                        <a:pt x="1100" y="15"/>
                      </a:lnTo>
                      <a:lnTo>
                        <a:pt x="1102" y="15"/>
                      </a:lnTo>
                      <a:lnTo>
                        <a:pt x="1103" y="15"/>
                      </a:lnTo>
                      <a:lnTo>
                        <a:pt x="1104" y="15"/>
                      </a:lnTo>
                      <a:lnTo>
                        <a:pt x="1106" y="15"/>
                      </a:lnTo>
                      <a:lnTo>
                        <a:pt x="1107" y="15"/>
                      </a:lnTo>
                      <a:lnTo>
                        <a:pt x="1109" y="15"/>
                      </a:lnTo>
                      <a:lnTo>
                        <a:pt x="1110" y="15"/>
                      </a:lnTo>
                      <a:lnTo>
                        <a:pt x="1112" y="15"/>
                      </a:lnTo>
                      <a:lnTo>
                        <a:pt x="1113" y="15"/>
                      </a:lnTo>
                      <a:lnTo>
                        <a:pt x="1115" y="15"/>
                      </a:lnTo>
                      <a:lnTo>
                        <a:pt x="1116" y="15"/>
                      </a:lnTo>
                      <a:lnTo>
                        <a:pt x="1118" y="15"/>
                      </a:lnTo>
                      <a:lnTo>
                        <a:pt x="1119" y="15"/>
                      </a:lnTo>
                      <a:lnTo>
                        <a:pt x="1120" y="15"/>
                      </a:lnTo>
                      <a:lnTo>
                        <a:pt x="1122" y="15"/>
                      </a:lnTo>
                      <a:lnTo>
                        <a:pt x="1123" y="15"/>
                      </a:lnTo>
                      <a:lnTo>
                        <a:pt x="1125" y="15"/>
                      </a:lnTo>
                      <a:lnTo>
                        <a:pt x="1126" y="15"/>
                      </a:lnTo>
                      <a:lnTo>
                        <a:pt x="1128" y="15"/>
                      </a:lnTo>
                      <a:lnTo>
                        <a:pt x="1129" y="15"/>
                      </a:lnTo>
                      <a:lnTo>
                        <a:pt x="1131" y="15"/>
                      </a:lnTo>
                      <a:lnTo>
                        <a:pt x="1132" y="15"/>
                      </a:lnTo>
                      <a:lnTo>
                        <a:pt x="1133" y="15"/>
                      </a:lnTo>
                      <a:lnTo>
                        <a:pt x="1135" y="15"/>
                      </a:lnTo>
                      <a:lnTo>
                        <a:pt x="1136" y="15"/>
                      </a:lnTo>
                      <a:lnTo>
                        <a:pt x="1138" y="15"/>
                      </a:lnTo>
                      <a:lnTo>
                        <a:pt x="1139" y="15"/>
                      </a:lnTo>
                      <a:lnTo>
                        <a:pt x="1141" y="15"/>
                      </a:lnTo>
                      <a:lnTo>
                        <a:pt x="1142" y="15"/>
                      </a:lnTo>
                      <a:lnTo>
                        <a:pt x="1144" y="15"/>
                      </a:lnTo>
                      <a:lnTo>
                        <a:pt x="1145" y="15"/>
                      </a:lnTo>
                      <a:lnTo>
                        <a:pt x="1147" y="15"/>
                      </a:lnTo>
                      <a:lnTo>
                        <a:pt x="1148" y="15"/>
                      </a:lnTo>
                      <a:lnTo>
                        <a:pt x="1149" y="15"/>
                      </a:lnTo>
                      <a:lnTo>
                        <a:pt x="1151" y="15"/>
                      </a:lnTo>
                      <a:lnTo>
                        <a:pt x="1152" y="15"/>
                      </a:lnTo>
                      <a:lnTo>
                        <a:pt x="1154" y="15"/>
                      </a:lnTo>
                      <a:lnTo>
                        <a:pt x="1155" y="15"/>
                      </a:lnTo>
                      <a:lnTo>
                        <a:pt x="1157" y="15"/>
                      </a:lnTo>
                      <a:lnTo>
                        <a:pt x="1158" y="15"/>
                      </a:lnTo>
                      <a:lnTo>
                        <a:pt x="1160" y="15"/>
                      </a:lnTo>
                      <a:lnTo>
                        <a:pt x="1161" y="16"/>
                      </a:lnTo>
                      <a:lnTo>
                        <a:pt x="1162" y="15"/>
                      </a:lnTo>
                      <a:lnTo>
                        <a:pt x="1164" y="16"/>
                      </a:lnTo>
                      <a:lnTo>
                        <a:pt x="1165" y="16"/>
                      </a:lnTo>
                      <a:lnTo>
                        <a:pt x="1167" y="16"/>
                      </a:lnTo>
                      <a:lnTo>
                        <a:pt x="1168" y="16"/>
                      </a:lnTo>
                      <a:lnTo>
                        <a:pt x="1170" y="16"/>
                      </a:lnTo>
                      <a:lnTo>
                        <a:pt x="1171" y="16"/>
                      </a:lnTo>
                      <a:lnTo>
                        <a:pt x="1173" y="16"/>
                      </a:lnTo>
                      <a:lnTo>
                        <a:pt x="1174" y="16"/>
                      </a:lnTo>
                      <a:lnTo>
                        <a:pt x="1176" y="16"/>
                      </a:lnTo>
                      <a:lnTo>
                        <a:pt x="1177" y="16"/>
                      </a:lnTo>
                      <a:lnTo>
                        <a:pt x="1178" y="16"/>
                      </a:lnTo>
                      <a:lnTo>
                        <a:pt x="1180" y="16"/>
                      </a:lnTo>
                      <a:lnTo>
                        <a:pt x="1181" y="16"/>
                      </a:lnTo>
                      <a:lnTo>
                        <a:pt x="1183" y="16"/>
                      </a:lnTo>
                      <a:lnTo>
                        <a:pt x="1184" y="16"/>
                      </a:lnTo>
                      <a:lnTo>
                        <a:pt x="1186" y="16"/>
                      </a:lnTo>
                      <a:lnTo>
                        <a:pt x="1187" y="16"/>
                      </a:lnTo>
                      <a:lnTo>
                        <a:pt x="1189" y="16"/>
                      </a:lnTo>
                      <a:lnTo>
                        <a:pt x="1190" y="16"/>
                      </a:lnTo>
                      <a:lnTo>
                        <a:pt x="1191" y="16"/>
                      </a:lnTo>
                      <a:lnTo>
                        <a:pt x="1193" y="16"/>
                      </a:lnTo>
                      <a:lnTo>
                        <a:pt x="1194" y="16"/>
                      </a:lnTo>
                      <a:lnTo>
                        <a:pt x="1196" y="16"/>
                      </a:lnTo>
                      <a:lnTo>
                        <a:pt x="1197" y="16"/>
                      </a:lnTo>
                      <a:lnTo>
                        <a:pt x="1199" y="16"/>
                      </a:lnTo>
                      <a:lnTo>
                        <a:pt x="1200" y="16"/>
                      </a:lnTo>
                      <a:lnTo>
                        <a:pt x="1202" y="16"/>
                      </a:lnTo>
                      <a:lnTo>
                        <a:pt x="1203" y="16"/>
                      </a:lnTo>
                      <a:lnTo>
                        <a:pt x="1205" y="16"/>
                      </a:lnTo>
                      <a:lnTo>
                        <a:pt x="1206" y="16"/>
                      </a:lnTo>
                      <a:lnTo>
                        <a:pt x="1207" y="16"/>
                      </a:lnTo>
                      <a:lnTo>
                        <a:pt x="1209" y="16"/>
                      </a:lnTo>
                      <a:lnTo>
                        <a:pt x="1210" y="16"/>
                      </a:lnTo>
                      <a:lnTo>
                        <a:pt x="1212" y="16"/>
                      </a:lnTo>
                      <a:lnTo>
                        <a:pt x="1213" y="16"/>
                      </a:lnTo>
                      <a:lnTo>
                        <a:pt x="1215" y="16"/>
                      </a:lnTo>
                      <a:lnTo>
                        <a:pt x="1216" y="16"/>
                      </a:lnTo>
                      <a:lnTo>
                        <a:pt x="1218" y="16"/>
                      </a:lnTo>
                      <a:lnTo>
                        <a:pt x="1219" y="16"/>
                      </a:lnTo>
                      <a:lnTo>
                        <a:pt x="1220" y="16"/>
                      </a:lnTo>
                      <a:lnTo>
                        <a:pt x="1222" y="16"/>
                      </a:lnTo>
                      <a:lnTo>
                        <a:pt x="1223" y="16"/>
                      </a:lnTo>
                      <a:lnTo>
                        <a:pt x="1225" y="16"/>
                      </a:lnTo>
                      <a:lnTo>
                        <a:pt x="1226" y="16"/>
                      </a:lnTo>
                      <a:lnTo>
                        <a:pt x="1228" y="16"/>
                      </a:lnTo>
                      <a:lnTo>
                        <a:pt x="1229" y="16"/>
                      </a:lnTo>
                      <a:lnTo>
                        <a:pt x="1231" y="16"/>
                      </a:lnTo>
                      <a:lnTo>
                        <a:pt x="1232" y="16"/>
                      </a:lnTo>
                      <a:lnTo>
                        <a:pt x="1234" y="16"/>
                      </a:lnTo>
                      <a:lnTo>
                        <a:pt x="1235" y="16"/>
                      </a:lnTo>
                      <a:lnTo>
                        <a:pt x="1236" y="16"/>
                      </a:lnTo>
                      <a:lnTo>
                        <a:pt x="1238" y="16"/>
                      </a:lnTo>
                      <a:lnTo>
                        <a:pt x="1239" y="16"/>
                      </a:lnTo>
                      <a:lnTo>
                        <a:pt x="1241" y="16"/>
                      </a:lnTo>
                      <a:lnTo>
                        <a:pt x="1242" y="16"/>
                      </a:lnTo>
                      <a:lnTo>
                        <a:pt x="1244" y="16"/>
                      </a:lnTo>
                      <a:lnTo>
                        <a:pt x="1245" y="16"/>
                      </a:lnTo>
                      <a:lnTo>
                        <a:pt x="1247" y="16"/>
                      </a:lnTo>
                      <a:lnTo>
                        <a:pt x="1248" y="16"/>
                      </a:lnTo>
                      <a:lnTo>
                        <a:pt x="1249" y="16"/>
                      </a:lnTo>
                      <a:lnTo>
                        <a:pt x="1251" y="16"/>
                      </a:lnTo>
                      <a:lnTo>
                        <a:pt x="1252" y="16"/>
                      </a:lnTo>
                      <a:lnTo>
                        <a:pt x="1254" y="16"/>
                      </a:lnTo>
                      <a:lnTo>
                        <a:pt x="1255" y="16"/>
                      </a:lnTo>
                      <a:lnTo>
                        <a:pt x="1257" y="16"/>
                      </a:lnTo>
                      <a:lnTo>
                        <a:pt x="1258" y="16"/>
                      </a:lnTo>
                      <a:lnTo>
                        <a:pt x="1260" y="16"/>
                      </a:lnTo>
                      <a:lnTo>
                        <a:pt x="1261" y="16"/>
                      </a:lnTo>
                      <a:lnTo>
                        <a:pt x="1263" y="17"/>
                      </a:lnTo>
                      <a:lnTo>
                        <a:pt x="1264" y="17"/>
                      </a:lnTo>
                      <a:lnTo>
                        <a:pt x="1265" y="17"/>
                      </a:lnTo>
                      <a:lnTo>
                        <a:pt x="1267" y="17"/>
                      </a:lnTo>
                      <a:lnTo>
                        <a:pt x="1268" y="17"/>
                      </a:lnTo>
                      <a:lnTo>
                        <a:pt x="1270" y="17"/>
                      </a:lnTo>
                      <a:lnTo>
                        <a:pt x="1271" y="17"/>
                      </a:lnTo>
                      <a:lnTo>
                        <a:pt x="1273" y="17"/>
                      </a:lnTo>
                      <a:lnTo>
                        <a:pt x="1274" y="17"/>
                      </a:lnTo>
                      <a:lnTo>
                        <a:pt x="1276" y="17"/>
                      </a:lnTo>
                      <a:lnTo>
                        <a:pt x="1277" y="16"/>
                      </a:lnTo>
                      <a:lnTo>
                        <a:pt x="1278" y="17"/>
                      </a:lnTo>
                      <a:lnTo>
                        <a:pt x="1280" y="17"/>
                      </a:lnTo>
                      <a:lnTo>
                        <a:pt x="1281" y="17"/>
                      </a:lnTo>
                      <a:lnTo>
                        <a:pt x="1283" y="17"/>
                      </a:lnTo>
                      <a:lnTo>
                        <a:pt x="1284" y="17"/>
                      </a:lnTo>
                      <a:lnTo>
                        <a:pt x="1286" y="17"/>
                      </a:lnTo>
                      <a:lnTo>
                        <a:pt x="1287" y="17"/>
                      </a:lnTo>
                      <a:lnTo>
                        <a:pt x="1289" y="16"/>
                      </a:lnTo>
                      <a:lnTo>
                        <a:pt x="1290" y="16"/>
                      </a:lnTo>
                      <a:lnTo>
                        <a:pt x="1292" y="16"/>
                      </a:lnTo>
                      <a:lnTo>
                        <a:pt x="1293" y="16"/>
                      </a:lnTo>
                      <a:lnTo>
                        <a:pt x="1294" y="16"/>
                      </a:lnTo>
                      <a:lnTo>
                        <a:pt x="1296" y="17"/>
                      </a:lnTo>
                      <a:lnTo>
                        <a:pt x="1297" y="17"/>
                      </a:lnTo>
                      <a:lnTo>
                        <a:pt x="1299" y="17"/>
                      </a:lnTo>
                      <a:lnTo>
                        <a:pt x="1300" y="17"/>
                      </a:lnTo>
                      <a:lnTo>
                        <a:pt x="1302" y="17"/>
                      </a:lnTo>
                      <a:lnTo>
                        <a:pt x="1303" y="17"/>
                      </a:lnTo>
                      <a:lnTo>
                        <a:pt x="1305" y="17"/>
                      </a:lnTo>
                      <a:lnTo>
                        <a:pt x="1306" y="17"/>
                      </a:lnTo>
                      <a:lnTo>
                        <a:pt x="1307" y="17"/>
                      </a:lnTo>
                      <a:lnTo>
                        <a:pt x="1309" y="17"/>
                      </a:lnTo>
                      <a:lnTo>
                        <a:pt x="1310" y="17"/>
                      </a:lnTo>
                      <a:lnTo>
                        <a:pt x="1312" y="17"/>
                      </a:lnTo>
                      <a:lnTo>
                        <a:pt x="1313" y="17"/>
                      </a:lnTo>
                      <a:lnTo>
                        <a:pt x="1315" y="17"/>
                      </a:lnTo>
                      <a:lnTo>
                        <a:pt x="1316" y="17"/>
                      </a:lnTo>
                      <a:lnTo>
                        <a:pt x="1318" y="17"/>
                      </a:lnTo>
                      <a:lnTo>
                        <a:pt x="1319" y="17"/>
                      </a:lnTo>
                      <a:lnTo>
                        <a:pt x="1321" y="17"/>
                      </a:lnTo>
                      <a:lnTo>
                        <a:pt x="1322" y="17"/>
                      </a:lnTo>
                      <a:lnTo>
                        <a:pt x="1323" y="17"/>
                      </a:lnTo>
                      <a:lnTo>
                        <a:pt x="1325" y="17"/>
                      </a:lnTo>
                      <a:lnTo>
                        <a:pt x="1326" y="17"/>
                      </a:lnTo>
                      <a:lnTo>
                        <a:pt x="1328" y="17"/>
                      </a:lnTo>
                      <a:lnTo>
                        <a:pt x="1329" y="17"/>
                      </a:lnTo>
                      <a:lnTo>
                        <a:pt x="1331" y="17"/>
                      </a:lnTo>
                      <a:lnTo>
                        <a:pt x="1332" y="17"/>
                      </a:lnTo>
                      <a:lnTo>
                        <a:pt x="1334" y="17"/>
                      </a:lnTo>
                      <a:lnTo>
                        <a:pt x="1335" y="17"/>
                      </a:lnTo>
                      <a:lnTo>
                        <a:pt x="1336" y="17"/>
                      </a:lnTo>
                      <a:lnTo>
                        <a:pt x="1338" y="17"/>
                      </a:lnTo>
                      <a:lnTo>
                        <a:pt x="1339" y="17"/>
                      </a:lnTo>
                      <a:lnTo>
                        <a:pt x="1341" y="17"/>
                      </a:lnTo>
                      <a:lnTo>
                        <a:pt x="1342" y="18"/>
                      </a:lnTo>
                      <a:lnTo>
                        <a:pt x="1344" y="18"/>
                      </a:lnTo>
                      <a:lnTo>
                        <a:pt x="1345" y="18"/>
                      </a:lnTo>
                      <a:lnTo>
                        <a:pt x="1347" y="18"/>
                      </a:lnTo>
                      <a:lnTo>
                        <a:pt x="1348" y="18"/>
                      </a:lnTo>
                      <a:lnTo>
                        <a:pt x="1350" y="18"/>
                      </a:lnTo>
                      <a:lnTo>
                        <a:pt x="1351" y="18"/>
                      </a:lnTo>
                      <a:lnTo>
                        <a:pt x="1352" y="18"/>
                      </a:lnTo>
                      <a:lnTo>
                        <a:pt x="1354" y="18"/>
                      </a:lnTo>
                      <a:lnTo>
                        <a:pt x="1355" y="18"/>
                      </a:lnTo>
                      <a:lnTo>
                        <a:pt x="1357" y="18"/>
                      </a:lnTo>
                    </a:path>
                  </a:pathLst>
                </a:custGeom>
                <a:noFill/>
                <a:ln cap="flat" cmpd="sng" w="25400">
                  <a:solidFill>
                    <a:srgbClr val="DAA52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9" name="Google Shape;1029;p19"/>
                <p:cNvSpPr/>
                <p:nvPr/>
              </p:nvSpPr>
              <p:spPr>
                <a:xfrm flipH="1" rot="10800000">
                  <a:off x="3179763" y="3186113"/>
                  <a:ext cx="3584575" cy="104775"/>
                </a:xfrm>
                <a:custGeom>
                  <a:rect b="b" l="l" r="r" t="t"/>
                  <a:pathLst>
                    <a:path extrusionOk="0" h="48" w="1357">
                      <a:moveTo>
                        <a:pt x="0" y="28"/>
                      </a:moveTo>
                      <a:lnTo>
                        <a:pt x="1" y="28"/>
                      </a:lnTo>
                      <a:lnTo>
                        <a:pt x="3" y="28"/>
                      </a:lnTo>
                      <a:lnTo>
                        <a:pt x="4" y="28"/>
                      </a:lnTo>
                      <a:lnTo>
                        <a:pt x="6" y="28"/>
                      </a:lnTo>
                      <a:lnTo>
                        <a:pt x="7" y="28"/>
                      </a:lnTo>
                      <a:lnTo>
                        <a:pt x="8" y="28"/>
                      </a:lnTo>
                      <a:lnTo>
                        <a:pt x="10" y="28"/>
                      </a:lnTo>
                      <a:lnTo>
                        <a:pt x="11" y="28"/>
                      </a:lnTo>
                      <a:lnTo>
                        <a:pt x="13" y="28"/>
                      </a:lnTo>
                      <a:lnTo>
                        <a:pt x="14" y="28"/>
                      </a:lnTo>
                      <a:lnTo>
                        <a:pt x="16" y="28"/>
                      </a:lnTo>
                      <a:lnTo>
                        <a:pt x="17" y="27"/>
                      </a:lnTo>
                      <a:lnTo>
                        <a:pt x="19" y="27"/>
                      </a:lnTo>
                      <a:lnTo>
                        <a:pt x="20" y="27"/>
                      </a:lnTo>
                      <a:lnTo>
                        <a:pt x="21" y="27"/>
                      </a:lnTo>
                      <a:lnTo>
                        <a:pt x="23" y="27"/>
                      </a:lnTo>
                      <a:lnTo>
                        <a:pt x="24" y="27"/>
                      </a:lnTo>
                      <a:lnTo>
                        <a:pt x="26" y="27"/>
                      </a:lnTo>
                      <a:lnTo>
                        <a:pt x="27" y="27"/>
                      </a:lnTo>
                      <a:lnTo>
                        <a:pt x="29" y="27"/>
                      </a:lnTo>
                      <a:lnTo>
                        <a:pt x="30" y="27"/>
                      </a:lnTo>
                      <a:lnTo>
                        <a:pt x="32" y="27"/>
                      </a:lnTo>
                      <a:lnTo>
                        <a:pt x="33" y="28"/>
                      </a:lnTo>
                      <a:lnTo>
                        <a:pt x="35" y="27"/>
                      </a:lnTo>
                      <a:lnTo>
                        <a:pt x="36" y="28"/>
                      </a:lnTo>
                      <a:lnTo>
                        <a:pt x="37" y="28"/>
                      </a:lnTo>
                      <a:lnTo>
                        <a:pt x="39" y="28"/>
                      </a:lnTo>
                      <a:lnTo>
                        <a:pt x="40" y="28"/>
                      </a:lnTo>
                      <a:lnTo>
                        <a:pt x="42" y="28"/>
                      </a:lnTo>
                      <a:lnTo>
                        <a:pt x="43" y="27"/>
                      </a:lnTo>
                      <a:lnTo>
                        <a:pt x="45" y="27"/>
                      </a:lnTo>
                      <a:lnTo>
                        <a:pt x="46" y="27"/>
                      </a:lnTo>
                      <a:lnTo>
                        <a:pt x="48" y="27"/>
                      </a:lnTo>
                      <a:lnTo>
                        <a:pt x="49" y="28"/>
                      </a:lnTo>
                      <a:lnTo>
                        <a:pt x="50" y="28"/>
                      </a:lnTo>
                      <a:lnTo>
                        <a:pt x="52" y="28"/>
                      </a:lnTo>
                      <a:lnTo>
                        <a:pt x="53" y="28"/>
                      </a:lnTo>
                      <a:lnTo>
                        <a:pt x="55" y="28"/>
                      </a:lnTo>
                      <a:lnTo>
                        <a:pt x="56" y="28"/>
                      </a:lnTo>
                      <a:lnTo>
                        <a:pt x="58" y="28"/>
                      </a:lnTo>
                      <a:lnTo>
                        <a:pt x="59" y="27"/>
                      </a:lnTo>
                      <a:lnTo>
                        <a:pt x="61" y="28"/>
                      </a:lnTo>
                      <a:lnTo>
                        <a:pt x="62" y="28"/>
                      </a:lnTo>
                      <a:lnTo>
                        <a:pt x="64" y="28"/>
                      </a:lnTo>
                      <a:lnTo>
                        <a:pt x="65" y="28"/>
                      </a:lnTo>
                      <a:lnTo>
                        <a:pt x="66" y="28"/>
                      </a:lnTo>
                      <a:lnTo>
                        <a:pt x="68" y="28"/>
                      </a:lnTo>
                      <a:lnTo>
                        <a:pt x="69" y="28"/>
                      </a:lnTo>
                      <a:lnTo>
                        <a:pt x="71" y="28"/>
                      </a:lnTo>
                      <a:lnTo>
                        <a:pt x="72" y="28"/>
                      </a:lnTo>
                      <a:lnTo>
                        <a:pt x="74" y="28"/>
                      </a:lnTo>
                      <a:lnTo>
                        <a:pt x="75" y="28"/>
                      </a:lnTo>
                      <a:lnTo>
                        <a:pt x="77" y="28"/>
                      </a:lnTo>
                      <a:lnTo>
                        <a:pt x="78" y="28"/>
                      </a:lnTo>
                      <a:lnTo>
                        <a:pt x="79" y="28"/>
                      </a:lnTo>
                      <a:lnTo>
                        <a:pt x="81" y="28"/>
                      </a:lnTo>
                      <a:lnTo>
                        <a:pt x="82" y="28"/>
                      </a:lnTo>
                      <a:lnTo>
                        <a:pt x="84" y="28"/>
                      </a:lnTo>
                      <a:lnTo>
                        <a:pt x="85" y="28"/>
                      </a:lnTo>
                      <a:lnTo>
                        <a:pt x="87" y="28"/>
                      </a:lnTo>
                      <a:lnTo>
                        <a:pt x="88" y="28"/>
                      </a:lnTo>
                      <a:lnTo>
                        <a:pt x="90" y="28"/>
                      </a:lnTo>
                      <a:lnTo>
                        <a:pt x="91" y="28"/>
                      </a:lnTo>
                      <a:lnTo>
                        <a:pt x="93" y="28"/>
                      </a:lnTo>
                      <a:lnTo>
                        <a:pt x="94" y="28"/>
                      </a:lnTo>
                      <a:lnTo>
                        <a:pt x="95" y="28"/>
                      </a:lnTo>
                      <a:lnTo>
                        <a:pt x="97" y="28"/>
                      </a:lnTo>
                      <a:lnTo>
                        <a:pt x="98" y="28"/>
                      </a:lnTo>
                      <a:lnTo>
                        <a:pt x="100" y="28"/>
                      </a:lnTo>
                      <a:lnTo>
                        <a:pt x="101" y="28"/>
                      </a:lnTo>
                      <a:lnTo>
                        <a:pt x="103" y="28"/>
                      </a:lnTo>
                      <a:lnTo>
                        <a:pt x="104" y="28"/>
                      </a:lnTo>
                      <a:lnTo>
                        <a:pt x="106" y="28"/>
                      </a:lnTo>
                      <a:lnTo>
                        <a:pt x="107" y="28"/>
                      </a:lnTo>
                      <a:lnTo>
                        <a:pt x="108" y="27"/>
                      </a:lnTo>
                      <a:lnTo>
                        <a:pt x="110" y="27"/>
                      </a:lnTo>
                      <a:lnTo>
                        <a:pt x="111" y="28"/>
                      </a:lnTo>
                      <a:lnTo>
                        <a:pt x="113" y="26"/>
                      </a:lnTo>
                      <a:lnTo>
                        <a:pt x="114" y="27"/>
                      </a:lnTo>
                      <a:lnTo>
                        <a:pt x="116" y="27"/>
                      </a:lnTo>
                      <a:lnTo>
                        <a:pt x="117" y="27"/>
                      </a:lnTo>
                      <a:lnTo>
                        <a:pt x="119" y="26"/>
                      </a:lnTo>
                      <a:lnTo>
                        <a:pt x="120" y="26"/>
                      </a:lnTo>
                      <a:lnTo>
                        <a:pt x="122" y="25"/>
                      </a:lnTo>
                      <a:lnTo>
                        <a:pt x="123" y="25"/>
                      </a:lnTo>
                      <a:lnTo>
                        <a:pt x="124" y="24"/>
                      </a:lnTo>
                      <a:lnTo>
                        <a:pt x="126" y="24"/>
                      </a:lnTo>
                      <a:lnTo>
                        <a:pt x="127" y="23"/>
                      </a:lnTo>
                      <a:lnTo>
                        <a:pt x="129" y="23"/>
                      </a:lnTo>
                      <a:lnTo>
                        <a:pt x="130" y="22"/>
                      </a:lnTo>
                      <a:lnTo>
                        <a:pt x="132" y="22"/>
                      </a:lnTo>
                      <a:lnTo>
                        <a:pt x="133" y="22"/>
                      </a:lnTo>
                      <a:lnTo>
                        <a:pt x="135" y="21"/>
                      </a:lnTo>
                      <a:lnTo>
                        <a:pt x="136" y="21"/>
                      </a:lnTo>
                      <a:lnTo>
                        <a:pt x="137" y="20"/>
                      </a:lnTo>
                      <a:lnTo>
                        <a:pt x="139" y="20"/>
                      </a:lnTo>
                      <a:lnTo>
                        <a:pt x="140" y="19"/>
                      </a:lnTo>
                      <a:lnTo>
                        <a:pt x="142" y="19"/>
                      </a:lnTo>
                      <a:lnTo>
                        <a:pt x="143" y="18"/>
                      </a:lnTo>
                      <a:lnTo>
                        <a:pt x="145" y="18"/>
                      </a:lnTo>
                      <a:lnTo>
                        <a:pt x="146" y="18"/>
                      </a:lnTo>
                      <a:lnTo>
                        <a:pt x="148" y="17"/>
                      </a:lnTo>
                      <a:lnTo>
                        <a:pt x="149" y="17"/>
                      </a:lnTo>
                      <a:lnTo>
                        <a:pt x="151" y="16"/>
                      </a:lnTo>
                      <a:lnTo>
                        <a:pt x="152" y="16"/>
                      </a:lnTo>
                      <a:lnTo>
                        <a:pt x="153" y="16"/>
                      </a:lnTo>
                      <a:lnTo>
                        <a:pt x="155" y="15"/>
                      </a:lnTo>
                      <a:lnTo>
                        <a:pt x="156" y="15"/>
                      </a:lnTo>
                      <a:lnTo>
                        <a:pt x="158" y="14"/>
                      </a:lnTo>
                      <a:lnTo>
                        <a:pt x="159" y="14"/>
                      </a:lnTo>
                      <a:lnTo>
                        <a:pt x="161" y="14"/>
                      </a:lnTo>
                      <a:lnTo>
                        <a:pt x="162" y="13"/>
                      </a:lnTo>
                      <a:lnTo>
                        <a:pt x="164" y="13"/>
                      </a:lnTo>
                      <a:lnTo>
                        <a:pt x="165" y="13"/>
                      </a:lnTo>
                      <a:lnTo>
                        <a:pt x="166" y="12"/>
                      </a:lnTo>
                      <a:lnTo>
                        <a:pt x="168" y="12"/>
                      </a:lnTo>
                      <a:lnTo>
                        <a:pt x="169" y="12"/>
                      </a:lnTo>
                      <a:lnTo>
                        <a:pt x="171" y="11"/>
                      </a:lnTo>
                      <a:lnTo>
                        <a:pt x="172" y="11"/>
                      </a:lnTo>
                      <a:lnTo>
                        <a:pt x="174" y="11"/>
                      </a:lnTo>
                      <a:lnTo>
                        <a:pt x="175" y="10"/>
                      </a:lnTo>
                      <a:lnTo>
                        <a:pt x="177" y="10"/>
                      </a:lnTo>
                      <a:lnTo>
                        <a:pt x="178" y="10"/>
                      </a:lnTo>
                      <a:lnTo>
                        <a:pt x="180" y="9"/>
                      </a:lnTo>
                      <a:lnTo>
                        <a:pt x="181" y="9"/>
                      </a:lnTo>
                      <a:lnTo>
                        <a:pt x="182" y="9"/>
                      </a:lnTo>
                      <a:lnTo>
                        <a:pt x="184" y="9"/>
                      </a:lnTo>
                      <a:lnTo>
                        <a:pt x="185" y="8"/>
                      </a:lnTo>
                      <a:lnTo>
                        <a:pt x="187" y="8"/>
                      </a:lnTo>
                      <a:lnTo>
                        <a:pt x="188" y="8"/>
                      </a:lnTo>
                      <a:lnTo>
                        <a:pt x="190" y="8"/>
                      </a:lnTo>
                      <a:lnTo>
                        <a:pt x="191" y="7"/>
                      </a:lnTo>
                      <a:lnTo>
                        <a:pt x="193" y="7"/>
                      </a:lnTo>
                      <a:lnTo>
                        <a:pt x="194" y="6"/>
                      </a:lnTo>
                      <a:lnTo>
                        <a:pt x="195" y="6"/>
                      </a:lnTo>
                      <a:lnTo>
                        <a:pt x="197" y="6"/>
                      </a:lnTo>
                      <a:lnTo>
                        <a:pt x="198" y="6"/>
                      </a:lnTo>
                      <a:lnTo>
                        <a:pt x="200" y="6"/>
                      </a:lnTo>
                      <a:lnTo>
                        <a:pt x="201" y="6"/>
                      </a:lnTo>
                      <a:lnTo>
                        <a:pt x="203" y="5"/>
                      </a:lnTo>
                      <a:lnTo>
                        <a:pt x="204" y="5"/>
                      </a:lnTo>
                      <a:lnTo>
                        <a:pt x="206" y="5"/>
                      </a:lnTo>
                      <a:lnTo>
                        <a:pt x="207" y="5"/>
                      </a:lnTo>
                      <a:lnTo>
                        <a:pt x="209" y="5"/>
                      </a:lnTo>
                      <a:lnTo>
                        <a:pt x="210" y="4"/>
                      </a:lnTo>
                      <a:lnTo>
                        <a:pt x="211" y="4"/>
                      </a:lnTo>
                      <a:lnTo>
                        <a:pt x="213" y="4"/>
                      </a:lnTo>
                      <a:lnTo>
                        <a:pt x="214" y="4"/>
                      </a:lnTo>
                      <a:lnTo>
                        <a:pt x="216" y="3"/>
                      </a:lnTo>
                      <a:lnTo>
                        <a:pt x="217" y="3"/>
                      </a:lnTo>
                      <a:lnTo>
                        <a:pt x="219" y="3"/>
                      </a:lnTo>
                      <a:lnTo>
                        <a:pt x="220" y="3"/>
                      </a:lnTo>
                      <a:lnTo>
                        <a:pt x="222" y="2"/>
                      </a:lnTo>
                      <a:lnTo>
                        <a:pt x="223" y="2"/>
                      </a:lnTo>
                      <a:lnTo>
                        <a:pt x="224" y="2"/>
                      </a:lnTo>
                      <a:lnTo>
                        <a:pt x="226" y="2"/>
                      </a:lnTo>
                      <a:lnTo>
                        <a:pt x="227" y="2"/>
                      </a:lnTo>
                      <a:lnTo>
                        <a:pt x="229" y="2"/>
                      </a:lnTo>
                      <a:lnTo>
                        <a:pt x="230" y="1"/>
                      </a:lnTo>
                      <a:lnTo>
                        <a:pt x="232" y="1"/>
                      </a:lnTo>
                      <a:lnTo>
                        <a:pt x="233" y="1"/>
                      </a:lnTo>
                      <a:lnTo>
                        <a:pt x="235" y="1"/>
                      </a:lnTo>
                      <a:lnTo>
                        <a:pt x="236" y="1"/>
                      </a:lnTo>
                      <a:lnTo>
                        <a:pt x="238" y="1"/>
                      </a:lnTo>
                      <a:lnTo>
                        <a:pt x="239" y="1"/>
                      </a:lnTo>
                      <a:lnTo>
                        <a:pt x="240" y="1"/>
                      </a:lnTo>
                      <a:lnTo>
                        <a:pt x="242" y="1"/>
                      </a:lnTo>
                      <a:lnTo>
                        <a:pt x="243" y="1"/>
                      </a:lnTo>
                      <a:lnTo>
                        <a:pt x="245" y="1"/>
                      </a:lnTo>
                      <a:lnTo>
                        <a:pt x="246" y="1"/>
                      </a:lnTo>
                      <a:lnTo>
                        <a:pt x="248" y="1"/>
                      </a:lnTo>
                      <a:lnTo>
                        <a:pt x="249" y="1"/>
                      </a:lnTo>
                      <a:lnTo>
                        <a:pt x="251" y="0"/>
                      </a:lnTo>
                      <a:lnTo>
                        <a:pt x="252" y="0"/>
                      </a:lnTo>
                      <a:lnTo>
                        <a:pt x="253" y="0"/>
                      </a:lnTo>
                      <a:lnTo>
                        <a:pt x="255" y="0"/>
                      </a:lnTo>
                      <a:lnTo>
                        <a:pt x="256" y="0"/>
                      </a:lnTo>
                      <a:lnTo>
                        <a:pt x="258" y="0"/>
                      </a:lnTo>
                      <a:lnTo>
                        <a:pt x="259" y="0"/>
                      </a:lnTo>
                      <a:lnTo>
                        <a:pt x="261" y="0"/>
                      </a:lnTo>
                      <a:lnTo>
                        <a:pt x="262" y="0"/>
                      </a:lnTo>
                      <a:lnTo>
                        <a:pt x="264" y="0"/>
                      </a:lnTo>
                      <a:lnTo>
                        <a:pt x="265" y="0"/>
                      </a:lnTo>
                      <a:lnTo>
                        <a:pt x="267" y="0"/>
                      </a:lnTo>
                      <a:lnTo>
                        <a:pt x="268" y="0"/>
                      </a:lnTo>
                      <a:lnTo>
                        <a:pt x="269" y="0"/>
                      </a:lnTo>
                      <a:lnTo>
                        <a:pt x="271" y="0"/>
                      </a:lnTo>
                      <a:lnTo>
                        <a:pt x="272" y="0"/>
                      </a:lnTo>
                      <a:lnTo>
                        <a:pt x="274" y="0"/>
                      </a:lnTo>
                      <a:lnTo>
                        <a:pt x="275" y="0"/>
                      </a:lnTo>
                      <a:lnTo>
                        <a:pt x="277" y="1"/>
                      </a:lnTo>
                      <a:lnTo>
                        <a:pt x="278" y="0"/>
                      </a:lnTo>
                      <a:lnTo>
                        <a:pt x="280" y="0"/>
                      </a:lnTo>
                      <a:lnTo>
                        <a:pt x="281" y="0"/>
                      </a:lnTo>
                      <a:lnTo>
                        <a:pt x="282" y="0"/>
                      </a:lnTo>
                      <a:lnTo>
                        <a:pt x="284" y="1"/>
                      </a:lnTo>
                      <a:lnTo>
                        <a:pt x="285" y="1"/>
                      </a:lnTo>
                      <a:lnTo>
                        <a:pt x="287" y="1"/>
                      </a:lnTo>
                      <a:lnTo>
                        <a:pt x="288" y="1"/>
                      </a:lnTo>
                      <a:lnTo>
                        <a:pt x="290" y="1"/>
                      </a:lnTo>
                      <a:lnTo>
                        <a:pt x="291" y="1"/>
                      </a:lnTo>
                      <a:lnTo>
                        <a:pt x="293" y="1"/>
                      </a:lnTo>
                      <a:lnTo>
                        <a:pt x="294" y="1"/>
                      </a:lnTo>
                      <a:lnTo>
                        <a:pt x="296" y="1"/>
                      </a:lnTo>
                      <a:lnTo>
                        <a:pt x="297" y="1"/>
                      </a:lnTo>
                      <a:lnTo>
                        <a:pt x="298" y="1"/>
                      </a:lnTo>
                      <a:lnTo>
                        <a:pt x="300" y="1"/>
                      </a:lnTo>
                      <a:lnTo>
                        <a:pt x="301" y="1"/>
                      </a:lnTo>
                      <a:lnTo>
                        <a:pt x="303" y="1"/>
                      </a:lnTo>
                      <a:lnTo>
                        <a:pt x="304" y="1"/>
                      </a:lnTo>
                      <a:lnTo>
                        <a:pt x="306" y="2"/>
                      </a:lnTo>
                      <a:lnTo>
                        <a:pt x="307" y="2"/>
                      </a:lnTo>
                      <a:lnTo>
                        <a:pt x="309" y="2"/>
                      </a:lnTo>
                      <a:lnTo>
                        <a:pt x="310" y="2"/>
                      </a:lnTo>
                      <a:lnTo>
                        <a:pt x="311" y="2"/>
                      </a:lnTo>
                      <a:lnTo>
                        <a:pt x="313" y="2"/>
                      </a:lnTo>
                      <a:lnTo>
                        <a:pt x="314" y="2"/>
                      </a:lnTo>
                      <a:lnTo>
                        <a:pt x="316" y="2"/>
                      </a:lnTo>
                      <a:lnTo>
                        <a:pt x="317" y="3"/>
                      </a:lnTo>
                      <a:lnTo>
                        <a:pt x="319" y="3"/>
                      </a:lnTo>
                      <a:lnTo>
                        <a:pt x="320" y="3"/>
                      </a:lnTo>
                      <a:lnTo>
                        <a:pt x="322" y="3"/>
                      </a:lnTo>
                      <a:lnTo>
                        <a:pt x="323" y="3"/>
                      </a:lnTo>
                      <a:lnTo>
                        <a:pt x="325" y="3"/>
                      </a:lnTo>
                      <a:lnTo>
                        <a:pt x="326" y="3"/>
                      </a:lnTo>
                      <a:lnTo>
                        <a:pt x="327" y="3"/>
                      </a:lnTo>
                      <a:lnTo>
                        <a:pt x="329" y="3"/>
                      </a:lnTo>
                      <a:lnTo>
                        <a:pt x="330" y="3"/>
                      </a:lnTo>
                      <a:lnTo>
                        <a:pt x="332" y="4"/>
                      </a:lnTo>
                      <a:lnTo>
                        <a:pt x="333" y="4"/>
                      </a:lnTo>
                      <a:lnTo>
                        <a:pt x="335" y="4"/>
                      </a:lnTo>
                      <a:lnTo>
                        <a:pt x="336" y="4"/>
                      </a:lnTo>
                      <a:lnTo>
                        <a:pt x="338" y="4"/>
                      </a:lnTo>
                      <a:lnTo>
                        <a:pt x="339" y="4"/>
                      </a:lnTo>
                      <a:lnTo>
                        <a:pt x="340" y="4"/>
                      </a:lnTo>
                      <a:lnTo>
                        <a:pt x="342" y="5"/>
                      </a:lnTo>
                      <a:lnTo>
                        <a:pt x="343" y="5"/>
                      </a:lnTo>
                      <a:lnTo>
                        <a:pt x="345" y="5"/>
                      </a:lnTo>
                      <a:lnTo>
                        <a:pt x="346" y="5"/>
                      </a:lnTo>
                      <a:lnTo>
                        <a:pt x="348" y="5"/>
                      </a:lnTo>
                      <a:lnTo>
                        <a:pt x="349" y="5"/>
                      </a:lnTo>
                      <a:lnTo>
                        <a:pt x="351" y="5"/>
                      </a:lnTo>
                      <a:lnTo>
                        <a:pt x="352" y="6"/>
                      </a:lnTo>
                      <a:lnTo>
                        <a:pt x="354" y="6"/>
                      </a:lnTo>
                      <a:lnTo>
                        <a:pt x="355" y="6"/>
                      </a:lnTo>
                      <a:lnTo>
                        <a:pt x="356" y="6"/>
                      </a:lnTo>
                      <a:lnTo>
                        <a:pt x="358" y="6"/>
                      </a:lnTo>
                      <a:lnTo>
                        <a:pt x="359" y="6"/>
                      </a:lnTo>
                      <a:lnTo>
                        <a:pt x="361" y="6"/>
                      </a:lnTo>
                      <a:lnTo>
                        <a:pt x="362" y="6"/>
                      </a:lnTo>
                      <a:lnTo>
                        <a:pt x="364" y="7"/>
                      </a:lnTo>
                      <a:lnTo>
                        <a:pt x="365" y="7"/>
                      </a:lnTo>
                      <a:lnTo>
                        <a:pt x="367" y="7"/>
                      </a:lnTo>
                      <a:lnTo>
                        <a:pt x="368" y="7"/>
                      </a:lnTo>
                      <a:lnTo>
                        <a:pt x="369" y="7"/>
                      </a:lnTo>
                      <a:lnTo>
                        <a:pt x="371" y="7"/>
                      </a:lnTo>
                      <a:lnTo>
                        <a:pt x="372" y="7"/>
                      </a:lnTo>
                      <a:lnTo>
                        <a:pt x="374" y="8"/>
                      </a:lnTo>
                      <a:lnTo>
                        <a:pt x="375" y="8"/>
                      </a:lnTo>
                      <a:lnTo>
                        <a:pt x="377" y="8"/>
                      </a:lnTo>
                      <a:lnTo>
                        <a:pt x="378" y="8"/>
                      </a:lnTo>
                      <a:lnTo>
                        <a:pt x="380" y="8"/>
                      </a:lnTo>
                      <a:lnTo>
                        <a:pt x="381" y="8"/>
                      </a:lnTo>
                      <a:lnTo>
                        <a:pt x="383" y="8"/>
                      </a:lnTo>
                      <a:lnTo>
                        <a:pt x="384" y="8"/>
                      </a:lnTo>
                      <a:lnTo>
                        <a:pt x="385" y="9"/>
                      </a:lnTo>
                      <a:lnTo>
                        <a:pt x="387" y="9"/>
                      </a:lnTo>
                      <a:lnTo>
                        <a:pt x="388" y="9"/>
                      </a:lnTo>
                      <a:lnTo>
                        <a:pt x="390" y="9"/>
                      </a:lnTo>
                      <a:lnTo>
                        <a:pt x="391" y="9"/>
                      </a:lnTo>
                      <a:lnTo>
                        <a:pt x="393" y="9"/>
                      </a:lnTo>
                      <a:lnTo>
                        <a:pt x="394" y="9"/>
                      </a:lnTo>
                      <a:lnTo>
                        <a:pt x="396" y="9"/>
                      </a:lnTo>
                      <a:lnTo>
                        <a:pt x="397" y="10"/>
                      </a:lnTo>
                      <a:lnTo>
                        <a:pt x="398" y="10"/>
                      </a:lnTo>
                      <a:lnTo>
                        <a:pt x="400" y="10"/>
                      </a:lnTo>
                      <a:lnTo>
                        <a:pt x="401" y="6"/>
                      </a:lnTo>
                      <a:lnTo>
                        <a:pt x="403" y="10"/>
                      </a:lnTo>
                      <a:lnTo>
                        <a:pt x="404" y="10"/>
                      </a:lnTo>
                      <a:lnTo>
                        <a:pt x="406" y="10"/>
                      </a:lnTo>
                      <a:lnTo>
                        <a:pt x="407" y="10"/>
                      </a:lnTo>
                      <a:lnTo>
                        <a:pt x="409" y="10"/>
                      </a:lnTo>
                      <a:lnTo>
                        <a:pt x="410" y="10"/>
                      </a:lnTo>
                      <a:lnTo>
                        <a:pt x="412" y="10"/>
                      </a:lnTo>
                      <a:lnTo>
                        <a:pt x="413" y="11"/>
                      </a:lnTo>
                      <a:lnTo>
                        <a:pt x="414" y="11"/>
                      </a:lnTo>
                      <a:lnTo>
                        <a:pt x="416" y="11"/>
                      </a:lnTo>
                      <a:lnTo>
                        <a:pt x="417" y="11"/>
                      </a:lnTo>
                      <a:lnTo>
                        <a:pt x="419" y="11"/>
                      </a:lnTo>
                      <a:lnTo>
                        <a:pt x="420" y="12"/>
                      </a:lnTo>
                      <a:lnTo>
                        <a:pt x="422" y="12"/>
                      </a:lnTo>
                      <a:lnTo>
                        <a:pt x="423" y="12"/>
                      </a:lnTo>
                      <a:lnTo>
                        <a:pt x="425" y="12"/>
                      </a:lnTo>
                      <a:lnTo>
                        <a:pt x="426" y="12"/>
                      </a:lnTo>
                      <a:lnTo>
                        <a:pt x="427" y="12"/>
                      </a:lnTo>
                      <a:lnTo>
                        <a:pt x="429" y="12"/>
                      </a:lnTo>
                      <a:lnTo>
                        <a:pt x="430" y="12"/>
                      </a:lnTo>
                      <a:lnTo>
                        <a:pt x="432" y="12"/>
                      </a:lnTo>
                      <a:lnTo>
                        <a:pt x="433" y="12"/>
                      </a:lnTo>
                      <a:lnTo>
                        <a:pt x="435" y="12"/>
                      </a:lnTo>
                      <a:lnTo>
                        <a:pt x="436" y="13"/>
                      </a:lnTo>
                      <a:lnTo>
                        <a:pt x="438" y="13"/>
                      </a:lnTo>
                      <a:lnTo>
                        <a:pt x="439" y="13"/>
                      </a:lnTo>
                      <a:lnTo>
                        <a:pt x="441" y="13"/>
                      </a:lnTo>
                      <a:lnTo>
                        <a:pt x="442" y="13"/>
                      </a:lnTo>
                      <a:lnTo>
                        <a:pt x="443" y="13"/>
                      </a:lnTo>
                      <a:lnTo>
                        <a:pt x="445" y="13"/>
                      </a:lnTo>
                      <a:lnTo>
                        <a:pt x="446" y="13"/>
                      </a:lnTo>
                      <a:lnTo>
                        <a:pt x="448" y="14"/>
                      </a:lnTo>
                      <a:lnTo>
                        <a:pt x="449" y="14"/>
                      </a:lnTo>
                      <a:lnTo>
                        <a:pt x="451" y="14"/>
                      </a:lnTo>
                      <a:lnTo>
                        <a:pt x="452" y="14"/>
                      </a:lnTo>
                      <a:lnTo>
                        <a:pt x="454" y="14"/>
                      </a:lnTo>
                      <a:lnTo>
                        <a:pt x="455" y="14"/>
                      </a:lnTo>
                      <a:lnTo>
                        <a:pt x="456" y="14"/>
                      </a:lnTo>
                      <a:lnTo>
                        <a:pt x="458" y="15"/>
                      </a:lnTo>
                      <a:lnTo>
                        <a:pt x="459" y="15"/>
                      </a:lnTo>
                      <a:lnTo>
                        <a:pt x="461" y="15"/>
                      </a:lnTo>
                      <a:lnTo>
                        <a:pt x="462" y="15"/>
                      </a:lnTo>
                      <a:lnTo>
                        <a:pt x="464" y="15"/>
                      </a:lnTo>
                      <a:lnTo>
                        <a:pt x="465" y="15"/>
                      </a:lnTo>
                      <a:lnTo>
                        <a:pt x="467" y="15"/>
                      </a:lnTo>
                      <a:lnTo>
                        <a:pt x="468" y="15"/>
                      </a:lnTo>
                      <a:lnTo>
                        <a:pt x="470" y="15"/>
                      </a:lnTo>
                      <a:lnTo>
                        <a:pt x="471" y="16"/>
                      </a:lnTo>
                      <a:lnTo>
                        <a:pt x="472" y="16"/>
                      </a:lnTo>
                      <a:lnTo>
                        <a:pt x="474" y="16"/>
                      </a:lnTo>
                      <a:lnTo>
                        <a:pt x="475" y="16"/>
                      </a:lnTo>
                      <a:lnTo>
                        <a:pt x="477" y="16"/>
                      </a:lnTo>
                      <a:lnTo>
                        <a:pt x="478" y="16"/>
                      </a:lnTo>
                      <a:lnTo>
                        <a:pt x="480" y="16"/>
                      </a:lnTo>
                      <a:lnTo>
                        <a:pt x="481" y="17"/>
                      </a:lnTo>
                      <a:lnTo>
                        <a:pt x="483" y="17"/>
                      </a:lnTo>
                      <a:lnTo>
                        <a:pt x="484" y="17"/>
                      </a:lnTo>
                      <a:lnTo>
                        <a:pt x="485" y="17"/>
                      </a:lnTo>
                      <a:lnTo>
                        <a:pt x="487" y="17"/>
                      </a:lnTo>
                      <a:lnTo>
                        <a:pt x="488" y="17"/>
                      </a:lnTo>
                      <a:lnTo>
                        <a:pt x="490" y="17"/>
                      </a:lnTo>
                      <a:lnTo>
                        <a:pt x="491" y="18"/>
                      </a:lnTo>
                      <a:lnTo>
                        <a:pt x="493" y="18"/>
                      </a:lnTo>
                      <a:lnTo>
                        <a:pt x="494" y="18"/>
                      </a:lnTo>
                      <a:lnTo>
                        <a:pt x="496" y="18"/>
                      </a:lnTo>
                      <a:lnTo>
                        <a:pt x="497" y="18"/>
                      </a:lnTo>
                      <a:lnTo>
                        <a:pt x="499" y="18"/>
                      </a:lnTo>
                      <a:lnTo>
                        <a:pt x="500" y="18"/>
                      </a:lnTo>
                      <a:lnTo>
                        <a:pt x="501" y="18"/>
                      </a:lnTo>
                      <a:lnTo>
                        <a:pt x="503" y="18"/>
                      </a:lnTo>
                      <a:lnTo>
                        <a:pt x="504" y="18"/>
                      </a:lnTo>
                      <a:lnTo>
                        <a:pt x="506" y="18"/>
                      </a:lnTo>
                      <a:lnTo>
                        <a:pt x="507" y="19"/>
                      </a:lnTo>
                      <a:lnTo>
                        <a:pt x="509" y="19"/>
                      </a:lnTo>
                      <a:lnTo>
                        <a:pt x="510" y="19"/>
                      </a:lnTo>
                      <a:lnTo>
                        <a:pt x="512" y="19"/>
                      </a:lnTo>
                      <a:lnTo>
                        <a:pt x="513" y="19"/>
                      </a:lnTo>
                      <a:lnTo>
                        <a:pt x="514" y="19"/>
                      </a:lnTo>
                      <a:lnTo>
                        <a:pt x="516" y="19"/>
                      </a:lnTo>
                      <a:lnTo>
                        <a:pt x="517" y="19"/>
                      </a:lnTo>
                      <a:lnTo>
                        <a:pt x="519" y="19"/>
                      </a:lnTo>
                      <a:lnTo>
                        <a:pt x="520" y="20"/>
                      </a:lnTo>
                      <a:lnTo>
                        <a:pt x="522" y="20"/>
                      </a:lnTo>
                      <a:lnTo>
                        <a:pt x="523" y="20"/>
                      </a:lnTo>
                      <a:lnTo>
                        <a:pt x="525" y="20"/>
                      </a:lnTo>
                      <a:lnTo>
                        <a:pt x="526" y="20"/>
                      </a:lnTo>
                      <a:lnTo>
                        <a:pt x="528" y="20"/>
                      </a:lnTo>
                      <a:lnTo>
                        <a:pt x="529" y="20"/>
                      </a:lnTo>
                      <a:lnTo>
                        <a:pt x="530" y="20"/>
                      </a:lnTo>
                      <a:lnTo>
                        <a:pt x="532" y="21"/>
                      </a:lnTo>
                      <a:lnTo>
                        <a:pt x="533" y="21"/>
                      </a:lnTo>
                      <a:lnTo>
                        <a:pt x="535" y="21"/>
                      </a:lnTo>
                      <a:lnTo>
                        <a:pt x="536" y="21"/>
                      </a:lnTo>
                      <a:lnTo>
                        <a:pt x="538" y="21"/>
                      </a:lnTo>
                      <a:lnTo>
                        <a:pt x="539" y="21"/>
                      </a:lnTo>
                      <a:lnTo>
                        <a:pt x="541" y="21"/>
                      </a:lnTo>
                      <a:lnTo>
                        <a:pt x="542" y="21"/>
                      </a:lnTo>
                      <a:lnTo>
                        <a:pt x="543" y="21"/>
                      </a:lnTo>
                      <a:lnTo>
                        <a:pt x="545" y="21"/>
                      </a:lnTo>
                      <a:lnTo>
                        <a:pt x="546" y="21"/>
                      </a:lnTo>
                      <a:lnTo>
                        <a:pt x="548" y="21"/>
                      </a:lnTo>
                      <a:lnTo>
                        <a:pt x="549" y="22"/>
                      </a:lnTo>
                      <a:lnTo>
                        <a:pt x="551" y="22"/>
                      </a:lnTo>
                      <a:lnTo>
                        <a:pt x="552" y="22"/>
                      </a:lnTo>
                      <a:lnTo>
                        <a:pt x="554" y="22"/>
                      </a:lnTo>
                      <a:lnTo>
                        <a:pt x="555" y="22"/>
                      </a:lnTo>
                      <a:lnTo>
                        <a:pt x="557" y="22"/>
                      </a:lnTo>
                      <a:lnTo>
                        <a:pt x="558" y="22"/>
                      </a:lnTo>
                      <a:lnTo>
                        <a:pt x="559" y="22"/>
                      </a:lnTo>
                      <a:lnTo>
                        <a:pt x="561" y="22"/>
                      </a:lnTo>
                      <a:lnTo>
                        <a:pt x="562" y="23"/>
                      </a:lnTo>
                      <a:lnTo>
                        <a:pt x="564" y="23"/>
                      </a:lnTo>
                      <a:lnTo>
                        <a:pt x="565" y="23"/>
                      </a:lnTo>
                      <a:lnTo>
                        <a:pt x="567" y="23"/>
                      </a:lnTo>
                      <a:lnTo>
                        <a:pt x="568" y="23"/>
                      </a:lnTo>
                      <a:lnTo>
                        <a:pt x="570" y="23"/>
                      </a:lnTo>
                      <a:lnTo>
                        <a:pt x="571" y="23"/>
                      </a:lnTo>
                      <a:lnTo>
                        <a:pt x="572" y="23"/>
                      </a:lnTo>
                      <a:lnTo>
                        <a:pt x="574" y="23"/>
                      </a:lnTo>
                      <a:lnTo>
                        <a:pt x="575" y="23"/>
                      </a:lnTo>
                      <a:lnTo>
                        <a:pt x="577" y="23"/>
                      </a:lnTo>
                      <a:lnTo>
                        <a:pt x="578" y="23"/>
                      </a:lnTo>
                      <a:lnTo>
                        <a:pt x="580" y="24"/>
                      </a:lnTo>
                      <a:lnTo>
                        <a:pt x="581" y="24"/>
                      </a:lnTo>
                      <a:lnTo>
                        <a:pt x="583" y="24"/>
                      </a:lnTo>
                      <a:lnTo>
                        <a:pt x="584" y="24"/>
                      </a:lnTo>
                      <a:lnTo>
                        <a:pt x="586" y="24"/>
                      </a:lnTo>
                      <a:lnTo>
                        <a:pt x="587" y="24"/>
                      </a:lnTo>
                      <a:lnTo>
                        <a:pt x="588" y="24"/>
                      </a:lnTo>
                      <a:lnTo>
                        <a:pt x="590" y="24"/>
                      </a:lnTo>
                      <a:lnTo>
                        <a:pt x="591" y="24"/>
                      </a:lnTo>
                      <a:lnTo>
                        <a:pt x="593" y="24"/>
                      </a:lnTo>
                      <a:lnTo>
                        <a:pt x="594" y="25"/>
                      </a:lnTo>
                      <a:lnTo>
                        <a:pt x="596" y="25"/>
                      </a:lnTo>
                      <a:lnTo>
                        <a:pt x="597" y="25"/>
                      </a:lnTo>
                      <a:lnTo>
                        <a:pt x="599" y="25"/>
                      </a:lnTo>
                      <a:lnTo>
                        <a:pt x="600" y="25"/>
                      </a:lnTo>
                      <a:lnTo>
                        <a:pt x="601" y="25"/>
                      </a:lnTo>
                      <a:lnTo>
                        <a:pt x="603" y="25"/>
                      </a:lnTo>
                      <a:lnTo>
                        <a:pt x="604" y="25"/>
                      </a:lnTo>
                      <a:lnTo>
                        <a:pt x="606" y="26"/>
                      </a:lnTo>
                      <a:lnTo>
                        <a:pt x="607" y="26"/>
                      </a:lnTo>
                      <a:lnTo>
                        <a:pt x="609" y="26"/>
                      </a:lnTo>
                      <a:lnTo>
                        <a:pt x="610" y="26"/>
                      </a:lnTo>
                      <a:lnTo>
                        <a:pt x="612" y="26"/>
                      </a:lnTo>
                      <a:lnTo>
                        <a:pt x="613" y="26"/>
                      </a:lnTo>
                      <a:lnTo>
                        <a:pt x="615" y="26"/>
                      </a:lnTo>
                      <a:lnTo>
                        <a:pt x="616" y="26"/>
                      </a:lnTo>
                      <a:lnTo>
                        <a:pt x="617" y="26"/>
                      </a:lnTo>
                      <a:lnTo>
                        <a:pt x="619" y="26"/>
                      </a:lnTo>
                      <a:lnTo>
                        <a:pt x="620" y="26"/>
                      </a:lnTo>
                      <a:lnTo>
                        <a:pt x="622" y="26"/>
                      </a:lnTo>
                      <a:lnTo>
                        <a:pt x="623" y="26"/>
                      </a:lnTo>
                      <a:lnTo>
                        <a:pt x="625" y="27"/>
                      </a:lnTo>
                      <a:lnTo>
                        <a:pt x="626" y="27"/>
                      </a:lnTo>
                      <a:lnTo>
                        <a:pt x="628" y="27"/>
                      </a:lnTo>
                      <a:lnTo>
                        <a:pt x="629" y="27"/>
                      </a:lnTo>
                      <a:lnTo>
                        <a:pt x="630" y="27"/>
                      </a:lnTo>
                      <a:lnTo>
                        <a:pt x="632" y="27"/>
                      </a:lnTo>
                      <a:lnTo>
                        <a:pt x="633" y="27"/>
                      </a:lnTo>
                      <a:lnTo>
                        <a:pt x="635" y="27"/>
                      </a:lnTo>
                      <a:lnTo>
                        <a:pt x="636" y="27"/>
                      </a:lnTo>
                      <a:lnTo>
                        <a:pt x="638" y="27"/>
                      </a:lnTo>
                      <a:lnTo>
                        <a:pt x="639" y="27"/>
                      </a:lnTo>
                      <a:lnTo>
                        <a:pt x="641" y="27"/>
                      </a:lnTo>
                      <a:lnTo>
                        <a:pt x="642" y="27"/>
                      </a:lnTo>
                      <a:lnTo>
                        <a:pt x="644" y="28"/>
                      </a:lnTo>
                      <a:lnTo>
                        <a:pt x="645" y="28"/>
                      </a:lnTo>
                      <a:lnTo>
                        <a:pt x="646" y="28"/>
                      </a:lnTo>
                      <a:lnTo>
                        <a:pt x="648" y="28"/>
                      </a:lnTo>
                      <a:lnTo>
                        <a:pt x="649" y="28"/>
                      </a:lnTo>
                      <a:lnTo>
                        <a:pt x="651" y="28"/>
                      </a:lnTo>
                      <a:lnTo>
                        <a:pt x="652" y="28"/>
                      </a:lnTo>
                      <a:lnTo>
                        <a:pt x="654" y="28"/>
                      </a:lnTo>
                      <a:lnTo>
                        <a:pt x="655" y="28"/>
                      </a:lnTo>
                      <a:lnTo>
                        <a:pt x="657" y="28"/>
                      </a:lnTo>
                      <a:lnTo>
                        <a:pt x="658" y="28"/>
                      </a:lnTo>
                      <a:lnTo>
                        <a:pt x="659" y="28"/>
                      </a:lnTo>
                      <a:lnTo>
                        <a:pt x="661" y="28"/>
                      </a:lnTo>
                      <a:lnTo>
                        <a:pt x="662" y="28"/>
                      </a:lnTo>
                      <a:lnTo>
                        <a:pt x="664" y="28"/>
                      </a:lnTo>
                      <a:lnTo>
                        <a:pt x="665" y="29"/>
                      </a:lnTo>
                      <a:lnTo>
                        <a:pt x="667" y="29"/>
                      </a:lnTo>
                      <a:lnTo>
                        <a:pt x="668" y="29"/>
                      </a:lnTo>
                      <a:lnTo>
                        <a:pt x="670" y="29"/>
                      </a:lnTo>
                      <a:lnTo>
                        <a:pt x="671" y="29"/>
                      </a:lnTo>
                      <a:lnTo>
                        <a:pt x="673" y="29"/>
                      </a:lnTo>
                      <a:lnTo>
                        <a:pt x="674" y="29"/>
                      </a:lnTo>
                      <a:lnTo>
                        <a:pt x="675" y="29"/>
                      </a:lnTo>
                      <a:lnTo>
                        <a:pt x="677" y="29"/>
                      </a:lnTo>
                      <a:lnTo>
                        <a:pt x="678" y="29"/>
                      </a:lnTo>
                      <a:lnTo>
                        <a:pt x="680" y="29"/>
                      </a:lnTo>
                      <a:lnTo>
                        <a:pt x="681" y="29"/>
                      </a:lnTo>
                      <a:lnTo>
                        <a:pt x="683" y="29"/>
                      </a:lnTo>
                      <a:lnTo>
                        <a:pt x="684" y="29"/>
                      </a:lnTo>
                      <a:lnTo>
                        <a:pt x="686" y="29"/>
                      </a:lnTo>
                      <a:lnTo>
                        <a:pt x="687" y="29"/>
                      </a:lnTo>
                      <a:lnTo>
                        <a:pt x="688" y="30"/>
                      </a:lnTo>
                      <a:lnTo>
                        <a:pt x="690" y="30"/>
                      </a:lnTo>
                      <a:lnTo>
                        <a:pt x="691" y="30"/>
                      </a:lnTo>
                      <a:lnTo>
                        <a:pt x="693" y="30"/>
                      </a:lnTo>
                      <a:lnTo>
                        <a:pt x="694" y="30"/>
                      </a:lnTo>
                      <a:lnTo>
                        <a:pt x="696" y="30"/>
                      </a:lnTo>
                      <a:lnTo>
                        <a:pt x="697" y="30"/>
                      </a:lnTo>
                      <a:lnTo>
                        <a:pt x="699" y="30"/>
                      </a:lnTo>
                      <a:lnTo>
                        <a:pt x="700" y="30"/>
                      </a:lnTo>
                      <a:lnTo>
                        <a:pt x="702" y="30"/>
                      </a:lnTo>
                      <a:lnTo>
                        <a:pt x="703" y="31"/>
                      </a:lnTo>
                      <a:lnTo>
                        <a:pt x="704" y="31"/>
                      </a:lnTo>
                      <a:lnTo>
                        <a:pt x="706" y="31"/>
                      </a:lnTo>
                      <a:lnTo>
                        <a:pt x="707" y="31"/>
                      </a:lnTo>
                      <a:lnTo>
                        <a:pt x="709" y="31"/>
                      </a:lnTo>
                      <a:lnTo>
                        <a:pt x="710" y="31"/>
                      </a:lnTo>
                      <a:lnTo>
                        <a:pt x="712" y="31"/>
                      </a:lnTo>
                      <a:lnTo>
                        <a:pt x="713" y="31"/>
                      </a:lnTo>
                      <a:lnTo>
                        <a:pt x="715" y="31"/>
                      </a:lnTo>
                      <a:lnTo>
                        <a:pt x="716" y="32"/>
                      </a:lnTo>
                      <a:lnTo>
                        <a:pt x="717" y="32"/>
                      </a:lnTo>
                      <a:lnTo>
                        <a:pt x="719" y="32"/>
                      </a:lnTo>
                      <a:lnTo>
                        <a:pt x="720" y="32"/>
                      </a:lnTo>
                      <a:lnTo>
                        <a:pt x="722" y="32"/>
                      </a:lnTo>
                      <a:lnTo>
                        <a:pt x="723" y="32"/>
                      </a:lnTo>
                      <a:lnTo>
                        <a:pt x="725" y="32"/>
                      </a:lnTo>
                      <a:lnTo>
                        <a:pt x="726" y="32"/>
                      </a:lnTo>
                      <a:lnTo>
                        <a:pt x="728" y="32"/>
                      </a:lnTo>
                      <a:lnTo>
                        <a:pt x="729" y="32"/>
                      </a:lnTo>
                      <a:lnTo>
                        <a:pt x="731" y="32"/>
                      </a:lnTo>
                      <a:lnTo>
                        <a:pt x="732" y="32"/>
                      </a:lnTo>
                      <a:lnTo>
                        <a:pt x="733" y="32"/>
                      </a:lnTo>
                      <a:lnTo>
                        <a:pt x="735" y="32"/>
                      </a:lnTo>
                      <a:lnTo>
                        <a:pt x="736" y="32"/>
                      </a:lnTo>
                      <a:lnTo>
                        <a:pt x="738" y="33"/>
                      </a:lnTo>
                      <a:lnTo>
                        <a:pt x="739" y="33"/>
                      </a:lnTo>
                      <a:lnTo>
                        <a:pt x="741" y="33"/>
                      </a:lnTo>
                      <a:lnTo>
                        <a:pt x="742" y="33"/>
                      </a:lnTo>
                      <a:lnTo>
                        <a:pt x="744" y="33"/>
                      </a:lnTo>
                      <a:lnTo>
                        <a:pt x="745" y="33"/>
                      </a:lnTo>
                      <a:lnTo>
                        <a:pt x="746" y="33"/>
                      </a:lnTo>
                      <a:lnTo>
                        <a:pt x="748" y="33"/>
                      </a:lnTo>
                      <a:lnTo>
                        <a:pt x="749" y="33"/>
                      </a:lnTo>
                      <a:lnTo>
                        <a:pt x="751" y="33"/>
                      </a:lnTo>
                      <a:lnTo>
                        <a:pt x="752" y="33"/>
                      </a:lnTo>
                      <a:lnTo>
                        <a:pt x="754" y="33"/>
                      </a:lnTo>
                      <a:lnTo>
                        <a:pt x="755" y="33"/>
                      </a:lnTo>
                      <a:lnTo>
                        <a:pt x="757" y="34"/>
                      </a:lnTo>
                      <a:lnTo>
                        <a:pt x="758" y="34"/>
                      </a:lnTo>
                      <a:lnTo>
                        <a:pt x="760" y="34"/>
                      </a:lnTo>
                      <a:lnTo>
                        <a:pt x="761" y="34"/>
                      </a:lnTo>
                      <a:lnTo>
                        <a:pt x="762" y="34"/>
                      </a:lnTo>
                      <a:lnTo>
                        <a:pt x="764" y="34"/>
                      </a:lnTo>
                      <a:lnTo>
                        <a:pt x="765" y="34"/>
                      </a:lnTo>
                      <a:lnTo>
                        <a:pt x="767" y="34"/>
                      </a:lnTo>
                      <a:lnTo>
                        <a:pt x="768" y="34"/>
                      </a:lnTo>
                      <a:lnTo>
                        <a:pt x="770" y="34"/>
                      </a:lnTo>
                      <a:lnTo>
                        <a:pt x="771" y="34"/>
                      </a:lnTo>
                      <a:lnTo>
                        <a:pt x="773" y="34"/>
                      </a:lnTo>
                      <a:lnTo>
                        <a:pt x="774" y="34"/>
                      </a:lnTo>
                      <a:lnTo>
                        <a:pt x="775" y="34"/>
                      </a:lnTo>
                      <a:lnTo>
                        <a:pt x="777" y="34"/>
                      </a:lnTo>
                      <a:lnTo>
                        <a:pt x="778" y="35"/>
                      </a:lnTo>
                      <a:lnTo>
                        <a:pt x="780" y="35"/>
                      </a:lnTo>
                      <a:lnTo>
                        <a:pt x="781" y="35"/>
                      </a:lnTo>
                      <a:lnTo>
                        <a:pt x="783" y="35"/>
                      </a:lnTo>
                      <a:lnTo>
                        <a:pt x="784" y="35"/>
                      </a:lnTo>
                      <a:lnTo>
                        <a:pt x="786" y="35"/>
                      </a:lnTo>
                      <a:lnTo>
                        <a:pt x="787" y="35"/>
                      </a:lnTo>
                      <a:lnTo>
                        <a:pt x="789" y="35"/>
                      </a:lnTo>
                      <a:lnTo>
                        <a:pt x="790" y="35"/>
                      </a:lnTo>
                      <a:lnTo>
                        <a:pt x="791" y="35"/>
                      </a:lnTo>
                      <a:lnTo>
                        <a:pt x="793" y="35"/>
                      </a:lnTo>
                      <a:lnTo>
                        <a:pt x="794" y="35"/>
                      </a:lnTo>
                      <a:lnTo>
                        <a:pt x="796" y="35"/>
                      </a:lnTo>
                      <a:lnTo>
                        <a:pt x="797" y="35"/>
                      </a:lnTo>
                      <a:lnTo>
                        <a:pt x="799" y="35"/>
                      </a:lnTo>
                      <a:lnTo>
                        <a:pt x="800" y="35"/>
                      </a:lnTo>
                      <a:lnTo>
                        <a:pt x="802" y="35"/>
                      </a:lnTo>
                      <a:lnTo>
                        <a:pt x="803" y="35"/>
                      </a:lnTo>
                      <a:lnTo>
                        <a:pt x="804" y="35"/>
                      </a:lnTo>
                      <a:lnTo>
                        <a:pt x="806" y="35"/>
                      </a:lnTo>
                      <a:lnTo>
                        <a:pt x="807" y="35"/>
                      </a:lnTo>
                      <a:lnTo>
                        <a:pt x="809" y="35"/>
                      </a:lnTo>
                      <a:lnTo>
                        <a:pt x="810" y="35"/>
                      </a:lnTo>
                      <a:lnTo>
                        <a:pt x="812" y="36"/>
                      </a:lnTo>
                      <a:lnTo>
                        <a:pt x="813" y="36"/>
                      </a:lnTo>
                      <a:lnTo>
                        <a:pt x="815" y="36"/>
                      </a:lnTo>
                      <a:lnTo>
                        <a:pt x="816" y="36"/>
                      </a:lnTo>
                      <a:lnTo>
                        <a:pt x="818" y="36"/>
                      </a:lnTo>
                      <a:lnTo>
                        <a:pt x="819" y="36"/>
                      </a:lnTo>
                      <a:lnTo>
                        <a:pt x="820" y="36"/>
                      </a:lnTo>
                      <a:lnTo>
                        <a:pt x="822" y="36"/>
                      </a:lnTo>
                      <a:lnTo>
                        <a:pt x="823" y="36"/>
                      </a:lnTo>
                      <a:lnTo>
                        <a:pt x="825" y="36"/>
                      </a:lnTo>
                      <a:lnTo>
                        <a:pt x="826" y="36"/>
                      </a:lnTo>
                      <a:lnTo>
                        <a:pt x="828" y="36"/>
                      </a:lnTo>
                      <a:lnTo>
                        <a:pt x="829" y="36"/>
                      </a:lnTo>
                      <a:lnTo>
                        <a:pt x="831" y="37"/>
                      </a:lnTo>
                      <a:lnTo>
                        <a:pt x="832" y="37"/>
                      </a:lnTo>
                      <a:lnTo>
                        <a:pt x="833" y="37"/>
                      </a:lnTo>
                      <a:lnTo>
                        <a:pt x="835" y="37"/>
                      </a:lnTo>
                      <a:lnTo>
                        <a:pt x="836" y="37"/>
                      </a:lnTo>
                      <a:lnTo>
                        <a:pt x="838" y="37"/>
                      </a:lnTo>
                      <a:lnTo>
                        <a:pt x="839" y="37"/>
                      </a:lnTo>
                      <a:lnTo>
                        <a:pt x="841" y="37"/>
                      </a:lnTo>
                      <a:lnTo>
                        <a:pt x="842" y="37"/>
                      </a:lnTo>
                      <a:lnTo>
                        <a:pt x="844" y="37"/>
                      </a:lnTo>
                      <a:lnTo>
                        <a:pt x="845" y="37"/>
                      </a:lnTo>
                      <a:lnTo>
                        <a:pt x="847" y="37"/>
                      </a:lnTo>
                      <a:lnTo>
                        <a:pt x="848" y="37"/>
                      </a:lnTo>
                      <a:lnTo>
                        <a:pt x="849" y="37"/>
                      </a:lnTo>
                      <a:lnTo>
                        <a:pt x="851" y="37"/>
                      </a:lnTo>
                      <a:lnTo>
                        <a:pt x="852" y="37"/>
                      </a:lnTo>
                      <a:lnTo>
                        <a:pt x="854" y="37"/>
                      </a:lnTo>
                      <a:lnTo>
                        <a:pt x="855" y="37"/>
                      </a:lnTo>
                      <a:lnTo>
                        <a:pt x="857" y="38"/>
                      </a:lnTo>
                      <a:lnTo>
                        <a:pt x="858" y="38"/>
                      </a:lnTo>
                      <a:lnTo>
                        <a:pt x="860" y="38"/>
                      </a:lnTo>
                      <a:lnTo>
                        <a:pt x="861" y="38"/>
                      </a:lnTo>
                      <a:lnTo>
                        <a:pt x="862" y="38"/>
                      </a:lnTo>
                      <a:lnTo>
                        <a:pt x="864" y="38"/>
                      </a:lnTo>
                      <a:lnTo>
                        <a:pt x="865" y="38"/>
                      </a:lnTo>
                      <a:lnTo>
                        <a:pt x="867" y="38"/>
                      </a:lnTo>
                      <a:lnTo>
                        <a:pt x="868" y="38"/>
                      </a:lnTo>
                      <a:lnTo>
                        <a:pt x="870" y="38"/>
                      </a:lnTo>
                      <a:lnTo>
                        <a:pt x="871" y="38"/>
                      </a:lnTo>
                      <a:lnTo>
                        <a:pt x="873" y="38"/>
                      </a:lnTo>
                      <a:lnTo>
                        <a:pt x="874" y="38"/>
                      </a:lnTo>
                      <a:lnTo>
                        <a:pt x="876" y="38"/>
                      </a:lnTo>
                      <a:lnTo>
                        <a:pt x="877" y="39"/>
                      </a:lnTo>
                      <a:lnTo>
                        <a:pt x="878" y="39"/>
                      </a:lnTo>
                      <a:lnTo>
                        <a:pt x="880" y="39"/>
                      </a:lnTo>
                      <a:lnTo>
                        <a:pt x="881" y="39"/>
                      </a:lnTo>
                      <a:lnTo>
                        <a:pt x="883" y="39"/>
                      </a:lnTo>
                      <a:lnTo>
                        <a:pt x="884" y="39"/>
                      </a:lnTo>
                      <a:lnTo>
                        <a:pt x="886" y="39"/>
                      </a:lnTo>
                      <a:lnTo>
                        <a:pt x="887" y="39"/>
                      </a:lnTo>
                      <a:lnTo>
                        <a:pt x="889" y="39"/>
                      </a:lnTo>
                      <a:lnTo>
                        <a:pt x="890" y="39"/>
                      </a:lnTo>
                      <a:lnTo>
                        <a:pt x="891" y="39"/>
                      </a:lnTo>
                      <a:lnTo>
                        <a:pt x="893" y="39"/>
                      </a:lnTo>
                      <a:lnTo>
                        <a:pt x="894" y="39"/>
                      </a:lnTo>
                      <a:lnTo>
                        <a:pt x="896" y="39"/>
                      </a:lnTo>
                      <a:lnTo>
                        <a:pt x="897" y="39"/>
                      </a:lnTo>
                      <a:lnTo>
                        <a:pt x="899" y="39"/>
                      </a:lnTo>
                      <a:lnTo>
                        <a:pt x="900" y="39"/>
                      </a:lnTo>
                      <a:lnTo>
                        <a:pt x="902" y="39"/>
                      </a:lnTo>
                      <a:lnTo>
                        <a:pt x="903" y="39"/>
                      </a:lnTo>
                      <a:lnTo>
                        <a:pt x="905" y="39"/>
                      </a:lnTo>
                      <a:lnTo>
                        <a:pt x="906" y="39"/>
                      </a:lnTo>
                      <a:lnTo>
                        <a:pt x="907" y="39"/>
                      </a:lnTo>
                      <a:lnTo>
                        <a:pt x="909" y="39"/>
                      </a:lnTo>
                      <a:lnTo>
                        <a:pt x="910" y="39"/>
                      </a:lnTo>
                      <a:lnTo>
                        <a:pt x="912" y="40"/>
                      </a:lnTo>
                      <a:lnTo>
                        <a:pt x="913" y="40"/>
                      </a:lnTo>
                      <a:lnTo>
                        <a:pt x="915" y="40"/>
                      </a:lnTo>
                      <a:lnTo>
                        <a:pt x="916" y="40"/>
                      </a:lnTo>
                      <a:lnTo>
                        <a:pt x="918" y="40"/>
                      </a:lnTo>
                      <a:lnTo>
                        <a:pt x="919" y="40"/>
                      </a:lnTo>
                      <a:lnTo>
                        <a:pt x="920" y="40"/>
                      </a:lnTo>
                      <a:lnTo>
                        <a:pt x="922" y="40"/>
                      </a:lnTo>
                      <a:lnTo>
                        <a:pt x="923" y="40"/>
                      </a:lnTo>
                      <a:lnTo>
                        <a:pt x="925" y="40"/>
                      </a:lnTo>
                      <a:lnTo>
                        <a:pt x="926" y="40"/>
                      </a:lnTo>
                      <a:lnTo>
                        <a:pt x="928" y="40"/>
                      </a:lnTo>
                      <a:lnTo>
                        <a:pt x="929" y="40"/>
                      </a:lnTo>
                      <a:lnTo>
                        <a:pt x="931" y="40"/>
                      </a:lnTo>
                      <a:lnTo>
                        <a:pt x="932" y="40"/>
                      </a:lnTo>
                      <a:lnTo>
                        <a:pt x="934" y="40"/>
                      </a:lnTo>
                      <a:lnTo>
                        <a:pt x="935" y="40"/>
                      </a:lnTo>
                      <a:lnTo>
                        <a:pt x="936" y="40"/>
                      </a:lnTo>
                      <a:lnTo>
                        <a:pt x="938" y="40"/>
                      </a:lnTo>
                      <a:lnTo>
                        <a:pt x="939" y="40"/>
                      </a:lnTo>
                      <a:lnTo>
                        <a:pt x="941" y="40"/>
                      </a:lnTo>
                      <a:lnTo>
                        <a:pt x="942" y="40"/>
                      </a:lnTo>
                      <a:lnTo>
                        <a:pt x="944" y="40"/>
                      </a:lnTo>
                      <a:lnTo>
                        <a:pt x="945" y="40"/>
                      </a:lnTo>
                      <a:lnTo>
                        <a:pt x="947" y="40"/>
                      </a:lnTo>
                      <a:lnTo>
                        <a:pt x="948" y="40"/>
                      </a:lnTo>
                      <a:lnTo>
                        <a:pt x="949" y="40"/>
                      </a:lnTo>
                      <a:lnTo>
                        <a:pt x="951" y="41"/>
                      </a:lnTo>
                      <a:lnTo>
                        <a:pt x="952" y="41"/>
                      </a:lnTo>
                      <a:lnTo>
                        <a:pt x="954" y="41"/>
                      </a:lnTo>
                      <a:lnTo>
                        <a:pt x="955" y="41"/>
                      </a:lnTo>
                      <a:lnTo>
                        <a:pt x="957" y="41"/>
                      </a:lnTo>
                      <a:lnTo>
                        <a:pt x="958" y="41"/>
                      </a:lnTo>
                      <a:lnTo>
                        <a:pt x="960" y="41"/>
                      </a:lnTo>
                      <a:lnTo>
                        <a:pt x="961" y="41"/>
                      </a:lnTo>
                      <a:lnTo>
                        <a:pt x="963" y="41"/>
                      </a:lnTo>
                      <a:lnTo>
                        <a:pt x="964" y="41"/>
                      </a:lnTo>
                      <a:lnTo>
                        <a:pt x="965" y="41"/>
                      </a:lnTo>
                      <a:lnTo>
                        <a:pt x="967" y="41"/>
                      </a:lnTo>
                      <a:lnTo>
                        <a:pt x="968" y="41"/>
                      </a:lnTo>
                      <a:lnTo>
                        <a:pt x="970" y="41"/>
                      </a:lnTo>
                      <a:lnTo>
                        <a:pt x="971" y="41"/>
                      </a:lnTo>
                      <a:lnTo>
                        <a:pt x="973" y="41"/>
                      </a:lnTo>
                      <a:lnTo>
                        <a:pt x="974" y="41"/>
                      </a:lnTo>
                      <a:lnTo>
                        <a:pt x="976" y="41"/>
                      </a:lnTo>
                      <a:lnTo>
                        <a:pt x="977" y="41"/>
                      </a:lnTo>
                      <a:lnTo>
                        <a:pt x="978" y="41"/>
                      </a:lnTo>
                      <a:lnTo>
                        <a:pt x="980" y="42"/>
                      </a:lnTo>
                      <a:lnTo>
                        <a:pt x="981" y="42"/>
                      </a:lnTo>
                      <a:lnTo>
                        <a:pt x="983" y="42"/>
                      </a:lnTo>
                      <a:lnTo>
                        <a:pt x="984" y="42"/>
                      </a:lnTo>
                      <a:lnTo>
                        <a:pt x="986" y="42"/>
                      </a:lnTo>
                      <a:lnTo>
                        <a:pt x="987" y="42"/>
                      </a:lnTo>
                      <a:lnTo>
                        <a:pt x="989" y="42"/>
                      </a:lnTo>
                      <a:lnTo>
                        <a:pt x="990" y="42"/>
                      </a:lnTo>
                      <a:lnTo>
                        <a:pt x="992" y="42"/>
                      </a:lnTo>
                      <a:lnTo>
                        <a:pt x="993" y="42"/>
                      </a:lnTo>
                      <a:lnTo>
                        <a:pt x="994" y="42"/>
                      </a:lnTo>
                      <a:lnTo>
                        <a:pt x="996" y="42"/>
                      </a:lnTo>
                      <a:lnTo>
                        <a:pt x="997" y="42"/>
                      </a:lnTo>
                      <a:lnTo>
                        <a:pt x="999" y="42"/>
                      </a:lnTo>
                      <a:lnTo>
                        <a:pt x="1000" y="42"/>
                      </a:lnTo>
                      <a:lnTo>
                        <a:pt x="1002" y="42"/>
                      </a:lnTo>
                      <a:lnTo>
                        <a:pt x="1003" y="42"/>
                      </a:lnTo>
                      <a:lnTo>
                        <a:pt x="1005" y="42"/>
                      </a:lnTo>
                      <a:lnTo>
                        <a:pt x="1006" y="42"/>
                      </a:lnTo>
                      <a:lnTo>
                        <a:pt x="1007" y="42"/>
                      </a:lnTo>
                      <a:lnTo>
                        <a:pt x="1009" y="43"/>
                      </a:lnTo>
                      <a:lnTo>
                        <a:pt x="1010" y="42"/>
                      </a:lnTo>
                      <a:lnTo>
                        <a:pt x="1012" y="42"/>
                      </a:lnTo>
                      <a:lnTo>
                        <a:pt x="1013" y="43"/>
                      </a:lnTo>
                      <a:lnTo>
                        <a:pt x="1015" y="43"/>
                      </a:lnTo>
                      <a:lnTo>
                        <a:pt x="1016" y="43"/>
                      </a:lnTo>
                      <a:lnTo>
                        <a:pt x="1018" y="43"/>
                      </a:lnTo>
                      <a:lnTo>
                        <a:pt x="1019" y="43"/>
                      </a:lnTo>
                      <a:lnTo>
                        <a:pt x="1021" y="43"/>
                      </a:lnTo>
                      <a:lnTo>
                        <a:pt x="1022" y="43"/>
                      </a:lnTo>
                      <a:lnTo>
                        <a:pt x="1023" y="43"/>
                      </a:lnTo>
                      <a:lnTo>
                        <a:pt x="1025" y="43"/>
                      </a:lnTo>
                      <a:lnTo>
                        <a:pt x="1026" y="43"/>
                      </a:lnTo>
                      <a:lnTo>
                        <a:pt x="1028" y="43"/>
                      </a:lnTo>
                      <a:lnTo>
                        <a:pt x="1029" y="43"/>
                      </a:lnTo>
                      <a:lnTo>
                        <a:pt x="1031" y="43"/>
                      </a:lnTo>
                      <a:lnTo>
                        <a:pt x="1032" y="43"/>
                      </a:lnTo>
                      <a:lnTo>
                        <a:pt x="1034" y="43"/>
                      </a:lnTo>
                      <a:lnTo>
                        <a:pt x="1035" y="43"/>
                      </a:lnTo>
                      <a:lnTo>
                        <a:pt x="1036" y="43"/>
                      </a:lnTo>
                      <a:lnTo>
                        <a:pt x="1038" y="43"/>
                      </a:lnTo>
                      <a:lnTo>
                        <a:pt x="1039" y="43"/>
                      </a:lnTo>
                      <a:lnTo>
                        <a:pt x="1041" y="43"/>
                      </a:lnTo>
                      <a:lnTo>
                        <a:pt x="1042" y="43"/>
                      </a:lnTo>
                      <a:lnTo>
                        <a:pt x="1044" y="43"/>
                      </a:lnTo>
                      <a:lnTo>
                        <a:pt x="1045" y="43"/>
                      </a:lnTo>
                      <a:lnTo>
                        <a:pt x="1047" y="43"/>
                      </a:lnTo>
                      <a:lnTo>
                        <a:pt x="1048" y="43"/>
                      </a:lnTo>
                      <a:lnTo>
                        <a:pt x="1050" y="43"/>
                      </a:lnTo>
                      <a:lnTo>
                        <a:pt x="1051" y="44"/>
                      </a:lnTo>
                      <a:lnTo>
                        <a:pt x="1052" y="43"/>
                      </a:lnTo>
                      <a:lnTo>
                        <a:pt x="1054" y="43"/>
                      </a:lnTo>
                      <a:lnTo>
                        <a:pt x="1055" y="43"/>
                      </a:lnTo>
                      <a:lnTo>
                        <a:pt x="1057" y="44"/>
                      </a:lnTo>
                      <a:lnTo>
                        <a:pt x="1058" y="44"/>
                      </a:lnTo>
                      <a:lnTo>
                        <a:pt x="1060" y="44"/>
                      </a:lnTo>
                      <a:lnTo>
                        <a:pt x="1061" y="44"/>
                      </a:lnTo>
                      <a:lnTo>
                        <a:pt x="1063" y="44"/>
                      </a:lnTo>
                      <a:lnTo>
                        <a:pt x="1064" y="44"/>
                      </a:lnTo>
                      <a:lnTo>
                        <a:pt x="1065" y="44"/>
                      </a:lnTo>
                      <a:lnTo>
                        <a:pt x="1067" y="44"/>
                      </a:lnTo>
                      <a:lnTo>
                        <a:pt x="1068" y="44"/>
                      </a:lnTo>
                      <a:lnTo>
                        <a:pt x="1070" y="44"/>
                      </a:lnTo>
                      <a:lnTo>
                        <a:pt x="1071" y="44"/>
                      </a:lnTo>
                      <a:lnTo>
                        <a:pt x="1073" y="44"/>
                      </a:lnTo>
                      <a:lnTo>
                        <a:pt x="1074" y="44"/>
                      </a:lnTo>
                      <a:lnTo>
                        <a:pt x="1076" y="44"/>
                      </a:lnTo>
                      <a:lnTo>
                        <a:pt x="1077" y="44"/>
                      </a:lnTo>
                      <a:lnTo>
                        <a:pt x="1079" y="44"/>
                      </a:lnTo>
                      <a:lnTo>
                        <a:pt x="1080" y="44"/>
                      </a:lnTo>
                      <a:lnTo>
                        <a:pt x="1081" y="44"/>
                      </a:lnTo>
                      <a:lnTo>
                        <a:pt x="1083" y="44"/>
                      </a:lnTo>
                      <a:lnTo>
                        <a:pt x="1084" y="44"/>
                      </a:lnTo>
                      <a:lnTo>
                        <a:pt x="1086" y="44"/>
                      </a:lnTo>
                      <a:lnTo>
                        <a:pt x="1087" y="44"/>
                      </a:lnTo>
                      <a:lnTo>
                        <a:pt x="1089" y="44"/>
                      </a:lnTo>
                      <a:lnTo>
                        <a:pt x="1090" y="44"/>
                      </a:lnTo>
                      <a:lnTo>
                        <a:pt x="1092" y="44"/>
                      </a:lnTo>
                      <a:lnTo>
                        <a:pt x="1093" y="44"/>
                      </a:lnTo>
                      <a:lnTo>
                        <a:pt x="1094" y="44"/>
                      </a:lnTo>
                      <a:lnTo>
                        <a:pt x="1096" y="44"/>
                      </a:lnTo>
                      <a:lnTo>
                        <a:pt x="1097" y="45"/>
                      </a:lnTo>
                      <a:lnTo>
                        <a:pt x="1099" y="45"/>
                      </a:lnTo>
                      <a:lnTo>
                        <a:pt x="1100" y="45"/>
                      </a:lnTo>
                      <a:lnTo>
                        <a:pt x="1102" y="45"/>
                      </a:lnTo>
                      <a:lnTo>
                        <a:pt x="1103" y="45"/>
                      </a:lnTo>
                      <a:lnTo>
                        <a:pt x="1105" y="45"/>
                      </a:lnTo>
                      <a:lnTo>
                        <a:pt x="1106" y="45"/>
                      </a:lnTo>
                      <a:lnTo>
                        <a:pt x="1108" y="45"/>
                      </a:lnTo>
                      <a:lnTo>
                        <a:pt x="1109" y="45"/>
                      </a:lnTo>
                      <a:lnTo>
                        <a:pt x="1110" y="45"/>
                      </a:lnTo>
                      <a:lnTo>
                        <a:pt x="1112" y="45"/>
                      </a:lnTo>
                      <a:lnTo>
                        <a:pt x="1113" y="45"/>
                      </a:lnTo>
                      <a:lnTo>
                        <a:pt x="1115" y="45"/>
                      </a:lnTo>
                      <a:lnTo>
                        <a:pt x="1116" y="45"/>
                      </a:lnTo>
                      <a:lnTo>
                        <a:pt x="1118" y="45"/>
                      </a:lnTo>
                      <a:lnTo>
                        <a:pt x="1119" y="45"/>
                      </a:lnTo>
                      <a:lnTo>
                        <a:pt x="1121" y="45"/>
                      </a:lnTo>
                      <a:lnTo>
                        <a:pt x="1122" y="45"/>
                      </a:lnTo>
                      <a:lnTo>
                        <a:pt x="1123" y="45"/>
                      </a:lnTo>
                      <a:lnTo>
                        <a:pt x="1125" y="45"/>
                      </a:lnTo>
                      <a:lnTo>
                        <a:pt x="1126" y="45"/>
                      </a:lnTo>
                      <a:lnTo>
                        <a:pt x="1128" y="45"/>
                      </a:lnTo>
                      <a:lnTo>
                        <a:pt x="1129" y="45"/>
                      </a:lnTo>
                      <a:lnTo>
                        <a:pt x="1131" y="45"/>
                      </a:lnTo>
                      <a:lnTo>
                        <a:pt x="1132" y="45"/>
                      </a:lnTo>
                      <a:lnTo>
                        <a:pt x="1134" y="45"/>
                      </a:lnTo>
                      <a:lnTo>
                        <a:pt x="1135" y="45"/>
                      </a:lnTo>
                      <a:lnTo>
                        <a:pt x="1137" y="45"/>
                      </a:lnTo>
                      <a:lnTo>
                        <a:pt x="1138" y="46"/>
                      </a:lnTo>
                      <a:lnTo>
                        <a:pt x="1139" y="46"/>
                      </a:lnTo>
                      <a:lnTo>
                        <a:pt x="1141" y="46"/>
                      </a:lnTo>
                      <a:lnTo>
                        <a:pt x="1142" y="46"/>
                      </a:lnTo>
                      <a:lnTo>
                        <a:pt x="1144" y="46"/>
                      </a:lnTo>
                      <a:lnTo>
                        <a:pt x="1145" y="46"/>
                      </a:lnTo>
                      <a:lnTo>
                        <a:pt x="1147" y="46"/>
                      </a:lnTo>
                      <a:lnTo>
                        <a:pt x="1148" y="46"/>
                      </a:lnTo>
                      <a:lnTo>
                        <a:pt x="1150" y="46"/>
                      </a:lnTo>
                      <a:lnTo>
                        <a:pt x="1151" y="46"/>
                      </a:lnTo>
                      <a:lnTo>
                        <a:pt x="1152" y="46"/>
                      </a:lnTo>
                      <a:lnTo>
                        <a:pt x="1154" y="46"/>
                      </a:lnTo>
                      <a:lnTo>
                        <a:pt x="1155" y="46"/>
                      </a:lnTo>
                      <a:lnTo>
                        <a:pt x="1157" y="46"/>
                      </a:lnTo>
                      <a:lnTo>
                        <a:pt x="1158" y="46"/>
                      </a:lnTo>
                      <a:lnTo>
                        <a:pt x="1160" y="46"/>
                      </a:lnTo>
                      <a:lnTo>
                        <a:pt x="1161" y="46"/>
                      </a:lnTo>
                      <a:lnTo>
                        <a:pt x="1163" y="46"/>
                      </a:lnTo>
                      <a:lnTo>
                        <a:pt x="1164" y="46"/>
                      </a:lnTo>
                      <a:lnTo>
                        <a:pt x="1166" y="46"/>
                      </a:lnTo>
                      <a:lnTo>
                        <a:pt x="1167" y="46"/>
                      </a:lnTo>
                      <a:lnTo>
                        <a:pt x="1168" y="46"/>
                      </a:lnTo>
                      <a:lnTo>
                        <a:pt x="1170" y="46"/>
                      </a:lnTo>
                      <a:lnTo>
                        <a:pt x="1171" y="46"/>
                      </a:lnTo>
                      <a:lnTo>
                        <a:pt x="1173" y="46"/>
                      </a:lnTo>
                      <a:lnTo>
                        <a:pt x="1174" y="46"/>
                      </a:lnTo>
                      <a:lnTo>
                        <a:pt x="1176" y="46"/>
                      </a:lnTo>
                      <a:lnTo>
                        <a:pt x="1177" y="46"/>
                      </a:lnTo>
                      <a:lnTo>
                        <a:pt x="1179" y="46"/>
                      </a:lnTo>
                      <a:lnTo>
                        <a:pt x="1180" y="46"/>
                      </a:lnTo>
                      <a:lnTo>
                        <a:pt x="1181" y="46"/>
                      </a:lnTo>
                      <a:lnTo>
                        <a:pt x="1183" y="46"/>
                      </a:lnTo>
                      <a:lnTo>
                        <a:pt x="1184" y="46"/>
                      </a:lnTo>
                      <a:lnTo>
                        <a:pt x="1186" y="46"/>
                      </a:lnTo>
                      <a:lnTo>
                        <a:pt x="1187" y="46"/>
                      </a:lnTo>
                      <a:lnTo>
                        <a:pt x="1189" y="46"/>
                      </a:lnTo>
                      <a:lnTo>
                        <a:pt x="1190" y="46"/>
                      </a:lnTo>
                      <a:lnTo>
                        <a:pt x="1192" y="46"/>
                      </a:lnTo>
                      <a:lnTo>
                        <a:pt x="1193" y="46"/>
                      </a:lnTo>
                      <a:lnTo>
                        <a:pt x="1195" y="46"/>
                      </a:lnTo>
                      <a:lnTo>
                        <a:pt x="1196" y="46"/>
                      </a:lnTo>
                      <a:lnTo>
                        <a:pt x="1197" y="46"/>
                      </a:lnTo>
                      <a:lnTo>
                        <a:pt x="1199" y="46"/>
                      </a:lnTo>
                      <a:lnTo>
                        <a:pt x="1200" y="46"/>
                      </a:lnTo>
                      <a:lnTo>
                        <a:pt x="1202" y="46"/>
                      </a:lnTo>
                      <a:lnTo>
                        <a:pt x="1203" y="46"/>
                      </a:lnTo>
                      <a:lnTo>
                        <a:pt x="1205" y="46"/>
                      </a:lnTo>
                      <a:lnTo>
                        <a:pt x="1206" y="46"/>
                      </a:lnTo>
                      <a:lnTo>
                        <a:pt x="1208" y="46"/>
                      </a:lnTo>
                      <a:lnTo>
                        <a:pt x="1209" y="46"/>
                      </a:lnTo>
                      <a:lnTo>
                        <a:pt x="1210" y="47"/>
                      </a:lnTo>
                      <a:lnTo>
                        <a:pt x="1212" y="47"/>
                      </a:lnTo>
                      <a:lnTo>
                        <a:pt x="1213" y="47"/>
                      </a:lnTo>
                      <a:lnTo>
                        <a:pt x="1215" y="47"/>
                      </a:lnTo>
                      <a:lnTo>
                        <a:pt x="1216" y="47"/>
                      </a:lnTo>
                      <a:lnTo>
                        <a:pt x="1218" y="47"/>
                      </a:lnTo>
                      <a:lnTo>
                        <a:pt x="1219" y="47"/>
                      </a:lnTo>
                      <a:lnTo>
                        <a:pt x="1221" y="47"/>
                      </a:lnTo>
                      <a:lnTo>
                        <a:pt x="1222" y="47"/>
                      </a:lnTo>
                      <a:lnTo>
                        <a:pt x="1224" y="47"/>
                      </a:lnTo>
                      <a:lnTo>
                        <a:pt x="1225" y="47"/>
                      </a:lnTo>
                      <a:lnTo>
                        <a:pt x="1226" y="47"/>
                      </a:lnTo>
                      <a:lnTo>
                        <a:pt x="1228" y="47"/>
                      </a:lnTo>
                      <a:lnTo>
                        <a:pt x="1229" y="47"/>
                      </a:lnTo>
                      <a:lnTo>
                        <a:pt x="1231" y="47"/>
                      </a:lnTo>
                      <a:lnTo>
                        <a:pt x="1232" y="47"/>
                      </a:lnTo>
                      <a:lnTo>
                        <a:pt x="1234" y="47"/>
                      </a:lnTo>
                      <a:lnTo>
                        <a:pt x="1235" y="47"/>
                      </a:lnTo>
                      <a:lnTo>
                        <a:pt x="1237" y="47"/>
                      </a:lnTo>
                      <a:lnTo>
                        <a:pt x="1238" y="47"/>
                      </a:lnTo>
                      <a:lnTo>
                        <a:pt x="1239" y="47"/>
                      </a:lnTo>
                      <a:lnTo>
                        <a:pt x="1241" y="47"/>
                      </a:lnTo>
                      <a:lnTo>
                        <a:pt x="1242" y="47"/>
                      </a:lnTo>
                      <a:lnTo>
                        <a:pt x="1244" y="47"/>
                      </a:lnTo>
                      <a:lnTo>
                        <a:pt x="1245" y="47"/>
                      </a:lnTo>
                      <a:lnTo>
                        <a:pt x="1247" y="47"/>
                      </a:lnTo>
                      <a:lnTo>
                        <a:pt x="1248" y="47"/>
                      </a:lnTo>
                      <a:lnTo>
                        <a:pt x="1250" y="47"/>
                      </a:lnTo>
                      <a:lnTo>
                        <a:pt x="1251" y="47"/>
                      </a:lnTo>
                      <a:lnTo>
                        <a:pt x="1253" y="47"/>
                      </a:lnTo>
                      <a:lnTo>
                        <a:pt x="1254" y="47"/>
                      </a:lnTo>
                      <a:lnTo>
                        <a:pt x="1255" y="47"/>
                      </a:lnTo>
                      <a:lnTo>
                        <a:pt x="1257" y="47"/>
                      </a:lnTo>
                      <a:lnTo>
                        <a:pt x="1258" y="47"/>
                      </a:lnTo>
                      <a:lnTo>
                        <a:pt x="1260" y="47"/>
                      </a:lnTo>
                      <a:lnTo>
                        <a:pt x="1261" y="47"/>
                      </a:lnTo>
                      <a:lnTo>
                        <a:pt x="1263" y="47"/>
                      </a:lnTo>
                      <a:lnTo>
                        <a:pt x="1264" y="47"/>
                      </a:lnTo>
                      <a:lnTo>
                        <a:pt x="1266" y="47"/>
                      </a:lnTo>
                      <a:lnTo>
                        <a:pt x="1267" y="47"/>
                      </a:lnTo>
                      <a:lnTo>
                        <a:pt x="1268" y="47"/>
                      </a:lnTo>
                      <a:lnTo>
                        <a:pt x="1270" y="47"/>
                      </a:lnTo>
                      <a:lnTo>
                        <a:pt x="1271" y="47"/>
                      </a:lnTo>
                      <a:lnTo>
                        <a:pt x="1273" y="47"/>
                      </a:lnTo>
                      <a:lnTo>
                        <a:pt x="1274" y="47"/>
                      </a:lnTo>
                      <a:lnTo>
                        <a:pt x="1276" y="47"/>
                      </a:lnTo>
                      <a:lnTo>
                        <a:pt x="1277" y="47"/>
                      </a:lnTo>
                      <a:lnTo>
                        <a:pt x="1279" y="47"/>
                      </a:lnTo>
                      <a:lnTo>
                        <a:pt x="1280" y="47"/>
                      </a:lnTo>
                      <a:lnTo>
                        <a:pt x="1282" y="47"/>
                      </a:lnTo>
                      <a:lnTo>
                        <a:pt x="1283" y="47"/>
                      </a:lnTo>
                      <a:lnTo>
                        <a:pt x="1284" y="47"/>
                      </a:lnTo>
                      <a:lnTo>
                        <a:pt x="1286" y="47"/>
                      </a:lnTo>
                      <a:lnTo>
                        <a:pt x="1287" y="47"/>
                      </a:lnTo>
                      <a:lnTo>
                        <a:pt x="1289" y="47"/>
                      </a:lnTo>
                      <a:lnTo>
                        <a:pt x="1290" y="47"/>
                      </a:lnTo>
                      <a:lnTo>
                        <a:pt x="1292" y="47"/>
                      </a:lnTo>
                      <a:lnTo>
                        <a:pt x="1293" y="47"/>
                      </a:lnTo>
                      <a:lnTo>
                        <a:pt x="1295" y="47"/>
                      </a:lnTo>
                      <a:lnTo>
                        <a:pt x="1296" y="47"/>
                      </a:lnTo>
                      <a:lnTo>
                        <a:pt x="1297" y="47"/>
                      </a:lnTo>
                      <a:lnTo>
                        <a:pt x="1299" y="47"/>
                      </a:lnTo>
                      <a:lnTo>
                        <a:pt x="1300" y="47"/>
                      </a:lnTo>
                      <a:lnTo>
                        <a:pt x="1302" y="48"/>
                      </a:lnTo>
                      <a:lnTo>
                        <a:pt x="1303" y="48"/>
                      </a:lnTo>
                      <a:lnTo>
                        <a:pt x="1305" y="48"/>
                      </a:lnTo>
                      <a:lnTo>
                        <a:pt x="1306" y="48"/>
                      </a:lnTo>
                      <a:lnTo>
                        <a:pt x="1308" y="48"/>
                      </a:lnTo>
                      <a:lnTo>
                        <a:pt x="1309" y="48"/>
                      </a:lnTo>
                      <a:lnTo>
                        <a:pt x="1311" y="48"/>
                      </a:lnTo>
                      <a:lnTo>
                        <a:pt x="1312" y="48"/>
                      </a:lnTo>
                      <a:lnTo>
                        <a:pt x="1313" y="48"/>
                      </a:lnTo>
                      <a:lnTo>
                        <a:pt x="1315" y="48"/>
                      </a:lnTo>
                      <a:lnTo>
                        <a:pt x="1316" y="48"/>
                      </a:lnTo>
                      <a:lnTo>
                        <a:pt x="1318" y="48"/>
                      </a:lnTo>
                      <a:lnTo>
                        <a:pt x="1319" y="48"/>
                      </a:lnTo>
                      <a:lnTo>
                        <a:pt x="1321" y="48"/>
                      </a:lnTo>
                      <a:lnTo>
                        <a:pt x="1322" y="48"/>
                      </a:lnTo>
                      <a:lnTo>
                        <a:pt x="1324" y="48"/>
                      </a:lnTo>
                      <a:lnTo>
                        <a:pt x="1325" y="48"/>
                      </a:lnTo>
                      <a:lnTo>
                        <a:pt x="1326" y="48"/>
                      </a:lnTo>
                      <a:lnTo>
                        <a:pt x="1328" y="48"/>
                      </a:lnTo>
                      <a:lnTo>
                        <a:pt x="1329" y="48"/>
                      </a:lnTo>
                      <a:lnTo>
                        <a:pt x="1331" y="48"/>
                      </a:lnTo>
                      <a:lnTo>
                        <a:pt x="1332" y="48"/>
                      </a:lnTo>
                      <a:lnTo>
                        <a:pt x="1334" y="48"/>
                      </a:lnTo>
                      <a:lnTo>
                        <a:pt x="1335" y="48"/>
                      </a:lnTo>
                      <a:lnTo>
                        <a:pt x="1337" y="48"/>
                      </a:lnTo>
                      <a:lnTo>
                        <a:pt x="1338" y="48"/>
                      </a:lnTo>
                      <a:lnTo>
                        <a:pt x="1340" y="48"/>
                      </a:lnTo>
                      <a:lnTo>
                        <a:pt x="1341" y="48"/>
                      </a:lnTo>
                      <a:lnTo>
                        <a:pt x="1342" y="48"/>
                      </a:lnTo>
                      <a:lnTo>
                        <a:pt x="1344" y="48"/>
                      </a:lnTo>
                      <a:lnTo>
                        <a:pt x="1345" y="48"/>
                      </a:lnTo>
                      <a:lnTo>
                        <a:pt x="1347" y="48"/>
                      </a:lnTo>
                      <a:lnTo>
                        <a:pt x="1348" y="48"/>
                      </a:lnTo>
                      <a:lnTo>
                        <a:pt x="1350" y="48"/>
                      </a:lnTo>
                      <a:lnTo>
                        <a:pt x="1351" y="48"/>
                      </a:lnTo>
                      <a:lnTo>
                        <a:pt x="1353" y="48"/>
                      </a:lnTo>
                      <a:lnTo>
                        <a:pt x="1354" y="48"/>
                      </a:lnTo>
                      <a:lnTo>
                        <a:pt x="1355" y="48"/>
                      </a:lnTo>
                      <a:lnTo>
                        <a:pt x="1357" y="48"/>
                      </a:lnTo>
                    </a:path>
                  </a:pathLst>
                </a:custGeom>
                <a:noFill/>
                <a:ln cap="flat" cmpd="sng" w="25400">
                  <a:solidFill>
                    <a:srgbClr val="A9A9A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0" name="Google Shape;1030;p19"/>
                <p:cNvSpPr/>
                <p:nvPr/>
              </p:nvSpPr>
              <p:spPr>
                <a:xfrm flipH="1" rot="10800000">
                  <a:off x="3179763" y="3063876"/>
                  <a:ext cx="3584575" cy="255588"/>
                </a:xfrm>
                <a:custGeom>
                  <a:rect b="b" l="l" r="r" t="t"/>
                  <a:pathLst>
                    <a:path extrusionOk="0" h="116" w="1357">
                      <a:moveTo>
                        <a:pt x="0" y="40"/>
                      </a:moveTo>
                      <a:lnTo>
                        <a:pt x="1" y="40"/>
                      </a:lnTo>
                      <a:lnTo>
                        <a:pt x="3" y="40"/>
                      </a:lnTo>
                      <a:lnTo>
                        <a:pt x="4" y="40"/>
                      </a:lnTo>
                      <a:lnTo>
                        <a:pt x="6" y="41"/>
                      </a:lnTo>
                      <a:lnTo>
                        <a:pt x="7" y="40"/>
                      </a:lnTo>
                      <a:lnTo>
                        <a:pt x="8" y="40"/>
                      </a:lnTo>
                      <a:lnTo>
                        <a:pt x="10" y="40"/>
                      </a:lnTo>
                      <a:lnTo>
                        <a:pt x="11" y="41"/>
                      </a:lnTo>
                      <a:lnTo>
                        <a:pt x="13" y="40"/>
                      </a:lnTo>
                      <a:lnTo>
                        <a:pt x="14" y="40"/>
                      </a:lnTo>
                      <a:lnTo>
                        <a:pt x="16" y="40"/>
                      </a:lnTo>
                      <a:lnTo>
                        <a:pt x="17" y="40"/>
                      </a:lnTo>
                      <a:lnTo>
                        <a:pt x="19" y="40"/>
                      </a:lnTo>
                      <a:lnTo>
                        <a:pt x="20" y="40"/>
                      </a:lnTo>
                      <a:lnTo>
                        <a:pt x="21" y="40"/>
                      </a:lnTo>
                      <a:lnTo>
                        <a:pt x="23" y="40"/>
                      </a:lnTo>
                      <a:lnTo>
                        <a:pt x="24" y="40"/>
                      </a:lnTo>
                      <a:lnTo>
                        <a:pt x="26" y="40"/>
                      </a:lnTo>
                      <a:lnTo>
                        <a:pt x="27" y="40"/>
                      </a:lnTo>
                      <a:lnTo>
                        <a:pt x="29" y="40"/>
                      </a:lnTo>
                      <a:lnTo>
                        <a:pt x="30" y="40"/>
                      </a:lnTo>
                      <a:lnTo>
                        <a:pt x="32" y="40"/>
                      </a:lnTo>
                      <a:lnTo>
                        <a:pt x="33" y="40"/>
                      </a:lnTo>
                      <a:lnTo>
                        <a:pt x="35" y="40"/>
                      </a:lnTo>
                      <a:lnTo>
                        <a:pt x="36" y="40"/>
                      </a:lnTo>
                      <a:lnTo>
                        <a:pt x="37" y="40"/>
                      </a:lnTo>
                      <a:lnTo>
                        <a:pt x="39" y="40"/>
                      </a:lnTo>
                      <a:lnTo>
                        <a:pt x="40" y="40"/>
                      </a:lnTo>
                      <a:lnTo>
                        <a:pt x="42" y="40"/>
                      </a:lnTo>
                      <a:lnTo>
                        <a:pt x="43" y="40"/>
                      </a:lnTo>
                      <a:lnTo>
                        <a:pt x="45" y="40"/>
                      </a:lnTo>
                      <a:lnTo>
                        <a:pt x="46" y="40"/>
                      </a:lnTo>
                      <a:lnTo>
                        <a:pt x="48" y="40"/>
                      </a:lnTo>
                      <a:lnTo>
                        <a:pt x="49" y="40"/>
                      </a:lnTo>
                      <a:lnTo>
                        <a:pt x="50" y="40"/>
                      </a:lnTo>
                      <a:lnTo>
                        <a:pt x="52" y="40"/>
                      </a:lnTo>
                      <a:lnTo>
                        <a:pt x="53" y="40"/>
                      </a:lnTo>
                      <a:lnTo>
                        <a:pt x="55" y="40"/>
                      </a:lnTo>
                      <a:lnTo>
                        <a:pt x="56" y="40"/>
                      </a:lnTo>
                      <a:lnTo>
                        <a:pt x="58" y="40"/>
                      </a:lnTo>
                      <a:lnTo>
                        <a:pt x="59" y="40"/>
                      </a:lnTo>
                      <a:lnTo>
                        <a:pt x="61" y="40"/>
                      </a:lnTo>
                      <a:lnTo>
                        <a:pt x="62" y="40"/>
                      </a:lnTo>
                      <a:lnTo>
                        <a:pt x="64" y="40"/>
                      </a:lnTo>
                      <a:lnTo>
                        <a:pt x="65" y="40"/>
                      </a:lnTo>
                      <a:lnTo>
                        <a:pt x="66" y="40"/>
                      </a:lnTo>
                      <a:lnTo>
                        <a:pt x="68" y="41"/>
                      </a:lnTo>
                      <a:lnTo>
                        <a:pt x="69" y="41"/>
                      </a:lnTo>
                      <a:lnTo>
                        <a:pt x="71" y="41"/>
                      </a:lnTo>
                      <a:lnTo>
                        <a:pt x="72" y="41"/>
                      </a:lnTo>
                      <a:lnTo>
                        <a:pt x="74" y="40"/>
                      </a:lnTo>
                      <a:lnTo>
                        <a:pt x="75" y="41"/>
                      </a:lnTo>
                      <a:lnTo>
                        <a:pt x="77" y="41"/>
                      </a:lnTo>
                      <a:lnTo>
                        <a:pt x="78" y="40"/>
                      </a:lnTo>
                      <a:lnTo>
                        <a:pt x="79" y="41"/>
                      </a:lnTo>
                      <a:lnTo>
                        <a:pt x="81" y="41"/>
                      </a:lnTo>
                      <a:lnTo>
                        <a:pt x="82" y="41"/>
                      </a:lnTo>
                      <a:lnTo>
                        <a:pt x="84" y="41"/>
                      </a:lnTo>
                      <a:lnTo>
                        <a:pt x="85" y="41"/>
                      </a:lnTo>
                      <a:lnTo>
                        <a:pt x="87" y="41"/>
                      </a:lnTo>
                      <a:lnTo>
                        <a:pt x="88" y="41"/>
                      </a:lnTo>
                      <a:lnTo>
                        <a:pt x="90" y="41"/>
                      </a:lnTo>
                      <a:lnTo>
                        <a:pt x="91" y="41"/>
                      </a:lnTo>
                      <a:lnTo>
                        <a:pt x="93" y="41"/>
                      </a:lnTo>
                      <a:lnTo>
                        <a:pt x="94" y="41"/>
                      </a:lnTo>
                      <a:lnTo>
                        <a:pt x="95" y="41"/>
                      </a:lnTo>
                      <a:lnTo>
                        <a:pt x="97" y="41"/>
                      </a:lnTo>
                      <a:lnTo>
                        <a:pt x="98" y="41"/>
                      </a:lnTo>
                      <a:lnTo>
                        <a:pt x="100" y="41"/>
                      </a:lnTo>
                      <a:lnTo>
                        <a:pt x="101" y="41"/>
                      </a:lnTo>
                      <a:lnTo>
                        <a:pt x="103" y="41"/>
                      </a:lnTo>
                      <a:lnTo>
                        <a:pt x="104" y="41"/>
                      </a:lnTo>
                      <a:lnTo>
                        <a:pt x="106" y="40"/>
                      </a:lnTo>
                      <a:lnTo>
                        <a:pt x="107" y="41"/>
                      </a:lnTo>
                      <a:lnTo>
                        <a:pt x="108" y="41"/>
                      </a:lnTo>
                      <a:lnTo>
                        <a:pt x="110" y="40"/>
                      </a:lnTo>
                      <a:lnTo>
                        <a:pt x="111" y="40"/>
                      </a:lnTo>
                      <a:lnTo>
                        <a:pt x="113" y="37"/>
                      </a:lnTo>
                      <a:lnTo>
                        <a:pt x="114" y="39"/>
                      </a:lnTo>
                      <a:lnTo>
                        <a:pt x="116" y="38"/>
                      </a:lnTo>
                      <a:lnTo>
                        <a:pt x="117" y="37"/>
                      </a:lnTo>
                      <a:lnTo>
                        <a:pt x="119" y="37"/>
                      </a:lnTo>
                      <a:lnTo>
                        <a:pt x="120" y="36"/>
                      </a:lnTo>
                      <a:lnTo>
                        <a:pt x="122" y="35"/>
                      </a:lnTo>
                      <a:lnTo>
                        <a:pt x="123" y="34"/>
                      </a:lnTo>
                      <a:lnTo>
                        <a:pt x="124" y="33"/>
                      </a:lnTo>
                      <a:lnTo>
                        <a:pt x="126" y="32"/>
                      </a:lnTo>
                      <a:lnTo>
                        <a:pt x="127" y="30"/>
                      </a:lnTo>
                      <a:lnTo>
                        <a:pt x="129" y="30"/>
                      </a:lnTo>
                      <a:lnTo>
                        <a:pt x="130" y="28"/>
                      </a:lnTo>
                      <a:lnTo>
                        <a:pt x="132" y="28"/>
                      </a:lnTo>
                      <a:lnTo>
                        <a:pt x="133" y="27"/>
                      </a:lnTo>
                      <a:lnTo>
                        <a:pt x="135" y="25"/>
                      </a:lnTo>
                      <a:lnTo>
                        <a:pt x="136" y="25"/>
                      </a:lnTo>
                      <a:lnTo>
                        <a:pt x="137" y="24"/>
                      </a:lnTo>
                      <a:lnTo>
                        <a:pt x="139" y="23"/>
                      </a:lnTo>
                      <a:lnTo>
                        <a:pt x="140" y="22"/>
                      </a:lnTo>
                      <a:lnTo>
                        <a:pt x="142" y="21"/>
                      </a:lnTo>
                      <a:lnTo>
                        <a:pt x="143" y="20"/>
                      </a:lnTo>
                      <a:lnTo>
                        <a:pt x="145" y="19"/>
                      </a:lnTo>
                      <a:lnTo>
                        <a:pt x="146" y="19"/>
                      </a:lnTo>
                      <a:lnTo>
                        <a:pt x="148" y="18"/>
                      </a:lnTo>
                      <a:lnTo>
                        <a:pt x="149" y="17"/>
                      </a:lnTo>
                      <a:lnTo>
                        <a:pt x="151" y="16"/>
                      </a:lnTo>
                      <a:lnTo>
                        <a:pt x="152" y="16"/>
                      </a:lnTo>
                      <a:lnTo>
                        <a:pt x="153" y="15"/>
                      </a:lnTo>
                      <a:lnTo>
                        <a:pt x="155" y="14"/>
                      </a:lnTo>
                      <a:lnTo>
                        <a:pt x="156" y="13"/>
                      </a:lnTo>
                      <a:lnTo>
                        <a:pt x="158" y="13"/>
                      </a:lnTo>
                      <a:lnTo>
                        <a:pt x="159" y="12"/>
                      </a:lnTo>
                      <a:lnTo>
                        <a:pt x="161" y="11"/>
                      </a:lnTo>
                      <a:lnTo>
                        <a:pt x="162" y="11"/>
                      </a:lnTo>
                      <a:lnTo>
                        <a:pt x="164" y="10"/>
                      </a:lnTo>
                      <a:lnTo>
                        <a:pt x="165" y="9"/>
                      </a:lnTo>
                      <a:lnTo>
                        <a:pt x="166" y="9"/>
                      </a:lnTo>
                      <a:lnTo>
                        <a:pt x="168" y="8"/>
                      </a:lnTo>
                      <a:lnTo>
                        <a:pt x="169" y="8"/>
                      </a:lnTo>
                      <a:lnTo>
                        <a:pt x="171" y="8"/>
                      </a:lnTo>
                      <a:lnTo>
                        <a:pt x="172" y="7"/>
                      </a:lnTo>
                      <a:lnTo>
                        <a:pt x="174" y="6"/>
                      </a:lnTo>
                      <a:lnTo>
                        <a:pt x="175" y="6"/>
                      </a:lnTo>
                      <a:lnTo>
                        <a:pt x="177" y="6"/>
                      </a:lnTo>
                      <a:lnTo>
                        <a:pt x="178" y="5"/>
                      </a:lnTo>
                      <a:lnTo>
                        <a:pt x="180" y="5"/>
                      </a:lnTo>
                      <a:lnTo>
                        <a:pt x="181" y="4"/>
                      </a:lnTo>
                      <a:lnTo>
                        <a:pt x="182" y="4"/>
                      </a:lnTo>
                      <a:lnTo>
                        <a:pt x="184" y="4"/>
                      </a:lnTo>
                      <a:lnTo>
                        <a:pt x="185" y="3"/>
                      </a:lnTo>
                      <a:lnTo>
                        <a:pt x="187" y="3"/>
                      </a:lnTo>
                      <a:lnTo>
                        <a:pt x="188" y="3"/>
                      </a:lnTo>
                      <a:lnTo>
                        <a:pt x="190" y="3"/>
                      </a:lnTo>
                      <a:lnTo>
                        <a:pt x="191" y="2"/>
                      </a:lnTo>
                      <a:lnTo>
                        <a:pt x="193" y="2"/>
                      </a:lnTo>
                      <a:lnTo>
                        <a:pt x="194" y="2"/>
                      </a:lnTo>
                      <a:lnTo>
                        <a:pt x="195" y="2"/>
                      </a:lnTo>
                      <a:lnTo>
                        <a:pt x="197" y="1"/>
                      </a:lnTo>
                      <a:lnTo>
                        <a:pt x="198" y="1"/>
                      </a:lnTo>
                      <a:lnTo>
                        <a:pt x="200" y="1"/>
                      </a:lnTo>
                      <a:lnTo>
                        <a:pt x="201" y="1"/>
                      </a:lnTo>
                      <a:lnTo>
                        <a:pt x="203" y="1"/>
                      </a:lnTo>
                      <a:lnTo>
                        <a:pt x="204" y="1"/>
                      </a:lnTo>
                      <a:lnTo>
                        <a:pt x="206" y="1"/>
                      </a:lnTo>
                      <a:lnTo>
                        <a:pt x="207" y="1"/>
                      </a:lnTo>
                      <a:lnTo>
                        <a:pt x="209" y="1"/>
                      </a:lnTo>
                      <a:lnTo>
                        <a:pt x="210" y="1"/>
                      </a:lnTo>
                      <a:lnTo>
                        <a:pt x="211" y="1"/>
                      </a:lnTo>
                      <a:lnTo>
                        <a:pt x="213" y="0"/>
                      </a:lnTo>
                      <a:lnTo>
                        <a:pt x="214" y="1"/>
                      </a:lnTo>
                      <a:lnTo>
                        <a:pt x="216" y="1"/>
                      </a:lnTo>
                      <a:lnTo>
                        <a:pt x="217" y="1"/>
                      </a:lnTo>
                      <a:lnTo>
                        <a:pt x="219" y="1"/>
                      </a:lnTo>
                      <a:lnTo>
                        <a:pt x="220" y="1"/>
                      </a:lnTo>
                      <a:lnTo>
                        <a:pt x="222" y="1"/>
                      </a:lnTo>
                      <a:lnTo>
                        <a:pt x="223" y="1"/>
                      </a:lnTo>
                      <a:lnTo>
                        <a:pt x="224" y="1"/>
                      </a:lnTo>
                      <a:lnTo>
                        <a:pt x="226" y="1"/>
                      </a:lnTo>
                      <a:lnTo>
                        <a:pt x="227" y="1"/>
                      </a:lnTo>
                      <a:lnTo>
                        <a:pt x="229" y="1"/>
                      </a:lnTo>
                      <a:lnTo>
                        <a:pt x="230" y="1"/>
                      </a:lnTo>
                      <a:lnTo>
                        <a:pt x="232" y="1"/>
                      </a:lnTo>
                      <a:lnTo>
                        <a:pt x="233" y="1"/>
                      </a:lnTo>
                      <a:lnTo>
                        <a:pt x="235" y="2"/>
                      </a:lnTo>
                      <a:lnTo>
                        <a:pt x="236" y="2"/>
                      </a:lnTo>
                      <a:lnTo>
                        <a:pt x="238" y="2"/>
                      </a:lnTo>
                      <a:lnTo>
                        <a:pt x="239" y="2"/>
                      </a:lnTo>
                      <a:lnTo>
                        <a:pt x="240" y="3"/>
                      </a:lnTo>
                      <a:lnTo>
                        <a:pt x="242" y="3"/>
                      </a:lnTo>
                      <a:lnTo>
                        <a:pt x="243" y="4"/>
                      </a:lnTo>
                      <a:lnTo>
                        <a:pt x="245" y="4"/>
                      </a:lnTo>
                      <a:lnTo>
                        <a:pt x="246" y="4"/>
                      </a:lnTo>
                      <a:lnTo>
                        <a:pt x="248" y="5"/>
                      </a:lnTo>
                      <a:lnTo>
                        <a:pt x="249" y="5"/>
                      </a:lnTo>
                      <a:lnTo>
                        <a:pt x="251" y="6"/>
                      </a:lnTo>
                      <a:lnTo>
                        <a:pt x="252" y="6"/>
                      </a:lnTo>
                      <a:lnTo>
                        <a:pt x="253" y="7"/>
                      </a:lnTo>
                      <a:lnTo>
                        <a:pt x="255" y="7"/>
                      </a:lnTo>
                      <a:lnTo>
                        <a:pt x="256" y="7"/>
                      </a:lnTo>
                      <a:lnTo>
                        <a:pt x="258" y="8"/>
                      </a:lnTo>
                      <a:lnTo>
                        <a:pt x="259" y="8"/>
                      </a:lnTo>
                      <a:lnTo>
                        <a:pt x="261" y="8"/>
                      </a:lnTo>
                      <a:lnTo>
                        <a:pt x="262" y="9"/>
                      </a:lnTo>
                      <a:lnTo>
                        <a:pt x="264" y="9"/>
                      </a:lnTo>
                      <a:lnTo>
                        <a:pt x="265" y="10"/>
                      </a:lnTo>
                      <a:lnTo>
                        <a:pt x="267" y="10"/>
                      </a:lnTo>
                      <a:lnTo>
                        <a:pt x="268" y="11"/>
                      </a:lnTo>
                      <a:lnTo>
                        <a:pt x="269" y="11"/>
                      </a:lnTo>
                      <a:lnTo>
                        <a:pt x="271" y="12"/>
                      </a:lnTo>
                      <a:lnTo>
                        <a:pt x="272" y="13"/>
                      </a:lnTo>
                      <a:lnTo>
                        <a:pt x="274" y="13"/>
                      </a:lnTo>
                      <a:lnTo>
                        <a:pt x="275" y="14"/>
                      </a:lnTo>
                      <a:lnTo>
                        <a:pt x="277" y="14"/>
                      </a:lnTo>
                      <a:lnTo>
                        <a:pt x="278" y="15"/>
                      </a:lnTo>
                      <a:lnTo>
                        <a:pt x="280" y="15"/>
                      </a:lnTo>
                      <a:lnTo>
                        <a:pt x="281" y="16"/>
                      </a:lnTo>
                      <a:lnTo>
                        <a:pt x="282" y="17"/>
                      </a:lnTo>
                      <a:lnTo>
                        <a:pt x="284" y="17"/>
                      </a:lnTo>
                      <a:lnTo>
                        <a:pt x="285" y="18"/>
                      </a:lnTo>
                      <a:lnTo>
                        <a:pt x="287" y="18"/>
                      </a:lnTo>
                      <a:lnTo>
                        <a:pt x="288" y="19"/>
                      </a:lnTo>
                      <a:lnTo>
                        <a:pt x="290" y="20"/>
                      </a:lnTo>
                      <a:lnTo>
                        <a:pt x="291" y="20"/>
                      </a:lnTo>
                      <a:lnTo>
                        <a:pt x="293" y="21"/>
                      </a:lnTo>
                      <a:lnTo>
                        <a:pt x="294" y="22"/>
                      </a:lnTo>
                      <a:lnTo>
                        <a:pt x="296" y="22"/>
                      </a:lnTo>
                      <a:lnTo>
                        <a:pt x="297" y="23"/>
                      </a:lnTo>
                      <a:lnTo>
                        <a:pt x="298" y="24"/>
                      </a:lnTo>
                      <a:lnTo>
                        <a:pt x="300" y="24"/>
                      </a:lnTo>
                      <a:lnTo>
                        <a:pt x="301" y="25"/>
                      </a:lnTo>
                      <a:lnTo>
                        <a:pt x="303" y="26"/>
                      </a:lnTo>
                      <a:lnTo>
                        <a:pt x="304" y="26"/>
                      </a:lnTo>
                      <a:lnTo>
                        <a:pt x="306" y="27"/>
                      </a:lnTo>
                      <a:lnTo>
                        <a:pt x="307" y="27"/>
                      </a:lnTo>
                      <a:lnTo>
                        <a:pt x="309" y="28"/>
                      </a:lnTo>
                      <a:lnTo>
                        <a:pt x="310" y="29"/>
                      </a:lnTo>
                      <a:lnTo>
                        <a:pt x="311" y="29"/>
                      </a:lnTo>
                      <a:lnTo>
                        <a:pt x="313" y="30"/>
                      </a:lnTo>
                      <a:lnTo>
                        <a:pt x="314" y="31"/>
                      </a:lnTo>
                      <a:lnTo>
                        <a:pt x="316" y="31"/>
                      </a:lnTo>
                      <a:lnTo>
                        <a:pt x="317" y="32"/>
                      </a:lnTo>
                      <a:lnTo>
                        <a:pt x="319" y="33"/>
                      </a:lnTo>
                      <a:lnTo>
                        <a:pt x="320" y="33"/>
                      </a:lnTo>
                      <a:lnTo>
                        <a:pt x="322" y="34"/>
                      </a:lnTo>
                      <a:lnTo>
                        <a:pt x="323" y="34"/>
                      </a:lnTo>
                      <a:lnTo>
                        <a:pt x="325" y="35"/>
                      </a:lnTo>
                      <a:lnTo>
                        <a:pt x="326" y="35"/>
                      </a:lnTo>
                      <a:lnTo>
                        <a:pt x="327" y="36"/>
                      </a:lnTo>
                      <a:lnTo>
                        <a:pt x="329" y="37"/>
                      </a:lnTo>
                      <a:lnTo>
                        <a:pt x="330" y="37"/>
                      </a:lnTo>
                      <a:lnTo>
                        <a:pt x="332" y="38"/>
                      </a:lnTo>
                      <a:lnTo>
                        <a:pt x="333" y="38"/>
                      </a:lnTo>
                      <a:lnTo>
                        <a:pt x="335" y="39"/>
                      </a:lnTo>
                      <a:lnTo>
                        <a:pt x="336" y="39"/>
                      </a:lnTo>
                      <a:lnTo>
                        <a:pt x="338" y="40"/>
                      </a:lnTo>
                      <a:lnTo>
                        <a:pt x="339" y="41"/>
                      </a:lnTo>
                      <a:lnTo>
                        <a:pt x="340" y="41"/>
                      </a:lnTo>
                      <a:lnTo>
                        <a:pt x="342" y="42"/>
                      </a:lnTo>
                      <a:lnTo>
                        <a:pt x="343" y="42"/>
                      </a:lnTo>
                      <a:lnTo>
                        <a:pt x="345" y="43"/>
                      </a:lnTo>
                      <a:lnTo>
                        <a:pt x="346" y="43"/>
                      </a:lnTo>
                      <a:lnTo>
                        <a:pt x="348" y="44"/>
                      </a:lnTo>
                      <a:lnTo>
                        <a:pt x="349" y="44"/>
                      </a:lnTo>
                      <a:lnTo>
                        <a:pt x="351" y="45"/>
                      </a:lnTo>
                      <a:lnTo>
                        <a:pt x="352" y="45"/>
                      </a:lnTo>
                      <a:lnTo>
                        <a:pt x="354" y="46"/>
                      </a:lnTo>
                      <a:lnTo>
                        <a:pt x="355" y="46"/>
                      </a:lnTo>
                      <a:lnTo>
                        <a:pt x="356" y="47"/>
                      </a:lnTo>
                      <a:lnTo>
                        <a:pt x="358" y="47"/>
                      </a:lnTo>
                      <a:lnTo>
                        <a:pt x="359" y="48"/>
                      </a:lnTo>
                      <a:lnTo>
                        <a:pt x="361" y="48"/>
                      </a:lnTo>
                      <a:lnTo>
                        <a:pt x="362" y="49"/>
                      </a:lnTo>
                      <a:lnTo>
                        <a:pt x="364" y="49"/>
                      </a:lnTo>
                      <a:lnTo>
                        <a:pt x="365" y="50"/>
                      </a:lnTo>
                      <a:lnTo>
                        <a:pt x="367" y="50"/>
                      </a:lnTo>
                      <a:lnTo>
                        <a:pt x="368" y="51"/>
                      </a:lnTo>
                      <a:lnTo>
                        <a:pt x="369" y="51"/>
                      </a:lnTo>
                      <a:lnTo>
                        <a:pt x="371" y="52"/>
                      </a:lnTo>
                      <a:lnTo>
                        <a:pt x="372" y="52"/>
                      </a:lnTo>
                      <a:lnTo>
                        <a:pt x="374" y="52"/>
                      </a:lnTo>
                      <a:lnTo>
                        <a:pt x="375" y="53"/>
                      </a:lnTo>
                      <a:lnTo>
                        <a:pt x="377" y="53"/>
                      </a:lnTo>
                      <a:lnTo>
                        <a:pt x="378" y="54"/>
                      </a:lnTo>
                      <a:lnTo>
                        <a:pt x="380" y="54"/>
                      </a:lnTo>
                      <a:lnTo>
                        <a:pt x="381" y="54"/>
                      </a:lnTo>
                      <a:lnTo>
                        <a:pt x="383" y="55"/>
                      </a:lnTo>
                      <a:lnTo>
                        <a:pt x="384" y="55"/>
                      </a:lnTo>
                      <a:lnTo>
                        <a:pt x="385" y="56"/>
                      </a:lnTo>
                      <a:lnTo>
                        <a:pt x="387" y="56"/>
                      </a:lnTo>
                      <a:lnTo>
                        <a:pt x="388" y="56"/>
                      </a:lnTo>
                      <a:lnTo>
                        <a:pt x="390" y="57"/>
                      </a:lnTo>
                      <a:lnTo>
                        <a:pt x="391" y="57"/>
                      </a:lnTo>
                      <a:lnTo>
                        <a:pt x="393" y="57"/>
                      </a:lnTo>
                      <a:lnTo>
                        <a:pt x="394" y="58"/>
                      </a:lnTo>
                      <a:lnTo>
                        <a:pt x="396" y="58"/>
                      </a:lnTo>
                      <a:lnTo>
                        <a:pt x="397" y="59"/>
                      </a:lnTo>
                      <a:lnTo>
                        <a:pt x="398" y="59"/>
                      </a:lnTo>
                      <a:lnTo>
                        <a:pt x="400" y="59"/>
                      </a:lnTo>
                      <a:lnTo>
                        <a:pt x="401" y="56"/>
                      </a:lnTo>
                      <a:lnTo>
                        <a:pt x="403" y="60"/>
                      </a:lnTo>
                      <a:lnTo>
                        <a:pt x="404" y="60"/>
                      </a:lnTo>
                      <a:lnTo>
                        <a:pt x="406" y="60"/>
                      </a:lnTo>
                      <a:lnTo>
                        <a:pt x="407" y="61"/>
                      </a:lnTo>
                      <a:lnTo>
                        <a:pt x="409" y="61"/>
                      </a:lnTo>
                      <a:lnTo>
                        <a:pt x="410" y="61"/>
                      </a:lnTo>
                      <a:lnTo>
                        <a:pt x="412" y="62"/>
                      </a:lnTo>
                      <a:lnTo>
                        <a:pt x="413" y="62"/>
                      </a:lnTo>
                      <a:lnTo>
                        <a:pt x="414" y="63"/>
                      </a:lnTo>
                      <a:lnTo>
                        <a:pt x="416" y="63"/>
                      </a:lnTo>
                      <a:lnTo>
                        <a:pt x="417" y="64"/>
                      </a:lnTo>
                      <a:lnTo>
                        <a:pt x="419" y="64"/>
                      </a:lnTo>
                      <a:lnTo>
                        <a:pt x="420" y="64"/>
                      </a:lnTo>
                      <a:lnTo>
                        <a:pt x="422" y="65"/>
                      </a:lnTo>
                      <a:lnTo>
                        <a:pt x="423" y="65"/>
                      </a:lnTo>
                      <a:lnTo>
                        <a:pt x="425" y="65"/>
                      </a:lnTo>
                      <a:lnTo>
                        <a:pt x="426" y="66"/>
                      </a:lnTo>
                      <a:lnTo>
                        <a:pt x="427" y="66"/>
                      </a:lnTo>
                      <a:lnTo>
                        <a:pt x="429" y="66"/>
                      </a:lnTo>
                      <a:lnTo>
                        <a:pt x="430" y="66"/>
                      </a:lnTo>
                      <a:lnTo>
                        <a:pt x="432" y="67"/>
                      </a:lnTo>
                      <a:lnTo>
                        <a:pt x="433" y="67"/>
                      </a:lnTo>
                      <a:lnTo>
                        <a:pt x="435" y="67"/>
                      </a:lnTo>
                      <a:lnTo>
                        <a:pt x="436" y="68"/>
                      </a:lnTo>
                      <a:lnTo>
                        <a:pt x="438" y="68"/>
                      </a:lnTo>
                      <a:lnTo>
                        <a:pt x="439" y="68"/>
                      </a:lnTo>
                      <a:lnTo>
                        <a:pt x="441" y="69"/>
                      </a:lnTo>
                      <a:lnTo>
                        <a:pt x="442" y="69"/>
                      </a:lnTo>
                      <a:lnTo>
                        <a:pt x="443" y="69"/>
                      </a:lnTo>
                      <a:lnTo>
                        <a:pt x="445" y="70"/>
                      </a:lnTo>
                      <a:lnTo>
                        <a:pt x="446" y="70"/>
                      </a:lnTo>
                      <a:lnTo>
                        <a:pt x="448" y="70"/>
                      </a:lnTo>
                      <a:lnTo>
                        <a:pt x="449" y="71"/>
                      </a:lnTo>
                      <a:lnTo>
                        <a:pt x="451" y="71"/>
                      </a:lnTo>
                      <a:lnTo>
                        <a:pt x="452" y="71"/>
                      </a:lnTo>
                      <a:lnTo>
                        <a:pt x="454" y="71"/>
                      </a:lnTo>
                      <a:lnTo>
                        <a:pt x="455" y="72"/>
                      </a:lnTo>
                      <a:lnTo>
                        <a:pt x="456" y="72"/>
                      </a:lnTo>
                      <a:lnTo>
                        <a:pt x="458" y="72"/>
                      </a:lnTo>
                      <a:lnTo>
                        <a:pt x="459" y="73"/>
                      </a:lnTo>
                      <a:lnTo>
                        <a:pt x="461" y="73"/>
                      </a:lnTo>
                      <a:lnTo>
                        <a:pt x="462" y="73"/>
                      </a:lnTo>
                      <a:lnTo>
                        <a:pt x="464" y="74"/>
                      </a:lnTo>
                      <a:lnTo>
                        <a:pt x="465" y="74"/>
                      </a:lnTo>
                      <a:lnTo>
                        <a:pt x="467" y="74"/>
                      </a:lnTo>
                      <a:lnTo>
                        <a:pt x="468" y="74"/>
                      </a:lnTo>
                      <a:lnTo>
                        <a:pt x="470" y="75"/>
                      </a:lnTo>
                      <a:lnTo>
                        <a:pt x="471" y="75"/>
                      </a:lnTo>
                      <a:lnTo>
                        <a:pt x="472" y="75"/>
                      </a:lnTo>
                      <a:lnTo>
                        <a:pt x="474" y="75"/>
                      </a:lnTo>
                      <a:lnTo>
                        <a:pt x="475" y="76"/>
                      </a:lnTo>
                      <a:lnTo>
                        <a:pt x="477" y="76"/>
                      </a:lnTo>
                      <a:lnTo>
                        <a:pt x="478" y="76"/>
                      </a:lnTo>
                      <a:lnTo>
                        <a:pt x="480" y="77"/>
                      </a:lnTo>
                      <a:lnTo>
                        <a:pt x="481" y="77"/>
                      </a:lnTo>
                      <a:lnTo>
                        <a:pt x="483" y="77"/>
                      </a:lnTo>
                      <a:lnTo>
                        <a:pt x="484" y="78"/>
                      </a:lnTo>
                      <a:lnTo>
                        <a:pt x="485" y="78"/>
                      </a:lnTo>
                      <a:lnTo>
                        <a:pt x="487" y="78"/>
                      </a:lnTo>
                      <a:lnTo>
                        <a:pt x="488" y="78"/>
                      </a:lnTo>
                      <a:lnTo>
                        <a:pt x="490" y="79"/>
                      </a:lnTo>
                      <a:lnTo>
                        <a:pt x="491" y="79"/>
                      </a:lnTo>
                      <a:lnTo>
                        <a:pt x="493" y="79"/>
                      </a:lnTo>
                      <a:lnTo>
                        <a:pt x="494" y="79"/>
                      </a:lnTo>
                      <a:lnTo>
                        <a:pt x="496" y="80"/>
                      </a:lnTo>
                      <a:lnTo>
                        <a:pt x="497" y="80"/>
                      </a:lnTo>
                      <a:lnTo>
                        <a:pt x="499" y="80"/>
                      </a:lnTo>
                      <a:lnTo>
                        <a:pt x="500" y="80"/>
                      </a:lnTo>
                      <a:lnTo>
                        <a:pt x="501" y="80"/>
                      </a:lnTo>
                      <a:lnTo>
                        <a:pt x="503" y="81"/>
                      </a:lnTo>
                      <a:lnTo>
                        <a:pt x="504" y="81"/>
                      </a:lnTo>
                      <a:lnTo>
                        <a:pt x="506" y="81"/>
                      </a:lnTo>
                      <a:lnTo>
                        <a:pt x="507" y="81"/>
                      </a:lnTo>
                      <a:lnTo>
                        <a:pt x="509" y="82"/>
                      </a:lnTo>
                      <a:lnTo>
                        <a:pt x="510" y="82"/>
                      </a:lnTo>
                      <a:lnTo>
                        <a:pt x="512" y="82"/>
                      </a:lnTo>
                      <a:lnTo>
                        <a:pt x="513" y="82"/>
                      </a:lnTo>
                      <a:lnTo>
                        <a:pt x="514" y="83"/>
                      </a:lnTo>
                      <a:lnTo>
                        <a:pt x="516" y="83"/>
                      </a:lnTo>
                      <a:lnTo>
                        <a:pt x="517" y="83"/>
                      </a:lnTo>
                      <a:lnTo>
                        <a:pt x="519" y="83"/>
                      </a:lnTo>
                      <a:lnTo>
                        <a:pt x="520" y="84"/>
                      </a:lnTo>
                      <a:lnTo>
                        <a:pt x="522" y="84"/>
                      </a:lnTo>
                      <a:lnTo>
                        <a:pt x="523" y="84"/>
                      </a:lnTo>
                      <a:lnTo>
                        <a:pt x="525" y="84"/>
                      </a:lnTo>
                      <a:lnTo>
                        <a:pt x="526" y="84"/>
                      </a:lnTo>
                      <a:lnTo>
                        <a:pt x="528" y="85"/>
                      </a:lnTo>
                      <a:lnTo>
                        <a:pt x="529" y="85"/>
                      </a:lnTo>
                      <a:lnTo>
                        <a:pt x="530" y="85"/>
                      </a:lnTo>
                      <a:lnTo>
                        <a:pt x="532" y="85"/>
                      </a:lnTo>
                      <a:lnTo>
                        <a:pt x="533" y="85"/>
                      </a:lnTo>
                      <a:lnTo>
                        <a:pt x="535" y="86"/>
                      </a:lnTo>
                      <a:lnTo>
                        <a:pt x="536" y="86"/>
                      </a:lnTo>
                      <a:lnTo>
                        <a:pt x="538" y="86"/>
                      </a:lnTo>
                      <a:lnTo>
                        <a:pt x="539" y="86"/>
                      </a:lnTo>
                      <a:lnTo>
                        <a:pt x="541" y="86"/>
                      </a:lnTo>
                      <a:lnTo>
                        <a:pt x="542" y="86"/>
                      </a:lnTo>
                      <a:lnTo>
                        <a:pt x="543" y="87"/>
                      </a:lnTo>
                      <a:lnTo>
                        <a:pt x="545" y="87"/>
                      </a:lnTo>
                      <a:lnTo>
                        <a:pt x="546" y="87"/>
                      </a:lnTo>
                      <a:lnTo>
                        <a:pt x="548" y="87"/>
                      </a:lnTo>
                      <a:lnTo>
                        <a:pt x="549" y="88"/>
                      </a:lnTo>
                      <a:lnTo>
                        <a:pt x="551" y="88"/>
                      </a:lnTo>
                      <a:lnTo>
                        <a:pt x="552" y="88"/>
                      </a:lnTo>
                      <a:lnTo>
                        <a:pt x="554" y="88"/>
                      </a:lnTo>
                      <a:lnTo>
                        <a:pt x="555" y="88"/>
                      </a:lnTo>
                      <a:lnTo>
                        <a:pt x="557" y="88"/>
                      </a:lnTo>
                      <a:lnTo>
                        <a:pt x="558" y="89"/>
                      </a:lnTo>
                      <a:lnTo>
                        <a:pt x="559" y="89"/>
                      </a:lnTo>
                      <a:lnTo>
                        <a:pt x="561" y="89"/>
                      </a:lnTo>
                      <a:lnTo>
                        <a:pt x="562" y="89"/>
                      </a:lnTo>
                      <a:lnTo>
                        <a:pt x="564" y="89"/>
                      </a:lnTo>
                      <a:lnTo>
                        <a:pt x="565" y="90"/>
                      </a:lnTo>
                      <a:lnTo>
                        <a:pt x="567" y="90"/>
                      </a:lnTo>
                      <a:lnTo>
                        <a:pt x="568" y="90"/>
                      </a:lnTo>
                      <a:lnTo>
                        <a:pt x="570" y="90"/>
                      </a:lnTo>
                      <a:lnTo>
                        <a:pt x="571" y="90"/>
                      </a:lnTo>
                      <a:lnTo>
                        <a:pt x="572" y="90"/>
                      </a:lnTo>
                      <a:lnTo>
                        <a:pt x="574" y="91"/>
                      </a:lnTo>
                      <a:lnTo>
                        <a:pt x="575" y="91"/>
                      </a:lnTo>
                      <a:lnTo>
                        <a:pt x="577" y="91"/>
                      </a:lnTo>
                      <a:lnTo>
                        <a:pt x="578" y="91"/>
                      </a:lnTo>
                      <a:lnTo>
                        <a:pt x="580" y="91"/>
                      </a:lnTo>
                      <a:lnTo>
                        <a:pt x="581" y="91"/>
                      </a:lnTo>
                      <a:lnTo>
                        <a:pt x="583" y="92"/>
                      </a:lnTo>
                      <a:lnTo>
                        <a:pt x="584" y="92"/>
                      </a:lnTo>
                      <a:lnTo>
                        <a:pt x="586" y="92"/>
                      </a:lnTo>
                      <a:lnTo>
                        <a:pt x="587" y="92"/>
                      </a:lnTo>
                      <a:lnTo>
                        <a:pt x="588" y="93"/>
                      </a:lnTo>
                      <a:lnTo>
                        <a:pt x="590" y="93"/>
                      </a:lnTo>
                      <a:lnTo>
                        <a:pt x="591" y="93"/>
                      </a:lnTo>
                      <a:lnTo>
                        <a:pt x="593" y="93"/>
                      </a:lnTo>
                      <a:lnTo>
                        <a:pt x="594" y="93"/>
                      </a:lnTo>
                      <a:lnTo>
                        <a:pt x="596" y="93"/>
                      </a:lnTo>
                      <a:lnTo>
                        <a:pt x="597" y="94"/>
                      </a:lnTo>
                      <a:lnTo>
                        <a:pt x="599" y="94"/>
                      </a:lnTo>
                      <a:lnTo>
                        <a:pt x="600" y="94"/>
                      </a:lnTo>
                      <a:lnTo>
                        <a:pt x="601" y="94"/>
                      </a:lnTo>
                      <a:lnTo>
                        <a:pt x="603" y="94"/>
                      </a:lnTo>
                      <a:lnTo>
                        <a:pt x="604" y="94"/>
                      </a:lnTo>
                      <a:lnTo>
                        <a:pt x="606" y="95"/>
                      </a:lnTo>
                      <a:lnTo>
                        <a:pt x="607" y="95"/>
                      </a:lnTo>
                      <a:lnTo>
                        <a:pt x="609" y="95"/>
                      </a:lnTo>
                      <a:lnTo>
                        <a:pt x="610" y="95"/>
                      </a:lnTo>
                      <a:lnTo>
                        <a:pt x="612" y="95"/>
                      </a:lnTo>
                      <a:lnTo>
                        <a:pt x="613" y="95"/>
                      </a:lnTo>
                      <a:lnTo>
                        <a:pt x="615" y="95"/>
                      </a:lnTo>
                      <a:lnTo>
                        <a:pt x="616" y="95"/>
                      </a:lnTo>
                      <a:lnTo>
                        <a:pt x="617" y="96"/>
                      </a:lnTo>
                      <a:lnTo>
                        <a:pt x="619" y="96"/>
                      </a:lnTo>
                      <a:lnTo>
                        <a:pt x="620" y="96"/>
                      </a:lnTo>
                      <a:lnTo>
                        <a:pt x="622" y="96"/>
                      </a:lnTo>
                      <a:lnTo>
                        <a:pt x="623" y="96"/>
                      </a:lnTo>
                      <a:lnTo>
                        <a:pt x="625" y="96"/>
                      </a:lnTo>
                      <a:lnTo>
                        <a:pt x="626" y="96"/>
                      </a:lnTo>
                      <a:lnTo>
                        <a:pt x="628" y="97"/>
                      </a:lnTo>
                      <a:lnTo>
                        <a:pt x="629" y="97"/>
                      </a:lnTo>
                      <a:lnTo>
                        <a:pt x="630" y="97"/>
                      </a:lnTo>
                      <a:lnTo>
                        <a:pt x="632" y="97"/>
                      </a:lnTo>
                      <a:lnTo>
                        <a:pt x="633" y="97"/>
                      </a:lnTo>
                      <a:lnTo>
                        <a:pt x="635" y="97"/>
                      </a:lnTo>
                      <a:lnTo>
                        <a:pt x="636" y="97"/>
                      </a:lnTo>
                      <a:lnTo>
                        <a:pt x="638" y="98"/>
                      </a:lnTo>
                      <a:lnTo>
                        <a:pt x="639" y="98"/>
                      </a:lnTo>
                      <a:lnTo>
                        <a:pt x="641" y="98"/>
                      </a:lnTo>
                      <a:lnTo>
                        <a:pt x="642" y="98"/>
                      </a:lnTo>
                      <a:lnTo>
                        <a:pt x="644" y="98"/>
                      </a:lnTo>
                      <a:lnTo>
                        <a:pt x="645" y="98"/>
                      </a:lnTo>
                      <a:lnTo>
                        <a:pt x="646" y="98"/>
                      </a:lnTo>
                      <a:lnTo>
                        <a:pt x="648" y="99"/>
                      </a:lnTo>
                      <a:lnTo>
                        <a:pt x="649" y="99"/>
                      </a:lnTo>
                      <a:lnTo>
                        <a:pt x="651" y="99"/>
                      </a:lnTo>
                      <a:lnTo>
                        <a:pt x="652" y="99"/>
                      </a:lnTo>
                      <a:lnTo>
                        <a:pt x="654" y="99"/>
                      </a:lnTo>
                      <a:lnTo>
                        <a:pt x="655" y="99"/>
                      </a:lnTo>
                      <a:lnTo>
                        <a:pt x="657" y="99"/>
                      </a:lnTo>
                      <a:lnTo>
                        <a:pt x="658" y="100"/>
                      </a:lnTo>
                      <a:lnTo>
                        <a:pt x="659" y="99"/>
                      </a:lnTo>
                      <a:lnTo>
                        <a:pt x="661" y="100"/>
                      </a:lnTo>
                      <a:lnTo>
                        <a:pt x="662" y="100"/>
                      </a:lnTo>
                      <a:lnTo>
                        <a:pt x="664" y="100"/>
                      </a:lnTo>
                      <a:lnTo>
                        <a:pt x="665" y="100"/>
                      </a:lnTo>
                      <a:lnTo>
                        <a:pt x="667" y="100"/>
                      </a:lnTo>
                      <a:lnTo>
                        <a:pt x="668" y="100"/>
                      </a:lnTo>
                      <a:lnTo>
                        <a:pt x="670" y="100"/>
                      </a:lnTo>
                      <a:lnTo>
                        <a:pt x="671" y="100"/>
                      </a:lnTo>
                      <a:lnTo>
                        <a:pt x="673" y="101"/>
                      </a:lnTo>
                      <a:lnTo>
                        <a:pt x="674" y="101"/>
                      </a:lnTo>
                      <a:lnTo>
                        <a:pt x="675" y="101"/>
                      </a:lnTo>
                      <a:lnTo>
                        <a:pt x="677" y="101"/>
                      </a:lnTo>
                      <a:lnTo>
                        <a:pt x="678" y="101"/>
                      </a:lnTo>
                      <a:lnTo>
                        <a:pt x="680" y="101"/>
                      </a:lnTo>
                      <a:lnTo>
                        <a:pt x="681" y="101"/>
                      </a:lnTo>
                      <a:lnTo>
                        <a:pt x="683" y="101"/>
                      </a:lnTo>
                      <a:lnTo>
                        <a:pt x="684" y="101"/>
                      </a:lnTo>
                      <a:lnTo>
                        <a:pt x="686" y="101"/>
                      </a:lnTo>
                      <a:lnTo>
                        <a:pt x="687" y="102"/>
                      </a:lnTo>
                      <a:lnTo>
                        <a:pt x="688" y="102"/>
                      </a:lnTo>
                      <a:lnTo>
                        <a:pt x="690" y="102"/>
                      </a:lnTo>
                      <a:lnTo>
                        <a:pt x="691" y="102"/>
                      </a:lnTo>
                      <a:lnTo>
                        <a:pt x="693" y="102"/>
                      </a:lnTo>
                      <a:lnTo>
                        <a:pt x="694" y="102"/>
                      </a:lnTo>
                      <a:lnTo>
                        <a:pt x="696" y="102"/>
                      </a:lnTo>
                      <a:lnTo>
                        <a:pt x="697" y="103"/>
                      </a:lnTo>
                      <a:lnTo>
                        <a:pt x="699" y="103"/>
                      </a:lnTo>
                      <a:lnTo>
                        <a:pt x="700" y="103"/>
                      </a:lnTo>
                      <a:lnTo>
                        <a:pt x="702" y="103"/>
                      </a:lnTo>
                      <a:lnTo>
                        <a:pt x="703" y="103"/>
                      </a:lnTo>
                      <a:lnTo>
                        <a:pt x="704" y="103"/>
                      </a:lnTo>
                      <a:lnTo>
                        <a:pt x="706" y="103"/>
                      </a:lnTo>
                      <a:lnTo>
                        <a:pt x="707" y="104"/>
                      </a:lnTo>
                      <a:lnTo>
                        <a:pt x="709" y="104"/>
                      </a:lnTo>
                      <a:lnTo>
                        <a:pt x="710" y="104"/>
                      </a:lnTo>
                      <a:lnTo>
                        <a:pt x="712" y="104"/>
                      </a:lnTo>
                      <a:lnTo>
                        <a:pt x="713" y="104"/>
                      </a:lnTo>
                      <a:lnTo>
                        <a:pt x="715" y="104"/>
                      </a:lnTo>
                      <a:lnTo>
                        <a:pt x="716" y="104"/>
                      </a:lnTo>
                      <a:lnTo>
                        <a:pt x="717" y="104"/>
                      </a:lnTo>
                      <a:lnTo>
                        <a:pt x="719" y="105"/>
                      </a:lnTo>
                      <a:lnTo>
                        <a:pt x="720" y="105"/>
                      </a:lnTo>
                      <a:lnTo>
                        <a:pt x="722" y="105"/>
                      </a:lnTo>
                      <a:lnTo>
                        <a:pt x="723" y="105"/>
                      </a:lnTo>
                      <a:lnTo>
                        <a:pt x="725" y="105"/>
                      </a:lnTo>
                      <a:lnTo>
                        <a:pt x="726" y="105"/>
                      </a:lnTo>
                      <a:lnTo>
                        <a:pt x="728" y="105"/>
                      </a:lnTo>
                      <a:lnTo>
                        <a:pt x="729" y="105"/>
                      </a:lnTo>
                      <a:lnTo>
                        <a:pt x="731" y="105"/>
                      </a:lnTo>
                      <a:lnTo>
                        <a:pt x="732" y="105"/>
                      </a:lnTo>
                      <a:lnTo>
                        <a:pt x="733" y="105"/>
                      </a:lnTo>
                      <a:lnTo>
                        <a:pt x="735" y="105"/>
                      </a:lnTo>
                      <a:lnTo>
                        <a:pt x="736" y="106"/>
                      </a:lnTo>
                      <a:lnTo>
                        <a:pt x="738" y="106"/>
                      </a:lnTo>
                      <a:lnTo>
                        <a:pt x="739" y="106"/>
                      </a:lnTo>
                      <a:lnTo>
                        <a:pt x="741" y="106"/>
                      </a:lnTo>
                      <a:lnTo>
                        <a:pt x="742" y="106"/>
                      </a:lnTo>
                      <a:lnTo>
                        <a:pt x="744" y="106"/>
                      </a:lnTo>
                      <a:lnTo>
                        <a:pt x="745" y="106"/>
                      </a:lnTo>
                      <a:lnTo>
                        <a:pt x="746" y="106"/>
                      </a:lnTo>
                      <a:lnTo>
                        <a:pt x="748" y="107"/>
                      </a:lnTo>
                      <a:lnTo>
                        <a:pt x="749" y="107"/>
                      </a:lnTo>
                      <a:lnTo>
                        <a:pt x="751" y="107"/>
                      </a:lnTo>
                      <a:lnTo>
                        <a:pt x="752" y="107"/>
                      </a:lnTo>
                      <a:lnTo>
                        <a:pt x="754" y="107"/>
                      </a:lnTo>
                      <a:lnTo>
                        <a:pt x="755" y="107"/>
                      </a:lnTo>
                      <a:lnTo>
                        <a:pt x="757" y="107"/>
                      </a:lnTo>
                      <a:lnTo>
                        <a:pt x="758" y="107"/>
                      </a:lnTo>
                      <a:lnTo>
                        <a:pt x="760" y="107"/>
                      </a:lnTo>
                      <a:lnTo>
                        <a:pt x="761" y="107"/>
                      </a:lnTo>
                      <a:lnTo>
                        <a:pt x="762" y="107"/>
                      </a:lnTo>
                      <a:lnTo>
                        <a:pt x="764" y="107"/>
                      </a:lnTo>
                      <a:lnTo>
                        <a:pt x="765" y="107"/>
                      </a:lnTo>
                      <a:lnTo>
                        <a:pt x="767" y="107"/>
                      </a:lnTo>
                      <a:lnTo>
                        <a:pt x="768" y="107"/>
                      </a:lnTo>
                      <a:lnTo>
                        <a:pt x="770" y="107"/>
                      </a:lnTo>
                      <a:lnTo>
                        <a:pt x="771" y="107"/>
                      </a:lnTo>
                      <a:lnTo>
                        <a:pt x="773" y="107"/>
                      </a:lnTo>
                      <a:lnTo>
                        <a:pt x="774" y="108"/>
                      </a:lnTo>
                      <a:lnTo>
                        <a:pt x="775" y="108"/>
                      </a:lnTo>
                      <a:lnTo>
                        <a:pt x="777" y="108"/>
                      </a:lnTo>
                      <a:lnTo>
                        <a:pt x="778" y="108"/>
                      </a:lnTo>
                      <a:lnTo>
                        <a:pt x="780" y="108"/>
                      </a:lnTo>
                      <a:lnTo>
                        <a:pt x="781" y="108"/>
                      </a:lnTo>
                      <a:lnTo>
                        <a:pt x="783" y="108"/>
                      </a:lnTo>
                      <a:lnTo>
                        <a:pt x="784" y="108"/>
                      </a:lnTo>
                      <a:lnTo>
                        <a:pt x="786" y="108"/>
                      </a:lnTo>
                      <a:lnTo>
                        <a:pt x="787" y="108"/>
                      </a:lnTo>
                      <a:lnTo>
                        <a:pt x="789" y="108"/>
                      </a:lnTo>
                      <a:lnTo>
                        <a:pt x="790" y="108"/>
                      </a:lnTo>
                      <a:lnTo>
                        <a:pt x="791" y="109"/>
                      </a:lnTo>
                      <a:lnTo>
                        <a:pt x="793" y="109"/>
                      </a:lnTo>
                      <a:lnTo>
                        <a:pt x="794" y="109"/>
                      </a:lnTo>
                      <a:lnTo>
                        <a:pt x="796" y="109"/>
                      </a:lnTo>
                      <a:lnTo>
                        <a:pt x="797" y="109"/>
                      </a:lnTo>
                      <a:lnTo>
                        <a:pt x="799" y="109"/>
                      </a:lnTo>
                      <a:lnTo>
                        <a:pt x="800" y="109"/>
                      </a:lnTo>
                      <a:lnTo>
                        <a:pt x="802" y="109"/>
                      </a:lnTo>
                      <a:lnTo>
                        <a:pt x="803" y="109"/>
                      </a:lnTo>
                      <a:lnTo>
                        <a:pt x="804" y="109"/>
                      </a:lnTo>
                      <a:lnTo>
                        <a:pt x="806" y="109"/>
                      </a:lnTo>
                      <a:lnTo>
                        <a:pt x="807" y="109"/>
                      </a:lnTo>
                      <a:lnTo>
                        <a:pt x="809" y="109"/>
                      </a:lnTo>
                      <a:lnTo>
                        <a:pt x="810" y="109"/>
                      </a:lnTo>
                      <a:lnTo>
                        <a:pt x="812" y="109"/>
                      </a:lnTo>
                      <a:lnTo>
                        <a:pt x="813" y="109"/>
                      </a:lnTo>
                      <a:lnTo>
                        <a:pt x="815" y="109"/>
                      </a:lnTo>
                      <a:lnTo>
                        <a:pt x="816" y="109"/>
                      </a:lnTo>
                      <a:lnTo>
                        <a:pt x="818" y="110"/>
                      </a:lnTo>
                      <a:lnTo>
                        <a:pt x="819" y="110"/>
                      </a:lnTo>
                      <a:lnTo>
                        <a:pt x="820" y="110"/>
                      </a:lnTo>
                      <a:lnTo>
                        <a:pt x="822" y="110"/>
                      </a:lnTo>
                      <a:lnTo>
                        <a:pt x="823" y="110"/>
                      </a:lnTo>
                      <a:lnTo>
                        <a:pt x="825" y="110"/>
                      </a:lnTo>
                      <a:lnTo>
                        <a:pt x="826" y="110"/>
                      </a:lnTo>
                      <a:lnTo>
                        <a:pt x="828" y="110"/>
                      </a:lnTo>
                      <a:lnTo>
                        <a:pt x="829" y="110"/>
                      </a:lnTo>
                      <a:lnTo>
                        <a:pt x="831" y="110"/>
                      </a:lnTo>
                      <a:lnTo>
                        <a:pt x="832" y="110"/>
                      </a:lnTo>
                      <a:lnTo>
                        <a:pt x="833" y="110"/>
                      </a:lnTo>
                      <a:lnTo>
                        <a:pt x="835" y="110"/>
                      </a:lnTo>
                      <a:lnTo>
                        <a:pt x="836" y="110"/>
                      </a:lnTo>
                      <a:lnTo>
                        <a:pt x="838" y="110"/>
                      </a:lnTo>
                      <a:lnTo>
                        <a:pt x="839" y="110"/>
                      </a:lnTo>
                      <a:lnTo>
                        <a:pt x="841" y="110"/>
                      </a:lnTo>
                      <a:lnTo>
                        <a:pt x="842" y="110"/>
                      </a:lnTo>
                      <a:lnTo>
                        <a:pt x="844" y="111"/>
                      </a:lnTo>
                      <a:lnTo>
                        <a:pt x="845" y="111"/>
                      </a:lnTo>
                      <a:lnTo>
                        <a:pt x="847" y="111"/>
                      </a:lnTo>
                      <a:lnTo>
                        <a:pt x="848" y="111"/>
                      </a:lnTo>
                      <a:lnTo>
                        <a:pt x="849" y="111"/>
                      </a:lnTo>
                      <a:lnTo>
                        <a:pt x="851" y="111"/>
                      </a:lnTo>
                      <a:lnTo>
                        <a:pt x="852" y="111"/>
                      </a:lnTo>
                      <a:lnTo>
                        <a:pt x="854" y="111"/>
                      </a:lnTo>
                      <a:lnTo>
                        <a:pt x="855" y="111"/>
                      </a:lnTo>
                      <a:lnTo>
                        <a:pt x="857" y="111"/>
                      </a:lnTo>
                      <a:lnTo>
                        <a:pt x="858" y="111"/>
                      </a:lnTo>
                      <a:lnTo>
                        <a:pt x="860" y="111"/>
                      </a:lnTo>
                      <a:lnTo>
                        <a:pt x="861" y="111"/>
                      </a:lnTo>
                      <a:lnTo>
                        <a:pt x="862" y="111"/>
                      </a:lnTo>
                      <a:lnTo>
                        <a:pt x="864" y="112"/>
                      </a:lnTo>
                      <a:lnTo>
                        <a:pt x="865" y="112"/>
                      </a:lnTo>
                      <a:lnTo>
                        <a:pt x="867" y="112"/>
                      </a:lnTo>
                      <a:lnTo>
                        <a:pt x="868" y="112"/>
                      </a:lnTo>
                      <a:lnTo>
                        <a:pt x="870" y="112"/>
                      </a:lnTo>
                      <a:lnTo>
                        <a:pt x="871" y="112"/>
                      </a:lnTo>
                      <a:lnTo>
                        <a:pt x="873" y="112"/>
                      </a:lnTo>
                      <a:lnTo>
                        <a:pt x="874" y="112"/>
                      </a:lnTo>
                      <a:lnTo>
                        <a:pt x="876" y="112"/>
                      </a:lnTo>
                      <a:lnTo>
                        <a:pt x="877" y="112"/>
                      </a:lnTo>
                      <a:lnTo>
                        <a:pt x="878" y="112"/>
                      </a:lnTo>
                      <a:lnTo>
                        <a:pt x="880" y="112"/>
                      </a:lnTo>
                      <a:lnTo>
                        <a:pt x="881" y="112"/>
                      </a:lnTo>
                      <a:lnTo>
                        <a:pt x="883" y="112"/>
                      </a:lnTo>
                      <a:lnTo>
                        <a:pt x="884" y="112"/>
                      </a:lnTo>
                      <a:lnTo>
                        <a:pt x="886" y="112"/>
                      </a:lnTo>
                      <a:lnTo>
                        <a:pt x="887" y="112"/>
                      </a:lnTo>
                      <a:lnTo>
                        <a:pt x="889" y="112"/>
                      </a:lnTo>
                      <a:lnTo>
                        <a:pt x="890" y="112"/>
                      </a:lnTo>
                      <a:lnTo>
                        <a:pt x="891" y="113"/>
                      </a:lnTo>
                      <a:lnTo>
                        <a:pt x="893" y="113"/>
                      </a:lnTo>
                      <a:lnTo>
                        <a:pt x="894" y="113"/>
                      </a:lnTo>
                      <a:lnTo>
                        <a:pt x="896" y="113"/>
                      </a:lnTo>
                      <a:lnTo>
                        <a:pt x="897" y="113"/>
                      </a:lnTo>
                      <a:lnTo>
                        <a:pt x="899" y="113"/>
                      </a:lnTo>
                      <a:lnTo>
                        <a:pt x="900" y="113"/>
                      </a:lnTo>
                      <a:lnTo>
                        <a:pt x="902" y="113"/>
                      </a:lnTo>
                      <a:lnTo>
                        <a:pt x="903" y="113"/>
                      </a:lnTo>
                      <a:lnTo>
                        <a:pt x="905" y="113"/>
                      </a:lnTo>
                      <a:lnTo>
                        <a:pt x="906" y="113"/>
                      </a:lnTo>
                      <a:lnTo>
                        <a:pt x="907" y="113"/>
                      </a:lnTo>
                      <a:lnTo>
                        <a:pt x="909" y="113"/>
                      </a:lnTo>
                      <a:lnTo>
                        <a:pt x="910" y="113"/>
                      </a:lnTo>
                      <a:lnTo>
                        <a:pt x="912" y="113"/>
                      </a:lnTo>
                      <a:lnTo>
                        <a:pt x="913" y="113"/>
                      </a:lnTo>
                      <a:lnTo>
                        <a:pt x="915" y="113"/>
                      </a:lnTo>
                      <a:lnTo>
                        <a:pt x="916" y="113"/>
                      </a:lnTo>
                      <a:lnTo>
                        <a:pt x="918" y="113"/>
                      </a:lnTo>
                      <a:lnTo>
                        <a:pt x="919" y="113"/>
                      </a:lnTo>
                      <a:lnTo>
                        <a:pt x="920" y="113"/>
                      </a:lnTo>
                      <a:lnTo>
                        <a:pt x="922" y="113"/>
                      </a:lnTo>
                      <a:lnTo>
                        <a:pt x="923" y="113"/>
                      </a:lnTo>
                      <a:lnTo>
                        <a:pt x="925" y="113"/>
                      </a:lnTo>
                      <a:lnTo>
                        <a:pt x="926" y="113"/>
                      </a:lnTo>
                      <a:lnTo>
                        <a:pt x="928" y="114"/>
                      </a:lnTo>
                      <a:lnTo>
                        <a:pt x="929" y="114"/>
                      </a:lnTo>
                      <a:lnTo>
                        <a:pt x="931" y="113"/>
                      </a:lnTo>
                      <a:lnTo>
                        <a:pt x="932" y="113"/>
                      </a:lnTo>
                      <a:lnTo>
                        <a:pt x="934" y="113"/>
                      </a:lnTo>
                      <a:lnTo>
                        <a:pt x="935" y="113"/>
                      </a:lnTo>
                      <a:lnTo>
                        <a:pt x="936" y="113"/>
                      </a:lnTo>
                      <a:lnTo>
                        <a:pt x="938" y="113"/>
                      </a:lnTo>
                      <a:lnTo>
                        <a:pt x="939" y="114"/>
                      </a:lnTo>
                      <a:lnTo>
                        <a:pt x="941" y="114"/>
                      </a:lnTo>
                      <a:lnTo>
                        <a:pt x="942" y="114"/>
                      </a:lnTo>
                      <a:lnTo>
                        <a:pt x="944" y="114"/>
                      </a:lnTo>
                      <a:lnTo>
                        <a:pt x="945" y="114"/>
                      </a:lnTo>
                      <a:lnTo>
                        <a:pt x="947" y="114"/>
                      </a:lnTo>
                      <a:lnTo>
                        <a:pt x="948" y="114"/>
                      </a:lnTo>
                      <a:lnTo>
                        <a:pt x="949" y="114"/>
                      </a:lnTo>
                      <a:lnTo>
                        <a:pt x="951" y="114"/>
                      </a:lnTo>
                      <a:lnTo>
                        <a:pt x="952" y="114"/>
                      </a:lnTo>
                      <a:lnTo>
                        <a:pt x="954" y="114"/>
                      </a:lnTo>
                      <a:lnTo>
                        <a:pt x="955" y="114"/>
                      </a:lnTo>
                      <a:lnTo>
                        <a:pt x="957" y="114"/>
                      </a:lnTo>
                      <a:lnTo>
                        <a:pt x="958" y="114"/>
                      </a:lnTo>
                      <a:lnTo>
                        <a:pt x="960" y="114"/>
                      </a:lnTo>
                      <a:lnTo>
                        <a:pt x="961" y="114"/>
                      </a:lnTo>
                      <a:lnTo>
                        <a:pt x="963" y="114"/>
                      </a:lnTo>
                      <a:lnTo>
                        <a:pt x="964" y="114"/>
                      </a:lnTo>
                      <a:lnTo>
                        <a:pt x="965" y="114"/>
                      </a:lnTo>
                      <a:lnTo>
                        <a:pt x="967" y="115"/>
                      </a:lnTo>
                      <a:lnTo>
                        <a:pt x="968" y="115"/>
                      </a:lnTo>
                      <a:lnTo>
                        <a:pt x="970" y="115"/>
                      </a:lnTo>
                      <a:lnTo>
                        <a:pt x="971" y="115"/>
                      </a:lnTo>
                      <a:lnTo>
                        <a:pt x="973" y="115"/>
                      </a:lnTo>
                      <a:lnTo>
                        <a:pt x="974" y="115"/>
                      </a:lnTo>
                      <a:lnTo>
                        <a:pt x="976" y="115"/>
                      </a:lnTo>
                      <a:lnTo>
                        <a:pt x="977" y="115"/>
                      </a:lnTo>
                      <a:lnTo>
                        <a:pt x="978" y="115"/>
                      </a:lnTo>
                      <a:lnTo>
                        <a:pt x="980" y="115"/>
                      </a:lnTo>
                      <a:lnTo>
                        <a:pt x="981" y="115"/>
                      </a:lnTo>
                      <a:lnTo>
                        <a:pt x="983" y="115"/>
                      </a:lnTo>
                      <a:lnTo>
                        <a:pt x="984" y="115"/>
                      </a:lnTo>
                      <a:lnTo>
                        <a:pt x="986" y="115"/>
                      </a:lnTo>
                      <a:lnTo>
                        <a:pt x="987" y="115"/>
                      </a:lnTo>
                      <a:lnTo>
                        <a:pt x="989" y="115"/>
                      </a:lnTo>
                      <a:lnTo>
                        <a:pt x="990" y="115"/>
                      </a:lnTo>
                      <a:lnTo>
                        <a:pt x="992" y="115"/>
                      </a:lnTo>
                      <a:lnTo>
                        <a:pt x="993" y="115"/>
                      </a:lnTo>
                      <a:lnTo>
                        <a:pt x="994" y="115"/>
                      </a:lnTo>
                      <a:lnTo>
                        <a:pt x="996" y="115"/>
                      </a:lnTo>
                      <a:lnTo>
                        <a:pt x="997" y="115"/>
                      </a:lnTo>
                      <a:lnTo>
                        <a:pt x="999" y="115"/>
                      </a:lnTo>
                      <a:lnTo>
                        <a:pt x="1000" y="115"/>
                      </a:lnTo>
                      <a:lnTo>
                        <a:pt x="1002" y="115"/>
                      </a:lnTo>
                      <a:lnTo>
                        <a:pt x="1003" y="115"/>
                      </a:lnTo>
                      <a:lnTo>
                        <a:pt x="1005" y="115"/>
                      </a:lnTo>
                      <a:lnTo>
                        <a:pt x="1006" y="115"/>
                      </a:lnTo>
                      <a:lnTo>
                        <a:pt x="1007" y="115"/>
                      </a:lnTo>
                      <a:lnTo>
                        <a:pt x="1009" y="115"/>
                      </a:lnTo>
                      <a:lnTo>
                        <a:pt x="1010" y="115"/>
                      </a:lnTo>
                      <a:lnTo>
                        <a:pt x="1012" y="115"/>
                      </a:lnTo>
                      <a:lnTo>
                        <a:pt x="1013" y="115"/>
                      </a:lnTo>
                      <a:lnTo>
                        <a:pt x="1015" y="115"/>
                      </a:lnTo>
                      <a:lnTo>
                        <a:pt x="1016" y="115"/>
                      </a:lnTo>
                      <a:lnTo>
                        <a:pt x="1018" y="116"/>
                      </a:lnTo>
                      <a:lnTo>
                        <a:pt x="1019" y="116"/>
                      </a:lnTo>
                      <a:lnTo>
                        <a:pt x="1021" y="116"/>
                      </a:lnTo>
                      <a:lnTo>
                        <a:pt x="1022" y="115"/>
                      </a:lnTo>
                      <a:lnTo>
                        <a:pt x="1023" y="115"/>
                      </a:lnTo>
                      <a:lnTo>
                        <a:pt x="1025" y="116"/>
                      </a:lnTo>
                      <a:lnTo>
                        <a:pt x="1026" y="115"/>
                      </a:lnTo>
                      <a:lnTo>
                        <a:pt x="1028" y="115"/>
                      </a:lnTo>
                      <a:lnTo>
                        <a:pt x="1029" y="115"/>
                      </a:lnTo>
                      <a:lnTo>
                        <a:pt x="1031" y="115"/>
                      </a:lnTo>
                      <a:lnTo>
                        <a:pt x="1032" y="115"/>
                      </a:lnTo>
                      <a:lnTo>
                        <a:pt x="1034" y="116"/>
                      </a:lnTo>
                      <a:lnTo>
                        <a:pt x="1035" y="115"/>
                      </a:lnTo>
                      <a:lnTo>
                        <a:pt x="1036" y="116"/>
                      </a:lnTo>
                      <a:lnTo>
                        <a:pt x="1038" y="116"/>
                      </a:lnTo>
                      <a:lnTo>
                        <a:pt x="1039" y="116"/>
                      </a:lnTo>
                      <a:lnTo>
                        <a:pt x="1041" y="116"/>
                      </a:lnTo>
                      <a:lnTo>
                        <a:pt x="1042" y="116"/>
                      </a:lnTo>
                      <a:lnTo>
                        <a:pt x="1044" y="116"/>
                      </a:lnTo>
                      <a:lnTo>
                        <a:pt x="1045" y="116"/>
                      </a:lnTo>
                      <a:lnTo>
                        <a:pt x="1047" y="116"/>
                      </a:lnTo>
                      <a:lnTo>
                        <a:pt x="1048" y="116"/>
                      </a:lnTo>
                      <a:lnTo>
                        <a:pt x="1050" y="116"/>
                      </a:lnTo>
                      <a:lnTo>
                        <a:pt x="1051" y="116"/>
                      </a:lnTo>
                      <a:lnTo>
                        <a:pt x="1052" y="116"/>
                      </a:lnTo>
                      <a:lnTo>
                        <a:pt x="1054" y="116"/>
                      </a:lnTo>
                      <a:lnTo>
                        <a:pt x="1055" y="116"/>
                      </a:lnTo>
                      <a:lnTo>
                        <a:pt x="1057" y="116"/>
                      </a:lnTo>
                      <a:lnTo>
                        <a:pt x="1058" y="116"/>
                      </a:lnTo>
                      <a:lnTo>
                        <a:pt x="1060" y="116"/>
                      </a:lnTo>
                      <a:lnTo>
                        <a:pt x="1061" y="116"/>
                      </a:lnTo>
                      <a:lnTo>
                        <a:pt x="1063" y="116"/>
                      </a:lnTo>
                      <a:lnTo>
                        <a:pt x="1064" y="116"/>
                      </a:lnTo>
                      <a:lnTo>
                        <a:pt x="1065" y="116"/>
                      </a:lnTo>
                      <a:lnTo>
                        <a:pt x="1067" y="116"/>
                      </a:lnTo>
                      <a:lnTo>
                        <a:pt x="1068" y="116"/>
                      </a:lnTo>
                      <a:lnTo>
                        <a:pt x="1070" y="116"/>
                      </a:lnTo>
                      <a:lnTo>
                        <a:pt x="1071" y="116"/>
                      </a:lnTo>
                      <a:lnTo>
                        <a:pt x="1073" y="116"/>
                      </a:lnTo>
                      <a:lnTo>
                        <a:pt x="1074" y="116"/>
                      </a:lnTo>
                      <a:lnTo>
                        <a:pt x="1076" y="116"/>
                      </a:lnTo>
                      <a:lnTo>
                        <a:pt x="1077" y="116"/>
                      </a:lnTo>
                      <a:lnTo>
                        <a:pt x="1079" y="116"/>
                      </a:lnTo>
                      <a:lnTo>
                        <a:pt x="1080" y="116"/>
                      </a:lnTo>
                      <a:lnTo>
                        <a:pt x="1081" y="116"/>
                      </a:lnTo>
                      <a:lnTo>
                        <a:pt x="1083" y="116"/>
                      </a:lnTo>
                      <a:lnTo>
                        <a:pt x="1084" y="116"/>
                      </a:lnTo>
                      <a:lnTo>
                        <a:pt x="1086" y="116"/>
                      </a:lnTo>
                      <a:lnTo>
                        <a:pt x="1087" y="116"/>
                      </a:lnTo>
                      <a:lnTo>
                        <a:pt x="1089" y="116"/>
                      </a:lnTo>
                      <a:lnTo>
                        <a:pt x="1090" y="116"/>
                      </a:lnTo>
                      <a:lnTo>
                        <a:pt x="1092" y="116"/>
                      </a:lnTo>
                      <a:lnTo>
                        <a:pt x="1093" y="116"/>
                      </a:lnTo>
                      <a:lnTo>
                        <a:pt x="1094" y="116"/>
                      </a:lnTo>
                      <a:lnTo>
                        <a:pt x="1096" y="116"/>
                      </a:lnTo>
                      <a:lnTo>
                        <a:pt x="1097" y="116"/>
                      </a:lnTo>
                      <a:lnTo>
                        <a:pt x="1099" y="116"/>
                      </a:lnTo>
                      <a:lnTo>
                        <a:pt x="1100" y="116"/>
                      </a:lnTo>
                      <a:lnTo>
                        <a:pt x="1102" y="116"/>
                      </a:lnTo>
                      <a:lnTo>
                        <a:pt x="1103" y="116"/>
                      </a:lnTo>
                      <a:lnTo>
                        <a:pt x="1105" y="116"/>
                      </a:lnTo>
                      <a:lnTo>
                        <a:pt x="1106" y="116"/>
                      </a:lnTo>
                      <a:lnTo>
                        <a:pt x="1108" y="116"/>
                      </a:lnTo>
                      <a:lnTo>
                        <a:pt x="1109" y="116"/>
                      </a:lnTo>
                      <a:lnTo>
                        <a:pt x="1110" y="116"/>
                      </a:lnTo>
                      <a:lnTo>
                        <a:pt x="1112" y="116"/>
                      </a:lnTo>
                      <a:lnTo>
                        <a:pt x="1113" y="116"/>
                      </a:lnTo>
                      <a:lnTo>
                        <a:pt x="1115" y="116"/>
                      </a:lnTo>
                      <a:lnTo>
                        <a:pt x="1116" y="116"/>
                      </a:lnTo>
                      <a:lnTo>
                        <a:pt x="1118" y="116"/>
                      </a:lnTo>
                      <a:lnTo>
                        <a:pt x="1119" y="116"/>
                      </a:lnTo>
                      <a:lnTo>
                        <a:pt x="1121" y="116"/>
                      </a:lnTo>
                      <a:lnTo>
                        <a:pt x="1122" y="116"/>
                      </a:lnTo>
                      <a:lnTo>
                        <a:pt x="1123" y="116"/>
                      </a:lnTo>
                      <a:lnTo>
                        <a:pt x="1125" y="116"/>
                      </a:lnTo>
                      <a:lnTo>
                        <a:pt x="1126" y="116"/>
                      </a:lnTo>
                      <a:lnTo>
                        <a:pt x="1128" y="116"/>
                      </a:lnTo>
                      <a:lnTo>
                        <a:pt x="1129" y="116"/>
                      </a:lnTo>
                      <a:lnTo>
                        <a:pt x="1131" y="116"/>
                      </a:lnTo>
                      <a:lnTo>
                        <a:pt x="1132" y="116"/>
                      </a:lnTo>
                      <a:lnTo>
                        <a:pt x="1134" y="116"/>
                      </a:lnTo>
                      <a:lnTo>
                        <a:pt x="1135" y="116"/>
                      </a:lnTo>
                      <a:lnTo>
                        <a:pt x="1137" y="116"/>
                      </a:lnTo>
                      <a:lnTo>
                        <a:pt x="1138" y="116"/>
                      </a:lnTo>
                      <a:lnTo>
                        <a:pt x="1139" y="116"/>
                      </a:lnTo>
                      <a:lnTo>
                        <a:pt x="1141" y="116"/>
                      </a:lnTo>
                      <a:lnTo>
                        <a:pt x="1142" y="116"/>
                      </a:lnTo>
                      <a:lnTo>
                        <a:pt x="1144" y="116"/>
                      </a:lnTo>
                      <a:lnTo>
                        <a:pt x="1145" y="116"/>
                      </a:lnTo>
                      <a:lnTo>
                        <a:pt x="1147" y="116"/>
                      </a:lnTo>
                      <a:lnTo>
                        <a:pt x="1148" y="116"/>
                      </a:lnTo>
                      <a:lnTo>
                        <a:pt x="1150" y="116"/>
                      </a:lnTo>
                      <a:lnTo>
                        <a:pt x="1151" y="116"/>
                      </a:lnTo>
                      <a:lnTo>
                        <a:pt x="1152" y="116"/>
                      </a:lnTo>
                      <a:lnTo>
                        <a:pt x="1154" y="116"/>
                      </a:lnTo>
                      <a:lnTo>
                        <a:pt x="1155" y="116"/>
                      </a:lnTo>
                      <a:lnTo>
                        <a:pt x="1157" y="116"/>
                      </a:lnTo>
                      <a:lnTo>
                        <a:pt x="1158" y="116"/>
                      </a:lnTo>
                      <a:lnTo>
                        <a:pt x="1160" y="116"/>
                      </a:lnTo>
                      <a:lnTo>
                        <a:pt x="1161" y="116"/>
                      </a:lnTo>
                      <a:lnTo>
                        <a:pt x="1163" y="116"/>
                      </a:lnTo>
                      <a:lnTo>
                        <a:pt x="1164" y="116"/>
                      </a:lnTo>
                      <a:lnTo>
                        <a:pt x="1166" y="116"/>
                      </a:lnTo>
                      <a:lnTo>
                        <a:pt x="1167" y="116"/>
                      </a:lnTo>
                      <a:lnTo>
                        <a:pt x="1168" y="116"/>
                      </a:lnTo>
                      <a:lnTo>
                        <a:pt x="1170" y="116"/>
                      </a:lnTo>
                      <a:lnTo>
                        <a:pt x="1171" y="116"/>
                      </a:lnTo>
                      <a:lnTo>
                        <a:pt x="1173" y="116"/>
                      </a:lnTo>
                      <a:lnTo>
                        <a:pt x="1174" y="116"/>
                      </a:lnTo>
                      <a:lnTo>
                        <a:pt x="1176" y="116"/>
                      </a:lnTo>
                      <a:lnTo>
                        <a:pt x="1177" y="116"/>
                      </a:lnTo>
                      <a:lnTo>
                        <a:pt x="1179" y="116"/>
                      </a:lnTo>
                      <a:lnTo>
                        <a:pt x="1180" y="116"/>
                      </a:lnTo>
                      <a:lnTo>
                        <a:pt x="1181" y="116"/>
                      </a:lnTo>
                      <a:lnTo>
                        <a:pt x="1183" y="116"/>
                      </a:lnTo>
                      <a:lnTo>
                        <a:pt x="1184" y="116"/>
                      </a:lnTo>
                      <a:lnTo>
                        <a:pt x="1186" y="116"/>
                      </a:lnTo>
                      <a:lnTo>
                        <a:pt x="1187" y="116"/>
                      </a:lnTo>
                      <a:lnTo>
                        <a:pt x="1189" y="116"/>
                      </a:lnTo>
                      <a:lnTo>
                        <a:pt x="1190" y="116"/>
                      </a:lnTo>
                      <a:lnTo>
                        <a:pt x="1192" y="116"/>
                      </a:lnTo>
                      <a:lnTo>
                        <a:pt x="1193" y="116"/>
                      </a:lnTo>
                      <a:lnTo>
                        <a:pt x="1195" y="116"/>
                      </a:lnTo>
                      <a:lnTo>
                        <a:pt x="1196" y="116"/>
                      </a:lnTo>
                      <a:lnTo>
                        <a:pt x="1197" y="116"/>
                      </a:lnTo>
                      <a:lnTo>
                        <a:pt x="1199" y="116"/>
                      </a:lnTo>
                      <a:lnTo>
                        <a:pt x="1200" y="116"/>
                      </a:lnTo>
                      <a:lnTo>
                        <a:pt x="1202" y="116"/>
                      </a:lnTo>
                      <a:lnTo>
                        <a:pt x="1203" y="116"/>
                      </a:lnTo>
                      <a:lnTo>
                        <a:pt x="1205" y="116"/>
                      </a:lnTo>
                      <a:lnTo>
                        <a:pt x="1206" y="116"/>
                      </a:lnTo>
                      <a:lnTo>
                        <a:pt x="1208" y="116"/>
                      </a:lnTo>
                      <a:lnTo>
                        <a:pt x="1209" y="116"/>
                      </a:lnTo>
                      <a:lnTo>
                        <a:pt x="1210" y="116"/>
                      </a:lnTo>
                      <a:lnTo>
                        <a:pt x="1212" y="116"/>
                      </a:lnTo>
                      <a:lnTo>
                        <a:pt x="1213" y="116"/>
                      </a:lnTo>
                      <a:lnTo>
                        <a:pt x="1215" y="116"/>
                      </a:lnTo>
                      <a:lnTo>
                        <a:pt x="1216" y="116"/>
                      </a:lnTo>
                      <a:lnTo>
                        <a:pt x="1218" y="116"/>
                      </a:lnTo>
                      <a:lnTo>
                        <a:pt x="1219" y="116"/>
                      </a:lnTo>
                      <a:lnTo>
                        <a:pt x="1221" y="116"/>
                      </a:lnTo>
                      <a:lnTo>
                        <a:pt x="1222" y="116"/>
                      </a:lnTo>
                      <a:lnTo>
                        <a:pt x="1224" y="116"/>
                      </a:lnTo>
                      <a:lnTo>
                        <a:pt x="1225" y="116"/>
                      </a:lnTo>
                      <a:lnTo>
                        <a:pt x="1226" y="116"/>
                      </a:lnTo>
                      <a:lnTo>
                        <a:pt x="1228" y="116"/>
                      </a:lnTo>
                      <a:lnTo>
                        <a:pt x="1229" y="116"/>
                      </a:lnTo>
                      <a:lnTo>
                        <a:pt x="1231" y="116"/>
                      </a:lnTo>
                      <a:lnTo>
                        <a:pt x="1232" y="116"/>
                      </a:lnTo>
                      <a:lnTo>
                        <a:pt x="1234" y="116"/>
                      </a:lnTo>
                      <a:lnTo>
                        <a:pt x="1235" y="116"/>
                      </a:lnTo>
                      <a:lnTo>
                        <a:pt x="1237" y="116"/>
                      </a:lnTo>
                      <a:lnTo>
                        <a:pt x="1238" y="116"/>
                      </a:lnTo>
                      <a:lnTo>
                        <a:pt x="1239" y="116"/>
                      </a:lnTo>
                      <a:lnTo>
                        <a:pt x="1241" y="116"/>
                      </a:lnTo>
                      <a:lnTo>
                        <a:pt x="1242" y="116"/>
                      </a:lnTo>
                      <a:lnTo>
                        <a:pt x="1244" y="116"/>
                      </a:lnTo>
                      <a:lnTo>
                        <a:pt x="1245" y="116"/>
                      </a:lnTo>
                      <a:lnTo>
                        <a:pt x="1247" y="116"/>
                      </a:lnTo>
                      <a:lnTo>
                        <a:pt x="1248" y="116"/>
                      </a:lnTo>
                      <a:lnTo>
                        <a:pt x="1250" y="116"/>
                      </a:lnTo>
                      <a:lnTo>
                        <a:pt x="1251" y="116"/>
                      </a:lnTo>
                      <a:lnTo>
                        <a:pt x="1253" y="116"/>
                      </a:lnTo>
                      <a:lnTo>
                        <a:pt x="1254" y="116"/>
                      </a:lnTo>
                      <a:lnTo>
                        <a:pt x="1255" y="116"/>
                      </a:lnTo>
                      <a:lnTo>
                        <a:pt x="1257" y="116"/>
                      </a:lnTo>
                      <a:lnTo>
                        <a:pt x="1258" y="116"/>
                      </a:lnTo>
                      <a:lnTo>
                        <a:pt x="1260" y="116"/>
                      </a:lnTo>
                      <a:lnTo>
                        <a:pt x="1261" y="116"/>
                      </a:lnTo>
                      <a:lnTo>
                        <a:pt x="1263" y="116"/>
                      </a:lnTo>
                      <a:lnTo>
                        <a:pt x="1264" y="116"/>
                      </a:lnTo>
                      <a:lnTo>
                        <a:pt x="1266" y="116"/>
                      </a:lnTo>
                      <a:lnTo>
                        <a:pt x="1267" y="116"/>
                      </a:lnTo>
                      <a:lnTo>
                        <a:pt x="1268" y="116"/>
                      </a:lnTo>
                      <a:lnTo>
                        <a:pt x="1270" y="116"/>
                      </a:lnTo>
                      <a:lnTo>
                        <a:pt x="1271" y="116"/>
                      </a:lnTo>
                      <a:lnTo>
                        <a:pt x="1273" y="116"/>
                      </a:lnTo>
                      <a:lnTo>
                        <a:pt x="1274" y="116"/>
                      </a:lnTo>
                      <a:lnTo>
                        <a:pt x="1276" y="115"/>
                      </a:lnTo>
                      <a:lnTo>
                        <a:pt x="1277" y="115"/>
                      </a:lnTo>
                      <a:lnTo>
                        <a:pt x="1279" y="115"/>
                      </a:lnTo>
                      <a:lnTo>
                        <a:pt x="1280" y="115"/>
                      </a:lnTo>
                      <a:lnTo>
                        <a:pt x="1282" y="115"/>
                      </a:lnTo>
                      <a:lnTo>
                        <a:pt x="1283" y="115"/>
                      </a:lnTo>
                      <a:lnTo>
                        <a:pt x="1284" y="115"/>
                      </a:lnTo>
                      <a:lnTo>
                        <a:pt x="1286" y="115"/>
                      </a:lnTo>
                      <a:lnTo>
                        <a:pt x="1287" y="115"/>
                      </a:lnTo>
                      <a:lnTo>
                        <a:pt x="1289" y="115"/>
                      </a:lnTo>
                      <a:lnTo>
                        <a:pt x="1290" y="115"/>
                      </a:lnTo>
                      <a:lnTo>
                        <a:pt x="1292" y="115"/>
                      </a:lnTo>
                      <a:lnTo>
                        <a:pt x="1293" y="115"/>
                      </a:lnTo>
                      <a:lnTo>
                        <a:pt x="1295" y="115"/>
                      </a:lnTo>
                      <a:lnTo>
                        <a:pt x="1296" y="115"/>
                      </a:lnTo>
                      <a:lnTo>
                        <a:pt x="1297" y="115"/>
                      </a:lnTo>
                      <a:lnTo>
                        <a:pt x="1299" y="115"/>
                      </a:lnTo>
                      <a:lnTo>
                        <a:pt x="1300" y="115"/>
                      </a:lnTo>
                      <a:lnTo>
                        <a:pt x="1302" y="115"/>
                      </a:lnTo>
                      <a:lnTo>
                        <a:pt x="1303" y="115"/>
                      </a:lnTo>
                      <a:lnTo>
                        <a:pt x="1305" y="115"/>
                      </a:lnTo>
                      <a:lnTo>
                        <a:pt x="1306" y="115"/>
                      </a:lnTo>
                      <a:lnTo>
                        <a:pt x="1308" y="115"/>
                      </a:lnTo>
                      <a:lnTo>
                        <a:pt x="1309" y="115"/>
                      </a:lnTo>
                      <a:lnTo>
                        <a:pt x="1311" y="115"/>
                      </a:lnTo>
                      <a:lnTo>
                        <a:pt x="1312" y="115"/>
                      </a:lnTo>
                      <a:lnTo>
                        <a:pt x="1313" y="115"/>
                      </a:lnTo>
                      <a:lnTo>
                        <a:pt x="1315" y="115"/>
                      </a:lnTo>
                      <a:lnTo>
                        <a:pt x="1316" y="115"/>
                      </a:lnTo>
                      <a:lnTo>
                        <a:pt x="1318" y="115"/>
                      </a:lnTo>
                      <a:lnTo>
                        <a:pt x="1319" y="115"/>
                      </a:lnTo>
                      <a:lnTo>
                        <a:pt x="1321" y="115"/>
                      </a:lnTo>
                      <a:lnTo>
                        <a:pt x="1322" y="115"/>
                      </a:lnTo>
                      <a:lnTo>
                        <a:pt x="1324" y="115"/>
                      </a:lnTo>
                      <a:lnTo>
                        <a:pt x="1325" y="115"/>
                      </a:lnTo>
                      <a:lnTo>
                        <a:pt x="1326" y="115"/>
                      </a:lnTo>
                      <a:lnTo>
                        <a:pt x="1328" y="115"/>
                      </a:lnTo>
                      <a:lnTo>
                        <a:pt x="1329" y="115"/>
                      </a:lnTo>
                      <a:lnTo>
                        <a:pt x="1331" y="114"/>
                      </a:lnTo>
                      <a:lnTo>
                        <a:pt x="1332" y="114"/>
                      </a:lnTo>
                      <a:lnTo>
                        <a:pt x="1334" y="114"/>
                      </a:lnTo>
                      <a:lnTo>
                        <a:pt x="1335" y="114"/>
                      </a:lnTo>
                      <a:lnTo>
                        <a:pt x="1337" y="114"/>
                      </a:lnTo>
                      <a:lnTo>
                        <a:pt x="1338" y="114"/>
                      </a:lnTo>
                      <a:lnTo>
                        <a:pt x="1340" y="114"/>
                      </a:lnTo>
                      <a:lnTo>
                        <a:pt x="1341" y="114"/>
                      </a:lnTo>
                      <a:lnTo>
                        <a:pt x="1342" y="114"/>
                      </a:lnTo>
                      <a:lnTo>
                        <a:pt x="1344" y="114"/>
                      </a:lnTo>
                      <a:lnTo>
                        <a:pt x="1345" y="114"/>
                      </a:lnTo>
                      <a:lnTo>
                        <a:pt x="1347" y="114"/>
                      </a:lnTo>
                      <a:lnTo>
                        <a:pt x="1348" y="114"/>
                      </a:lnTo>
                      <a:lnTo>
                        <a:pt x="1350" y="114"/>
                      </a:lnTo>
                      <a:lnTo>
                        <a:pt x="1351" y="114"/>
                      </a:lnTo>
                      <a:lnTo>
                        <a:pt x="1353" y="114"/>
                      </a:lnTo>
                      <a:lnTo>
                        <a:pt x="1354" y="114"/>
                      </a:lnTo>
                      <a:lnTo>
                        <a:pt x="1355" y="114"/>
                      </a:lnTo>
                      <a:lnTo>
                        <a:pt x="1357" y="114"/>
                      </a:lnTo>
                    </a:path>
                  </a:pathLst>
                </a:custGeom>
                <a:noFill/>
                <a:ln cap="flat" cmpd="sng" w="25400">
                  <a:solidFill>
                    <a:srgbClr val="8B008B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1" name="Google Shape;1031;p19"/>
                <p:cNvSpPr/>
                <p:nvPr/>
              </p:nvSpPr>
              <p:spPr>
                <a:xfrm flipH="1" rot="10800000">
                  <a:off x="3179763" y="2870201"/>
                  <a:ext cx="3584575" cy="485775"/>
                </a:xfrm>
                <a:custGeom>
                  <a:rect b="b" l="l" r="r" t="t"/>
                  <a:pathLst>
                    <a:path extrusionOk="0" h="220" w="1357">
                      <a:moveTo>
                        <a:pt x="0" y="56"/>
                      </a:moveTo>
                      <a:lnTo>
                        <a:pt x="1" y="56"/>
                      </a:lnTo>
                      <a:lnTo>
                        <a:pt x="3" y="56"/>
                      </a:lnTo>
                      <a:lnTo>
                        <a:pt x="4" y="56"/>
                      </a:lnTo>
                      <a:lnTo>
                        <a:pt x="6" y="56"/>
                      </a:lnTo>
                      <a:lnTo>
                        <a:pt x="7" y="56"/>
                      </a:lnTo>
                      <a:lnTo>
                        <a:pt x="8" y="56"/>
                      </a:lnTo>
                      <a:lnTo>
                        <a:pt x="10" y="56"/>
                      </a:lnTo>
                      <a:lnTo>
                        <a:pt x="11" y="57"/>
                      </a:lnTo>
                      <a:lnTo>
                        <a:pt x="13" y="56"/>
                      </a:lnTo>
                      <a:lnTo>
                        <a:pt x="14" y="56"/>
                      </a:lnTo>
                      <a:lnTo>
                        <a:pt x="16" y="56"/>
                      </a:lnTo>
                      <a:lnTo>
                        <a:pt x="17" y="56"/>
                      </a:lnTo>
                      <a:lnTo>
                        <a:pt x="19" y="56"/>
                      </a:lnTo>
                      <a:lnTo>
                        <a:pt x="20" y="56"/>
                      </a:lnTo>
                      <a:lnTo>
                        <a:pt x="21" y="56"/>
                      </a:lnTo>
                      <a:lnTo>
                        <a:pt x="23" y="56"/>
                      </a:lnTo>
                      <a:lnTo>
                        <a:pt x="24" y="56"/>
                      </a:lnTo>
                      <a:lnTo>
                        <a:pt x="26" y="56"/>
                      </a:lnTo>
                      <a:lnTo>
                        <a:pt x="27" y="56"/>
                      </a:lnTo>
                      <a:lnTo>
                        <a:pt x="29" y="56"/>
                      </a:lnTo>
                      <a:lnTo>
                        <a:pt x="30" y="56"/>
                      </a:lnTo>
                      <a:lnTo>
                        <a:pt x="32" y="56"/>
                      </a:lnTo>
                      <a:lnTo>
                        <a:pt x="33" y="56"/>
                      </a:lnTo>
                      <a:lnTo>
                        <a:pt x="35" y="56"/>
                      </a:lnTo>
                      <a:lnTo>
                        <a:pt x="36" y="56"/>
                      </a:lnTo>
                      <a:lnTo>
                        <a:pt x="37" y="56"/>
                      </a:lnTo>
                      <a:lnTo>
                        <a:pt x="39" y="56"/>
                      </a:lnTo>
                      <a:lnTo>
                        <a:pt x="40" y="56"/>
                      </a:lnTo>
                      <a:lnTo>
                        <a:pt x="42" y="56"/>
                      </a:lnTo>
                      <a:lnTo>
                        <a:pt x="43" y="56"/>
                      </a:lnTo>
                      <a:lnTo>
                        <a:pt x="45" y="56"/>
                      </a:lnTo>
                      <a:lnTo>
                        <a:pt x="46" y="56"/>
                      </a:lnTo>
                      <a:lnTo>
                        <a:pt x="48" y="56"/>
                      </a:lnTo>
                      <a:lnTo>
                        <a:pt x="49" y="56"/>
                      </a:lnTo>
                      <a:lnTo>
                        <a:pt x="50" y="56"/>
                      </a:lnTo>
                      <a:lnTo>
                        <a:pt x="52" y="57"/>
                      </a:lnTo>
                      <a:lnTo>
                        <a:pt x="53" y="57"/>
                      </a:lnTo>
                      <a:lnTo>
                        <a:pt x="55" y="57"/>
                      </a:lnTo>
                      <a:lnTo>
                        <a:pt x="56" y="57"/>
                      </a:lnTo>
                      <a:lnTo>
                        <a:pt x="58" y="57"/>
                      </a:lnTo>
                      <a:lnTo>
                        <a:pt x="59" y="57"/>
                      </a:lnTo>
                      <a:lnTo>
                        <a:pt x="61" y="56"/>
                      </a:lnTo>
                      <a:lnTo>
                        <a:pt x="62" y="56"/>
                      </a:lnTo>
                      <a:lnTo>
                        <a:pt x="64" y="56"/>
                      </a:lnTo>
                      <a:lnTo>
                        <a:pt x="65" y="56"/>
                      </a:lnTo>
                      <a:lnTo>
                        <a:pt x="66" y="56"/>
                      </a:lnTo>
                      <a:lnTo>
                        <a:pt x="68" y="57"/>
                      </a:lnTo>
                      <a:lnTo>
                        <a:pt x="69" y="57"/>
                      </a:lnTo>
                      <a:lnTo>
                        <a:pt x="71" y="57"/>
                      </a:lnTo>
                      <a:lnTo>
                        <a:pt x="72" y="57"/>
                      </a:lnTo>
                      <a:lnTo>
                        <a:pt x="74" y="57"/>
                      </a:lnTo>
                      <a:lnTo>
                        <a:pt x="75" y="57"/>
                      </a:lnTo>
                      <a:lnTo>
                        <a:pt x="77" y="57"/>
                      </a:lnTo>
                      <a:lnTo>
                        <a:pt x="78" y="57"/>
                      </a:lnTo>
                      <a:lnTo>
                        <a:pt x="79" y="57"/>
                      </a:lnTo>
                      <a:lnTo>
                        <a:pt x="81" y="57"/>
                      </a:lnTo>
                      <a:lnTo>
                        <a:pt x="82" y="57"/>
                      </a:lnTo>
                      <a:lnTo>
                        <a:pt x="84" y="57"/>
                      </a:lnTo>
                      <a:lnTo>
                        <a:pt x="85" y="57"/>
                      </a:lnTo>
                      <a:lnTo>
                        <a:pt x="87" y="57"/>
                      </a:lnTo>
                      <a:lnTo>
                        <a:pt x="88" y="57"/>
                      </a:lnTo>
                      <a:lnTo>
                        <a:pt x="90" y="57"/>
                      </a:lnTo>
                      <a:lnTo>
                        <a:pt x="91" y="57"/>
                      </a:lnTo>
                      <a:lnTo>
                        <a:pt x="93" y="57"/>
                      </a:lnTo>
                      <a:lnTo>
                        <a:pt x="94" y="57"/>
                      </a:lnTo>
                      <a:lnTo>
                        <a:pt x="95" y="57"/>
                      </a:lnTo>
                      <a:lnTo>
                        <a:pt x="97" y="57"/>
                      </a:lnTo>
                      <a:lnTo>
                        <a:pt x="98" y="57"/>
                      </a:lnTo>
                      <a:lnTo>
                        <a:pt x="100" y="57"/>
                      </a:lnTo>
                      <a:lnTo>
                        <a:pt x="101" y="57"/>
                      </a:lnTo>
                      <a:lnTo>
                        <a:pt x="103" y="57"/>
                      </a:lnTo>
                      <a:lnTo>
                        <a:pt x="104" y="56"/>
                      </a:lnTo>
                      <a:lnTo>
                        <a:pt x="106" y="56"/>
                      </a:lnTo>
                      <a:lnTo>
                        <a:pt x="107" y="57"/>
                      </a:lnTo>
                      <a:lnTo>
                        <a:pt x="108" y="56"/>
                      </a:lnTo>
                      <a:lnTo>
                        <a:pt x="110" y="56"/>
                      </a:lnTo>
                      <a:lnTo>
                        <a:pt x="111" y="57"/>
                      </a:lnTo>
                      <a:lnTo>
                        <a:pt x="113" y="52"/>
                      </a:lnTo>
                      <a:lnTo>
                        <a:pt x="114" y="52"/>
                      </a:lnTo>
                      <a:lnTo>
                        <a:pt x="116" y="50"/>
                      </a:lnTo>
                      <a:lnTo>
                        <a:pt x="117" y="48"/>
                      </a:lnTo>
                      <a:lnTo>
                        <a:pt x="119" y="46"/>
                      </a:lnTo>
                      <a:lnTo>
                        <a:pt x="120" y="43"/>
                      </a:lnTo>
                      <a:lnTo>
                        <a:pt x="122" y="41"/>
                      </a:lnTo>
                      <a:lnTo>
                        <a:pt x="123" y="39"/>
                      </a:lnTo>
                      <a:lnTo>
                        <a:pt x="124" y="37"/>
                      </a:lnTo>
                      <a:lnTo>
                        <a:pt x="126" y="35"/>
                      </a:lnTo>
                      <a:lnTo>
                        <a:pt x="127" y="33"/>
                      </a:lnTo>
                      <a:lnTo>
                        <a:pt x="129" y="31"/>
                      </a:lnTo>
                      <a:lnTo>
                        <a:pt x="130" y="29"/>
                      </a:lnTo>
                      <a:lnTo>
                        <a:pt x="132" y="27"/>
                      </a:lnTo>
                      <a:lnTo>
                        <a:pt x="133" y="25"/>
                      </a:lnTo>
                      <a:lnTo>
                        <a:pt x="135" y="23"/>
                      </a:lnTo>
                      <a:lnTo>
                        <a:pt x="136" y="22"/>
                      </a:lnTo>
                      <a:lnTo>
                        <a:pt x="137" y="20"/>
                      </a:lnTo>
                      <a:lnTo>
                        <a:pt x="139" y="18"/>
                      </a:lnTo>
                      <a:lnTo>
                        <a:pt x="140" y="17"/>
                      </a:lnTo>
                      <a:lnTo>
                        <a:pt x="142" y="15"/>
                      </a:lnTo>
                      <a:lnTo>
                        <a:pt x="143" y="14"/>
                      </a:lnTo>
                      <a:lnTo>
                        <a:pt x="145" y="13"/>
                      </a:lnTo>
                      <a:lnTo>
                        <a:pt x="146" y="12"/>
                      </a:lnTo>
                      <a:lnTo>
                        <a:pt x="148" y="10"/>
                      </a:lnTo>
                      <a:lnTo>
                        <a:pt x="149" y="9"/>
                      </a:lnTo>
                      <a:lnTo>
                        <a:pt x="151" y="8"/>
                      </a:lnTo>
                      <a:lnTo>
                        <a:pt x="152" y="7"/>
                      </a:lnTo>
                      <a:lnTo>
                        <a:pt x="153" y="6"/>
                      </a:lnTo>
                      <a:lnTo>
                        <a:pt x="155" y="5"/>
                      </a:lnTo>
                      <a:lnTo>
                        <a:pt x="156" y="4"/>
                      </a:lnTo>
                      <a:lnTo>
                        <a:pt x="158" y="3"/>
                      </a:lnTo>
                      <a:lnTo>
                        <a:pt x="159" y="3"/>
                      </a:lnTo>
                      <a:lnTo>
                        <a:pt x="161" y="2"/>
                      </a:lnTo>
                      <a:lnTo>
                        <a:pt x="162" y="2"/>
                      </a:lnTo>
                      <a:lnTo>
                        <a:pt x="164" y="1"/>
                      </a:lnTo>
                      <a:lnTo>
                        <a:pt x="165" y="1"/>
                      </a:lnTo>
                      <a:lnTo>
                        <a:pt x="166" y="1"/>
                      </a:lnTo>
                      <a:lnTo>
                        <a:pt x="168" y="0"/>
                      </a:lnTo>
                      <a:lnTo>
                        <a:pt x="169" y="0"/>
                      </a:lnTo>
                      <a:lnTo>
                        <a:pt x="171" y="0"/>
                      </a:lnTo>
                      <a:lnTo>
                        <a:pt x="172" y="0"/>
                      </a:lnTo>
                      <a:lnTo>
                        <a:pt x="174" y="1"/>
                      </a:lnTo>
                      <a:lnTo>
                        <a:pt x="175" y="1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80" y="2"/>
                      </a:lnTo>
                      <a:lnTo>
                        <a:pt x="181" y="2"/>
                      </a:lnTo>
                      <a:lnTo>
                        <a:pt x="182" y="3"/>
                      </a:lnTo>
                      <a:lnTo>
                        <a:pt x="184" y="3"/>
                      </a:lnTo>
                      <a:lnTo>
                        <a:pt x="185" y="4"/>
                      </a:lnTo>
                      <a:lnTo>
                        <a:pt x="187" y="5"/>
                      </a:lnTo>
                      <a:lnTo>
                        <a:pt x="188" y="5"/>
                      </a:lnTo>
                      <a:lnTo>
                        <a:pt x="190" y="6"/>
                      </a:lnTo>
                      <a:lnTo>
                        <a:pt x="191" y="7"/>
                      </a:lnTo>
                      <a:lnTo>
                        <a:pt x="193" y="8"/>
                      </a:lnTo>
                      <a:lnTo>
                        <a:pt x="194" y="9"/>
                      </a:lnTo>
                      <a:lnTo>
                        <a:pt x="195" y="10"/>
                      </a:lnTo>
                      <a:lnTo>
                        <a:pt x="197" y="11"/>
                      </a:lnTo>
                      <a:lnTo>
                        <a:pt x="198" y="13"/>
                      </a:lnTo>
                      <a:lnTo>
                        <a:pt x="200" y="14"/>
                      </a:lnTo>
                      <a:lnTo>
                        <a:pt x="201" y="15"/>
                      </a:lnTo>
                      <a:lnTo>
                        <a:pt x="203" y="17"/>
                      </a:lnTo>
                      <a:lnTo>
                        <a:pt x="204" y="18"/>
                      </a:lnTo>
                      <a:lnTo>
                        <a:pt x="206" y="20"/>
                      </a:lnTo>
                      <a:lnTo>
                        <a:pt x="207" y="22"/>
                      </a:lnTo>
                      <a:lnTo>
                        <a:pt x="209" y="24"/>
                      </a:lnTo>
                      <a:lnTo>
                        <a:pt x="210" y="25"/>
                      </a:lnTo>
                      <a:lnTo>
                        <a:pt x="211" y="27"/>
                      </a:lnTo>
                      <a:lnTo>
                        <a:pt x="213" y="29"/>
                      </a:lnTo>
                      <a:lnTo>
                        <a:pt x="214" y="30"/>
                      </a:lnTo>
                      <a:lnTo>
                        <a:pt x="216" y="32"/>
                      </a:lnTo>
                      <a:lnTo>
                        <a:pt x="217" y="34"/>
                      </a:lnTo>
                      <a:lnTo>
                        <a:pt x="219" y="36"/>
                      </a:lnTo>
                      <a:lnTo>
                        <a:pt x="220" y="38"/>
                      </a:lnTo>
                      <a:lnTo>
                        <a:pt x="222" y="40"/>
                      </a:lnTo>
                      <a:lnTo>
                        <a:pt x="223" y="42"/>
                      </a:lnTo>
                      <a:lnTo>
                        <a:pt x="224" y="44"/>
                      </a:lnTo>
                      <a:lnTo>
                        <a:pt x="226" y="46"/>
                      </a:lnTo>
                      <a:lnTo>
                        <a:pt x="227" y="48"/>
                      </a:lnTo>
                      <a:lnTo>
                        <a:pt x="229" y="51"/>
                      </a:lnTo>
                      <a:lnTo>
                        <a:pt x="230" y="53"/>
                      </a:lnTo>
                      <a:lnTo>
                        <a:pt x="232" y="55"/>
                      </a:lnTo>
                      <a:lnTo>
                        <a:pt x="233" y="58"/>
                      </a:lnTo>
                      <a:lnTo>
                        <a:pt x="235" y="60"/>
                      </a:lnTo>
                      <a:lnTo>
                        <a:pt x="236" y="62"/>
                      </a:lnTo>
                      <a:lnTo>
                        <a:pt x="238" y="64"/>
                      </a:lnTo>
                      <a:lnTo>
                        <a:pt x="239" y="66"/>
                      </a:lnTo>
                      <a:lnTo>
                        <a:pt x="240" y="68"/>
                      </a:lnTo>
                      <a:lnTo>
                        <a:pt x="242" y="71"/>
                      </a:lnTo>
                      <a:lnTo>
                        <a:pt x="243" y="73"/>
                      </a:lnTo>
                      <a:lnTo>
                        <a:pt x="245" y="76"/>
                      </a:lnTo>
                      <a:lnTo>
                        <a:pt x="246" y="78"/>
                      </a:lnTo>
                      <a:lnTo>
                        <a:pt x="248" y="80"/>
                      </a:lnTo>
                      <a:lnTo>
                        <a:pt x="249" y="82"/>
                      </a:lnTo>
                      <a:lnTo>
                        <a:pt x="251" y="85"/>
                      </a:lnTo>
                      <a:lnTo>
                        <a:pt x="252" y="87"/>
                      </a:lnTo>
                      <a:lnTo>
                        <a:pt x="253" y="90"/>
                      </a:lnTo>
                      <a:lnTo>
                        <a:pt x="255" y="92"/>
                      </a:lnTo>
                      <a:lnTo>
                        <a:pt x="256" y="94"/>
                      </a:lnTo>
                      <a:lnTo>
                        <a:pt x="258" y="97"/>
                      </a:lnTo>
                      <a:lnTo>
                        <a:pt x="259" y="99"/>
                      </a:lnTo>
                      <a:lnTo>
                        <a:pt x="261" y="101"/>
                      </a:lnTo>
                      <a:lnTo>
                        <a:pt x="262" y="103"/>
                      </a:lnTo>
                      <a:lnTo>
                        <a:pt x="264" y="106"/>
                      </a:lnTo>
                      <a:lnTo>
                        <a:pt x="265" y="108"/>
                      </a:lnTo>
                      <a:lnTo>
                        <a:pt x="267" y="110"/>
                      </a:lnTo>
                      <a:lnTo>
                        <a:pt x="268" y="112"/>
                      </a:lnTo>
                      <a:lnTo>
                        <a:pt x="269" y="114"/>
                      </a:lnTo>
                      <a:lnTo>
                        <a:pt x="271" y="116"/>
                      </a:lnTo>
                      <a:lnTo>
                        <a:pt x="272" y="119"/>
                      </a:lnTo>
                      <a:lnTo>
                        <a:pt x="274" y="121"/>
                      </a:lnTo>
                      <a:lnTo>
                        <a:pt x="275" y="123"/>
                      </a:lnTo>
                      <a:lnTo>
                        <a:pt x="277" y="125"/>
                      </a:lnTo>
                      <a:lnTo>
                        <a:pt x="278" y="127"/>
                      </a:lnTo>
                      <a:lnTo>
                        <a:pt x="280" y="129"/>
                      </a:lnTo>
                      <a:lnTo>
                        <a:pt x="281" y="131"/>
                      </a:lnTo>
                      <a:lnTo>
                        <a:pt x="282" y="133"/>
                      </a:lnTo>
                      <a:lnTo>
                        <a:pt x="284" y="135"/>
                      </a:lnTo>
                      <a:lnTo>
                        <a:pt x="285" y="137"/>
                      </a:lnTo>
                      <a:lnTo>
                        <a:pt x="287" y="138"/>
                      </a:lnTo>
                      <a:lnTo>
                        <a:pt x="288" y="140"/>
                      </a:lnTo>
                      <a:lnTo>
                        <a:pt x="290" y="142"/>
                      </a:lnTo>
                      <a:lnTo>
                        <a:pt x="291" y="143"/>
                      </a:lnTo>
                      <a:lnTo>
                        <a:pt x="293" y="145"/>
                      </a:lnTo>
                      <a:lnTo>
                        <a:pt x="294" y="146"/>
                      </a:lnTo>
                      <a:lnTo>
                        <a:pt x="296" y="148"/>
                      </a:lnTo>
                      <a:lnTo>
                        <a:pt x="297" y="149"/>
                      </a:lnTo>
                      <a:lnTo>
                        <a:pt x="298" y="151"/>
                      </a:lnTo>
                      <a:lnTo>
                        <a:pt x="300" y="152"/>
                      </a:lnTo>
                      <a:lnTo>
                        <a:pt x="301" y="154"/>
                      </a:lnTo>
                      <a:lnTo>
                        <a:pt x="303" y="155"/>
                      </a:lnTo>
                      <a:lnTo>
                        <a:pt x="304" y="157"/>
                      </a:lnTo>
                      <a:lnTo>
                        <a:pt x="306" y="158"/>
                      </a:lnTo>
                      <a:lnTo>
                        <a:pt x="307" y="159"/>
                      </a:lnTo>
                      <a:lnTo>
                        <a:pt x="309" y="161"/>
                      </a:lnTo>
                      <a:lnTo>
                        <a:pt x="310" y="162"/>
                      </a:lnTo>
                      <a:lnTo>
                        <a:pt x="311" y="163"/>
                      </a:lnTo>
                      <a:lnTo>
                        <a:pt x="313" y="164"/>
                      </a:lnTo>
                      <a:lnTo>
                        <a:pt x="314" y="165"/>
                      </a:lnTo>
                      <a:lnTo>
                        <a:pt x="316" y="167"/>
                      </a:lnTo>
                      <a:lnTo>
                        <a:pt x="317" y="168"/>
                      </a:lnTo>
                      <a:lnTo>
                        <a:pt x="319" y="169"/>
                      </a:lnTo>
                      <a:lnTo>
                        <a:pt x="320" y="169"/>
                      </a:lnTo>
                      <a:lnTo>
                        <a:pt x="322" y="170"/>
                      </a:lnTo>
                      <a:lnTo>
                        <a:pt x="323" y="171"/>
                      </a:lnTo>
                      <a:lnTo>
                        <a:pt x="325" y="172"/>
                      </a:lnTo>
                      <a:lnTo>
                        <a:pt x="326" y="173"/>
                      </a:lnTo>
                      <a:lnTo>
                        <a:pt x="327" y="174"/>
                      </a:lnTo>
                      <a:lnTo>
                        <a:pt x="329" y="175"/>
                      </a:lnTo>
                      <a:lnTo>
                        <a:pt x="330" y="176"/>
                      </a:lnTo>
                      <a:lnTo>
                        <a:pt x="332" y="177"/>
                      </a:lnTo>
                      <a:lnTo>
                        <a:pt x="333" y="177"/>
                      </a:lnTo>
                      <a:lnTo>
                        <a:pt x="335" y="178"/>
                      </a:lnTo>
                      <a:lnTo>
                        <a:pt x="336" y="179"/>
                      </a:lnTo>
                      <a:lnTo>
                        <a:pt x="338" y="180"/>
                      </a:lnTo>
                      <a:lnTo>
                        <a:pt x="339" y="180"/>
                      </a:lnTo>
                      <a:lnTo>
                        <a:pt x="340" y="181"/>
                      </a:lnTo>
                      <a:lnTo>
                        <a:pt x="342" y="182"/>
                      </a:lnTo>
                      <a:lnTo>
                        <a:pt x="343" y="182"/>
                      </a:lnTo>
                      <a:lnTo>
                        <a:pt x="345" y="183"/>
                      </a:lnTo>
                      <a:lnTo>
                        <a:pt x="346" y="184"/>
                      </a:lnTo>
                      <a:lnTo>
                        <a:pt x="348" y="184"/>
                      </a:lnTo>
                      <a:lnTo>
                        <a:pt x="349" y="185"/>
                      </a:lnTo>
                      <a:lnTo>
                        <a:pt x="351" y="186"/>
                      </a:lnTo>
                      <a:lnTo>
                        <a:pt x="352" y="186"/>
                      </a:lnTo>
                      <a:lnTo>
                        <a:pt x="354" y="187"/>
                      </a:lnTo>
                      <a:lnTo>
                        <a:pt x="355" y="187"/>
                      </a:lnTo>
                      <a:lnTo>
                        <a:pt x="356" y="187"/>
                      </a:lnTo>
                      <a:lnTo>
                        <a:pt x="358" y="188"/>
                      </a:lnTo>
                      <a:lnTo>
                        <a:pt x="359" y="188"/>
                      </a:lnTo>
                      <a:lnTo>
                        <a:pt x="361" y="189"/>
                      </a:lnTo>
                      <a:lnTo>
                        <a:pt x="362" y="189"/>
                      </a:lnTo>
                      <a:lnTo>
                        <a:pt x="364" y="190"/>
                      </a:lnTo>
                      <a:lnTo>
                        <a:pt x="365" y="190"/>
                      </a:lnTo>
                      <a:lnTo>
                        <a:pt x="367" y="191"/>
                      </a:lnTo>
                      <a:lnTo>
                        <a:pt x="368" y="191"/>
                      </a:lnTo>
                      <a:lnTo>
                        <a:pt x="369" y="192"/>
                      </a:lnTo>
                      <a:lnTo>
                        <a:pt x="371" y="192"/>
                      </a:lnTo>
                      <a:lnTo>
                        <a:pt x="372" y="192"/>
                      </a:lnTo>
                      <a:lnTo>
                        <a:pt x="374" y="193"/>
                      </a:lnTo>
                      <a:lnTo>
                        <a:pt x="375" y="193"/>
                      </a:lnTo>
                      <a:lnTo>
                        <a:pt x="377" y="193"/>
                      </a:lnTo>
                      <a:lnTo>
                        <a:pt x="378" y="194"/>
                      </a:lnTo>
                      <a:lnTo>
                        <a:pt x="380" y="194"/>
                      </a:lnTo>
                      <a:lnTo>
                        <a:pt x="381" y="194"/>
                      </a:lnTo>
                      <a:lnTo>
                        <a:pt x="383" y="194"/>
                      </a:lnTo>
                      <a:lnTo>
                        <a:pt x="384" y="195"/>
                      </a:lnTo>
                      <a:lnTo>
                        <a:pt x="385" y="195"/>
                      </a:lnTo>
                      <a:lnTo>
                        <a:pt x="387" y="195"/>
                      </a:lnTo>
                      <a:lnTo>
                        <a:pt x="388" y="195"/>
                      </a:lnTo>
                      <a:lnTo>
                        <a:pt x="390" y="196"/>
                      </a:lnTo>
                      <a:lnTo>
                        <a:pt x="391" y="196"/>
                      </a:lnTo>
                      <a:lnTo>
                        <a:pt x="393" y="196"/>
                      </a:lnTo>
                      <a:lnTo>
                        <a:pt x="394" y="197"/>
                      </a:lnTo>
                      <a:lnTo>
                        <a:pt x="396" y="197"/>
                      </a:lnTo>
                      <a:lnTo>
                        <a:pt x="397" y="197"/>
                      </a:lnTo>
                      <a:lnTo>
                        <a:pt x="398" y="198"/>
                      </a:lnTo>
                      <a:lnTo>
                        <a:pt x="400" y="198"/>
                      </a:lnTo>
                      <a:lnTo>
                        <a:pt x="401" y="193"/>
                      </a:lnTo>
                      <a:lnTo>
                        <a:pt x="403" y="198"/>
                      </a:lnTo>
                      <a:lnTo>
                        <a:pt x="404" y="198"/>
                      </a:lnTo>
                      <a:lnTo>
                        <a:pt x="406" y="198"/>
                      </a:lnTo>
                      <a:lnTo>
                        <a:pt x="407" y="198"/>
                      </a:lnTo>
                      <a:lnTo>
                        <a:pt x="409" y="199"/>
                      </a:lnTo>
                      <a:lnTo>
                        <a:pt x="410" y="199"/>
                      </a:lnTo>
                      <a:lnTo>
                        <a:pt x="412" y="199"/>
                      </a:lnTo>
                      <a:lnTo>
                        <a:pt x="413" y="200"/>
                      </a:lnTo>
                      <a:lnTo>
                        <a:pt x="414" y="200"/>
                      </a:lnTo>
                      <a:lnTo>
                        <a:pt x="416" y="200"/>
                      </a:lnTo>
                      <a:lnTo>
                        <a:pt x="417" y="201"/>
                      </a:lnTo>
                      <a:lnTo>
                        <a:pt x="419" y="201"/>
                      </a:lnTo>
                      <a:lnTo>
                        <a:pt x="420" y="201"/>
                      </a:lnTo>
                      <a:lnTo>
                        <a:pt x="422" y="202"/>
                      </a:lnTo>
                      <a:lnTo>
                        <a:pt x="423" y="202"/>
                      </a:lnTo>
                      <a:lnTo>
                        <a:pt x="425" y="202"/>
                      </a:lnTo>
                      <a:lnTo>
                        <a:pt x="426" y="202"/>
                      </a:lnTo>
                      <a:lnTo>
                        <a:pt x="427" y="202"/>
                      </a:lnTo>
                      <a:lnTo>
                        <a:pt x="429" y="203"/>
                      </a:lnTo>
                      <a:lnTo>
                        <a:pt x="430" y="203"/>
                      </a:lnTo>
                      <a:lnTo>
                        <a:pt x="432" y="203"/>
                      </a:lnTo>
                      <a:lnTo>
                        <a:pt x="433" y="203"/>
                      </a:lnTo>
                      <a:lnTo>
                        <a:pt x="435" y="203"/>
                      </a:lnTo>
                      <a:lnTo>
                        <a:pt x="436" y="204"/>
                      </a:lnTo>
                      <a:lnTo>
                        <a:pt x="438" y="204"/>
                      </a:lnTo>
                      <a:lnTo>
                        <a:pt x="439" y="204"/>
                      </a:lnTo>
                      <a:lnTo>
                        <a:pt x="441" y="205"/>
                      </a:lnTo>
                      <a:lnTo>
                        <a:pt x="442" y="205"/>
                      </a:lnTo>
                      <a:lnTo>
                        <a:pt x="443" y="205"/>
                      </a:lnTo>
                      <a:lnTo>
                        <a:pt x="445" y="205"/>
                      </a:lnTo>
                      <a:lnTo>
                        <a:pt x="446" y="205"/>
                      </a:lnTo>
                      <a:lnTo>
                        <a:pt x="448" y="206"/>
                      </a:lnTo>
                      <a:lnTo>
                        <a:pt x="449" y="206"/>
                      </a:lnTo>
                      <a:lnTo>
                        <a:pt x="451" y="206"/>
                      </a:lnTo>
                      <a:lnTo>
                        <a:pt x="452" y="206"/>
                      </a:lnTo>
                      <a:lnTo>
                        <a:pt x="454" y="206"/>
                      </a:lnTo>
                      <a:lnTo>
                        <a:pt x="455" y="206"/>
                      </a:lnTo>
                      <a:lnTo>
                        <a:pt x="456" y="207"/>
                      </a:lnTo>
                      <a:lnTo>
                        <a:pt x="458" y="207"/>
                      </a:lnTo>
                      <a:lnTo>
                        <a:pt x="459" y="207"/>
                      </a:lnTo>
                      <a:lnTo>
                        <a:pt x="461" y="207"/>
                      </a:lnTo>
                      <a:lnTo>
                        <a:pt x="462" y="208"/>
                      </a:lnTo>
                      <a:lnTo>
                        <a:pt x="464" y="208"/>
                      </a:lnTo>
                      <a:lnTo>
                        <a:pt x="465" y="208"/>
                      </a:lnTo>
                      <a:lnTo>
                        <a:pt x="467" y="208"/>
                      </a:lnTo>
                      <a:lnTo>
                        <a:pt x="468" y="208"/>
                      </a:lnTo>
                      <a:lnTo>
                        <a:pt x="470" y="208"/>
                      </a:lnTo>
                      <a:lnTo>
                        <a:pt x="471" y="209"/>
                      </a:lnTo>
                      <a:lnTo>
                        <a:pt x="472" y="209"/>
                      </a:lnTo>
                      <a:lnTo>
                        <a:pt x="474" y="209"/>
                      </a:lnTo>
                      <a:lnTo>
                        <a:pt x="475" y="209"/>
                      </a:lnTo>
                      <a:lnTo>
                        <a:pt x="477" y="209"/>
                      </a:lnTo>
                      <a:lnTo>
                        <a:pt x="478" y="210"/>
                      </a:lnTo>
                      <a:lnTo>
                        <a:pt x="480" y="210"/>
                      </a:lnTo>
                      <a:lnTo>
                        <a:pt x="481" y="210"/>
                      </a:lnTo>
                      <a:lnTo>
                        <a:pt x="483" y="210"/>
                      </a:lnTo>
                      <a:lnTo>
                        <a:pt x="484" y="210"/>
                      </a:lnTo>
                      <a:lnTo>
                        <a:pt x="485" y="210"/>
                      </a:lnTo>
                      <a:lnTo>
                        <a:pt x="487" y="210"/>
                      </a:lnTo>
                      <a:lnTo>
                        <a:pt x="488" y="211"/>
                      </a:lnTo>
                      <a:lnTo>
                        <a:pt x="490" y="211"/>
                      </a:lnTo>
                      <a:lnTo>
                        <a:pt x="491" y="211"/>
                      </a:lnTo>
                      <a:lnTo>
                        <a:pt x="493" y="211"/>
                      </a:lnTo>
                      <a:lnTo>
                        <a:pt x="494" y="211"/>
                      </a:lnTo>
                      <a:lnTo>
                        <a:pt x="496" y="211"/>
                      </a:lnTo>
                      <a:lnTo>
                        <a:pt x="497" y="211"/>
                      </a:lnTo>
                      <a:lnTo>
                        <a:pt x="499" y="212"/>
                      </a:lnTo>
                      <a:lnTo>
                        <a:pt x="500" y="212"/>
                      </a:lnTo>
                      <a:lnTo>
                        <a:pt x="501" y="212"/>
                      </a:lnTo>
                      <a:lnTo>
                        <a:pt x="503" y="212"/>
                      </a:lnTo>
                      <a:lnTo>
                        <a:pt x="504" y="212"/>
                      </a:lnTo>
                      <a:lnTo>
                        <a:pt x="506" y="212"/>
                      </a:lnTo>
                      <a:lnTo>
                        <a:pt x="507" y="212"/>
                      </a:lnTo>
                      <a:lnTo>
                        <a:pt x="509" y="212"/>
                      </a:lnTo>
                      <a:lnTo>
                        <a:pt x="510" y="212"/>
                      </a:lnTo>
                      <a:lnTo>
                        <a:pt x="512" y="213"/>
                      </a:lnTo>
                      <a:lnTo>
                        <a:pt x="513" y="213"/>
                      </a:lnTo>
                      <a:lnTo>
                        <a:pt x="514" y="213"/>
                      </a:lnTo>
                      <a:lnTo>
                        <a:pt x="516" y="213"/>
                      </a:lnTo>
                      <a:lnTo>
                        <a:pt x="517" y="213"/>
                      </a:lnTo>
                      <a:lnTo>
                        <a:pt x="519" y="213"/>
                      </a:lnTo>
                      <a:lnTo>
                        <a:pt x="520" y="213"/>
                      </a:lnTo>
                      <a:lnTo>
                        <a:pt x="522" y="213"/>
                      </a:lnTo>
                      <a:lnTo>
                        <a:pt x="523" y="213"/>
                      </a:lnTo>
                      <a:lnTo>
                        <a:pt x="525" y="214"/>
                      </a:lnTo>
                      <a:lnTo>
                        <a:pt x="526" y="214"/>
                      </a:lnTo>
                      <a:lnTo>
                        <a:pt x="528" y="214"/>
                      </a:lnTo>
                      <a:lnTo>
                        <a:pt x="529" y="214"/>
                      </a:lnTo>
                      <a:lnTo>
                        <a:pt x="530" y="214"/>
                      </a:lnTo>
                      <a:lnTo>
                        <a:pt x="532" y="214"/>
                      </a:lnTo>
                      <a:lnTo>
                        <a:pt x="533" y="214"/>
                      </a:lnTo>
                      <a:lnTo>
                        <a:pt x="535" y="214"/>
                      </a:lnTo>
                      <a:lnTo>
                        <a:pt x="536" y="214"/>
                      </a:lnTo>
                      <a:lnTo>
                        <a:pt x="538" y="214"/>
                      </a:lnTo>
                      <a:lnTo>
                        <a:pt x="539" y="214"/>
                      </a:lnTo>
                      <a:lnTo>
                        <a:pt x="541" y="215"/>
                      </a:lnTo>
                      <a:lnTo>
                        <a:pt x="542" y="215"/>
                      </a:lnTo>
                      <a:lnTo>
                        <a:pt x="543" y="215"/>
                      </a:lnTo>
                      <a:lnTo>
                        <a:pt x="545" y="215"/>
                      </a:lnTo>
                      <a:lnTo>
                        <a:pt x="546" y="215"/>
                      </a:lnTo>
                      <a:lnTo>
                        <a:pt x="548" y="215"/>
                      </a:lnTo>
                      <a:lnTo>
                        <a:pt x="549" y="215"/>
                      </a:lnTo>
                      <a:lnTo>
                        <a:pt x="551" y="215"/>
                      </a:lnTo>
                      <a:lnTo>
                        <a:pt x="552" y="216"/>
                      </a:lnTo>
                      <a:lnTo>
                        <a:pt x="554" y="216"/>
                      </a:lnTo>
                      <a:lnTo>
                        <a:pt x="555" y="216"/>
                      </a:lnTo>
                      <a:lnTo>
                        <a:pt x="557" y="216"/>
                      </a:lnTo>
                      <a:lnTo>
                        <a:pt x="558" y="216"/>
                      </a:lnTo>
                      <a:lnTo>
                        <a:pt x="559" y="216"/>
                      </a:lnTo>
                      <a:lnTo>
                        <a:pt x="561" y="216"/>
                      </a:lnTo>
                      <a:lnTo>
                        <a:pt x="562" y="216"/>
                      </a:lnTo>
                      <a:lnTo>
                        <a:pt x="564" y="216"/>
                      </a:lnTo>
                      <a:lnTo>
                        <a:pt x="565" y="216"/>
                      </a:lnTo>
                      <a:lnTo>
                        <a:pt x="567" y="216"/>
                      </a:lnTo>
                      <a:lnTo>
                        <a:pt x="568" y="216"/>
                      </a:lnTo>
                      <a:lnTo>
                        <a:pt x="570" y="216"/>
                      </a:lnTo>
                      <a:lnTo>
                        <a:pt x="571" y="217"/>
                      </a:lnTo>
                      <a:lnTo>
                        <a:pt x="572" y="217"/>
                      </a:lnTo>
                      <a:lnTo>
                        <a:pt x="574" y="217"/>
                      </a:lnTo>
                      <a:lnTo>
                        <a:pt x="575" y="217"/>
                      </a:lnTo>
                      <a:lnTo>
                        <a:pt x="577" y="217"/>
                      </a:lnTo>
                      <a:lnTo>
                        <a:pt x="578" y="217"/>
                      </a:lnTo>
                      <a:lnTo>
                        <a:pt x="580" y="217"/>
                      </a:lnTo>
                      <a:lnTo>
                        <a:pt x="581" y="217"/>
                      </a:lnTo>
                      <a:lnTo>
                        <a:pt x="583" y="217"/>
                      </a:lnTo>
                      <a:lnTo>
                        <a:pt x="584" y="217"/>
                      </a:lnTo>
                      <a:lnTo>
                        <a:pt x="586" y="217"/>
                      </a:lnTo>
                      <a:lnTo>
                        <a:pt x="587" y="217"/>
                      </a:lnTo>
                      <a:lnTo>
                        <a:pt x="588" y="217"/>
                      </a:lnTo>
                      <a:lnTo>
                        <a:pt x="590" y="217"/>
                      </a:lnTo>
                      <a:lnTo>
                        <a:pt x="591" y="217"/>
                      </a:lnTo>
                      <a:lnTo>
                        <a:pt x="593" y="217"/>
                      </a:lnTo>
                      <a:lnTo>
                        <a:pt x="594" y="217"/>
                      </a:lnTo>
                      <a:lnTo>
                        <a:pt x="596" y="217"/>
                      </a:lnTo>
                      <a:lnTo>
                        <a:pt x="597" y="218"/>
                      </a:lnTo>
                      <a:lnTo>
                        <a:pt x="599" y="218"/>
                      </a:lnTo>
                      <a:lnTo>
                        <a:pt x="600" y="218"/>
                      </a:lnTo>
                      <a:lnTo>
                        <a:pt x="601" y="218"/>
                      </a:lnTo>
                      <a:lnTo>
                        <a:pt x="603" y="218"/>
                      </a:lnTo>
                      <a:lnTo>
                        <a:pt x="604" y="218"/>
                      </a:lnTo>
                      <a:lnTo>
                        <a:pt x="606" y="218"/>
                      </a:lnTo>
                      <a:lnTo>
                        <a:pt x="607" y="218"/>
                      </a:lnTo>
                      <a:lnTo>
                        <a:pt x="609" y="218"/>
                      </a:lnTo>
                      <a:lnTo>
                        <a:pt x="610" y="218"/>
                      </a:lnTo>
                      <a:lnTo>
                        <a:pt x="612" y="218"/>
                      </a:lnTo>
                      <a:lnTo>
                        <a:pt x="613" y="218"/>
                      </a:lnTo>
                      <a:lnTo>
                        <a:pt x="615" y="218"/>
                      </a:lnTo>
                      <a:lnTo>
                        <a:pt x="616" y="218"/>
                      </a:lnTo>
                      <a:lnTo>
                        <a:pt x="617" y="218"/>
                      </a:lnTo>
                      <a:lnTo>
                        <a:pt x="619" y="218"/>
                      </a:lnTo>
                      <a:lnTo>
                        <a:pt x="620" y="218"/>
                      </a:lnTo>
                      <a:lnTo>
                        <a:pt x="622" y="218"/>
                      </a:lnTo>
                      <a:lnTo>
                        <a:pt x="623" y="218"/>
                      </a:lnTo>
                      <a:lnTo>
                        <a:pt x="625" y="219"/>
                      </a:lnTo>
                      <a:lnTo>
                        <a:pt x="626" y="219"/>
                      </a:lnTo>
                      <a:lnTo>
                        <a:pt x="628" y="219"/>
                      </a:lnTo>
                      <a:lnTo>
                        <a:pt x="629" y="219"/>
                      </a:lnTo>
                      <a:lnTo>
                        <a:pt x="630" y="219"/>
                      </a:lnTo>
                      <a:lnTo>
                        <a:pt x="632" y="219"/>
                      </a:lnTo>
                      <a:lnTo>
                        <a:pt x="633" y="219"/>
                      </a:lnTo>
                      <a:lnTo>
                        <a:pt x="635" y="219"/>
                      </a:lnTo>
                      <a:lnTo>
                        <a:pt x="636" y="219"/>
                      </a:lnTo>
                      <a:lnTo>
                        <a:pt x="638" y="219"/>
                      </a:lnTo>
                      <a:lnTo>
                        <a:pt x="639" y="219"/>
                      </a:lnTo>
                      <a:lnTo>
                        <a:pt x="641" y="219"/>
                      </a:lnTo>
                      <a:lnTo>
                        <a:pt x="642" y="219"/>
                      </a:lnTo>
                      <a:lnTo>
                        <a:pt x="644" y="219"/>
                      </a:lnTo>
                      <a:lnTo>
                        <a:pt x="645" y="219"/>
                      </a:lnTo>
                      <a:lnTo>
                        <a:pt x="646" y="219"/>
                      </a:lnTo>
                      <a:lnTo>
                        <a:pt x="648" y="219"/>
                      </a:lnTo>
                      <a:lnTo>
                        <a:pt x="649" y="219"/>
                      </a:lnTo>
                      <a:lnTo>
                        <a:pt x="651" y="219"/>
                      </a:lnTo>
                      <a:lnTo>
                        <a:pt x="652" y="219"/>
                      </a:lnTo>
                      <a:lnTo>
                        <a:pt x="654" y="219"/>
                      </a:lnTo>
                      <a:lnTo>
                        <a:pt x="655" y="219"/>
                      </a:lnTo>
                      <a:lnTo>
                        <a:pt x="657" y="219"/>
                      </a:lnTo>
                      <a:lnTo>
                        <a:pt x="658" y="219"/>
                      </a:lnTo>
                      <a:lnTo>
                        <a:pt x="659" y="219"/>
                      </a:lnTo>
                      <a:lnTo>
                        <a:pt x="661" y="219"/>
                      </a:lnTo>
                      <a:lnTo>
                        <a:pt x="662" y="219"/>
                      </a:lnTo>
                      <a:lnTo>
                        <a:pt x="664" y="219"/>
                      </a:lnTo>
                      <a:lnTo>
                        <a:pt x="665" y="219"/>
                      </a:lnTo>
                      <a:lnTo>
                        <a:pt x="667" y="219"/>
                      </a:lnTo>
                      <a:lnTo>
                        <a:pt x="668" y="219"/>
                      </a:lnTo>
                      <a:lnTo>
                        <a:pt x="670" y="219"/>
                      </a:lnTo>
                      <a:lnTo>
                        <a:pt x="671" y="219"/>
                      </a:lnTo>
                      <a:lnTo>
                        <a:pt x="673" y="219"/>
                      </a:lnTo>
                      <a:lnTo>
                        <a:pt x="674" y="219"/>
                      </a:lnTo>
                      <a:lnTo>
                        <a:pt x="675" y="219"/>
                      </a:lnTo>
                      <a:lnTo>
                        <a:pt x="677" y="219"/>
                      </a:lnTo>
                      <a:lnTo>
                        <a:pt x="678" y="219"/>
                      </a:lnTo>
                      <a:lnTo>
                        <a:pt x="680" y="219"/>
                      </a:lnTo>
                      <a:lnTo>
                        <a:pt x="681" y="219"/>
                      </a:lnTo>
                      <a:lnTo>
                        <a:pt x="683" y="219"/>
                      </a:lnTo>
                      <a:lnTo>
                        <a:pt x="684" y="219"/>
                      </a:lnTo>
                      <a:lnTo>
                        <a:pt x="686" y="219"/>
                      </a:lnTo>
                      <a:lnTo>
                        <a:pt x="687" y="219"/>
                      </a:lnTo>
                      <a:lnTo>
                        <a:pt x="688" y="219"/>
                      </a:lnTo>
                      <a:lnTo>
                        <a:pt x="690" y="219"/>
                      </a:lnTo>
                      <a:lnTo>
                        <a:pt x="691" y="220"/>
                      </a:lnTo>
                      <a:lnTo>
                        <a:pt x="693" y="220"/>
                      </a:lnTo>
                      <a:lnTo>
                        <a:pt x="694" y="220"/>
                      </a:lnTo>
                      <a:lnTo>
                        <a:pt x="696" y="220"/>
                      </a:lnTo>
                      <a:lnTo>
                        <a:pt x="697" y="220"/>
                      </a:lnTo>
                      <a:lnTo>
                        <a:pt x="699" y="220"/>
                      </a:lnTo>
                      <a:lnTo>
                        <a:pt x="700" y="220"/>
                      </a:lnTo>
                      <a:lnTo>
                        <a:pt x="702" y="220"/>
                      </a:lnTo>
                      <a:lnTo>
                        <a:pt x="703" y="220"/>
                      </a:lnTo>
                      <a:lnTo>
                        <a:pt x="704" y="220"/>
                      </a:lnTo>
                      <a:lnTo>
                        <a:pt x="706" y="220"/>
                      </a:lnTo>
                      <a:lnTo>
                        <a:pt x="707" y="220"/>
                      </a:lnTo>
                      <a:lnTo>
                        <a:pt x="709" y="220"/>
                      </a:lnTo>
                      <a:lnTo>
                        <a:pt x="710" y="220"/>
                      </a:lnTo>
                      <a:lnTo>
                        <a:pt x="712" y="220"/>
                      </a:lnTo>
                      <a:lnTo>
                        <a:pt x="713" y="220"/>
                      </a:lnTo>
                      <a:lnTo>
                        <a:pt x="715" y="220"/>
                      </a:lnTo>
                      <a:lnTo>
                        <a:pt x="716" y="220"/>
                      </a:lnTo>
                      <a:lnTo>
                        <a:pt x="717" y="220"/>
                      </a:lnTo>
                      <a:lnTo>
                        <a:pt x="719" y="220"/>
                      </a:lnTo>
                      <a:lnTo>
                        <a:pt x="720" y="220"/>
                      </a:lnTo>
                      <a:lnTo>
                        <a:pt x="722" y="220"/>
                      </a:lnTo>
                      <a:lnTo>
                        <a:pt x="723" y="220"/>
                      </a:lnTo>
                      <a:lnTo>
                        <a:pt x="725" y="220"/>
                      </a:lnTo>
                      <a:lnTo>
                        <a:pt x="726" y="220"/>
                      </a:lnTo>
                      <a:lnTo>
                        <a:pt x="728" y="220"/>
                      </a:lnTo>
                      <a:lnTo>
                        <a:pt x="729" y="220"/>
                      </a:lnTo>
                      <a:lnTo>
                        <a:pt x="731" y="220"/>
                      </a:lnTo>
                      <a:lnTo>
                        <a:pt x="732" y="220"/>
                      </a:lnTo>
                      <a:lnTo>
                        <a:pt x="733" y="220"/>
                      </a:lnTo>
                      <a:lnTo>
                        <a:pt x="735" y="220"/>
                      </a:lnTo>
                      <a:lnTo>
                        <a:pt x="736" y="220"/>
                      </a:lnTo>
                      <a:lnTo>
                        <a:pt x="738" y="220"/>
                      </a:lnTo>
                      <a:lnTo>
                        <a:pt x="739" y="220"/>
                      </a:lnTo>
                      <a:lnTo>
                        <a:pt x="741" y="220"/>
                      </a:lnTo>
                      <a:lnTo>
                        <a:pt x="742" y="220"/>
                      </a:lnTo>
                      <a:lnTo>
                        <a:pt x="744" y="220"/>
                      </a:lnTo>
                      <a:lnTo>
                        <a:pt x="745" y="220"/>
                      </a:lnTo>
                      <a:lnTo>
                        <a:pt x="746" y="220"/>
                      </a:lnTo>
                      <a:lnTo>
                        <a:pt x="748" y="220"/>
                      </a:lnTo>
                      <a:lnTo>
                        <a:pt x="749" y="220"/>
                      </a:lnTo>
                      <a:lnTo>
                        <a:pt x="751" y="220"/>
                      </a:lnTo>
                      <a:lnTo>
                        <a:pt x="752" y="220"/>
                      </a:lnTo>
                      <a:lnTo>
                        <a:pt x="754" y="220"/>
                      </a:lnTo>
                      <a:lnTo>
                        <a:pt x="755" y="220"/>
                      </a:lnTo>
                      <a:lnTo>
                        <a:pt x="757" y="220"/>
                      </a:lnTo>
                      <a:lnTo>
                        <a:pt x="758" y="220"/>
                      </a:lnTo>
                      <a:lnTo>
                        <a:pt x="760" y="220"/>
                      </a:lnTo>
                      <a:lnTo>
                        <a:pt x="761" y="220"/>
                      </a:lnTo>
                      <a:lnTo>
                        <a:pt x="762" y="220"/>
                      </a:lnTo>
                      <a:lnTo>
                        <a:pt x="764" y="220"/>
                      </a:lnTo>
                      <a:lnTo>
                        <a:pt x="765" y="219"/>
                      </a:lnTo>
                      <a:lnTo>
                        <a:pt x="767" y="219"/>
                      </a:lnTo>
                      <a:lnTo>
                        <a:pt x="768" y="219"/>
                      </a:lnTo>
                      <a:lnTo>
                        <a:pt x="770" y="219"/>
                      </a:lnTo>
                      <a:lnTo>
                        <a:pt x="771" y="219"/>
                      </a:lnTo>
                      <a:lnTo>
                        <a:pt x="773" y="219"/>
                      </a:lnTo>
                      <a:lnTo>
                        <a:pt x="774" y="219"/>
                      </a:lnTo>
                      <a:lnTo>
                        <a:pt x="775" y="219"/>
                      </a:lnTo>
                      <a:lnTo>
                        <a:pt x="777" y="219"/>
                      </a:lnTo>
                      <a:lnTo>
                        <a:pt x="778" y="219"/>
                      </a:lnTo>
                      <a:lnTo>
                        <a:pt x="780" y="219"/>
                      </a:lnTo>
                      <a:lnTo>
                        <a:pt x="781" y="220"/>
                      </a:lnTo>
                      <a:lnTo>
                        <a:pt x="783" y="220"/>
                      </a:lnTo>
                      <a:lnTo>
                        <a:pt x="784" y="219"/>
                      </a:lnTo>
                      <a:lnTo>
                        <a:pt x="786" y="219"/>
                      </a:lnTo>
                      <a:lnTo>
                        <a:pt x="787" y="219"/>
                      </a:lnTo>
                      <a:lnTo>
                        <a:pt x="789" y="219"/>
                      </a:lnTo>
                      <a:lnTo>
                        <a:pt x="790" y="219"/>
                      </a:lnTo>
                      <a:lnTo>
                        <a:pt x="791" y="219"/>
                      </a:lnTo>
                      <a:lnTo>
                        <a:pt x="793" y="219"/>
                      </a:lnTo>
                      <a:lnTo>
                        <a:pt x="794" y="219"/>
                      </a:lnTo>
                      <a:lnTo>
                        <a:pt x="796" y="219"/>
                      </a:lnTo>
                      <a:lnTo>
                        <a:pt x="797" y="219"/>
                      </a:lnTo>
                      <a:lnTo>
                        <a:pt x="799" y="219"/>
                      </a:lnTo>
                      <a:lnTo>
                        <a:pt x="800" y="219"/>
                      </a:lnTo>
                      <a:lnTo>
                        <a:pt x="802" y="219"/>
                      </a:lnTo>
                      <a:lnTo>
                        <a:pt x="803" y="219"/>
                      </a:lnTo>
                      <a:lnTo>
                        <a:pt x="804" y="219"/>
                      </a:lnTo>
                      <a:lnTo>
                        <a:pt x="806" y="219"/>
                      </a:lnTo>
                      <a:lnTo>
                        <a:pt x="807" y="219"/>
                      </a:lnTo>
                      <a:lnTo>
                        <a:pt x="809" y="219"/>
                      </a:lnTo>
                      <a:lnTo>
                        <a:pt x="810" y="219"/>
                      </a:lnTo>
                      <a:lnTo>
                        <a:pt x="812" y="219"/>
                      </a:lnTo>
                      <a:lnTo>
                        <a:pt x="813" y="219"/>
                      </a:lnTo>
                      <a:lnTo>
                        <a:pt x="815" y="219"/>
                      </a:lnTo>
                      <a:lnTo>
                        <a:pt x="816" y="219"/>
                      </a:lnTo>
                      <a:lnTo>
                        <a:pt x="818" y="219"/>
                      </a:lnTo>
                      <a:lnTo>
                        <a:pt x="819" y="219"/>
                      </a:lnTo>
                      <a:lnTo>
                        <a:pt x="820" y="218"/>
                      </a:lnTo>
                      <a:lnTo>
                        <a:pt x="822" y="218"/>
                      </a:lnTo>
                      <a:lnTo>
                        <a:pt x="823" y="218"/>
                      </a:lnTo>
                      <a:lnTo>
                        <a:pt x="825" y="218"/>
                      </a:lnTo>
                      <a:lnTo>
                        <a:pt x="826" y="218"/>
                      </a:lnTo>
                      <a:lnTo>
                        <a:pt x="828" y="218"/>
                      </a:lnTo>
                      <a:lnTo>
                        <a:pt x="829" y="218"/>
                      </a:lnTo>
                      <a:lnTo>
                        <a:pt x="831" y="218"/>
                      </a:lnTo>
                      <a:lnTo>
                        <a:pt x="832" y="218"/>
                      </a:lnTo>
                      <a:lnTo>
                        <a:pt x="833" y="218"/>
                      </a:lnTo>
                      <a:lnTo>
                        <a:pt x="835" y="218"/>
                      </a:lnTo>
                      <a:lnTo>
                        <a:pt x="836" y="218"/>
                      </a:lnTo>
                      <a:lnTo>
                        <a:pt x="838" y="218"/>
                      </a:lnTo>
                      <a:lnTo>
                        <a:pt x="839" y="218"/>
                      </a:lnTo>
                      <a:lnTo>
                        <a:pt x="841" y="218"/>
                      </a:lnTo>
                      <a:lnTo>
                        <a:pt x="842" y="218"/>
                      </a:lnTo>
                      <a:lnTo>
                        <a:pt x="844" y="218"/>
                      </a:lnTo>
                      <a:lnTo>
                        <a:pt x="845" y="218"/>
                      </a:lnTo>
                      <a:lnTo>
                        <a:pt x="847" y="218"/>
                      </a:lnTo>
                      <a:lnTo>
                        <a:pt x="848" y="218"/>
                      </a:lnTo>
                      <a:lnTo>
                        <a:pt x="849" y="218"/>
                      </a:lnTo>
                      <a:lnTo>
                        <a:pt x="851" y="218"/>
                      </a:lnTo>
                      <a:lnTo>
                        <a:pt x="852" y="218"/>
                      </a:lnTo>
                      <a:lnTo>
                        <a:pt x="854" y="218"/>
                      </a:lnTo>
                      <a:lnTo>
                        <a:pt x="855" y="218"/>
                      </a:lnTo>
                      <a:lnTo>
                        <a:pt x="857" y="218"/>
                      </a:lnTo>
                      <a:lnTo>
                        <a:pt x="858" y="218"/>
                      </a:lnTo>
                      <a:lnTo>
                        <a:pt x="860" y="217"/>
                      </a:lnTo>
                      <a:lnTo>
                        <a:pt x="861" y="217"/>
                      </a:lnTo>
                      <a:lnTo>
                        <a:pt x="862" y="217"/>
                      </a:lnTo>
                      <a:lnTo>
                        <a:pt x="864" y="217"/>
                      </a:lnTo>
                      <a:lnTo>
                        <a:pt x="865" y="217"/>
                      </a:lnTo>
                      <a:lnTo>
                        <a:pt x="867" y="217"/>
                      </a:lnTo>
                      <a:lnTo>
                        <a:pt x="868" y="217"/>
                      </a:lnTo>
                      <a:lnTo>
                        <a:pt x="870" y="217"/>
                      </a:lnTo>
                      <a:lnTo>
                        <a:pt x="871" y="217"/>
                      </a:lnTo>
                      <a:lnTo>
                        <a:pt x="873" y="217"/>
                      </a:lnTo>
                      <a:lnTo>
                        <a:pt x="874" y="217"/>
                      </a:lnTo>
                      <a:lnTo>
                        <a:pt x="876" y="217"/>
                      </a:lnTo>
                      <a:lnTo>
                        <a:pt x="877" y="217"/>
                      </a:lnTo>
                      <a:lnTo>
                        <a:pt x="878" y="217"/>
                      </a:lnTo>
                      <a:lnTo>
                        <a:pt x="880" y="217"/>
                      </a:lnTo>
                      <a:lnTo>
                        <a:pt x="881" y="217"/>
                      </a:lnTo>
                      <a:lnTo>
                        <a:pt x="883" y="217"/>
                      </a:lnTo>
                      <a:lnTo>
                        <a:pt x="884" y="217"/>
                      </a:lnTo>
                      <a:lnTo>
                        <a:pt x="886" y="217"/>
                      </a:lnTo>
                      <a:lnTo>
                        <a:pt x="887" y="217"/>
                      </a:lnTo>
                      <a:lnTo>
                        <a:pt x="889" y="217"/>
                      </a:lnTo>
                      <a:lnTo>
                        <a:pt x="890" y="217"/>
                      </a:lnTo>
                      <a:lnTo>
                        <a:pt x="891" y="217"/>
                      </a:lnTo>
                      <a:lnTo>
                        <a:pt x="893" y="217"/>
                      </a:lnTo>
                      <a:lnTo>
                        <a:pt x="894" y="217"/>
                      </a:lnTo>
                      <a:lnTo>
                        <a:pt x="896" y="216"/>
                      </a:lnTo>
                      <a:lnTo>
                        <a:pt x="897" y="216"/>
                      </a:lnTo>
                      <a:lnTo>
                        <a:pt x="899" y="216"/>
                      </a:lnTo>
                      <a:lnTo>
                        <a:pt x="900" y="216"/>
                      </a:lnTo>
                      <a:lnTo>
                        <a:pt x="902" y="216"/>
                      </a:lnTo>
                      <a:lnTo>
                        <a:pt x="903" y="216"/>
                      </a:lnTo>
                      <a:lnTo>
                        <a:pt x="905" y="216"/>
                      </a:lnTo>
                      <a:lnTo>
                        <a:pt x="906" y="216"/>
                      </a:lnTo>
                      <a:lnTo>
                        <a:pt x="907" y="216"/>
                      </a:lnTo>
                      <a:lnTo>
                        <a:pt x="909" y="216"/>
                      </a:lnTo>
                      <a:lnTo>
                        <a:pt x="910" y="216"/>
                      </a:lnTo>
                      <a:lnTo>
                        <a:pt x="912" y="216"/>
                      </a:lnTo>
                      <a:lnTo>
                        <a:pt x="913" y="216"/>
                      </a:lnTo>
                      <a:lnTo>
                        <a:pt x="915" y="216"/>
                      </a:lnTo>
                      <a:lnTo>
                        <a:pt x="916" y="216"/>
                      </a:lnTo>
                      <a:lnTo>
                        <a:pt x="918" y="216"/>
                      </a:lnTo>
                      <a:lnTo>
                        <a:pt x="919" y="216"/>
                      </a:lnTo>
                      <a:lnTo>
                        <a:pt x="920" y="216"/>
                      </a:lnTo>
                      <a:lnTo>
                        <a:pt x="922" y="216"/>
                      </a:lnTo>
                      <a:lnTo>
                        <a:pt x="923" y="216"/>
                      </a:lnTo>
                      <a:lnTo>
                        <a:pt x="925" y="216"/>
                      </a:lnTo>
                      <a:lnTo>
                        <a:pt x="926" y="216"/>
                      </a:lnTo>
                      <a:lnTo>
                        <a:pt x="928" y="216"/>
                      </a:lnTo>
                      <a:lnTo>
                        <a:pt x="929" y="216"/>
                      </a:lnTo>
                      <a:lnTo>
                        <a:pt x="931" y="216"/>
                      </a:lnTo>
                      <a:lnTo>
                        <a:pt x="932" y="216"/>
                      </a:lnTo>
                      <a:lnTo>
                        <a:pt x="934" y="215"/>
                      </a:lnTo>
                      <a:lnTo>
                        <a:pt x="935" y="215"/>
                      </a:lnTo>
                      <a:lnTo>
                        <a:pt x="936" y="215"/>
                      </a:lnTo>
                      <a:lnTo>
                        <a:pt x="938" y="215"/>
                      </a:lnTo>
                      <a:lnTo>
                        <a:pt x="939" y="215"/>
                      </a:lnTo>
                      <a:lnTo>
                        <a:pt x="941" y="215"/>
                      </a:lnTo>
                      <a:lnTo>
                        <a:pt x="942" y="215"/>
                      </a:lnTo>
                      <a:lnTo>
                        <a:pt x="944" y="215"/>
                      </a:lnTo>
                      <a:lnTo>
                        <a:pt x="945" y="215"/>
                      </a:lnTo>
                      <a:lnTo>
                        <a:pt x="947" y="215"/>
                      </a:lnTo>
                      <a:lnTo>
                        <a:pt x="948" y="215"/>
                      </a:lnTo>
                      <a:lnTo>
                        <a:pt x="949" y="215"/>
                      </a:lnTo>
                      <a:lnTo>
                        <a:pt x="951" y="215"/>
                      </a:lnTo>
                      <a:lnTo>
                        <a:pt x="952" y="214"/>
                      </a:lnTo>
                      <a:lnTo>
                        <a:pt x="954" y="214"/>
                      </a:lnTo>
                      <a:lnTo>
                        <a:pt x="955" y="214"/>
                      </a:lnTo>
                      <a:lnTo>
                        <a:pt x="957" y="215"/>
                      </a:lnTo>
                      <a:lnTo>
                        <a:pt x="958" y="214"/>
                      </a:lnTo>
                      <a:lnTo>
                        <a:pt x="960" y="214"/>
                      </a:lnTo>
                      <a:lnTo>
                        <a:pt x="961" y="214"/>
                      </a:lnTo>
                      <a:lnTo>
                        <a:pt x="963" y="214"/>
                      </a:lnTo>
                      <a:lnTo>
                        <a:pt x="964" y="214"/>
                      </a:lnTo>
                      <a:lnTo>
                        <a:pt x="965" y="214"/>
                      </a:lnTo>
                      <a:lnTo>
                        <a:pt x="967" y="214"/>
                      </a:lnTo>
                      <a:lnTo>
                        <a:pt x="968" y="214"/>
                      </a:lnTo>
                      <a:lnTo>
                        <a:pt x="970" y="214"/>
                      </a:lnTo>
                      <a:lnTo>
                        <a:pt x="971" y="214"/>
                      </a:lnTo>
                      <a:lnTo>
                        <a:pt x="973" y="214"/>
                      </a:lnTo>
                      <a:lnTo>
                        <a:pt x="974" y="214"/>
                      </a:lnTo>
                      <a:lnTo>
                        <a:pt x="976" y="214"/>
                      </a:lnTo>
                      <a:lnTo>
                        <a:pt x="977" y="214"/>
                      </a:lnTo>
                      <a:lnTo>
                        <a:pt x="978" y="214"/>
                      </a:lnTo>
                      <a:lnTo>
                        <a:pt x="980" y="214"/>
                      </a:lnTo>
                      <a:lnTo>
                        <a:pt x="981" y="214"/>
                      </a:lnTo>
                      <a:lnTo>
                        <a:pt x="983" y="214"/>
                      </a:lnTo>
                      <a:lnTo>
                        <a:pt x="984" y="214"/>
                      </a:lnTo>
                      <a:lnTo>
                        <a:pt x="986" y="214"/>
                      </a:lnTo>
                      <a:lnTo>
                        <a:pt x="987" y="214"/>
                      </a:lnTo>
                      <a:lnTo>
                        <a:pt x="989" y="214"/>
                      </a:lnTo>
                      <a:lnTo>
                        <a:pt x="990" y="214"/>
                      </a:lnTo>
                      <a:lnTo>
                        <a:pt x="992" y="213"/>
                      </a:lnTo>
                      <a:lnTo>
                        <a:pt x="993" y="213"/>
                      </a:lnTo>
                      <a:lnTo>
                        <a:pt x="994" y="213"/>
                      </a:lnTo>
                      <a:lnTo>
                        <a:pt x="996" y="213"/>
                      </a:lnTo>
                      <a:lnTo>
                        <a:pt x="997" y="213"/>
                      </a:lnTo>
                      <a:lnTo>
                        <a:pt x="999" y="213"/>
                      </a:lnTo>
                      <a:lnTo>
                        <a:pt x="1000" y="213"/>
                      </a:lnTo>
                      <a:lnTo>
                        <a:pt x="1002" y="213"/>
                      </a:lnTo>
                      <a:lnTo>
                        <a:pt x="1003" y="213"/>
                      </a:lnTo>
                      <a:lnTo>
                        <a:pt x="1005" y="213"/>
                      </a:lnTo>
                      <a:lnTo>
                        <a:pt x="1006" y="213"/>
                      </a:lnTo>
                      <a:lnTo>
                        <a:pt x="1007" y="213"/>
                      </a:lnTo>
                      <a:lnTo>
                        <a:pt x="1009" y="213"/>
                      </a:lnTo>
                      <a:lnTo>
                        <a:pt x="1010" y="212"/>
                      </a:lnTo>
                      <a:lnTo>
                        <a:pt x="1012" y="212"/>
                      </a:lnTo>
                      <a:lnTo>
                        <a:pt x="1013" y="212"/>
                      </a:lnTo>
                      <a:lnTo>
                        <a:pt x="1015" y="212"/>
                      </a:lnTo>
                      <a:lnTo>
                        <a:pt x="1016" y="212"/>
                      </a:lnTo>
                      <a:lnTo>
                        <a:pt x="1018" y="212"/>
                      </a:lnTo>
                      <a:lnTo>
                        <a:pt x="1019" y="212"/>
                      </a:lnTo>
                      <a:lnTo>
                        <a:pt x="1021" y="212"/>
                      </a:lnTo>
                      <a:lnTo>
                        <a:pt x="1022" y="212"/>
                      </a:lnTo>
                      <a:lnTo>
                        <a:pt x="1023" y="212"/>
                      </a:lnTo>
                      <a:lnTo>
                        <a:pt x="1025" y="211"/>
                      </a:lnTo>
                      <a:lnTo>
                        <a:pt x="1026" y="211"/>
                      </a:lnTo>
                      <a:lnTo>
                        <a:pt x="1028" y="211"/>
                      </a:lnTo>
                      <a:lnTo>
                        <a:pt x="1029" y="211"/>
                      </a:lnTo>
                      <a:lnTo>
                        <a:pt x="1031" y="211"/>
                      </a:lnTo>
                      <a:lnTo>
                        <a:pt x="1032" y="211"/>
                      </a:lnTo>
                      <a:lnTo>
                        <a:pt x="1034" y="211"/>
                      </a:lnTo>
                      <a:lnTo>
                        <a:pt x="1035" y="211"/>
                      </a:lnTo>
                      <a:lnTo>
                        <a:pt x="1036" y="211"/>
                      </a:lnTo>
                      <a:lnTo>
                        <a:pt x="1038" y="211"/>
                      </a:lnTo>
                      <a:lnTo>
                        <a:pt x="1039" y="211"/>
                      </a:lnTo>
                      <a:lnTo>
                        <a:pt x="1041" y="211"/>
                      </a:lnTo>
                      <a:lnTo>
                        <a:pt x="1042" y="211"/>
                      </a:lnTo>
                      <a:lnTo>
                        <a:pt x="1044" y="211"/>
                      </a:lnTo>
                      <a:lnTo>
                        <a:pt x="1045" y="210"/>
                      </a:lnTo>
                      <a:lnTo>
                        <a:pt x="1047" y="210"/>
                      </a:lnTo>
                      <a:lnTo>
                        <a:pt x="1048" y="210"/>
                      </a:lnTo>
                      <a:lnTo>
                        <a:pt x="1050" y="210"/>
                      </a:lnTo>
                      <a:lnTo>
                        <a:pt x="1051" y="210"/>
                      </a:lnTo>
                      <a:lnTo>
                        <a:pt x="1052" y="210"/>
                      </a:lnTo>
                      <a:lnTo>
                        <a:pt x="1054" y="210"/>
                      </a:lnTo>
                      <a:lnTo>
                        <a:pt x="1055" y="210"/>
                      </a:lnTo>
                      <a:lnTo>
                        <a:pt x="1057" y="210"/>
                      </a:lnTo>
                      <a:lnTo>
                        <a:pt x="1058" y="210"/>
                      </a:lnTo>
                      <a:lnTo>
                        <a:pt x="1060" y="210"/>
                      </a:lnTo>
                      <a:lnTo>
                        <a:pt x="1061" y="210"/>
                      </a:lnTo>
                      <a:lnTo>
                        <a:pt x="1063" y="210"/>
                      </a:lnTo>
                      <a:lnTo>
                        <a:pt x="1064" y="210"/>
                      </a:lnTo>
                      <a:lnTo>
                        <a:pt x="1065" y="210"/>
                      </a:lnTo>
                      <a:lnTo>
                        <a:pt x="1067" y="210"/>
                      </a:lnTo>
                      <a:lnTo>
                        <a:pt x="1068" y="209"/>
                      </a:lnTo>
                      <a:lnTo>
                        <a:pt x="1070" y="209"/>
                      </a:lnTo>
                      <a:lnTo>
                        <a:pt x="1071" y="209"/>
                      </a:lnTo>
                      <a:lnTo>
                        <a:pt x="1073" y="209"/>
                      </a:lnTo>
                      <a:lnTo>
                        <a:pt x="1074" y="209"/>
                      </a:lnTo>
                      <a:lnTo>
                        <a:pt x="1076" y="209"/>
                      </a:lnTo>
                      <a:lnTo>
                        <a:pt x="1077" y="209"/>
                      </a:lnTo>
                      <a:lnTo>
                        <a:pt x="1079" y="209"/>
                      </a:lnTo>
                      <a:lnTo>
                        <a:pt x="1080" y="209"/>
                      </a:lnTo>
                      <a:lnTo>
                        <a:pt x="1081" y="209"/>
                      </a:lnTo>
                      <a:lnTo>
                        <a:pt x="1083" y="209"/>
                      </a:lnTo>
                      <a:lnTo>
                        <a:pt x="1084" y="208"/>
                      </a:lnTo>
                      <a:lnTo>
                        <a:pt x="1086" y="208"/>
                      </a:lnTo>
                      <a:lnTo>
                        <a:pt x="1087" y="208"/>
                      </a:lnTo>
                      <a:lnTo>
                        <a:pt x="1089" y="208"/>
                      </a:lnTo>
                      <a:lnTo>
                        <a:pt x="1090" y="208"/>
                      </a:lnTo>
                      <a:lnTo>
                        <a:pt x="1092" y="208"/>
                      </a:lnTo>
                      <a:lnTo>
                        <a:pt x="1093" y="208"/>
                      </a:lnTo>
                      <a:lnTo>
                        <a:pt x="1094" y="208"/>
                      </a:lnTo>
                      <a:lnTo>
                        <a:pt x="1096" y="208"/>
                      </a:lnTo>
                      <a:lnTo>
                        <a:pt x="1097" y="208"/>
                      </a:lnTo>
                      <a:lnTo>
                        <a:pt x="1099" y="208"/>
                      </a:lnTo>
                      <a:lnTo>
                        <a:pt x="1100" y="208"/>
                      </a:lnTo>
                      <a:lnTo>
                        <a:pt x="1102" y="207"/>
                      </a:lnTo>
                      <a:lnTo>
                        <a:pt x="1103" y="207"/>
                      </a:lnTo>
                      <a:lnTo>
                        <a:pt x="1105" y="207"/>
                      </a:lnTo>
                      <a:lnTo>
                        <a:pt x="1106" y="207"/>
                      </a:lnTo>
                      <a:lnTo>
                        <a:pt x="1108" y="207"/>
                      </a:lnTo>
                      <a:lnTo>
                        <a:pt x="1109" y="207"/>
                      </a:lnTo>
                      <a:lnTo>
                        <a:pt x="1110" y="207"/>
                      </a:lnTo>
                      <a:lnTo>
                        <a:pt x="1112" y="207"/>
                      </a:lnTo>
                      <a:lnTo>
                        <a:pt x="1113" y="207"/>
                      </a:lnTo>
                      <a:lnTo>
                        <a:pt x="1115" y="207"/>
                      </a:lnTo>
                      <a:lnTo>
                        <a:pt x="1116" y="207"/>
                      </a:lnTo>
                      <a:lnTo>
                        <a:pt x="1118" y="207"/>
                      </a:lnTo>
                      <a:lnTo>
                        <a:pt x="1119" y="207"/>
                      </a:lnTo>
                      <a:lnTo>
                        <a:pt x="1121" y="207"/>
                      </a:lnTo>
                      <a:lnTo>
                        <a:pt x="1122" y="207"/>
                      </a:lnTo>
                      <a:lnTo>
                        <a:pt x="1123" y="207"/>
                      </a:lnTo>
                      <a:lnTo>
                        <a:pt x="1125" y="206"/>
                      </a:lnTo>
                      <a:lnTo>
                        <a:pt x="1126" y="206"/>
                      </a:lnTo>
                      <a:lnTo>
                        <a:pt x="1128" y="206"/>
                      </a:lnTo>
                      <a:lnTo>
                        <a:pt x="1129" y="206"/>
                      </a:lnTo>
                      <a:lnTo>
                        <a:pt x="1131" y="206"/>
                      </a:lnTo>
                      <a:lnTo>
                        <a:pt x="1132" y="206"/>
                      </a:lnTo>
                      <a:lnTo>
                        <a:pt x="1134" y="206"/>
                      </a:lnTo>
                      <a:lnTo>
                        <a:pt x="1135" y="206"/>
                      </a:lnTo>
                      <a:lnTo>
                        <a:pt x="1137" y="206"/>
                      </a:lnTo>
                      <a:lnTo>
                        <a:pt x="1138" y="206"/>
                      </a:lnTo>
                      <a:lnTo>
                        <a:pt x="1139" y="206"/>
                      </a:lnTo>
                      <a:lnTo>
                        <a:pt x="1141" y="205"/>
                      </a:lnTo>
                      <a:lnTo>
                        <a:pt x="1142" y="205"/>
                      </a:lnTo>
                      <a:lnTo>
                        <a:pt x="1144" y="205"/>
                      </a:lnTo>
                      <a:lnTo>
                        <a:pt x="1145" y="205"/>
                      </a:lnTo>
                      <a:lnTo>
                        <a:pt x="1147" y="205"/>
                      </a:lnTo>
                      <a:lnTo>
                        <a:pt x="1148" y="205"/>
                      </a:lnTo>
                      <a:lnTo>
                        <a:pt x="1150" y="205"/>
                      </a:lnTo>
                      <a:lnTo>
                        <a:pt x="1151" y="205"/>
                      </a:lnTo>
                      <a:lnTo>
                        <a:pt x="1152" y="205"/>
                      </a:lnTo>
                      <a:lnTo>
                        <a:pt x="1154" y="205"/>
                      </a:lnTo>
                      <a:lnTo>
                        <a:pt x="1155" y="205"/>
                      </a:lnTo>
                      <a:lnTo>
                        <a:pt x="1157" y="205"/>
                      </a:lnTo>
                      <a:lnTo>
                        <a:pt x="1158" y="205"/>
                      </a:lnTo>
                      <a:lnTo>
                        <a:pt x="1160" y="205"/>
                      </a:lnTo>
                      <a:lnTo>
                        <a:pt x="1161" y="205"/>
                      </a:lnTo>
                      <a:lnTo>
                        <a:pt x="1163" y="205"/>
                      </a:lnTo>
                      <a:lnTo>
                        <a:pt x="1164" y="204"/>
                      </a:lnTo>
                      <a:lnTo>
                        <a:pt x="1166" y="204"/>
                      </a:lnTo>
                      <a:lnTo>
                        <a:pt x="1167" y="204"/>
                      </a:lnTo>
                      <a:lnTo>
                        <a:pt x="1168" y="204"/>
                      </a:lnTo>
                      <a:lnTo>
                        <a:pt x="1170" y="204"/>
                      </a:lnTo>
                      <a:lnTo>
                        <a:pt x="1171" y="204"/>
                      </a:lnTo>
                      <a:lnTo>
                        <a:pt x="1173" y="204"/>
                      </a:lnTo>
                      <a:lnTo>
                        <a:pt x="1174" y="204"/>
                      </a:lnTo>
                      <a:lnTo>
                        <a:pt x="1176" y="204"/>
                      </a:lnTo>
                      <a:lnTo>
                        <a:pt x="1177" y="204"/>
                      </a:lnTo>
                      <a:lnTo>
                        <a:pt x="1179" y="204"/>
                      </a:lnTo>
                      <a:lnTo>
                        <a:pt x="1180" y="204"/>
                      </a:lnTo>
                      <a:lnTo>
                        <a:pt x="1181" y="204"/>
                      </a:lnTo>
                      <a:lnTo>
                        <a:pt x="1183" y="204"/>
                      </a:lnTo>
                      <a:lnTo>
                        <a:pt x="1184" y="204"/>
                      </a:lnTo>
                      <a:lnTo>
                        <a:pt x="1186" y="204"/>
                      </a:lnTo>
                      <a:lnTo>
                        <a:pt x="1187" y="203"/>
                      </a:lnTo>
                      <a:lnTo>
                        <a:pt x="1189" y="203"/>
                      </a:lnTo>
                      <a:lnTo>
                        <a:pt x="1190" y="203"/>
                      </a:lnTo>
                      <a:lnTo>
                        <a:pt x="1192" y="203"/>
                      </a:lnTo>
                      <a:lnTo>
                        <a:pt x="1193" y="203"/>
                      </a:lnTo>
                      <a:lnTo>
                        <a:pt x="1195" y="203"/>
                      </a:lnTo>
                      <a:lnTo>
                        <a:pt x="1196" y="203"/>
                      </a:lnTo>
                      <a:lnTo>
                        <a:pt x="1197" y="203"/>
                      </a:lnTo>
                      <a:lnTo>
                        <a:pt x="1199" y="203"/>
                      </a:lnTo>
                      <a:lnTo>
                        <a:pt x="1200" y="203"/>
                      </a:lnTo>
                      <a:lnTo>
                        <a:pt x="1202" y="203"/>
                      </a:lnTo>
                      <a:lnTo>
                        <a:pt x="1203" y="203"/>
                      </a:lnTo>
                      <a:lnTo>
                        <a:pt x="1205" y="202"/>
                      </a:lnTo>
                      <a:lnTo>
                        <a:pt x="1206" y="202"/>
                      </a:lnTo>
                      <a:lnTo>
                        <a:pt x="1208" y="202"/>
                      </a:lnTo>
                      <a:lnTo>
                        <a:pt x="1209" y="202"/>
                      </a:lnTo>
                      <a:lnTo>
                        <a:pt x="1210" y="202"/>
                      </a:lnTo>
                      <a:lnTo>
                        <a:pt x="1212" y="202"/>
                      </a:lnTo>
                      <a:lnTo>
                        <a:pt x="1213" y="202"/>
                      </a:lnTo>
                      <a:lnTo>
                        <a:pt x="1215" y="202"/>
                      </a:lnTo>
                      <a:lnTo>
                        <a:pt x="1216" y="202"/>
                      </a:lnTo>
                      <a:lnTo>
                        <a:pt x="1218" y="202"/>
                      </a:lnTo>
                      <a:lnTo>
                        <a:pt x="1219" y="202"/>
                      </a:lnTo>
                      <a:lnTo>
                        <a:pt x="1221" y="201"/>
                      </a:lnTo>
                      <a:lnTo>
                        <a:pt x="1222" y="201"/>
                      </a:lnTo>
                      <a:lnTo>
                        <a:pt x="1224" y="201"/>
                      </a:lnTo>
                      <a:lnTo>
                        <a:pt x="1225" y="201"/>
                      </a:lnTo>
                      <a:lnTo>
                        <a:pt x="1226" y="201"/>
                      </a:lnTo>
                      <a:lnTo>
                        <a:pt x="1228" y="201"/>
                      </a:lnTo>
                      <a:lnTo>
                        <a:pt x="1229" y="201"/>
                      </a:lnTo>
                      <a:lnTo>
                        <a:pt x="1231" y="201"/>
                      </a:lnTo>
                      <a:lnTo>
                        <a:pt x="1232" y="201"/>
                      </a:lnTo>
                      <a:lnTo>
                        <a:pt x="1234" y="201"/>
                      </a:lnTo>
                      <a:lnTo>
                        <a:pt x="1235" y="201"/>
                      </a:lnTo>
                      <a:lnTo>
                        <a:pt x="1237" y="201"/>
                      </a:lnTo>
                      <a:lnTo>
                        <a:pt x="1238" y="201"/>
                      </a:lnTo>
                      <a:lnTo>
                        <a:pt x="1239" y="201"/>
                      </a:lnTo>
                      <a:lnTo>
                        <a:pt x="1241" y="200"/>
                      </a:lnTo>
                      <a:lnTo>
                        <a:pt x="1242" y="200"/>
                      </a:lnTo>
                      <a:lnTo>
                        <a:pt x="1244" y="200"/>
                      </a:lnTo>
                      <a:lnTo>
                        <a:pt x="1245" y="200"/>
                      </a:lnTo>
                      <a:lnTo>
                        <a:pt x="1247" y="200"/>
                      </a:lnTo>
                      <a:lnTo>
                        <a:pt x="1248" y="200"/>
                      </a:lnTo>
                      <a:lnTo>
                        <a:pt x="1250" y="200"/>
                      </a:lnTo>
                      <a:lnTo>
                        <a:pt x="1251" y="200"/>
                      </a:lnTo>
                      <a:lnTo>
                        <a:pt x="1253" y="200"/>
                      </a:lnTo>
                      <a:lnTo>
                        <a:pt x="1254" y="200"/>
                      </a:lnTo>
                      <a:lnTo>
                        <a:pt x="1255" y="200"/>
                      </a:lnTo>
                      <a:lnTo>
                        <a:pt x="1257" y="199"/>
                      </a:lnTo>
                      <a:lnTo>
                        <a:pt x="1258" y="199"/>
                      </a:lnTo>
                      <a:lnTo>
                        <a:pt x="1260" y="199"/>
                      </a:lnTo>
                      <a:lnTo>
                        <a:pt x="1261" y="199"/>
                      </a:lnTo>
                      <a:lnTo>
                        <a:pt x="1263" y="199"/>
                      </a:lnTo>
                      <a:lnTo>
                        <a:pt x="1264" y="199"/>
                      </a:lnTo>
                      <a:lnTo>
                        <a:pt x="1266" y="199"/>
                      </a:lnTo>
                      <a:lnTo>
                        <a:pt x="1267" y="199"/>
                      </a:lnTo>
                      <a:lnTo>
                        <a:pt x="1268" y="199"/>
                      </a:lnTo>
                      <a:lnTo>
                        <a:pt x="1270" y="199"/>
                      </a:lnTo>
                      <a:lnTo>
                        <a:pt x="1271" y="198"/>
                      </a:lnTo>
                      <a:lnTo>
                        <a:pt x="1273" y="198"/>
                      </a:lnTo>
                      <a:lnTo>
                        <a:pt x="1274" y="198"/>
                      </a:lnTo>
                      <a:lnTo>
                        <a:pt x="1276" y="198"/>
                      </a:lnTo>
                      <a:lnTo>
                        <a:pt x="1277" y="198"/>
                      </a:lnTo>
                      <a:lnTo>
                        <a:pt x="1279" y="198"/>
                      </a:lnTo>
                      <a:lnTo>
                        <a:pt x="1280" y="198"/>
                      </a:lnTo>
                      <a:lnTo>
                        <a:pt x="1282" y="198"/>
                      </a:lnTo>
                      <a:lnTo>
                        <a:pt x="1283" y="198"/>
                      </a:lnTo>
                      <a:lnTo>
                        <a:pt x="1284" y="198"/>
                      </a:lnTo>
                      <a:lnTo>
                        <a:pt x="1286" y="197"/>
                      </a:lnTo>
                      <a:lnTo>
                        <a:pt x="1287" y="197"/>
                      </a:lnTo>
                      <a:lnTo>
                        <a:pt x="1289" y="197"/>
                      </a:lnTo>
                      <a:lnTo>
                        <a:pt x="1290" y="197"/>
                      </a:lnTo>
                      <a:lnTo>
                        <a:pt x="1292" y="197"/>
                      </a:lnTo>
                      <a:lnTo>
                        <a:pt x="1293" y="197"/>
                      </a:lnTo>
                      <a:lnTo>
                        <a:pt x="1295" y="197"/>
                      </a:lnTo>
                      <a:lnTo>
                        <a:pt x="1296" y="197"/>
                      </a:lnTo>
                      <a:lnTo>
                        <a:pt x="1297" y="197"/>
                      </a:lnTo>
                      <a:lnTo>
                        <a:pt x="1299" y="197"/>
                      </a:lnTo>
                      <a:lnTo>
                        <a:pt x="1300" y="197"/>
                      </a:lnTo>
                      <a:lnTo>
                        <a:pt x="1302" y="196"/>
                      </a:lnTo>
                      <a:lnTo>
                        <a:pt x="1303" y="196"/>
                      </a:lnTo>
                      <a:lnTo>
                        <a:pt x="1305" y="196"/>
                      </a:lnTo>
                      <a:lnTo>
                        <a:pt x="1306" y="196"/>
                      </a:lnTo>
                      <a:lnTo>
                        <a:pt x="1308" y="196"/>
                      </a:lnTo>
                      <a:lnTo>
                        <a:pt x="1309" y="196"/>
                      </a:lnTo>
                      <a:lnTo>
                        <a:pt x="1311" y="196"/>
                      </a:lnTo>
                      <a:lnTo>
                        <a:pt x="1312" y="196"/>
                      </a:lnTo>
                      <a:lnTo>
                        <a:pt x="1313" y="196"/>
                      </a:lnTo>
                      <a:lnTo>
                        <a:pt x="1315" y="196"/>
                      </a:lnTo>
                      <a:lnTo>
                        <a:pt x="1316" y="196"/>
                      </a:lnTo>
                      <a:lnTo>
                        <a:pt x="1318" y="196"/>
                      </a:lnTo>
                      <a:lnTo>
                        <a:pt x="1319" y="196"/>
                      </a:lnTo>
                      <a:lnTo>
                        <a:pt x="1321" y="196"/>
                      </a:lnTo>
                      <a:lnTo>
                        <a:pt x="1322" y="195"/>
                      </a:lnTo>
                      <a:lnTo>
                        <a:pt x="1324" y="195"/>
                      </a:lnTo>
                      <a:lnTo>
                        <a:pt x="1325" y="195"/>
                      </a:lnTo>
                      <a:lnTo>
                        <a:pt x="1326" y="195"/>
                      </a:lnTo>
                      <a:lnTo>
                        <a:pt x="1328" y="195"/>
                      </a:lnTo>
                      <a:lnTo>
                        <a:pt x="1329" y="195"/>
                      </a:lnTo>
                      <a:lnTo>
                        <a:pt x="1331" y="195"/>
                      </a:lnTo>
                      <a:lnTo>
                        <a:pt x="1332" y="195"/>
                      </a:lnTo>
                      <a:lnTo>
                        <a:pt x="1334" y="195"/>
                      </a:lnTo>
                      <a:lnTo>
                        <a:pt x="1335" y="195"/>
                      </a:lnTo>
                      <a:lnTo>
                        <a:pt x="1337" y="195"/>
                      </a:lnTo>
                      <a:lnTo>
                        <a:pt x="1338" y="195"/>
                      </a:lnTo>
                      <a:lnTo>
                        <a:pt x="1340" y="195"/>
                      </a:lnTo>
                      <a:lnTo>
                        <a:pt x="1341" y="195"/>
                      </a:lnTo>
                      <a:lnTo>
                        <a:pt x="1342" y="194"/>
                      </a:lnTo>
                      <a:lnTo>
                        <a:pt x="1344" y="194"/>
                      </a:lnTo>
                      <a:lnTo>
                        <a:pt x="1345" y="194"/>
                      </a:lnTo>
                      <a:lnTo>
                        <a:pt x="1347" y="194"/>
                      </a:lnTo>
                      <a:lnTo>
                        <a:pt x="1348" y="194"/>
                      </a:lnTo>
                      <a:lnTo>
                        <a:pt x="1350" y="194"/>
                      </a:lnTo>
                      <a:lnTo>
                        <a:pt x="1351" y="194"/>
                      </a:lnTo>
                      <a:lnTo>
                        <a:pt x="1353" y="194"/>
                      </a:lnTo>
                      <a:lnTo>
                        <a:pt x="1354" y="194"/>
                      </a:lnTo>
                      <a:lnTo>
                        <a:pt x="1355" y="193"/>
                      </a:lnTo>
                      <a:lnTo>
                        <a:pt x="1357" y="193"/>
                      </a:lnTo>
                    </a:path>
                  </a:pathLst>
                </a:custGeom>
                <a:noFill/>
                <a:ln cap="flat" cmpd="sng" w="25400">
                  <a:solidFill>
                    <a:srgbClr val="32CD3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2" name="Google Shape;1032;p19"/>
                <p:cNvSpPr/>
                <p:nvPr/>
              </p:nvSpPr>
              <p:spPr>
                <a:xfrm flipH="1" rot="10800000">
                  <a:off x="3179763" y="2609851"/>
                  <a:ext cx="3584575" cy="757238"/>
                </a:xfrm>
                <a:custGeom>
                  <a:rect b="b" l="l" r="r" t="t"/>
                  <a:pathLst>
                    <a:path extrusionOk="0" h="343" w="1357">
                      <a:moveTo>
                        <a:pt x="0" y="62"/>
                      </a:moveTo>
                      <a:lnTo>
                        <a:pt x="1" y="62"/>
                      </a:lnTo>
                      <a:lnTo>
                        <a:pt x="3" y="62"/>
                      </a:lnTo>
                      <a:lnTo>
                        <a:pt x="4" y="62"/>
                      </a:lnTo>
                      <a:lnTo>
                        <a:pt x="6" y="62"/>
                      </a:lnTo>
                      <a:lnTo>
                        <a:pt x="7" y="62"/>
                      </a:lnTo>
                      <a:lnTo>
                        <a:pt x="8" y="62"/>
                      </a:lnTo>
                      <a:lnTo>
                        <a:pt x="10" y="62"/>
                      </a:lnTo>
                      <a:lnTo>
                        <a:pt x="11" y="62"/>
                      </a:lnTo>
                      <a:lnTo>
                        <a:pt x="13" y="62"/>
                      </a:lnTo>
                      <a:lnTo>
                        <a:pt x="14" y="62"/>
                      </a:lnTo>
                      <a:lnTo>
                        <a:pt x="16" y="62"/>
                      </a:lnTo>
                      <a:lnTo>
                        <a:pt x="17" y="62"/>
                      </a:lnTo>
                      <a:lnTo>
                        <a:pt x="19" y="62"/>
                      </a:lnTo>
                      <a:lnTo>
                        <a:pt x="20" y="62"/>
                      </a:lnTo>
                      <a:lnTo>
                        <a:pt x="21" y="62"/>
                      </a:lnTo>
                      <a:lnTo>
                        <a:pt x="23" y="62"/>
                      </a:lnTo>
                      <a:lnTo>
                        <a:pt x="24" y="62"/>
                      </a:lnTo>
                      <a:lnTo>
                        <a:pt x="26" y="62"/>
                      </a:lnTo>
                      <a:lnTo>
                        <a:pt x="27" y="62"/>
                      </a:lnTo>
                      <a:lnTo>
                        <a:pt x="29" y="62"/>
                      </a:lnTo>
                      <a:lnTo>
                        <a:pt x="30" y="62"/>
                      </a:lnTo>
                      <a:lnTo>
                        <a:pt x="32" y="62"/>
                      </a:lnTo>
                      <a:lnTo>
                        <a:pt x="33" y="62"/>
                      </a:lnTo>
                      <a:lnTo>
                        <a:pt x="35" y="62"/>
                      </a:lnTo>
                      <a:lnTo>
                        <a:pt x="36" y="62"/>
                      </a:lnTo>
                      <a:lnTo>
                        <a:pt x="37" y="62"/>
                      </a:lnTo>
                      <a:lnTo>
                        <a:pt x="39" y="62"/>
                      </a:lnTo>
                      <a:lnTo>
                        <a:pt x="40" y="62"/>
                      </a:lnTo>
                      <a:lnTo>
                        <a:pt x="42" y="62"/>
                      </a:lnTo>
                      <a:lnTo>
                        <a:pt x="43" y="62"/>
                      </a:lnTo>
                      <a:lnTo>
                        <a:pt x="45" y="62"/>
                      </a:lnTo>
                      <a:lnTo>
                        <a:pt x="46" y="62"/>
                      </a:lnTo>
                      <a:lnTo>
                        <a:pt x="48" y="62"/>
                      </a:lnTo>
                      <a:lnTo>
                        <a:pt x="49" y="62"/>
                      </a:lnTo>
                      <a:lnTo>
                        <a:pt x="50" y="62"/>
                      </a:lnTo>
                      <a:lnTo>
                        <a:pt x="52" y="62"/>
                      </a:lnTo>
                      <a:lnTo>
                        <a:pt x="53" y="62"/>
                      </a:lnTo>
                      <a:lnTo>
                        <a:pt x="55" y="62"/>
                      </a:lnTo>
                      <a:lnTo>
                        <a:pt x="56" y="62"/>
                      </a:lnTo>
                      <a:lnTo>
                        <a:pt x="58" y="62"/>
                      </a:lnTo>
                      <a:lnTo>
                        <a:pt x="59" y="62"/>
                      </a:lnTo>
                      <a:lnTo>
                        <a:pt x="61" y="62"/>
                      </a:lnTo>
                      <a:lnTo>
                        <a:pt x="62" y="62"/>
                      </a:lnTo>
                      <a:lnTo>
                        <a:pt x="64" y="62"/>
                      </a:lnTo>
                      <a:lnTo>
                        <a:pt x="65" y="62"/>
                      </a:lnTo>
                      <a:lnTo>
                        <a:pt x="66" y="62"/>
                      </a:lnTo>
                      <a:lnTo>
                        <a:pt x="68" y="62"/>
                      </a:lnTo>
                      <a:lnTo>
                        <a:pt x="69" y="62"/>
                      </a:lnTo>
                      <a:lnTo>
                        <a:pt x="71" y="62"/>
                      </a:lnTo>
                      <a:lnTo>
                        <a:pt x="72" y="62"/>
                      </a:lnTo>
                      <a:lnTo>
                        <a:pt x="74" y="62"/>
                      </a:lnTo>
                      <a:lnTo>
                        <a:pt x="75" y="62"/>
                      </a:lnTo>
                      <a:lnTo>
                        <a:pt x="77" y="62"/>
                      </a:lnTo>
                      <a:lnTo>
                        <a:pt x="78" y="62"/>
                      </a:lnTo>
                      <a:lnTo>
                        <a:pt x="79" y="62"/>
                      </a:lnTo>
                      <a:lnTo>
                        <a:pt x="81" y="62"/>
                      </a:lnTo>
                      <a:lnTo>
                        <a:pt x="82" y="62"/>
                      </a:lnTo>
                      <a:lnTo>
                        <a:pt x="84" y="62"/>
                      </a:lnTo>
                      <a:lnTo>
                        <a:pt x="85" y="62"/>
                      </a:lnTo>
                      <a:lnTo>
                        <a:pt x="87" y="62"/>
                      </a:lnTo>
                      <a:lnTo>
                        <a:pt x="88" y="62"/>
                      </a:lnTo>
                      <a:lnTo>
                        <a:pt x="90" y="62"/>
                      </a:lnTo>
                      <a:lnTo>
                        <a:pt x="91" y="62"/>
                      </a:lnTo>
                      <a:lnTo>
                        <a:pt x="93" y="62"/>
                      </a:lnTo>
                      <a:lnTo>
                        <a:pt x="94" y="62"/>
                      </a:lnTo>
                      <a:lnTo>
                        <a:pt x="95" y="62"/>
                      </a:lnTo>
                      <a:lnTo>
                        <a:pt x="97" y="62"/>
                      </a:lnTo>
                      <a:lnTo>
                        <a:pt x="98" y="62"/>
                      </a:lnTo>
                      <a:lnTo>
                        <a:pt x="100" y="62"/>
                      </a:lnTo>
                      <a:lnTo>
                        <a:pt x="101" y="62"/>
                      </a:lnTo>
                      <a:lnTo>
                        <a:pt x="103" y="62"/>
                      </a:lnTo>
                      <a:lnTo>
                        <a:pt x="104" y="62"/>
                      </a:lnTo>
                      <a:lnTo>
                        <a:pt x="106" y="62"/>
                      </a:lnTo>
                      <a:lnTo>
                        <a:pt x="107" y="62"/>
                      </a:lnTo>
                      <a:lnTo>
                        <a:pt x="108" y="61"/>
                      </a:lnTo>
                      <a:lnTo>
                        <a:pt x="110" y="61"/>
                      </a:lnTo>
                      <a:lnTo>
                        <a:pt x="111" y="62"/>
                      </a:lnTo>
                      <a:lnTo>
                        <a:pt x="113" y="56"/>
                      </a:lnTo>
                      <a:lnTo>
                        <a:pt x="114" y="52"/>
                      </a:lnTo>
                      <a:lnTo>
                        <a:pt x="116" y="47"/>
                      </a:lnTo>
                      <a:lnTo>
                        <a:pt x="117" y="42"/>
                      </a:lnTo>
                      <a:lnTo>
                        <a:pt x="119" y="37"/>
                      </a:lnTo>
                      <a:lnTo>
                        <a:pt x="120" y="34"/>
                      </a:lnTo>
                      <a:lnTo>
                        <a:pt x="122" y="30"/>
                      </a:lnTo>
                      <a:lnTo>
                        <a:pt x="123" y="26"/>
                      </a:lnTo>
                      <a:lnTo>
                        <a:pt x="124" y="22"/>
                      </a:lnTo>
                      <a:lnTo>
                        <a:pt x="126" y="19"/>
                      </a:lnTo>
                      <a:lnTo>
                        <a:pt x="127" y="16"/>
                      </a:lnTo>
                      <a:lnTo>
                        <a:pt x="129" y="13"/>
                      </a:lnTo>
                      <a:lnTo>
                        <a:pt x="130" y="10"/>
                      </a:lnTo>
                      <a:lnTo>
                        <a:pt x="132" y="8"/>
                      </a:lnTo>
                      <a:lnTo>
                        <a:pt x="133" y="6"/>
                      </a:lnTo>
                      <a:lnTo>
                        <a:pt x="135" y="4"/>
                      </a:lnTo>
                      <a:lnTo>
                        <a:pt x="136" y="3"/>
                      </a:lnTo>
                      <a:lnTo>
                        <a:pt x="137" y="2"/>
                      </a:lnTo>
                      <a:lnTo>
                        <a:pt x="139" y="0"/>
                      </a:lnTo>
                      <a:lnTo>
                        <a:pt x="140" y="0"/>
                      </a:lnTo>
                      <a:lnTo>
                        <a:pt x="142" y="0"/>
                      </a:lnTo>
                      <a:lnTo>
                        <a:pt x="143" y="0"/>
                      </a:lnTo>
                      <a:lnTo>
                        <a:pt x="145" y="0"/>
                      </a:lnTo>
                      <a:lnTo>
                        <a:pt x="146" y="1"/>
                      </a:lnTo>
                      <a:lnTo>
                        <a:pt x="148" y="3"/>
                      </a:lnTo>
                      <a:lnTo>
                        <a:pt x="149" y="4"/>
                      </a:lnTo>
                      <a:lnTo>
                        <a:pt x="151" y="6"/>
                      </a:lnTo>
                      <a:lnTo>
                        <a:pt x="152" y="8"/>
                      </a:lnTo>
                      <a:lnTo>
                        <a:pt x="153" y="12"/>
                      </a:lnTo>
                      <a:lnTo>
                        <a:pt x="155" y="14"/>
                      </a:lnTo>
                      <a:lnTo>
                        <a:pt x="156" y="17"/>
                      </a:lnTo>
                      <a:lnTo>
                        <a:pt x="158" y="21"/>
                      </a:lnTo>
                      <a:lnTo>
                        <a:pt x="159" y="25"/>
                      </a:lnTo>
                      <a:lnTo>
                        <a:pt x="161" y="28"/>
                      </a:lnTo>
                      <a:lnTo>
                        <a:pt x="162" y="33"/>
                      </a:lnTo>
                      <a:lnTo>
                        <a:pt x="164" y="37"/>
                      </a:lnTo>
                      <a:lnTo>
                        <a:pt x="165" y="41"/>
                      </a:lnTo>
                      <a:lnTo>
                        <a:pt x="166" y="45"/>
                      </a:lnTo>
                      <a:lnTo>
                        <a:pt x="168" y="50"/>
                      </a:lnTo>
                      <a:lnTo>
                        <a:pt x="169" y="55"/>
                      </a:lnTo>
                      <a:lnTo>
                        <a:pt x="171" y="60"/>
                      </a:lnTo>
                      <a:lnTo>
                        <a:pt x="172" y="64"/>
                      </a:lnTo>
                      <a:lnTo>
                        <a:pt x="174" y="69"/>
                      </a:lnTo>
                      <a:lnTo>
                        <a:pt x="175" y="74"/>
                      </a:lnTo>
                      <a:lnTo>
                        <a:pt x="177" y="79"/>
                      </a:lnTo>
                      <a:lnTo>
                        <a:pt x="178" y="85"/>
                      </a:lnTo>
                      <a:lnTo>
                        <a:pt x="180" y="89"/>
                      </a:lnTo>
                      <a:lnTo>
                        <a:pt x="181" y="94"/>
                      </a:lnTo>
                      <a:lnTo>
                        <a:pt x="182" y="100"/>
                      </a:lnTo>
                      <a:lnTo>
                        <a:pt x="184" y="105"/>
                      </a:lnTo>
                      <a:lnTo>
                        <a:pt x="185" y="110"/>
                      </a:lnTo>
                      <a:lnTo>
                        <a:pt x="187" y="115"/>
                      </a:lnTo>
                      <a:lnTo>
                        <a:pt x="188" y="120"/>
                      </a:lnTo>
                      <a:lnTo>
                        <a:pt x="190" y="126"/>
                      </a:lnTo>
                      <a:lnTo>
                        <a:pt x="191" y="130"/>
                      </a:lnTo>
                      <a:lnTo>
                        <a:pt x="193" y="135"/>
                      </a:lnTo>
                      <a:lnTo>
                        <a:pt x="194" y="140"/>
                      </a:lnTo>
                      <a:lnTo>
                        <a:pt x="195" y="145"/>
                      </a:lnTo>
                      <a:lnTo>
                        <a:pt x="197" y="150"/>
                      </a:lnTo>
                      <a:lnTo>
                        <a:pt x="198" y="155"/>
                      </a:lnTo>
                      <a:lnTo>
                        <a:pt x="200" y="160"/>
                      </a:lnTo>
                      <a:lnTo>
                        <a:pt x="201" y="164"/>
                      </a:lnTo>
                      <a:lnTo>
                        <a:pt x="203" y="169"/>
                      </a:lnTo>
                      <a:lnTo>
                        <a:pt x="204" y="174"/>
                      </a:lnTo>
                      <a:lnTo>
                        <a:pt x="206" y="178"/>
                      </a:lnTo>
                      <a:lnTo>
                        <a:pt x="207" y="183"/>
                      </a:lnTo>
                      <a:lnTo>
                        <a:pt x="209" y="187"/>
                      </a:lnTo>
                      <a:lnTo>
                        <a:pt x="210" y="191"/>
                      </a:lnTo>
                      <a:lnTo>
                        <a:pt x="211" y="195"/>
                      </a:lnTo>
                      <a:lnTo>
                        <a:pt x="213" y="200"/>
                      </a:lnTo>
                      <a:lnTo>
                        <a:pt x="214" y="204"/>
                      </a:lnTo>
                      <a:lnTo>
                        <a:pt x="216" y="208"/>
                      </a:lnTo>
                      <a:lnTo>
                        <a:pt x="217" y="212"/>
                      </a:lnTo>
                      <a:lnTo>
                        <a:pt x="219" y="216"/>
                      </a:lnTo>
                      <a:lnTo>
                        <a:pt x="220" y="220"/>
                      </a:lnTo>
                      <a:lnTo>
                        <a:pt x="222" y="224"/>
                      </a:lnTo>
                      <a:lnTo>
                        <a:pt x="223" y="227"/>
                      </a:lnTo>
                      <a:lnTo>
                        <a:pt x="224" y="231"/>
                      </a:lnTo>
                      <a:lnTo>
                        <a:pt x="226" y="235"/>
                      </a:lnTo>
                      <a:lnTo>
                        <a:pt x="227" y="238"/>
                      </a:lnTo>
                      <a:lnTo>
                        <a:pt x="229" y="241"/>
                      </a:lnTo>
                      <a:lnTo>
                        <a:pt x="230" y="245"/>
                      </a:lnTo>
                      <a:lnTo>
                        <a:pt x="232" y="249"/>
                      </a:lnTo>
                      <a:lnTo>
                        <a:pt x="233" y="252"/>
                      </a:lnTo>
                      <a:lnTo>
                        <a:pt x="235" y="255"/>
                      </a:lnTo>
                      <a:lnTo>
                        <a:pt x="236" y="258"/>
                      </a:lnTo>
                      <a:lnTo>
                        <a:pt x="238" y="262"/>
                      </a:lnTo>
                      <a:lnTo>
                        <a:pt x="239" y="264"/>
                      </a:lnTo>
                      <a:lnTo>
                        <a:pt x="240" y="268"/>
                      </a:lnTo>
                      <a:lnTo>
                        <a:pt x="242" y="271"/>
                      </a:lnTo>
                      <a:lnTo>
                        <a:pt x="243" y="274"/>
                      </a:lnTo>
                      <a:lnTo>
                        <a:pt x="245" y="277"/>
                      </a:lnTo>
                      <a:lnTo>
                        <a:pt x="246" y="279"/>
                      </a:lnTo>
                      <a:lnTo>
                        <a:pt x="248" y="282"/>
                      </a:lnTo>
                      <a:lnTo>
                        <a:pt x="249" y="285"/>
                      </a:lnTo>
                      <a:lnTo>
                        <a:pt x="251" y="288"/>
                      </a:lnTo>
                      <a:lnTo>
                        <a:pt x="252" y="290"/>
                      </a:lnTo>
                      <a:lnTo>
                        <a:pt x="253" y="293"/>
                      </a:lnTo>
                      <a:lnTo>
                        <a:pt x="255" y="295"/>
                      </a:lnTo>
                      <a:lnTo>
                        <a:pt x="256" y="298"/>
                      </a:lnTo>
                      <a:lnTo>
                        <a:pt x="258" y="300"/>
                      </a:lnTo>
                      <a:lnTo>
                        <a:pt x="259" y="302"/>
                      </a:lnTo>
                      <a:lnTo>
                        <a:pt x="261" y="304"/>
                      </a:lnTo>
                      <a:lnTo>
                        <a:pt x="262" y="306"/>
                      </a:lnTo>
                      <a:lnTo>
                        <a:pt x="264" y="308"/>
                      </a:lnTo>
                      <a:lnTo>
                        <a:pt x="265" y="310"/>
                      </a:lnTo>
                      <a:lnTo>
                        <a:pt x="267" y="312"/>
                      </a:lnTo>
                      <a:lnTo>
                        <a:pt x="268" y="314"/>
                      </a:lnTo>
                      <a:lnTo>
                        <a:pt x="269" y="315"/>
                      </a:lnTo>
                      <a:lnTo>
                        <a:pt x="271" y="317"/>
                      </a:lnTo>
                      <a:lnTo>
                        <a:pt x="272" y="319"/>
                      </a:lnTo>
                      <a:lnTo>
                        <a:pt x="274" y="320"/>
                      </a:lnTo>
                      <a:lnTo>
                        <a:pt x="275" y="321"/>
                      </a:lnTo>
                      <a:lnTo>
                        <a:pt x="277" y="323"/>
                      </a:lnTo>
                      <a:lnTo>
                        <a:pt x="278" y="324"/>
                      </a:lnTo>
                      <a:lnTo>
                        <a:pt x="280" y="325"/>
                      </a:lnTo>
                      <a:lnTo>
                        <a:pt x="281" y="326"/>
                      </a:lnTo>
                      <a:lnTo>
                        <a:pt x="282" y="328"/>
                      </a:lnTo>
                      <a:lnTo>
                        <a:pt x="284" y="328"/>
                      </a:lnTo>
                      <a:lnTo>
                        <a:pt x="285" y="329"/>
                      </a:lnTo>
                      <a:lnTo>
                        <a:pt x="287" y="330"/>
                      </a:lnTo>
                      <a:lnTo>
                        <a:pt x="288" y="331"/>
                      </a:lnTo>
                      <a:lnTo>
                        <a:pt x="290" y="332"/>
                      </a:lnTo>
                      <a:lnTo>
                        <a:pt x="291" y="332"/>
                      </a:lnTo>
                      <a:lnTo>
                        <a:pt x="293" y="333"/>
                      </a:lnTo>
                      <a:lnTo>
                        <a:pt x="294" y="334"/>
                      </a:lnTo>
                      <a:lnTo>
                        <a:pt x="296" y="335"/>
                      </a:lnTo>
                      <a:lnTo>
                        <a:pt x="297" y="335"/>
                      </a:lnTo>
                      <a:lnTo>
                        <a:pt x="298" y="336"/>
                      </a:lnTo>
                      <a:lnTo>
                        <a:pt x="300" y="336"/>
                      </a:lnTo>
                      <a:lnTo>
                        <a:pt x="301" y="337"/>
                      </a:lnTo>
                      <a:lnTo>
                        <a:pt x="303" y="337"/>
                      </a:lnTo>
                      <a:lnTo>
                        <a:pt x="304" y="338"/>
                      </a:lnTo>
                      <a:lnTo>
                        <a:pt x="306" y="338"/>
                      </a:lnTo>
                      <a:lnTo>
                        <a:pt x="307" y="339"/>
                      </a:lnTo>
                      <a:lnTo>
                        <a:pt x="309" y="339"/>
                      </a:lnTo>
                      <a:lnTo>
                        <a:pt x="310" y="339"/>
                      </a:lnTo>
                      <a:lnTo>
                        <a:pt x="311" y="340"/>
                      </a:lnTo>
                      <a:lnTo>
                        <a:pt x="313" y="340"/>
                      </a:lnTo>
                      <a:lnTo>
                        <a:pt x="314" y="340"/>
                      </a:lnTo>
                      <a:lnTo>
                        <a:pt x="316" y="341"/>
                      </a:lnTo>
                      <a:lnTo>
                        <a:pt x="317" y="341"/>
                      </a:lnTo>
                      <a:lnTo>
                        <a:pt x="319" y="341"/>
                      </a:lnTo>
                      <a:lnTo>
                        <a:pt x="320" y="341"/>
                      </a:lnTo>
                      <a:lnTo>
                        <a:pt x="322" y="341"/>
                      </a:lnTo>
                      <a:lnTo>
                        <a:pt x="323" y="342"/>
                      </a:lnTo>
                      <a:lnTo>
                        <a:pt x="325" y="342"/>
                      </a:lnTo>
                      <a:lnTo>
                        <a:pt x="326" y="342"/>
                      </a:lnTo>
                      <a:lnTo>
                        <a:pt x="327" y="342"/>
                      </a:lnTo>
                      <a:lnTo>
                        <a:pt x="329" y="342"/>
                      </a:lnTo>
                      <a:lnTo>
                        <a:pt x="330" y="342"/>
                      </a:lnTo>
                      <a:lnTo>
                        <a:pt x="332" y="342"/>
                      </a:lnTo>
                      <a:lnTo>
                        <a:pt x="333" y="342"/>
                      </a:lnTo>
                      <a:lnTo>
                        <a:pt x="335" y="342"/>
                      </a:lnTo>
                      <a:lnTo>
                        <a:pt x="336" y="342"/>
                      </a:lnTo>
                      <a:lnTo>
                        <a:pt x="338" y="343"/>
                      </a:lnTo>
                      <a:lnTo>
                        <a:pt x="339" y="343"/>
                      </a:lnTo>
                      <a:lnTo>
                        <a:pt x="340" y="343"/>
                      </a:lnTo>
                      <a:lnTo>
                        <a:pt x="342" y="342"/>
                      </a:lnTo>
                      <a:lnTo>
                        <a:pt x="343" y="342"/>
                      </a:lnTo>
                      <a:lnTo>
                        <a:pt x="345" y="342"/>
                      </a:lnTo>
                      <a:lnTo>
                        <a:pt x="346" y="342"/>
                      </a:lnTo>
                      <a:lnTo>
                        <a:pt x="348" y="342"/>
                      </a:lnTo>
                      <a:lnTo>
                        <a:pt x="349" y="342"/>
                      </a:lnTo>
                      <a:lnTo>
                        <a:pt x="351" y="342"/>
                      </a:lnTo>
                      <a:lnTo>
                        <a:pt x="352" y="342"/>
                      </a:lnTo>
                      <a:lnTo>
                        <a:pt x="354" y="342"/>
                      </a:lnTo>
                      <a:lnTo>
                        <a:pt x="355" y="342"/>
                      </a:lnTo>
                      <a:lnTo>
                        <a:pt x="356" y="341"/>
                      </a:lnTo>
                      <a:lnTo>
                        <a:pt x="358" y="341"/>
                      </a:lnTo>
                      <a:lnTo>
                        <a:pt x="359" y="341"/>
                      </a:lnTo>
                      <a:lnTo>
                        <a:pt x="361" y="341"/>
                      </a:lnTo>
                      <a:lnTo>
                        <a:pt x="362" y="341"/>
                      </a:lnTo>
                      <a:lnTo>
                        <a:pt x="364" y="341"/>
                      </a:lnTo>
                      <a:lnTo>
                        <a:pt x="365" y="341"/>
                      </a:lnTo>
                      <a:lnTo>
                        <a:pt x="367" y="341"/>
                      </a:lnTo>
                      <a:lnTo>
                        <a:pt x="368" y="341"/>
                      </a:lnTo>
                      <a:lnTo>
                        <a:pt x="369" y="340"/>
                      </a:lnTo>
                      <a:lnTo>
                        <a:pt x="371" y="340"/>
                      </a:lnTo>
                      <a:lnTo>
                        <a:pt x="372" y="340"/>
                      </a:lnTo>
                      <a:lnTo>
                        <a:pt x="374" y="340"/>
                      </a:lnTo>
                      <a:lnTo>
                        <a:pt x="375" y="339"/>
                      </a:lnTo>
                      <a:lnTo>
                        <a:pt x="377" y="339"/>
                      </a:lnTo>
                      <a:lnTo>
                        <a:pt x="378" y="339"/>
                      </a:lnTo>
                      <a:lnTo>
                        <a:pt x="380" y="339"/>
                      </a:lnTo>
                      <a:lnTo>
                        <a:pt x="381" y="339"/>
                      </a:lnTo>
                      <a:lnTo>
                        <a:pt x="383" y="339"/>
                      </a:lnTo>
                      <a:lnTo>
                        <a:pt x="384" y="339"/>
                      </a:lnTo>
                      <a:lnTo>
                        <a:pt x="385" y="338"/>
                      </a:lnTo>
                      <a:lnTo>
                        <a:pt x="387" y="338"/>
                      </a:lnTo>
                      <a:lnTo>
                        <a:pt x="388" y="338"/>
                      </a:lnTo>
                      <a:lnTo>
                        <a:pt x="390" y="338"/>
                      </a:lnTo>
                      <a:lnTo>
                        <a:pt x="391" y="337"/>
                      </a:lnTo>
                      <a:lnTo>
                        <a:pt x="393" y="337"/>
                      </a:lnTo>
                      <a:lnTo>
                        <a:pt x="394" y="337"/>
                      </a:lnTo>
                      <a:lnTo>
                        <a:pt x="396" y="337"/>
                      </a:lnTo>
                      <a:lnTo>
                        <a:pt x="397" y="337"/>
                      </a:lnTo>
                      <a:lnTo>
                        <a:pt x="398" y="337"/>
                      </a:lnTo>
                      <a:lnTo>
                        <a:pt x="400" y="337"/>
                      </a:lnTo>
                      <a:lnTo>
                        <a:pt x="401" y="335"/>
                      </a:lnTo>
                      <a:lnTo>
                        <a:pt x="403" y="336"/>
                      </a:lnTo>
                      <a:lnTo>
                        <a:pt x="404" y="336"/>
                      </a:lnTo>
                      <a:lnTo>
                        <a:pt x="406" y="336"/>
                      </a:lnTo>
                      <a:lnTo>
                        <a:pt x="407" y="336"/>
                      </a:lnTo>
                      <a:lnTo>
                        <a:pt x="409" y="336"/>
                      </a:lnTo>
                      <a:lnTo>
                        <a:pt x="410" y="336"/>
                      </a:lnTo>
                      <a:lnTo>
                        <a:pt x="412" y="336"/>
                      </a:lnTo>
                      <a:lnTo>
                        <a:pt x="413" y="336"/>
                      </a:lnTo>
                      <a:lnTo>
                        <a:pt x="414" y="336"/>
                      </a:lnTo>
                      <a:lnTo>
                        <a:pt x="416" y="336"/>
                      </a:lnTo>
                      <a:lnTo>
                        <a:pt x="417" y="336"/>
                      </a:lnTo>
                      <a:lnTo>
                        <a:pt x="419" y="336"/>
                      </a:lnTo>
                      <a:lnTo>
                        <a:pt x="420" y="336"/>
                      </a:lnTo>
                      <a:lnTo>
                        <a:pt x="422" y="336"/>
                      </a:lnTo>
                      <a:lnTo>
                        <a:pt x="423" y="336"/>
                      </a:lnTo>
                      <a:lnTo>
                        <a:pt x="425" y="336"/>
                      </a:lnTo>
                      <a:lnTo>
                        <a:pt x="426" y="336"/>
                      </a:lnTo>
                      <a:lnTo>
                        <a:pt x="427" y="336"/>
                      </a:lnTo>
                      <a:lnTo>
                        <a:pt x="429" y="336"/>
                      </a:lnTo>
                      <a:lnTo>
                        <a:pt x="430" y="335"/>
                      </a:lnTo>
                      <a:lnTo>
                        <a:pt x="432" y="335"/>
                      </a:lnTo>
                      <a:lnTo>
                        <a:pt x="433" y="335"/>
                      </a:lnTo>
                      <a:lnTo>
                        <a:pt x="435" y="335"/>
                      </a:lnTo>
                      <a:lnTo>
                        <a:pt x="436" y="335"/>
                      </a:lnTo>
                      <a:lnTo>
                        <a:pt x="438" y="335"/>
                      </a:lnTo>
                      <a:lnTo>
                        <a:pt x="439" y="335"/>
                      </a:lnTo>
                      <a:lnTo>
                        <a:pt x="441" y="335"/>
                      </a:lnTo>
                      <a:lnTo>
                        <a:pt x="442" y="335"/>
                      </a:lnTo>
                      <a:lnTo>
                        <a:pt x="443" y="335"/>
                      </a:lnTo>
                      <a:lnTo>
                        <a:pt x="445" y="335"/>
                      </a:lnTo>
                      <a:lnTo>
                        <a:pt x="446" y="335"/>
                      </a:lnTo>
                      <a:lnTo>
                        <a:pt x="448" y="335"/>
                      </a:lnTo>
                      <a:lnTo>
                        <a:pt x="449" y="335"/>
                      </a:lnTo>
                      <a:lnTo>
                        <a:pt x="451" y="335"/>
                      </a:lnTo>
                      <a:lnTo>
                        <a:pt x="452" y="335"/>
                      </a:lnTo>
                      <a:lnTo>
                        <a:pt x="454" y="334"/>
                      </a:lnTo>
                      <a:lnTo>
                        <a:pt x="455" y="334"/>
                      </a:lnTo>
                      <a:lnTo>
                        <a:pt x="456" y="334"/>
                      </a:lnTo>
                      <a:lnTo>
                        <a:pt x="458" y="334"/>
                      </a:lnTo>
                      <a:lnTo>
                        <a:pt x="459" y="334"/>
                      </a:lnTo>
                      <a:lnTo>
                        <a:pt x="461" y="334"/>
                      </a:lnTo>
                      <a:lnTo>
                        <a:pt x="462" y="334"/>
                      </a:lnTo>
                      <a:lnTo>
                        <a:pt x="464" y="334"/>
                      </a:lnTo>
                      <a:lnTo>
                        <a:pt x="465" y="334"/>
                      </a:lnTo>
                      <a:lnTo>
                        <a:pt x="467" y="334"/>
                      </a:lnTo>
                      <a:lnTo>
                        <a:pt x="468" y="334"/>
                      </a:lnTo>
                      <a:lnTo>
                        <a:pt x="470" y="334"/>
                      </a:lnTo>
                      <a:lnTo>
                        <a:pt x="471" y="334"/>
                      </a:lnTo>
                      <a:lnTo>
                        <a:pt x="472" y="334"/>
                      </a:lnTo>
                      <a:lnTo>
                        <a:pt x="474" y="334"/>
                      </a:lnTo>
                      <a:lnTo>
                        <a:pt x="475" y="333"/>
                      </a:lnTo>
                      <a:lnTo>
                        <a:pt x="477" y="333"/>
                      </a:lnTo>
                      <a:lnTo>
                        <a:pt x="478" y="333"/>
                      </a:lnTo>
                      <a:lnTo>
                        <a:pt x="480" y="333"/>
                      </a:lnTo>
                      <a:lnTo>
                        <a:pt x="481" y="333"/>
                      </a:lnTo>
                      <a:lnTo>
                        <a:pt x="483" y="333"/>
                      </a:lnTo>
                      <a:lnTo>
                        <a:pt x="484" y="333"/>
                      </a:lnTo>
                      <a:lnTo>
                        <a:pt x="485" y="333"/>
                      </a:lnTo>
                      <a:lnTo>
                        <a:pt x="487" y="333"/>
                      </a:lnTo>
                      <a:lnTo>
                        <a:pt x="488" y="333"/>
                      </a:lnTo>
                      <a:lnTo>
                        <a:pt x="490" y="333"/>
                      </a:lnTo>
                      <a:lnTo>
                        <a:pt x="491" y="333"/>
                      </a:lnTo>
                      <a:lnTo>
                        <a:pt x="493" y="332"/>
                      </a:lnTo>
                      <a:lnTo>
                        <a:pt x="494" y="332"/>
                      </a:lnTo>
                      <a:lnTo>
                        <a:pt x="496" y="332"/>
                      </a:lnTo>
                      <a:lnTo>
                        <a:pt x="497" y="332"/>
                      </a:lnTo>
                      <a:lnTo>
                        <a:pt x="499" y="332"/>
                      </a:lnTo>
                      <a:lnTo>
                        <a:pt x="500" y="332"/>
                      </a:lnTo>
                      <a:lnTo>
                        <a:pt x="501" y="332"/>
                      </a:lnTo>
                      <a:lnTo>
                        <a:pt x="503" y="332"/>
                      </a:lnTo>
                      <a:lnTo>
                        <a:pt x="504" y="332"/>
                      </a:lnTo>
                      <a:lnTo>
                        <a:pt x="506" y="332"/>
                      </a:lnTo>
                      <a:lnTo>
                        <a:pt x="507" y="332"/>
                      </a:lnTo>
                      <a:lnTo>
                        <a:pt x="509" y="332"/>
                      </a:lnTo>
                      <a:lnTo>
                        <a:pt x="510" y="332"/>
                      </a:lnTo>
                      <a:lnTo>
                        <a:pt x="512" y="332"/>
                      </a:lnTo>
                      <a:lnTo>
                        <a:pt x="513" y="332"/>
                      </a:lnTo>
                      <a:lnTo>
                        <a:pt x="514" y="331"/>
                      </a:lnTo>
                      <a:lnTo>
                        <a:pt x="516" y="331"/>
                      </a:lnTo>
                      <a:lnTo>
                        <a:pt x="517" y="331"/>
                      </a:lnTo>
                      <a:lnTo>
                        <a:pt x="519" y="331"/>
                      </a:lnTo>
                      <a:lnTo>
                        <a:pt x="520" y="331"/>
                      </a:lnTo>
                      <a:lnTo>
                        <a:pt x="522" y="331"/>
                      </a:lnTo>
                      <a:lnTo>
                        <a:pt x="523" y="331"/>
                      </a:lnTo>
                      <a:lnTo>
                        <a:pt x="525" y="331"/>
                      </a:lnTo>
                      <a:lnTo>
                        <a:pt x="526" y="331"/>
                      </a:lnTo>
                      <a:lnTo>
                        <a:pt x="528" y="331"/>
                      </a:lnTo>
                      <a:lnTo>
                        <a:pt x="529" y="331"/>
                      </a:lnTo>
                      <a:lnTo>
                        <a:pt x="530" y="330"/>
                      </a:lnTo>
                      <a:lnTo>
                        <a:pt x="532" y="330"/>
                      </a:lnTo>
                      <a:lnTo>
                        <a:pt x="533" y="330"/>
                      </a:lnTo>
                      <a:lnTo>
                        <a:pt x="535" y="330"/>
                      </a:lnTo>
                      <a:lnTo>
                        <a:pt x="536" y="330"/>
                      </a:lnTo>
                      <a:lnTo>
                        <a:pt x="538" y="330"/>
                      </a:lnTo>
                      <a:lnTo>
                        <a:pt x="539" y="330"/>
                      </a:lnTo>
                      <a:lnTo>
                        <a:pt x="541" y="329"/>
                      </a:lnTo>
                      <a:lnTo>
                        <a:pt x="542" y="329"/>
                      </a:lnTo>
                      <a:lnTo>
                        <a:pt x="543" y="329"/>
                      </a:lnTo>
                      <a:lnTo>
                        <a:pt x="545" y="329"/>
                      </a:lnTo>
                      <a:lnTo>
                        <a:pt x="546" y="329"/>
                      </a:lnTo>
                      <a:lnTo>
                        <a:pt x="548" y="329"/>
                      </a:lnTo>
                      <a:lnTo>
                        <a:pt x="549" y="329"/>
                      </a:lnTo>
                      <a:lnTo>
                        <a:pt x="551" y="329"/>
                      </a:lnTo>
                      <a:lnTo>
                        <a:pt x="552" y="329"/>
                      </a:lnTo>
                      <a:lnTo>
                        <a:pt x="554" y="329"/>
                      </a:lnTo>
                      <a:lnTo>
                        <a:pt x="555" y="329"/>
                      </a:lnTo>
                      <a:lnTo>
                        <a:pt x="557" y="329"/>
                      </a:lnTo>
                      <a:lnTo>
                        <a:pt x="558" y="329"/>
                      </a:lnTo>
                      <a:lnTo>
                        <a:pt x="559" y="329"/>
                      </a:lnTo>
                      <a:lnTo>
                        <a:pt x="561" y="329"/>
                      </a:lnTo>
                      <a:lnTo>
                        <a:pt x="562" y="329"/>
                      </a:lnTo>
                      <a:lnTo>
                        <a:pt x="564" y="328"/>
                      </a:lnTo>
                      <a:lnTo>
                        <a:pt x="565" y="328"/>
                      </a:lnTo>
                      <a:lnTo>
                        <a:pt x="567" y="328"/>
                      </a:lnTo>
                      <a:lnTo>
                        <a:pt x="568" y="328"/>
                      </a:lnTo>
                      <a:lnTo>
                        <a:pt x="570" y="328"/>
                      </a:lnTo>
                      <a:lnTo>
                        <a:pt x="571" y="328"/>
                      </a:lnTo>
                      <a:lnTo>
                        <a:pt x="572" y="328"/>
                      </a:lnTo>
                      <a:lnTo>
                        <a:pt x="574" y="328"/>
                      </a:lnTo>
                      <a:lnTo>
                        <a:pt x="575" y="328"/>
                      </a:lnTo>
                      <a:lnTo>
                        <a:pt x="577" y="327"/>
                      </a:lnTo>
                      <a:lnTo>
                        <a:pt x="578" y="327"/>
                      </a:lnTo>
                      <a:lnTo>
                        <a:pt x="580" y="327"/>
                      </a:lnTo>
                      <a:lnTo>
                        <a:pt x="581" y="327"/>
                      </a:lnTo>
                      <a:lnTo>
                        <a:pt x="583" y="327"/>
                      </a:lnTo>
                      <a:lnTo>
                        <a:pt x="584" y="327"/>
                      </a:lnTo>
                      <a:lnTo>
                        <a:pt x="586" y="327"/>
                      </a:lnTo>
                      <a:lnTo>
                        <a:pt x="587" y="327"/>
                      </a:lnTo>
                      <a:lnTo>
                        <a:pt x="588" y="327"/>
                      </a:lnTo>
                      <a:lnTo>
                        <a:pt x="590" y="327"/>
                      </a:lnTo>
                      <a:lnTo>
                        <a:pt x="591" y="327"/>
                      </a:lnTo>
                      <a:lnTo>
                        <a:pt x="593" y="327"/>
                      </a:lnTo>
                      <a:lnTo>
                        <a:pt x="594" y="326"/>
                      </a:lnTo>
                      <a:lnTo>
                        <a:pt x="596" y="326"/>
                      </a:lnTo>
                      <a:lnTo>
                        <a:pt x="597" y="326"/>
                      </a:lnTo>
                      <a:lnTo>
                        <a:pt x="599" y="326"/>
                      </a:lnTo>
                      <a:lnTo>
                        <a:pt x="600" y="326"/>
                      </a:lnTo>
                      <a:lnTo>
                        <a:pt x="601" y="326"/>
                      </a:lnTo>
                      <a:lnTo>
                        <a:pt x="603" y="326"/>
                      </a:lnTo>
                      <a:lnTo>
                        <a:pt x="604" y="326"/>
                      </a:lnTo>
                      <a:lnTo>
                        <a:pt x="606" y="326"/>
                      </a:lnTo>
                      <a:lnTo>
                        <a:pt x="607" y="326"/>
                      </a:lnTo>
                      <a:lnTo>
                        <a:pt x="609" y="325"/>
                      </a:lnTo>
                      <a:lnTo>
                        <a:pt x="610" y="325"/>
                      </a:lnTo>
                      <a:lnTo>
                        <a:pt x="612" y="325"/>
                      </a:lnTo>
                      <a:lnTo>
                        <a:pt x="613" y="325"/>
                      </a:lnTo>
                      <a:lnTo>
                        <a:pt x="615" y="325"/>
                      </a:lnTo>
                      <a:lnTo>
                        <a:pt x="616" y="325"/>
                      </a:lnTo>
                      <a:lnTo>
                        <a:pt x="617" y="325"/>
                      </a:lnTo>
                      <a:lnTo>
                        <a:pt x="619" y="325"/>
                      </a:lnTo>
                      <a:lnTo>
                        <a:pt x="620" y="324"/>
                      </a:lnTo>
                      <a:lnTo>
                        <a:pt x="622" y="324"/>
                      </a:lnTo>
                      <a:lnTo>
                        <a:pt x="623" y="324"/>
                      </a:lnTo>
                      <a:lnTo>
                        <a:pt x="625" y="324"/>
                      </a:lnTo>
                      <a:lnTo>
                        <a:pt x="626" y="324"/>
                      </a:lnTo>
                      <a:lnTo>
                        <a:pt x="628" y="324"/>
                      </a:lnTo>
                      <a:lnTo>
                        <a:pt x="629" y="324"/>
                      </a:lnTo>
                      <a:lnTo>
                        <a:pt x="630" y="324"/>
                      </a:lnTo>
                      <a:lnTo>
                        <a:pt x="632" y="323"/>
                      </a:lnTo>
                      <a:lnTo>
                        <a:pt x="633" y="323"/>
                      </a:lnTo>
                      <a:lnTo>
                        <a:pt x="635" y="323"/>
                      </a:lnTo>
                      <a:lnTo>
                        <a:pt x="636" y="323"/>
                      </a:lnTo>
                      <a:lnTo>
                        <a:pt x="638" y="323"/>
                      </a:lnTo>
                      <a:lnTo>
                        <a:pt x="639" y="323"/>
                      </a:lnTo>
                      <a:lnTo>
                        <a:pt x="641" y="323"/>
                      </a:lnTo>
                      <a:lnTo>
                        <a:pt x="642" y="323"/>
                      </a:lnTo>
                      <a:lnTo>
                        <a:pt x="644" y="323"/>
                      </a:lnTo>
                      <a:lnTo>
                        <a:pt x="645" y="322"/>
                      </a:lnTo>
                      <a:lnTo>
                        <a:pt x="646" y="322"/>
                      </a:lnTo>
                      <a:lnTo>
                        <a:pt x="648" y="322"/>
                      </a:lnTo>
                      <a:lnTo>
                        <a:pt x="649" y="322"/>
                      </a:lnTo>
                      <a:lnTo>
                        <a:pt x="651" y="322"/>
                      </a:lnTo>
                      <a:lnTo>
                        <a:pt x="652" y="322"/>
                      </a:lnTo>
                      <a:lnTo>
                        <a:pt x="654" y="322"/>
                      </a:lnTo>
                      <a:lnTo>
                        <a:pt x="655" y="322"/>
                      </a:lnTo>
                      <a:lnTo>
                        <a:pt x="657" y="322"/>
                      </a:lnTo>
                      <a:lnTo>
                        <a:pt x="658" y="321"/>
                      </a:lnTo>
                      <a:lnTo>
                        <a:pt x="659" y="321"/>
                      </a:lnTo>
                      <a:lnTo>
                        <a:pt x="661" y="321"/>
                      </a:lnTo>
                      <a:lnTo>
                        <a:pt x="662" y="321"/>
                      </a:lnTo>
                      <a:lnTo>
                        <a:pt x="664" y="321"/>
                      </a:lnTo>
                      <a:lnTo>
                        <a:pt x="665" y="321"/>
                      </a:lnTo>
                      <a:lnTo>
                        <a:pt x="667" y="321"/>
                      </a:lnTo>
                      <a:lnTo>
                        <a:pt x="668" y="321"/>
                      </a:lnTo>
                      <a:lnTo>
                        <a:pt x="670" y="320"/>
                      </a:lnTo>
                      <a:lnTo>
                        <a:pt x="671" y="320"/>
                      </a:lnTo>
                      <a:lnTo>
                        <a:pt x="673" y="320"/>
                      </a:lnTo>
                      <a:lnTo>
                        <a:pt x="674" y="320"/>
                      </a:lnTo>
                      <a:lnTo>
                        <a:pt x="675" y="320"/>
                      </a:lnTo>
                      <a:lnTo>
                        <a:pt x="677" y="320"/>
                      </a:lnTo>
                      <a:lnTo>
                        <a:pt x="678" y="320"/>
                      </a:lnTo>
                      <a:lnTo>
                        <a:pt x="680" y="320"/>
                      </a:lnTo>
                      <a:lnTo>
                        <a:pt x="681" y="320"/>
                      </a:lnTo>
                      <a:lnTo>
                        <a:pt x="683" y="319"/>
                      </a:lnTo>
                      <a:lnTo>
                        <a:pt x="684" y="319"/>
                      </a:lnTo>
                      <a:lnTo>
                        <a:pt x="686" y="319"/>
                      </a:lnTo>
                      <a:lnTo>
                        <a:pt x="687" y="319"/>
                      </a:lnTo>
                      <a:lnTo>
                        <a:pt x="688" y="319"/>
                      </a:lnTo>
                      <a:lnTo>
                        <a:pt x="690" y="319"/>
                      </a:lnTo>
                      <a:lnTo>
                        <a:pt x="691" y="319"/>
                      </a:lnTo>
                      <a:lnTo>
                        <a:pt x="693" y="319"/>
                      </a:lnTo>
                      <a:lnTo>
                        <a:pt x="694" y="318"/>
                      </a:lnTo>
                      <a:lnTo>
                        <a:pt x="696" y="318"/>
                      </a:lnTo>
                      <a:lnTo>
                        <a:pt x="697" y="318"/>
                      </a:lnTo>
                      <a:lnTo>
                        <a:pt x="699" y="318"/>
                      </a:lnTo>
                      <a:lnTo>
                        <a:pt x="700" y="318"/>
                      </a:lnTo>
                      <a:lnTo>
                        <a:pt x="702" y="318"/>
                      </a:lnTo>
                      <a:lnTo>
                        <a:pt x="703" y="318"/>
                      </a:lnTo>
                      <a:lnTo>
                        <a:pt x="704" y="318"/>
                      </a:lnTo>
                      <a:lnTo>
                        <a:pt x="706" y="317"/>
                      </a:lnTo>
                      <a:lnTo>
                        <a:pt x="707" y="317"/>
                      </a:lnTo>
                      <a:lnTo>
                        <a:pt x="709" y="317"/>
                      </a:lnTo>
                      <a:lnTo>
                        <a:pt x="710" y="317"/>
                      </a:lnTo>
                      <a:lnTo>
                        <a:pt x="712" y="317"/>
                      </a:lnTo>
                      <a:lnTo>
                        <a:pt x="713" y="317"/>
                      </a:lnTo>
                      <a:lnTo>
                        <a:pt x="715" y="317"/>
                      </a:lnTo>
                      <a:lnTo>
                        <a:pt x="716" y="316"/>
                      </a:lnTo>
                      <a:lnTo>
                        <a:pt x="717" y="316"/>
                      </a:lnTo>
                      <a:lnTo>
                        <a:pt x="719" y="316"/>
                      </a:lnTo>
                      <a:lnTo>
                        <a:pt x="720" y="316"/>
                      </a:lnTo>
                      <a:lnTo>
                        <a:pt x="722" y="316"/>
                      </a:lnTo>
                      <a:lnTo>
                        <a:pt x="723" y="316"/>
                      </a:lnTo>
                      <a:lnTo>
                        <a:pt x="725" y="316"/>
                      </a:lnTo>
                      <a:lnTo>
                        <a:pt x="726" y="315"/>
                      </a:lnTo>
                      <a:lnTo>
                        <a:pt x="728" y="315"/>
                      </a:lnTo>
                      <a:lnTo>
                        <a:pt x="729" y="315"/>
                      </a:lnTo>
                      <a:lnTo>
                        <a:pt x="731" y="315"/>
                      </a:lnTo>
                      <a:lnTo>
                        <a:pt x="732" y="315"/>
                      </a:lnTo>
                      <a:lnTo>
                        <a:pt x="733" y="315"/>
                      </a:lnTo>
                      <a:lnTo>
                        <a:pt x="735" y="315"/>
                      </a:lnTo>
                      <a:lnTo>
                        <a:pt x="736" y="315"/>
                      </a:lnTo>
                      <a:lnTo>
                        <a:pt x="738" y="315"/>
                      </a:lnTo>
                      <a:lnTo>
                        <a:pt x="739" y="314"/>
                      </a:lnTo>
                      <a:lnTo>
                        <a:pt x="741" y="314"/>
                      </a:lnTo>
                      <a:lnTo>
                        <a:pt x="742" y="314"/>
                      </a:lnTo>
                      <a:lnTo>
                        <a:pt x="744" y="314"/>
                      </a:lnTo>
                      <a:lnTo>
                        <a:pt x="745" y="314"/>
                      </a:lnTo>
                      <a:lnTo>
                        <a:pt x="746" y="314"/>
                      </a:lnTo>
                      <a:lnTo>
                        <a:pt x="748" y="314"/>
                      </a:lnTo>
                      <a:lnTo>
                        <a:pt x="749" y="314"/>
                      </a:lnTo>
                      <a:lnTo>
                        <a:pt x="751" y="314"/>
                      </a:lnTo>
                      <a:lnTo>
                        <a:pt x="752" y="313"/>
                      </a:lnTo>
                      <a:lnTo>
                        <a:pt x="754" y="313"/>
                      </a:lnTo>
                      <a:lnTo>
                        <a:pt x="755" y="313"/>
                      </a:lnTo>
                      <a:lnTo>
                        <a:pt x="757" y="313"/>
                      </a:lnTo>
                      <a:lnTo>
                        <a:pt x="758" y="313"/>
                      </a:lnTo>
                      <a:lnTo>
                        <a:pt x="760" y="312"/>
                      </a:lnTo>
                      <a:lnTo>
                        <a:pt x="761" y="312"/>
                      </a:lnTo>
                      <a:lnTo>
                        <a:pt x="762" y="312"/>
                      </a:lnTo>
                      <a:lnTo>
                        <a:pt x="764" y="312"/>
                      </a:lnTo>
                      <a:lnTo>
                        <a:pt x="765" y="312"/>
                      </a:lnTo>
                      <a:lnTo>
                        <a:pt x="767" y="312"/>
                      </a:lnTo>
                      <a:lnTo>
                        <a:pt x="768" y="312"/>
                      </a:lnTo>
                      <a:lnTo>
                        <a:pt x="770" y="311"/>
                      </a:lnTo>
                      <a:lnTo>
                        <a:pt x="771" y="311"/>
                      </a:lnTo>
                      <a:lnTo>
                        <a:pt x="773" y="311"/>
                      </a:lnTo>
                      <a:lnTo>
                        <a:pt x="774" y="311"/>
                      </a:lnTo>
                      <a:lnTo>
                        <a:pt x="775" y="311"/>
                      </a:lnTo>
                      <a:lnTo>
                        <a:pt x="777" y="311"/>
                      </a:lnTo>
                      <a:lnTo>
                        <a:pt x="778" y="310"/>
                      </a:lnTo>
                      <a:lnTo>
                        <a:pt x="780" y="310"/>
                      </a:lnTo>
                      <a:lnTo>
                        <a:pt x="781" y="310"/>
                      </a:lnTo>
                      <a:lnTo>
                        <a:pt x="783" y="310"/>
                      </a:lnTo>
                      <a:lnTo>
                        <a:pt x="784" y="310"/>
                      </a:lnTo>
                      <a:lnTo>
                        <a:pt x="786" y="310"/>
                      </a:lnTo>
                      <a:lnTo>
                        <a:pt x="787" y="310"/>
                      </a:lnTo>
                      <a:lnTo>
                        <a:pt x="789" y="310"/>
                      </a:lnTo>
                      <a:lnTo>
                        <a:pt x="790" y="309"/>
                      </a:lnTo>
                      <a:lnTo>
                        <a:pt x="791" y="309"/>
                      </a:lnTo>
                      <a:lnTo>
                        <a:pt x="793" y="309"/>
                      </a:lnTo>
                      <a:lnTo>
                        <a:pt x="794" y="309"/>
                      </a:lnTo>
                      <a:lnTo>
                        <a:pt x="796" y="309"/>
                      </a:lnTo>
                      <a:lnTo>
                        <a:pt x="797" y="308"/>
                      </a:lnTo>
                      <a:lnTo>
                        <a:pt x="799" y="308"/>
                      </a:lnTo>
                      <a:lnTo>
                        <a:pt x="800" y="308"/>
                      </a:lnTo>
                      <a:lnTo>
                        <a:pt x="802" y="308"/>
                      </a:lnTo>
                      <a:lnTo>
                        <a:pt x="803" y="308"/>
                      </a:lnTo>
                      <a:lnTo>
                        <a:pt x="804" y="308"/>
                      </a:lnTo>
                      <a:lnTo>
                        <a:pt x="806" y="307"/>
                      </a:lnTo>
                      <a:lnTo>
                        <a:pt x="807" y="307"/>
                      </a:lnTo>
                      <a:lnTo>
                        <a:pt x="809" y="307"/>
                      </a:lnTo>
                      <a:lnTo>
                        <a:pt x="810" y="307"/>
                      </a:lnTo>
                      <a:lnTo>
                        <a:pt x="812" y="307"/>
                      </a:lnTo>
                      <a:lnTo>
                        <a:pt x="813" y="307"/>
                      </a:lnTo>
                      <a:lnTo>
                        <a:pt x="815" y="307"/>
                      </a:lnTo>
                      <a:lnTo>
                        <a:pt x="816" y="307"/>
                      </a:lnTo>
                      <a:lnTo>
                        <a:pt x="818" y="307"/>
                      </a:lnTo>
                      <a:lnTo>
                        <a:pt x="819" y="306"/>
                      </a:lnTo>
                      <a:lnTo>
                        <a:pt x="820" y="306"/>
                      </a:lnTo>
                      <a:lnTo>
                        <a:pt x="822" y="306"/>
                      </a:lnTo>
                      <a:lnTo>
                        <a:pt x="823" y="306"/>
                      </a:lnTo>
                      <a:lnTo>
                        <a:pt x="825" y="306"/>
                      </a:lnTo>
                      <a:lnTo>
                        <a:pt x="826" y="305"/>
                      </a:lnTo>
                      <a:lnTo>
                        <a:pt x="828" y="305"/>
                      </a:lnTo>
                      <a:lnTo>
                        <a:pt x="829" y="305"/>
                      </a:lnTo>
                      <a:lnTo>
                        <a:pt x="831" y="305"/>
                      </a:lnTo>
                      <a:lnTo>
                        <a:pt x="832" y="305"/>
                      </a:lnTo>
                      <a:lnTo>
                        <a:pt x="833" y="305"/>
                      </a:lnTo>
                      <a:lnTo>
                        <a:pt x="835" y="305"/>
                      </a:lnTo>
                      <a:lnTo>
                        <a:pt x="836" y="305"/>
                      </a:lnTo>
                      <a:lnTo>
                        <a:pt x="838" y="304"/>
                      </a:lnTo>
                      <a:lnTo>
                        <a:pt x="839" y="304"/>
                      </a:lnTo>
                      <a:lnTo>
                        <a:pt x="841" y="304"/>
                      </a:lnTo>
                      <a:lnTo>
                        <a:pt x="842" y="304"/>
                      </a:lnTo>
                      <a:lnTo>
                        <a:pt x="844" y="304"/>
                      </a:lnTo>
                      <a:lnTo>
                        <a:pt x="845" y="304"/>
                      </a:lnTo>
                      <a:lnTo>
                        <a:pt x="847" y="303"/>
                      </a:lnTo>
                      <a:lnTo>
                        <a:pt x="848" y="303"/>
                      </a:lnTo>
                      <a:lnTo>
                        <a:pt x="849" y="303"/>
                      </a:lnTo>
                      <a:lnTo>
                        <a:pt x="851" y="303"/>
                      </a:lnTo>
                      <a:lnTo>
                        <a:pt x="852" y="303"/>
                      </a:lnTo>
                      <a:lnTo>
                        <a:pt x="854" y="303"/>
                      </a:lnTo>
                      <a:lnTo>
                        <a:pt x="855" y="303"/>
                      </a:lnTo>
                      <a:lnTo>
                        <a:pt x="857" y="303"/>
                      </a:lnTo>
                      <a:lnTo>
                        <a:pt x="858" y="302"/>
                      </a:lnTo>
                      <a:lnTo>
                        <a:pt x="860" y="302"/>
                      </a:lnTo>
                      <a:lnTo>
                        <a:pt x="861" y="302"/>
                      </a:lnTo>
                      <a:lnTo>
                        <a:pt x="862" y="302"/>
                      </a:lnTo>
                      <a:lnTo>
                        <a:pt x="864" y="302"/>
                      </a:lnTo>
                      <a:lnTo>
                        <a:pt x="865" y="302"/>
                      </a:lnTo>
                      <a:lnTo>
                        <a:pt x="867" y="301"/>
                      </a:lnTo>
                      <a:lnTo>
                        <a:pt x="868" y="301"/>
                      </a:lnTo>
                      <a:lnTo>
                        <a:pt x="870" y="301"/>
                      </a:lnTo>
                      <a:lnTo>
                        <a:pt x="871" y="301"/>
                      </a:lnTo>
                      <a:lnTo>
                        <a:pt x="873" y="301"/>
                      </a:lnTo>
                      <a:lnTo>
                        <a:pt x="874" y="301"/>
                      </a:lnTo>
                      <a:lnTo>
                        <a:pt x="876" y="301"/>
                      </a:lnTo>
                      <a:lnTo>
                        <a:pt x="877" y="301"/>
                      </a:lnTo>
                      <a:lnTo>
                        <a:pt x="878" y="300"/>
                      </a:lnTo>
                      <a:lnTo>
                        <a:pt x="880" y="300"/>
                      </a:lnTo>
                      <a:lnTo>
                        <a:pt x="881" y="300"/>
                      </a:lnTo>
                      <a:lnTo>
                        <a:pt x="883" y="300"/>
                      </a:lnTo>
                      <a:lnTo>
                        <a:pt x="884" y="300"/>
                      </a:lnTo>
                      <a:lnTo>
                        <a:pt x="886" y="300"/>
                      </a:lnTo>
                      <a:lnTo>
                        <a:pt x="887" y="299"/>
                      </a:lnTo>
                      <a:lnTo>
                        <a:pt x="889" y="299"/>
                      </a:lnTo>
                      <a:lnTo>
                        <a:pt x="890" y="299"/>
                      </a:lnTo>
                      <a:lnTo>
                        <a:pt x="891" y="299"/>
                      </a:lnTo>
                      <a:lnTo>
                        <a:pt x="893" y="299"/>
                      </a:lnTo>
                      <a:lnTo>
                        <a:pt x="894" y="299"/>
                      </a:lnTo>
                      <a:lnTo>
                        <a:pt x="896" y="299"/>
                      </a:lnTo>
                      <a:lnTo>
                        <a:pt x="897" y="298"/>
                      </a:lnTo>
                      <a:lnTo>
                        <a:pt x="899" y="298"/>
                      </a:lnTo>
                      <a:lnTo>
                        <a:pt x="900" y="298"/>
                      </a:lnTo>
                      <a:lnTo>
                        <a:pt x="902" y="298"/>
                      </a:lnTo>
                      <a:lnTo>
                        <a:pt x="903" y="298"/>
                      </a:lnTo>
                      <a:lnTo>
                        <a:pt x="905" y="297"/>
                      </a:lnTo>
                      <a:lnTo>
                        <a:pt x="906" y="297"/>
                      </a:lnTo>
                      <a:lnTo>
                        <a:pt x="907" y="297"/>
                      </a:lnTo>
                      <a:lnTo>
                        <a:pt x="909" y="297"/>
                      </a:lnTo>
                      <a:lnTo>
                        <a:pt x="910" y="297"/>
                      </a:lnTo>
                      <a:lnTo>
                        <a:pt x="912" y="297"/>
                      </a:lnTo>
                      <a:lnTo>
                        <a:pt x="913" y="296"/>
                      </a:lnTo>
                      <a:lnTo>
                        <a:pt x="915" y="296"/>
                      </a:lnTo>
                      <a:lnTo>
                        <a:pt x="916" y="296"/>
                      </a:lnTo>
                      <a:lnTo>
                        <a:pt x="918" y="296"/>
                      </a:lnTo>
                      <a:lnTo>
                        <a:pt x="919" y="296"/>
                      </a:lnTo>
                      <a:lnTo>
                        <a:pt x="920" y="296"/>
                      </a:lnTo>
                      <a:lnTo>
                        <a:pt x="922" y="296"/>
                      </a:lnTo>
                      <a:lnTo>
                        <a:pt x="923" y="295"/>
                      </a:lnTo>
                      <a:lnTo>
                        <a:pt x="925" y="295"/>
                      </a:lnTo>
                      <a:lnTo>
                        <a:pt x="926" y="295"/>
                      </a:lnTo>
                      <a:lnTo>
                        <a:pt x="928" y="295"/>
                      </a:lnTo>
                      <a:lnTo>
                        <a:pt x="929" y="295"/>
                      </a:lnTo>
                      <a:lnTo>
                        <a:pt x="931" y="295"/>
                      </a:lnTo>
                      <a:lnTo>
                        <a:pt x="932" y="295"/>
                      </a:lnTo>
                      <a:lnTo>
                        <a:pt x="934" y="294"/>
                      </a:lnTo>
                      <a:lnTo>
                        <a:pt x="935" y="294"/>
                      </a:lnTo>
                      <a:lnTo>
                        <a:pt x="936" y="294"/>
                      </a:lnTo>
                      <a:lnTo>
                        <a:pt x="938" y="294"/>
                      </a:lnTo>
                      <a:lnTo>
                        <a:pt x="939" y="294"/>
                      </a:lnTo>
                      <a:lnTo>
                        <a:pt x="941" y="293"/>
                      </a:lnTo>
                      <a:lnTo>
                        <a:pt x="942" y="293"/>
                      </a:lnTo>
                      <a:lnTo>
                        <a:pt x="944" y="293"/>
                      </a:lnTo>
                      <a:lnTo>
                        <a:pt x="945" y="293"/>
                      </a:lnTo>
                      <a:lnTo>
                        <a:pt x="947" y="293"/>
                      </a:lnTo>
                      <a:lnTo>
                        <a:pt x="948" y="293"/>
                      </a:lnTo>
                      <a:lnTo>
                        <a:pt x="949" y="293"/>
                      </a:lnTo>
                      <a:lnTo>
                        <a:pt x="951" y="293"/>
                      </a:lnTo>
                      <a:lnTo>
                        <a:pt x="952" y="292"/>
                      </a:lnTo>
                      <a:lnTo>
                        <a:pt x="954" y="292"/>
                      </a:lnTo>
                      <a:lnTo>
                        <a:pt x="955" y="292"/>
                      </a:lnTo>
                      <a:lnTo>
                        <a:pt x="957" y="292"/>
                      </a:lnTo>
                      <a:lnTo>
                        <a:pt x="958" y="292"/>
                      </a:lnTo>
                      <a:lnTo>
                        <a:pt x="960" y="291"/>
                      </a:lnTo>
                      <a:lnTo>
                        <a:pt x="961" y="291"/>
                      </a:lnTo>
                      <a:lnTo>
                        <a:pt x="963" y="291"/>
                      </a:lnTo>
                      <a:lnTo>
                        <a:pt x="964" y="291"/>
                      </a:lnTo>
                      <a:lnTo>
                        <a:pt x="965" y="291"/>
                      </a:lnTo>
                      <a:lnTo>
                        <a:pt x="967" y="291"/>
                      </a:lnTo>
                      <a:lnTo>
                        <a:pt x="968" y="291"/>
                      </a:lnTo>
                      <a:lnTo>
                        <a:pt x="970" y="290"/>
                      </a:lnTo>
                      <a:lnTo>
                        <a:pt x="971" y="290"/>
                      </a:lnTo>
                      <a:lnTo>
                        <a:pt x="973" y="290"/>
                      </a:lnTo>
                      <a:lnTo>
                        <a:pt x="974" y="290"/>
                      </a:lnTo>
                      <a:lnTo>
                        <a:pt x="976" y="290"/>
                      </a:lnTo>
                      <a:lnTo>
                        <a:pt x="977" y="289"/>
                      </a:lnTo>
                      <a:lnTo>
                        <a:pt x="978" y="289"/>
                      </a:lnTo>
                      <a:lnTo>
                        <a:pt x="980" y="289"/>
                      </a:lnTo>
                      <a:lnTo>
                        <a:pt x="981" y="289"/>
                      </a:lnTo>
                      <a:lnTo>
                        <a:pt x="983" y="289"/>
                      </a:lnTo>
                      <a:lnTo>
                        <a:pt x="984" y="289"/>
                      </a:lnTo>
                      <a:lnTo>
                        <a:pt x="986" y="289"/>
                      </a:lnTo>
                      <a:lnTo>
                        <a:pt x="987" y="288"/>
                      </a:lnTo>
                      <a:lnTo>
                        <a:pt x="989" y="288"/>
                      </a:lnTo>
                      <a:lnTo>
                        <a:pt x="990" y="288"/>
                      </a:lnTo>
                      <a:lnTo>
                        <a:pt x="992" y="288"/>
                      </a:lnTo>
                      <a:lnTo>
                        <a:pt x="993" y="288"/>
                      </a:lnTo>
                      <a:lnTo>
                        <a:pt x="994" y="288"/>
                      </a:lnTo>
                      <a:lnTo>
                        <a:pt x="996" y="287"/>
                      </a:lnTo>
                      <a:lnTo>
                        <a:pt x="997" y="287"/>
                      </a:lnTo>
                      <a:lnTo>
                        <a:pt x="999" y="287"/>
                      </a:lnTo>
                      <a:lnTo>
                        <a:pt x="1000" y="287"/>
                      </a:lnTo>
                      <a:lnTo>
                        <a:pt x="1002" y="287"/>
                      </a:lnTo>
                      <a:lnTo>
                        <a:pt x="1003" y="287"/>
                      </a:lnTo>
                      <a:lnTo>
                        <a:pt x="1005" y="287"/>
                      </a:lnTo>
                      <a:lnTo>
                        <a:pt x="1006" y="287"/>
                      </a:lnTo>
                      <a:lnTo>
                        <a:pt x="1007" y="286"/>
                      </a:lnTo>
                      <a:lnTo>
                        <a:pt x="1009" y="286"/>
                      </a:lnTo>
                      <a:lnTo>
                        <a:pt x="1010" y="286"/>
                      </a:lnTo>
                      <a:lnTo>
                        <a:pt x="1012" y="286"/>
                      </a:lnTo>
                      <a:lnTo>
                        <a:pt x="1013" y="286"/>
                      </a:lnTo>
                      <a:lnTo>
                        <a:pt x="1015" y="286"/>
                      </a:lnTo>
                      <a:lnTo>
                        <a:pt x="1016" y="285"/>
                      </a:lnTo>
                      <a:lnTo>
                        <a:pt x="1018" y="285"/>
                      </a:lnTo>
                      <a:lnTo>
                        <a:pt x="1019" y="285"/>
                      </a:lnTo>
                      <a:lnTo>
                        <a:pt x="1021" y="285"/>
                      </a:lnTo>
                      <a:lnTo>
                        <a:pt x="1022" y="285"/>
                      </a:lnTo>
                      <a:lnTo>
                        <a:pt x="1023" y="284"/>
                      </a:lnTo>
                      <a:lnTo>
                        <a:pt x="1025" y="284"/>
                      </a:lnTo>
                      <a:lnTo>
                        <a:pt x="1026" y="284"/>
                      </a:lnTo>
                      <a:lnTo>
                        <a:pt x="1028" y="284"/>
                      </a:lnTo>
                      <a:lnTo>
                        <a:pt x="1029" y="284"/>
                      </a:lnTo>
                      <a:lnTo>
                        <a:pt x="1031" y="284"/>
                      </a:lnTo>
                      <a:lnTo>
                        <a:pt x="1032" y="283"/>
                      </a:lnTo>
                      <a:lnTo>
                        <a:pt x="1034" y="283"/>
                      </a:lnTo>
                      <a:lnTo>
                        <a:pt x="1035" y="283"/>
                      </a:lnTo>
                      <a:lnTo>
                        <a:pt x="1036" y="283"/>
                      </a:lnTo>
                      <a:lnTo>
                        <a:pt x="1038" y="283"/>
                      </a:lnTo>
                      <a:lnTo>
                        <a:pt x="1039" y="283"/>
                      </a:lnTo>
                      <a:lnTo>
                        <a:pt x="1041" y="282"/>
                      </a:lnTo>
                      <a:lnTo>
                        <a:pt x="1042" y="282"/>
                      </a:lnTo>
                      <a:lnTo>
                        <a:pt x="1044" y="282"/>
                      </a:lnTo>
                      <a:lnTo>
                        <a:pt x="1045" y="282"/>
                      </a:lnTo>
                      <a:lnTo>
                        <a:pt x="1047" y="282"/>
                      </a:lnTo>
                      <a:lnTo>
                        <a:pt x="1048" y="282"/>
                      </a:lnTo>
                      <a:lnTo>
                        <a:pt x="1050" y="281"/>
                      </a:lnTo>
                      <a:lnTo>
                        <a:pt x="1051" y="281"/>
                      </a:lnTo>
                      <a:lnTo>
                        <a:pt x="1052" y="281"/>
                      </a:lnTo>
                      <a:lnTo>
                        <a:pt x="1054" y="281"/>
                      </a:lnTo>
                      <a:lnTo>
                        <a:pt x="1055" y="280"/>
                      </a:lnTo>
                      <a:lnTo>
                        <a:pt x="1057" y="280"/>
                      </a:lnTo>
                      <a:lnTo>
                        <a:pt x="1058" y="280"/>
                      </a:lnTo>
                      <a:lnTo>
                        <a:pt x="1060" y="280"/>
                      </a:lnTo>
                      <a:lnTo>
                        <a:pt x="1061" y="280"/>
                      </a:lnTo>
                      <a:lnTo>
                        <a:pt x="1063" y="280"/>
                      </a:lnTo>
                      <a:lnTo>
                        <a:pt x="1064" y="280"/>
                      </a:lnTo>
                      <a:lnTo>
                        <a:pt x="1065" y="280"/>
                      </a:lnTo>
                      <a:lnTo>
                        <a:pt x="1067" y="280"/>
                      </a:lnTo>
                      <a:lnTo>
                        <a:pt x="1068" y="279"/>
                      </a:lnTo>
                      <a:lnTo>
                        <a:pt x="1070" y="279"/>
                      </a:lnTo>
                      <a:lnTo>
                        <a:pt x="1071" y="279"/>
                      </a:lnTo>
                      <a:lnTo>
                        <a:pt x="1073" y="279"/>
                      </a:lnTo>
                      <a:lnTo>
                        <a:pt x="1074" y="279"/>
                      </a:lnTo>
                      <a:lnTo>
                        <a:pt x="1076" y="278"/>
                      </a:lnTo>
                      <a:lnTo>
                        <a:pt x="1077" y="278"/>
                      </a:lnTo>
                      <a:lnTo>
                        <a:pt x="1079" y="278"/>
                      </a:lnTo>
                      <a:lnTo>
                        <a:pt x="1080" y="278"/>
                      </a:lnTo>
                      <a:lnTo>
                        <a:pt x="1081" y="278"/>
                      </a:lnTo>
                      <a:lnTo>
                        <a:pt x="1083" y="277"/>
                      </a:lnTo>
                      <a:lnTo>
                        <a:pt x="1084" y="277"/>
                      </a:lnTo>
                      <a:lnTo>
                        <a:pt x="1086" y="277"/>
                      </a:lnTo>
                      <a:lnTo>
                        <a:pt x="1087" y="277"/>
                      </a:lnTo>
                      <a:lnTo>
                        <a:pt x="1089" y="277"/>
                      </a:lnTo>
                      <a:lnTo>
                        <a:pt x="1090" y="277"/>
                      </a:lnTo>
                      <a:lnTo>
                        <a:pt x="1092" y="277"/>
                      </a:lnTo>
                      <a:lnTo>
                        <a:pt x="1093" y="276"/>
                      </a:lnTo>
                      <a:lnTo>
                        <a:pt x="1094" y="276"/>
                      </a:lnTo>
                      <a:lnTo>
                        <a:pt x="1096" y="276"/>
                      </a:lnTo>
                      <a:lnTo>
                        <a:pt x="1097" y="276"/>
                      </a:lnTo>
                      <a:lnTo>
                        <a:pt x="1099" y="276"/>
                      </a:lnTo>
                      <a:lnTo>
                        <a:pt x="1100" y="276"/>
                      </a:lnTo>
                      <a:lnTo>
                        <a:pt x="1102" y="275"/>
                      </a:lnTo>
                      <a:lnTo>
                        <a:pt x="1103" y="275"/>
                      </a:lnTo>
                      <a:lnTo>
                        <a:pt x="1105" y="275"/>
                      </a:lnTo>
                      <a:lnTo>
                        <a:pt x="1106" y="275"/>
                      </a:lnTo>
                      <a:lnTo>
                        <a:pt x="1108" y="274"/>
                      </a:lnTo>
                      <a:lnTo>
                        <a:pt x="1109" y="274"/>
                      </a:lnTo>
                      <a:lnTo>
                        <a:pt x="1110" y="274"/>
                      </a:lnTo>
                      <a:lnTo>
                        <a:pt x="1112" y="274"/>
                      </a:lnTo>
                      <a:lnTo>
                        <a:pt x="1113" y="274"/>
                      </a:lnTo>
                      <a:lnTo>
                        <a:pt x="1115" y="274"/>
                      </a:lnTo>
                      <a:lnTo>
                        <a:pt x="1116" y="274"/>
                      </a:lnTo>
                      <a:lnTo>
                        <a:pt x="1118" y="273"/>
                      </a:lnTo>
                      <a:lnTo>
                        <a:pt x="1119" y="274"/>
                      </a:lnTo>
                      <a:lnTo>
                        <a:pt x="1121" y="273"/>
                      </a:lnTo>
                      <a:lnTo>
                        <a:pt x="1122" y="273"/>
                      </a:lnTo>
                      <a:lnTo>
                        <a:pt x="1123" y="273"/>
                      </a:lnTo>
                      <a:lnTo>
                        <a:pt x="1125" y="273"/>
                      </a:lnTo>
                      <a:lnTo>
                        <a:pt x="1126" y="273"/>
                      </a:lnTo>
                      <a:lnTo>
                        <a:pt x="1128" y="272"/>
                      </a:lnTo>
                      <a:lnTo>
                        <a:pt x="1129" y="272"/>
                      </a:lnTo>
                      <a:lnTo>
                        <a:pt x="1131" y="272"/>
                      </a:lnTo>
                      <a:lnTo>
                        <a:pt x="1132" y="272"/>
                      </a:lnTo>
                      <a:lnTo>
                        <a:pt x="1134" y="272"/>
                      </a:lnTo>
                      <a:lnTo>
                        <a:pt x="1135" y="271"/>
                      </a:lnTo>
                      <a:lnTo>
                        <a:pt x="1137" y="271"/>
                      </a:lnTo>
                      <a:lnTo>
                        <a:pt x="1138" y="271"/>
                      </a:lnTo>
                      <a:lnTo>
                        <a:pt x="1139" y="271"/>
                      </a:lnTo>
                      <a:lnTo>
                        <a:pt x="1141" y="271"/>
                      </a:lnTo>
                      <a:lnTo>
                        <a:pt x="1142" y="271"/>
                      </a:lnTo>
                      <a:lnTo>
                        <a:pt x="1144" y="270"/>
                      </a:lnTo>
                      <a:lnTo>
                        <a:pt x="1145" y="270"/>
                      </a:lnTo>
                      <a:lnTo>
                        <a:pt x="1147" y="270"/>
                      </a:lnTo>
                      <a:lnTo>
                        <a:pt x="1148" y="270"/>
                      </a:lnTo>
                      <a:lnTo>
                        <a:pt x="1150" y="270"/>
                      </a:lnTo>
                      <a:lnTo>
                        <a:pt x="1151" y="270"/>
                      </a:lnTo>
                      <a:lnTo>
                        <a:pt x="1152" y="269"/>
                      </a:lnTo>
                      <a:lnTo>
                        <a:pt x="1154" y="269"/>
                      </a:lnTo>
                      <a:lnTo>
                        <a:pt x="1155" y="269"/>
                      </a:lnTo>
                      <a:lnTo>
                        <a:pt x="1157" y="269"/>
                      </a:lnTo>
                      <a:lnTo>
                        <a:pt x="1158" y="269"/>
                      </a:lnTo>
                      <a:lnTo>
                        <a:pt x="1160" y="268"/>
                      </a:lnTo>
                      <a:lnTo>
                        <a:pt x="1161" y="268"/>
                      </a:lnTo>
                      <a:lnTo>
                        <a:pt x="1163" y="268"/>
                      </a:lnTo>
                      <a:lnTo>
                        <a:pt x="1164" y="268"/>
                      </a:lnTo>
                      <a:lnTo>
                        <a:pt x="1166" y="268"/>
                      </a:lnTo>
                      <a:lnTo>
                        <a:pt x="1167" y="268"/>
                      </a:lnTo>
                      <a:lnTo>
                        <a:pt x="1168" y="267"/>
                      </a:lnTo>
                      <a:lnTo>
                        <a:pt x="1170" y="267"/>
                      </a:lnTo>
                      <a:lnTo>
                        <a:pt x="1171" y="267"/>
                      </a:lnTo>
                      <a:lnTo>
                        <a:pt x="1173" y="267"/>
                      </a:lnTo>
                      <a:lnTo>
                        <a:pt x="1174" y="267"/>
                      </a:lnTo>
                      <a:lnTo>
                        <a:pt x="1176" y="267"/>
                      </a:lnTo>
                      <a:lnTo>
                        <a:pt x="1177" y="266"/>
                      </a:lnTo>
                      <a:lnTo>
                        <a:pt x="1179" y="266"/>
                      </a:lnTo>
                      <a:lnTo>
                        <a:pt x="1180" y="266"/>
                      </a:lnTo>
                      <a:lnTo>
                        <a:pt x="1181" y="266"/>
                      </a:lnTo>
                      <a:lnTo>
                        <a:pt x="1183" y="266"/>
                      </a:lnTo>
                      <a:lnTo>
                        <a:pt x="1184" y="266"/>
                      </a:lnTo>
                      <a:lnTo>
                        <a:pt x="1186" y="265"/>
                      </a:lnTo>
                      <a:lnTo>
                        <a:pt x="1187" y="265"/>
                      </a:lnTo>
                      <a:lnTo>
                        <a:pt x="1189" y="265"/>
                      </a:lnTo>
                      <a:lnTo>
                        <a:pt x="1190" y="265"/>
                      </a:lnTo>
                      <a:lnTo>
                        <a:pt x="1192" y="265"/>
                      </a:lnTo>
                      <a:lnTo>
                        <a:pt x="1193" y="265"/>
                      </a:lnTo>
                      <a:lnTo>
                        <a:pt x="1195" y="264"/>
                      </a:lnTo>
                      <a:lnTo>
                        <a:pt x="1196" y="264"/>
                      </a:lnTo>
                      <a:lnTo>
                        <a:pt x="1197" y="264"/>
                      </a:lnTo>
                      <a:lnTo>
                        <a:pt x="1199" y="264"/>
                      </a:lnTo>
                      <a:lnTo>
                        <a:pt x="1200" y="264"/>
                      </a:lnTo>
                      <a:lnTo>
                        <a:pt x="1202" y="263"/>
                      </a:lnTo>
                      <a:lnTo>
                        <a:pt x="1203" y="263"/>
                      </a:lnTo>
                      <a:lnTo>
                        <a:pt x="1205" y="263"/>
                      </a:lnTo>
                      <a:lnTo>
                        <a:pt x="1206" y="263"/>
                      </a:lnTo>
                      <a:lnTo>
                        <a:pt x="1208" y="263"/>
                      </a:lnTo>
                      <a:lnTo>
                        <a:pt x="1209" y="263"/>
                      </a:lnTo>
                      <a:lnTo>
                        <a:pt x="1210" y="262"/>
                      </a:lnTo>
                      <a:lnTo>
                        <a:pt x="1212" y="262"/>
                      </a:lnTo>
                      <a:lnTo>
                        <a:pt x="1213" y="262"/>
                      </a:lnTo>
                      <a:lnTo>
                        <a:pt x="1215" y="262"/>
                      </a:lnTo>
                      <a:lnTo>
                        <a:pt x="1216" y="262"/>
                      </a:lnTo>
                      <a:lnTo>
                        <a:pt x="1218" y="262"/>
                      </a:lnTo>
                      <a:lnTo>
                        <a:pt x="1219" y="262"/>
                      </a:lnTo>
                      <a:lnTo>
                        <a:pt x="1221" y="261"/>
                      </a:lnTo>
                      <a:lnTo>
                        <a:pt x="1222" y="261"/>
                      </a:lnTo>
                      <a:lnTo>
                        <a:pt x="1224" y="261"/>
                      </a:lnTo>
                      <a:lnTo>
                        <a:pt x="1225" y="261"/>
                      </a:lnTo>
                      <a:lnTo>
                        <a:pt x="1226" y="261"/>
                      </a:lnTo>
                      <a:lnTo>
                        <a:pt x="1228" y="260"/>
                      </a:lnTo>
                      <a:lnTo>
                        <a:pt x="1229" y="260"/>
                      </a:lnTo>
                      <a:lnTo>
                        <a:pt x="1231" y="260"/>
                      </a:lnTo>
                      <a:lnTo>
                        <a:pt x="1232" y="260"/>
                      </a:lnTo>
                      <a:lnTo>
                        <a:pt x="1234" y="260"/>
                      </a:lnTo>
                      <a:lnTo>
                        <a:pt x="1235" y="260"/>
                      </a:lnTo>
                      <a:lnTo>
                        <a:pt x="1237" y="259"/>
                      </a:lnTo>
                      <a:lnTo>
                        <a:pt x="1238" y="259"/>
                      </a:lnTo>
                      <a:lnTo>
                        <a:pt x="1239" y="259"/>
                      </a:lnTo>
                      <a:lnTo>
                        <a:pt x="1241" y="259"/>
                      </a:lnTo>
                      <a:lnTo>
                        <a:pt x="1242" y="259"/>
                      </a:lnTo>
                      <a:lnTo>
                        <a:pt x="1244" y="258"/>
                      </a:lnTo>
                      <a:lnTo>
                        <a:pt x="1245" y="258"/>
                      </a:lnTo>
                      <a:lnTo>
                        <a:pt x="1247" y="258"/>
                      </a:lnTo>
                      <a:lnTo>
                        <a:pt x="1248" y="258"/>
                      </a:lnTo>
                      <a:lnTo>
                        <a:pt x="1250" y="258"/>
                      </a:lnTo>
                      <a:lnTo>
                        <a:pt x="1251" y="257"/>
                      </a:lnTo>
                      <a:lnTo>
                        <a:pt x="1253" y="257"/>
                      </a:lnTo>
                      <a:lnTo>
                        <a:pt x="1254" y="257"/>
                      </a:lnTo>
                      <a:lnTo>
                        <a:pt x="1255" y="257"/>
                      </a:lnTo>
                      <a:lnTo>
                        <a:pt x="1257" y="257"/>
                      </a:lnTo>
                      <a:lnTo>
                        <a:pt x="1258" y="257"/>
                      </a:lnTo>
                      <a:lnTo>
                        <a:pt x="1260" y="256"/>
                      </a:lnTo>
                      <a:lnTo>
                        <a:pt x="1261" y="257"/>
                      </a:lnTo>
                      <a:lnTo>
                        <a:pt x="1263" y="256"/>
                      </a:lnTo>
                      <a:lnTo>
                        <a:pt x="1264" y="256"/>
                      </a:lnTo>
                      <a:lnTo>
                        <a:pt x="1266" y="256"/>
                      </a:lnTo>
                      <a:lnTo>
                        <a:pt x="1267" y="256"/>
                      </a:lnTo>
                      <a:lnTo>
                        <a:pt x="1268" y="256"/>
                      </a:lnTo>
                      <a:lnTo>
                        <a:pt x="1270" y="255"/>
                      </a:lnTo>
                      <a:lnTo>
                        <a:pt x="1271" y="255"/>
                      </a:lnTo>
                      <a:lnTo>
                        <a:pt x="1273" y="255"/>
                      </a:lnTo>
                      <a:lnTo>
                        <a:pt x="1274" y="255"/>
                      </a:lnTo>
                      <a:lnTo>
                        <a:pt x="1276" y="255"/>
                      </a:lnTo>
                      <a:lnTo>
                        <a:pt x="1277" y="254"/>
                      </a:lnTo>
                      <a:lnTo>
                        <a:pt x="1279" y="254"/>
                      </a:lnTo>
                      <a:lnTo>
                        <a:pt x="1280" y="254"/>
                      </a:lnTo>
                      <a:lnTo>
                        <a:pt x="1282" y="254"/>
                      </a:lnTo>
                      <a:lnTo>
                        <a:pt x="1283" y="254"/>
                      </a:lnTo>
                      <a:lnTo>
                        <a:pt x="1284" y="253"/>
                      </a:lnTo>
                      <a:lnTo>
                        <a:pt x="1286" y="253"/>
                      </a:lnTo>
                      <a:lnTo>
                        <a:pt x="1287" y="253"/>
                      </a:lnTo>
                      <a:lnTo>
                        <a:pt x="1289" y="253"/>
                      </a:lnTo>
                      <a:lnTo>
                        <a:pt x="1290" y="253"/>
                      </a:lnTo>
                      <a:lnTo>
                        <a:pt x="1292" y="252"/>
                      </a:lnTo>
                      <a:lnTo>
                        <a:pt x="1293" y="252"/>
                      </a:lnTo>
                      <a:lnTo>
                        <a:pt x="1295" y="252"/>
                      </a:lnTo>
                      <a:lnTo>
                        <a:pt x="1296" y="252"/>
                      </a:lnTo>
                      <a:lnTo>
                        <a:pt x="1297" y="252"/>
                      </a:lnTo>
                      <a:lnTo>
                        <a:pt x="1299" y="252"/>
                      </a:lnTo>
                      <a:lnTo>
                        <a:pt x="1300" y="252"/>
                      </a:lnTo>
                      <a:lnTo>
                        <a:pt x="1302" y="251"/>
                      </a:lnTo>
                      <a:lnTo>
                        <a:pt x="1303" y="251"/>
                      </a:lnTo>
                      <a:lnTo>
                        <a:pt x="1305" y="251"/>
                      </a:lnTo>
                      <a:lnTo>
                        <a:pt x="1306" y="251"/>
                      </a:lnTo>
                      <a:lnTo>
                        <a:pt x="1308" y="251"/>
                      </a:lnTo>
                      <a:lnTo>
                        <a:pt x="1309" y="251"/>
                      </a:lnTo>
                      <a:lnTo>
                        <a:pt x="1311" y="251"/>
                      </a:lnTo>
                      <a:lnTo>
                        <a:pt x="1312" y="250"/>
                      </a:lnTo>
                      <a:lnTo>
                        <a:pt x="1313" y="250"/>
                      </a:lnTo>
                      <a:lnTo>
                        <a:pt x="1315" y="250"/>
                      </a:lnTo>
                      <a:lnTo>
                        <a:pt x="1316" y="250"/>
                      </a:lnTo>
                      <a:lnTo>
                        <a:pt x="1318" y="249"/>
                      </a:lnTo>
                      <a:lnTo>
                        <a:pt x="1319" y="249"/>
                      </a:lnTo>
                      <a:lnTo>
                        <a:pt x="1321" y="249"/>
                      </a:lnTo>
                      <a:lnTo>
                        <a:pt x="1322" y="249"/>
                      </a:lnTo>
                      <a:lnTo>
                        <a:pt x="1324" y="249"/>
                      </a:lnTo>
                      <a:lnTo>
                        <a:pt x="1325" y="249"/>
                      </a:lnTo>
                      <a:lnTo>
                        <a:pt x="1326" y="248"/>
                      </a:lnTo>
                      <a:lnTo>
                        <a:pt x="1328" y="248"/>
                      </a:lnTo>
                      <a:lnTo>
                        <a:pt x="1329" y="248"/>
                      </a:lnTo>
                      <a:lnTo>
                        <a:pt x="1331" y="248"/>
                      </a:lnTo>
                      <a:lnTo>
                        <a:pt x="1332" y="248"/>
                      </a:lnTo>
                      <a:lnTo>
                        <a:pt x="1334" y="248"/>
                      </a:lnTo>
                      <a:lnTo>
                        <a:pt x="1335" y="247"/>
                      </a:lnTo>
                      <a:lnTo>
                        <a:pt x="1337" y="247"/>
                      </a:lnTo>
                      <a:lnTo>
                        <a:pt x="1338" y="247"/>
                      </a:lnTo>
                      <a:lnTo>
                        <a:pt x="1340" y="247"/>
                      </a:lnTo>
                      <a:lnTo>
                        <a:pt x="1341" y="247"/>
                      </a:lnTo>
                      <a:lnTo>
                        <a:pt x="1342" y="247"/>
                      </a:lnTo>
                      <a:lnTo>
                        <a:pt x="1344" y="246"/>
                      </a:lnTo>
                      <a:lnTo>
                        <a:pt x="1345" y="246"/>
                      </a:lnTo>
                      <a:lnTo>
                        <a:pt x="1347" y="246"/>
                      </a:lnTo>
                      <a:lnTo>
                        <a:pt x="1348" y="246"/>
                      </a:lnTo>
                      <a:lnTo>
                        <a:pt x="1350" y="246"/>
                      </a:lnTo>
                      <a:lnTo>
                        <a:pt x="1351" y="246"/>
                      </a:lnTo>
                      <a:lnTo>
                        <a:pt x="1353" y="245"/>
                      </a:lnTo>
                      <a:lnTo>
                        <a:pt x="1354" y="245"/>
                      </a:lnTo>
                      <a:lnTo>
                        <a:pt x="1355" y="245"/>
                      </a:lnTo>
                      <a:lnTo>
                        <a:pt x="1357" y="245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6347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3" name="Google Shape;1033;p19"/>
                <p:cNvSpPr/>
                <p:nvPr/>
              </p:nvSpPr>
              <p:spPr>
                <a:xfrm flipH="1" rot="10800000">
                  <a:off x="3179763" y="2046288"/>
                  <a:ext cx="3584575" cy="1323975"/>
                </a:xfrm>
                <a:custGeom>
                  <a:rect b="b" l="l" r="r" t="t"/>
                  <a:pathLst>
                    <a:path extrusionOk="0" h="601" w="1357">
                      <a:moveTo>
                        <a:pt x="0" y="65"/>
                      </a:moveTo>
                      <a:lnTo>
                        <a:pt x="1" y="64"/>
                      </a:lnTo>
                      <a:lnTo>
                        <a:pt x="3" y="64"/>
                      </a:lnTo>
                      <a:lnTo>
                        <a:pt x="4" y="64"/>
                      </a:lnTo>
                      <a:lnTo>
                        <a:pt x="6" y="64"/>
                      </a:lnTo>
                      <a:lnTo>
                        <a:pt x="7" y="64"/>
                      </a:lnTo>
                      <a:lnTo>
                        <a:pt x="8" y="64"/>
                      </a:lnTo>
                      <a:lnTo>
                        <a:pt x="10" y="64"/>
                      </a:lnTo>
                      <a:lnTo>
                        <a:pt x="11" y="64"/>
                      </a:lnTo>
                      <a:lnTo>
                        <a:pt x="13" y="64"/>
                      </a:lnTo>
                      <a:lnTo>
                        <a:pt x="14" y="64"/>
                      </a:lnTo>
                      <a:lnTo>
                        <a:pt x="16" y="64"/>
                      </a:lnTo>
                      <a:lnTo>
                        <a:pt x="17" y="64"/>
                      </a:lnTo>
                      <a:lnTo>
                        <a:pt x="19" y="64"/>
                      </a:lnTo>
                      <a:lnTo>
                        <a:pt x="20" y="64"/>
                      </a:lnTo>
                      <a:lnTo>
                        <a:pt x="21" y="64"/>
                      </a:lnTo>
                      <a:lnTo>
                        <a:pt x="23" y="64"/>
                      </a:lnTo>
                      <a:lnTo>
                        <a:pt x="24" y="64"/>
                      </a:lnTo>
                      <a:lnTo>
                        <a:pt x="26" y="64"/>
                      </a:lnTo>
                      <a:lnTo>
                        <a:pt x="27" y="64"/>
                      </a:lnTo>
                      <a:lnTo>
                        <a:pt x="29" y="64"/>
                      </a:lnTo>
                      <a:lnTo>
                        <a:pt x="30" y="64"/>
                      </a:lnTo>
                      <a:lnTo>
                        <a:pt x="32" y="64"/>
                      </a:lnTo>
                      <a:lnTo>
                        <a:pt x="33" y="64"/>
                      </a:lnTo>
                      <a:lnTo>
                        <a:pt x="35" y="64"/>
                      </a:lnTo>
                      <a:lnTo>
                        <a:pt x="36" y="64"/>
                      </a:lnTo>
                      <a:lnTo>
                        <a:pt x="37" y="64"/>
                      </a:lnTo>
                      <a:lnTo>
                        <a:pt x="39" y="64"/>
                      </a:lnTo>
                      <a:lnTo>
                        <a:pt x="40" y="64"/>
                      </a:lnTo>
                      <a:lnTo>
                        <a:pt x="42" y="64"/>
                      </a:lnTo>
                      <a:lnTo>
                        <a:pt x="43" y="64"/>
                      </a:lnTo>
                      <a:lnTo>
                        <a:pt x="45" y="64"/>
                      </a:lnTo>
                      <a:lnTo>
                        <a:pt x="46" y="64"/>
                      </a:lnTo>
                      <a:lnTo>
                        <a:pt x="48" y="64"/>
                      </a:lnTo>
                      <a:lnTo>
                        <a:pt x="49" y="64"/>
                      </a:lnTo>
                      <a:lnTo>
                        <a:pt x="50" y="64"/>
                      </a:lnTo>
                      <a:lnTo>
                        <a:pt x="52" y="64"/>
                      </a:lnTo>
                      <a:lnTo>
                        <a:pt x="53" y="64"/>
                      </a:lnTo>
                      <a:lnTo>
                        <a:pt x="55" y="64"/>
                      </a:lnTo>
                      <a:lnTo>
                        <a:pt x="56" y="64"/>
                      </a:lnTo>
                      <a:lnTo>
                        <a:pt x="58" y="64"/>
                      </a:lnTo>
                      <a:lnTo>
                        <a:pt x="59" y="64"/>
                      </a:lnTo>
                      <a:lnTo>
                        <a:pt x="61" y="64"/>
                      </a:lnTo>
                      <a:lnTo>
                        <a:pt x="62" y="64"/>
                      </a:lnTo>
                      <a:lnTo>
                        <a:pt x="64" y="64"/>
                      </a:lnTo>
                      <a:lnTo>
                        <a:pt x="65" y="64"/>
                      </a:lnTo>
                      <a:lnTo>
                        <a:pt x="66" y="64"/>
                      </a:lnTo>
                      <a:lnTo>
                        <a:pt x="68" y="64"/>
                      </a:lnTo>
                      <a:lnTo>
                        <a:pt x="69" y="64"/>
                      </a:lnTo>
                      <a:lnTo>
                        <a:pt x="71" y="64"/>
                      </a:lnTo>
                      <a:lnTo>
                        <a:pt x="72" y="64"/>
                      </a:lnTo>
                      <a:lnTo>
                        <a:pt x="74" y="64"/>
                      </a:lnTo>
                      <a:lnTo>
                        <a:pt x="75" y="64"/>
                      </a:lnTo>
                      <a:lnTo>
                        <a:pt x="77" y="64"/>
                      </a:lnTo>
                      <a:lnTo>
                        <a:pt x="78" y="64"/>
                      </a:lnTo>
                      <a:lnTo>
                        <a:pt x="79" y="64"/>
                      </a:lnTo>
                      <a:lnTo>
                        <a:pt x="81" y="64"/>
                      </a:lnTo>
                      <a:lnTo>
                        <a:pt x="82" y="64"/>
                      </a:lnTo>
                      <a:lnTo>
                        <a:pt x="84" y="64"/>
                      </a:lnTo>
                      <a:lnTo>
                        <a:pt x="85" y="64"/>
                      </a:lnTo>
                      <a:lnTo>
                        <a:pt x="87" y="64"/>
                      </a:lnTo>
                      <a:lnTo>
                        <a:pt x="88" y="64"/>
                      </a:lnTo>
                      <a:lnTo>
                        <a:pt x="90" y="64"/>
                      </a:lnTo>
                      <a:lnTo>
                        <a:pt x="91" y="64"/>
                      </a:lnTo>
                      <a:lnTo>
                        <a:pt x="93" y="64"/>
                      </a:lnTo>
                      <a:lnTo>
                        <a:pt x="94" y="64"/>
                      </a:lnTo>
                      <a:lnTo>
                        <a:pt x="95" y="64"/>
                      </a:lnTo>
                      <a:lnTo>
                        <a:pt x="97" y="64"/>
                      </a:lnTo>
                      <a:lnTo>
                        <a:pt x="98" y="64"/>
                      </a:lnTo>
                      <a:lnTo>
                        <a:pt x="100" y="64"/>
                      </a:lnTo>
                      <a:lnTo>
                        <a:pt x="101" y="64"/>
                      </a:lnTo>
                      <a:lnTo>
                        <a:pt x="103" y="64"/>
                      </a:lnTo>
                      <a:lnTo>
                        <a:pt x="104" y="64"/>
                      </a:lnTo>
                      <a:lnTo>
                        <a:pt x="106" y="63"/>
                      </a:lnTo>
                      <a:lnTo>
                        <a:pt x="107" y="64"/>
                      </a:lnTo>
                      <a:lnTo>
                        <a:pt x="108" y="63"/>
                      </a:lnTo>
                      <a:lnTo>
                        <a:pt x="110" y="63"/>
                      </a:lnTo>
                      <a:lnTo>
                        <a:pt x="111" y="63"/>
                      </a:lnTo>
                      <a:lnTo>
                        <a:pt x="113" y="51"/>
                      </a:lnTo>
                      <a:lnTo>
                        <a:pt x="114" y="42"/>
                      </a:lnTo>
                      <a:lnTo>
                        <a:pt x="116" y="32"/>
                      </a:lnTo>
                      <a:lnTo>
                        <a:pt x="117" y="23"/>
                      </a:lnTo>
                      <a:lnTo>
                        <a:pt x="119" y="15"/>
                      </a:lnTo>
                      <a:lnTo>
                        <a:pt x="120" y="9"/>
                      </a:lnTo>
                      <a:lnTo>
                        <a:pt x="122" y="4"/>
                      </a:lnTo>
                      <a:lnTo>
                        <a:pt x="123" y="1"/>
                      </a:lnTo>
                      <a:lnTo>
                        <a:pt x="124" y="0"/>
                      </a:lnTo>
                      <a:lnTo>
                        <a:pt x="126" y="0"/>
                      </a:lnTo>
                      <a:lnTo>
                        <a:pt x="127" y="3"/>
                      </a:lnTo>
                      <a:lnTo>
                        <a:pt x="129" y="8"/>
                      </a:lnTo>
                      <a:lnTo>
                        <a:pt x="130" y="13"/>
                      </a:lnTo>
                      <a:lnTo>
                        <a:pt x="132" y="21"/>
                      </a:lnTo>
                      <a:lnTo>
                        <a:pt x="133" y="28"/>
                      </a:lnTo>
                      <a:lnTo>
                        <a:pt x="135" y="37"/>
                      </a:lnTo>
                      <a:lnTo>
                        <a:pt x="136" y="46"/>
                      </a:lnTo>
                      <a:lnTo>
                        <a:pt x="137" y="55"/>
                      </a:lnTo>
                      <a:lnTo>
                        <a:pt x="139" y="65"/>
                      </a:lnTo>
                      <a:lnTo>
                        <a:pt x="140" y="75"/>
                      </a:lnTo>
                      <a:lnTo>
                        <a:pt x="142" y="86"/>
                      </a:lnTo>
                      <a:lnTo>
                        <a:pt x="143" y="96"/>
                      </a:lnTo>
                      <a:lnTo>
                        <a:pt x="145" y="107"/>
                      </a:lnTo>
                      <a:lnTo>
                        <a:pt x="146" y="117"/>
                      </a:lnTo>
                      <a:lnTo>
                        <a:pt x="148" y="128"/>
                      </a:lnTo>
                      <a:lnTo>
                        <a:pt x="149" y="139"/>
                      </a:lnTo>
                      <a:lnTo>
                        <a:pt x="151" y="150"/>
                      </a:lnTo>
                      <a:lnTo>
                        <a:pt x="152" y="161"/>
                      </a:lnTo>
                      <a:lnTo>
                        <a:pt x="153" y="172"/>
                      </a:lnTo>
                      <a:lnTo>
                        <a:pt x="155" y="182"/>
                      </a:lnTo>
                      <a:lnTo>
                        <a:pt x="156" y="192"/>
                      </a:lnTo>
                      <a:lnTo>
                        <a:pt x="158" y="202"/>
                      </a:lnTo>
                      <a:lnTo>
                        <a:pt x="159" y="213"/>
                      </a:lnTo>
                      <a:lnTo>
                        <a:pt x="161" y="223"/>
                      </a:lnTo>
                      <a:lnTo>
                        <a:pt x="162" y="232"/>
                      </a:lnTo>
                      <a:lnTo>
                        <a:pt x="164" y="242"/>
                      </a:lnTo>
                      <a:lnTo>
                        <a:pt x="165" y="252"/>
                      </a:lnTo>
                      <a:lnTo>
                        <a:pt x="166" y="261"/>
                      </a:lnTo>
                      <a:lnTo>
                        <a:pt x="168" y="270"/>
                      </a:lnTo>
                      <a:lnTo>
                        <a:pt x="169" y="279"/>
                      </a:lnTo>
                      <a:lnTo>
                        <a:pt x="171" y="287"/>
                      </a:lnTo>
                      <a:lnTo>
                        <a:pt x="172" y="295"/>
                      </a:lnTo>
                      <a:lnTo>
                        <a:pt x="174" y="304"/>
                      </a:lnTo>
                      <a:lnTo>
                        <a:pt x="175" y="311"/>
                      </a:lnTo>
                      <a:lnTo>
                        <a:pt x="177" y="319"/>
                      </a:lnTo>
                      <a:lnTo>
                        <a:pt x="178" y="326"/>
                      </a:lnTo>
                      <a:lnTo>
                        <a:pt x="180" y="333"/>
                      </a:lnTo>
                      <a:lnTo>
                        <a:pt x="181" y="339"/>
                      </a:lnTo>
                      <a:lnTo>
                        <a:pt x="182" y="345"/>
                      </a:lnTo>
                      <a:lnTo>
                        <a:pt x="184" y="351"/>
                      </a:lnTo>
                      <a:lnTo>
                        <a:pt x="185" y="357"/>
                      </a:lnTo>
                      <a:lnTo>
                        <a:pt x="187" y="362"/>
                      </a:lnTo>
                      <a:lnTo>
                        <a:pt x="188" y="368"/>
                      </a:lnTo>
                      <a:lnTo>
                        <a:pt x="190" y="373"/>
                      </a:lnTo>
                      <a:lnTo>
                        <a:pt x="191" y="377"/>
                      </a:lnTo>
                      <a:lnTo>
                        <a:pt x="193" y="382"/>
                      </a:lnTo>
                      <a:lnTo>
                        <a:pt x="194" y="387"/>
                      </a:lnTo>
                      <a:lnTo>
                        <a:pt x="195" y="391"/>
                      </a:lnTo>
                      <a:lnTo>
                        <a:pt x="197" y="396"/>
                      </a:lnTo>
                      <a:lnTo>
                        <a:pt x="198" y="400"/>
                      </a:lnTo>
                      <a:lnTo>
                        <a:pt x="200" y="404"/>
                      </a:lnTo>
                      <a:lnTo>
                        <a:pt x="201" y="408"/>
                      </a:lnTo>
                      <a:lnTo>
                        <a:pt x="203" y="412"/>
                      </a:lnTo>
                      <a:lnTo>
                        <a:pt x="204" y="417"/>
                      </a:lnTo>
                      <a:lnTo>
                        <a:pt x="206" y="421"/>
                      </a:lnTo>
                      <a:lnTo>
                        <a:pt x="207" y="425"/>
                      </a:lnTo>
                      <a:lnTo>
                        <a:pt x="209" y="429"/>
                      </a:lnTo>
                      <a:lnTo>
                        <a:pt x="210" y="432"/>
                      </a:lnTo>
                      <a:lnTo>
                        <a:pt x="211" y="436"/>
                      </a:lnTo>
                      <a:lnTo>
                        <a:pt x="213" y="439"/>
                      </a:lnTo>
                      <a:lnTo>
                        <a:pt x="214" y="443"/>
                      </a:lnTo>
                      <a:lnTo>
                        <a:pt x="216" y="447"/>
                      </a:lnTo>
                      <a:lnTo>
                        <a:pt x="217" y="451"/>
                      </a:lnTo>
                      <a:lnTo>
                        <a:pt x="219" y="455"/>
                      </a:lnTo>
                      <a:lnTo>
                        <a:pt x="220" y="458"/>
                      </a:lnTo>
                      <a:lnTo>
                        <a:pt x="222" y="461"/>
                      </a:lnTo>
                      <a:lnTo>
                        <a:pt x="223" y="465"/>
                      </a:lnTo>
                      <a:lnTo>
                        <a:pt x="224" y="469"/>
                      </a:lnTo>
                      <a:lnTo>
                        <a:pt x="226" y="472"/>
                      </a:lnTo>
                      <a:lnTo>
                        <a:pt x="227" y="476"/>
                      </a:lnTo>
                      <a:lnTo>
                        <a:pt x="229" y="479"/>
                      </a:lnTo>
                      <a:lnTo>
                        <a:pt x="230" y="483"/>
                      </a:lnTo>
                      <a:lnTo>
                        <a:pt x="232" y="486"/>
                      </a:lnTo>
                      <a:lnTo>
                        <a:pt x="233" y="489"/>
                      </a:lnTo>
                      <a:lnTo>
                        <a:pt x="235" y="493"/>
                      </a:lnTo>
                      <a:lnTo>
                        <a:pt x="236" y="496"/>
                      </a:lnTo>
                      <a:lnTo>
                        <a:pt x="238" y="499"/>
                      </a:lnTo>
                      <a:lnTo>
                        <a:pt x="239" y="503"/>
                      </a:lnTo>
                      <a:lnTo>
                        <a:pt x="240" y="506"/>
                      </a:lnTo>
                      <a:lnTo>
                        <a:pt x="242" y="510"/>
                      </a:lnTo>
                      <a:lnTo>
                        <a:pt x="243" y="513"/>
                      </a:lnTo>
                      <a:lnTo>
                        <a:pt x="245" y="516"/>
                      </a:lnTo>
                      <a:lnTo>
                        <a:pt x="246" y="519"/>
                      </a:lnTo>
                      <a:lnTo>
                        <a:pt x="248" y="523"/>
                      </a:lnTo>
                      <a:lnTo>
                        <a:pt x="249" y="525"/>
                      </a:lnTo>
                      <a:lnTo>
                        <a:pt x="251" y="529"/>
                      </a:lnTo>
                      <a:lnTo>
                        <a:pt x="252" y="532"/>
                      </a:lnTo>
                      <a:lnTo>
                        <a:pt x="253" y="535"/>
                      </a:lnTo>
                      <a:lnTo>
                        <a:pt x="255" y="538"/>
                      </a:lnTo>
                      <a:lnTo>
                        <a:pt x="256" y="541"/>
                      </a:lnTo>
                      <a:lnTo>
                        <a:pt x="258" y="544"/>
                      </a:lnTo>
                      <a:lnTo>
                        <a:pt x="259" y="546"/>
                      </a:lnTo>
                      <a:lnTo>
                        <a:pt x="261" y="549"/>
                      </a:lnTo>
                      <a:lnTo>
                        <a:pt x="262" y="552"/>
                      </a:lnTo>
                      <a:lnTo>
                        <a:pt x="264" y="554"/>
                      </a:lnTo>
                      <a:lnTo>
                        <a:pt x="265" y="557"/>
                      </a:lnTo>
                      <a:lnTo>
                        <a:pt x="267" y="559"/>
                      </a:lnTo>
                      <a:lnTo>
                        <a:pt x="268" y="562"/>
                      </a:lnTo>
                      <a:lnTo>
                        <a:pt x="269" y="564"/>
                      </a:lnTo>
                      <a:lnTo>
                        <a:pt x="271" y="566"/>
                      </a:lnTo>
                      <a:lnTo>
                        <a:pt x="272" y="568"/>
                      </a:lnTo>
                      <a:lnTo>
                        <a:pt x="274" y="570"/>
                      </a:lnTo>
                      <a:lnTo>
                        <a:pt x="275" y="572"/>
                      </a:lnTo>
                      <a:lnTo>
                        <a:pt x="277" y="574"/>
                      </a:lnTo>
                      <a:lnTo>
                        <a:pt x="278" y="576"/>
                      </a:lnTo>
                      <a:lnTo>
                        <a:pt x="280" y="578"/>
                      </a:lnTo>
                      <a:lnTo>
                        <a:pt x="281" y="580"/>
                      </a:lnTo>
                      <a:lnTo>
                        <a:pt x="282" y="582"/>
                      </a:lnTo>
                      <a:lnTo>
                        <a:pt x="284" y="583"/>
                      </a:lnTo>
                      <a:lnTo>
                        <a:pt x="285" y="584"/>
                      </a:lnTo>
                      <a:lnTo>
                        <a:pt x="287" y="585"/>
                      </a:lnTo>
                      <a:lnTo>
                        <a:pt x="288" y="587"/>
                      </a:lnTo>
                      <a:lnTo>
                        <a:pt x="290" y="588"/>
                      </a:lnTo>
                      <a:lnTo>
                        <a:pt x="291" y="589"/>
                      </a:lnTo>
                      <a:lnTo>
                        <a:pt x="293" y="590"/>
                      </a:lnTo>
                      <a:lnTo>
                        <a:pt x="294" y="591"/>
                      </a:lnTo>
                      <a:lnTo>
                        <a:pt x="296" y="592"/>
                      </a:lnTo>
                      <a:lnTo>
                        <a:pt x="297" y="593"/>
                      </a:lnTo>
                      <a:lnTo>
                        <a:pt x="298" y="594"/>
                      </a:lnTo>
                      <a:lnTo>
                        <a:pt x="300" y="595"/>
                      </a:lnTo>
                      <a:lnTo>
                        <a:pt x="301" y="596"/>
                      </a:lnTo>
                      <a:lnTo>
                        <a:pt x="303" y="596"/>
                      </a:lnTo>
                      <a:lnTo>
                        <a:pt x="304" y="597"/>
                      </a:lnTo>
                      <a:lnTo>
                        <a:pt x="306" y="598"/>
                      </a:lnTo>
                      <a:lnTo>
                        <a:pt x="307" y="598"/>
                      </a:lnTo>
                      <a:lnTo>
                        <a:pt x="309" y="599"/>
                      </a:lnTo>
                      <a:lnTo>
                        <a:pt x="310" y="599"/>
                      </a:lnTo>
                      <a:lnTo>
                        <a:pt x="311" y="600"/>
                      </a:lnTo>
                      <a:lnTo>
                        <a:pt x="313" y="600"/>
                      </a:lnTo>
                      <a:lnTo>
                        <a:pt x="314" y="600"/>
                      </a:lnTo>
                      <a:lnTo>
                        <a:pt x="316" y="600"/>
                      </a:lnTo>
                      <a:lnTo>
                        <a:pt x="317" y="601"/>
                      </a:lnTo>
                      <a:lnTo>
                        <a:pt x="319" y="601"/>
                      </a:lnTo>
                      <a:lnTo>
                        <a:pt x="320" y="601"/>
                      </a:lnTo>
                      <a:lnTo>
                        <a:pt x="322" y="601"/>
                      </a:lnTo>
                      <a:lnTo>
                        <a:pt x="323" y="601"/>
                      </a:lnTo>
                      <a:lnTo>
                        <a:pt x="325" y="601"/>
                      </a:lnTo>
                      <a:lnTo>
                        <a:pt x="326" y="601"/>
                      </a:lnTo>
                      <a:lnTo>
                        <a:pt x="327" y="601"/>
                      </a:lnTo>
                      <a:lnTo>
                        <a:pt x="329" y="601"/>
                      </a:lnTo>
                      <a:lnTo>
                        <a:pt x="330" y="601"/>
                      </a:lnTo>
                      <a:lnTo>
                        <a:pt x="332" y="601"/>
                      </a:lnTo>
                      <a:lnTo>
                        <a:pt x="333" y="600"/>
                      </a:lnTo>
                      <a:lnTo>
                        <a:pt x="335" y="600"/>
                      </a:lnTo>
                      <a:lnTo>
                        <a:pt x="336" y="600"/>
                      </a:lnTo>
                      <a:lnTo>
                        <a:pt x="338" y="600"/>
                      </a:lnTo>
                      <a:lnTo>
                        <a:pt x="339" y="600"/>
                      </a:lnTo>
                      <a:lnTo>
                        <a:pt x="340" y="599"/>
                      </a:lnTo>
                      <a:lnTo>
                        <a:pt x="342" y="599"/>
                      </a:lnTo>
                      <a:lnTo>
                        <a:pt x="343" y="599"/>
                      </a:lnTo>
                      <a:lnTo>
                        <a:pt x="345" y="598"/>
                      </a:lnTo>
                      <a:lnTo>
                        <a:pt x="346" y="598"/>
                      </a:lnTo>
                      <a:lnTo>
                        <a:pt x="348" y="597"/>
                      </a:lnTo>
                      <a:lnTo>
                        <a:pt x="349" y="597"/>
                      </a:lnTo>
                      <a:lnTo>
                        <a:pt x="351" y="596"/>
                      </a:lnTo>
                      <a:lnTo>
                        <a:pt x="352" y="596"/>
                      </a:lnTo>
                      <a:lnTo>
                        <a:pt x="354" y="595"/>
                      </a:lnTo>
                      <a:lnTo>
                        <a:pt x="355" y="594"/>
                      </a:lnTo>
                      <a:lnTo>
                        <a:pt x="356" y="593"/>
                      </a:lnTo>
                      <a:lnTo>
                        <a:pt x="358" y="593"/>
                      </a:lnTo>
                      <a:lnTo>
                        <a:pt x="359" y="592"/>
                      </a:lnTo>
                      <a:lnTo>
                        <a:pt x="361" y="591"/>
                      </a:lnTo>
                      <a:lnTo>
                        <a:pt x="362" y="591"/>
                      </a:lnTo>
                      <a:lnTo>
                        <a:pt x="364" y="590"/>
                      </a:lnTo>
                      <a:lnTo>
                        <a:pt x="365" y="589"/>
                      </a:lnTo>
                      <a:lnTo>
                        <a:pt x="367" y="589"/>
                      </a:lnTo>
                      <a:lnTo>
                        <a:pt x="368" y="588"/>
                      </a:lnTo>
                      <a:lnTo>
                        <a:pt x="369" y="587"/>
                      </a:lnTo>
                      <a:lnTo>
                        <a:pt x="371" y="586"/>
                      </a:lnTo>
                      <a:lnTo>
                        <a:pt x="372" y="586"/>
                      </a:lnTo>
                      <a:lnTo>
                        <a:pt x="374" y="585"/>
                      </a:lnTo>
                      <a:lnTo>
                        <a:pt x="375" y="584"/>
                      </a:lnTo>
                      <a:lnTo>
                        <a:pt x="377" y="583"/>
                      </a:lnTo>
                      <a:lnTo>
                        <a:pt x="378" y="582"/>
                      </a:lnTo>
                      <a:lnTo>
                        <a:pt x="380" y="581"/>
                      </a:lnTo>
                      <a:lnTo>
                        <a:pt x="381" y="580"/>
                      </a:lnTo>
                      <a:lnTo>
                        <a:pt x="383" y="579"/>
                      </a:lnTo>
                      <a:lnTo>
                        <a:pt x="384" y="577"/>
                      </a:lnTo>
                      <a:lnTo>
                        <a:pt x="385" y="576"/>
                      </a:lnTo>
                      <a:lnTo>
                        <a:pt x="387" y="575"/>
                      </a:lnTo>
                      <a:lnTo>
                        <a:pt x="388" y="574"/>
                      </a:lnTo>
                      <a:lnTo>
                        <a:pt x="390" y="573"/>
                      </a:lnTo>
                      <a:lnTo>
                        <a:pt x="391" y="572"/>
                      </a:lnTo>
                      <a:lnTo>
                        <a:pt x="393" y="571"/>
                      </a:lnTo>
                      <a:lnTo>
                        <a:pt x="394" y="570"/>
                      </a:lnTo>
                      <a:lnTo>
                        <a:pt x="396" y="569"/>
                      </a:lnTo>
                      <a:lnTo>
                        <a:pt x="397" y="568"/>
                      </a:lnTo>
                      <a:lnTo>
                        <a:pt x="398" y="567"/>
                      </a:lnTo>
                      <a:lnTo>
                        <a:pt x="400" y="566"/>
                      </a:lnTo>
                      <a:lnTo>
                        <a:pt x="401" y="562"/>
                      </a:lnTo>
                      <a:lnTo>
                        <a:pt x="403" y="565"/>
                      </a:lnTo>
                      <a:lnTo>
                        <a:pt x="404" y="563"/>
                      </a:lnTo>
                      <a:lnTo>
                        <a:pt x="406" y="562"/>
                      </a:lnTo>
                      <a:lnTo>
                        <a:pt x="407" y="561"/>
                      </a:lnTo>
                      <a:lnTo>
                        <a:pt x="409" y="560"/>
                      </a:lnTo>
                      <a:lnTo>
                        <a:pt x="410" y="559"/>
                      </a:lnTo>
                      <a:lnTo>
                        <a:pt x="412" y="558"/>
                      </a:lnTo>
                      <a:lnTo>
                        <a:pt x="413" y="557"/>
                      </a:lnTo>
                      <a:lnTo>
                        <a:pt x="414" y="556"/>
                      </a:lnTo>
                      <a:lnTo>
                        <a:pt x="416" y="556"/>
                      </a:lnTo>
                      <a:lnTo>
                        <a:pt x="417" y="555"/>
                      </a:lnTo>
                      <a:lnTo>
                        <a:pt x="419" y="554"/>
                      </a:lnTo>
                      <a:lnTo>
                        <a:pt x="420" y="553"/>
                      </a:lnTo>
                      <a:lnTo>
                        <a:pt x="422" y="552"/>
                      </a:lnTo>
                      <a:lnTo>
                        <a:pt x="423" y="551"/>
                      </a:lnTo>
                      <a:lnTo>
                        <a:pt x="425" y="550"/>
                      </a:lnTo>
                      <a:lnTo>
                        <a:pt x="426" y="549"/>
                      </a:lnTo>
                      <a:lnTo>
                        <a:pt x="427" y="548"/>
                      </a:lnTo>
                      <a:lnTo>
                        <a:pt x="429" y="548"/>
                      </a:lnTo>
                      <a:lnTo>
                        <a:pt x="430" y="546"/>
                      </a:lnTo>
                      <a:lnTo>
                        <a:pt x="432" y="546"/>
                      </a:lnTo>
                      <a:lnTo>
                        <a:pt x="433" y="545"/>
                      </a:lnTo>
                      <a:lnTo>
                        <a:pt x="435" y="544"/>
                      </a:lnTo>
                      <a:lnTo>
                        <a:pt x="436" y="543"/>
                      </a:lnTo>
                      <a:lnTo>
                        <a:pt x="438" y="542"/>
                      </a:lnTo>
                      <a:lnTo>
                        <a:pt x="439" y="541"/>
                      </a:lnTo>
                      <a:lnTo>
                        <a:pt x="441" y="541"/>
                      </a:lnTo>
                      <a:lnTo>
                        <a:pt x="442" y="540"/>
                      </a:lnTo>
                      <a:lnTo>
                        <a:pt x="443" y="539"/>
                      </a:lnTo>
                      <a:lnTo>
                        <a:pt x="445" y="539"/>
                      </a:lnTo>
                      <a:lnTo>
                        <a:pt x="446" y="538"/>
                      </a:lnTo>
                      <a:lnTo>
                        <a:pt x="448" y="537"/>
                      </a:lnTo>
                      <a:lnTo>
                        <a:pt x="449" y="536"/>
                      </a:lnTo>
                      <a:lnTo>
                        <a:pt x="451" y="536"/>
                      </a:lnTo>
                      <a:lnTo>
                        <a:pt x="452" y="535"/>
                      </a:lnTo>
                      <a:lnTo>
                        <a:pt x="454" y="534"/>
                      </a:lnTo>
                      <a:lnTo>
                        <a:pt x="455" y="534"/>
                      </a:lnTo>
                      <a:lnTo>
                        <a:pt x="456" y="533"/>
                      </a:lnTo>
                      <a:lnTo>
                        <a:pt x="458" y="532"/>
                      </a:lnTo>
                      <a:lnTo>
                        <a:pt x="459" y="531"/>
                      </a:lnTo>
                      <a:lnTo>
                        <a:pt x="461" y="530"/>
                      </a:lnTo>
                      <a:lnTo>
                        <a:pt x="462" y="530"/>
                      </a:lnTo>
                      <a:lnTo>
                        <a:pt x="464" y="529"/>
                      </a:lnTo>
                      <a:lnTo>
                        <a:pt x="465" y="529"/>
                      </a:lnTo>
                      <a:lnTo>
                        <a:pt x="467" y="528"/>
                      </a:lnTo>
                      <a:lnTo>
                        <a:pt x="468" y="527"/>
                      </a:lnTo>
                      <a:lnTo>
                        <a:pt x="470" y="527"/>
                      </a:lnTo>
                      <a:lnTo>
                        <a:pt x="471" y="526"/>
                      </a:lnTo>
                      <a:lnTo>
                        <a:pt x="472" y="525"/>
                      </a:lnTo>
                      <a:lnTo>
                        <a:pt x="474" y="524"/>
                      </a:lnTo>
                      <a:lnTo>
                        <a:pt x="475" y="524"/>
                      </a:lnTo>
                      <a:lnTo>
                        <a:pt x="477" y="523"/>
                      </a:lnTo>
                      <a:lnTo>
                        <a:pt x="478" y="522"/>
                      </a:lnTo>
                      <a:lnTo>
                        <a:pt x="480" y="522"/>
                      </a:lnTo>
                      <a:lnTo>
                        <a:pt x="481" y="521"/>
                      </a:lnTo>
                      <a:lnTo>
                        <a:pt x="483" y="520"/>
                      </a:lnTo>
                      <a:lnTo>
                        <a:pt x="484" y="520"/>
                      </a:lnTo>
                      <a:lnTo>
                        <a:pt x="485" y="519"/>
                      </a:lnTo>
                      <a:lnTo>
                        <a:pt x="487" y="519"/>
                      </a:lnTo>
                      <a:lnTo>
                        <a:pt x="488" y="518"/>
                      </a:lnTo>
                      <a:lnTo>
                        <a:pt x="490" y="517"/>
                      </a:lnTo>
                      <a:lnTo>
                        <a:pt x="491" y="517"/>
                      </a:lnTo>
                      <a:lnTo>
                        <a:pt x="493" y="516"/>
                      </a:lnTo>
                      <a:lnTo>
                        <a:pt x="494" y="515"/>
                      </a:lnTo>
                      <a:lnTo>
                        <a:pt x="496" y="515"/>
                      </a:lnTo>
                      <a:lnTo>
                        <a:pt x="497" y="514"/>
                      </a:lnTo>
                      <a:lnTo>
                        <a:pt x="499" y="514"/>
                      </a:lnTo>
                      <a:lnTo>
                        <a:pt x="500" y="513"/>
                      </a:lnTo>
                      <a:lnTo>
                        <a:pt x="501" y="512"/>
                      </a:lnTo>
                      <a:lnTo>
                        <a:pt x="503" y="512"/>
                      </a:lnTo>
                      <a:lnTo>
                        <a:pt x="504" y="511"/>
                      </a:lnTo>
                      <a:lnTo>
                        <a:pt x="506" y="511"/>
                      </a:lnTo>
                      <a:lnTo>
                        <a:pt x="507" y="510"/>
                      </a:lnTo>
                      <a:lnTo>
                        <a:pt x="509" y="510"/>
                      </a:lnTo>
                      <a:lnTo>
                        <a:pt x="510" y="509"/>
                      </a:lnTo>
                      <a:lnTo>
                        <a:pt x="512" y="509"/>
                      </a:lnTo>
                      <a:lnTo>
                        <a:pt x="513" y="508"/>
                      </a:lnTo>
                      <a:lnTo>
                        <a:pt x="514" y="507"/>
                      </a:lnTo>
                      <a:lnTo>
                        <a:pt x="516" y="507"/>
                      </a:lnTo>
                      <a:lnTo>
                        <a:pt x="517" y="506"/>
                      </a:lnTo>
                      <a:lnTo>
                        <a:pt x="519" y="505"/>
                      </a:lnTo>
                      <a:lnTo>
                        <a:pt x="520" y="505"/>
                      </a:lnTo>
                      <a:lnTo>
                        <a:pt x="522" y="504"/>
                      </a:lnTo>
                      <a:lnTo>
                        <a:pt x="523" y="504"/>
                      </a:lnTo>
                      <a:lnTo>
                        <a:pt x="525" y="503"/>
                      </a:lnTo>
                      <a:lnTo>
                        <a:pt x="526" y="503"/>
                      </a:lnTo>
                      <a:lnTo>
                        <a:pt x="528" y="502"/>
                      </a:lnTo>
                      <a:lnTo>
                        <a:pt x="529" y="502"/>
                      </a:lnTo>
                      <a:lnTo>
                        <a:pt x="530" y="501"/>
                      </a:lnTo>
                      <a:lnTo>
                        <a:pt x="532" y="500"/>
                      </a:lnTo>
                      <a:lnTo>
                        <a:pt x="533" y="500"/>
                      </a:lnTo>
                      <a:lnTo>
                        <a:pt x="535" y="499"/>
                      </a:lnTo>
                      <a:lnTo>
                        <a:pt x="536" y="499"/>
                      </a:lnTo>
                      <a:lnTo>
                        <a:pt x="538" y="498"/>
                      </a:lnTo>
                      <a:lnTo>
                        <a:pt x="539" y="497"/>
                      </a:lnTo>
                      <a:lnTo>
                        <a:pt x="541" y="497"/>
                      </a:lnTo>
                      <a:lnTo>
                        <a:pt x="542" y="496"/>
                      </a:lnTo>
                      <a:lnTo>
                        <a:pt x="543" y="496"/>
                      </a:lnTo>
                      <a:lnTo>
                        <a:pt x="545" y="495"/>
                      </a:lnTo>
                      <a:lnTo>
                        <a:pt x="546" y="495"/>
                      </a:lnTo>
                      <a:lnTo>
                        <a:pt x="548" y="494"/>
                      </a:lnTo>
                      <a:lnTo>
                        <a:pt x="549" y="494"/>
                      </a:lnTo>
                      <a:lnTo>
                        <a:pt x="551" y="493"/>
                      </a:lnTo>
                      <a:lnTo>
                        <a:pt x="552" y="493"/>
                      </a:lnTo>
                      <a:lnTo>
                        <a:pt x="554" y="492"/>
                      </a:lnTo>
                      <a:lnTo>
                        <a:pt x="555" y="492"/>
                      </a:lnTo>
                      <a:lnTo>
                        <a:pt x="557" y="491"/>
                      </a:lnTo>
                      <a:lnTo>
                        <a:pt x="558" y="491"/>
                      </a:lnTo>
                      <a:lnTo>
                        <a:pt x="559" y="490"/>
                      </a:lnTo>
                      <a:lnTo>
                        <a:pt x="561" y="490"/>
                      </a:lnTo>
                      <a:lnTo>
                        <a:pt x="562" y="489"/>
                      </a:lnTo>
                      <a:lnTo>
                        <a:pt x="564" y="489"/>
                      </a:lnTo>
                      <a:lnTo>
                        <a:pt x="565" y="488"/>
                      </a:lnTo>
                      <a:lnTo>
                        <a:pt x="567" y="488"/>
                      </a:lnTo>
                      <a:lnTo>
                        <a:pt x="568" y="487"/>
                      </a:lnTo>
                      <a:lnTo>
                        <a:pt x="570" y="487"/>
                      </a:lnTo>
                      <a:lnTo>
                        <a:pt x="571" y="486"/>
                      </a:lnTo>
                      <a:lnTo>
                        <a:pt x="572" y="486"/>
                      </a:lnTo>
                      <a:lnTo>
                        <a:pt x="574" y="485"/>
                      </a:lnTo>
                      <a:lnTo>
                        <a:pt x="575" y="485"/>
                      </a:lnTo>
                      <a:lnTo>
                        <a:pt x="577" y="484"/>
                      </a:lnTo>
                      <a:lnTo>
                        <a:pt x="578" y="484"/>
                      </a:lnTo>
                      <a:lnTo>
                        <a:pt x="580" y="483"/>
                      </a:lnTo>
                      <a:lnTo>
                        <a:pt x="581" y="483"/>
                      </a:lnTo>
                      <a:lnTo>
                        <a:pt x="583" y="482"/>
                      </a:lnTo>
                      <a:lnTo>
                        <a:pt x="584" y="482"/>
                      </a:lnTo>
                      <a:lnTo>
                        <a:pt x="586" y="481"/>
                      </a:lnTo>
                      <a:lnTo>
                        <a:pt x="587" y="481"/>
                      </a:lnTo>
                      <a:lnTo>
                        <a:pt x="588" y="480"/>
                      </a:lnTo>
                      <a:lnTo>
                        <a:pt x="590" y="480"/>
                      </a:lnTo>
                      <a:lnTo>
                        <a:pt x="591" y="479"/>
                      </a:lnTo>
                      <a:lnTo>
                        <a:pt x="593" y="479"/>
                      </a:lnTo>
                      <a:lnTo>
                        <a:pt x="594" y="478"/>
                      </a:lnTo>
                      <a:lnTo>
                        <a:pt x="596" y="478"/>
                      </a:lnTo>
                      <a:lnTo>
                        <a:pt x="597" y="477"/>
                      </a:lnTo>
                      <a:lnTo>
                        <a:pt x="599" y="477"/>
                      </a:lnTo>
                      <a:lnTo>
                        <a:pt x="600" y="477"/>
                      </a:lnTo>
                      <a:lnTo>
                        <a:pt x="601" y="476"/>
                      </a:lnTo>
                      <a:lnTo>
                        <a:pt x="603" y="476"/>
                      </a:lnTo>
                      <a:lnTo>
                        <a:pt x="604" y="475"/>
                      </a:lnTo>
                      <a:lnTo>
                        <a:pt x="606" y="475"/>
                      </a:lnTo>
                      <a:lnTo>
                        <a:pt x="607" y="474"/>
                      </a:lnTo>
                      <a:lnTo>
                        <a:pt x="609" y="474"/>
                      </a:lnTo>
                      <a:lnTo>
                        <a:pt x="610" y="473"/>
                      </a:lnTo>
                      <a:lnTo>
                        <a:pt x="612" y="473"/>
                      </a:lnTo>
                      <a:lnTo>
                        <a:pt x="613" y="472"/>
                      </a:lnTo>
                      <a:lnTo>
                        <a:pt x="615" y="472"/>
                      </a:lnTo>
                      <a:lnTo>
                        <a:pt x="616" y="471"/>
                      </a:lnTo>
                      <a:lnTo>
                        <a:pt x="617" y="470"/>
                      </a:lnTo>
                      <a:lnTo>
                        <a:pt x="619" y="470"/>
                      </a:lnTo>
                      <a:lnTo>
                        <a:pt x="620" y="469"/>
                      </a:lnTo>
                      <a:lnTo>
                        <a:pt x="622" y="469"/>
                      </a:lnTo>
                      <a:lnTo>
                        <a:pt x="623" y="469"/>
                      </a:lnTo>
                      <a:lnTo>
                        <a:pt x="625" y="468"/>
                      </a:lnTo>
                      <a:lnTo>
                        <a:pt x="626" y="468"/>
                      </a:lnTo>
                      <a:lnTo>
                        <a:pt x="628" y="467"/>
                      </a:lnTo>
                      <a:lnTo>
                        <a:pt x="629" y="467"/>
                      </a:lnTo>
                      <a:lnTo>
                        <a:pt x="630" y="466"/>
                      </a:lnTo>
                      <a:lnTo>
                        <a:pt x="632" y="466"/>
                      </a:lnTo>
                      <a:lnTo>
                        <a:pt x="633" y="465"/>
                      </a:lnTo>
                      <a:lnTo>
                        <a:pt x="635" y="465"/>
                      </a:lnTo>
                      <a:lnTo>
                        <a:pt x="636" y="465"/>
                      </a:lnTo>
                      <a:lnTo>
                        <a:pt x="638" y="464"/>
                      </a:lnTo>
                      <a:lnTo>
                        <a:pt x="639" y="464"/>
                      </a:lnTo>
                      <a:lnTo>
                        <a:pt x="641" y="463"/>
                      </a:lnTo>
                      <a:lnTo>
                        <a:pt x="642" y="463"/>
                      </a:lnTo>
                      <a:lnTo>
                        <a:pt x="644" y="462"/>
                      </a:lnTo>
                      <a:lnTo>
                        <a:pt x="645" y="462"/>
                      </a:lnTo>
                      <a:lnTo>
                        <a:pt x="646" y="461"/>
                      </a:lnTo>
                      <a:lnTo>
                        <a:pt x="648" y="461"/>
                      </a:lnTo>
                      <a:lnTo>
                        <a:pt x="649" y="460"/>
                      </a:lnTo>
                      <a:lnTo>
                        <a:pt x="651" y="460"/>
                      </a:lnTo>
                      <a:lnTo>
                        <a:pt x="652" y="459"/>
                      </a:lnTo>
                      <a:lnTo>
                        <a:pt x="654" y="459"/>
                      </a:lnTo>
                      <a:lnTo>
                        <a:pt x="655" y="459"/>
                      </a:lnTo>
                      <a:lnTo>
                        <a:pt x="657" y="458"/>
                      </a:lnTo>
                      <a:lnTo>
                        <a:pt x="658" y="458"/>
                      </a:lnTo>
                      <a:lnTo>
                        <a:pt x="659" y="457"/>
                      </a:lnTo>
                      <a:lnTo>
                        <a:pt x="661" y="457"/>
                      </a:lnTo>
                      <a:lnTo>
                        <a:pt x="662" y="456"/>
                      </a:lnTo>
                      <a:lnTo>
                        <a:pt x="664" y="456"/>
                      </a:lnTo>
                      <a:lnTo>
                        <a:pt x="665" y="455"/>
                      </a:lnTo>
                      <a:lnTo>
                        <a:pt x="667" y="455"/>
                      </a:lnTo>
                      <a:lnTo>
                        <a:pt x="668" y="454"/>
                      </a:lnTo>
                      <a:lnTo>
                        <a:pt x="670" y="454"/>
                      </a:lnTo>
                      <a:lnTo>
                        <a:pt x="671" y="454"/>
                      </a:lnTo>
                      <a:lnTo>
                        <a:pt x="673" y="453"/>
                      </a:lnTo>
                      <a:lnTo>
                        <a:pt x="674" y="453"/>
                      </a:lnTo>
                      <a:lnTo>
                        <a:pt x="675" y="452"/>
                      </a:lnTo>
                      <a:lnTo>
                        <a:pt x="677" y="452"/>
                      </a:lnTo>
                      <a:lnTo>
                        <a:pt x="678" y="451"/>
                      </a:lnTo>
                      <a:lnTo>
                        <a:pt x="680" y="451"/>
                      </a:lnTo>
                      <a:lnTo>
                        <a:pt x="681" y="451"/>
                      </a:lnTo>
                      <a:lnTo>
                        <a:pt x="683" y="450"/>
                      </a:lnTo>
                      <a:lnTo>
                        <a:pt x="684" y="450"/>
                      </a:lnTo>
                      <a:lnTo>
                        <a:pt x="686" y="449"/>
                      </a:lnTo>
                      <a:lnTo>
                        <a:pt x="687" y="449"/>
                      </a:lnTo>
                      <a:lnTo>
                        <a:pt x="688" y="448"/>
                      </a:lnTo>
                      <a:lnTo>
                        <a:pt x="690" y="448"/>
                      </a:lnTo>
                      <a:lnTo>
                        <a:pt x="691" y="448"/>
                      </a:lnTo>
                      <a:lnTo>
                        <a:pt x="693" y="447"/>
                      </a:lnTo>
                      <a:lnTo>
                        <a:pt x="694" y="447"/>
                      </a:lnTo>
                      <a:lnTo>
                        <a:pt x="696" y="446"/>
                      </a:lnTo>
                      <a:lnTo>
                        <a:pt x="697" y="446"/>
                      </a:lnTo>
                      <a:lnTo>
                        <a:pt x="699" y="445"/>
                      </a:lnTo>
                      <a:lnTo>
                        <a:pt x="700" y="445"/>
                      </a:lnTo>
                      <a:lnTo>
                        <a:pt x="702" y="444"/>
                      </a:lnTo>
                      <a:lnTo>
                        <a:pt x="703" y="444"/>
                      </a:lnTo>
                      <a:lnTo>
                        <a:pt x="704" y="444"/>
                      </a:lnTo>
                      <a:lnTo>
                        <a:pt x="706" y="443"/>
                      </a:lnTo>
                      <a:lnTo>
                        <a:pt x="707" y="443"/>
                      </a:lnTo>
                      <a:lnTo>
                        <a:pt x="709" y="443"/>
                      </a:lnTo>
                      <a:lnTo>
                        <a:pt x="710" y="442"/>
                      </a:lnTo>
                      <a:lnTo>
                        <a:pt x="712" y="442"/>
                      </a:lnTo>
                      <a:lnTo>
                        <a:pt x="713" y="441"/>
                      </a:lnTo>
                      <a:lnTo>
                        <a:pt x="715" y="441"/>
                      </a:lnTo>
                      <a:lnTo>
                        <a:pt x="716" y="441"/>
                      </a:lnTo>
                      <a:lnTo>
                        <a:pt x="717" y="440"/>
                      </a:lnTo>
                      <a:lnTo>
                        <a:pt x="719" y="440"/>
                      </a:lnTo>
                      <a:lnTo>
                        <a:pt x="720" y="439"/>
                      </a:lnTo>
                      <a:lnTo>
                        <a:pt x="722" y="439"/>
                      </a:lnTo>
                      <a:lnTo>
                        <a:pt x="723" y="438"/>
                      </a:lnTo>
                      <a:lnTo>
                        <a:pt x="725" y="438"/>
                      </a:lnTo>
                      <a:lnTo>
                        <a:pt x="726" y="437"/>
                      </a:lnTo>
                      <a:lnTo>
                        <a:pt x="728" y="437"/>
                      </a:lnTo>
                      <a:lnTo>
                        <a:pt x="729" y="437"/>
                      </a:lnTo>
                      <a:lnTo>
                        <a:pt x="731" y="436"/>
                      </a:lnTo>
                      <a:lnTo>
                        <a:pt x="732" y="436"/>
                      </a:lnTo>
                      <a:lnTo>
                        <a:pt x="733" y="436"/>
                      </a:lnTo>
                      <a:lnTo>
                        <a:pt x="735" y="435"/>
                      </a:lnTo>
                      <a:lnTo>
                        <a:pt x="736" y="435"/>
                      </a:lnTo>
                      <a:lnTo>
                        <a:pt x="738" y="434"/>
                      </a:lnTo>
                      <a:lnTo>
                        <a:pt x="739" y="434"/>
                      </a:lnTo>
                      <a:lnTo>
                        <a:pt x="741" y="434"/>
                      </a:lnTo>
                      <a:lnTo>
                        <a:pt x="742" y="433"/>
                      </a:lnTo>
                      <a:lnTo>
                        <a:pt x="744" y="433"/>
                      </a:lnTo>
                      <a:lnTo>
                        <a:pt x="745" y="432"/>
                      </a:lnTo>
                      <a:lnTo>
                        <a:pt x="746" y="432"/>
                      </a:lnTo>
                      <a:lnTo>
                        <a:pt x="748" y="432"/>
                      </a:lnTo>
                      <a:lnTo>
                        <a:pt x="749" y="431"/>
                      </a:lnTo>
                      <a:lnTo>
                        <a:pt x="751" y="431"/>
                      </a:lnTo>
                      <a:lnTo>
                        <a:pt x="752" y="431"/>
                      </a:lnTo>
                      <a:lnTo>
                        <a:pt x="754" y="430"/>
                      </a:lnTo>
                      <a:lnTo>
                        <a:pt x="755" y="430"/>
                      </a:lnTo>
                      <a:lnTo>
                        <a:pt x="757" y="429"/>
                      </a:lnTo>
                      <a:lnTo>
                        <a:pt x="758" y="429"/>
                      </a:lnTo>
                      <a:lnTo>
                        <a:pt x="760" y="428"/>
                      </a:lnTo>
                      <a:lnTo>
                        <a:pt x="761" y="428"/>
                      </a:lnTo>
                      <a:lnTo>
                        <a:pt x="762" y="427"/>
                      </a:lnTo>
                      <a:lnTo>
                        <a:pt x="764" y="427"/>
                      </a:lnTo>
                      <a:lnTo>
                        <a:pt x="765" y="427"/>
                      </a:lnTo>
                      <a:lnTo>
                        <a:pt x="767" y="426"/>
                      </a:lnTo>
                      <a:lnTo>
                        <a:pt x="768" y="426"/>
                      </a:lnTo>
                      <a:lnTo>
                        <a:pt x="770" y="426"/>
                      </a:lnTo>
                      <a:lnTo>
                        <a:pt x="771" y="425"/>
                      </a:lnTo>
                      <a:lnTo>
                        <a:pt x="773" y="425"/>
                      </a:lnTo>
                      <a:lnTo>
                        <a:pt x="774" y="424"/>
                      </a:lnTo>
                      <a:lnTo>
                        <a:pt x="775" y="424"/>
                      </a:lnTo>
                      <a:lnTo>
                        <a:pt x="777" y="423"/>
                      </a:lnTo>
                      <a:lnTo>
                        <a:pt x="778" y="423"/>
                      </a:lnTo>
                      <a:lnTo>
                        <a:pt x="780" y="423"/>
                      </a:lnTo>
                      <a:lnTo>
                        <a:pt x="781" y="422"/>
                      </a:lnTo>
                      <a:lnTo>
                        <a:pt x="783" y="422"/>
                      </a:lnTo>
                      <a:lnTo>
                        <a:pt x="784" y="422"/>
                      </a:lnTo>
                      <a:lnTo>
                        <a:pt x="786" y="421"/>
                      </a:lnTo>
                      <a:lnTo>
                        <a:pt x="787" y="421"/>
                      </a:lnTo>
                      <a:lnTo>
                        <a:pt x="789" y="420"/>
                      </a:lnTo>
                      <a:lnTo>
                        <a:pt x="790" y="420"/>
                      </a:lnTo>
                      <a:lnTo>
                        <a:pt x="791" y="419"/>
                      </a:lnTo>
                      <a:lnTo>
                        <a:pt x="793" y="419"/>
                      </a:lnTo>
                      <a:lnTo>
                        <a:pt x="794" y="419"/>
                      </a:lnTo>
                      <a:lnTo>
                        <a:pt x="796" y="418"/>
                      </a:lnTo>
                      <a:lnTo>
                        <a:pt x="797" y="418"/>
                      </a:lnTo>
                      <a:lnTo>
                        <a:pt x="799" y="417"/>
                      </a:lnTo>
                      <a:lnTo>
                        <a:pt x="800" y="417"/>
                      </a:lnTo>
                      <a:lnTo>
                        <a:pt x="802" y="417"/>
                      </a:lnTo>
                      <a:lnTo>
                        <a:pt x="803" y="416"/>
                      </a:lnTo>
                      <a:lnTo>
                        <a:pt x="804" y="416"/>
                      </a:lnTo>
                      <a:lnTo>
                        <a:pt x="806" y="415"/>
                      </a:lnTo>
                      <a:lnTo>
                        <a:pt x="807" y="415"/>
                      </a:lnTo>
                      <a:lnTo>
                        <a:pt x="809" y="415"/>
                      </a:lnTo>
                      <a:lnTo>
                        <a:pt x="810" y="414"/>
                      </a:lnTo>
                      <a:lnTo>
                        <a:pt x="812" y="414"/>
                      </a:lnTo>
                      <a:lnTo>
                        <a:pt x="813" y="414"/>
                      </a:lnTo>
                      <a:lnTo>
                        <a:pt x="815" y="413"/>
                      </a:lnTo>
                      <a:lnTo>
                        <a:pt x="816" y="413"/>
                      </a:lnTo>
                      <a:lnTo>
                        <a:pt x="818" y="413"/>
                      </a:lnTo>
                      <a:lnTo>
                        <a:pt x="819" y="412"/>
                      </a:lnTo>
                      <a:lnTo>
                        <a:pt x="820" y="412"/>
                      </a:lnTo>
                      <a:lnTo>
                        <a:pt x="822" y="411"/>
                      </a:lnTo>
                      <a:lnTo>
                        <a:pt x="823" y="411"/>
                      </a:lnTo>
                      <a:lnTo>
                        <a:pt x="825" y="411"/>
                      </a:lnTo>
                      <a:lnTo>
                        <a:pt x="826" y="410"/>
                      </a:lnTo>
                      <a:lnTo>
                        <a:pt x="828" y="410"/>
                      </a:lnTo>
                      <a:lnTo>
                        <a:pt x="829" y="409"/>
                      </a:lnTo>
                      <a:lnTo>
                        <a:pt x="831" y="409"/>
                      </a:lnTo>
                      <a:lnTo>
                        <a:pt x="832" y="409"/>
                      </a:lnTo>
                      <a:lnTo>
                        <a:pt x="833" y="408"/>
                      </a:lnTo>
                      <a:lnTo>
                        <a:pt x="835" y="408"/>
                      </a:lnTo>
                      <a:lnTo>
                        <a:pt x="836" y="407"/>
                      </a:lnTo>
                      <a:lnTo>
                        <a:pt x="838" y="407"/>
                      </a:lnTo>
                      <a:lnTo>
                        <a:pt x="839" y="407"/>
                      </a:lnTo>
                      <a:lnTo>
                        <a:pt x="841" y="406"/>
                      </a:lnTo>
                      <a:lnTo>
                        <a:pt x="842" y="406"/>
                      </a:lnTo>
                      <a:lnTo>
                        <a:pt x="844" y="405"/>
                      </a:lnTo>
                      <a:lnTo>
                        <a:pt x="845" y="405"/>
                      </a:lnTo>
                      <a:lnTo>
                        <a:pt x="847" y="405"/>
                      </a:lnTo>
                      <a:lnTo>
                        <a:pt x="848" y="404"/>
                      </a:lnTo>
                      <a:lnTo>
                        <a:pt x="849" y="404"/>
                      </a:lnTo>
                      <a:lnTo>
                        <a:pt x="851" y="404"/>
                      </a:lnTo>
                      <a:lnTo>
                        <a:pt x="852" y="403"/>
                      </a:lnTo>
                      <a:lnTo>
                        <a:pt x="854" y="403"/>
                      </a:lnTo>
                      <a:lnTo>
                        <a:pt x="855" y="403"/>
                      </a:lnTo>
                      <a:lnTo>
                        <a:pt x="857" y="402"/>
                      </a:lnTo>
                      <a:lnTo>
                        <a:pt x="858" y="402"/>
                      </a:lnTo>
                      <a:lnTo>
                        <a:pt x="860" y="401"/>
                      </a:lnTo>
                      <a:lnTo>
                        <a:pt x="861" y="401"/>
                      </a:lnTo>
                      <a:lnTo>
                        <a:pt x="862" y="401"/>
                      </a:lnTo>
                      <a:lnTo>
                        <a:pt x="864" y="400"/>
                      </a:lnTo>
                      <a:lnTo>
                        <a:pt x="865" y="400"/>
                      </a:lnTo>
                      <a:lnTo>
                        <a:pt x="867" y="400"/>
                      </a:lnTo>
                      <a:lnTo>
                        <a:pt x="868" y="399"/>
                      </a:lnTo>
                      <a:lnTo>
                        <a:pt x="870" y="399"/>
                      </a:lnTo>
                      <a:lnTo>
                        <a:pt x="871" y="399"/>
                      </a:lnTo>
                      <a:lnTo>
                        <a:pt x="873" y="399"/>
                      </a:lnTo>
                      <a:lnTo>
                        <a:pt x="874" y="398"/>
                      </a:lnTo>
                      <a:lnTo>
                        <a:pt x="876" y="398"/>
                      </a:lnTo>
                      <a:lnTo>
                        <a:pt x="877" y="398"/>
                      </a:lnTo>
                      <a:lnTo>
                        <a:pt x="878" y="397"/>
                      </a:lnTo>
                      <a:lnTo>
                        <a:pt x="880" y="397"/>
                      </a:lnTo>
                      <a:lnTo>
                        <a:pt x="881" y="396"/>
                      </a:lnTo>
                      <a:lnTo>
                        <a:pt x="883" y="396"/>
                      </a:lnTo>
                      <a:lnTo>
                        <a:pt x="884" y="396"/>
                      </a:lnTo>
                      <a:lnTo>
                        <a:pt x="886" y="395"/>
                      </a:lnTo>
                      <a:lnTo>
                        <a:pt x="887" y="395"/>
                      </a:lnTo>
                      <a:lnTo>
                        <a:pt x="889" y="394"/>
                      </a:lnTo>
                      <a:lnTo>
                        <a:pt x="890" y="394"/>
                      </a:lnTo>
                      <a:lnTo>
                        <a:pt x="891" y="394"/>
                      </a:lnTo>
                      <a:lnTo>
                        <a:pt x="893" y="393"/>
                      </a:lnTo>
                      <a:lnTo>
                        <a:pt x="894" y="393"/>
                      </a:lnTo>
                      <a:lnTo>
                        <a:pt x="896" y="393"/>
                      </a:lnTo>
                      <a:lnTo>
                        <a:pt x="897" y="392"/>
                      </a:lnTo>
                      <a:lnTo>
                        <a:pt x="899" y="392"/>
                      </a:lnTo>
                      <a:lnTo>
                        <a:pt x="900" y="392"/>
                      </a:lnTo>
                      <a:lnTo>
                        <a:pt x="902" y="391"/>
                      </a:lnTo>
                      <a:lnTo>
                        <a:pt x="903" y="391"/>
                      </a:lnTo>
                      <a:lnTo>
                        <a:pt x="905" y="391"/>
                      </a:lnTo>
                      <a:lnTo>
                        <a:pt x="906" y="390"/>
                      </a:lnTo>
                      <a:lnTo>
                        <a:pt x="907" y="390"/>
                      </a:lnTo>
                      <a:lnTo>
                        <a:pt x="909" y="389"/>
                      </a:lnTo>
                      <a:lnTo>
                        <a:pt x="910" y="389"/>
                      </a:lnTo>
                      <a:lnTo>
                        <a:pt x="912" y="389"/>
                      </a:lnTo>
                      <a:lnTo>
                        <a:pt x="913" y="388"/>
                      </a:lnTo>
                      <a:lnTo>
                        <a:pt x="915" y="388"/>
                      </a:lnTo>
                      <a:lnTo>
                        <a:pt x="916" y="388"/>
                      </a:lnTo>
                      <a:lnTo>
                        <a:pt x="918" y="387"/>
                      </a:lnTo>
                      <a:lnTo>
                        <a:pt x="919" y="387"/>
                      </a:lnTo>
                      <a:lnTo>
                        <a:pt x="920" y="387"/>
                      </a:lnTo>
                      <a:lnTo>
                        <a:pt x="922" y="386"/>
                      </a:lnTo>
                      <a:lnTo>
                        <a:pt x="923" y="386"/>
                      </a:lnTo>
                      <a:lnTo>
                        <a:pt x="925" y="385"/>
                      </a:lnTo>
                      <a:lnTo>
                        <a:pt x="926" y="385"/>
                      </a:lnTo>
                      <a:lnTo>
                        <a:pt x="928" y="385"/>
                      </a:lnTo>
                      <a:lnTo>
                        <a:pt x="929" y="384"/>
                      </a:lnTo>
                      <a:lnTo>
                        <a:pt x="931" y="384"/>
                      </a:lnTo>
                      <a:lnTo>
                        <a:pt x="932" y="384"/>
                      </a:lnTo>
                      <a:lnTo>
                        <a:pt x="934" y="383"/>
                      </a:lnTo>
                      <a:lnTo>
                        <a:pt x="935" y="383"/>
                      </a:lnTo>
                      <a:lnTo>
                        <a:pt x="936" y="383"/>
                      </a:lnTo>
                      <a:lnTo>
                        <a:pt x="938" y="382"/>
                      </a:lnTo>
                      <a:lnTo>
                        <a:pt x="939" y="382"/>
                      </a:lnTo>
                      <a:lnTo>
                        <a:pt x="941" y="382"/>
                      </a:lnTo>
                      <a:lnTo>
                        <a:pt x="942" y="381"/>
                      </a:lnTo>
                      <a:lnTo>
                        <a:pt x="944" y="381"/>
                      </a:lnTo>
                      <a:lnTo>
                        <a:pt x="945" y="381"/>
                      </a:lnTo>
                      <a:lnTo>
                        <a:pt x="947" y="380"/>
                      </a:lnTo>
                      <a:lnTo>
                        <a:pt x="948" y="380"/>
                      </a:lnTo>
                      <a:lnTo>
                        <a:pt x="949" y="379"/>
                      </a:lnTo>
                      <a:lnTo>
                        <a:pt x="951" y="379"/>
                      </a:lnTo>
                      <a:lnTo>
                        <a:pt x="952" y="379"/>
                      </a:lnTo>
                      <a:lnTo>
                        <a:pt x="954" y="378"/>
                      </a:lnTo>
                      <a:lnTo>
                        <a:pt x="955" y="378"/>
                      </a:lnTo>
                      <a:lnTo>
                        <a:pt x="957" y="378"/>
                      </a:lnTo>
                      <a:lnTo>
                        <a:pt x="958" y="377"/>
                      </a:lnTo>
                      <a:lnTo>
                        <a:pt x="960" y="377"/>
                      </a:lnTo>
                      <a:lnTo>
                        <a:pt x="961" y="377"/>
                      </a:lnTo>
                      <a:lnTo>
                        <a:pt x="963" y="376"/>
                      </a:lnTo>
                      <a:lnTo>
                        <a:pt x="964" y="376"/>
                      </a:lnTo>
                      <a:lnTo>
                        <a:pt x="965" y="376"/>
                      </a:lnTo>
                      <a:lnTo>
                        <a:pt x="967" y="375"/>
                      </a:lnTo>
                      <a:lnTo>
                        <a:pt x="968" y="375"/>
                      </a:lnTo>
                      <a:lnTo>
                        <a:pt x="970" y="375"/>
                      </a:lnTo>
                      <a:lnTo>
                        <a:pt x="971" y="374"/>
                      </a:lnTo>
                      <a:lnTo>
                        <a:pt x="973" y="374"/>
                      </a:lnTo>
                      <a:lnTo>
                        <a:pt x="974" y="374"/>
                      </a:lnTo>
                      <a:lnTo>
                        <a:pt x="976" y="373"/>
                      </a:lnTo>
                      <a:lnTo>
                        <a:pt x="977" y="373"/>
                      </a:lnTo>
                      <a:lnTo>
                        <a:pt x="978" y="372"/>
                      </a:lnTo>
                      <a:lnTo>
                        <a:pt x="980" y="372"/>
                      </a:lnTo>
                      <a:lnTo>
                        <a:pt x="981" y="372"/>
                      </a:lnTo>
                      <a:lnTo>
                        <a:pt x="983" y="372"/>
                      </a:lnTo>
                      <a:lnTo>
                        <a:pt x="984" y="371"/>
                      </a:lnTo>
                      <a:lnTo>
                        <a:pt x="986" y="371"/>
                      </a:lnTo>
                      <a:lnTo>
                        <a:pt x="987" y="371"/>
                      </a:lnTo>
                      <a:lnTo>
                        <a:pt x="989" y="370"/>
                      </a:lnTo>
                      <a:lnTo>
                        <a:pt x="990" y="370"/>
                      </a:lnTo>
                      <a:lnTo>
                        <a:pt x="992" y="370"/>
                      </a:lnTo>
                      <a:lnTo>
                        <a:pt x="993" y="369"/>
                      </a:lnTo>
                      <a:lnTo>
                        <a:pt x="994" y="369"/>
                      </a:lnTo>
                      <a:lnTo>
                        <a:pt x="996" y="369"/>
                      </a:lnTo>
                      <a:lnTo>
                        <a:pt x="997" y="368"/>
                      </a:lnTo>
                      <a:lnTo>
                        <a:pt x="999" y="368"/>
                      </a:lnTo>
                      <a:lnTo>
                        <a:pt x="1000" y="368"/>
                      </a:lnTo>
                      <a:lnTo>
                        <a:pt x="1002" y="367"/>
                      </a:lnTo>
                      <a:lnTo>
                        <a:pt x="1003" y="367"/>
                      </a:lnTo>
                      <a:lnTo>
                        <a:pt x="1005" y="366"/>
                      </a:lnTo>
                      <a:lnTo>
                        <a:pt x="1006" y="366"/>
                      </a:lnTo>
                      <a:lnTo>
                        <a:pt x="1007" y="366"/>
                      </a:lnTo>
                      <a:lnTo>
                        <a:pt x="1009" y="365"/>
                      </a:lnTo>
                      <a:lnTo>
                        <a:pt x="1010" y="365"/>
                      </a:lnTo>
                      <a:lnTo>
                        <a:pt x="1012" y="365"/>
                      </a:lnTo>
                      <a:lnTo>
                        <a:pt x="1013" y="364"/>
                      </a:lnTo>
                      <a:lnTo>
                        <a:pt x="1015" y="364"/>
                      </a:lnTo>
                      <a:lnTo>
                        <a:pt x="1016" y="364"/>
                      </a:lnTo>
                      <a:lnTo>
                        <a:pt x="1018" y="364"/>
                      </a:lnTo>
                      <a:lnTo>
                        <a:pt x="1019" y="363"/>
                      </a:lnTo>
                      <a:lnTo>
                        <a:pt x="1021" y="363"/>
                      </a:lnTo>
                      <a:lnTo>
                        <a:pt x="1022" y="363"/>
                      </a:lnTo>
                      <a:lnTo>
                        <a:pt x="1023" y="362"/>
                      </a:lnTo>
                      <a:lnTo>
                        <a:pt x="1025" y="362"/>
                      </a:lnTo>
                      <a:lnTo>
                        <a:pt x="1026" y="361"/>
                      </a:lnTo>
                      <a:lnTo>
                        <a:pt x="1028" y="361"/>
                      </a:lnTo>
                      <a:lnTo>
                        <a:pt x="1029" y="361"/>
                      </a:lnTo>
                      <a:lnTo>
                        <a:pt x="1031" y="360"/>
                      </a:lnTo>
                      <a:lnTo>
                        <a:pt x="1032" y="360"/>
                      </a:lnTo>
                      <a:lnTo>
                        <a:pt x="1034" y="360"/>
                      </a:lnTo>
                      <a:lnTo>
                        <a:pt x="1035" y="359"/>
                      </a:lnTo>
                      <a:lnTo>
                        <a:pt x="1036" y="359"/>
                      </a:lnTo>
                      <a:lnTo>
                        <a:pt x="1038" y="358"/>
                      </a:lnTo>
                      <a:lnTo>
                        <a:pt x="1039" y="358"/>
                      </a:lnTo>
                      <a:lnTo>
                        <a:pt x="1041" y="358"/>
                      </a:lnTo>
                      <a:lnTo>
                        <a:pt x="1042" y="357"/>
                      </a:lnTo>
                      <a:lnTo>
                        <a:pt x="1044" y="357"/>
                      </a:lnTo>
                      <a:lnTo>
                        <a:pt x="1045" y="357"/>
                      </a:lnTo>
                      <a:lnTo>
                        <a:pt x="1047" y="356"/>
                      </a:lnTo>
                      <a:lnTo>
                        <a:pt x="1048" y="356"/>
                      </a:lnTo>
                      <a:lnTo>
                        <a:pt x="1050" y="356"/>
                      </a:lnTo>
                      <a:lnTo>
                        <a:pt x="1051" y="355"/>
                      </a:lnTo>
                      <a:lnTo>
                        <a:pt x="1052" y="355"/>
                      </a:lnTo>
                      <a:lnTo>
                        <a:pt x="1054" y="355"/>
                      </a:lnTo>
                      <a:lnTo>
                        <a:pt x="1055" y="354"/>
                      </a:lnTo>
                      <a:lnTo>
                        <a:pt x="1057" y="354"/>
                      </a:lnTo>
                      <a:lnTo>
                        <a:pt x="1058" y="354"/>
                      </a:lnTo>
                      <a:lnTo>
                        <a:pt x="1060" y="353"/>
                      </a:lnTo>
                      <a:lnTo>
                        <a:pt x="1061" y="353"/>
                      </a:lnTo>
                      <a:lnTo>
                        <a:pt x="1063" y="353"/>
                      </a:lnTo>
                      <a:lnTo>
                        <a:pt x="1064" y="353"/>
                      </a:lnTo>
                      <a:lnTo>
                        <a:pt x="1065" y="352"/>
                      </a:lnTo>
                      <a:lnTo>
                        <a:pt x="1067" y="352"/>
                      </a:lnTo>
                      <a:lnTo>
                        <a:pt x="1068" y="352"/>
                      </a:lnTo>
                      <a:lnTo>
                        <a:pt x="1070" y="351"/>
                      </a:lnTo>
                      <a:lnTo>
                        <a:pt x="1071" y="351"/>
                      </a:lnTo>
                      <a:lnTo>
                        <a:pt x="1073" y="351"/>
                      </a:lnTo>
                      <a:lnTo>
                        <a:pt x="1074" y="350"/>
                      </a:lnTo>
                      <a:lnTo>
                        <a:pt x="1076" y="350"/>
                      </a:lnTo>
                      <a:lnTo>
                        <a:pt x="1077" y="350"/>
                      </a:lnTo>
                      <a:lnTo>
                        <a:pt x="1079" y="349"/>
                      </a:lnTo>
                      <a:lnTo>
                        <a:pt x="1080" y="349"/>
                      </a:lnTo>
                      <a:lnTo>
                        <a:pt x="1081" y="349"/>
                      </a:lnTo>
                      <a:lnTo>
                        <a:pt x="1083" y="348"/>
                      </a:lnTo>
                      <a:lnTo>
                        <a:pt x="1084" y="348"/>
                      </a:lnTo>
                      <a:lnTo>
                        <a:pt x="1086" y="348"/>
                      </a:lnTo>
                      <a:lnTo>
                        <a:pt x="1087" y="347"/>
                      </a:lnTo>
                      <a:lnTo>
                        <a:pt x="1089" y="347"/>
                      </a:lnTo>
                      <a:lnTo>
                        <a:pt x="1090" y="347"/>
                      </a:lnTo>
                      <a:lnTo>
                        <a:pt x="1092" y="347"/>
                      </a:lnTo>
                      <a:lnTo>
                        <a:pt x="1093" y="346"/>
                      </a:lnTo>
                      <a:lnTo>
                        <a:pt x="1094" y="346"/>
                      </a:lnTo>
                      <a:lnTo>
                        <a:pt x="1096" y="345"/>
                      </a:lnTo>
                      <a:lnTo>
                        <a:pt x="1097" y="345"/>
                      </a:lnTo>
                      <a:lnTo>
                        <a:pt x="1099" y="345"/>
                      </a:lnTo>
                      <a:lnTo>
                        <a:pt x="1100" y="345"/>
                      </a:lnTo>
                      <a:lnTo>
                        <a:pt x="1102" y="344"/>
                      </a:lnTo>
                      <a:lnTo>
                        <a:pt x="1103" y="344"/>
                      </a:lnTo>
                      <a:lnTo>
                        <a:pt x="1105" y="344"/>
                      </a:lnTo>
                      <a:lnTo>
                        <a:pt x="1106" y="343"/>
                      </a:lnTo>
                      <a:lnTo>
                        <a:pt x="1108" y="343"/>
                      </a:lnTo>
                      <a:lnTo>
                        <a:pt x="1109" y="343"/>
                      </a:lnTo>
                      <a:lnTo>
                        <a:pt x="1110" y="342"/>
                      </a:lnTo>
                      <a:lnTo>
                        <a:pt x="1112" y="342"/>
                      </a:lnTo>
                      <a:lnTo>
                        <a:pt x="1113" y="342"/>
                      </a:lnTo>
                      <a:lnTo>
                        <a:pt x="1115" y="341"/>
                      </a:lnTo>
                      <a:lnTo>
                        <a:pt x="1116" y="341"/>
                      </a:lnTo>
                      <a:lnTo>
                        <a:pt x="1118" y="341"/>
                      </a:lnTo>
                      <a:lnTo>
                        <a:pt x="1119" y="341"/>
                      </a:lnTo>
                      <a:lnTo>
                        <a:pt x="1121" y="340"/>
                      </a:lnTo>
                      <a:lnTo>
                        <a:pt x="1122" y="340"/>
                      </a:lnTo>
                      <a:lnTo>
                        <a:pt x="1123" y="340"/>
                      </a:lnTo>
                      <a:lnTo>
                        <a:pt x="1125" y="339"/>
                      </a:lnTo>
                      <a:lnTo>
                        <a:pt x="1126" y="339"/>
                      </a:lnTo>
                      <a:lnTo>
                        <a:pt x="1128" y="339"/>
                      </a:lnTo>
                      <a:lnTo>
                        <a:pt x="1129" y="338"/>
                      </a:lnTo>
                      <a:lnTo>
                        <a:pt x="1131" y="338"/>
                      </a:lnTo>
                      <a:lnTo>
                        <a:pt x="1132" y="338"/>
                      </a:lnTo>
                      <a:lnTo>
                        <a:pt x="1134" y="337"/>
                      </a:lnTo>
                      <a:lnTo>
                        <a:pt x="1135" y="337"/>
                      </a:lnTo>
                      <a:lnTo>
                        <a:pt x="1137" y="336"/>
                      </a:lnTo>
                      <a:lnTo>
                        <a:pt x="1138" y="336"/>
                      </a:lnTo>
                      <a:lnTo>
                        <a:pt x="1139" y="336"/>
                      </a:lnTo>
                      <a:lnTo>
                        <a:pt x="1141" y="335"/>
                      </a:lnTo>
                      <a:lnTo>
                        <a:pt x="1142" y="335"/>
                      </a:lnTo>
                      <a:lnTo>
                        <a:pt x="1144" y="335"/>
                      </a:lnTo>
                      <a:lnTo>
                        <a:pt x="1145" y="335"/>
                      </a:lnTo>
                      <a:lnTo>
                        <a:pt x="1147" y="334"/>
                      </a:lnTo>
                      <a:lnTo>
                        <a:pt x="1148" y="334"/>
                      </a:lnTo>
                      <a:lnTo>
                        <a:pt x="1150" y="334"/>
                      </a:lnTo>
                      <a:lnTo>
                        <a:pt x="1151" y="333"/>
                      </a:lnTo>
                      <a:lnTo>
                        <a:pt x="1152" y="333"/>
                      </a:lnTo>
                      <a:lnTo>
                        <a:pt x="1154" y="332"/>
                      </a:lnTo>
                      <a:lnTo>
                        <a:pt x="1155" y="332"/>
                      </a:lnTo>
                      <a:lnTo>
                        <a:pt x="1157" y="332"/>
                      </a:lnTo>
                      <a:lnTo>
                        <a:pt x="1158" y="332"/>
                      </a:lnTo>
                      <a:lnTo>
                        <a:pt x="1160" y="331"/>
                      </a:lnTo>
                      <a:lnTo>
                        <a:pt x="1161" y="331"/>
                      </a:lnTo>
                      <a:lnTo>
                        <a:pt x="1163" y="331"/>
                      </a:lnTo>
                      <a:lnTo>
                        <a:pt x="1164" y="330"/>
                      </a:lnTo>
                      <a:lnTo>
                        <a:pt x="1166" y="330"/>
                      </a:lnTo>
                      <a:lnTo>
                        <a:pt x="1167" y="330"/>
                      </a:lnTo>
                      <a:lnTo>
                        <a:pt x="1168" y="329"/>
                      </a:lnTo>
                      <a:lnTo>
                        <a:pt x="1170" y="329"/>
                      </a:lnTo>
                      <a:lnTo>
                        <a:pt x="1171" y="329"/>
                      </a:lnTo>
                      <a:lnTo>
                        <a:pt x="1173" y="328"/>
                      </a:lnTo>
                      <a:lnTo>
                        <a:pt x="1174" y="328"/>
                      </a:lnTo>
                      <a:lnTo>
                        <a:pt x="1176" y="328"/>
                      </a:lnTo>
                      <a:lnTo>
                        <a:pt x="1177" y="328"/>
                      </a:lnTo>
                      <a:lnTo>
                        <a:pt x="1179" y="327"/>
                      </a:lnTo>
                      <a:lnTo>
                        <a:pt x="1180" y="327"/>
                      </a:lnTo>
                      <a:lnTo>
                        <a:pt x="1181" y="327"/>
                      </a:lnTo>
                      <a:lnTo>
                        <a:pt x="1183" y="326"/>
                      </a:lnTo>
                      <a:lnTo>
                        <a:pt x="1184" y="326"/>
                      </a:lnTo>
                      <a:lnTo>
                        <a:pt x="1186" y="326"/>
                      </a:lnTo>
                      <a:lnTo>
                        <a:pt x="1187" y="325"/>
                      </a:lnTo>
                      <a:lnTo>
                        <a:pt x="1189" y="325"/>
                      </a:lnTo>
                      <a:lnTo>
                        <a:pt x="1190" y="325"/>
                      </a:lnTo>
                      <a:lnTo>
                        <a:pt x="1192" y="325"/>
                      </a:lnTo>
                      <a:lnTo>
                        <a:pt x="1193" y="324"/>
                      </a:lnTo>
                      <a:lnTo>
                        <a:pt x="1195" y="324"/>
                      </a:lnTo>
                      <a:lnTo>
                        <a:pt x="1196" y="324"/>
                      </a:lnTo>
                      <a:lnTo>
                        <a:pt x="1197" y="323"/>
                      </a:lnTo>
                      <a:lnTo>
                        <a:pt x="1199" y="323"/>
                      </a:lnTo>
                      <a:lnTo>
                        <a:pt x="1200" y="323"/>
                      </a:lnTo>
                      <a:lnTo>
                        <a:pt x="1202" y="322"/>
                      </a:lnTo>
                      <a:lnTo>
                        <a:pt x="1203" y="322"/>
                      </a:lnTo>
                      <a:lnTo>
                        <a:pt x="1205" y="322"/>
                      </a:lnTo>
                      <a:lnTo>
                        <a:pt x="1206" y="321"/>
                      </a:lnTo>
                      <a:lnTo>
                        <a:pt x="1208" y="321"/>
                      </a:lnTo>
                      <a:lnTo>
                        <a:pt x="1209" y="321"/>
                      </a:lnTo>
                      <a:lnTo>
                        <a:pt x="1210" y="320"/>
                      </a:lnTo>
                      <a:lnTo>
                        <a:pt x="1212" y="320"/>
                      </a:lnTo>
                      <a:lnTo>
                        <a:pt x="1213" y="320"/>
                      </a:lnTo>
                      <a:lnTo>
                        <a:pt x="1215" y="319"/>
                      </a:lnTo>
                      <a:lnTo>
                        <a:pt x="1216" y="319"/>
                      </a:lnTo>
                      <a:lnTo>
                        <a:pt x="1218" y="319"/>
                      </a:lnTo>
                      <a:lnTo>
                        <a:pt x="1219" y="319"/>
                      </a:lnTo>
                      <a:lnTo>
                        <a:pt x="1221" y="318"/>
                      </a:lnTo>
                      <a:lnTo>
                        <a:pt x="1222" y="318"/>
                      </a:lnTo>
                      <a:lnTo>
                        <a:pt x="1224" y="318"/>
                      </a:lnTo>
                      <a:lnTo>
                        <a:pt x="1225" y="317"/>
                      </a:lnTo>
                      <a:lnTo>
                        <a:pt x="1226" y="317"/>
                      </a:lnTo>
                      <a:lnTo>
                        <a:pt x="1228" y="317"/>
                      </a:lnTo>
                      <a:lnTo>
                        <a:pt x="1229" y="316"/>
                      </a:lnTo>
                      <a:lnTo>
                        <a:pt x="1231" y="316"/>
                      </a:lnTo>
                      <a:lnTo>
                        <a:pt x="1232" y="316"/>
                      </a:lnTo>
                      <a:lnTo>
                        <a:pt x="1234" y="316"/>
                      </a:lnTo>
                      <a:lnTo>
                        <a:pt x="1235" y="315"/>
                      </a:lnTo>
                      <a:lnTo>
                        <a:pt x="1237" y="315"/>
                      </a:lnTo>
                      <a:lnTo>
                        <a:pt x="1238" y="315"/>
                      </a:lnTo>
                      <a:lnTo>
                        <a:pt x="1239" y="314"/>
                      </a:lnTo>
                      <a:lnTo>
                        <a:pt x="1241" y="314"/>
                      </a:lnTo>
                      <a:lnTo>
                        <a:pt x="1242" y="314"/>
                      </a:lnTo>
                      <a:lnTo>
                        <a:pt x="1244" y="313"/>
                      </a:lnTo>
                      <a:lnTo>
                        <a:pt x="1245" y="313"/>
                      </a:lnTo>
                      <a:lnTo>
                        <a:pt x="1247" y="313"/>
                      </a:lnTo>
                      <a:lnTo>
                        <a:pt x="1248" y="313"/>
                      </a:lnTo>
                      <a:lnTo>
                        <a:pt x="1250" y="312"/>
                      </a:lnTo>
                      <a:lnTo>
                        <a:pt x="1251" y="312"/>
                      </a:lnTo>
                      <a:lnTo>
                        <a:pt x="1253" y="311"/>
                      </a:lnTo>
                      <a:lnTo>
                        <a:pt x="1254" y="311"/>
                      </a:lnTo>
                      <a:lnTo>
                        <a:pt x="1255" y="311"/>
                      </a:lnTo>
                      <a:lnTo>
                        <a:pt x="1257" y="311"/>
                      </a:lnTo>
                      <a:lnTo>
                        <a:pt x="1258" y="310"/>
                      </a:lnTo>
                      <a:lnTo>
                        <a:pt x="1260" y="310"/>
                      </a:lnTo>
                      <a:lnTo>
                        <a:pt x="1261" y="310"/>
                      </a:lnTo>
                      <a:lnTo>
                        <a:pt x="1263" y="310"/>
                      </a:lnTo>
                      <a:lnTo>
                        <a:pt x="1264" y="309"/>
                      </a:lnTo>
                      <a:lnTo>
                        <a:pt x="1266" y="309"/>
                      </a:lnTo>
                      <a:lnTo>
                        <a:pt x="1267" y="309"/>
                      </a:lnTo>
                      <a:lnTo>
                        <a:pt x="1268" y="308"/>
                      </a:lnTo>
                      <a:lnTo>
                        <a:pt x="1270" y="308"/>
                      </a:lnTo>
                      <a:lnTo>
                        <a:pt x="1271" y="308"/>
                      </a:lnTo>
                      <a:lnTo>
                        <a:pt x="1273" y="307"/>
                      </a:lnTo>
                      <a:lnTo>
                        <a:pt x="1274" y="307"/>
                      </a:lnTo>
                      <a:lnTo>
                        <a:pt x="1276" y="307"/>
                      </a:lnTo>
                      <a:lnTo>
                        <a:pt x="1277" y="306"/>
                      </a:lnTo>
                      <a:lnTo>
                        <a:pt x="1279" y="306"/>
                      </a:lnTo>
                      <a:lnTo>
                        <a:pt x="1280" y="306"/>
                      </a:lnTo>
                      <a:lnTo>
                        <a:pt x="1282" y="305"/>
                      </a:lnTo>
                      <a:lnTo>
                        <a:pt x="1283" y="305"/>
                      </a:lnTo>
                      <a:lnTo>
                        <a:pt x="1284" y="305"/>
                      </a:lnTo>
                      <a:lnTo>
                        <a:pt x="1286" y="305"/>
                      </a:lnTo>
                      <a:lnTo>
                        <a:pt x="1287" y="304"/>
                      </a:lnTo>
                      <a:lnTo>
                        <a:pt x="1289" y="304"/>
                      </a:lnTo>
                      <a:lnTo>
                        <a:pt x="1290" y="304"/>
                      </a:lnTo>
                      <a:lnTo>
                        <a:pt x="1292" y="303"/>
                      </a:lnTo>
                      <a:lnTo>
                        <a:pt x="1293" y="303"/>
                      </a:lnTo>
                      <a:lnTo>
                        <a:pt x="1295" y="303"/>
                      </a:lnTo>
                      <a:lnTo>
                        <a:pt x="1296" y="303"/>
                      </a:lnTo>
                      <a:lnTo>
                        <a:pt x="1297" y="302"/>
                      </a:lnTo>
                      <a:lnTo>
                        <a:pt x="1299" y="302"/>
                      </a:lnTo>
                      <a:lnTo>
                        <a:pt x="1300" y="302"/>
                      </a:lnTo>
                      <a:lnTo>
                        <a:pt x="1302" y="302"/>
                      </a:lnTo>
                      <a:lnTo>
                        <a:pt x="1303" y="301"/>
                      </a:lnTo>
                      <a:lnTo>
                        <a:pt x="1305" y="301"/>
                      </a:lnTo>
                      <a:lnTo>
                        <a:pt x="1306" y="301"/>
                      </a:lnTo>
                      <a:lnTo>
                        <a:pt x="1308" y="301"/>
                      </a:lnTo>
                      <a:lnTo>
                        <a:pt x="1309" y="300"/>
                      </a:lnTo>
                      <a:lnTo>
                        <a:pt x="1311" y="300"/>
                      </a:lnTo>
                      <a:lnTo>
                        <a:pt x="1312" y="300"/>
                      </a:lnTo>
                      <a:lnTo>
                        <a:pt x="1313" y="299"/>
                      </a:lnTo>
                      <a:lnTo>
                        <a:pt x="1315" y="299"/>
                      </a:lnTo>
                      <a:lnTo>
                        <a:pt x="1316" y="299"/>
                      </a:lnTo>
                      <a:lnTo>
                        <a:pt x="1318" y="298"/>
                      </a:lnTo>
                      <a:lnTo>
                        <a:pt x="1319" y="298"/>
                      </a:lnTo>
                      <a:lnTo>
                        <a:pt x="1321" y="298"/>
                      </a:lnTo>
                      <a:lnTo>
                        <a:pt x="1322" y="297"/>
                      </a:lnTo>
                      <a:lnTo>
                        <a:pt x="1324" y="297"/>
                      </a:lnTo>
                      <a:lnTo>
                        <a:pt x="1325" y="297"/>
                      </a:lnTo>
                      <a:lnTo>
                        <a:pt x="1326" y="296"/>
                      </a:lnTo>
                      <a:lnTo>
                        <a:pt x="1328" y="296"/>
                      </a:lnTo>
                      <a:lnTo>
                        <a:pt x="1329" y="296"/>
                      </a:lnTo>
                      <a:lnTo>
                        <a:pt x="1331" y="296"/>
                      </a:lnTo>
                      <a:lnTo>
                        <a:pt x="1332" y="295"/>
                      </a:lnTo>
                      <a:lnTo>
                        <a:pt x="1334" y="295"/>
                      </a:lnTo>
                      <a:lnTo>
                        <a:pt x="1335" y="294"/>
                      </a:lnTo>
                      <a:lnTo>
                        <a:pt x="1337" y="294"/>
                      </a:lnTo>
                      <a:lnTo>
                        <a:pt x="1338" y="294"/>
                      </a:lnTo>
                      <a:lnTo>
                        <a:pt x="1340" y="294"/>
                      </a:lnTo>
                      <a:lnTo>
                        <a:pt x="1341" y="294"/>
                      </a:lnTo>
                      <a:lnTo>
                        <a:pt x="1342" y="293"/>
                      </a:lnTo>
                      <a:lnTo>
                        <a:pt x="1344" y="293"/>
                      </a:lnTo>
                      <a:lnTo>
                        <a:pt x="1345" y="293"/>
                      </a:lnTo>
                      <a:lnTo>
                        <a:pt x="1347" y="293"/>
                      </a:lnTo>
                      <a:lnTo>
                        <a:pt x="1348" y="292"/>
                      </a:lnTo>
                      <a:lnTo>
                        <a:pt x="1350" y="292"/>
                      </a:lnTo>
                      <a:lnTo>
                        <a:pt x="1351" y="292"/>
                      </a:lnTo>
                      <a:lnTo>
                        <a:pt x="1353" y="291"/>
                      </a:lnTo>
                      <a:lnTo>
                        <a:pt x="1354" y="291"/>
                      </a:lnTo>
                      <a:lnTo>
                        <a:pt x="1355" y="291"/>
                      </a:lnTo>
                      <a:lnTo>
                        <a:pt x="1357" y="290"/>
                      </a:lnTo>
                    </a:path>
                  </a:pathLst>
                </a:custGeom>
                <a:noFill/>
                <a:ln cap="flat" cmpd="sng" w="25400">
                  <a:solidFill>
                    <a:srgbClr val="8A2BE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4" name="Google Shape;1034;p19"/>
                <p:cNvSpPr/>
                <p:nvPr/>
              </p:nvSpPr>
              <p:spPr>
                <a:xfrm flipH="1" rot="10800000">
                  <a:off x="3179763" y="1539876"/>
                  <a:ext cx="3584575" cy="1811338"/>
                </a:xfrm>
                <a:custGeom>
                  <a:rect b="b" l="l" r="r" t="t"/>
                  <a:pathLst>
                    <a:path extrusionOk="0" h="822" w="1357">
                      <a:moveTo>
                        <a:pt x="0" y="55"/>
                      </a:moveTo>
                      <a:lnTo>
                        <a:pt x="1" y="55"/>
                      </a:lnTo>
                      <a:lnTo>
                        <a:pt x="3" y="55"/>
                      </a:lnTo>
                      <a:lnTo>
                        <a:pt x="4" y="55"/>
                      </a:lnTo>
                      <a:lnTo>
                        <a:pt x="6" y="55"/>
                      </a:lnTo>
                      <a:lnTo>
                        <a:pt x="7" y="55"/>
                      </a:lnTo>
                      <a:lnTo>
                        <a:pt x="8" y="55"/>
                      </a:lnTo>
                      <a:lnTo>
                        <a:pt x="10" y="55"/>
                      </a:lnTo>
                      <a:lnTo>
                        <a:pt x="11" y="55"/>
                      </a:lnTo>
                      <a:lnTo>
                        <a:pt x="13" y="55"/>
                      </a:lnTo>
                      <a:lnTo>
                        <a:pt x="14" y="55"/>
                      </a:lnTo>
                      <a:lnTo>
                        <a:pt x="16" y="55"/>
                      </a:lnTo>
                      <a:lnTo>
                        <a:pt x="17" y="55"/>
                      </a:lnTo>
                      <a:lnTo>
                        <a:pt x="19" y="55"/>
                      </a:lnTo>
                      <a:lnTo>
                        <a:pt x="20" y="55"/>
                      </a:lnTo>
                      <a:lnTo>
                        <a:pt x="21" y="55"/>
                      </a:lnTo>
                      <a:lnTo>
                        <a:pt x="23" y="55"/>
                      </a:lnTo>
                      <a:lnTo>
                        <a:pt x="24" y="55"/>
                      </a:lnTo>
                      <a:lnTo>
                        <a:pt x="26" y="55"/>
                      </a:lnTo>
                      <a:lnTo>
                        <a:pt x="27" y="55"/>
                      </a:lnTo>
                      <a:lnTo>
                        <a:pt x="29" y="55"/>
                      </a:lnTo>
                      <a:lnTo>
                        <a:pt x="30" y="55"/>
                      </a:lnTo>
                      <a:lnTo>
                        <a:pt x="32" y="55"/>
                      </a:lnTo>
                      <a:lnTo>
                        <a:pt x="33" y="55"/>
                      </a:lnTo>
                      <a:lnTo>
                        <a:pt x="35" y="55"/>
                      </a:lnTo>
                      <a:lnTo>
                        <a:pt x="36" y="55"/>
                      </a:lnTo>
                      <a:lnTo>
                        <a:pt x="37" y="55"/>
                      </a:lnTo>
                      <a:lnTo>
                        <a:pt x="39" y="55"/>
                      </a:lnTo>
                      <a:lnTo>
                        <a:pt x="40" y="55"/>
                      </a:lnTo>
                      <a:lnTo>
                        <a:pt x="42" y="55"/>
                      </a:lnTo>
                      <a:lnTo>
                        <a:pt x="43" y="55"/>
                      </a:lnTo>
                      <a:lnTo>
                        <a:pt x="45" y="55"/>
                      </a:lnTo>
                      <a:lnTo>
                        <a:pt x="46" y="55"/>
                      </a:lnTo>
                      <a:lnTo>
                        <a:pt x="48" y="55"/>
                      </a:lnTo>
                      <a:lnTo>
                        <a:pt x="49" y="55"/>
                      </a:lnTo>
                      <a:lnTo>
                        <a:pt x="50" y="55"/>
                      </a:lnTo>
                      <a:lnTo>
                        <a:pt x="52" y="55"/>
                      </a:lnTo>
                      <a:lnTo>
                        <a:pt x="53" y="55"/>
                      </a:lnTo>
                      <a:lnTo>
                        <a:pt x="55" y="55"/>
                      </a:lnTo>
                      <a:lnTo>
                        <a:pt x="56" y="55"/>
                      </a:lnTo>
                      <a:lnTo>
                        <a:pt x="58" y="55"/>
                      </a:lnTo>
                      <a:lnTo>
                        <a:pt x="59" y="55"/>
                      </a:lnTo>
                      <a:lnTo>
                        <a:pt x="61" y="55"/>
                      </a:lnTo>
                      <a:lnTo>
                        <a:pt x="62" y="55"/>
                      </a:lnTo>
                      <a:lnTo>
                        <a:pt x="64" y="55"/>
                      </a:lnTo>
                      <a:lnTo>
                        <a:pt x="65" y="55"/>
                      </a:lnTo>
                      <a:lnTo>
                        <a:pt x="66" y="55"/>
                      </a:lnTo>
                      <a:lnTo>
                        <a:pt x="68" y="55"/>
                      </a:lnTo>
                      <a:lnTo>
                        <a:pt x="69" y="55"/>
                      </a:lnTo>
                      <a:lnTo>
                        <a:pt x="71" y="55"/>
                      </a:lnTo>
                      <a:lnTo>
                        <a:pt x="72" y="55"/>
                      </a:lnTo>
                      <a:lnTo>
                        <a:pt x="74" y="55"/>
                      </a:lnTo>
                      <a:lnTo>
                        <a:pt x="75" y="55"/>
                      </a:lnTo>
                      <a:lnTo>
                        <a:pt x="77" y="55"/>
                      </a:lnTo>
                      <a:lnTo>
                        <a:pt x="78" y="55"/>
                      </a:lnTo>
                      <a:lnTo>
                        <a:pt x="79" y="55"/>
                      </a:lnTo>
                      <a:lnTo>
                        <a:pt x="81" y="55"/>
                      </a:lnTo>
                      <a:lnTo>
                        <a:pt x="82" y="55"/>
                      </a:lnTo>
                      <a:lnTo>
                        <a:pt x="84" y="55"/>
                      </a:lnTo>
                      <a:lnTo>
                        <a:pt x="85" y="55"/>
                      </a:lnTo>
                      <a:lnTo>
                        <a:pt x="87" y="55"/>
                      </a:lnTo>
                      <a:lnTo>
                        <a:pt x="88" y="55"/>
                      </a:lnTo>
                      <a:lnTo>
                        <a:pt x="90" y="55"/>
                      </a:lnTo>
                      <a:lnTo>
                        <a:pt x="91" y="55"/>
                      </a:lnTo>
                      <a:lnTo>
                        <a:pt x="93" y="55"/>
                      </a:lnTo>
                      <a:lnTo>
                        <a:pt x="94" y="55"/>
                      </a:lnTo>
                      <a:lnTo>
                        <a:pt x="95" y="55"/>
                      </a:lnTo>
                      <a:lnTo>
                        <a:pt x="97" y="55"/>
                      </a:lnTo>
                      <a:lnTo>
                        <a:pt x="98" y="55"/>
                      </a:lnTo>
                      <a:lnTo>
                        <a:pt x="100" y="55"/>
                      </a:lnTo>
                      <a:lnTo>
                        <a:pt x="101" y="55"/>
                      </a:lnTo>
                      <a:lnTo>
                        <a:pt x="103" y="55"/>
                      </a:lnTo>
                      <a:lnTo>
                        <a:pt x="104" y="55"/>
                      </a:lnTo>
                      <a:lnTo>
                        <a:pt x="106" y="54"/>
                      </a:lnTo>
                      <a:lnTo>
                        <a:pt x="107" y="54"/>
                      </a:lnTo>
                      <a:lnTo>
                        <a:pt x="108" y="54"/>
                      </a:lnTo>
                      <a:lnTo>
                        <a:pt x="110" y="54"/>
                      </a:lnTo>
                      <a:lnTo>
                        <a:pt x="111" y="53"/>
                      </a:lnTo>
                      <a:lnTo>
                        <a:pt x="113" y="31"/>
                      </a:lnTo>
                      <a:lnTo>
                        <a:pt x="114" y="13"/>
                      </a:lnTo>
                      <a:lnTo>
                        <a:pt x="116" y="0"/>
                      </a:lnTo>
                      <a:lnTo>
                        <a:pt x="117" y="0"/>
                      </a:lnTo>
                      <a:lnTo>
                        <a:pt x="119" y="7"/>
                      </a:lnTo>
                      <a:lnTo>
                        <a:pt x="120" y="21"/>
                      </a:lnTo>
                      <a:lnTo>
                        <a:pt x="122" y="37"/>
                      </a:lnTo>
                      <a:lnTo>
                        <a:pt x="123" y="56"/>
                      </a:lnTo>
                      <a:lnTo>
                        <a:pt x="124" y="77"/>
                      </a:lnTo>
                      <a:lnTo>
                        <a:pt x="126" y="99"/>
                      </a:lnTo>
                      <a:lnTo>
                        <a:pt x="127" y="124"/>
                      </a:lnTo>
                      <a:lnTo>
                        <a:pt x="129" y="149"/>
                      </a:lnTo>
                      <a:lnTo>
                        <a:pt x="130" y="176"/>
                      </a:lnTo>
                      <a:lnTo>
                        <a:pt x="132" y="203"/>
                      </a:lnTo>
                      <a:lnTo>
                        <a:pt x="133" y="230"/>
                      </a:lnTo>
                      <a:lnTo>
                        <a:pt x="135" y="257"/>
                      </a:lnTo>
                      <a:lnTo>
                        <a:pt x="136" y="283"/>
                      </a:lnTo>
                      <a:lnTo>
                        <a:pt x="137" y="308"/>
                      </a:lnTo>
                      <a:lnTo>
                        <a:pt x="139" y="332"/>
                      </a:lnTo>
                      <a:lnTo>
                        <a:pt x="140" y="353"/>
                      </a:lnTo>
                      <a:lnTo>
                        <a:pt x="142" y="372"/>
                      </a:lnTo>
                      <a:lnTo>
                        <a:pt x="143" y="390"/>
                      </a:lnTo>
                      <a:lnTo>
                        <a:pt x="145" y="406"/>
                      </a:lnTo>
                      <a:lnTo>
                        <a:pt x="146" y="421"/>
                      </a:lnTo>
                      <a:lnTo>
                        <a:pt x="148" y="435"/>
                      </a:lnTo>
                      <a:lnTo>
                        <a:pt x="149" y="448"/>
                      </a:lnTo>
                      <a:lnTo>
                        <a:pt x="151" y="461"/>
                      </a:lnTo>
                      <a:lnTo>
                        <a:pt x="152" y="473"/>
                      </a:lnTo>
                      <a:lnTo>
                        <a:pt x="153" y="486"/>
                      </a:lnTo>
                      <a:lnTo>
                        <a:pt x="155" y="498"/>
                      </a:lnTo>
                      <a:lnTo>
                        <a:pt x="156" y="509"/>
                      </a:lnTo>
                      <a:lnTo>
                        <a:pt x="158" y="521"/>
                      </a:lnTo>
                      <a:lnTo>
                        <a:pt x="159" y="533"/>
                      </a:lnTo>
                      <a:lnTo>
                        <a:pt x="161" y="544"/>
                      </a:lnTo>
                      <a:lnTo>
                        <a:pt x="162" y="555"/>
                      </a:lnTo>
                      <a:lnTo>
                        <a:pt x="164" y="567"/>
                      </a:lnTo>
                      <a:lnTo>
                        <a:pt x="165" y="578"/>
                      </a:lnTo>
                      <a:lnTo>
                        <a:pt x="166" y="589"/>
                      </a:lnTo>
                      <a:lnTo>
                        <a:pt x="168" y="600"/>
                      </a:lnTo>
                      <a:lnTo>
                        <a:pt x="169" y="611"/>
                      </a:lnTo>
                      <a:lnTo>
                        <a:pt x="171" y="622"/>
                      </a:lnTo>
                      <a:lnTo>
                        <a:pt x="172" y="632"/>
                      </a:lnTo>
                      <a:lnTo>
                        <a:pt x="174" y="643"/>
                      </a:lnTo>
                      <a:lnTo>
                        <a:pt x="175" y="653"/>
                      </a:lnTo>
                      <a:lnTo>
                        <a:pt x="177" y="663"/>
                      </a:lnTo>
                      <a:lnTo>
                        <a:pt x="178" y="674"/>
                      </a:lnTo>
                      <a:lnTo>
                        <a:pt x="180" y="683"/>
                      </a:lnTo>
                      <a:lnTo>
                        <a:pt x="181" y="693"/>
                      </a:lnTo>
                      <a:lnTo>
                        <a:pt x="182" y="702"/>
                      </a:lnTo>
                      <a:lnTo>
                        <a:pt x="184" y="712"/>
                      </a:lnTo>
                      <a:lnTo>
                        <a:pt x="185" y="721"/>
                      </a:lnTo>
                      <a:lnTo>
                        <a:pt x="187" y="729"/>
                      </a:lnTo>
                      <a:lnTo>
                        <a:pt x="188" y="737"/>
                      </a:lnTo>
                      <a:lnTo>
                        <a:pt x="190" y="745"/>
                      </a:lnTo>
                      <a:lnTo>
                        <a:pt x="191" y="753"/>
                      </a:lnTo>
                      <a:lnTo>
                        <a:pt x="193" y="761"/>
                      </a:lnTo>
                      <a:lnTo>
                        <a:pt x="194" y="767"/>
                      </a:lnTo>
                      <a:lnTo>
                        <a:pt x="195" y="774"/>
                      </a:lnTo>
                      <a:lnTo>
                        <a:pt x="197" y="780"/>
                      </a:lnTo>
                      <a:lnTo>
                        <a:pt x="198" y="786"/>
                      </a:lnTo>
                      <a:lnTo>
                        <a:pt x="200" y="791"/>
                      </a:lnTo>
                      <a:lnTo>
                        <a:pt x="201" y="796"/>
                      </a:lnTo>
                      <a:lnTo>
                        <a:pt x="203" y="800"/>
                      </a:lnTo>
                      <a:lnTo>
                        <a:pt x="204" y="804"/>
                      </a:lnTo>
                      <a:lnTo>
                        <a:pt x="206" y="807"/>
                      </a:lnTo>
                      <a:lnTo>
                        <a:pt x="207" y="811"/>
                      </a:lnTo>
                      <a:lnTo>
                        <a:pt x="209" y="813"/>
                      </a:lnTo>
                      <a:lnTo>
                        <a:pt x="210" y="816"/>
                      </a:lnTo>
                      <a:lnTo>
                        <a:pt x="211" y="817"/>
                      </a:lnTo>
                      <a:lnTo>
                        <a:pt x="213" y="819"/>
                      </a:lnTo>
                      <a:lnTo>
                        <a:pt x="214" y="819"/>
                      </a:lnTo>
                      <a:lnTo>
                        <a:pt x="216" y="821"/>
                      </a:lnTo>
                      <a:lnTo>
                        <a:pt x="217" y="821"/>
                      </a:lnTo>
                      <a:lnTo>
                        <a:pt x="219" y="822"/>
                      </a:lnTo>
                      <a:lnTo>
                        <a:pt x="220" y="822"/>
                      </a:lnTo>
                      <a:lnTo>
                        <a:pt x="222" y="821"/>
                      </a:lnTo>
                      <a:lnTo>
                        <a:pt x="223" y="821"/>
                      </a:lnTo>
                      <a:lnTo>
                        <a:pt x="224" y="821"/>
                      </a:lnTo>
                      <a:lnTo>
                        <a:pt x="226" y="820"/>
                      </a:lnTo>
                      <a:lnTo>
                        <a:pt x="227" y="819"/>
                      </a:lnTo>
                      <a:lnTo>
                        <a:pt x="229" y="818"/>
                      </a:lnTo>
                      <a:lnTo>
                        <a:pt x="230" y="817"/>
                      </a:lnTo>
                      <a:lnTo>
                        <a:pt x="232" y="816"/>
                      </a:lnTo>
                      <a:lnTo>
                        <a:pt x="233" y="815"/>
                      </a:lnTo>
                      <a:lnTo>
                        <a:pt x="235" y="814"/>
                      </a:lnTo>
                      <a:lnTo>
                        <a:pt x="236" y="813"/>
                      </a:lnTo>
                      <a:lnTo>
                        <a:pt x="238" y="811"/>
                      </a:lnTo>
                      <a:lnTo>
                        <a:pt x="239" y="810"/>
                      </a:lnTo>
                      <a:lnTo>
                        <a:pt x="240" y="809"/>
                      </a:lnTo>
                      <a:lnTo>
                        <a:pt x="242" y="807"/>
                      </a:lnTo>
                      <a:lnTo>
                        <a:pt x="243" y="805"/>
                      </a:lnTo>
                      <a:lnTo>
                        <a:pt x="245" y="804"/>
                      </a:lnTo>
                      <a:lnTo>
                        <a:pt x="246" y="802"/>
                      </a:lnTo>
                      <a:lnTo>
                        <a:pt x="248" y="800"/>
                      </a:lnTo>
                      <a:lnTo>
                        <a:pt x="249" y="799"/>
                      </a:lnTo>
                      <a:lnTo>
                        <a:pt x="251" y="797"/>
                      </a:lnTo>
                      <a:lnTo>
                        <a:pt x="252" y="795"/>
                      </a:lnTo>
                      <a:lnTo>
                        <a:pt x="253" y="794"/>
                      </a:lnTo>
                      <a:lnTo>
                        <a:pt x="255" y="792"/>
                      </a:lnTo>
                      <a:lnTo>
                        <a:pt x="256" y="790"/>
                      </a:lnTo>
                      <a:lnTo>
                        <a:pt x="258" y="788"/>
                      </a:lnTo>
                      <a:lnTo>
                        <a:pt x="259" y="786"/>
                      </a:lnTo>
                      <a:lnTo>
                        <a:pt x="261" y="784"/>
                      </a:lnTo>
                      <a:lnTo>
                        <a:pt x="262" y="782"/>
                      </a:lnTo>
                      <a:lnTo>
                        <a:pt x="264" y="780"/>
                      </a:lnTo>
                      <a:lnTo>
                        <a:pt x="265" y="777"/>
                      </a:lnTo>
                      <a:lnTo>
                        <a:pt x="267" y="775"/>
                      </a:lnTo>
                      <a:lnTo>
                        <a:pt x="268" y="772"/>
                      </a:lnTo>
                      <a:lnTo>
                        <a:pt x="269" y="770"/>
                      </a:lnTo>
                      <a:lnTo>
                        <a:pt x="271" y="767"/>
                      </a:lnTo>
                      <a:lnTo>
                        <a:pt x="272" y="764"/>
                      </a:lnTo>
                      <a:lnTo>
                        <a:pt x="274" y="761"/>
                      </a:lnTo>
                      <a:lnTo>
                        <a:pt x="275" y="758"/>
                      </a:lnTo>
                      <a:lnTo>
                        <a:pt x="277" y="755"/>
                      </a:lnTo>
                      <a:lnTo>
                        <a:pt x="278" y="752"/>
                      </a:lnTo>
                      <a:lnTo>
                        <a:pt x="280" y="749"/>
                      </a:lnTo>
                      <a:lnTo>
                        <a:pt x="281" y="746"/>
                      </a:lnTo>
                      <a:lnTo>
                        <a:pt x="282" y="743"/>
                      </a:lnTo>
                      <a:lnTo>
                        <a:pt x="284" y="740"/>
                      </a:lnTo>
                      <a:lnTo>
                        <a:pt x="285" y="737"/>
                      </a:lnTo>
                      <a:lnTo>
                        <a:pt x="287" y="734"/>
                      </a:lnTo>
                      <a:lnTo>
                        <a:pt x="288" y="730"/>
                      </a:lnTo>
                      <a:lnTo>
                        <a:pt x="290" y="727"/>
                      </a:lnTo>
                      <a:lnTo>
                        <a:pt x="291" y="724"/>
                      </a:lnTo>
                      <a:lnTo>
                        <a:pt x="293" y="721"/>
                      </a:lnTo>
                      <a:lnTo>
                        <a:pt x="294" y="718"/>
                      </a:lnTo>
                      <a:lnTo>
                        <a:pt x="296" y="715"/>
                      </a:lnTo>
                      <a:lnTo>
                        <a:pt x="297" y="711"/>
                      </a:lnTo>
                      <a:lnTo>
                        <a:pt x="298" y="708"/>
                      </a:lnTo>
                      <a:lnTo>
                        <a:pt x="300" y="705"/>
                      </a:lnTo>
                      <a:lnTo>
                        <a:pt x="301" y="702"/>
                      </a:lnTo>
                      <a:lnTo>
                        <a:pt x="303" y="699"/>
                      </a:lnTo>
                      <a:lnTo>
                        <a:pt x="304" y="696"/>
                      </a:lnTo>
                      <a:lnTo>
                        <a:pt x="306" y="693"/>
                      </a:lnTo>
                      <a:lnTo>
                        <a:pt x="307" y="690"/>
                      </a:lnTo>
                      <a:lnTo>
                        <a:pt x="309" y="687"/>
                      </a:lnTo>
                      <a:lnTo>
                        <a:pt x="310" y="684"/>
                      </a:lnTo>
                      <a:lnTo>
                        <a:pt x="311" y="681"/>
                      </a:lnTo>
                      <a:lnTo>
                        <a:pt x="313" y="677"/>
                      </a:lnTo>
                      <a:lnTo>
                        <a:pt x="314" y="674"/>
                      </a:lnTo>
                      <a:lnTo>
                        <a:pt x="316" y="671"/>
                      </a:lnTo>
                      <a:lnTo>
                        <a:pt x="317" y="668"/>
                      </a:lnTo>
                      <a:lnTo>
                        <a:pt x="319" y="665"/>
                      </a:lnTo>
                      <a:lnTo>
                        <a:pt x="320" y="662"/>
                      </a:lnTo>
                      <a:lnTo>
                        <a:pt x="322" y="660"/>
                      </a:lnTo>
                      <a:lnTo>
                        <a:pt x="323" y="657"/>
                      </a:lnTo>
                      <a:lnTo>
                        <a:pt x="325" y="654"/>
                      </a:lnTo>
                      <a:lnTo>
                        <a:pt x="326" y="651"/>
                      </a:lnTo>
                      <a:lnTo>
                        <a:pt x="327" y="648"/>
                      </a:lnTo>
                      <a:lnTo>
                        <a:pt x="329" y="645"/>
                      </a:lnTo>
                      <a:lnTo>
                        <a:pt x="330" y="643"/>
                      </a:lnTo>
                      <a:lnTo>
                        <a:pt x="332" y="640"/>
                      </a:lnTo>
                      <a:lnTo>
                        <a:pt x="333" y="637"/>
                      </a:lnTo>
                      <a:lnTo>
                        <a:pt x="335" y="635"/>
                      </a:lnTo>
                      <a:lnTo>
                        <a:pt x="336" y="632"/>
                      </a:lnTo>
                      <a:lnTo>
                        <a:pt x="338" y="630"/>
                      </a:lnTo>
                      <a:lnTo>
                        <a:pt x="339" y="627"/>
                      </a:lnTo>
                      <a:lnTo>
                        <a:pt x="340" y="625"/>
                      </a:lnTo>
                      <a:lnTo>
                        <a:pt x="342" y="622"/>
                      </a:lnTo>
                      <a:lnTo>
                        <a:pt x="343" y="620"/>
                      </a:lnTo>
                      <a:lnTo>
                        <a:pt x="345" y="617"/>
                      </a:lnTo>
                      <a:lnTo>
                        <a:pt x="346" y="615"/>
                      </a:lnTo>
                      <a:lnTo>
                        <a:pt x="348" y="613"/>
                      </a:lnTo>
                      <a:lnTo>
                        <a:pt x="349" y="610"/>
                      </a:lnTo>
                      <a:lnTo>
                        <a:pt x="351" y="608"/>
                      </a:lnTo>
                      <a:lnTo>
                        <a:pt x="352" y="606"/>
                      </a:lnTo>
                      <a:lnTo>
                        <a:pt x="354" y="603"/>
                      </a:lnTo>
                      <a:lnTo>
                        <a:pt x="355" y="601"/>
                      </a:lnTo>
                      <a:lnTo>
                        <a:pt x="356" y="599"/>
                      </a:lnTo>
                      <a:lnTo>
                        <a:pt x="358" y="596"/>
                      </a:lnTo>
                      <a:lnTo>
                        <a:pt x="359" y="594"/>
                      </a:lnTo>
                      <a:lnTo>
                        <a:pt x="361" y="592"/>
                      </a:lnTo>
                      <a:lnTo>
                        <a:pt x="362" y="590"/>
                      </a:lnTo>
                      <a:lnTo>
                        <a:pt x="364" y="587"/>
                      </a:lnTo>
                      <a:lnTo>
                        <a:pt x="365" y="585"/>
                      </a:lnTo>
                      <a:lnTo>
                        <a:pt x="367" y="583"/>
                      </a:lnTo>
                      <a:lnTo>
                        <a:pt x="368" y="581"/>
                      </a:lnTo>
                      <a:lnTo>
                        <a:pt x="369" y="579"/>
                      </a:lnTo>
                      <a:lnTo>
                        <a:pt x="371" y="577"/>
                      </a:lnTo>
                      <a:lnTo>
                        <a:pt x="372" y="574"/>
                      </a:lnTo>
                      <a:lnTo>
                        <a:pt x="374" y="572"/>
                      </a:lnTo>
                      <a:lnTo>
                        <a:pt x="375" y="570"/>
                      </a:lnTo>
                      <a:lnTo>
                        <a:pt x="377" y="568"/>
                      </a:lnTo>
                      <a:lnTo>
                        <a:pt x="378" y="566"/>
                      </a:lnTo>
                      <a:lnTo>
                        <a:pt x="380" y="564"/>
                      </a:lnTo>
                      <a:lnTo>
                        <a:pt x="381" y="561"/>
                      </a:lnTo>
                      <a:lnTo>
                        <a:pt x="383" y="559"/>
                      </a:lnTo>
                      <a:lnTo>
                        <a:pt x="384" y="556"/>
                      </a:lnTo>
                      <a:lnTo>
                        <a:pt x="385" y="554"/>
                      </a:lnTo>
                      <a:lnTo>
                        <a:pt x="387" y="552"/>
                      </a:lnTo>
                      <a:lnTo>
                        <a:pt x="388" y="550"/>
                      </a:lnTo>
                      <a:lnTo>
                        <a:pt x="390" y="547"/>
                      </a:lnTo>
                      <a:lnTo>
                        <a:pt x="391" y="545"/>
                      </a:lnTo>
                      <a:lnTo>
                        <a:pt x="393" y="543"/>
                      </a:lnTo>
                      <a:lnTo>
                        <a:pt x="394" y="540"/>
                      </a:lnTo>
                      <a:lnTo>
                        <a:pt x="396" y="538"/>
                      </a:lnTo>
                      <a:lnTo>
                        <a:pt x="397" y="536"/>
                      </a:lnTo>
                      <a:lnTo>
                        <a:pt x="398" y="533"/>
                      </a:lnTo>
                      <a:lnTo>
                        <a:pt x="400" y="531"/>
                      </a:lnTo>
                      <a:lnTo>
                        <a:pt x="401" y="527"/>
                      </a:lnTo>
                      <a:lnTo>
                        <a:pt x="403" y="523"/>
                      </a:lnTo>
                      <a:lnTo>
                        <a:pt x="404" y="517"/>
                      </a:lnTo>
                      <a:lnTo>
                        <a:pt x="406" y="513"/>
                      </a:lnTo>
                      <a:lnTo>
                        <a:pt x="407" y="509"/>
                      </a:lnTo>
                      <a:lnTo>
                        <a:pt x="409" y="505"/>
                      </a:lnTo>
                      <a:lnTo>
                        <a:pt x="410" y="502"/>
                      </a:lnTo>
                      <a:lnTo>
                        <a:pt x="412" y="499"/>
                      </a:lnTo>
                      <a:lnTo>
                        <a:pt x="413" y="496"/>
                      </a:lnTo>
                      <a:lnTo>
                        <a:pt x="414" y="493"/>
                      </a:lnTo>
                      <a:lnTo>
                        <a:pt x="416" y="491"/>
                      </a:lnTo>
                      <a:lnTo>
                        <a:pt x="417" y="488"/>
                      </a:lnTo>
                      <a:lnTo>
                        <a:pt x="419" y="486"/>
                      </a:lnTo>
                      <a:lnTo>
                        <a:pt x="420" y="483"/>
                      </a:lnTo>
                      <a:lnTo>
                        <a:pt x="422" y="481"/>
                      </a:lnTo>
                      <a:lnTo>
                        <a:pt x="423" y="479"/>
                      </a:lnTo>
                      <a:lnTo>
                        <a:pt x="425" y="477"/>
                      </a:lnTo>
                      <a:lnTo>
                        <a:pt x="426" y="474"/>
                      </a:lnTo>
                      <a:lnTo>
                        <a:pt x="427" y="472"/>
                      </a:lnTo>
                      <a:lnTo>
                        <a:pt x="429" y="470"/>
                      </a:lnTo>
                      <a:lnTo>
                        <a:pt x="430" y="468"/>
                      </a:lnTo>
                      <a:lnTo>
                        <a:pt x="432" y="466"/>
                      </a:lnTo>
                      <a:lnTo>
                        <a:pt x="433" y="464"/>
                      </a:lnTo>
                      <a:lnTo>
                        <a:pt x="435" y="462"/>
                      </a:lnTo>
                      <a:lnTo>
                        <a:pt x="436" y="460"/>
                      </a:lnTo>
                      <a:lnTo>
                        <a:pt x="438" y="458"/>
                      </a:lnTo>
                      <a:lnTo>
                        <a:pt x="439" y="457"/>
                      </a:lnTo>
                      <a:lnTo>
                        <a:pt x="441" y="455"/>
                      </a:lnTo>
                      <a:lnTo>
                        <a:pt x="442" y="453"/>
                      </a:lnTo>
                      <a:lnTo>
                        <a:pt x="443" y="452"/>
                      </a:lnTo>
                      <a:lnTo>
                        <a:pt x="445" y="450"/>
                      </a:lnTo>
                      <a:lnTo>
                        <a:pt x="446" y="448"/>
                      </a:lnTo>
                      <a:lnTo>
                        <a:pt x="448" y="447"/>
                      </a:lnTo>
                      <a:lnTo>
                        <a:pt x="449" y="445"/>
                      </a:lnTo>
                      <a:lnTo>
                        <a:pt x="451" y="443"/>
                      </a:lnTo>
                      <a:lnTo>
                        <a:pt x="452" y="442"/>
                      </a:lnTo>
                      <a:lnTo>
                        <a:pt x="454" y="441"/>
                      </a:lnTo>
                      <a:lnTo>
                        <a:pt x="455" y="439"/>
                      </a:lnTo>
                      <a:lnTo>
                        <a:pt x="456" y="437"/>
                      </a:lnTo>
                      <a:lnTo>
                        <a:pt x="458" y="436"/>
                      </a:lnTo>
                      <a:lnTo>
                        <a:pt x="459" y="435"/>
                      </a:lnTo>
                      <a:lnTo>
                        <a:pt x="461" y="433"/>
                      </a:lnTo>
                      <a:lnTo>
                        <a:pt x="462" y="432"/>
                      </a:lnTo>
                      <a:lnTo>
                        <a:pt x="464" y="431"/>
                      </a:lnTo>
                      <a:lnTo>
                        <a:pt x="465" y="429"/>
                      </a:lnTo>
                      <a:lnTo>
                        <a:pt x="467" y="428"/>
                      </a:lnTo>
                      <a:lnTo>
                        <a:pt x="468" y="426"/>
                      </a:lnTo>
                      <a:lnTo>
                        <a:pt x="470" y="425"/>
                      </a:lnTo>
                      <a:lnTo>
                        <a:pt x="471" y="424"/>
                      </a:lnTo>
                      <a:lnTo>
                        <a:pt x="472" y="423"/>
                      </a:lnTo>
                      <a:lnTo>
                        <a:pt x="474" y="421"/>
                      </a:lnTo>
                      <a:lnTo>
                        <a:pt x="475" y="420"/>
                      </a:lnTo>
                      <a:lnTo>
                        <a:pt x="477" y="419"/>
                      </a:lnTo>
                      <a:lnTo>
                        <a:pt x="478" y="418"/>
                      </a:lnTo>
                      <a:lnTo>
                        <a:pt x="480" y="417"/>
                      </a:lnTo>
                      <a:lnTo>
                        <a:pt x="481" y="415"/>
                      </a:lnTo>
                      <a:lnTo>
                        <a:pt x="483" y="414"/>
                      </a:lnTo>
                      <a:lnTo>
                        <a:pt x="484" y="413"/>
                      </a:lnTo>
                      <a:lnTo>
                        <a:pt x="485" y="412"/>
                      </a:lnTo>
                      <a:lnTo>
                        <a:pt x="487" y="411"/>
                      </a:lnTo>
                      <a:lnTo>
                        <a:pt x="488" y="409"/>
                      </a:lnTo>
                      <a:lnTo>
                        <a:pt x="490" y="408"/>
                      </a:lnTo>
                      <a:lnTo>
                        <a:pt x="491" y="407"/>
                      </a:lnTo>
                      <a:lnTo>
                        <a:pt x="493" y="406"/>
                      </a:lnTo>
                      <a:lnTo>
                        <a:pt x="494" y="405"/>
                      </a:lnTo>
                      <a:lnTo>
                        <a:pt x="496" y="404"/>
                      </a:lnTo>
                      <a:lnTo>
                        <a:pt x="497" y="403"/>
                      </a:lnTo>
                      <a:lnTo>
                        <a:pt x="499" y="402"/>
                      </a:lnTo>
                      <a:lnTo>
                        <a:pt x="500" y="401"/>
                      </a:lnTo>
                      <a:lnTo>
                        <a:pt x="501" y="400"/>
                      </a:lnTo>
                      <a:lnTo>
                        <a:pt x="503" y="399"/>
                      </a:lnTo>
                      <a:lnTo>
                        <a:pt x="504" y="397"/>
                      </a:lnTo>
                      <a:lnTo>
                        <a:pt x="506" y="396"/>
                      </a:lnTo>
                      <a:lnTo>
                        <a:pt x="507" y="395"/>
                      </a:lnTo>
                      <a:lnTo>
                        <a:pt x="509" y="395"/>
                      </a:lnTo>
                      <a:lnTo>
                        <a:pt x="510" y="394"/>
                      </a:lnTo>
                      <a:lnTo>
                        <a:pt x="512" y="393"/>
                      </a:lnTo>
                      <a:lnTo>
                        <a:pt x="513" y="392"/>
                      </a:lnTo>
                      <a:lnTo>
                        <a:pt x="514" y="391"/>
                      </a:lnTo>
                      <a:lnTo>
                        <a:pt x="516" y="390"/>
                      </a:lnTo>
                      <a:lnTo>
                        <a:pt x="517" y="389"/>
                      </a:lnTo>
                      <a:lnTo>
                        <a:pt x="519" y="388"/>
                      </a:lnTo>
                      <a:lnTo>
                        <a:pt x="520" y="387"/>
                      </a:lnTo>
                      <a:lnTo>
                        <a:pt x="522" y="386"/>
                      </a:lnTo>
                      <a:lnTo>
                        <a:pt x="523" y="385"/>
                      </a:lnTo>
                      <a:lnTo>
                        <a:pt x="525" y="384"/>
                      </a:lnTo>
                      <a:lnTo>
                        <a:pt x="526" y="383"/>
                      </a:lnTo>
                      <a:lnTo>
                        <a:pt x="528" y="382"/>
                      </a:lnTo>
                      <a:lnTo>
                        <a:pt x="529" y="381"/>
                      </a:lnTo>
                      <a:lnTo>
                        <a:pt x="530" y="380"/>
                      </a:lnTo>
                      <a:lnTo>
                        <a:pt x="532" y="379"/>
                      </a:lnTo>
                      <a:lnTo>
                        <a:pt x="533" y="379"/>
                      </a:lnTo>
                      <a:lnTo>
                        <a:pt x="535" y="378"/>
                      </a:lnTo>
                      <a:lnTo>
                        <a:pt x="536" y="377"/>
                      </a:lnTo>
                      <a:lnTo>
                        <a:pt x="538" y="376"/>
                      </a:lnTo>
                      <a:lnTo>
                        <a:pt x="539" y="375"/>
                      </a:lnTo>
                      <a:lnTo>
                        <a:pt x="541" y="374"/>
                      </a:lnTo>
                      <a:lnTo>
                        <a:pt x="542" y="373"/>
                      </a:lnTo>
                      <a:lnTo>
                        <a:pt x="543" y="372"/>
                      </a:lnTo>
                      <a:lnTo>
                        <a:pt x="545" y="372"/>
                      </a:lnTo>
                      <a:lnTo>
                        <a:pt x="546" y="371"/>
                      </a:lnTo>
                      <a:lnTo>
                        <a:pt x="548" y="370"/>
                      </a:lnTo>
                      <a:lnTo>
                        <a:pt x="549" y="369"/>
                      </a:lnTo>
                      <a:lnTo>
                        <a:pt x="551" y="368"/>
                      </a:lnTo>
                      <a:lnTo>
                        <a:pt x="552" y="368"/>
                      </a:lnTo>
                      <a:lnTo>
                        <a:pt x="554" y="367"/>
                      </a:lnTo>
                      <a:lnTo>
                        <a:pt x="555" y="366"/>
                      </a:lnTo>
                      <a:lnTo>
                        <a:pt x="557" y="365"/>
                      </a:lnTo>
                      <a:lnTo>
                        <a:pt x="558" y="365"/>
                      </a:lnTo>
                      <a:lnTo>
                        <a:pt x="559" y="364"/>
                      </a:lnTo>
                      <a:lnTo>
                        <a:pt x="561" y="363"/>
                      </a:lnTo>
                      <a:lnTo>
                        <a:pt x="562" y="362"/>
                      </a:lnTo>
                      <a:lnTo>
                        <a:pt x="564" y="361"/>
                      </a:lnTo>
                      <a:lnTo>
                        <a:pt x="565" y="361"/>
                      </a:lnTo>
                      <a:lnTo>
                        <a:pt x="567" y="360"/>
                      </a:lnTo>
                      <a:lnTo>
                        <a:pt x="568" y="359"/>
                      </a:lnTo>
                      <a:lnTo>
                        <a:pt x="570" y="358"/>
                      </a:lnTo>
                      <a:lnTo>
                        <a:pt x="571" y="358"/>
                      </a:lnTo>
                      <a:lnTo>
                        <a:pt x="572" y="357"/>
                      </a:lnTo>
                      <a:lnTo>
                        <a:pt x="574" y="356"/>
                      </a:lnTo>
                      <a:lnTo>
                        <a:pt x="575" y="355"/>
                      </a:lnTo>
                      <a:lnTo>
                        <a:pt x="577" y="354"/>
                      </a:lnTo>
                      <a:lnTo>
                        <a:pt x="578" y="354"/>
                      </a:lnTo>
                      <a:lnTo>
                        <a:pt x="580" y="353"/>
                      </a:lnTo>
                      <a:lnTo>
                        <a:pt x="581" y="352"/>
                      </a:lnTo>
                      <a:lnTo>
                        <a:pt x="583" y="352"/>
                      </a:lnTo>
                      <a:lnTo>
                        <a:pt x="584" y="351"/>
                      </a:lnTo>
                      <a:lnTo>
                        <a:pt x="586" y="350"/>
                      </a:lnTo>
                      <a:lnTo>
                        <a:pt x="587" y="349"/>
                      </a:lnTo>
                      <a:lnTo>
                        <a:pt x="588" y="349"/>
                      </a:lnTo>
                      <a:lnTo>
                        <a:pt x="590" y="348"/>
                      </a:lnTo>
                      <a:lnTo>
                        <a:pt x="591" y="348"/>
                      </a:lnTo>
                      <a:lnTo>
                        <a:pt x="593" y="347"/>
                      </a:lnTo>
                      <a:lnTo>
                        <a:pt x="594" y="346"/>
                      </a:lnTo>
                      <a:lnTo>
                        <a:pt x="596" y="346"/>
                      </a:lnTo>
                      <a:lnTo>
                        <a:pt x="597" y="345"/>
                      </a:lnTo>
                      <a:lnTo>
                        <a:pt x="599" y="344"/>
                      </a:lnTo>
                      <a:lnTo>
                        <a:pt x="600" y="344"/>
                      </a:lnTo>
                      <a:lnTo>
                        <a:pt x="601" y="343"/>
                      </a:lnTo>
                      <a:lnTo>
                        <a:pt x="603" y="342"/>
                      </a:lnTo>
                      <a:lnTo>
                        <a:pt x="604" y="342"/>
                      </a:lnTo>
                      <a:lnTo>
                        <a:pt x="606" y="341"/>
                      </a:lnTo>
                      <a:lnTo>
                        <a:pt x="607" y="340"/>
                      </a:lnTo>
                      <a:lnTo>
                        <a:pt x="609" y="339"/>
                      </a:lnTo>
                      <a:lnTo>
                        <a:pt x="610" y="339"/>
                      </a:lnTo>
                      <a:lnTo>
                        <a:pt x="612" y="338"/>
                      </a:lnTo>
                      <a:lnTo>
                        <a:pt x="613" y="337"/>
                      </a:lnTo>
                      <a:lnTo>
                        <a:pt x="615" y="337"/>
                      </a:lnTo>
                      <a:lnTo>
                        <a:pt x="616" y="336"/>
                      </a:lnTo>
                      <a:lnTo>
                        <a:pt x="617" y="336"/>
                      </a:lnTo>
                      <a:lnTo>
                        <a:pt x="619" y="335"/>
                      </a:lnTo>
                      <a:lnTo>
                        <a:pt x="620" y="334"/>
                      </a:lnTo>
                      <a:lnTo>
                        <a:pt x="622" y="333"/>
                      </a:lnTo>
                      <a:lnTo>
                        <a:pt x="623" y="333"/>
                      </a:lnTo>
                      <a:lnTo>
                        <a:pt x="625" y="332"/>
                      </a:lnTo>
                      <a:lnTo>
                        <a:pt x="626" y="331"/>
                      </a:lnTo>
                      <a:lnTo>
                        <a:pt x="628" y="331"/>
                      </a:lnTo>
                      <a:lnTo>
                        <a:pt x="629" y="330"/>
                      </a:lnTo>
                      <a:lnTo>
                        <a:pt x="630" y="330"/>
                      </a:lnTo>
                      <a:lnTo>
                        <a:pt x="632" y="329"/>
                      </a:lnTo>
                      <a:lnTo>
                        <a:pt x="633" y="328"/>
                      </a:lnTo>
                      <a:lnTo>
                        <a:pt x="635" y="328"/>
                      </a:lnTo>
                      <a:lnTo>
                        <a:pt x="636" y="327"/>
                      </a:lnTo>
                      <a:lnTo>
                        <a:pt x="638" y="327"/>
                      </a:lnTo>
                      <a:lnTo>
                        <a:pt x="639" y="326"/>
                      </a:lnTo>
                      <a:lnTo>
                        <a:pt x="641" y="325"/>
                      </a:lnTo>
                      <a:lnTo>
                        <a:pt x="642" y="325"/>
                      </a:lnTo>
                      <a:lnTo>
                        <a:pt x="644" y="324"/>
                      </a:lnTo>
                      <a:lnTo>
                        <a:pt x="645" y="324"/>
                      </a:lnTo>
                      <a:lnTo>
                        <a:pt x="646" y="323"/>
                      </a:lnTo>
                      <a:lnTo>
                        <a:pt x="648" y="323"/>
                      </a:lnTo>
                      <a:lnTo>
                        <a:pt x="649" y="322"/>
                      </a:lnTo>
                      <a:lnTo>
                        <a:pt x="651" y="321"/>
                      </a:lnTo>
                      <a:lnTo>
                        <a:pt x="652" y="321"/>
                      </a:lnTo>
                      <a:lnTo>
                        <a:pt x="654" y="320"/>
                      </a:lnTo>
                      <a:lnTo>
                        <a:pt x="655" y="320"/>
                      </a:lnTo>
                      <a:lnTo>
                        <a:pt x="657" y="319"/>
                      </a:lnTo>
                      <a:lnTo>
                        <a:pt x="658" y="318"/>
                      </a:lnTo>
                      <a:lnTo>
                        <a:pt x="659" y="318"/>
                      </a:lnTo>
                      <a:lnTo>
                        <a:pt x="661" y="317"/>
                      </a:lnTo>
                      <a:lnTo>
                        <a:pt x="662" y="317"/>
                      </a:lnTo>
                      <a:lnTo>
                        <a:pt x="664" y="316"/>
                      </a:lnTo>
                      <a:lnTo>
                        <a:pt x="665" y="315"/>
                      </a:lnTo>
                      <a:lnTo>
                        <a:pt x="667" y="315"/>
                      </a:lnTo>
                      <a:lnTo>
                        <a:pt x="668" y="314"/>
                      </a:lnTo>
                      <a:lnTo>
                        <a:pt x="670" y="314"/>
                      </a:lnTo>
                      <a:lnTo>
                        <a:pt x="671" y="313"/>
                      </a:lnTo>
                      <a:lnTo>
                        <a:pt x="673" y="312"/>
                      </a:lnTo>
                      <a:lnTo>
                        <a:pt x="674" y="312"/>
                      </a:lnTo>
                      <a:lnTo>
                        <a:pt x="675" y="311"/>
                      </a:lnTo>
                      <a:lnTo>
                        <a:pt x="677" y="311"/>
                      </a:lnTo>
                      <a:lnTo>
                        <a:pt x="678" y="310"/>
                      </a:lnTo>
                      <a:lnTo>
                        <a:pt x="680" y="310"/>
                      </a:lnTo>
                      <a:lnTo>
                        <a:pt x="681" y="309"/>
                      </a:lnTo>
                      <a:lnTo>
                        <a:pt x="683" y="309"/>
                      </a:lnTo>
                      <a:lnTo>
                        <a:pt x="684" y="308"/>
                      </a:lnTo>
                      <a:lnTo>
                        <a:pt x="686" y="308"/>
                      </a:lnTo>
                      <a:lnTo>
                        <a:pt x="687" y="307"/>
                      </a:lnTo>
                      <a:lnTo>
                        <a:pt x="688" y="306"/>
                      </a:lnTo>
                      <a:lnTo>
                        <a:pt x="690" y="306"/>
                      </a:lnTo>
                      <a:lnTo>
                        <a:pt x="691" y="305"/>
                      </a:lnTo>
                      <a:lnTo>
                        <a:pt x="693" y="305"/>
                      </a:lnTo>
                      <a:lnTo>
                        <a:pt x="694" y="304"/>
                      </a:lnTo>
                      <a:lnTo>
                        <a:pt x="696" y="304"/>
                      </a:lnTo>
                      <a:lnTo>
                        <a:pt x="697" y="303"/>
                      </a:lnTo>
                      <a:lnTo>
                        <a:pt x="699" y="303"/>
                      </a:lnTo>
                      <a:lnTo>
                        <a:pt x="700" y="302"/>
                      </a:lnTo>
                      <a:lnTo>
                        <a:pt x="702" y="302"/>
                      </a:lnTo>
                      <a:lnTo>
                        <a:pt x="703" y="301"/>
                      </a:lnTo>
                      <a:lnTo>
                        <a:pt x="704" y="301"/>
                      </a:lnTo>
                      <a:lnTo>
                        <a:pt x="706" y="300"/>
                      </a:lnTo>
                      <a:lnTo>
                        <a:pt x="707" y="300"/>
                      </a:lnTo>
                      <a:lnTo>
                        <a:pt x="709" y="299"/>
                      </a:lnTo>
                      <a:lnTo>
                        <a:pt x="710" y="299"/>
                      </a:lnTo>
                      <a:lnTo>
                        <a:pt x="712" y="298"/>
                      </a:lnTo>
                      <a:lnTo>
                        <a:pt x="713" y="298"/>
                      </a:lnTo>
                      <a:lnTo>
                        <a:pt x="715" y="297"/>
                      </a:lnTo>
                      <a:lnTo>
                        <a:pt x="716" y="297"/>
                      </a:lnTo>
                      <a:lnTo>
                        <a:pt x="717" y="296"/>
                      </a:lnTo>
                      <a:lnTo>
                        <a:pt x="719" y="296"/>
                      </a:lnTo>
                      <a:lnTo>
                        <a:pt x="720" y="295"/>
                      </a:lnTo>
                      <a:lnTo>
                        <a:pt x="722" y="295"/>
                      </a:lnTo>
                      <a:lnTo>
                        <a:pt x="723" y="294"/>
                      </a:lnTo>
                      <a:lnTo>
                        <a:pt x="725" y="293"/>
                      </a:lnTo>
                      <a:lnTo>
                        <a:pt x="726" y="293"/>
                      </a:lnTo>
                      <a:lnTo>
                        <a:pt x="728" y="292"/>
                      </a:lnTo>
                      <a:lnTo>
                        <a:pt x="729" y="292"/>
                      </a:lnTo>
                      <a:lnTo>
                        <a:pt x="731" y="291"/>
                      </a:lnTo>
                      <a:lnTo>
                        <a:pt x="732" y="291"/>
                      </a:lnTo>
                      <a:lnTo>
                        <a:pt x="733" y="291"/>
                      </a:lnTo>
                      <a:lnTo>
                        <a:pt x="735" y="290"/>
                      </a:lnTo>
                      <a:lnTo>
                        <a:pt x="736" y="290"/>
                      </a:lnTo>
                      <a:lnTo>
                        <a:pt x="738" y="289"/>
                      </a:lnTo>
                      <a:lnTo>
                        <a:pt x="739" y="289"/>
                      </a:lnTo>
                      <a:lnTo>
                        <a:pt x="741" y="288"/>
                      </a:lnTo>
                      <a:lnTo>
                        <a:pt x="742" y="288"/>
                      </a:lnTo>
                      <a:lnTo>
                        <a:pt x="744" y="288"/>
                      </a:lnTo>
                      <a:lnTo>
                        <a:pt x="745" y="287"/>
                      </a:lnTo>
                      <a:lnTo>
                        <a:pt x="746" y="287"/>
                      </a:lnTo>
                      <a:lnTo>
                        <a:pt x="748" y="286"/>
                      </a:lnTo>
                      <a:lnTo>
                        <a:pt x="749" y="285"/>
                      </a:lnTo>
                      <a:lnTo>
                        <a:pt x="751" y="285"/>
                      </a:lnTo>
                      <a:lnTo>
                        <a:pt x="752" y="284"/>
                      </a:lnTo>
                      <a:lnTo>
                        <a:pt x="754" y="284"/>
                      </a:lnTo>
                      <a:lnTo>
                        <a:pt x="755" y="283"/>
                      </a:lnTo>
                      <a:lnTo>
                        <a:pt x="757" y="283"/>
                      </a:lnTo>
                      <a:lnTo>
                        <a:pt x="758" y="282"/>
                      </a:lnTo>
                      <a:lnTo>
                        <a:pt x="760" y="282"/>
                      </a:lnTo>
                      <a:lnTo>
                        <a:pt x="761" y="281"/>
                      </a:lnTo>
                      <a:lnTo>
                        <a:pt x="762" y="281"/>
                      </a:lnTo>
                      <a:lnTo>
                        <a:pt x="764" y="280"/>
                      </a:lnTo>
                      <a:lnTo>
                        <a:pt x="765" y="280"/>
                      </a:lnTo>
                      <a:lnTo>
                        <a:pt x="767" y="279"/>
                      </a:lnTo>
                      <a:lnTo>
                        <a:pt x="768" y="279"/>
                      </a:lnTo>
                      <a:lnTo>
                        <a:pt x="770" y="278"/>
                      </a:lnTo>
                      <a:lnTo>
                        <a:pt x="771" y="278"/>
                      </a:lnTo>
                      <a:lnTo>
                        <a:pt x="773" y="277"/>
                      </a:lnTo>
                      <a:lnTo>
                        <a:pt x="774" y="277"/>
                      </a:lnTo>
                      <a:lnTo>
                        <a:pt x="775" y="276"/>
                      </a:lnTo>
                      <a:lnTo>
                        <a:pt x="777" y="276"/>
                      </a:lnTo>
                      <a:lnTo>
                        <a:pt x="778" y="275"/>
                      </a:lnTo>
                      <a:lnTo>
                        <a:pt x="780" y="275"/>
                      </a:lnTo>
                      <a:lnTo>
                        <a:pt x="781" y="275"/>
                      </a:lnTo>
                      <a:lnTo>
                        <a:pt x="783" y="274"/>
                      </a:lnTo>
                      <a:lnTo>
                        <a:pt x="784" y="274"/>
                      </a:lnTo>
                      <a:lnTo>
                        <a:pt x="786" y="273"/>
                      </a:lnTo>
                      <a:lnTo>
                        <a:pt x="787" y="273"/>
                      </a:lnTo>
                      <a:lnTo>
                        <a:pt x="789" y="272"/>
                      </a:lnTo>
                      <a:lnTo>
                        <a:pt x="790" y="272"/>
                      </a:lnTo>
                      <a:lnTo>
                        <a:pt x="791" y="271"/>
                      </a:lnTo>
                      <a:lnTo>
                        <a:pt x="793" y="271"/>
                      </a:lnTo>
                      <a:lnTo>
                        <a:pt x="794" y="270"/>
                      </a:lnTo>
                      <a:lnTo>
                        <a:pt x="796" y="270"/>
                      </a:lnTo>
                      <a:lnTo>
                        <a:pt x="797" y="269"/>
                      </a:lnTo>
                      <a:lnTo>
                        <a:pt x="799" y="269"/>
                      </a:lnTo>
                      <a:lnTo>
                        <a:pt x="800" y="268"/>
                      </a:lnTo>
                      <a:lnTo>
                        <a:pt x="802" y="268"/>
                      </a:lnTo>
                      <a:lnTo>
                        <a:pt x="803" y="267"/>
                      </a:lnTo>
                      <a:lnTo>
                        <a:pt x="804" y="267"/>
                      </a:lnTo>
                      <a:lnTo>
                        <a:pt x="806" y="267"/>
                      </a:lnTo>
                      <a:lnTo>
                        <a:pt x="807" y="266"/>
                      </a:lnTo>
                      <a:lnTo>
                        <a:pt x="809" y="266"/>
                      </a:lnTo>
                      <a:lnTo>
                        <a:pt x="810" y="265"/>
                      </a:lnTo>
                      <a:lnTo>
                        <a:pt x="812" y="265"/>
                      </a:lnTo>
                      <a:lnTo>
                        <a:pt x="813" y="264"/>
                      </a:lnTo>
                      <a:lnTo>
                        <a:pt x="815" y="264"/>
                      </a:lnTo>
                      <a:lnTo>
                        <a:pt x="816" y="264"/>
                      </a:lnTo>
                      <a:lnTo>
                        <a:pt x="818" y="263"/>
                      </a:lnTo>
                      <a:lnTo>
                        <a:pt x="819" y="263"/>
                      </a:lnTo>
                      <a:lnTo>
                        <a:pt x="820" y="262"/>
                      </a:lnTo>
                      <a:lnTo>
                        <a:pt x="822" y="262"/>
                      </a:lnTo>
                      <a:lnTo>
                        <a:pt x="823" y="261"/>
                      </a:lnTo>
                      <a:lnTo>
                        <a:pt x="825" y="261"/>
                      </a:lnTo>
                      <a:lnTo>
                        <a:pt x="826" y="260"/>
                      </a:lnTo>
                      <a:lnTo>
                        <a:pt x="828" y="260"/>
                      </a:lnTo>
                      <a:lnTo>
                        <a:pt x="829" y="260"/>
                      </a:lnTo>
                      <a:lnTo>
                        <a:pt x="831" y="259"/>
                      </a:lnTo>
                      <a:lnTo>
                        <a:pt x="832" y="259"/>
                      </a:lnTo>
                      <a:lnTo>
                        <a:pt x="833" y="258"/>
                      </a:lnTo>
                      <a:lnTo>
                        <a:pt x="835" y="258"/>
                      </a:lnTo>
                      <a:lnTo>
                        <a:pt x="836" y="257"/>
                      </a:lnTo>
                      <a:lnTo>
                        <a:pt x="838" y="257"/>
                      </a:lnTo>
                      <a:lnTo>
                        <a:pt x="839" y="257"/>
                      </a:lnTo>
                      <a:lnTo>
                        <a:pt x="841" y="256"/>
                      </a:lnTo>
                      <a:lnTo>
                        <a:pt x="842" y="256"/>
                      </a:lnTo>
                      <a:lnTo>
                        <a:pt x="844" y="255"/>
                      </a:lnTo>
                      <a:lnTo>
                        <a:pt x="845" y="255"/>
                      </a:lnTo>
                      <a:lnTo>
                        <a:pt x="847" y="255"/>
                      </a:lnTo>
                      <a:lnTo>
                        <a:pt x="848" y="254"/>
                      </a:lnTo>
                      <a:lnTo>
                        <a:pt x="849" y="254"/>
                      </a:lnTo>
                      <a:lnTo>
                        <a:pt x="851" y="253"/>
                      </a:lnTo>
                      <a:lnTo>
                        <a:pt x="852" y="253"/>
                      </a:lnTo>
                      <a:lnTo>
                        <a:pt x="854" y="252"/>
                      </a:lnTo>
                      <a:lnTo>
                        <a:pt x="855" y="252"/>
                      </a:lnTo>
                      <a:lnTo>
                        <a:pt x="857" y="252"/>
                      </a:lnTo>
                      <a:lnTo>
                        <a:pt x="858" y="251"/>
                      </a:lnTo>
                      <a:lnTo>
                        <a:pt x="860" y="251"/>
                      </a:lnTo>
                      <a:lnTo>
                        <a:pt x="861" y="250"/>
                      </a:lnTo>
                      <a:lnTo>
                        <a:pt x="862" y="250"/>
                      </a:lnTo>
                      <a:lnTo>
                        <a:pt x="864" y="250"/>
                      </a:lnTo>
                      <a:lnTo>
                        <a:pt x="865" y="249"/>
                      </a:lnTo>
                      <a:lnTo>
                        <a:pt x="867" y="249"/>
                      </a:lnTo>
                      <a:lnTo>
                        <a:pt x="868" y="248"/>
                      </a:lnTo>
                      <a:lnTo>
                        <a:pt x="870" y="248"/>
                      </a:lnTo>
                      <a:lnTo>
                        <a:pt x="871" y="247"/>
                      </a:lnTo>
                      <a:lnTo>
                        <a:pt x="873" y="247"/>
                      </a:lnTo>
                      <a:lnTo>
                        <a:pt x="874" y="247"/>
                      </a:lnTo>
                      <a:lnTo>
                        <a:pt x="876" y="246"/>
                      </a:lnTo>
                      <a:lnTo>
                        <a:pt x="877" y="246"/>
                      </a:lnTo>
                      <a:lnTo>
                        <a:pt x="878" y="245"/>
                      </a:lnTo>
                      <a:lnTo>
                        <a:pt x="880" y="245"/>
                      </a:lnTo>
                      <a:lnTo>
                        <a:pt x="881" y="245"/>
                      </a:lnTo>
                      <a:lnTo>
                        <a:pt x="883" y="244"/>
                      </a:lnTo>
                      <a:lnTo>
                        <a:pt x="884" y="244"/>
                      </a:lnTo>
                      <a:lnTo>
                        <a:pt x="886" y="243"/>
                      </a:lnTo>
                      <a:lnTo>
                        <a:pt x="887" y="243"/>
                      </a:lnTo>
                      <a:lnTo>
                        <a:pt x="889" y="243"/>
                      </a:lnTo>
                      <a:lnTo>
                        <a:pt x="890" y="242"/>
                      </a:lnTo>
                      <a:lnTo>
                        <a:pt x="891" y="242"/>
                      </a:lnTo>
                      <a:lnTo>
                        <a:pt x="893" y="241"/>
                      </a:lnTo>
                      <a:lnTo>
                        <a:pt x="894" y="241"/>
                      </a:lnTo>
                      <a:lnTo>
                        <a:pt x="896" y="241"/>
                      </a:lnTo>
                      <a:lnTo>
                        <a:pt x="897" y="240"/>
                      </a:lnTo>
                      <a:lnTo>
                        <a:pt x="899" y="240"/>
                      </a:lnTo>
                      <a:lnTo>
                        <a:pt x="900" y="239"/>
                      </a:lnTo>
                      <a:lnTo>
                        <a:pt x="902" y="239"/>
                      </a:lnTo>
                      <a:lnTo>
                        <a:pt x="903" y="238"/>
                      </a:lnTo>
                      <a:lnTo>
                        <a:pt x="905" y="238"/>
                      </a:lnTo>
                      <a:lnTo>
                        <a:pt x="906" y="238"/>
                      </a:lnTo>
                      <a:lnTo>
                        <a:pt x="907" y="237"/>
                      </a:lnTo>
                      <a:lnTo>
                        <a:pt x="909" y="237"/>
                      </a:lnTo>
                      <a:lnTo>
                        <a:pt x="910" y="236"/>
                      </a:lnTo>
                      <a:lnTo>
                        <a:pt x="912" y="236"/>
                      </a:lnTo>
                      <a:lnTo>
                        <a:pt x="913" y="235"/>
                      </a:lnTo>
                      <a:lnTo>
                        <a:pt x="915" y="235"/>
                      </a:lnTo>
                      <a:lnTo>
                        <a:pt x="916" y="235"/>
                      </a:lnTo>
                      <a:lnTo>
                        <a:pt x="918" y="234"/>
                      </a:lnTo>
                      <a:lnTo>
                        <a:pt x="919" y="234"/>
                      </a:lnTo>
                      <a:lnTo>
                        <a:pt x="920" y="234"/>
                      </a:lnTo>
                      <a:lnTo>
                        <a:pt x="922" y="233"/>
                      </a:lnTo>
                      <a:lnTo>
                        <a:pt x="923" y="233"/>
                      </a:lnTo>
                      <a:lnTo>
                        <a:pt x="925" y="233"/>
                      </a:lnTo>
                      <a:lnTo>
                        <a:pt x="926" y="232"/>
                      </a:lnTo>
                      <a:lnTo>
                        <a:pt x="928" y="232"/>
                      </a:lnTo>
                      <a:lnTo>
                        <a:pt x="929" y="231"/>
                      </a:lnTo>
                      <a:lnTo>
                        <a:pt x="931" y="231"/>
                      </a:lnTo>
                      <a:lnTo>
                        <a:pt x="932" y="230"/>
                      </a:lnTo>
                      <a:lnTo>
                        <a:pt x="934" y="230"/>
                      </a:lnTo>
                      <a:lnTo>
                        <a:pt x="935" y="230"/>
                      </a:lnTo>
                      <a:lnTo>
                        <a:pt x="936" y="229"/>
                      </a:lnTo>
                      <a:lnTo>
                        <a:pt x="938" y="229"/>
                      </a:lnTo>
                      <a:lnTo>
                        <a:pt x="939" y="228"/>
                      </a:lnTo>
                      <a:lnTo>
                        <a:pt x="941" y="228"/>
                      </a:lnTo>
                      <a:lnTo>
                        <a:pt x="942" y="227"/>
                      </a:lnTo>
                      <a:lnTo>
                        <a:pt x="944" y="227"/>
                      </a:lnTo>
                      <a:lnTo>
                        <a:pt x="945" y="227"/>
                      </a:lnTo>
                      <a:lnTo>
                        <a:pt x="947" y="226"/>
                      </a:lnTo>
                      <a:lnTo>
                        <a:pt x="948" y="226"/>
                      </a:lnTo>
                      <a:lnTo>
                        <a:pt x="949" y="226"/>
                      </a:lnTo>
                      <a:lnTo>
                        <a:pt x="951" y="225"/>
                      </a:lnTo>
                      <a:lnTo>
                        <a:pt x="952" y="225"/>
                      </a:lnTo>
                      <a:lnTo>
                        <a:pt x="954" y="225"/>
                      </a:lnTo>
                      <a:lnTo>
                        <a:pt x="955" y="224"/>
                      </a:lnTo>
                      <a:lnTo>
                        <a:pt x="957" y="224"/>
                      </a:lnTo>
                      <a:lnTo>
                        <a:pt x="958" y="224"/>
                      </a:lnTo>
                      <a:lnTo>
                        <a:pt x="960" y="223"/>
                      </a:lnTo>
                      <a:lnTo>
                        <a:pt x="961" y="223"/>
                      </a:lnTo>
                      <a:lnTo>
                        <a:pt x="963" y="222"/>
                      </a:lnTo>
                      <a:lnTo>
                        <a:pt x="964" y="222"/>
                      </a:lnTo>
                      <a:lnTo>
                        <a:pt x="965" y="222"/>
                      </a:lnTo>
                      <a:lnTo>
                        <a:pt x="967" y="221"/>
                      </a:lnTo>
                      <a:lnTo>
                        <a:pt x="968" y="221"/>
                      </a:lnTo>
                      <a:lnTo>
                        <a:pt x="970" y="221"/>
                      </a:lnTo>
                      <a:lnTo>
                        <a:pt x="971" y="220"/>
                      </a:lnTo>
                      <a:lnTo>
                        <a:pt x="973" y="220"/>
                      </a:lnTo>
                      <a:lnTo>
                        <a:pt x="974" y="219"/>
                      </a:lnTo>
                      <a:lnTo>
                        <a:pt x="976" y="219"/>
                      </a:lnTo>
                      <a:lnTo>
                        <a:pt x="977" y="219"/>
                      </a:lnTo>
                      <a:lnTo>
                        <a:pt x="978" y="218"/>
                      </a:lnTo>
                      <a:lnTo>
                        <a:pt x="980" y="218"/>
                      </a:lnTo>
                      <a:lnTo>
                        <a:pt x="981" y="218"/>
                      </a:lnTo>
                      <a:lnTo>
                        <a:pt x="983" y="217"/>
                      </a:lnTo>
                      <a:lnTo>
                        <a:pt x="984" y="217"/>
                      </a:lnTo>
                      <a:lnTo>
                        <a:pt x="986" y="217"/>
                      </a:lnTo>
                      <a:lnTo>
                        <a:pt x="987" y="216"/>
                      </a:lnTo>
                      <a:lnTo>
                        <a:pt x="989" y="216"/>
                      </a:lnTo>
                      <a:lnTo>
                        <a:pt x="990" y="215"/>
                      </a:lnTo>
                      <a:lnTo>
                        <a:pt x="992" y="215"/>
                      </a:lnTo>
                      <a:lnTo>
                        <a:pt x="993" y="215"/>
                      </a:lnTo>
                      <a:lnTo>
                        <a:pt x="994" y="214"/>
                      </a:lnTo>
                      <a:lnTo>
                        <a:pt x="996" y="214"/>
                      </a:lnTo>
                      <a:lnTo>
                        <a:pt x="997" y="214"/>
                      </a:lnTo>
                      <a:lnTo>
                        <a:pt x="999" y="213"/>
                      </a:lnTo>
                      <a:lnTo>
                        <a:pt x="1000" y="213"/>
                      </a:lnTo>
                      <a:lnTo>
                        <a:pt x="1002" y="212"/>
                      </a:lnTo>
                      <a:lnTo>
                        <a:pt x="1003" y="212"/>
                      </a:lnTo>
                      <a:lnTo>
                        <a:pt x="1005" y="212"/>
                      </a:lnTo>
                      <a:lnTo>
                        <a:pt x="1006" y="211"/>
                      </a:lnTo>
                      <a:lnTo>
                        <a:pt x="1007" y="211"/>
                      </a:lnTo>
                      <a:lnTo>
                        <a:pt x="1009" y="211"/>
                      </a:lnTo>
                      <a:lnTo>
                        <a:pt x="1010" y="210"/>
                      </a:lnTo>
                      <a:lnTo>
                        <a:pt x="1012" y="210"/>
                      </a:lnTo>
                      <a:lnTo>
                        <a:pt x="1013" y="210"/>
                      </a:lnTo>
                      <a:lnTo>
                        <a:pt x="1015" y="210"/>
                      </a:lnTo>
                      <a:lnTo>
                        <a:pt x="1016" y="209"/>
                      </a:lnTo>
                      <a:lnTo>
                        <a:pt x="1018" y="209"/>
                      </a:lnTo>
                      <a:lnTo>
                        <a:pt x="1019" y="209"/>
                      </a:lnTo>
                      <a:lnTo>
                        <a:pt x="1021" y="208"/>
                      </a:lnTo>
                      <a:lnTo>
                        <a:pt x="1022" y="208"/>
                      </a:lnTo>
                      <a:lnTo>
                        <a:pt x="1023" y="207"/>
                      </a:lnTo>
                      <a:lnTo>
                        <a:pt x="1025" y="207"/>
                      </a:lnTo>
                      <a:lnTo>
                        <a:pt x="1026" y="206"/>
                      </a:lnTo>
                      <a:lnTo>
                        <a:pt x="1028" y="206"/>
                      </a:lnTo>
                      <a:lnTo>
                        <a:pt x="1029" y="206"/>
                      </a:lnTo>
                      <a:lnTo>
                        <a:pt x="1031" y="206"/>
                      </a:lnTo>
                      <a:lnTo>
                        <a:pt x="1032" y="205"/>
                      </a:lnTo>
                      <a:lnTo>
                        <a:pt x="1034" y="205"/>
                      </a:lnTo>
                      <a:lnTo>
                        <a:pt x="1035" y="204"/>
                      </a:lnTo>
                      <a:lnTo>
                        <a:pt x="1036" y="204"/>
                      </a:lnTo>
                      <a:lnTo>
                        <a:pt x="1038" y="204"/>
                      </a:lnTo>
                      <a:lnTo>
                        <a:pt x="1039" y="204"/>
                      </a:lnTo>
                      <a:lnTo>
                        <a:pt x="1041" y="203"/>
                      </a:lnTo>
                      <a:lnTo>
                        <a:pt x="1042" y="203"/>
                      </a:lnTo>
                      <a:lnTo>
                        <a:pt x="1044" y="202"/>
                      </a:lnTo>
                      <a:lnTo>
                        <a:pt x="1045" y="202"/>
                      </a:lnTo>
                      <a:lnTo>
                        <a:pt x="1047" y="202"/>
                      </a:lnTo>
                      <a:lnTo>
                        <a:pt x="1048" y="201"/>
                      </a:lnTo>
                      <a:lnTo>
                        <a:pt x="1050" y="201"/>
                      </a:lnTo>
                      <a:lnTo>
                        <a:pt x="1051" y="200"/>
                      </a:lnTo>
                      <a:lnTo>
                        <a:pt x="1052" y="200"/>
                      </a:lnTo>
                      <a:lnTo>
                        <a:pt x="1054" y="200"/>
                      </a:lnTo>
                      <a:lnTo>
                        <a:pt x="1055" y="199"/>
                      </a:lnTo>
                      <a:lnTo>
                        <a:pt x="1057" y="199"/>
                      </a:lnTo>
                      <a:lnTo>
                        <a:pt x="1058" y="199"/>
                      </a:lnTo>
                      <a:lnTo>
                        <a:pt x="1060" y="198"/>
                      </a:lnTo>
                      <a:lnTo>
                        <a:pt x="1061" y="198"/>
                      </a:lnTo>
                      <a:lnTo>
                        <a:pt x="1063" y="198"/>
                      </a:lnTo>
                      <a:lnTo>
                        <a:pt x="1064" y="197"/>
                      </a:lnTo>
                      <a:lnTo>
                        <a:pt x="1065" y="197"/>
                      </a:lnTo>
                      <a:lnTo>
                        <a:pt x="1067" y="197"/>
                      </a:lnTo>
                      <a:lnTo>
                        <a:pt x="1068" y="197"/>
                      </a:lnTo>
                      <a:lnTo>
                        <a:pt x="1070" y="196"/>
                      </a:lnTo>
                      <a:lnTo>
                        <a:pt x="1071" y="196"/>
                      </a:lnTo>
                      <a:lnTo>
                        <a:pt x="1073" y="196"/>
                      </a:lnTo>
                      <a:lnTo>
                        <a:pt x="1074" y="195"/>
                      </a:lnTo>
                      <a:lnTo>
                        <a:pt x="1076" y="195"/>
                      </a:lnTo>
                      <a:lnTo>
                        <a:pt x="1077" y="194"/>
                      </a:lnTo>
                      <a:lnTo>
                        <a:pt x="1079" y="194"/>
                      </a:lnTo>
                      <a:lnTo>
                        <a:pt x="1080" y="193"/>
                      </a:lnTo>
                      <a:lnTo>
                        <a:pt x="1081" y="193"/>
                      </a:lnTo>
                      <a:lnTo>
                        <a:pt x="1083" y="193"/>
                      </a:lnTo>
                      <a:lnTo>
                        <a:pt x="1084" y="193"/>
                      </a:lnTo>
                      <a:lnTo>
                        <a:pt x="1086" y="192"/>
                      </a:lnTo>
                      <a:lnTo>
                        <a:pt x="1087" y="192"/>
                      </a:lnTo>
                      <a:lnTo>
                        <a:pt x="1089" y="192"/>
                      </a:lnTo>
                      <a:lnTo>
                        <a:pt x="1090" y="191"/>
                      </a:lnTo>
                      <a:lnTo>
                        <a:pt x="1092" y="191"/>
                      </a:lnTo>
                      <a:lnTo>
                        <a:pt x="1093" y="191"/>
                      </a:lnTo>
                      <a:lnTo>
                        <a:pt x="1094" y="190"/>
                      </a:lnTo>
                      <a:lnTo>
                        <a:pt x="1096" y="190"/>
                      </a:lnTo>
                      <a:lnTo>
                        <a:pt x="1097" y="190"/>
                      </a:lnTo>
                      <a:lnTo>
                        <a:pt x="1099" y="189"/>
                      </a:lnTo>
                      <a:lnTo>
                        <a:pt x="1100" y="189"/>
                      </a:lnTo>
                      <a:lnTo>
                        <a:pt x="1102" y="189"/>
                      </a:lnTo>
                      <a:lnTo>
                        <a:pt x="1103" y="188"/>
                      </a:lnTo>
                      <a:lnTo>
                        <a:pt x="1105" y="188"/>
                      </a:lnTo>
                      <a:lnTo>
                        <a:pt x="1106" y="188"/>
                      </a:lnTo>
                      <a:lnTo>
                        <a:pt x="1108" y="187"/>
                      </a:lnTo>
                      <a:lnTo>
                        <a:pt x="1109" y="187"/>
                      </a:lnTo>
                      <a:lnTo>
                        <a:pt x="1110" y="186"/>
                      </a:lnTo>
                      <a:lnTo>
                        <a:pt x="1112" y="186"/>
                      </a:lnTo>
                      <a:lnTo>
                        <a:pt x="1113" y="186"/>
                      </a:lnTo>
                      <a:lnTo>
                        <a:pt x="1115" y="186"/>
                      </a:lnTo>
                      <a:lnTo>
                        <a:pt x="1116" y="186"/>
                      </a:lnTo>
                      <a:lnTo>
                        <a:pt x="1118" y="185"/>
                      </a:lnTo>
                      <a:lnTo>
                        <a:pt x="1119" y="185"/>
                      </a:lnTo>
                      <a:lnTo>
                        <a:pt x="1121" y="185"/>
                      </a:lnTo>
                      <a:lnTo>
                        <a:pt x="1122" y="184"/>
                      </a:lnTo>
                      <a:lnTo>
                        <a:pt x="1123" y="184"/>
                      </a:lnTo>
                      <a:lnTo>
                        <a:pt x="1125" y="184"/>
                      </a:lnTo>
                      <a:lnTo>
                        <a:pt x="1126" y="183"/>
                      </a:lnTo>
                      <a:lnTo>
                        <a:pt x="1128" y="183"/>
                      </a:lnTo>
                      <a:lnTo>
                        <a:pt x="1129" y="182"/>
                      </a:lnTo>
                      <a:lnTo>
                        <a:pt x="1131" y="182"/>
                      </a:lnTo>
                      <a:lnTo>
                        <a:pt x="1132" y="182"/>
                      </a:lnTo>
                      <a:lnTo>
                        <a:pt x="1134" y="181"/>
                      </a:lnTo>
                      <a:lnTo>
                        <a:pt x="1135" y="181"/>
                      </a:lnTo>
                      <a:lnTo>
                        <a:pt x="1137" y="181"/>
                      </a:lnTo>
                      <a:lnTo>
                        <a:pt x="1138" y="180"/>
                      </a:lnTo>
                      <a:lnTo>
                        <a:pt x="1139" y="180"/>
                      </a:lnTo>
                      <a:lnTo>
                        <a:pt x="1141" y="180"/>
                      </a:lnTo>
                      <a:lnTo>
                        <a:pt x="1142" y="179"/>
                      </a:lnTo>
                      <a:lnTo>
                        <a:pt x="1144" y="179"/>
                      </a:lnTo>
                      <a:lnTo>
                        <a:pt x="1145" y="179"/>
                      </a:lnTo>
                      <a:lnTo>
                        <a:pt x="1147" y="179"/>
                      </a:lnTo>
                      <a:lnTo>
                        <a:pt x="1148" y="178"/>
                      </a:lnTo>
                      <a:lnTo>
                        <a:pt x="1150" y="178"/>
                      </a:lnTo>
                      <a:lnTo>
                        <a:pt x="1151" y="178"/>
                      </a:lnTo>
                      <a:lnTo>
                        <a:pt x="1152" y="177"/>
                      </a:lnTo>
                      <a:lnTo>
                        <a:pt x="1154" y="177"/>
                      </a:lnTo>
                      <a:lnTo>
                        <a:pt x="1155" y="177"/>
                      </a:lnTo>
                      <a:lnTo>
                        <a:pt x="1157" y="176"/>
                      </a:lnTo>
                      <a:lnTo>
                        <a:pt x="1158" y="176"/>
                      </a:lnTo>
                      <a:lnTo>
                        <a:pt x="1160" y="176"/>
                      </a:lnTo>
                      <a:lnTo>
                        <a:pt x="1161" y="175"/>
                      </a:lnTo>
                      <a:lnTo>
                        <a:pt x="1163" y="175"/>
                      </a:lnTo>
                      <a:lnTo>
                        <a:pt x="1164" y="175"/>
                      </a:lnTo>
                      <a:lnTo>
                        <a:pt x="1166" y="174"/>
                      </a:lnTo>
                      <a:lnTo>
                        <a:pt x="1167" y="174"/>
                      </a:lnTo>
                      <a:lnTo>
                        <a:pt x="1168" y="174"/>
                      </a:lnTo>
                      <a:lnTo>
                        <a:pt x="1170" y="173"/>
                      </a:lnTo>
                      <a:lnTo>
                        <a:pt x="1171" y="173"/>
                      </a:lnTo>
                      <a:lnTo>
                        <a:pt x="1173" y="173"/>
                      </a:lnTo>
                      <a:lnTo>
                        <a:pt x="1174" y="172"/>
                      </a:lnTo>
                      <a:lnTo>
                        <a:pt x="1176" y="172"/>
                      </a:lnTo>
                      <a:lnTo>
                        <a:pt x="1177" y="172"/>
                      </a:lnTo>
                      <a:lnTo>
                        <a:pt x="1179" y="171"/>
                      </a:lnTo>
                      <a:lnTo>
                        <a:pt x="1180" y="171"/>
                      </a:lnTo>
                      <a:lnTo>
                        <a:pt x="1181" y="171"/>
                      </a:lnTo>
                      <a:lnTo>
                        <a:pt x="1183" y="170"/>
                      </a:lnTo>
                      <a:lnTo>
                        <a:pt x="1184" y="170"/>
                      </a:lnTo>
                      <a:lnTo>
                        <a:pt x="1186" y="170"/>
                      </a:lnTo>
                      <a:lnTo>
                        <a:pt x="1187" y="170"/>
                      </a:lnTo>
                      <a:lnTo>
                        <a:pt x="1189" y="169"/>
                      </a:lnTo>
                      <a:lnTo>
                        <a:pt x="1190" y="169"/>
                      </a:lnTo>
                      <a:lnTo>
                        <a:pt x="1192" y="169"/>
                      </a:lnTo>
                      <a:lnTo>
                        <a:pt x="1193" y="168"/>
                      </a:lnTo>
                      <a:lnTo>
                        <a:pt x="1195" y="168"/>
                      </a:lnTo>
                      <a:lnTo>
                        <a:pt x="1196" y="168"/>
                      </a:lnTo>
                      <a:lnTo>
                        <a:pt x="1197" y="167"/>
                      </a:lnTo>
                      <a:lnTo>
                        <a:pt x="1199" y="167"/>
                      </a:lnTo>
                      <a:lnTo>
                        <a:pt x="1200" y="167"/>
                      </a:lnTo>
                      <a:lnTo>
                        <a:pt x="1202" y="166"/>
                      </a:lnTo>
                      <a:lnTo>
                        <a:pt x="1203" y="166"/>
                      </a:lnTo>
                      <a:lnTo>
                        <a:pt x="1205" y="166"/>
                      </a:lnTo>
                      <a:lnTo>
                        <a:pt x="1206" y="165"/>
                      </a:lnTo>
                      <a:lnTo>
                        <a:pt x="1208" y="165"/>
                      </a:lnTo>
                      <a:lnTo>
                        <a:pt x="1209" y="165"/>
                      </a:lnTo>
                      <a:lnTo>
                        <a:pt x="1210" y="164"/>
                      </a:lnTo>
                      <a:lnTo>
                        <a:pt x="1212" y="164"/>
                      </a:lnTo>
                      <a:lnTo>
                        <a:pt x="1213" y="164"/>
                      </a:lnTo>
                      <a:lnTo>
                        <a:pt x="1215" y="164"/>
                      </a:lnTo>
                      <a:lnTo>
                        <a:pt x="1216" y="163"/>
                      </a:lnTo>
                      <a:lnTo>
                        <a:pt x="1218" y="163"/>
                      </a:lnTo>
                      <a:lnTo>
                        <a:pt x="1219" y="163"/>
                      </a:lnTo>
                      <a:lnTo>
                        <a:pt x="1221" y="162"/>
                      </a:lnTo>
                      <a:lnTo>
                        <a:pt x="1222" y="162"/>
                      </a:lnTo>
                      <a:lnTo>
                        <a:pt x="1224" y="162"/>
                      </a:lnTo>
                      <a:lnTo>
                        <a:pt x="1225" y="161"/>
                      </a:lnTo>
                      <a:lnTo>
                        <a:pt x="1226" y="161"/>
                      </a:lnTo>
                      <a:lnTo>
                        <a:pt x="1228" y="160"/>
                      </a:lnTo>
                      <a:lnTo>
                        <a:pt x="1229" y="160"/>
                      </a:lnTo>
                      <a:lnTo>
                        <a:pt x="1231" y="160"/>
                      </a:lnTo>
                      <a:lnTo>
                        <a:pt x="1232" y="160"/>
                      </a:lnTo>
                      <a:lnTo>
                        <a:pt x="1234" y="159"/>
                      </a:lnTo>
                      <a:lnTo>
                        <a:pt x="1235" y="159"/>
                      </a:lnTo>
                      <a:lnTo>
                        <a:pt x="1237" y="159"/>
                      </a:lnTo>
                      <a:lnTo>
                        <a:pt x="1238" y="158"/>
                      </a:lnTo>
                      <a:lnTo>
                        <a:pt x="1239" y="158"/>
                      </a:lnTo>
                      <a:lnTo>
                        <a:pt x="1241" y="158"/>
                      </a:lnTo>
                      <a:lnTo>
                        <a:pt x="1242" y="157"/>
                      </a:lnTo>
                      <a:lnTo>
                        <a:pt x="1244" y="157"/>
                      </a:lnTo>
                      <a:lnTo>
                        <a:pt x="1245" y="157"/>
                      </a:lnTo>
                      <a:lnTo>
                        <a:pt x="1247" y="156"/>
                      </a:lnTo>
                      <a:lnTo>
                        <a:pt x="1248" y="156"/>
                      </a:lnTo>
                      <a:lnTo>
                        <a:pt x="1250" y="156"/>
                      </a:lnTo>
                      <a:lnTo>
                        <a:pt x="1251" y="156"/>
                      </a:lnTo>
                      <a:lnTo>
                        <a:pt x="1253" y="155"/>
                      </a:lnTo>
                      <a:lnTo>
                        <a:pt x="1254" y="155"/>
                      </a:lnTo>
                      <a:lnTo>
                        <a:pt x="1255" y="155"/>
                      </a:lnTo>
                      <a:lnTo>
                        <a:pt x="1257" y="154"/>
                      </a:lnTo>
                      <a:lnTo>
                        <a:pt x="1258" y="154"/>
                      </a:lnTo>
                      <a:lnTo>
                        <a:pt x="1260" y="154"/>
                      </a:lnTo>
                      <a:lnTo>
                        <a:pt x="1261" y="154"/>
                      </a:lnTo>
                      <a:lnTo>
                        <a:pt x="1263" y="153"/>
                      </a:lnTo>
                      <a:lnTo>
                        <a:pt x="1264" y="153"/>
                      </a:lnTo>
                      <a:lnTo>
                        <a:pt x="1266" y="153"/>
                      </a:lnTo>
                      <a:lnTo>
                        <a:pt x="1267" y="152"/>
                      </a:lnTo>
                      <a:lnTo>
                        <a:pt x="1268" y="152"/>
                      </a:lnTo>
                      <a:lnTo>
                        <a:pt x="1270" y="152"/>
                      </a:lnTo>
                      <a:lnTo>
                        <a:pt x="1271" y="151"/>
                      </a:lnTo>
                      <a:lnTo>
                        <a:pt x="1273" y="151"/>
                      </a:lnTo>
                      <a:lnTo>
                        <a:pt x="1274" y="151"/>
                      </a:lnTo>
                      <a:lnTo>
                        <a:pt x="1276" y="150"/>
                      </a:lnTo>
                      <a:lnTo>
                        <a:pt x="1277" y="150"/>
                      </a:lnTo>
                      <a:lnTo>
                        <a:pt x="1279" y="150"/>
                      </a:lnTo>
                      <a:lnTo>
                        <a:pt x="1280" y="149"/>
                      </a:lnTo>
                      <a:lnTo>
                        <a:pt x="1282" y="149"/>
                      </a:lnTo>
                      <a:lnTo>
                        <a:pt x="1283" y="149"/>
                      </a:lnTo>
                      <a:lnTo>
                        <a:pt x="1284" y="149"/>
                      </a:lnTo>
                      <a:lnTo>
                        <a:pt x="1286" y="148"/>
                      </a:lnTo>
                      <a:lnTo>
                        <a:pt x="1287" y="148"/>
                      </a:lnTo>
                      <a:lnTo>
                        <a:pt x="1289" y="148"/>
                      </a:lnTo>
                      <a:lnTo>
                        <a:pt x="1290" y="147"/>
                      </a:lnTo>
                      <a:lnTo>
                        <a:pt x="1292" y="147"/>
                      </a:lnTo>
                      <a:lnTo>
                        <a:pt x="1293" y="147"/>
                      </a:lnTo>
                      <a:lnTo>
                        <a:pt x="1295" y="146"/>
                      </a:lnTo>
                      <a:lnTo>
                        <a:pt x="1296" y="146"/>
                      </a:lnTo>
                      <a:lnTo>
                        <a:pt x="1297" y="146"/>
                      </a:lnTo>
                      <a:lnTo>
                        <a:pt x="1299" y="146"/>
                      </a:lnTo>
                      <a:lnTo>
                        <a:pt x="1300" y="145"/>
                      </a:lnTo>
                      <a:lnTo>
                        <a:pt x="1302" y="145"/>
                      </a:lnTo>
                      <a:lnTo>
                        <a:pt x="1303" y="145"/>
                      </a:lnTo>
                      <a:lnTo>
                        <a:pt x="1305" y="144"/>
                      </a:lnTo>
                      <a:lnTo>
                        <a:pt x="1306" y="144"/>
                      </a:lnTo>
                      <a:lnTo>
                        <a:pt x="1308" y="144"/>
                      </a:lnTo>
                      <a:lnTo>
                        <a:pt x="1309" y="144"/>
                      </a:lnTo>
                      <a:lnTo>
                        <a:pt x="1311" y="143"/>
                      </a:lnTo>
                      <a:lnTo>
                        <a:pt x="1312" y="143"/>
                      </a:lnTo>
                      <a:lnTo>
                        <a:pt x="1313" y="143"/>
                      </a:lnTo>
                      <a:lnTo>
                        <a:pt x="1315" y="143"/>
                      </a:lnTo>
                      <a:lnTo>
                        <a:pt x="1316" y="142"/>
                      </a:lnTo>
                      <a:lnTo>
                        <a:pt x="1318" y="142"/>
                      </a:lnTo>
                      <a:lnTo>
                        <a:pt x="1319" y="142"/>
                      </a:lnTo>
                      <a:lnTo>
                        <a:pt x="1321" y="141"/>
                      </a:lnTo>
                      <a:lnTo>
                        <a:pt x="1322" y="141"/>
                      </a:lnTo>
                      <a:lnTo>
                        <a:pt x="1324" y="141"/>
                      </a:lnTo>
                      <a:lnTo>
                        <a:pt x="1325" y="140"/>
                      </a:lnTo>
                      <a:lnTo>
                        <a:pt x="1326" y="140"/>
                      </a:lnTo>
                      <a:lnTo>
                        <a:pt x="1328" y="140"/>
                      </a:lnTo>
                      <a:lnTo>
                        <a:pt x="1329" y="139"/>
                      </a:lnTo>
                      <a:lnTo>
                        <a:pt x="1331" y="139"/>
                      </a:lnTo>
                      <a:lnTo>
                        <a:pt x="1332" y="139"/>
                      </a:lnTo>
                      <a:lnTo>
                        <a:pt x="1334" y="138"/>
                      </a:lnTo>
                      <a:lnTo>
                        <a:pt x="1335" y="138"/>
                      </a:lnTo>
                      <a:lnTo>
                        <a:pt x="1337" y="138"/>
                      </a:lnTo>
                      <a:lnTo>
                        <a:pt x="1338" y="138"/>
                      </a:lnTo>
                      <a:lnTo>
                        <a:pt x="1340" y="137"/>
                      </a:lnTo>
                      <a:lnTo>
                        <a:pt x="1341" y="137"/>
                      </a:lnTo>
                      <a:lnTo>
                        <a:pt x="1342" y="137"/>
                      </a:lnTo>
                      <a:lnTo>
                        <a:pt x="1344" y="137"/>
                      </a:lnTo>
                      <a:lnTo>
                        <a:pt x="1345" y="137"/>
                      </a:lnTo>
                      <a:lnTo>
                        <a:pt x="1347" y="136"/>
                      </a:lnTo>
                      <a:lnTo>
                        <a:pt x="1348" y="136"/>
                      </a:lnTo>
                      <a:lnTo>
                        <a:pt x="1350" y="136"/>
                      </a:lnTo>
                      <a:lnTo>
                        <a:pt x="1351" y="136"/>
                      </a:lnTo>
                      <a:lnTo>
                        <a:pt x="1353" y="135"/>
                      </a:lnTo>
                      <a:lnTo>
                        <a:pt x="1354" y="135"/>
                      </a:lnTo>
                      <a:lnTo>
                        <a:pt x="1355" y="135"/>
                      </a:lnTo>
                      <a:lnTo>
                        <a:pt x="1357" y="134"/>
                      </a:lnTo>
                    </a:path>
                  </a:pathLst>
                </a:custGeom>
                <a:noFill/>
                <a:ln cap="flat" cmpd="sng" w="25400">
                  <a:solidFill>
                    <a:srgbClr val="B2222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5" name="Google Shape;1035;p19"/>
                <p:cNvSpPr/>
                <p:nvPr/>
              </p:nvSpPr>
              <p:spPr>
                <a:xfrm flipH="1" rot="10800000">
                  <a:off x="3179763" y="2408238"/>
                  <a:ext cx="3584575" cy="854075"/>
                </a:xfrm>
                <a:custGeom>
                  <a:rect b="b" l="l" r="r" t="t"/>
                  <a:pathLst>
                    <a:path extrusionOk="0" h="388" w="1357">
                      <a:moveTo>
                        <a:pt x="0" y="16"/>
                      </a:moveTo>
                      <a:lnTo>
                        <a:pt x="1" y="16"/>
                      </a:lnTo>
                      <a:lnTo>
                        <a:pt x="3" y="16"/>
                      </a:lnTo>
                      <a:lnTo>
                        <a:pt x="4" y="16"/>
                      </a:lnTo>
                      <a:lnTo>
                        <a:pt x="6" y="16"/>
                      </a:lnTo>
                      <a:lnTo>
                        <a:pt x="7" y="16"/>
                      </a:lnTo>
                      <a:lnTo>
                        <a:pt x="8" y="16"/>
                      </a:lnTo>
                      <a:lnTo>
                        <a:pt x="10" y="16"/>
                      </a:lnTo>
                      <a:lnTo>
                        <a:pt x="11" y="16"/>
                      </a:lnTo>
                      <a:lnTo>
                        <a:pt x="13" y="16"/>
                      </a:lnTo>
                      <a:lnTo>
                        <a:pt x="14" y="16"/>
                      </a:lnTo>
                      <a:lnTo>
                        <a:pt x="16" y="16"/>
                      </a:lnTo>
                      <a:lnTo>
                        <a:pt x="17" y="16"/>
                      </a:lnTo>
                      <a:lnTo>
                        <a:pt x="19" y="16"/>
                      </a:lnTo>
                      <a:lnTo>
                        <a:pt x="20" y="16"/>
                      </a:lnTo>
                      <a:lnTo>
                        <a:pt x="21" y="16"/>
                      </a:lnTo>
                      <a:lnTo>
                        <a:pt x="23" y="15"/>
                      </a:lnTo>
                      <a:lnTo>
                        <a:pt x="24" y="15"/>
                      </a:lnTo>
                      <a:lnTo>
                        <a:pt x="26" y="15"/>
                      </a:lnTo>
                      <a:lnTo>
                        <a:pt x="27" y="15"/>
                      </a:lnTo>
                      <a:lnTo>
                        <a:pt x="29" y="15"/>
                      </a:lnTo>
                      <a:lnTo>
                        <a:pt x="30" y="15"/>
                      </a:lnTo>
                      <a:lnTo>
                        <a:pt x="32" y="15"/>
                      </a:lnTo>
                      <a:lnTo>
                        <a:pt x="33" y="15"/>
                      </a:lnTo>
                      <a:lnTo>
                        <a:pt x="35" y="15"/>
                      </a:lnTo>
                      <a:lnTo>
                        <a:pt x="36" y="15"/>
                      </a:lnTo>
                      <a:lnTo>
                        <a:pt x="37" y="15"/>
                      </a:lnTo>
                      <a:lnTo>
                        <a:pt x="39" y="15"/>
                      </a:lnTo>
                      <a:lnTo>
                        <a:pt x="40" y="15"/>
                      </a:lnTo>
                      <a:lnTo>
                        <a:pt x="42" y="15"/>
                      </a:lnTo>
                      <a:lnTo>
                        <a:pt x="43" y="15"/>
                      </a:lnTo>
                      <a:lnTo>
                        <a:pt x="45" y="15"/>
                      </a:lnTo>
                      <a:lnTo>
                        <a:pt x="46" y="15"/>
                      </a:lnTo>
                      <a:lnTo>
                        <a:pt x="48" y="15"/>
                      </a:lnTo>
                      <a:lnTo>
                        <a:pt x="49" y="15"/>
                      </a:lnTo>
                      <a:lnTo>
                        <a:pt x="50" y="15"/>
                      </a:lnTo>
                      <a:lnTo>
                        <a:pt x="52" y="15"/>
                      </a:lnTo>
                      <a:lnTo>
                        <a:pt x="53" y="15"/>
                      </a:lnTo>
                      <a:lnTo>
                        <a:pt x="55" y="15"/>
                      </a:lnTo>
                      <a:lnTo>
                        <a:pt x="56" y="15"/>
                      </a:lnTo>
                      <a:lnTo>
                        <a:pt x="58" y="15"/>
                      </a:lnTo>
                      <a:lnTo>
                        <a:pt x="59" y="15"/>
                      </a:lnTo>
                      <a:lnTo>
                        <a:pt x="61" y="15"/>
                      </a:lnTo>
                      <a:lnTo>
                        <a:pt x="62" y="15"/>
                      </a:lnTo>
                      <a:lnTo>
                        <a:pt x="64" y="15"/>
                      </a:lnTo>
                      <a:lnTo>
                        <a:pt x="65" y="15"/>
                      </a:lnTo>
                      <a:lnTo>
                        <a:pt x="66" y="15"/>
                      </a:lnTo>
                      <a:lnTo>
                        <a:pt x="68" y="15"/>
                      </a:lnTo>
                      <a:lnTo>
                        <a:pt x="69" y="15"/>
                      </a:lnTo>
                      <a:lnTo>
                        <a:pt x="71" y="15"/>
                      </a:lnTo>
                      <a:lnTo>
                        <a:pt x="72" y="15"/>
                      </a:lnTo>
                      <a:lnTo>
                        <a:pt x="74" y="15"/>
                      </a:lnTo>
                      <a:lnTo>
                        <a:pt x="75" y="15"/>
                      </a:lnTo>
                      <a:lnTo>
                        <a:pt x="77" y="15"/>
                      </a:lnTo>
                      <a:lnTo>
                        <a:pt x="78" y="14"/>
                      </a:lnTo>
                      <a:lnTo>
                        <a:pt x="79" y="15"/>
                      </a:lnTo>
                      <a:lnTo>
                        <a:pt x="81" y="15"/>
                      </a:lnTo>
                      <a:lnTo>
                        <a:pt x="82" y="15"/>
                      </a:lnTo>
                      <a:lnTo>
                        <a:pt x="84" y="15"/>
                      </a:lnTo>
                      <a:lnTo>
                        <a:pt x="85" y="15"/>
                      </a:lnTo>
                      <a:lnTo>
                        <a:pt x="87" y="15"/>
                      </a:lnTo>
                      <a:lnTo>
                        <a:pt x="88" y="15"/>
                      </a:lnTo>
                      <a:lnTo>
                        <a:pt x="90" y="15"/>
                      </a:lnTo>
                      <a:lnTo>
                        <a:pt x="91" y="15"/>
                      </a:lnTo>
                      <a:lnTo>
                        <a:pt x="93" y="15"/>
                      </a:lnTo>
                      <a:lnTo>
                        <a:pt x="94" y="15"/>
                      </a:lnTo>
                      <a:lnTo>
                        <a:pt x="95" y="15"/>
                      </a:lnTo>
                      <a:lnTo>
                        <a:pt x="97" y="15"/>
                      </a:lnTo>
                      <a:lnTo>
                        <a:pt x="98" y="15"/>
                      </a:lnTo>
                      <a:lnTo>
                        <a:pt x="100" y="15"/>
                      </a:lnTo>
                      <a:lnTo>
                        <a:pt x="101" y="15"/>
                      </a:lnTo>
                      <a:lnTo>
                        <a:pt x="103" y="15"/>
                      </a:lnTo>
                      <a:lnTo>
                        <a:pt x="104" y="15"/>
                      </a:lnTo>
                      <a:lnTo>
                        <a:pt x="106" y="14"/>
                      </a:lnTo>
                      <a:lnTo>
                        <a:pt x="107" y="14"/>
                      </a:lnTo>
                      <a:lnTo>
                        <a:pt x="108" y="14"/>
                      </a:lnTo>
                      <a:lnTo>
                        <a:pt x="110" y="14"/>
                      </a:lnTo>
                      <a:lnTo>
                        <a:pt x="111" y="13"/>
                      </a:lnTo>
                      <a:lnTo>
                        <a:pt x="113" y="8"/>
                      </a:lnTo>
                      <a:lnTo>
                        <a:pt x="114" y="6"/>
                      </a:lnTo>
                      <a:lnTo>
                        <a:pt x="116" y="4"/>
                      </a:lnTo>
                      <a:lnTo>
                        <a:pt x="117" y="1"/>
                      </a:lnTo>
                      <a:lnTo>
                        <a:pt x="119" y="0"/>
                      </a:lnTo>
                      <a:lnTo>
                        <a:pt x="120" y="0"/>
                      </a:lnTo>
                      <a:lnTo>
                        <a:pt x="122" y="1"/>
                      </a:lnTo>
                      <a:lnTo>
                        <a:pt x="123" y="3"/>
                      </a:lnTo>
                      <a:lnTo>
                        <a:pt x="124" y="5"/>
                      </a:lnTo>
                      <a:lnTo>
                        <a:pt x="126" y="8"/>
                      </a:lnTo>
                      <a:lnTo>
                        <a:pt x="127" y="12"/>
                      </a:lnTo>
                      <a:lnTo>
                        <a:pt x="129" y="15"/>
                      </a:lnTo>
                      <a:lnTo>
                        <a:pt x="130" y="19"/>
                      </a:lnTo>
                      <a:lnTo>
                        <a:pt x="132" y="24"/>
                      </a:lnTo>
                      <a:lnTo>
                        <a:pt x="133" y="28"/>
                      </a:lnTo>
                      <a:lnTo>
                        <a:pt x="135" y="33"/>
                      </a:lnTo>
                      <a:lnTo>
                        <a:pt x="136" y="38"/>
                      </a:lnTo>
                      <a:lnTo>
                        <a:pt x="137" y="42"/>
                      </a:lnTo>
                      <a:lnTo>
                        <a:pt x="139" y="47"/>
                      </a:lnTo>
                      <a:lnTo>
                        <a:pt x="140" y="53"/>
                      </a:lnTo>
                      <a:lnTo>
                        <a:pt x="142" y="58"/>
                      </a:lnTo>
                      <a:lnTo>
                        <a:pt x="143" y="64"/>
                      </a:lnTo>
                      <a:lnTo>
                        <a:pt x="145" y="69"/>
                      </a:lnTo>
                      <a:lnTo>
                        <a:pt x="146" y="75"/>
                      </a:lnTo>
                      <a:lnTo>
                        <a:pt x="148" y="80"/>
                      </a:lnTo>
                      <a:lnTo>
                        <a:pt x="149" y="86"/>
                      </a:lnTo>
                      <a:lnTo>
                        <a:pt x="151" y="92"/>
                      </a:lnTo>
                      <a:lnTo>
                        <a:pt x="152" y="98"/>
                      </a:lnTo>
                      <a:lnTo>
                        <a:pt x="153" y="103"/>
                      </a:lnTo>
                      <a:lnTo>
                        <a:pt x="155" y="109"/>
                      </a:lnTo>
                      <a:lnTo>
                        <a:pt x="156" y="115"/>
                      </a:lnTo>
                      <a:lnTo>
                        <a:pt x="158" y="121"/>
                      </a:lnTo>
                      <a:lnTo>
                        <a:pt x="159" y="126"/>
                      </a:lnTo>
                      <a:lnTo>
                        <a:pt x="161" y="132"/>
                      </a:lnTo>
                      <a:lnTo>
                        <a:pt x="162" y="138"/>
                      </a:lnTo>
                      <a:lnTo>
                        <a:pt x="164" y="144"/>
                      </a:lnTo>
                      <a:lnTo>
                        <a:pt x="165" y="150"/>
                      </a:lnTo>
                      <a:lnTo>
                        <a:pt x="166" y="155"/>
                      </a:lnTo>
                      <a:lnTo>
                        <a:pt x="168" y="161"/>
                      </a:lnTo>
                      <a:lnTo>
                        <a:pt x="169" y="167"/>
                      </a:lnTo>
                      <a:lnTo>
                        <a:pt x="171" y="173"/>
                      </a:lnTo>
                      <a:lnTo>
                        <a:pt x="172" y="178"/>
                      </a:lnTo>
                      <a:lnTo>
                        <a:pt x="174" y="183"/>
                      </a:lnTo>
                      <a:lnTo>
                        <a:pt x="175" y="189"/>
                      </a:lnTo>
                      <a:lnTo>
                        <a:pt x="177" y="194"/>
                      </a:lnTo>
                      <a:lnTo>
                        <a:pt x="178" y="200"/>
                      </a:lnTo>
                      <a:lnTo>
                        <a:pt x="180" y="205"/>
                      </a:lnTo>
                      <a:lnTo>
                        <a:pt x="181" y="210"/>
                      </a:lnTo>
                      <a:lnTo>
                        <a:pt x="182" y="215"/>
                      </a:lnTo>
                      <a:lnTo>
                        <a:pt x="184" y="220"/>
                      </a:lnTo>
                      <a:lnTo>
                        <a:pt x="185" y="225"/>
                      </a:lnTo>
                      <a:lnTo>
                        <a:pt x="187" y="230"/>
                      </a:lnTo>
                      <a:lnTo>
                        <a:pt x="188" y="234"/>
                      </a:lnTo>
                      <a:lnTo>
                        <a:pt x="190" y="239"/>
                      </a:lnTo>
                      <a:lnTo>
                        <a:pt x="191" y="243"/>
                      </a:lnTo>
                      <a:lnTo>
                        <a:pt x="193" y="248"/>
                      </a:lnTo>
                      <a:lnTo>
                        <a:pt x="194" y="252"/>
                      </a:lnTo>
                      <a:lnTo>
                        <a:pt x="195" y="256"/>
                      </a:lnTo>
                      <a:lnTo>
                        <a:pt x="197" y="260"/>
                      </a:lnTo>
                      <a:lnTo>
                        <a:pt x="198" y="264"/>
                      </a:lnTo>
                      <a:lnTo>
                        <a:pt x="200" y="268"/>
                      </a:lnTo>
                      <a:lnTo>
                        <a:pt x="201" y="272"/>
                      </a:lnTo>
                      <a:lnTo>
                        <a:pt x="203" y="276"/>
                      </a:lnTo>
                      <a:lnTo>
                        <a:pt x="204" y="280"/>
                      </a:lnTo>
                      <a:lnTo>
                        <a:pt x="206" y="284"/>
                      </a:lnTo>
                      <a:lnTo>
                        <a:pt x="207" y="287"/>
                      </a:lnTo>
                      <a:lnTo>
                        <a:pt x="209" y="290"/>
                      </a:lnTo>
                      <a:lnTo>
                        <a:pt x="210" y="294"/>
                      </a:lnTo>
                      <a:lnTo>
                        <a:pt x="211" y="296"/>
                      </a:lnTo>
                      <a:lnTo>
                        <a:pt x="213" y="299"/>
                      </a:lnTo>
                      <a:lnTo>
                        <a:pt x="214" y="302"/>
                      </a:lnTo>
                      <a:lnTo>
                        <a:pt x="216" y="305"/>
                      </a:lnTo>
                      <a:lnTo>
                        <a:pt x="217" y="308"/>
                      </a:lnTo>
                      <a:lnTo>
                        <a:pt x="219" y="310"/>
                      </a:lnTo>
                      <a:lnTo>
                        <a:pt x="220" y="313"/>
                      </a:lnTo>
                      <a:lnTo>
                        <a:pt x="222" y="315"/>
                      </a:lnTo>
                      <a:lnTo>
                        <a:pt x="223" y="318"/>
                      </a:lnTo>
                      <a:lnTo>
                        <a:pt x="224" y="320"/>
                      </a:lnTo>
                      <a:lnTo>
                        <a:pt x="226" y="322"/>
                      </a:lnTo>
                      <a:lnTo>
                        <a:pt x="227" y="325"/>
                      </a:lnTo>
                      <a:lnTo>
                        <a:pt x="229" y="327"/>
                      </a:lnTo>
                      <a:lnTo>
                        <a:pt x="230" y="328"/>
                      </a:lnTo>
                      <a:lnTo>
                        <a:pt x="232" y="330"/>
                      </a:lnTo>
                      <a:lnTo>
                        <a:pt x="233" y="333"/>
                      </a:lnTo>
                      <a:lnTo>
                        <a:pt x="235" y="335"/>
                      </a:lnTo>
                      <a:lnTo>
                        <a:pt x="236" y="336"/>
                      </a:lnTo>
                      <a:lnTo>
                        <a:pt x="238" y="338"/>
                      </a:lnTo>
                      <a:lnTo>
                        <a:pt x="239" y="340"/>
                      </a:lnTo>
                      <a:lnTo>
                        <a:pt x="240" y="341"/>
                      </a:lnTo>
                      <a:lnTo>
                        <a:pt x="242" y="343"/>
                      </a:lnTo>
                      <a:lnTo>
                        <a:pt x="243" y="345"/>
                      </a:lnTo>
                      <a:lnTo>
                        <a:pt x="245" y="347"/>
                      </a:lnTo>
                      <a:lnTo>
                        <a:pt x="246" y="348"/>
                      </a:lnTo>
                      <a:lnTo>
                        <a:pt x="248" y="350"/>
                      </a:lnTo>
                      <a:lnTo>
                        <a:pt x="249" y="352"/>
                      </a:lnTo>
                      <a:lnTo>
                        <a:pt x="251" y="353"/>
                      </a:lnTo>
                      <a:lnTo>
                        <a:pt x="252" y="355"/>
                      </a:lnTo>
                      <a:lnTo>
                        <a:pt x="253" y="356"/>
                      </a:lnTo>
                      <a:lnTo>
                        <a:pt x="255" y="357"/>
                      </a:lnTo>
                      <a:lnTo>
                        <a:pt x="256" y="359"/>
                      </a:lnTo>
                      <a:lnTo>
                        <a:pt x="258" y="360"/>
                      </a:lnTo>
                      <a:lnTo>
                        <a:pt x="259" y="362"/>
                      </a:lnTo>
                      <a:lnTo>
                        <a:pt x="261" y="363"/>
                      </a:lnTo>
                      <a:lnTo>
                        <a:pt x="262" y="364"/>
                      </a:lnTo>
                      <a:lnTo>
                        <a:pt x="264" y="365"/>
                      </a:lnTo>
                      <a:lnTo>
                        <a:pt x="265" y="366"/>
                      </a:lnTo>
                      <a:lnTo>
                        <a:pt x="267" y="367"/>
                      </a:lnTo>
                      <a:lnTo>
                        <a:pt x="268" y="368"/>
                      </a:lnTo>
                      <a:lnTo>
                        <a:pt x="269" y="370"/>
                      </a:lnTo>
                      <a:lnTo>
                        <a:pt x="271" y="371"/>
                      </a:lnTo>
                      <a:lnTo>
                        <a:pt x="272" y="371"/>
                      </a:lnTo>
                      <a:lnTo>
                        <a:pt x="274" y="372"/>
                      </a:lnTo>
                      <a:lnTo>
                        <a:pt x="275" y="374"/>
                      </a:lnTo>
                      <a:lnTo>
                        <a:pt x="277" y="374"/>
                      </a:lnTo>
                      <a:lnTo>
                        <a:pt x="278" y="375"/>
                      </a:lnTo>
                      <a:lnTo>
                        <a:pt x="280" y="376"/>
                      </a:lnTo>
                      <a:lnTo>
                        <a:pt x="281" y="376"/>
                      </a:lnTo>
                      <a:lnTo>
                        <a:pt x="282" y="377"/>
                      </a:lnTo>
                      <a:lnTo>
                        <a:pt x="284" y="378"/>
                      </a:lnTo>
                      <a:lnTo>
                        <a:pt x="285" y="378"/>
                      </a:lnTo>
                      <a:lnTo>
                        <a:pt x="287" y="379"/>
                      </a:lnTo>
                      <a:lnTo>
                        <a:pt x="288" y="380"/>
                      </a:lnTo>
                      <a:lnTo>
                        <a:pt x="290" y="380"/>
                      </a:lnTo>
                      <a:lnTo>
                        <a:pt x="291" y="381"/>
                      </a:lnTo>
                      <a:lnTo>
                        <a:pt x="293" y="382"/>
                      </a:lnTo>
                      <a:lnTo>
                        <a:pt x="294" y="382"/>
                      </a:lnTo>
                      <a:lnTo>
                        <a:pt x="296" y="383"/>
                      </a:lnTo>
                      <a:lnTo>
                        <a:pt x="297" y="383"/>
                      </a:lnTo>
                      <a:lnTo>
                        <a:pt x="298" y="384"/>
                      </a:lnTo>
                      <a:lnTo>
                        <a:pt x="300" y="384"/>
                      </a:lnTo>
                      <a:lnTo>
                        <a:pt x="301" y="385"/>
                      </a:lnTo>
                      <a:lnTo>
                        <a:pt x="303" y="385"/>
                      </a:lnTo>
                      <a:lnTo>
                        <a:pt x="304" y="385"/>
                      </a:lnTo>
                      <a:lnTo>
                        <a:pt x="306" y="386"/>
                      </a:lnTo>
                      <a:lnTo>
                        <a:pt x="307" y="386"/>
                      </a:lnTo>
                      <a:lnTo>
                        <a:pt x="309" y="386"/>
                      </a:lnTo>
                      <a:lnTo>
                        <a:pt x="310" y="386"/>
                      </a:lnTo>
                      <a:lnTo>
                        <a:pt x="311" y="387"/>
                      </a:lnTo>
                      <a:lnTo>
                        <a:pt x="313" y="387"/>
                      </a:lnTo>
                      <a:lnTo>
                        <a:pt x="314" y="387"/>
                      </a:lnTo>
                      <a:lnTo>
                        <a:pt x="316" y="387"/>
                      </a:lnTo>
                      <a:lnTo>
                        <a:pt x="317" y="387"/>
                      </a:lnTo>
                      <a:lnTo>
                        <a:pt x="319" y="387"/>
                      </a:lnTo>
                      <a:lnTo>
                        <a:pt x="320" y="387"/>
                      </a:lnTo>
                      <a:lnTo>
                        <a:pt x="322" y="387"/>
                      </a:lnTo>
                      <a:lnTo>
                        <a:pt x="323" y="388"/>
                      </a:lnTo>
                      <a:lnTo>
                        <a:pt x="325" y="388"/>
                      </a:lnTo>
                      <a:lnTo>
                        <a:pt x="326" y="388"/>
                      </a:lnTo>
                      <a:lnTo>
                        <a:pt x="327" y="388"/>
                      </a:lnTo>
                      <a:lnTo>
                        <a:pt x="329" y="388"/>
                      </a:lnTo>
                      <a:lnTo>
                        <a:pt x="330" y="388"/>
                      </a:lnTo>
                      <a:lnTo>
                        <a:pt x="332" y="388"/>
                      </a:lnTo>
                      <a:lnTo>
                        <a:pt x="333" y="388"/>
                      </a:lnTo>
                      <a:lnTo>
                        <a:pt x="335" y="388"/>
                      </a:lnTo>
                      <a:lnTo>
                        <a:pt x="336" y="388"/>
                      </a:lnTo>
                      <a:lnTo>
                        <a:pt x="338" y="388"/>
                      </a:lnTo>
                      <a:lnTo>
                        <a:pt x="339" y="388"/>
                      </a:lnTo>
                      <a:lnTo>
                        <a:pt x="340" y="388"/>
                      </a:lnTo>
                      <a:lnTo>
                        <a:pt x="342" y="388"/>
                      </a:lnTo>
                      <a:lnTo>
                        <a:pt x="343" y="388"/>
                      </a:lnTo>
                      <a:lnTo>
                        <a:pt x="345" y="388"/>
                      </a:lnTo>
                      <a:lnTo>
                        <a:pt x="346" y="388"/>
                      </a:lnTo>
                      <a:lnTo>
                        <a:pt x="348" y="387"/>
                      </a:lnTo>
                      <a:lnTo>
                        <a:pt x="349" y="387"/>
                      </a:lnTo>
                      <a:lnTo>
                        <a:pt x="351" y="387"/>
                      </a:lnTo>
                      <a:lnTo>
                        <a:pt x="352" y="387"/>
                      </a:lnTo>
                      <a:lnTo>
                        <a:pt x="354" y="386"/>
                      </a:lnTo>
                      <a:lnTo>
                        <a:pt x="355" y="386"/>
                      </a:lnTo>
                      <a:lnTo>
                        <a:pt x="356" y="385"/>
                      </a:lnTo>
                      <a:lnTo>
                        <a:pt x="358" y="385"/>
                      </a:lnTo>
                      <a:lnTo>
                        <a:pt x="359" y="385"/>
                      </a:lnTo>
                      <a:lnTo>
                        <a:pt x="361" y="384"/>
                      </a:lnTo>
                      <a:lnTo>
                        <a:pt x="362" y="384"/>
                      </a:lnTo>
                      <a:lnTo>
                        <a:pt x="364" y="384"/>
                      </a:lnTo>
                      <a:lnTo>
                        <a:pt x="365" y="383"/>
                      </a:lnTo>
                      <a:lnTo>
                        <a:pt x="367" y="383"/>
                      </a:lnTo>
                      <a:lnTo>
                        <a:pt x="368" y="383"/>
                      </a:lnTo>
                      <a:lnTo>
                        <a:pt x="369" y="382"/>
                      </a:lnTo>
                      <a:lnTo>
                        <a:pt x="371" y="382"/>
                      </a:lnTo>
                      <a:lnTo>
                        <a:pt x="372" y="381"/>
                      </a:lnTo>
                      <a:lnTo>
                        <a:pt x="374" y="381"/>
                      </a:lnTo>
                      <a:lnTo>
                        <a:pt x="375" y="380"/>
                      </a:lnTo>
                      <a:lnTo>
                        <a:pt x="377" y="380"/>
                      </a:lnTo>
                      <a:lnTo>
                        <a:pt x="378" y="379"/>
                      </a:lnTo>
                      <a:lnTo>
                        <a:pt x="380" y="379"/>
                      </a:lnTo>
                      <a:lnTo>
                        <a:pt x="381" y="378"/>
                      </a:lnTo>
                      <a:lnTo>
                        <a:pt x="383" y="378"/>
                      </a:lnTo>
                      <a:lnTo>
                        <a:pt x="384" y="377"/>
                      </a:lnTo>
                      <a:lnTo>
                        <a:pt x="385" y="377"/>
                      </a:lnTo>
                      <a:lnTo>
                        <a:pt x="387" y="376"/>
                      </a:lnTo>
                      <a:lnTo>
                        <a:pt x="388" y="376"/>
                      </a:lnTo>
                      <a:lnTo>
                        <a:pt x="390" y="376"/>
                      </a:lnTo>
                      <a:lnTo>
                        <a:pt x="391" y="375"/>
                      </a:lnTo>
                      <a:lnTo>
                        <a:pt x="393" y="375"/>
                      </a:lnTo>
                      <a:lnTo>
                        <a:pt x="394" y="374"/>
                      </a:lnTo>
                      <a:lnTo>
                        <a:pt x="396" y="374"/>
                      </a:lnTo>
                      <a:lnTo>
                        <a:pt x="397" y="373"/>
                      </a:lnTo>
                      <a:lnTo>
                        <a:pt x="398" y="373"/>
                      </a:lnTo>
                      <a:lnTo>
                        <a:pt x="400" y="372"/>
                      </a:lnTo>
                      <a:lnTo>
                        <a:pt x="401" y="369"/>
                      </a:lnTo>
                      <a:lnTo>
                        <a:pt x="403" y="371"/>
                      </a:lnTo>
                      <a:lnTo>
                        <a:pt x="404" y="370"/>
                      </a:lnTo>
                      <a:lnTo>
                        <a:pt x="406" y="370"/>
                      </a:lnTo>
                      <a:lnTo>
                        <a:pt x="407" y="369"/>
                      </a:lnTo>
                      <a:lnTo>
                        <a:pt x="409" y="368"/>
                      </a:lnTo>
                      <a:lnTo>
                        <a:pt x="410" y="368"/>
                      </a:lnTo>
                      <a:lnTo>
                        <a:pt x="412" y="368"/>
                      </a:lnTo>
                      <a:lnTo>
                        <a:pt x="413" y="367"/>
                      </a:lnTo>
                      <a:lnTo>
                        <a:pt x="414" y="367"/>
                      </a:lnTo>
                      <a:lnTo>
                        <a:pt x="416" y="366"/>
                      </a:lnTo>
                      <a:lnTo>
                        <a:pt x="417" y="366"/>
                      </a:lnTo>
                      <a:lnTo>
                        <a:pt x="419" y="365"/>
                      </a:lnTo>
                      <a:lnTo>
                        <a:pt x="420" y="365"/>
                      </a:lnTo>
                      <a:lnTo>
                        <a:pt x="422" y="364"/>
                      </a:lnTo>
                      <a:lnTo>
                        <a:pt x="423" y="364"/>
                      </a:lnTo>
                      <a:lnTo>
                        <a:pt x="425" y="363"/>
                      </a:lnTo>
                      <a:lnTo>
                        <a:pt x="426" y="363"/>
                      </a:lnTo>
                      <a:lnTo>
                        <a:pt x="427" y="362"/>
                      </a:lnTo>
                      <a:lnTo>
                        <a:pt x="429" y="362"/>
                      </a:lnTo>
                      <a:lnTo>
                        <a:pt x="430" y="361"/>
                      </a:lnTo>
                      <a:lnTo>
                        <a:pt x="432" y="361"/>
                      </a:lnTo>
                      <a:lnTo>
                        <a:pt x="433" y="360"/>
                      </a:lnTo>
                      <a:lnTo>
                        <a:pt x="435" y="360"/>
                      </a:lnTo>
                      <a:lnTo>
                        <a:pt x="436" y="359"/>
                      </a:lnTo>
                      <a:lnTo>
                        <a:pt x="438" y="359"/>
                      </a:lnTo>
                      <a:lnTo>
                        <a:pt x="439" y="359"/>
                      </a:lnTo>
                      <a:lnTo>
                        <a:pt x="441" y="358"/>
                      </a:lnTo>
                      <a:lnTo>
                        <a:pt x="442" y="358"/>
                      </a:lnTo>
                      <a:lnTo>
                        <a:pt x="443" y="357"/>
                      </a:lnTo>
                      <a:lnTo>
                        <a:pt x="445" y="357"/>
                      </a:lnTo>
                      <a:lnTo>
                        <a:pt x="446" y="357"/>
                      </a:lnTo>
                      <a:lnTo>
                        <a:pt x="448" y="356"/>
                      </a:lnTo>
                      <a:lnTo>
                        <a:pt x="449" y="356"/>
                      </a:lnTo>
                      <a:lnTo>
                        <a:pt x="451" y="355"/>
                      </a:lnTo>
                      <a:lnTo>
                        <a:pt x="452" y="355"/>
                      </a:lnTo>
                      <a:lnTo>
                        <a:pt x="454" y="355"/>
                      </a:lnTo>
                      <a:lnTo>
                        <a:pt x="455" y="354"/>
                      </a:lnTo>
                      <a:lnTo>
                        <a:pt x="456" y="354"/>
                      </a:lnTo>
                      <a:lnTo>
                        <a:pt x="458" y="354"/>
                      </a:lnTo>
                      <a:lnTo>
                        <a:pt x="459" y="353"/>
                      </a:lnTo>
                      <a:lnTo>
                        <a:pt x="461" y="353"/>
                      </a:lnTo>
                      <a:lnTo>
                        <a:pt x="462" y="353"/>
                      </a:lnTo>
                      <a:lnTo>
                        <a:pt x="464" y="352"/>
                      </a:lnTo>
                      <a:lnTo>
                        <a:pt x="465" y="352"/>
                      </a:lnTo>
                      <a:lnTo>
                        <a:pt x="467" y="352"/>
                      </a:lnTo>
                      <a:lnTo>
                        <a:pt x="468" y="351"/>
                      </a:lnTo>
                      <a:lnTo>
                        <a:pt x="470" y="351"/>
                      </a:lnTo>
                      <a:lnTo>
                        <a:pt x="471" y="351"/>
                      </a:lnTo>
                      <a:lnTo>
                        <a:pt x="472" y="350"/>
                      </a:lnTo>
                      <a:lnTo>
                        <a:pt x="474" y="350"/>
                      </a:lnTo>
                      <a:lnTo>
                        <a:pt x="475" y="350"/>
                      </a:lnTo>
                      <a:lnTo>
                        <a:pt x="477" y="349"/>
                      </a:lnTo>
                      <a:lnTo>
                        <a:pt x="478" y="349"/>
                      </a:lnTo>
                      <a:lnTo>
                        <a:pt x="480" y="349"/>
                      </a:lnTo>
                      <a:lnTo>
                        <a:pt x="481" y="348"/>
                      </a:lnTo>
                      <a:lnTo>
                        <a:pt x="483" y="348"/>
                      </a:lnTo>
                      <a:lnTo>
                        <a:pt x="484" y="348"/>
                      </a:lnTo>
                      <a:lnTo>
                        <a:pt x="485" y="347"/>
                      </a:lnTo>
                      <a:lnTo>
                        <a:pt x="487" y="347"/>
                      </a:lnTo>
                      <a:lnTo>
                        <a:pt x="488" y="347"/>
                      </a:lnTo>
                      <a:lnTo>
                        <a:pt x="490" y="346"/>
                      </a:lnTo>
                      <a:lnTo>
                        <a:pt x="491" y="346"/>
                      </a:lnTo>
                      <a:lnTo>
                        <a:pt x="493" y="346"/>
                      </a:lnTo>
                      <a:lnTo>
                        <a:pt x="494" y="345"/>
                      </a:lnTo>
                      <a:lnTo>
                        <a:pt x="496" y="345"/>
                      </a:lnTo>
                      <a:lnTo>
                        <a:pt x="497" y="345"/>
                      </a:lnTo>
                      <a:lnTo>
                        <a:pt x="499" y="344"/>
                      </a:lnTo>
                      <a:lnTo>
                        <a:pt x="500" y="344"/>
                      </a:lnTo>
                      <a:lnTo>
                        <a:pt x="501" y="344"/>
                      </a:lnTo>
                      <a:lnTo>
                        <a:pt x="503" y="343"/>
                      </a:lnTo>
                      <a:lnTo>
                        <a:pt x="504" y="343"/>
                      </a:lnTo>
                      <a:lnTo>
                        <a:pt x="506" y="343"/>
                      </a:lnTo>
                      <a:lnTo>
                        <a:pt x="507" y="342"/>
                      </a:lnTo>
                      <a:lnTo>
                        <a:pt x="509" y="342"/>
                      </a:lnTo>
                      <a:lnTo>
                        <a:pt x="510" y="342"/>
                      </a:lnTo>
                      <a:lnTo>
                        <a:pt x="512" y="342"/>
                      </a:lnTo>
                      <a:lnTo>
                        <a:pt x="513" y="341"/>
                      </a:lnTo>
                      <a:lnTo>
                        <a:pt x="514" y="341"/>
                      </a:lnTo>
                      <a:lnTo>
                        <a:pt x="516" y="341"/>
                      </a:lnTo>
                      <a:lnTo>
                        <a:pt x="517" y="340"/>
                      </a:lnTo>
                      <a:lnTo>
                        <a:pt x="519" y="340"/>
                      </a:lnTo>
                      <a:lnTo>
                        <a:pt x="520" y="340"/>
                      </a:lnTo>
                      <a:lnTo>
                        <a:pt x="522" y="340"/>
                      </a:lnTo>
                      <a:lnTo>
                        <a:pt x="523" y="339"/>
                      </a:lnTo>
                      <a:lnTo>
                        <a:pt x="525" y="339"/>
                      </a:lnTo>
                      <a:lnTo>
                        <a:pt x="526" y="339"/>
                      </a:lnTo>
                      <a:lnTo>
                        <a:pt x="528" y="339"/>
                      </a:lnTo>
                      <a:lnTo>
                        <a:pt x="529" y="338"/>
                      </a:lnTo>
                      <a:lnTo>
                        <a:pt x="530" y="338"/>
                      </a:lnTo>
                      <a:lnTo>
                        <a:pt x="532" y="338"/>
                      </a:lnTo>
                      <a:lnTo>
                        <a:pt x="533" y="337"/>
                      </a:lnTo>
                      <a:lnTo>
                        <a:pt x="535" y="337"/>
                      </a:lnTo>
                      <a:lnTo>
                        <a:pt x="536" y="337"/>
                      </a:lnTo>
                      <a:lnTo>
                        <a:pt x="538" y="336"/>
                      </a:lnTo>
                      <a:lnTo>
                        <a:pt x="539" y="336"/>
                      </a:lnTo>
                      <a:lnTo>
                        <a:pt x="541" y="336"/>
                      </a:lnTo>
                      <a:lnTo>
                        <a:pt x="542" y="336"/>
                      </a:lnTo>
                      <a:lnTo>
                        <a:pt x="543" y="335"/>
                      </a:lnTo>
                      <a:lnTo>
                        <a:pt x="545" y="335"/>
                      </a:lnTo>
                      <a:lnTo>
                        <a:pt x="546" y="334"/>
                      </a:lnTo>
                      <a:lnTo>
                        <a:pt x="548" y="334"/>
                      </a:lnTo>
                      <a:lnTo>
                        <a:pt x="549" y="334"/>
                      </a:lnTo>
                      <a:lnTo>
                        <a:pt x="551" y="334"/>
                      </a:lnTo>
                      <a:lnTo>
                        <a:pt x="552" y="333"/>
                      </a:lnTo>
                      <a:lnTo>
                        <a:pt x="554" y="333"/>
                      </a:lnTo>
                      <a:lnTo>
                        <a:pt x="555" y="333"/>
                      </a:lnTo>
                      <a:lnTo>
                        <a:pt x="557" y="333"/>
                      </a:lnTo>
                      <a:lnTo>
                        <a:pt x="558" y="332"/>
                      </a:lnTo>
                      <a:lnTo>
                        <a:pt x="559" y="332"/>
                      </a:lnTo>
                      <a:lnTo>
                        <a:pt x="561" y="332"/>
                      </a:lnTo>
                      <a:lnTo>
                        <a:pt x="562" y="332"/>
                      </a:lnTo>
                      <a:lnTo>
                        <a:pt x="564" y="331"/>
                      </a:lnTo>
                      <a:lnTo>
                        <a:pt x="565" y="331"/>
                      </a:lnTo>
                      <a:lnTo>
                        <a:pt x="567" y="331"/>
                      </a:lnTo>
                      <a:lnTo>
                        <a:pt x="568" y="331"/>
                      </a:lnTo>
                      <a:lnTo>
                        <a:pt x="570" y="330"/>
                      </a:lnTo>
                      <a:lnTo>
                        <a:pt x="571" y="330"/>
                      </a:lnTo>
                      <a:lnTo>
                        <a:pt x="572" y="330"/>
                      </a:lnTo>
                      <a:lnTo>
                        <a:pt x="574" y="330"/>
                      </a:lnTo>
                      <a:lnTo>
                        <a:pt x="575" y="329"/>
                      </a:lnTo>
                      <a:lnTo>
                        <a:pt x="577" y="329"/>
                      </a:lnTo>
                      <a:lnTo>
                        <a:pt x="578" y="329"/>
                      </a:lnTo>
                      <a:lnTo>
                        <a:pt x="580" y="328"/>
                      </a:lnTo>
                      <a:lnTo>
                        <a:pt x="581" y="328"/>
                      </a:lnTo>
                      <a:lnTo>
                        <a:pt x="583" y="328"/>
                      </a:lnTo>
                      <a:lnTo>
                        <a:pt x="584" y="328"/>
                      </a:lnTo>
                      <a:lnTo>
                        <a:pt x="586" y="327"/>
                      </a:lnTo>
                      <a:lnTo>
                        <a:pt x="587" y="327"/>
                      </a:lnTo>
                      <a:lnTo>
                        <a:pt x="588" y="327"/>
                      </a:lnTo>
                      <a:lnTo>
                        <a:pt x="590" y="327"/>
                      </a:lnTo>
                      <a:lnTo>
                        <a:pt x="591" y="326"/>
                      </a:lnTo>
                      <a:lnTo>
                        <a:pt x="593" y="326"/>
                      </a:lnTo>
                      <a:lnTo>
                        <a:pt x="594" y="326"/>
                      </a:lnTo>
                      <a:lnTo>
                        <a:pt x="596" y="326"/>
                      </a:lnTo>
                      <a:lnTo>
                        <a:pt x="597" y="325"/>
                      </a:lnTo>
                      <a:lnTo>
                        <a:pt x="599" y="325"/>
                      </a:lnTo>
                      <a:lnTo>
                        <a:pt x="600" y="325"/>
                      </a:lnTo>
                      <a:lnTo>
                        <a:pt x="601" y="325"/>
                      </a:lnTo>
                      <a:lnTo>
                        <a:pt x="603" y="324"/>
                      </a:lnTo>
                      <a:lnTo>
                        <a:pt x="604" y="324"/>
                      </a:lnTo>
                      <a:lnTo>
                        <a:pt x="606" y="324"/>
                      </a:lnTo>
                      <a:lnTo>
                        <a:pt x="607" y="324"/>
                      </a:lnTo>
                      <a:lnTo>
                        <a:pt x="609" y="324"/>
                      </a:lnTo>
                      <a:lnTo>
                        <a:pt x="610" y="323"/>
                      </a:lnTo>
                      <a:lnTo>
                        <a:pt x="612" y="323"/>
                      </a:lnTo>
                      <a:lnTo>
                        <a:pt x="613" y="323"/>
                      </a:lnTo>
                      <a:lnTo>
                        <a:pt x="615" y="323"/>
                      </a:lnTo>
                      <a:lnTo>
                        <a:pt x="616" y="322"/>
                      </a:lnTo>
                      <a:lnTo>
                        <a:pt x="617" y="322"/>
                      </a:lnTo>
                      <a:lnTo>
                        <a:pt x="619" y="322"/>
                      </a:lnTo>
                      <a:lnTo>
                        <a:pt x="620" y="322"/>
                      </a:lnTo>
                      <a:lnTo>
                        <a:pt x="622" y="321"/>
                      </a:lnTo>
                      <a:lnTo>
                        <a:pt x="623" y="321"/>
                      </a:lnTo>
                      <a:lnTo>
                        <a:pt x="625" y="321"/>
                      </a:lnTo>
                      <a:lnTo>
                        <a:pt x="626" y="320"/>
                      </a:lnTo>
                      <a:lnTo>
                        <a:pt x="628" y="320"/>
                      </a:lnTo>
                      <a:lnTo>
                        <a:pt x="629" y="320"/>
                      </a:lnTo>
                      <a:lnTo>
                        <a:pt x="630" y="320"/>
                      </a:lnTo>
                      <a:lnTo>
                        <a:pt x="632" y="320"/>
                      </a:lnTo>
                      <a:lnTo>
                        <a:pt x="633" y="319"/>
                      </a:lnTo>
                      <a:lnTo>
                        <a:pt x="635" y="319"/>
                      </a:lnTo>
                      <a:lnTo>
                        <a:pt x="636" y="319"/>
                      </a:lnTo>
                      <a:lnTo>
                        <a:pt x="638" y="319"/>
                      </a:lnTo>
                      <a:lnTo>
                        <a:pt x="639" y="318"/>
                      </a:lnTo>
                      <a:lnTo>
                        <a:pt x="641" y="318"/>
                      </a:lnTo>
                      <a:lnTo>
                        <a:pt x="642" y="318"/>
                      </a:lnTo>
                      <a:lnTo>
                        <a:pt x="644" y="318"/>
                      </a:lnTo>
                      <a:lnTo>
                        <a:pt x="645" y="317"/>
                      </a:lnTo>
                      <a:lnTo>
                        <a:pt x="646" y="317"/>
                      </a:lnTo>
                      <a:lnTo>
                        <a:pt x="648" y="317"/>
                      </a:lnTo>
                      <a:lnTo>
                        <a:pt x="649" y="317"/>
                      </a:lnTo>
                      <a:lnTo>
                        <a:pt x="651" y="317"/>
                      </a:lnTo>
                      <a:lnTo>
                        <a:pt x="652" y="316"/>
                      </a:lnTo>
                      <a:lnTo>
                        <a:pt x="654" y="316"/>
                      </a:lnTo>
                      <a:lnTo>
                        <a:pt x="655" y="316"/>
                      </a:lnTo>
                      <a:lnTo>
                        <a:pt x="657" y="316"/>
                      </a:lnTo>
                      <a:lnTo>
                        <a:pt x="658" y="315"/>
                      </a:lnTo>
                      <a:lnTo>
                        <a:pt x="659" y="315"/>
                      </a:lnTo>
                      <a:lnTo>
                        <a:pt x="661" y="315"/>
                      </a:lnTo>
                      <a:lnTo>
                        <a:pt x="662" y="315"/>
                      </a:lnTo>
                      <a:lnTo>
                        <a:pt x="664" y="314"/>
                      </a:lnTo>
                      <a:lnTo>
                        <a:pt x="665" y="314"/>
                      </a:lnTo>
                      <a:lnTo>
                        <a:pt x="667" y="314"/>
                      </a:lnTo>
                      <a:lnTo>
                        <a:pt x="668" y="314"/>
                      </a:lnTo>
                      <a:lnTo>
                        <a:pt x="670" y="314"/>
                      </a:lnTo>
                      <a:lnTo>
                        <a:pt x="671" y="313"/>
                      </a:lnTo>
                      <a:lnTo>
                        <a:pt x="673" y="313"/>
                      </a:lnTo>
                      <a:lnTo>
                        <a:pt x="674" y="313"/>
                      </a:lnTo>
                      <a:lnTo>
                        <a:pt x="675" y="313"/>
                      </a:lnTo>
                      <a:lnTo>
                        <a:pt x="677" y="312"/>
                      </a:lnTo>
                      <a:lnTo>
                        <a:pt x="678" y="312"/>
                      </a:lnTo>
                      <a:lnTo>
                        <a:pt x="680" y="312"/>
                      </a:lnTo>
                      <a:lnTo>
                        <a:pt x="681" y="311"/>
                      </a:lnTo>
                      <a:lnTo>
                        <a:pt x="683" y="311"/>
                      </a:lnTo>
                      <a:lnTo>
                        <a:pt x="684" y="311"/>
                      </a:lnTo>
                      <a:lnTo>
                        <a:pt x="686" y="310"/>
                      </a:lnTo>
                      <a:lnTo>
                        <a:pt x="687" y="310"/>
                      </a:lnTo>
                      <a:lnTo>
                        <a:pt x="688" y="310"/>
                      </a:lnTo>
                      <a:lnTo>
                        <a:pt x="690" y="310"/>
                      </a:lnTo>
                      <a:lnTo>
                        <a:pt x="691" y="310"/>
                      </a:lnTo>
                      <a:lnTo>
                        <a:pt x="693" y="309"/>
                      </a:lnTo>
                      <a:lnTo>
                        <a:pt x="694" y="309"/>
                      </a:lnTo>
                      <a:lnTo>
                        <a:pt x="696" y="309"/>
                      </a:lnTo>
                      <a:lnTo>
                        <a:pt x="697" y="309"/>
                      </a:lnTo>
                      <a:lnTo>
                        <a:pt x="699" y="309"/>
                      </a:lnTo>
                      <a:lnTo>
                        <a:pt x="700" y="308"/>
                      </a:lnTo>
                      <a:lnTo>
                        <a:pt x="702" y="308"/>
                      </a:lnTo>
                      <a:lnTo>
                        <a:pt x="703" y="308"/>
                      </a:lnTo>
                      <a:lnTo>
                        <a:pt x="704" y="308"/>
                      </a:lnTo>
                      <a:lnTo>
                        <a:pt x="706" y="308"/>
                      </a:lnTo>
                      <a:lnTo>
                        <a:pt x="707" y="307"/>
                      </a:lnTo>
                      <a:lnTo>
                        <a:pt x="709" y="307"/>
                      </a:lnTo>
                      <a:lnTo>
                        <a:pt x="710" y="307"/>
                      </a:lnTo>
                      <a:lnTo>
                        <a:pt x="712" y="307"/>
                      </a:lnTo>
                      <a:lnTo>
                        <a:pt x="713" y="307"/>
                      </a:lnTo>
                      <a:lnTo>
                        <a:pt x="715" y="306"/>
                      </a:lnTo>
                      <a:lnTo>
                        <a:pt x="716" y="306"/>
                      </a:lnTo>
                      <a:lnTo>
                        <a:pt x="717" y="306"/>
                      </a:lnTo>
                      <a:lnTo>
                        <a:pt x="719" y="306"/>
                      </a:lnTo>
                      <a:lnTo>
                        <a:pt x="720" y="305"/>
                      </a:lnTo>
                      <a:lnTo>
                        <a:pt x="722" y="305"/>
                      </a:lnTo>
                      <a:lnTo>
                        <a:pt x="723" y="305"/>
                      </a:lnTo>
                      <a:lnTo>
                        <a:pt x="725" y="305"/>
                      </a:lnTo>
                      <a:lnTo>
                        <a:pt x="726" y="304"/>
                      </a:lnTo>
                      <a:lnTo>
                        <a:pt x="728" y="304"/>
                      </a:lnTo>
                      <a:lnTo>
                        <a:pt x="729" y="304"/>
                      </a:lnTo>
                      <a:lnTo>
                        <a:pt x="731" y="304"/>
                      </a:lnTo>
                      <a:lnTo>
                        <a:pt x="732" y="303"/>
                      </a:lnTo>
                      <a:lnTo>
                        <a:pt x="733" y="303"/>
                      </a:lnTo>
                      <a:lnTo>
                        <a:pt x="735" y="303"/>
                      </a:lnTo>
                      <a:lnTo>
                        <a:pt x="736" y="303"/>
                      </a:lnTo>
                      <a:lnTo>
                        <a:pt x="738" y="303"/>
                      </a:lnTo>
                      <a:lnTo>
                        <a:pt x="739" y="303"/>
                      </a:lnTo>
                      <a:lnTo>
                        <a:pt x="741" y="302"/>
                      </a:lnTo>
                      <a:lnTo>
                        <a:pt x="742" y="302"/>
                      </a:lnTo>
                      <a:lnTo>
                        <a:pt x="744" y="302"/>
                      </a:lnTo>
                      <a:lnTo>
                        <a:pt x="745" y="302"/>
                      </a:lnTo>
                      <a:lnTo>
                        <a:pt x="746" y="301"/>
                      </a:lnTo>
                      <a:lnTo>
                        <a:pt x="748" y="301"/>
                      </a:lnTo>
                      <a:lnTo>
                        <a:pt x="749" y="301"/>
                      </a:lnTo>
                      <a:lnTo>
                        <a:pt x="751" y="301"/>
                      </a:lnTo>
                      <a:lnTo>
                        <a:pt x="752" y="301"/>
                      </a:lnTo>
                      <a:lnTo>
                        <a:pt x="754" y="300"/>
                      </a:lnTo>
                      <a:lnTo>
                        <a:pt x="755" y="300"/>
                      </a:lnTo>
                      <a:lnTo>
                        <a:pt x="757" y="300"/>
                      </a:lnTo>
                      <a:lnTo>
                        <a:pt x="758" y="300"/>
                      </a:lnTo>
                      <a:lnTo>
                        <a:pt x="760" y="299"/>
                      </a:lnTo>
                      <a:lnTo>
                        <a:pt x="761" y="299"/>
                      </a:lnTo>
                      <a:lnTo>
                        <a:pt x="762" y="299"/>
                      </a:lnTo>
                      <a:lnTo>
                        <a:pt x="764" y="299"/>
                      </a:lnTo>
                      <a:lnTo>
                        <a:pt x="765" y="299"/>
                      </a:lnTo>
                      <a:lnTo>
                        <a:pt x="767" y="298"/>
                      </a:lnTo>
                      <a:lnTo>
                        <a:pt x="768" y="298"/>
                      </a:lnTo>
                      <a:lnTo>
                        <a:pt x="770" y="298"/>
                      </a:lnTo>
                      <a:lnTo>
                        <a:pt x="771" y="297"/>
                      </a:lnTo>
                      <a:lnTo>
                        <a:pt x="773" y="297"/>
                      </a:lnTo>
                      <a:lnTo>
                        <a:pt x="774" y="297"/>
                      </a:lnTo>
                      <a:lnTo>
                        <a:pt x="775" y="297"/>
                      </a:lnTo>
                      <a:lnTo>
                        <a:pt x="777" y="297"/>
                      </a:lnTo>
                      <a:lnTo>
                        <a:pt x="778" y="296"/>
                      </a:lnTo>
                      <a:lnTo>
                        <a:pt x="780" y="296"/>
                      </a:lnTo>
                      <a:lnTo>
                        <a:pt x="781" y="296"/>
                      </a:lnTo>
                      <a:lnTo>
                        <a:pt x="783" y="296"/>
                      </a:lnTo>
                      <a:lnTo>
                        <a:pt x="784" y="296"/>
                      </a:lnTo>
                      <a:lnTo>
                        <a:pt x="786" y="295"/>
                      </a:lnTo>
                      <a:lnTo>
                        <a:pt x="787" y="295"/>
                      </a:lnTo>
                      <a:lnTo>
                        <a:pt x="789" y="295"/>
                      </a:lnTo>
                      <a:lnTo>
                        <a:pt x="790" y="295"/>
                      </a:lnTo>
                      <a:lnTo>
                        <a:pt x="791" y="294"/>
                      </a:lnTo>
                      <a:lnTo>
                        <a:pt x="793" y="294"/>
                      </a:lnTo>
                      <a:lnTo>
                        <a:pt x="794" y="294"/>
                      </a:lnTo>
                      <a:lnTo>
                        <a:pt x="796" y="294"/>
                      </a:lnTo>
                      <a:lnTo>
                        <a:pt x="797" y="293"/>
                      </a:lnTo>
                      <a:lnTo>
                        <a:pt x="799" y="293"/>
                      </a:lnTo>
                      <a:lnTo>
                        <a:pt x="800" y="293"/>
                      </a:lnTo>
                      <a:lnTo>
                        <a:pt x="802" y="293"/>
                      </a:lnTo>
                      <a:lnTo>
                        <a:pt x="803" y="292"/>
                      </a:lnTo>
                      <a:lnTo>
                        <a:pt x="804" y="292"/>
                      </a:lnTo>
                      <a:lnTo>
                        <a:pt x="806" y="292"/>
                      </a:lnTo>
                      <a:lnTo>
                        <a:pt x="807" y="292"/>
                      </a:lnTo>
                      <a:lnTo>
                        <a:pt x="809" y="292"/>
                      </a:lnTo>
                      <a:lnTo>
                        <a:pt x="810" y="292"/>
                      </a:lnTo>
                      <a:lnTo>
                        <a:pt x="812" y="291"/>
                      </a:lnTo>
                      <a:lnTo>
                        <a:pt x="813" y="291"/>
                      </a:lnTo>
                      <a:lnTo>
                        <a:pt x="815" y="291"/>
                      </a:lnTo>
                      <a:lnTo>
                        <a:pt x="816" y="291"/>
                      </a:lnTo>
                      <a:lnTo>
                        <a:pt x="818" y="290"/>
                      </a:lnTo>
                      <a:lnTo>
                        <a:pt x="819" y="290"/>
                      </a:lnTo>
                      <a:lnTo>
                        <a:pt x="820" y="290"/>
                      </a:lnTo>
                      <a:lnTo>
                        <a:pt x="822" y="290"/>
                      </a:lnTo>
                      <a:lnTo>
                        <a:pt x="823" y="289"/>
                      </a:lnTo>
                      <a:lnTo>
                        <a:pt x="825" y="289"/>
                      </a:lnTo>
                      <a:lnTo>
                        <a:pt x="826" y="289"/>
                      </a:lnTo>
                      <a:lnTo>
                        <a:pt x="828" y="289"/>
                      </a:lnTo>
                      <a:lnTo>
                        <a:pt x="829" y="288"/>
                      </a:lnTo>
                      <a:lnTo>
                        <a:pt x="831" y="288"/>
                      </a:lnTo>
                      <a:lnTo>
                        <a:pt x="832" y="288"/>
                      </a:lnTo>
                      <a:lnTo>
                        <a:pt x="833" y="288"/>
                      </a:lnTo>
                      <a:lnTo>
                        <a:pt x="835" y="288"/>
                      </a:lnTo>
                      <a:lnTo>
                        <a:pt x="836" y="287"/>
                      </a:lnTo>
                      <a:lnTo>
                        <a:pt x="838" y="287"/>
                      </a:lnTo>
                      <a:lnTo>
                        <a:pt x="839" y="287"/>
                      </a:lnTo>
                      <a:lnTo>
                        <a:pt x="841" y="287"/>
                      </a:lnTo>
                      <a:lnTo>
                        <a:pt x="842" y="287"/>
                      </a:lnTo>
                      <a:lnTo>
                        <a:pt x="844" y="286"/>
                      </a:lnTo>
                      <a:lnTo>
                        <a:pt x="845" y="286"/>
                      </a:lnTo>
                      <a:lnTo>
                        <a:pt x="847" y="286"/>
                      </a:lnTo>
                      <a:lnTo>
                        <a:pt x="848" y="286"/>
                      </a:lnTo>
                      <a:lnTo>
                        <a:pt x="849" y="286"/>
                      </a:lnTo>
                      <a:lnTo>
                        <a:pt x="851" y="285"/>
                      </a:lnTo>
                      <a:lnTo>
                        <a:pt x="852" y="285"/>
                      </a:lnTo>
                      <a:lnTo>
                        <a:pt x="854" y="285"/>
                      </a:lnTo>
                      <a:lnTo>
                        <a:pt x="855" y="285"/>
                      </a:lnTo>
                      <a:lnTo>
                        <a:pt x="857" y="285"/>
                      </a:lnTo>
                      <a:lnTo>
                        <a:pt x="858" y="284"/>
                      </a:lnTo>
                      <a:lnTo>
                        <a:pt x="860" y="284"/>
                      </a:lnTo>
                      <a:lnTo>
                        <a:pt x="861" y="284"/>
                      </a:lnTo>
                      <a:lnTo>
                        <a:pt x="862" y="284"/>
                      </a:lnTo>
                      <a:lnTo>
                        <a:pt x="864" y="283"/>
                      </a:lnTo>
                      <a:lnTo>
                        <a:pt x="865" y="283"/>
                      </a:lnTo>
                      <a:lnTo>
                        <a:pt x="867" y="283"/>
                      </a:lnTo>
                      <a:lnTo>
                        <a:pt x="868" y="283"/>
                      </a:lnTo>
                      <a:lnTo>
                        <a:pt x="870" y="283"/>
                      </a:lnTo>
                      <a:lnTo>
                        <a:pt x="871" y="282"/>
                      </a:lnTo>
                      <a:lnTo>
                        <a:pt x="873" y="282"/>
                      </a:lnTo>
                      <a:lnTo>
                        <a:pt x="874" y="282"/>
                      </a:lnTo>
                      <a:lnTo>
                        <a:pt x="876" y="282"/>
                      </a:lnTo>
                      <a:lnTo>
                        <a:pt x="877" y="282"/>
                      </a:lnTo>
                      <a:lnTo>
                        <a:pt x="878" y="281"/>
                      </a:lnTo>
                      <a:lnTo>
                        <a:pt x="880" y="281"/>
                      </a:lnTo>
                      <a:lnTo>
                        <a:pt x="881" y="281"/>
                      </a:lnTo>
                      <a:lnTo>
                        <a:pt x="883" y="281"/>
                      </a:lnTo>
                      <a:lnTo>
                        <a:pt x="884" y="281"/>
                      </a:lnTo>
                      <a:lnTo>
                        <a:pt x="886" y="280"/>
                      </a:lnTo>
                      <a:lnTo>
                        <a:pt x="887" y="280"/>
                      </a:lnTo>
                      <a:lnTo>
                        <a:pt x="889" y="280"/>
                      </a:lnTo>
                      <a:lnTo>
                        <a:pt x="890" y="280"/>
                      </a:lnTo>
                      <a:lnTo>
                        <a:pt x="891" y="279"/>
                      </a:lnTo>
                      <a:lnTo>
                        <a:pt x="893" y="279"/>
                      </a:lnTo>
                      <a:lnTo>
                        <a:pt x="894" y="279"/>
                      </a:lnTo>
                      <a:lnTo>
                        <a:pt x="896" y="279"/>
                      </a:lnTo>
                      <a:lnTo>
                        <a:pt x="897" y="279"/>
                      </a:lnTo>
                      <a:lnTo>
                        <a:pt x="899" y="278"/>
                      </a:lnTo>
                      <a:lnTo>
                        <a:pt x="900" y="278"/>
                      </a:lnTo>
                      <a:lnTo>
                        <a:pt x="902" y="278"/>
                      </a:lnTo>
                      <a:lnTo>
                        <a:pt x="903" y="278"/>
                      </a:lnTo>
                      <a:lnTo>
                        <a:pt x="905" y="277"/>
                      </a:lnTo>
                      <a:lnTo>
                        <a:pt x="906" y="277"/>
                      </a:lnTo>
                      <a:lnTo>
                        <a:pt x="907" y="277"/>
                      </a:lnTo>
                      <a:lnTo>
                        <a:pt x="909" y="277"/>
                      </a:lnTo>
                      <a:lnTo>
                        <a:pt x="910" y="276"/>
                      </a:lnTo>
                      <a:lnTo>
                        <a:pt x="912" y="276"/>
                      </a:lnTo>
                      <a:lnTo>
                        <a:pt x="913" y="276"/>
                      </a:lnTo>
                      <a:lnTo>
                        <a:pt x="915" y="276"/>
                      </a:lnTo>
                      <a:lnTo>
                        <a:pt x="916" y="276"/>
                      </a:lnTo>
                      <a:lnTo>
                        <a:pt x="918" y="276"/>
                      </a:lnTo>
                      <a:lnTo>
                        <a:pt x="919" y="275"/>
                      </a:lnTo>
                      <a:lnTo>
                        <a:pt x="920" y="275"/>
                      </a:lnTo>
                      <a:lnTo>
                        <a:pt x="922" y="275"/>
                      </a:lnTo>
                      <a:lnTo>
                        <a:pt x="923" y="275"/>
                      </a:lnTo>
                      <a:lnTo>
                        <a:pt x="925" y="275"/>
                      </a:lnTo>
                      <a:lnTo>
                        <a:pt x="926" y="274"/>
                      </a:lnTo>
                      <a:lnTo>
                        <a:pt x="928" y="274"/>
                      </a:lnTo>
                      <a:lnTo>
                        <a:pt x="929" y="274"/>
                      </a:lnTo>
                      <a:lnTo>
                        <a:pt x="931" y="274"/>
                      </a:lnTo>
                      <a:lnTo>
                        <a:pt x="932" y="274"/>
                      </a:lnTo>
                      <a:lnTo>
                        <a:pt x="934" y="273"/>
                      </a:lnTo>
                      <a:lnTo>
                        <a:pt x="935" y="273"/>
                      </a:lnTo>
                      <a:lnTo>
                        <a:pt x="936" y="273"/>
                      </a:lnTo>
                      <a:lnTo>
                        <a:pt x="938" y="273"/>
                      </a:lnTo>
                      <a:lnTo>
                        <a:pt x="939" y="272"/>
                      </a:lnTo>
                      <a:lnTo>
                        <a:pt x="941" y="272"/>
                      </a:lnTo>
                      <a:lnTo>
                        <a:pt x="942" y="272"/>
                      </a:lnTo>
                      <a:lnTo>
                        <a:pt x="944" y="272"/>
                      </a:lnTo>
                      <a:lnTo>
                        <a:pt x="945" y="271"/>
                      </a:lnTo>
                      <a:lnTo>
                        <a:pt x="947" y="271"/>
                      </a:lnTo>
                      <a:lnTo>
                        <a:pt x="948" y="271"/>
                      </a:lnTo>
                      <a:lnTo>
                        <a:pt x="949" y="271"/>
                      </a:lnTo>
                      <a:lnTo>
                        <a:pt x="951" y="271"/>
                      </a:lnTo>
                      <a:lnTo>
                        <a:pt x="952" y="270"/>
                      </a:lnTo>
                      <a:lnTo>
                        <a:pt x="954" y="270"/>
                      </a:lnTo>
                      <a:lnTo>
                        <a:pt x="955" y="270"/>
                      </a:lnTo>
                      <a:lnTo>
                        <a:pt x="957" y="270"/>
                      </a:lnTo>
                      <a:lnTo>
                        <a:pt x="958" y="270"/>
                      </a:lnTo>
                      <a:lnTo>
                        <a:pt x="960" y="269"/>
                      </a:lnTo>
                      <a:lnTo>
                        <a:pt x="961" y="269"/>
                      </a:lnTo>
                      <a:lnTo>
                        <a:pt x="963" y="269"/>
                      </a:lnTo>
                      <a:lnTo>
                        <a:pt x="964" y="269"/>
                      </a:lnTo>
                      <a:lnTo>
                        <a:pt x="965" y="268"/>
                      </a:lnTo>
                      <a:lnTo>
                        <a:pt x="967" y="268"/>
                      </a:lnTo>
                      <a:lnTo>
                        <a:pt x="968" y="268"/>
                      </a:lnTo>
                      <a:lnTo>
                        <a:pt x="970" y="268"/>
                      </a:lnTo>
                      <a:lnTo>
                        <a:pt x="971" y="268"/>
                      </a:lnTo>
                      <a:lnTo>
                        <a:pt x="973" y="267"/>
                      </a:lnTo>
                      <a:lnTo>
                        <a:pt x="974" y="267"/>
                      </a:lnTo>
                      <a:lnTo>
                        <a:pt x="976" y="267"/>
                      </a:lnTo>
                      <a:lnTo>
                        <a:pt x="977" y="267"/>
                      </a:lnTo>
                      <a:lnTo>
                        <a:pt x="978" y="267"/>
                      </a:lnTo>
                      <a:lnTo>
                        <a:pt x="980" y="266"/>
                      </a:lnTo>
                      <a:lnTo>
                        <a:pt x="981" y="266"/>
                      </a:lnTo>
                      <a:lnTo>
                        <a:pt x="983" y="266"/>
                      </a:lnTo>
                      <a:lnTo>
                        <a:pt x="984" y="266"/>
                      </a:lnTo>
                      <a:lnTo>
                        <a:pt x="986" y="266"/>
                      </a:lnTo>
                      <a:lnTo>
                        <a:pt x="987" y="265"/>
                      </a:lnTo>
                      <a:lnTo>
                        <a:pt x="989" y="265"/>
                      </a:lnTo>
                      <a:lnTo>
                        <a:pt x="990" y="265"/>
                      </a:lnTo>
                      <a:lnTo>
                        <a:pt x="992" y="265"/>
                      </a:lnTo>
                      <a:lnTo>
                        <a:pt x="993" y="265"/>
                      </a:lnTo>
                      <a:lnTo>
                        <a:pt x="994" y="264"/>
                      </a:lnTo>
                      <a:lnTo>
                        <a:pt x="996" y="264"/>
                      </a:lnTo>
                      <a:lnTo>
                        <a:pt x="997" y="264"/>
                      </a:lnTo>
                      <a:lnTo>
                        <a:pt x="999" y="264"/>
                      </a:lnTo>
                      <a:lnTo>
                        <a:pt x="1000" y="264"/>
                      </a:lnTo>
                      <a:lnTo>
                        <a:pt x="1002" y="264"/>
                      </a:lnTo>
                      <a:lnTo>
                        <a:pt x="1003" y="263"/>
                      </a:lnTo>
                      <a:lnTo>
                        <a:pt x="1005" y="263"/>
                      </a:lnTo>
                      <a:lnTo>
                        <a:pt x="1006" y="263"/>
                      </a:lnTo>
                      <a:lnTo>
                        <a:pt x="1007" y="263"/>
                      </a:lnTo>
                      <a:lnTo>
                        <a:pt x="1009" y="262"/>
                      </a:lnTo>
                      <a:lnTo>
                        <a:pt x="1010" y="262"/>
                      </a:lnTo>
                      <a:lnTo>
                        <a:pt x="1012" y="262"/>
                      </a:lnTo>
                      <a:lnTo>
                        <a:pt x="1013" y="262"/>
                      </a:lnTo>
                      <a:lnTo>
                        <a:pt x="1015" y="262"/>
                      </a:lnTo>
                      <a:lnTo>
                        <a:pt x="1016" y="261"/>
                      </a:lnTo>
                      <a:lnTo>
                        <a:pt x="1018" y="261"/>
                      </a:lnTo>
                      <a:lnTo>
                        <a:pt x="1019" y="261"/>
                      </a:lnTo>
                      <a:lnTo>
                        <a:pt x="1021" y="261"/>
                      </a:lnTo>
                      <a:lnTo>
                        <a:pt x="1022" y="260"/>
                      </a:lnTo>
                      <a:lnTo>
                        <a:pt x="1023" y="260"/>
                      </a:lnTo>
                      <a:lnTo>
                        <a:pt x="1025" y="260"/>
                      </a:lnTo>
                      <a:lnTo>
                        <a:pt x="1026" y="260"/>
                      </a:lnTo>
                      <a:lnTo>
                        <a:pt x="1028" y="259"/>
                      </a:lnTo>
                      <a:lnTo>
                        <a:pt x="1029" y="259"/>
                      </a:lnTo>
                      <a:lnTo>
                        <a:pt x="1031" y="259"/>
                      </a:lnTo>
                      <a:lnTo>
                        <a:pt x="1032" y="259"/>
                      </a:lnTo>
                      <a:lnTo>
                        <a:pt x="1034" y="258"/>
                      </a:lnTo>
                      <a:lnTo>
                        <a:pt x="1035" y="258"/>
                      </a:lnTo>
                      <a:lnTo>
                        <a:pt x="1036" y="258"/>
                      </a:lnTo>
                      <a:lnTo>
                        <a:pt x="1038" y="258"/>
                      </a:lnTo>
                      <a:lnTo>
                        <a:pt x="1039" y="258"/>
                      </a:lnTo>
                      <a:lnTo>
                        <a:pt x="1041" y="257"/>
                      </a:lnTo>
                      <a:lnTo>
                        <a:pt x="1042" y="257"/>
                      </a:lnTo>
                      <a:lnTo>
                        <a:pt x="1044" y="257"/>
                      </a:lnTo>
                      <a:lnTo>
                        <a:pt x="1045" y="257"/>
                      </a:lnTo>
                      <a:lnTo>
                        <a:pt x="1047" y="257"/>
                      </a:lnTo>
                      <a:lnTo>
                        <a:pt x="1048" y="256"/>
                      </a:lnTo>
                      <a:lnTo>
                        <a:pt x="1050" y="256"/>
                      </a:lnTo>
                      <a:lnTo>
                        <a:pt x="1051" y="256"/>
                      </a:lnTo>
                      <a:lnTo>
                        <a:pt x="1052" y="256"/>
                      </a:lnTo>
                      <a:lnTo>
                        <a:pt x="1054" y="256"/>
                      </a:lnTo>
                      <a:lnTo>
                        <a:pt x="1055" y="255"/>
                      </a:lnTo>
                      <a:lnTo>
                        <a:pt x="1057" y="255"/>
                      </a:lnTo>
                      <a:lnTo>
                        <a:pt x="1058" y="255"/>
                      </a:lnTo>
                      <a:lnTo>
                        <a:pt x="1060" y="255"/>
                      </a:lnTo>
                      <a:lnTo>
                        <a:pt x="1061" y="255"/>
                      </a:lnTo>
                      <a:lnTo>
                        <a:pt x="1063" y="255"/>
                      </a:lnTo>
                      <a:lnTo>
                        <a:pt x="1064" y="254"/>
                      </a:lnTo>
                      <a:lnTo>
                        <a:pt x="1065" y="254"/>
                      </a:lnTo>
                      <a:lnTo>
                        <a:pt x="1067" y="254"/>
                      </a:lnTo>
                      <a:lnTo>
                        <a:pt x="1068" y="254"/>
                      </a:lnTo>
                      <a:lnTo>
                        <a:pt x="1070" y="254"/>
                      </a:lnTo>
                      <a:lnTo>
                        <a:pt x="1071" y="253"/>
                      </a:lnTo>
                      <a:lnTo>
                        <a:pt x="1073" y="253"/>
                      </a:lnTo>
                      <a:lnTo>
                        <a:pt x="1074" y="253"/>
                      </a:lnTo>
                      <a:lnTo>
                        <a:pt x="1076" y="253"/>
                      </a:lnTo>
                      <a:lnTo>
                        <a:pt x="1077" y="253"/>
                      </a:lnTo>
                      <a:lnTo>
                        <a:pt x="1079" y="252"/>
                      </a:lnTo>
                      <a:lnTo>
                        <a:pt x="1080" y="252"/>
                      </a:lnTo>
                      <a:lnTo>
                        <a:pt x="1081" y="252"/>
                      </a:lnTo>
                      <a:lnTo>
                        <a:pt x="1083" y="252"/>
                      </a:lnTo>
                      <a:lnTo>
                        <a:pt x="1084" y="251"/>
                      </a:lnTo>
                      <a:lnTo>
                        <a:pt x="1086" y="251"/>
                      </a:lnTo>
                      <a:lnTo>
                        <a:pt x="1087" y="251"/>
                      </a:lnTo>
                      <a:lnTo>
                        <a:pt x="1089" y="251"/>
                      </a:lnTo>
                      <a:lnTo>
                        <a:pt x="1090" y="251"/>
                      </a:lnTo>
                      <a:lnTo>
                        <a:pt x="1092" y="251"/>
                      </a:lnTo>
                      <a:lnTo>
                        <a:pt x="1093" y="250"/>
                      </a:lnTo>
                      <a:lnTo>
                        <a:pt x="1094" y="250"/>
                      </a:lnTo>
                      <a:lnTo>
                        <a:pt x="1096" y="250"/>
                      </a:lnTo>
                      <a:lnTo>
                        <a:pt x="1097" y="250"/>
                      </a:lnTo>
                      <a:lnTo>
                        <a:pt x="1099" y="250"/>
                      </a:lnTo>
                      <a:lnTo>
                        <a:pt x="1100" y="249"/>
                      </a:lnTo>
                      <a:lnTo>
                        <a:pt x="1102" y="249"/>
                      </a:lnTo>
                      <a:lnTo>
                        <a:pt x="1103" y="249"/>
                      </a:lnTo>
                      <a:lnTo>
                        <a:pt x="1105" y="249"/>
                      </a:lnTo>
                      <a:lnTo>
                        <a:pt x="1106" y="248"/>
                      </a:lnTo>
                      <a:lnTo>
                        <a:pt x="1108" y="248"/>
                      </a:lnTo>
                      <a:lnTo>
                        <a:pt x="1109" y="248"/>
                      </a:lnTo>
                      <a:lnTo>
                        <a:pt x="1110" y="248"/>
                      </a:lnTo>
                      <a:lnTo>
                        <a:pt x="1112" y="247"/>
                      </a:lnTo>
                      <a:lnTo>
                        <a:pt x="1113" y="247"/>
                      </a:lnTo>
                      <a:lnTo>
                        <a:pt x="1115" y="247"/>
                      </a:lnTo>
                      <a:lnTo>
                        <a:pt x="1116" y="247"/>
                      </a:lnTo>
                      <a:lnTo>
                        <a:pt x="1118" y="247"/>
                      </a:lnTo>
                      <a:lnTo>
                        <a:pt x="1119" y="247"/>
                      </a:lnTo>
                      <a:lnTo>
                        <a:pt x="1121" y="246"/>
                      </a:lnTo>
                      <a:lnTo>
                        <a:pt x="1122" y="246"/>
                      </a:lnTo>
                      <a:lnTo>
                        <a:pt x="1123" y="246"/>
                      </a:lnTo>
                      <a:lnTo>
                        <a:pt x="1125" y="246"/>
                      </a:lnTo>
                      <a:lnTo>
                        <a:pt x="1126" y="246"/>
                      </a:lnTo>
                      <a:lnTo>
                        <a:pt x="1128" y="245"/>
                      </a:lnTo>
                      <a:lnTo>
                        <a:pt x="1129" y="245"/>
                      </a:lnTo>
                      <a:lnTo>
                        <a:pt x="1131" y="245"/>
                      </a:lnTo>
                      <a:lnTo>
                        <a:pt x="1132" y="245"/>
                      </a:lnTo>
                      <a:lnTo>
                        <a:pt x="1134" y="245"/>
                      </a:lnTo>
                      <a:lnTo>
                        <a:pt x="1135" y="244"/>
                      </a:lnTo>
                      <a:lnTo>
                        <a:pt x="1137" y="244"/>
                      </a:lnTo>
                      <a:lnTo>
                        <a:pt x="1138" y="244"/>
                      </a:lnTo>
                      <a:lnTo>
                        <a:pt x="1139" y="244"/>
                      </a:lnTo>
                      <a:lnTo>
                        <a:pt x="1141" y="244"/>
                      </a:lnTo>
                      <a:lnTo>
                        <a:pt x="1142" y="243"/>
                      </a:lnTo>
                      <a:lnTo>
                        <a:pt x="1144" y="243"/>
                      </a:lnTo>
                      <a:lnTo>
                        <a:pt x="1145" y="243"/>
                      </a:lnTo>
                      <a:lnTo>
                        <a:pt x="1147" y="243"/>
                      </a:lnTo>
                      <a:lnTo>
                        <a:pt x="1148" y="243"/>
                      </a:lnTo>
                      <a:lnTo>
                        <a:pt x="1150" y="242"/>
                      </a:lnTo>
                      <a:lnTo>
                        <a:pt x="1151" y="242"/>
                      </a:lnTo>
                      <a:lnTo>
                        <a:pt x="1152" y="242"/>
                      </a:lnTo>
                      <a:lnTo>
                        <a:pt x="1154" y="242"/>
                      </a:lnTo>
                      <a:lnTo>
                        <a:pt x="1155" y="241"/>
                      </a:lnTo>
                      <a:lnTo>
                        <a:pt x="1157" y="241"/>
                      </a:lnTo>
                      <a:lnTo>
                        <a:pt x="1158" y="241"/>
                      </a:lnTo>
                      <a:lnTo>
                        <a:pt x="1160" y="241"/>
                      </a:lnTo>
                      <a:lnTo>
                        <a:pt x="1161" y="241"/>
                      </a:lnTo>
                      <a:lnTo>
                        <a:pt x="1163" y="241"/>
                      </a:lnTo>
                      <a:lnTo>
                        <a:pt x="1164" y="240"/>
                      </a:lnTo>
                      <a:lnTo>
                        <a:pt x="1166" y="240"/>
                      </a:lnTo>
                      <a:lnTo>
                        <a:pt x="1167" y="240"/>
                      </a:lnTo>
                      <a:lnTo>
                        <a:pt x="1168" y="240"/>
                      </a:lnTo>
                      <a:lnTo>
                        <a:pt x="1170" y="239"/>
                      </a:lnTo>
                      <a:lnTo>
                        <a:pt x="1171" y="239"/>
                      </a:lnTo>
                      <a:lnTo>
                        <a:pt x="1173" y="239"/>
                      </a:lnTo>
                      <a:lnTo>
                        <a:pt x="1174" y="239"/>
                      </a:lnTo>
                      <a:lnTo>
                        <a:pt x="1176" y="239"/>
                      </a:lnTo>
                      <a:lnTo>
                        <a:pt x="1177" y="239"/>
                      </a:lnTo>
                      <a:lnTo>
                        <a:pt x="1179" y="238"/>
                      </a:lnTo>
                      <a:lnTo>
                        <a:pt x="1180" y="238"/>
                      </a:lnTo>
                      <a:lnTo>
                        <a:pt x="1181" y="238"/>
                      </a:lnTo>
                      <a:lnTo>
                        <a:pt x="1183" y="238"/>
                      </a:lnTo>
                      <a:lnTo>
                        <a:pt x="1184" y="238"/>
                      </a:lnTo>
                      <a:lnTo>
                        <a:pt x="1186" y="238"/>
                      </a:lnTo>
                      <a:lnTo>
                        <a:pt x="1187" y="237"/>
                      </a:lnTo>
                      <a:lnTo>
                        <a:pt x="1189" y="237"/>
                      </a:lnTo>
                      <a:lnTo>
                        <a:pt x="1190" y="237"/>
                      </a:lnTo>
                      <a:lnTo>
                        <a:pt x="1192" y="237"/>
                      </a:lnTo>
                      <a:lnTo>
                        <a:pt x="1193" y="236"/>
                      </a:lnTo>
                      <a:lnTo>
                        <a:pt x="1195" y="236"/>
                      </a:lnTo>
                      <a:lnTo>
                        <a:pt x="1196" y="236"/>
                      </a:lnTo>
                      <a:lnTo>
                        <a:pt x="1197" y="236"/>
                      </a:lnTo>
                      <a:lnTo>
                        <a:pt x="1199" y="236"/>
                      </a:lnTo>
                      <a:lnTo>
                        <a:pt x="1200" y="235"/>
                      </a:lnTo>
                      <a:lnTo>
                        <a:pt x="1202" y="235"/>
                      </a:lnTo>
                      <a:lnTo>
                        <a:pt x="1203" y="235"/>
                      </a:lnTo>
                      <a:lnTo>
                        <a:pt x="1205" y="235"/>
                      </a:lnTo>
                      <a:lnTo>
                        <a:pt x="1206" y="235"/>
                      </a:lnTo>
                      <a:lnTo>
                        <a:pt x="1208" y="234"/>
                      </a:lnTo>
                      <a:lnTo>
                        <a:pt x="1209" y="234"/>
                      </a:lnTo>
                      <a:lnTo>
                        <a:pt x="1210" y="234"/>
                      </a:lnTo>
                      <a:lnTo>
                        <a:pt x="1212" y="234"/>
                      </a:lnTo>
                      <a:lnTo>
                        <a:pt x="1213" y="234"/>
                      </a:lnTo>
                      <a:lnTo>
                        <a:pt x="1215" y="233"/>
                      </a:lnTo>
                      <a:lnTo>
                        <a:pt x="1216" y="233"/>
                      </a:lnTo>
                      <a:lnTo>
                        <a:pt x="1218" y="233"/>
                      </a:lnTo>
                      <a:lnTo>
                        <a:pt x="1219" y="233"/>
                      </a:lnTo>
                      <a:lnTo>
                        <a:pt x="1221" y="233"/>
                      </a:lnTo>
                      <a:lnTo>
                        <a:pt x="1222" y="233"/>
                      </a:lnTo>
                      <a:lnTo>
                        <a:pt x="1224" y="232"/>
                      </a:lnTo>
                      <a:lnTo>
                        <a:pt x="1225" y="232"/>
                      </a:lnTo>
                      <a:lnTo>
                        <a:pt x="1226" y="232"/>
                      </a:lnTo>
                      <a:lnTo>
                        <a:pt x="1228" y="232"/>
                      </a:lnTo>
                      <a:lnTo>
                        <a:pt x="1229" y="231"/>
                      </a:lnTo>
                      <a:lnTo>
                        <a:pt x="1231" y="231"/>
                      </a:lnTo>
                      <a:lnTo>
                        <a:pt x="1232" y="231"/>
                      </a:lnTo>
                      <a:lnTo>
                        <a:pt x="1234" y="231"/>
                      </a:lnTo>
                      <a:lnTo>
                        <a:pt x="1235" y="231"/>
                      </a:lnTo>
                      <a:lnTo>
                        <a:pt x="1237" y="231"/>
                      </a:lnTo>
                      <a:lnTo>
                        <a:pt x="1238" y="230"/>
                      </a:lnTo>
                      <a:lnTo>
                        <a:pt x="1239" y="230"/>
                      </a:lnTo>
                      <a:lnTo>
                        <a:pt x="1241" y="230"/>
                      </a:lnTo>
                      <a:lnTo>
                        <a:pt x="1242" y="230"/>
                      </a:lnTo>
                      <a:lnTo>
                        <a:pt x="1244" y="230"/>
                      </a:lnTo>
                      <a:lnTo>
                        <a:pt x="1245" y="229"/>
                      </a:lnTo>
                      <a:lnTo>
                        <a:pt x="1247" y="229"/>
                      </a:lnTo>
                      <a:lnTo>
                        <a:pt x="1248" y="229"/>
                      </a:lnTo>
                      <a:lnTo>
                        <a:pt x="1250" y="229"/>
                      </a:lnTo>
                      <a:lnTo>
                        <a:pt x="1251" y="229"/>
                      </a:lnTo>
                      <a:lnTo>
                        <a:pt x="1253" y="228"/>
                      </a:lnTo>
                      <a:lnTo>
                        <a:pt x="1254" y="228"/>
                      </a:lnTo>
                      <a:lnTo>
                        <a:pt x="1255" y="228"/>
                      </a:lnTo>
                      <a:lnTo>
                        <a:pt x="1257" y="228"/>
                      </a:lnTo>
                      <a:lnTo>
                        <a:pt x="1258" y="228"/>
                      </a:lnTo>
                      <a:lnTo>
                        <a:pt x="1260" y="227"/>
                      </a:lnTo>
                      <a:lnTo>
                        <a:pt x="1261" y="227"/>
                      </a:lnTo>
                      <a:lnTo>
                        <a:pt x="1263" y="227"/>
                      </a:lnTo>
                      <a:lnTo>
                        <a:pt x="1264" y="227"/>
                      </a:lnTo>
                      <a:lnTo>
                        <a:pt x="1266" y="227"/>
                      </a:lnTo>
                      <a:lnTo>
                        <a:pt x="1267" y="226"/>
                      </a:lnTo>
                      <a:lnTo>
                        <a:pt x="1268" y="226"/>
                      </a:lnTo>
                      <a:lnTo>
                        <a:pt x="1270" y="226"/>
                      </a:lnTo>
                      <a:lnTo>
                        <a:pt x="1271" y="226"/>
                      </a:lnTo>
                      <a:lnTo>
                        <a:pt x="1273" y="226"/>
                      </a:lnTo>
                      <a:lnTo>
                        <a:pt x="1274" y="225"/>
                      </a:lnTo>
                      <a:lnTo>
                        <a:pt x="1276" y="225"/>
                      </a:lnTo>
                      <a:lnTo>
                        <a:pt x="1277" y="225"/>
                      </a:lnTo>
                      <a:lnTo>
                        <a:pt x="1279" y="225"/>
                      </a:lnTo>
                      <a:lnTo>
                        <a:pt x="1280" y="224"/>
                      </a:lnTo>
                      <a:lnTo>
                        <a:pt x="1282" y="224"/>
                      </a:lnTo>
                      <a:lnTo>
                        <a:pt x="1283" y="224"/>
                      </a:lnTo>
                      <a:lnTo>
                        <a:pt x="1284" y="224"/>
                      </a:lnTo>
                      <a:lnTo>
                        <a:pt x="1286" y="224"/>
                      </a:lnTo>
                      <a:lnTo>
                        <a:pt x="1287" y="223"/>
                      </a:lnTo>
                      <a:lnTo>
                        <a:pt x="1289" y="223"/>
                      </a:lnTo>
                      <a:lnTo>
                        <a:pt x="1290" y="223"/>
                      </a:lnTo>
                      <a:lnTo>
                        <a:pt x="1292" y="223"/>
                      </a:lnTo>
                      <a:lnTo>
                        <a:pt x="1293" y="222"/>
                      </a:lnTo>
                      <a:lnTo>
                        <a:pt x="1295" y="222"/>
                      </a:lnTo>
                      <a:lnTo>
                        <a:pt x="1296" y="222"/>
                      </a:lnTo>
                      <a:lnTo>
                        <a:pt x="1297" y="222"/>
                      </a:lnTo>
                      <a:lnTo>
                        <a:pt x="1299" y="222"/>
                      </a:lnTo>
                      <a:lnTo>
                        <a:pt x="1300" y="222"/>
                      </a:lnTo>
                      <a:lnTo>
                        <a:pt x="1302" y="221"/>
                      </a:lnTo>
                      <a:lnTo>
                        <a:pt x="1303" y="221"/>
                      </a:lnTo>
                      <a:lnTo>
                        <a:pt x="1305" y="221"/>
                      </a:lnTo>
                      <a:lnTo>
                        <a:pt x="1306" y="221"/>
                      </a:lnTo>
                      <a:lnTo>
                        <a:pt x="1308" y="221"/>
                      </a:lnTo>
                      <a:lnTo>
                        <a:pt x="1309" y="221"/>
                      </a:lnTo>
                      <a:lnTo>
                        <a:pt x="1311" y="220"/>
                      </a:lnTo>
                      <a:lnTo>
                        <a:pt x="1312" y="220"/>
                      </a:lnTo>
                      <a:lnTo>
                        <a:pt x="1313" y="220"/>
                      </a:lnTo>
                      <a:lnTo>
                        <a:pt x="1315" y="220"/>
                      </a:lnTo>
                      <a:lnTo>
                        <a:pt x="1316" y="220"/>
                      </a:lnTo>
                      <a:lnTo>
                        <a:pt x="1318" y="219"/>
                      </a:lnTo>
                      <a:lnTo>
                        <a:pt x="1319" y="219"/>
                      </a:lnTo>
                      <a:lnTo>
                        <a:pt x="1321" y="219"/>
                      </a:lnTo>
                      <a:lnTo>
                        <a:pt x="1322" y="219"/>
                      </a:lnTo>
                      <a:lnTo>
                        <a:pt x="1324" y="218"/>
                      </a:lnTo>
                      <a:lnTo>
                        <a:pt x="1325" y="218"/>
                      </a:lnTo>
                      <a:lnTo>
                        <a:pt x="1326" y="218"/>
                      </a:lnTo>
                      <a:lnTo>
                        <a:pt x="1328" y="218"/>
                      </a:lnTo>
                      <a:lnTo>
                        <a:pt x="1329" y="218"/>
                      </a:lnTo>
                      <a:lnTo>
                        <a:pt x="1331" y="217"/>
                      </a:lnTo>
                      <a:lnTo>
                        <a:pt x="1332" y="217"/>
                      </a:lnTo>
                      <a:lnTo>
                        <a:pt x="1334" y="217"/>
                      </a:lnTo>
                      <a:lnTo>
                        <a:pt x="1335" y="217"/>
                      </a:lnTo>
                      <a:lnTo>
                        <a:pt x="1337" y="217"/>
                      </a:lnTo>
                      <a:lnTo>
                        <a:pt x="1338" y="216"/>
                      </a:lnTo>
                      <a:lnTo>
                        <a:pt x="1340" y="216"/>
                      </a:lnTo>
                      <a:lnTo>
                        <a:pt x="1341" y="216"/>
                      </a:lnTo>
                      <a:lnTo>
                        <a:pt x="1342" y="216"/>
                      </a:lnTo>
                      <a:lnTo>
                        <a:pt x="1344" y="216"/>
                      </a:lnTo>
                      <a:lnTo>
                        <a:pt x="1345" y="216"/>
                      </a:lnTo>
                      <a:lnTo>
                        <a:pt x="1347" y="216"/>
                      </a:lnTo>
                      <a:lnTo>
                        <a:pt x="1348" y="215"/>
                      </a:lnTo>
                      <a:lnTo>
                        <a:pt x="1350" y="215"/>
                      </a:lnTo>
                      <a:lnTo>
                        <a:pt x="1351" y="215"/>
                      </a:lnTo>
                      <a:lnTo>
                        <a:pt x="1353" y="215"/>
                      </a:lnTo>
                      <a:lnTo>
                        <a:pt x="1354" y="214"/>
                      </a:lnTo>
                      <a:lnTo>
                        <a:pt x="1355" y="214"/>
                      </a:lnTo>
                      <a:lnTo>
                        <a:pt x="1357" y="214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6347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6" name="Google Shape;1036;p19"/>
                <p:cNvSpPr/>
                <p:nvPr/>
              </p:nvSpPr>
              <p:spPr>
                <a:xfrm flipH="1" rot="10800000">
                  <a:off x="3179763" y="3225801"/>
                  <a:ext cx="3584575" cy="57150"/>
                </a:xfrm>
                <a:custGeom>
                  <a:rect b="b" l="l" r="r" t="t"/>
                  <a:pathLst>
                    <a:path extrusionOk="0" h="26" w="1357">
                      <a:moveTo>
                        <a:pt x="0" y="26"/>
                      </a:moveTo>
                      <a:lnTo>
                        <a:pt x="1" y="25"/>
                      </a:lnTo>
                      <a:lnTo>
                        <a:pt x="3" y="25"/>
                      </a:lnTo>
                      <a:lnTo>
                        <a:pt x="4" y="25"/>
                      </a:lnTo>
                      <a:lnTo>
                        <a:pt x="6" y="25"/>
                      </a:lnTo>
                      <a:lnTo>
                        <a:pt x="7" y="25"/>
                      </a:lnTo>
                      <a:lnTo>
                        <a:pt x="8" y="25"/>
                      </a:lnTo>
                      <a:lnTo>
                        <a:pt x="10" y="25"/>
                      </a:lnTo>
                      <a:lnTo>
                        <a:pt x="11" y="25"/>
                      </a:lnTo>
                      <a:lnTo>
                        <a:pt x="13" y="25"/>
                      </a:lnTo>
                      <a:lnTo>
                        <a:pt x="14" y="25"/>
                      </a:lnTo>
                      <a:lnTo>
                        <a:pt x="16" y="25"/>
                      </a:lnTo>
                      <a:lnTo>
                        <a:pt x="17" y="25"/>
                      </a:lnTo>
                      <a:lnTo>
                        <a:pt x="19" y="25"/>
                      </a:lnTo>
                      <a:lnTo>
                        <a:pt x="20" y="25"/>
                      </a:lnTo>
                      <a:lnTo>
                        <a:pt x="21" y="25"/>
                      </a:lnTo>
                      <a:lnTo>
                        <a:pt x="23" y="25"/>
                      </a:lnTo>
                      <a:lnTo>
                        <a:pt x="24" y="25"/>
                      </a:lnTo>
                      <a:lnTo>
                        <a:pt x="26" y="25"/>
                      </a:lnTo>
                      <a:lnTo>
                        <a:pt x="27" y="25"/>
                      </a:lnTo>
                      <a:lnTo>
                        <a:pt x="29" y="25"/>
                      </a:lnTo>
                      <a:lnTo>
                        <a:pt x="30" y="25"/>
                      </a:lnTo>
                      <a:lnTo>
                        <a:pt x="32" y="25"/>
                      </a:lnTo>
                      <a:lnTo>
                        <a:pt x="33" y="25"/>
                      </a:lnTo>
                      <a:lnTo>
                        <a:pt x="35" y="25"/>
                      </a:lnTo>
                      <a:lnTo>
                        <a:pt x="36" y="25"/>
                      </a:lnTo>
                      <a:lnTo>
                        <a:pt x="37" y="24"/>
                      </a:lnTo>
                      <a:lnTo>
                        <a:pt x="39" y="24"/>
                      </a:lnTo>
                      <a:lnTo>
                        <a:pt x="40" y="24"/>
                      </a:lnTo>
                      <a:lnTo>
                        <a:pt x="42" y="24"/>
                      </a:lnTo>
                      <a:lnTo>
                        <a:pt x="43" y="24"/>
                      </a:lnTo>
                      <a:lnTo>
                        <a:pt x="45" y="24"/>
                      </a:lnTo>
                      <a:lnTo>
                        <a:pt x="46" y="24"/>
                      </a:lnTo>
                      <a:lnTo>
                        <a:pt x="48" y="24"/>
                      </a:lnTo>
                      <a:lnTo>
                        <a:pt x="49" y="24"/>
                      </a:lnTo>
                      <a:lnTo>
                        <a:pt x="50" y="24"/>
                      </a:lnTo>
                      <a:lnTo>
                        <a:pt x="52" y="24"/>
                      </a:lnTo>
                      <a:lnTo>
                        <a:pt x="53" y="24"/>
                      </a:lnTo>
                      <a:lnTo>
                        <a:pt x="55" y="24"/>
                      </a:lnTo>
                      <a:lnTo>
                        <a:pt x="56" y="24"/>
                      </a:lnTo>
                      <a:lnTo>
                        <a:pt x="58" y="24"/>
                      </a:lnTo>
                      <a:lnTo>
                        <a:pt x="59" y="24"/>
                      </a:lnTo>
                      <a:lnTo>
                        <a:pt x="61" y="24"/>
                      </a:lnTo>
                      <a:lnTo>
                        <a:pt x="62" y="24"/>
                      </a:lnTo>
                      <a:lnTo>
                        <a:pt x="64" y="24"/>
                      </a:lnTo>
                      <a:lnTo>
                        <a:pt x="65" y="24"/>
                      </a:lnTo>
                      <a:lnTo>
                        <a:pt x="66" y="24"/>
                      </a:lnTo>
                      <a:lnTo>
                        <a:pt x="68" y="24"/>
                      </a:lnTo>
                      <a:lnTo>
                        <a:pt x="69" y="24"/>
                      </a:lnTo>
                      <a:lnTo>
                        <a:pt x="71" y="24"/>
                      </a:lnTo>
                      <a:lnTo>
                        <a:pt x="72" y="24"/>
                      </a:lnTo>
                      <a:lnTo>
                        <a:pt x="74" y="24"/>
                      </a:lnTo>
                      <a:lnTo>
                        <a:pt x="75" y="24"/>
                      </a:lnTo>
                      <a:lnTo>
                        <a:pt x="77" y="24"/>
                      </a:lnTo>
                      <a:lnTo>
                        <a:pt x="78" y="24"/>
                      </a:lnTo>
                      <a:lnTo>
                        <a:pt x="79" y="24"/>
                      </a:lnTo>
                      <a:lnTo>
                        <a:pt x="81" y="24"/>
                      </a:lnTo>
                      <a:lnTo>
                        <a:pt x="82" y="24"/>
                      </a:lnTo>
                      <a:lnTo>
                        <a:pt x="84" y="24"/>
                      </a:lnTo>
                      <a:lnTo>
                        <a:pt x="85" y="24"/>
                      </a:lnTo>
                      <a:lnTo>
                        <a:pt x="87" y="24"/>
                      </a:lnTo>
                      <a:lnTo>
                        <a:pt x="88" y="24"/>
                      </a:lnTo>
                      <a:lnTo>
                        <a:pt x="90" y="24"/>
                      </a:lnTo>
                      <a:lnTo>
                        <a:pt x="91" y="24"/>
                      </a:lnTo>
                      <a:lnTo>
                        <a:pt x="93" y="24"/>
                      </a:lnTo>
                      <a:lnTo>
                        <a:pt x="94" y="24"/>
                      </a:lnTo>
                      <a:lnTo>
                        <a:pt x="95" y="24"/>
                      </a:lnTo>
                      <a:lnTo>
                        <a:pt x="97" y="24"/>
                      </a:lnTo>
                      <a:lnTo>
                        <a:pt x="98" y="24"/>
                      </a:lnTo>
                      <a:lnTo>
                        <a:pt x="100" y="24"/>
                      </a:lnTo>
                      <a:lnTo>
                        <a:pt x="101" y="24"/>
                      </a:lnTo>
                      <a:lnTo>
                        <a:pt x="103" y="24"/>
                      </a:lnTo>
                      <a:lnTo>
                        <a:pt x="104" y="24"/>
                      </a:lnTo>
                      <a:lnTo>
                        <a:pt x="106" y="23"/>
                      </a:lnTo>
                      <a:lnTo>
                        <a:pt x="107" y="24"/>
                      </a:lnTo>
                      <a:lnTo>
                        <a:pt x="108" y="23"/>
                      </a:lnTo>
                      <a:lnTo>
                        <a:pt x="110" y="23"/>
                      </a:lnTo>
                      <a:lnTo>
                        <a:pt x="111" y="24"/>
                      </a:lnTo>
                      <a:lnTo>
                        <a:pt x="113" y="21"/>
                      </a:lnTo>
                      <a:lnTo>
                        <a:pt x="114" y="24"/>
                      </a:lnTo>
                      <a:lnTo>
                        <a:pt x="116" y="24"/>
                      </a:lnTo>
                      <a:lnTo>
                        <a:pt x="117" y="25"/>
                      </a:lnTo>
                      <a:lnTo>
                        <a:pt x="119" y="24"/>
                      </a:lnTo>
                      <a:lnTo>
                        <a:pt x="120" y="24"/>
                      </a:lnTo>
                      <a:lnTo>
                        <a:pt x="122" y="24"/>
                      </a:lnTo>
                      <a:lnTo>
                        <a:pt x="123" y="24"/>
                      </a:lnTo>
                      <a:lnTo>
                        <a:pt x="124" y="24"/>
                      </a:lnTo>
                      <a:lnTo>
                        <a:pt x="126" y="24"/>
                      </a:lnTo>
                      <a:lnTo>
                        <a:pt x="127" y="24"/>
                      </a:lnTo>
                      <a:lnTo>
                        <a:pt x="129" y="24"/>
                      </a:lnTo>
                      <a:lnTo>
                        <a:pt x="130" y="24"/>
                      </a:lnTo>
                      <a:lnTo>
                        <a:pt x="132" y="24"/>
                      </a:lnTo>
                      <a:lnTo>
                        <a:pt x="133" y="24"/>
                      </a:lnTo>
                      <a:lnTo>
                        <a:pt x="135" y="24"/>
                      </a:lnTo>
                      <a:lnTo>
                        <a:pt x="136" y="24"/>
                      </a:lnTo>
                      <a:lnTo>
                        <a:pt x="137" y="24"/>
                      </a:lnTo>
                      <a:lnTo>
                        <a:pt x="139" y="24"/>
                      </a:lnTo>
                      <a:lnTo>
                        <a:pt x="140" y="24"/>
                      </a:lnTo>
                      <a:lnTo>
                        <a:pt x="142" y="24"/>
                      </a:lnTo>
                      <a:lnTo>
                        <a:pt x="143" y="23"/>
                      </a:lnTo>
                      <a:lnTo>
                        <a:pt x="145" y="23"/>
                      </a:lnTo>
                      <a:lnTo>
                        <a:pt x="146" y="23"/>
                      </a:lnTo>
                      <a:lnTo>
                        <a:pt x="148" y="23"/>
                      </a:lnTo>
                      <a:lnTo>
                        <a:pt x="149" y="23"/>
                      </a:lnTo>
                      <a:lnTo>
                        <a:pt x="151" y="23"/>
                      </a:lnTo>
                      <a:lnTo>
                        <a:pt x="152" y="23"/>
                      </a:lnTo>
                      <a:lnTo>
                        <a:pt x="153" y="23"/>
                      </a:lnTo>
                      <a:lnTo>
                        <a:pt x="155" y="23"/>
                      </a:lnTo>
                      <a:lnTo>
                        <a:pt x="156" y="23"/>
                      </a:lnTo>
                      <a:lnTo>
                        <a:pt x="158" y="22"/>
                      </a:lnTo>
                      <a:lnTo>
                        <a:pt x="159" y="22"/>
                      </a:lnTo>
                      <a:lnTo>
                        <a:pt x="161" y="22"/>
                      </a:lnTo>
                      <a:lnTo>
                        <a:pt x="162" y="22"/>
                      </a:lnTo>
                      <a:lnTo>
                        <a:pt x="164" y="22"/>
                      </a:lnTo>
                      <a:lnTo>
                        <a:pt x="165" y="22"/>
                      </a:lnTo>
                      <a:lnTo>
                        <a:pt x="166" y="22"/>
                      </a:lnTo>
                      <a:lnTo>
                        <a:pt x="168" y="22"/>
                      </a:lnTo>
                      <a:lnTo>
                        <a:pt x="169" y="22"/>
                      </a:lnTo>
                      <a:lnTo>
                        <a:pt x="171" y="22"/>
                      </a:lnTo>
                      <a:lnTo>
                        <a:pt x="172" y="22"/>
                      </a:lnTo>
                      <a:lnTo>
                        <a:pt x="174" y="22"/>
                      </a:lnTo>
                      <a:lnTo>
                        <a:pt x="175" y="22"/>
                      </a:lnTo>
                      <a:lnTo>
                        <a:pt x="177" y="21"/>
                      </a:lnTo>
                      <a:lnTo>
                        <a:pt x="178" y="21"/>
                      </a:lnTo>
                      <a:lnTo>
                        <a:pt x="180" y="21"/>
                      </a:lnTo>
                      <a:lnTo>
                        <a:pt x="181" y="21"/>
                      </a:lnTo>
                      <a:lnTo>
                        <a:pt x="182" y="21"/>
                      </a:lnTo>
                      <a:lnTo>
                        <a:pt x="184" y="21"/>
                      </a:lnTo>
                      <a:lnTo>
                        <a:pt x="185" y="21"/>
                      </a:lnTo>
                      <a:lnTo>
                        <a:pt x="187" y="21"/>
                      </a:lnTo>
                      <a:lnTo>
                        <a:pt x="188" y="21"/>
                      </a:lnTo>
                      <a:lnTo>
                        <a:pt x="190" y="21"/>
                      </a:lnTo>
                      <a:lnTo>
                        <a:pt x="191" y="21"/>
                      </a:lnTo>
                      <a:lnTo>
                        <a:pt x="193" y="21"/>
                      </a:lnTo>
                      <a:lnTo>
                        <a:pt x="194" y="21"/>
                      </a:lnTo>
                      <a:lnTo>
                        <a:pt x="195" y="21"/>
                      </a:lnTo>
                      <a:lnTo>
                        <a:pt x="197" y="21"/>
                      </a:lnTo>
                      <a:lnTo>
                        <a:pt x="198" y="21"/>
                      </a:lnTo>
                      <a:lnTo>
                        <a:pt x="200" y="21"/>
                      </a:lnTo>
                      <a:lnTo>
                        <a:pt x="201" y="21"/>
                      </a:lnTo>
                      <a:lnTo>
                        <a:pt x="203" y="21"/>
                      </a:lnTo>
                      <a:lnTo>
                        <a:pt x="204" y="21"/>
                      </a:lnTo>
                      <a:lnTo>
                        <a:pt x="206" y="21"/>
                      </a:lnTo>
                      <a:lnTo>
                        <a:pt x="207" y="21"/>
                      </a:lnTo>
                      <a:lnTo>
                        <a:pt x="209" y="21"/>
                      </a:lnTo>
                      <a:lnTo>
                        <a:pt x="210" y="20"/>
                      </a:lnTo>
                      <a:lnTo>
                        <a:pt x="211" y="20"/>
                      </a:lnTo>
                      <a:lnTo>
                        <a:pt x="213" y="20"/>
                      </a:lnTo>
                      <a:lnTo>
                        <a:pt x="214" y="20"/>
                      </a:lnTo>
                      <a:lnTo>
                        <a:pt x="216" y="20"/>
                      </a:lnTo>
                      <a:lnTo>
                        <a:pt x="217" y="20"/>
                      </a:lnTo>
                      <a:lnTo>
                        <a:pt x="219" y="20"/>
                      </a:lnTo>
                      <a:lnTo>
                        <a:pt x="220" y="20"/>
                      </a:lnTo>
                      <a:lnTo>
                        <a:pt x="222" y="20"/>
                      </a:lnTo>
                      <a:lnTo>
                        <a:pt x="223" y="20"/>
                      </a:lnTo>
                      <a:lnTo>
                        <a:pt x="224" y="20"/>
                      </a:lnTo>
                      <a:lnTo>
                        <a:pt x="226" y="20"/>
                      </a:lnTo>
                      <a:lnTo>
                        <a:pt x="227" y="20"/>
                      </a:lnTo>
                      <a:lnTo>
                        <a:pt x="229" y="20"/>
                      </a:lnTo>
                      <a:lnTo>
                        <a:pt x="230" y="20"/>
                      </a:lnTo>
                      <a:lnTo>
                        <a:pt x="232" y="20"/>
                      </a:lnTo>
                      <a:lnTo>
                        <a:pt x="233" y="20"/>
                      </a:lnTo>
                      <a:lnTo>
                        <a:pt x="235" y="20"/>
                      </a:lnTo>
                      <a:lnTo>
                        <a:pt x="236" y="19"/>
                      </a:lnTo>
                      <a:lnTo>
                        <a:pt x="238" y="19"/>
                      </a:lnTo>
                      <a:lnTo>
                        <a:pt x="239" y="19"/>
                      </a:lnTo>
                      <a:lnTo>
                        <a:pt x="240" y="19"/>
                      </a:lnTo>
                      <a:lnTo>
                        <a:pt x="242" y="19"/>
                      </a:lnTo>
                      <a:lnTo>
                        <a:pt x="243" y="19"/>
                      </a:lnTo>
                      <a:lnTo>
                        <a:pt x="245" y="19"/>
                      </a:lnTo>
                      <a:lnTo>
                        <a:pt x="246" y="19"/>
                      </a:lnTo>
                      <a:lnTo>
                        <a:pt x="248" y="19"/>
                      </a:lnTo>
                      <a:lnTo>
                        <a:pt x="249" y="19"/>
                      </a:lnTo>
                      <a:lnTo>
                        <a:pt x="251" y="19"/>
                      </a:lnTo>
                      <a:lnTo>
                        <a:pt x="252" y="19"/>
                      </a:lnTo>
                      <a:lnTo>
                        <a:pt x="253" y="19"/>
                      </a:lnTo>
                      <a:lnTo>
                        <a:pt x="255" y="19"/>
                      </a:lnTo>
                      <a:lnTo>
                        <a:pt x="256" y="19"/>
                      </a:lnTo>
                      <a:lnTo>
                        <a:pt x="258" y="19"/>
                      </a:lnTo>
                      <a:lnTo>
                        <a:pt x="259" y="19"/>
                      </a:lnTo>
                      <a:lnTo>
                        <a:pt x="261" y="19"/>
                      </a:lnTo>
                      <a:lnTo>
                        <a:pt x="262" y="19"/>
                      </a:lnTo>
                      <a:lnTo>
                        <a:pt x="264" y="19"/>
                      </a:lnTo>
                      <a:lnTo>
                        <a:pt x="265" y="19"/>
                      </a:lnTo>
                      <a:lnTo>
                        <a:pt x="267" y="19"/>
                      </a:lnTo>
                      <a:lnTo>
                        <a:pt x="268" y="19"/>
                      </a:lnTo>
                      <a:lnTo>
                        <a:pt x="269" y="19"/>
                      </a:lnTo>
                      <a:lnTo>
                        <a:pt x="271" y="19"/>
                      </a:lnTo>
                      <a:lnTo>
                        <a:pt x="272" y="19"/>
                      </a:lnTo>
                      <a:lnTo>
                        <a:pt x="274" y="19"/>
                      </a:lnTo>
                      <a:lnTo>
                        <a:pt x="275" y="19"/>
                      </a:lnTo>
                      <a:lnTo>
                        <a:pt x="277" y="19"/>
                      </a:lnTo>
                      <a:lnTo>
                        <a:pt x="278" y="19"/>
                      </a:lnTo>
                      <a:lnTo>
                        <a:pt x="280" y="19"/>
                      </a:lnTo>
                      <a:lnTo>
                        <a:pt x="281" y="18"/>
                      </a:lnTo>
                      <a:lnTo>
                        <a:pt x="282" y="18"/>
                      </a:lnTo>
                      <a:lnTo>
                        <a:pt x="284" y="18"/>
                      </a:lnTo>
                      <a:lnTo>
                        <a:pt x="285" y="18"/>
                      </a:lnTo>
                      <a:lnTo>
                        <a:pt x="287" y="18"/>
                      </a:lnTo>
                      <a:lnTo>
                        <a:pt x="288" y="18"/>
                      </a:lnTo>
                      <a:lnTo>
                        <a:pt x="290" y="18"/>
                      </a:lnTo>
                      <a:lnTo>
                        <a:pt x="291" y="18"/>
                      </a:lnTo>
                      <a:lnTo>
                        <a:pt x="293" y="18"/>
                      </a:lnTo>
                      <a:lnTo>
                        <a:pt x="294" y="18"/>
                      </a:lnTo>
                      <a:lnTo>
                        <a:pt x="296" y="18"/>
                      </a:lnTo>
                      <a:lnTo>
                        <a:pt x="297" y="18"/>
                      </a:lnTo>
                      <a:lnTo>
                        <a:pt x="298" y="18"/>
                      </a:lnTo>
                      <a:lnTo>
                        <a:pt x="300" y="18"/>
                      </a:lnTo>
                      <a:lnTo>
                        <a:pt x="301" y="18"/>
                      </a:lnTo>
                      <a:lnTo>
                        <a:pt x="303" y="18"/>
                      </a:lnTo>
                      <a:lnTo>
                        <a:pt x="304" y="18"/>
                      </a:lnTo>
                      <a:lnTo>
                        <a:pt x="306" y="18"/>
                      </a:lnTo>
                      <a:lnTo>
                        <a:pt x="307" y="18"/>
                      </a:lnTo>
                      <a:lnTo>
                        <a:pt x="309" y="18"/>
                      </a:lnTo>
                      <a:lnTo>
                        <a:pt x="310" y="17"/>
                      </a:lnTo>
                      <a:lnTo>
                        <a:pt x="311" y="17"/>
                      </a:lnTo>
                      <a:lnTo>
                        <a:pt x="313" y="17"/>
                      </a:lnTo>
                      <a:lnTo>
                        <a:pt x="314" y="17"/>
                      </a:lnTo>
                      <a:lnTo>
                        <a:pt x="316" y="17"/>
                      </a:lnTo>
                      <a:lnTo>
                        <a:pt x="317" y="17"/>
                      </a:lnTo>
                      <a:lnTo>
                        <a:pt x="319" y="17"/>
                      </a:lnTo>
                      <a:lnTo>
                        <a:pt x="320" y="17"/>
                      </a:lnTo>
                      <a:lnTo>
                        <a:pt x="322" y="17"/>
                      </a:lnTo>
                      <a:lnTo>
                        <a:pt x="323" y="17"/>
                      </a:lnTo>
                      <a:lnTo>
                        <a:pt x="325" y="17"/>
                      </a:lnTo>
                      <a:lnTo>
                        <a:pt x="326" y="17"/>
                      </a:lnTo>
                      <a:lnTo>
                        <a:pt x="327" y="17"/>
                      </a:lnTo>
                      <a:lnTo>
                        <a:pt x="329" y="17"/>
                      </a:lnTo>
                      <a:lnTo>
                        <a:pt x="330" y="17"/>
                      </a:lnTo>
                      <a:lnTo>
                        <a:pt x="332" y="17"/>
                      </a:lnTo>
                      <a:lnTo>
                        <a:pt x="333" y="17"/>
                      </a:lnTo>
                      <a:lnTo>
                        <a:pt x="335" y="17"/>
                      </a:lnTo>
                      <a:lnTo>
                        <a:pt x="336" y="17"/>
                      </a:lnTo>
                      <a:lnTo>
                        <a:pt x="338" y="17"/>
                      </a:lnTo>
                      <a:lnTo>
                        <a:pt x="339" y="17"/>
                      </a:lnTo>
                      <a:lnTo>
                        <a:pt x="340" y="17"/>
                      </a:lnTo>
                      <a:lnTo>
                        <a:pt x="342" y="17"/>
                      </a:lnTo>
                      <a:lnTo>
                        <a:pt x="343" y="17"/>
                      </a:lnTo>
                      <a:lnTo>
                        <a:pt x="345" y="16"/>
                      </a:lnTo>
                      <a:lnTo>
                        <a:pt x="346" y="16"/>
                      </a:lnTo>
                      <a:lnTo>
                        <a:pt x="348" y="16"/>
                      </a:lnTo>
                      <a:lnTo>
                        <a:pt x="349" y="16"/>
                      </a:lnTo>
                      <a:lnTo>
                        <a:pt x="351" y="16"/>
                      </a:lnTo>
                      <a:lnTo>
                        <a:pt x="352" y="16"/>
                      </a:lnTo>
                      <a:lnTo>
                        <a:pt x="354" y="16"/>
                      </a:lnTo>
                      <a:lnTo>
                        <a:pt x="355" y="16"/>
                      </a:lnTo>
                      <a:lnTo>
                        <a:pt x="356" y="16"/>
                      </a:lnTo>
                      <a:lnTo>
                        <a:pt x="358" y="16"/>
                      </a:lnTo>
                      <a:lnTo>
                        <a:pt x="359" y="16"/>
                      </a:lnTo>
                      <a:lnTo>
                        <a:pt x="361" y="16"/>
                      </a:lnTo>
                      <a:lnTo>
                        <a:pt x="362" y="16"/>
                      </a:lnTo>
                      <a:lnTo>
                        <a:pt x="364" y="16"/>
                      </a:lnTo>
                      <a:lnTo>
                        <a:pt x="365" y="16"/>
                      </a:lnTo>
                      <a:lnTo>
                        <a:pt x="367" y="16"/>
                      </a:lnTo>
                      <a:lnTo>
                        <a:pt x="368" y="16"/>
                      </a:lnTo>
                      <a:lnTo>
                        <a:pt x="369" y="16"/>
                      </a:lnTo>
                      <a:lnTo>
                        <a:pt x="371" y="16"/>
                      </a:lnTo>
                      <a:lnTo>
                        <a:pt x="372" y="16"/>
                      </a:lnTo>
                      <a:lnTo>
                        <a:pt x="374" y="16"/>
                      </a:lnTo>
                      <a:lnTo>
                        <a:pt x="375" y="16"/>
                      </a:lnTo>
                      <a:lnTo>
                        <a:pt x="377" y="16"/>
                      </a:lnTo>
                      <a:lnTo>
                        <a:pt x="378" y="16"/>
                      </a:lnTo>
                      <a:lnTo>
                        <a:pt x="380" y="16"/>
                      </a:lnTo>
                      <a:lnTo>
                        <a:pt x="381" y="16"/>
                      </a:lnTo>
                      <a:lnTo>
                        <a:pt x="383" y="16"/>
                      </a:lnTo>
                      <a:lnTo>
                        <a:pt x="384" y="16"/>
                      </a:lnTo>
                      <a:lnTo>
                        <a:pt x="385" y="16"/>
                      </a:lnTo>
                      <a:lnTo>
                        <a:pt x="387" y="16"/>
                      </a:lnTo>
                      <a:lnTo>
                        <a:pt x="388" y="16"/>
                      </a:lnTo>
                      <a:lnTo>
                        <a:pt x="390" y="16"/>
                      </a:lnTo>
                      <a:lnTo>
                        <a:pt x="391" y="16"/>
                      </a:lnTo>
                      <a:lnTo>
                        <a:pt x="393" y="16"/>
                      </a:lnTo>
                      <a:lnTo>
                        <a:pt x="394" y="16"/>
                      </a:lnTo>
                      <a:lnTo>
                        <a:pt x="396" y="16"/>
                      </a:lnTo>
                      <a:lnTo>
                        <a:pt x="397" y="16"/>
                      </a:lnTo>
                      <a:lnTo>
                        <a:pt x="398" y="16"/>
                      </a:lnTo>
                      <a:lnTo>
                        <a:pt x="400" y="16"/>
                      </a:lnTo>
                      <a:lnTo>
                        <a:pt x="401" y="13"/>
                      </a:lnTo>
                      <a:lnTo>
                        <a:pt x="403" y="15"/>
                      </a:lnTo>
                      <a:lnTo>
                        <a:pt x="404" y="15"/>
                      </a:lnTo>
                      <a:lnTo>
                        <a:pt x="406" y="15"/>
                      </a:lnTo>
                      <a:lnTo>
                        <a:pt x="407" y="15"/>
                      </a:lnTo>
                      <a:lnTo>
                        <a:pt x="409" y="15"/>
                      </a:lnTo>
                      <a:lnTo>
                        <a:pt x="410" y="15"/>
                      </a:lnTo>
                      <a:lnTo>
                        <a:pt x="412" y="15"/>
                      </a:lnTo>
                      <a:lnTo>
                        <a:pt x="413" y="15"/>
                      </a:lnTo>
                      <a:lnTo>
                        <a:pt x="414" y="15"/>
                      </a:lnTo>
                      <a:lnTo>
                        <a:pt x="416" y="15"/>
                      </a:lnTo>
                      <a:lnTo>
                        <a:pt x="417" y="15"/>
                      </a:lnTo>
                      <a:lnTo>
                        <a:pt x="419" y="15"/>
                      </a:lnTo>
                      <a:lnTo>
                        <a:pt x="420" y="15"/>
                      </a:lnTo>
                      <a:lnTo>
                        <a:pt x="422" y="15"/>
                      </a:lnTo>
                      <a:lnTo>
                        <a:pt x="423" y="15"/>
                      </a:lnTo>
                      <a:lnTo>
                        <a:pt x="425" y="15"/>
                      </a:lnTo>
                      <a:lnTo>
                        <a:pt x="426" y="15"/>
                      </a:lnTo>
                      <a:lnTo>
                        <a:pt x="427" y="15"/>
                      </a:lnTo>
                      <a:lnTo>
                        <a:pt x="429" y="15"/>
                      </a:lnTo>
                      <a:lnTo>
                        <a:pt x="430" y="15"/>
                      </a:lnTo>
                      <a:lnTo>
                        <a:pt x="432" y="15"/>
                      </a:lnTo>
                      <a:lnTo>
                        <a:pt x="433" y="15"/>
                      </a:lnTo>
                      <a:lnTo>
                        <a:pt x="435" y="14"/>
                      </a:lnTo>
                      <a:lnTo>
                        <a:pt x="436" y="14"/>
                      </a:lnTo>
                      <a:lnTo>
                        <a:pt x="438" y="14"/>
                      </a:lnTo>
                      <a:lnTo>
                        <a:pt x="439" y="14"/>
                      </a:lnTo>
                      <a:lnTo>
                        <a:pt x="441" y="14"/>
                      </a:lnTo>
                      <a:lnTo>
                        <a:pt x="442" y="14"/>
                      </a:lnTo>
                      <a:lnTo>
                        <a:pt x="443" y="14"/>
                      </a:lnTo>
                      <a:lnTo>
                        <a:pt x="445" y="15"/>
                      </a:lnTo>
                      <a:lnTo>
                        <a:pt x="446" y="15"/>
                      </a:lnTo>
                      <a:lnTo>
                        <a:pt x="448" y="15"/>
                      </a:lnTo>
                      <a:lnTo>
                        <a:pt x="449" y="15"/>
                      </a:lnTo>
                      <a:lnTo>
                        <a:pt x="451" y="14"/>
                      </a:lnTo>
                      <a:lnTo>
                        <a:pt x="452" y="14"/>
                      </a:lnTo>
                      <a:lnTo>
                        <a:pt x="454" y="14"/>
                      </a:lnTo>
                      <a:lnTo>
                        <a:pt x="455" y="14"/>
                      </a:lnTo>
                      <a:lnTo>
                        <a:pt x="456" y="14"/>
                      </a:lnTo>
                      <a:lnTo>
                        <a:pt x="458" y="14"/>
                      </a:lnTo>
                      <a:lnTo>
                        <a:pt x="459" y="14"/>
                      </a:lnTo>
                      <a:lnTo>
                        <a:pt x="461" y="14"/>
                      </a:lnTo>
                      <a:lnTo>
                        <a:pt x="462" y="14"/>
                      </a:lnTo>
                      <a:lnTo>
                        <a:pt x="464" y="14"/>
                      </a:lnTo>
                      <a:lnTo>
                        <a:pt x="465" y="14"/>
                      </a:lnTo>
                      <a:lnTo>
                        <a:pt x="467" y="14"/>
                      </a:lnTo>
                      <a:lnTo>
                        <a:pt x="468" y="14"/>
                      </a:lnTo>
                      <a:lnTo>
                        <a:pt x="470" y="14"/>
                      </a:lnTo>
                      <a:lnTo>
                        <a:pt x="471" y="14"/>
                      </a:lnTo>
                      <a:lnTo>
                        <a:pt x="472" y="14"/>
                      </a:lnTo>
                      <a:lnTo>
                        <a:pt x="474" y="14"/>
                      </a:lnTo>
                      <a:lnTo>
                        <a:pt x="475" y="14"/>
                      </a:lnTo>
                      <a:lnTo>
                        <a:pt x="477" y="14"/>
                      </a:lnTo>
                      <a:lnTo>
                        <a:pt x="478" y="14"/>
                      </a:lnTo>
                      <a:lnTo>
                        <a:pt x="480" y="14"/>
                      </a:lnTo>
                      <a:lnTo>
                        <a:pt x="481" y="14"/>
                      </a:lnTo>
                      <a:lnTo>
                        <a:pt x="483" y="14"/>
                      </a:lnTo>
                      <a:lnTo>
                        <a:pt x="484" y="14"/>
                      </a:lnTo>
                      <a:lnTo>
                        <a:pt x="485" y="14"/>
                      </a:lnTo>
                      <a:lnTo>
                        <a:pt x="487" y="14"/>
                      </a:lnTo>
                      <a:lnTo>
                        <a:pt x="488" y="14"/>
                      </a:lnTo>
                      <a:lnTo>
                        <a:pt x="490" y="14"/>
                      </a:lnTo>
                      <a:lnTo>
                        <a:pt x="491" y="14"/>
                      </a:lnTo>
                      <a:lnTo>
                        <a:pt x="493" y="14"/>
                      </a:lnTo>
                      <a:lnTo>
                        <a:pt x="494" y="14"/>
                      </a:lnTo>
                      <a:lnTo>
                        <a:pt x="496" y="14"/>
                      </a:lnTo>
                      <a:lnTo>
                        <a:pt x="497" y="14"/>
                      </a:lnTo>
                      <a:lnTo>
                        <a:pt x="499" y="14"/>
                      </a:lnTo>
                      <a:lnTo>
                        <a:pt x="500" y="14"/>
                      </a:lnTo>
                      <a:lnTo>
                        <a:pt x="501" y="14"/>
                      </a:lnTo>
                      <a:lnTo>
                        <a:pt x="503" y="14"/>
                      </a:lnTo>
                      <a:lnTo>
                        <a:pt x="504" y="14"/>
                      </a:lnTo>
                      <a:lnTo>
                        <a:pt x="506" y="14"/>
                      </a:lnTo>
                      <a:lnTo>
                        <a:pt x="507" y="14"/>
                      </a:lnTo>
                      <a:lnTo>
                        <a:pt x="509" y="14"/>
                      </a:lnTo>
                      <a:lnTo>
                        <a:pt x="510" y="13"/>
                      </a:lnTo>
                      <a:lnTo>
                        <a:pt x="512" y="14"/>
                      </a:lnTo>
                      <a:lnTo>
                        <a:pt x="513" y="14"/>
                      </a:lnTo>
                      <a:lnTo>
                        <a:pt x="514" y="13"/>
                      </a:lnTo>
                      <a:lnTo>
                        <a:pt x="516" y="13"/>
                      </a:lnTo>
                      <a:lnTo>
                        <a:pt x="517" y="14"/>
                      </a:lnTo>
                      <a:lnTo>
                        <a:pt x="519" y="14"/>
                      </a:lnTo>
                      <a:lnTo>
                        <a:pt x="520" y="14"/>
                      </a:lnTo>
                      <a:lnTo>
                        <a:pt x="522" y="14"/>
                      </a:lnTo>
                      <a:lnTo>
                        <a:pt x="523" y="14"/>
                      </a:lnTo>
                      <a:lnTo>
                        <a:pt x="525" y="14"/>
                      </a:lnTo>
                      <a:lnTo>
                        <a:pt x="526" y="14"/>
                      </a:lnTo>
                      <a:lnTo>
                        <a:pt x="528" y="13"/>
                      </a:lnTo>
                      <a:lnTo>
                        <a:pt x="529" y="13"/>
                      </a:lnTo>
                      <a:lnTo>
                        <a:pt x="530" y="13"/>
                      </a:lnTo>
                      <a:lnTo>
                        <a:pt x="532" y="13"/>
                      </a:lnTo>
                      <a:lnTo>
                        <a:pt x="533" y="13"/>
                      </a:lnTo>
                      <a:lnTo>
                        <a:pt x="535" y="13"/>
                      </a:lnTo>
                      <a:lnTo>
                        <a:pt x="536" y="13"/>
                      </a:lnTo>
                      <a:lnTo>
                        <a:pt x="538" y="13"/>
                      </a:lnTo>
                      <a:lnTo>
                        <a:pt x="539" y="13"/>
                      </a:lnTo>
                      <a:lnTo>
                        <a:pt x="541" y="13"/>
                      </a:lnTo>
                      <a:lnTo>
                        <a:pt x="542" y="13"/>
                      </a:lnTo>
                      <a:lnTo>
                        <a:pt x="543" y="13"/>
                      </a:lnTo>
                      <a:lnTo>
                        <a:pt x="545" y="13"/>
                      </a:lnTo>
                      <a:lnTo>
                        <a:pt x="546" y="13"/>
                      </a:lnTo>
                      <a:lnTo>
                        <a:pt x="548" y="13"/>
                      </a:lnTo>
                      <a:lnTo>
                        <a:pt x="549" y="13"/>
                      </a:lnTo>
                      <a:lnTo>
                        <a:pt x="551" y="13"/>
                      </a:lnTo>
                      <a:lnTo>
                        <a:pt x="552" y="13"/>
                      </a:lnTo>
                      <a:lnTo>
                        <a:pt x="554" y="13"/>
                      </a:lnTo>
                      <a:lnTo>
                        <a:pt x="555" y="13"/>
                      </a:lnTo>
                      <a:lnTo>
                        <a:pt x="557" y="13"/>
                      </a:lnTo>
                      <a:lnTo>
                        <a:pt x="558" y="13"/>
                      </a:lnTo>
                      <a:lnTo>
                        <a:pt x="559" y="13"/>
                      </a:lnTo>
                      <a:lnTo>
                        <a:pt x="561" y="13"/>
                      </a:lnTo>
                      <a:lnTo>
                        <a:pt x="562" y="13"/>
                      </a:lnTo>
                      <a:lnTo>
                        <a:pt x="564" y="13"/>
                      </a:lnTo>
                      <a:lnTo>
                        <a:pt x="565" y="13"/>
                      </a:lnTo>
                      <a:lnTo>
                        <a:pt x="567" y="13"/>
                      </a:lnTo>
                      <a:lnTo>
                        <a:pt x="568" y="13"/>
                      </a:lnTo>
                      <a:lnTo>
                        <a:pt x="570" y="13"/>
                      </a:lnTo>
                      <a:lnTo>
                        <a:pt x="571" y="13"/>
                      </a:lnTo>
                      <a:lnTo>
                        <a:pt x="572" y="13"/>
                      </a:lnTo>
                      <a:lnTo>
                        <a:pt x="574" y="13"/>
                      </a:lnTo>
                      <a:lnTo>
                        <a:pt x="575" y="13"/>
                      </a:lnTo>
                      <a:lnTo>
                        <a:pt x="577" y="13"/>
                      </a:lnTo>
                      <a:lnTo>
                        <a:pt x="578" y="13"/>
                      </a:lnTo>
                      <a:lnTo>
                        <a:pt x="580" y="13"/>
                      </a:lnTo>
                      <a:lnTo>
                        <a:pt x="581" y="13"/>
                      </a:lnTo>
                      <a:lnTo>
                        <a:pt x="583" y="13"/>
                      </a:lnTo>
                      <a:lnTo>
                        <a:pt x="584" y="13"/>
                      </a:lnTo>
                      <a:lnTo>
                        <a:pt x="586" y="13"/>
                      </a:lnTo>
                      <a:lnTo>
                        <a:pt x="587" y="13"/>
                      </a:lnTo>
                      <a:lnTo>
                        <a:pt x="588" y="13"/>
                      </a:lnTo>
                      <a:lnTo>
                        <a:pt x="590" y="13"/>
                      </a:lnTo>
                      <a:lnTo>
                        <a:pt x="591" y="13"/>
                      </a:lnTo>
                      <a:lnTo>
                        <a:pt x="593" y="13"/>
                      </a:lnTo>
                      <a:lnTo>
                        <a:pt x="594" y="13"/>
                      </a:lnTo>
                      <a:lnTo>
                        <a:pt x="596" y="12"/>
                      </a:lnTo>
                      <a:lnTo>
                        <a:pt x="597" y="12"/>
                      </a:lnTo>
                      <a:lnTo>
                        <a:pt x="599" y="12"/>
                      </a:lnTo>
                      <a:lnTo>
                        <a:pt x="600" y="12"/>
                      </a:lnTo>
                      <a:lnTo>
                        <a:pt x="601" y="12"/>
                      </a:lnTo>
                      <a:lnTo>
                        <a:pt x="603" y="12"/>
                      </a:lnTo>
                      <a:lnTo>
                        <a:pt x="604" y="12"/>
                      </a:lnTo>
                      <a:lnTo>
                        <a:pt x="606" y="12"/>
                      </a:lnTo>
                      <a:lnTo>
                        <a:pt x="607" y="12"/>
                      </a:lnTo>
                      <a:lnTo>
                        <a:pt x="609" y="12"/>
                      </a:lnTo>
                      <a:lnTo>
                        <a:pt x="610" y="12"/>
                      </a:lnTo>
                      <a:lnTo>
                        <a:pt x="612" y="12"/>
                      </a:lnTo>
                      <a:lnTo>
                        <a:pt x="613" y="12"/>
                      </a:lnTo>
                      <a:lnTo>
                        <a:pt x="615" y="12"/>
                      </a:lnTo>
                      <a:lnTo>
                        <a:pt x="616" y="12"/>
                      </a:lnTo>
                      <a:lnTo>
                        <a:pt x="617" y="12"/>
                      </a:lnTo>
                      <a:lnTo>
                        <a:pt x="619" y="12"/>
                      </a:lnTo>
                      <a:lnTo>
                        <a:pt x="620" y="12"/>
                      </a:lnTo>
                      <a:lnTo>
                        <a:pt x="622" y="12"/>
                      </a:lnTo>
                      <a:lnTo>
                        <a:pt x="623" y="12"/>
                      </a:lnTo>
                      <a:lnTo>
                        <a:pt x="625" y="12"/>
                      </a:lnTo>
                      <a:lnTo>
                        <a:pt x="626" y="12"/>
                      </a:lnTo>
                      <a:lnTo>
                        <a:pt x="628" y="12"/>
                      </a:lnTo>
                      <a:lnTo>
                        <a:pt x="629" y="12"/>
                      </a:lnTo>
                      <a:lnTo>
                        <a:pt x="630" y="12"/>
                      </a:lnTo>
                      <a:lnTo>
                        <a:pt x="632" y="12"/>
                      </a:lnTo>
                      <a:lnTo>
                        <a:pt x="633" y="12"/>
                      </a:lnTo>
                      <a:lnTo>
                        <a:pt x="635" y="12"/>
                      </a:lnTo>
                      <a:lnTo>
                        <a:pt x="636" y="11"/>
                      </a:lnTo>
                      <a:lnTo>
                        <a:pt x="638" y="11"/>
                      </a:lnTo>
                      <a:lnTo>
                        <a:pt x="639" y="11"/>
                      </a:lnTo>
                      <a:lnTo>
                        <a:pt x="641" y="11"/>
                      </a:lnTo>
                      <a:lnTo>
                        <a:pt x="642" y="11"/>
                      </a:lnTo>
                      <a:lnTo>
                        <a:pt x="644" y="11"/>
                      </a:lnTo>
                      <a:lnTo>
                        <a:pt x="645" y="11"/>
                      </a:lnTo>
                      <a:lnTo>
                        <a:pt x="646" y="11"/>
                      </a:lnTo>
                      <a:lnTo>
                        <a:pt x="648" y="11"/>
                      </a:lnTo>
                      <a:lnTo>
                        <a:pt x="649" y="11"/>
                      </a:lnTo>
                      <a:lnTo>
                        <a:pt x="651" y="11"/>
                      </a:lnTo>
                      <a:lnTo>
                        <a:pt x="652" y="11"/>
                      </a:lnTo>
                      <a:lnTo>
                        <a:pt x="654" y="11"/>
                      </a:lnTo>
                      <a:lnTo>
                        <a:pt x="655" y="11"/>
                      </a:lnTo>
                      <a:lnTo>
                        <a:pt x="657" y="11"/>
                      </a:lnTo>
                      <a:lnTo>
                        <a:pt x="658" y="11"/>
                      </a:lnTo>
                      <a:lnTo>
                        <a:pt x="659" y="11"/>
                      </a:lnTo>
                      <a:lnTo>
                        <a:pt x="661" y="11"/>
                      </a:lnTo>
                      <a:lnTo>
                        <a:pt x="662" y="11"/>
                      </a:lnTo>
                      <a:lnTo>
                        <a:pt x="664" y="11"/>
                      </a:lnTo>
                      <a:lnTo>
                        <a:pt x="665" y="11"/>
                      </a:lnTo>
                      <a:lnTo>
                        <a:pt x="667" y="11"/>
                      </a:lnTo>
                      <a:lnTo>
                        <a:pt x="668" y="11"/>
                      </a:lnTo>
                      <a:lnTo>
                        <a:pt x="670" y="11"/>
                      </a:lnTo>
                      <a:lnTo>
                        <a:pt x="671" y="11"/>
                      </a:lnTo>
                      <a:lnTo>
                        <a:pt x="673" y="11"/>
                      </a:lnTo>
                      <a:lnTo>
                        <a:pt x="674" y="11"/>
                      </a:lnTo>
                      <a:lnTo>
                        <a:pt x="675" y="11"/>
                      </a:lnTo>
                      <a:lnTo>
                        <a:pt x="677" y="11"/>
                      </a:lnTo>
                      <a:lnTo>
                        <a:pt x="678" y="11"/>
                      </a:lnTo>
                      <a:lnTo>
                        <a:pt x="680" y="11"/>
                      </a:lnTo>
                      <a:lnTo>
                        <a:pt x="681" y="11"/>
                      </a:lnTo>
                      <a:lnTo>
                        <a:pt x="683" y="11"/>
                      </a:lnTo>
                      <a:lnTo>
                        <a:pt x="684" y="11"/>
                      </a:lnTo>
                      <a:lnTo>
                        <a:pt x="686" y="11"/>
                      </a:lnTo>
                      <a:lnTo>
                        <a:pt x="687" y="11"/>
                      </a:lnTo>
                      <a:lnTo>
                        <a:pt x="688" y="11"/>
                      </a:lnTo>
                      <a:lnTo>
                        <a:pt x="690" y="11"/>
                      </a:lnTo>
                      <a:lnTo>
                        <a:pt x="691" y="11"/>
                      </a:lnTo>
                      <a:lnTo>
                        <a:pt x="693" y="11"/>
                      </a:lnTo>
                      <a:lnTo>
                        <a:pt x="694" y="11"/>
                      </a:lnTo>
                      <a:lnTo>
                        <a:pt x="696" y="11"/>
                      </a:lnTo>
                      <a:lnTo>
                        <a:pt x="697" y="11"/>
                      </a:lnTo>
                      <a:lnTo>
                        <a:pt x="699" y="11"/>
                      </a:lnTo>
                      <a:lnTo>
                        <a:pt x="700" y="11"/>
                      </a:lnTo>
                      <a:lnTo>
                        <a:pt x="702" y="11"/>
                      </a:lnTo>
                      <a:lnTo>
                        <a:pt x="703" y="11"/>
                      </a:lnTo>
                      <a:lnTo>
                        <a:pt x="704" y="11"/>
                      </a:lnTo>
                      <a:lnTo>
                        <a:pt x="706" y="11"/>
                      </a:lnTo>
                      <a:lnTo>
                        <a:pt x="707" y="11"/>
                      </a:lnTo>
                      <a:lnTo>
                        <a:pt x="709" y="11"/>
                      </a:lnTo>
                      <a:lnTo>
                        <a:pt x="710" y="11"/>
                      </a:lnTo>
                      <a:lnTo>
                        <a:pt x="712" y="11"/>
                      </a:lnTo>
                      <a:lnTo>
                        <a:pt x="713" y="11"/>
                      </a:lnTo>
                      <a:lnTo>
                        <a:pt x="715" y="11"/>
                      </a:lnTo>
                      <a:lnTo>
                        <a:pt x="716" y="11"/>
                      </a:lnTo>
                      <a:lnTo>
                        <a:pt x="717" y="11"/>
                      </a:lnTo>
                      <a:lnTo>
                        <a:pt x="719" y="11"/>
                      </a:lnTo>
                      <a:lnTo>
                        <a:pt x="720" y="11"/>
                      </a:lnTo>
                      <a:lnTo>
                        <a:pt x="722" y="11"/>
                      </a:lnTo>
                      <a:lnTo>
                        <a:pt x="723" y="11"/>
                      </a:lnTo>
                      <a:lnTo>
                        <a:pt x="725" y="11"/>
                      </a:lnTo>
                      <a:lnTo>
                        <a:pt x="726" y="10"/>
                      </a:lnTo>
                      <a:lnTo>
                        <a:pt x="728" y="10"/>
                      </a:lnTo>
                      <a:lnTo>
                        <a:pt x="729" y="10"/>
                      </a:lnTo>
                      <a:lnTo>
                        <a:pt x="731" y="10"/>
                      </a:lnTo>
                      <a:lnTo>
                        <a:pt x="732" y="10"/>
                      </a:lnTo>
                      <a:lnTo>
                        <a:pt x="733" y="10"/>
                      </a:lnTo>
                      <a:lnTo>
                        <a:pt x="735" y="10"/>
                      </a:lnTo>
                      <a:lnTo>
                        <a:pt x="736" y="10"/>
                      </a:lnTo>
                      <a:lnTo>
                        <a:pt x="738" y="10"/>
                      </a:lnTo>
                      <a:lnTo>
                        <a:pt x="739" y="10"/>
                      </a:lnTo>
                      <a:lnTo>
                        <a:pt x="741" y="10"/>
                      </a:lnTo>
                      <a:lnTo>
                        <a:pt x="742" y="10"/>
                      </a:lnTo>
                      <a:lnTo>
                        <a:pt x="744" y="10"/>
                      </a:lnTo>
                      <a:lnTo>
                        <a:pt x="745" y="10"/>
                      </a:lnTo>
                      <a:lnTo>
                        <a:pt x="746" y="10"/>
                      </a:lnTo>
                      <a:lnTo>
                        <a:pt x="748" y="10"/>
                      </a:lnTo>
                      <a:lnTo>
                        <a:pt x="749" y="10"/>
                      </a:lnTo>
                      <a:lnTo>
                        <a:pt x="751" y="10"/>
                      </a:lnTo>
                      <a:lnTo>
                        <a:pt x="752" y="10"/>
                      </a:lnTo>
                      <a:lnTo>
                        <a:pt x="754" y="10"/>
                      </a:lnTo>
                      <a:lnTo>
                        <a:pt x="755" y="10"/>
                      </a:lnTo>
                      <a:lnTo>
                        <a:pt x="757" y="10"/>
                      </a:lnTo>
                      <a:lnTo>
                        <a:pt x="758" y="10"/>
                      </a:lnTo>
                      <a:lnTo>
                        <a:pt x="760" y="10"/>
                      </a:lnTo>
                      <a:lnTo>
                        <a:pt x="761" y="10"/>
                      </a:lnTo>
                      <a:lnTo>
                        <a:pt x="762" y="10"/>
                      </a:lnTo>
                      <a:lnTo>
                        <a:pt x="764" y="10"/>
                      </a:lnTo>
                      <a:lnTo>
                        <a:pt x="765" y="10"/>
                      </a:lnTo>
                      <a:lnTo>
                        <a:pt x="767" y="9"/>
                      </a:lnTo>
                      <a:lnTo>
                        <a:pt x="768" y="10"/>
                      </a:lnTo>
                      <a:lnTo>
                        <a:pt x="770" y="9"/>
                      </a:lnTo>
                      <a:lnTo>
                        <a:pt x="771" y="9"/>
                      </a:lnTo>
                      <a:lnTo>
                        <a:pt x="773" y="9"/>
                      </a:lnTo>
                      <a:lnTo>
                        <a:pt x="774" y="9"/>
                      </a:lnTo>
                      <a:lnTo>
                        <a:pt x="775" y="9"/>
                      </a:lnTo>
                      <a:lnTo>
                        <a:pt x="777" y="9"/>
                      </a:lnTo>
                      <a:lnTo>
                        <a:pt x="778" y="9"/>
                      </a:lnTo>
                      <a:lnTo>
                        <a:pt x="780" y="9"/>
                      </a:lnTo>
                      <a:lnTo>
                        <a:pt x="781" y="9"/>
                      </a:lnTo>
                      <a:lnTo>
                        <a:pt x="783" y="9"/>
                      </a:lnTo>
                      <a:lnTo>
                        <a:pt x="784" y="9"/>
                      </a:lnTo>
                      <a:lnTo>
                        <a:pt x="786" y="9"/>
                      </a:lnTo>
                      <a:lnTo>
                        <a:pt x="787" y="9"/>
                      </a:lnTo>
                      <a:lnTo>
                        <a:pt x="789" y="9"/>
                      </a:lnTo>
                      <a:lnTo>
                        <a:pt x="790" y="9"/>
                      </a:lnTo>
                      <a:lnTo>
                        <a:pt x="791" y="9"/>
                      </a:lnTo>
                      <a:lnTo>
                        <a:pt x="793" y="9"/>
                      </a:lnTo>
                      <a:lnTo>
                        <a:pt x="794" y="9"/>
                      </a:lnTo>
                      <a:lnTo>
                        <a:pt x="796" y="9"/>
                      </a:lnTo>
                      <a:lnTo>
                        <a:pt x="797" y="9"/>
                      </a:lnTo>
                      <a:lnTo>
                        <a:pt x="799" y="9"/>
                      </a:lnTo>
                      <a:lnTo>
                        <a:pt x="800" y="9"/>
                      </a:lnTo>
                      <a:lnTo>
                        <a:pt x="802" y="9"/>
                      </a:lnTo>
                      <a:lnTo>
                        <a:pt x="803" y="9"/>
                      </a:lnTo>
                      <a:lnTo>
                        <a:pt x="804" y="9"/>
                      </a:lnTo>
                      <a:lnTo>
                        <a:pt x="806" y="9"/>
                      </a:lnTo>
                      <a:lnTo>
                        <a:pt x="807" y="9"/>
                      </a:lnTo>
                      <a:lnTo>
                        <a:pt x="809" y="9"/>
                      </a:lnTo>
                      <a:lnTo>
                        <a:pt x="810" y="9"/>
                      </a:lnTo>
                      <a:lnTo>
                        <a:pt x="812" y="9"/>
                      </a:lnTo>
                      <a:lnTo>
                        <a:pt x="813" y="9"/>
                      </a:lnTo>
                      <a:lnTo>
                        <a:pt x="815" y="9"/>
                      </a:lnTo>
                      <a:lnTo>
                        <a:pt x="816" y="9"/>
                      </a:lnTo>
                      <a:lnTo>
                        <a:pt x="818" y="9"/>
                      </a:lnTo>
                      <a:lnTo>
                        <a:pt x="819" y="9"/>
                      </a:lnTo>
                      <a:lnTo>
                        <a:pt x="820" y="9"/>
                      </a:lnTo>
                      <a:lnTo>
                        <a:pt x="822" y="9"/>
                      </a:lnTo>
                      <a:lnTo>
                        <a:pt x="823" y="9"/>
                      </a:lnTo>
                      <a:lnTo>
                        <a:pt x="825" y="9"/>
                      </a:lnTo>
                      <a:lnTo>
                        <a:pt x="826" y="9"/>
                      </a:lnTo>
                      <a:lnTo>
                        <a:pt x="828" y="8"/>
                      </a:lnTo>
                      <a:lnTo>
                        <a:pt x="829" y="9"/>
                      </a:lnTo>
                      <a:lnTo>
                        <a:pt x="831" y="9"/>
                      </a:lnTo>
                      <a:lnTo>
                        <a:pt x="832" y="9"/>
                      </a:lnTo>
                      <a:lnTo>
                        <a:pt x="833" y="9"/>
                      </a:lnTo>
                      <a:lnTo>
                        <a:pt x="835" y="9"/>
                      </a:lnTo>
                      <a:lnTo>
                        <a:pt x="836" y="8"/>
                      </a:lnTo>
                      <a:lnTo>
                        <a:pt x="838" y="8"/>
                      </a:lnTo>
                      <a:lnTo>
                        <a:pt x="839" y="8"/>
                      </a:lnTo>
                      <a:lnTo>
                        <a:pt x="841" y="8"/>
                      </a:lnTo>
                      <a:lnTo>
                        <a:pt x="842" y="8"/>
                      </a:lnTo>
                      <a:lnTo>
                        <a:pt x="844" y="8"/>
                      </a:lnTo>
                      <a:lnTo>
                        <a:pt x="845" y="8"/>
                      </a:lnTo>
                      <a:lnTo>
                        <a:pt x="847" y="8"/>
                      </a:lnTo>
                      <a:lnTo>
                        <a:pt x="848" y="8"/>
                      </a:lnTo>
                      <a:lnTo>
                        <a:pt x="849" y="8"/>
                      </a:lnTo>
                      <a:lnTo>
                        <a:pt x="851" y="8"/>
                      </a:lnTo>
                      <a:lnTo>
                        <a:pt x="852" y="8"/>
                      </a:lnTo>
                      <a:lnTo>
                        <a:pt x="854" y="8"/>
                      </a:lnTo>
                      <a:lnTo>
                        <a:pt x="855" y="8"/>
                      </a:lnTo>
                      <a:lnTo>
                        <a:pt x="857" y="8"/>
                      </a:lnTo>
                      <a:lnTo>
                        <a:pt x="858" y="8"/>
                      </a:lnTo>
                      <a:lnTo>
                        <a:pt x="860" y="8"/>
                      </a:lnTo>
                      <a:lnTo>
                        <a:pt x="861" y="8"/>
                      </a:lnTo>
                      <a:lnTo>
                        <a:pt x="862" y="8"/>
                      </a:lnTo>
                      <a:lnTo>
                        <a:pt x="864" y="8"/>
                      </a:lnTo>
                      <a:lnTo>
                        <a:pt x="865" y="8"/>
                      </a:lnTo>
                      <a:lnTo>
                        <a:pt x="867" y="8"/>
                      </a:lnTo>
                      <a:lnTo>
                        <a:pt x="868" y="8"/>
                      </a:lnTo>
                      <a:lnTo>
                        <a:pt x="870" y="8"/>
                      </a:lnTo>
                      <a:lnTo>
                        <a:pt x="871" y="8"/>
                      </a:lnTo>
                      <a:lnTo>
                        <a:pt x="873" y="8"/>
                      </a:lnTo>
                      <a:lnTo>
                        <a:pt x="874" y="8"/>
                      </a:lnTo>
                      <a:lnTo>
                        <a:pt x="876" y="8"/>
                      </a:lnTo>
                      <a:lnTo>
                        <a:pt x="877" y="8"/>
                      </a:lnTo>
                      <a:lnTo>
                        <a:pt x="878" y="8"/>
                      </a:lnTo>
                      <a:lnTo>
                        <a:pt x="880" y="8"/>
                      </a:lnTo>
                      <a:lnTo>
                        <a:pt x="881" y="8"/>
                      </a:lnTo>
                      <a:lnTo>
                        <a:pt x="883" y="8"/>
                      </a:lnTo>
                      <a:lnTo>
                        <a:pt x="884" y="8"/>
                      </a:lnTo>
                      <a:lnTo>
                        <a:pt x="886" y="8"/>
                      </a:lnTo>
                      <a:lnTo>
                        <a:pt x="887" y="8"/>
                      </a:lnTo>
                      <a:lnTo>
                        <a:pt x="889" y="8"/>
                      </a:lnTo>
                      <a:lnTo>
                        <a:pt x="890" y="8"/>
                      </a:lnTo>
                      <a:lnTo>
                        <a:pt x="891" y="8"/>
                      </a:lnTo>
                      <a:lnTo>
                        <a:pt x="893" y="8"/>
                      </a:lnTo>
                      <a:lnTo>
                        <a:pt x="894" y="8"/>
                      </a:lnTo>
                      <a:lnTo>
                        <a:pt x="896" y="8"/>
                      </a:lnTo>
                      <a:lnTo>
                        <a:pt x="897" y="8"/>
                      </a:lnTo>
                      <a:lnTo>
                        <a:pt x="899" y="7"/>
                      </a:lnTo>
                      <a:lnTo>
                        <a:pt x="900" y="7"/>
                      </a:lnTo>
                      <a:lnTo>
                        <a:pt x="902" y="7"/>
                      </a:lnTo>
                      <a:lnTo>
                        <a:pt x="903" y="7"/>
                      </a:lnTo>
                      <a:lnTo>
                        <a:pt x="905" y="7"/>
                      </a:lnTo>
                      <a:lnTo>
                        <a:pt x="906" y="7"/>
                      </a:lnTo>
                      <a:lnTo>
                        <a:pt x="907" y="7"/>
                      </a:lnTo>
                      <a:lnTo>
                        <a:pt x="909" y="7"/>
                      </a:lnTo>
                      <a:lnTo>
                        <a:pt x="910" y="7"/>
                      </a:lnTo>
                      <a:lnTo>
                        <a:pt x="912" y="7"/>
                      </a:lnTo>
                      <a:lnTo>
                        <a:pt x="913" y="7"/>
                      </a:lnTo>
                      <a:lnTo>
                        <a:pt x="915" y="7"/>
                      </a:lnTo>
                      <a:lnTo>
                        <a:pt x="916" y="7"/>
                      </a:lnTo>
                      <a:lnTo>
                        <a:pt x="918" y="7"/>
                      </a:lnTo>
                      <a:lnTo>
                        <a:pt x="919" y="7"/>
                      </a:lnTo>
                      <a:lnTo>
                        <a:pt x="920" y="7"/>
                      </a:lnTo>
                      <a:lnTo>
                        <a:pt x="922" y="7"/>
                      </a:lnTo>
                      <a:lnTo>
                        <a:pt x="923" y="7"/>
                      </a:lnTo>
                      <a:lnTo>
                        <a:pt x="925" y="7"/>
                      </a:lnTo>
                      <a:lnTo>
                        <a:pt x="926" y="7"/>
                      </a:lnTo>
                      <a:lnTo>
                        <a:pt x="928" y="7"/>
                      </a:lnTo>
                      <a:lnTo>
                        <a:pt x="929" y="7"/>
                      </a:lnTo>
                      <a:lnTo>
                        <a:pt x="931" y="7"/>
                      </a:lnTo>
                      <a:lnTo>
                        <a:pt x="932" y="7"/>
                      </a:lnTo>
                      <a:lnTo>
                        <a:pt x="934" y="7"/>
                      </a:lnTo>
                      <a:lnTo>
                        <a:pt x="935" y="7"/>
                      </a:lnTo>
                      <a:lnTo>
                        <a:pt x="936" y="7"/>
                      </a:lnTo>
                      <a:lnTo>
                        <a:pt x="938" y="7"/>
                      </a:lnTo>
                      <a:lnTo>
                        <a:pt x="939" y="7"/>
                      </a:lnTo>
                      <a:lnTo>
                        <a:pt x="941" y="7"/>
                      </a:lnTo>
                      <a:lnTo>
                        <a:pt x="942" y="6"/>
                      </a:lnTo>
                      <a:lnTo>
                        <a:pt x="944" y="6"/>
                      </a:lnTo>
                      <a:lnTo>
                        <a:pt x="945" y="6"/>
                      </a:lnTo>
                      <a:lnTo>
                        <a:pt x="947" y="6"/>
                      </a:lnTo>
                      <a:lnTo>
                        <a:pt x="948" y="7"/>
                      </a:lnTo>
                      <a:lnTo>
                        <a:pt x="949" y="6"/>
                      </a:lnTo>
                      <a:lnTo>
                        <a:pt x="951" y="6"/>
                      </a:lnTo>
                      <a:lnTo>
                        <a:pt x="952" y="6"/>
                      </a:lnTo>
                      <a:lnTo>
                        <a:pt x="954" y="7"/>
                      </a:lnTo>
                      <a:lnTo>
                        <a:pt x="955" y="7"/>
                      </a:lnTo>
                      <a:lnTo>
                        <a:pt x="957" y="7"/>
                      </a:lnTo>
                      <a:lnTo>
                        <a:pt x="958" y="7"/>
                      </a:lnTo>
                      <a:lnTo>
                        <a:pt x="960" y="7"/>
                      </a:lnTo>
                      <a:lnTo>
                        <a:pt x="961" y="6"/>
                      </a:lnTo>
                      <a:lnTo>
                        <a:pt x="963" y="6"/>
                      </a:lnTo>
                      <a:lnTo>
                        <a:pt x="964" y="7"/>
                      </a:lnTo>
                      <a:lnTo>
                        <a:pt x="965" y="6"/>
                      </a:lnTo>
                      <a:lnTo>
                        <a:pt x="967" y="7"/>
                      </a:lnTo>
                      <a:lnTo>
                        <a:pt x="968" y="6"/>
                      </a:lnTo>
                      <a:lnTo>
                        <a:pt x="970" y="6"/>
                      </a:lnTo>
                      <a:lnTo>
                        <a:pt x="971" y="6"/>
                      </a:lnTo>
                      <a:lnTo>
                        <a:pt x="973" y="6"/>
                      </a:lnTo>
                      <a:lnTo>
                        <a:pt x="974" y="6"/>
                      </a:lnTo>
                      <a:lnTo>
                        <a:pt x="976" y="6"/>
                      </a:lnTo>
                      <a:lnTo>
                        <a:pt x="977" y="6"/>
                      </a:lnTo>
                      <a:lnTo>
                        <a:pt x="978" y="6"/>
                      </a:lnTo>
                      <a:lnTo>
                        <a:pt x="980" y="6"/>
                      </a:lnTo>
                      <a:lnTo>
                        <a:pt x="981" y="6"/>
                      </a:lnTo>
                      <a:lnTo>
                        <a:pt x="983" y="6"/>
                      </a:lnTo>
                      <a:lnTo>
                        <a:pt x="984" y="6"/>
                      </a:lnTo>
                      <a:lnTo>
                        <a:pt x="986" y="6"/>
                      </a:lnTo>
                      <a:lnTo>
                        <a:pt x="987" y="6"/>
                      </a:lnTo>
                      <a:lnTo>
                        <a:pt x="989" y="6"/>
                      </a:lnTo>
                      <a:lnTo>
                        <a:pt x="990" y="6"/>
                      </a:lnTo>
                      <a:lnTo>
                        <a:pt x="992" y="6"/>
                      </a:lnTo>
                      <a:lnTo>
                        <a:pt x="993" y="6"/>
                      </a:lnTo>
                      <a:lnTo>
                        <a:pt x="994" y="6"/>
                      </a:lnTo>
                      <a:lnTo>
                        <a:pt x="996" y="6"/>
                      </a:lnTo>
                      <a:lnTo>
                        <a:pt x="997" y="6"/>
                      </a:lnTo>
                      <a:lnTo>
                        <a:pt x="999" y="6"/>
                      </a:lnTo>
                      <a:lnTo>
                        <a:pt x="1000" y="6"/>
                      </a:lnTo>
                      <a:lnTo>
                        <a:pt x="1002" y="6"/>
                      </a:lnTo>
                      <a:lnTo>
                        <a:pt x="1003" y="6"/>
                      </a:lnTo>
                      <a:lnTo>
                        <a:pt x="1005" y="6"/>
                      </a:lnTo>
                      <a:lnTo>
                        <a:pt x="1006" y="6"/>
                      </a:lnTo>
                      <a:lnTo>
                        <a:pt x="1007" y="6"/>
                      </a:lnTo>
                      <a:lnTo>
                        <a:pt x="1009" y="6"/>
                      </a:lnTo>
                      <a:lnTo>
                        <a:pt x="1010" y="6"/>
                      </a:lnTo>
                      <a:lnTo>
                        <a:pt x="1012" y="6"/>
                      </a:lnTo>
                      <a:lnTo>
                        <a:pt x="1013" y="6"/>
                      </a:lnTo>
                      <a:lnTo>
                        <a:pt x="1015" y="6"/>
                      </a:lnTo>
                      <a:lnTo>
                        <a:pt x="1016" y="6"/>
                      </a:lnTo>
                      <a:lnTo>
                        <a:pt x="1018" y="6"/>
                      </a:lnTo>
                      <a:lnTo>
                        <a:pt x="1019" y="6"/>
                      </a:lnTo>
                      <a:lnTo>
                        <a:pt x="1021" y="6"/>
                      </a:lnTo>
                      <a:lnTo>
                        <a:pt x="1022" y="6"/>
                      </a:lnTo>
                      <a:lnTo>
                        <a:pt x="1023" y="6"/>
                      </a:lnTo>
                      <a:lnTo>
                        <a:pt x="1025" y="6"/>
                      </a:lnTo>
                      <a:lnTo>
                        <a:pt x="1026" y="5"/>
                      </a:lnTo>
                      <a:lnTo>
                        <a:pt x="1028" y="5"/>
                      </a:lnTo>
                      <a:lnTo>
                        <a:pt x="1029" y="5"/>
                      </a:lnTo>
                      <a:lnTo>
                        <a:pt x="1031" y="5"/>
                      </a:lnTo>
                      <a:lnTo>
                        <a:pt x="1032" y="5"/>
                      </a:lnTo>
                      <a:lnTo>
                        <a:pt x="1034" y="5"/>
                      </a:lnTo>
                      <a:lnTo>
                        <a:pt x="1035" y="5"/>
                      </a:lnTo>
                      <a:lnTo>
                        <a:pt x="1036" y="5"/>
                      </a:lnTo>
                      <a:lnTo>
                        <a:pt x="1038" y="5"/>
                      </a:lnTo>
                      <a:lnTo>
                        <a:pt x="1039" y="5"/>
                      </a:lnTo>
                      <a:lnTo>
                        <a:pt x="1041" y="5"/>
                      </a:lnTo>
                      <a:lnTo>
                        <a:pt x="1042" y="5"/>
                      </a:lnTo>
                      <a:lnTo>
                        <a:pt x="1044" y="5"/>
                      </a:lnTo>
                      <a:lnTo>
                        <a:pt x="1045" y="5"/>
                      </a:lnTo>
                      <a:lnTo>
                        <a:pt x="1047" y="5"/>
                      </a:lnTo>
                      <a:lnTo>
                        <a:pt x="1048" y="5"/>
                      </a:lnTo>
                      <a:lnTo>
                        <a:pt x="1050" y="5"/>
                      </a:lnTo>
                      <a:lnTo>
                        <a:pt x="1051" y="5"/>
                      </a:lnTo>
                      <a:lnTo>
                        <a:pt x="1052" y="5"/>
                      </a:lnTo>
                      <a:lnTo>
                        <a:pt x="1054" y="5"/>
                      </a:lnTo>
                      <a:lnTo>
                        <a:pt x="1055" y="5"/>
                      </a:lnTo>
                      <a:lnTo>
                        <a:pt x="1057" y="5"/>
                      </a:lnTo>
                      <a:lnTo>
                        <a:pt x="1058" y="5"/>
                      </a:lnTo>
                      <a:lnTo>
                        <a:pt x="1060" y="5"/>
                      </a:lnTo>
                      <a:lnTo>
                        <a:pt x="1061" y="5"/>
                      </a:lnTo>
                      <a:lnTo>
                        <a:pt x="1063" y="5"/>
                      </a:lnTo>
                      <a:lnTo>
                        <a:pt x="1064" y="5"/>
                      </a:lnTo>
                      <a:lnTo>
                        <a:pt x="1065" y="5"/>
                      </a:lnTo>
                      <a:lnTo>
                        <a:pt x="1067" y="5"/>
                      </a:lnTo>
                      <a:lnTo>
                        <a:pt x="1068" y="5"/>
                      </a:lnTo>
                      <a:lnTo>
                        <a:pt x="1070" y="5"/>
                      </a:lnTo>
                      <a:lnTo>
                        <a:pt x="1071" y="5"/>
                      </a:lnTo>
                      <a:lnTo>
                        <a:pt x="1073" y="5"/>
                      </a:lnTo>
                      <a:lnTo>
                        <a:pt x="1074" y="5"/>
                      </a:lnTo>
                      <a:lnTo>
                        <a:pt x="1076" y="5"/>
                      </a:lnTo>
                      <a:lnTo>
                        <a:pt x="1077" y="5"/>
                      </a:lnTo>
                      <a:lnTo>
                        <a:pt x="1079" y="5"/>
                      </a:lnTo>
                      <a:lnTo>
                        <a:pt x="1080" y="5"/>
                      </a:lnTo>
                      <a:lnTo>
                        <a:pt x="1081" y="5"/>
                      </a:lnTo>
                      <a:lnTo>
                        <a:pt x="1083" y="4"/>
                      </a:lnTo>
                      <a:lnTo>
                        <a:pt x="1084" y="5"/>
                      </a:lnTo>
                      <a:lnTo>
                        <a:pt x="1086" y="4"/>
                      </a:lnTo>
                      <a:lnTo>
                        <a:pt x="1087" y="5"/>
                      </a:lnTo>
                      <a:lnTo>
                        <a:pt x="1089" y="4"/>
                      </a:lnTo>
                      <a:lnTo>
                        <a:pt x="1090" y="5"/>
                      </a:lnTo>
                      <a:lnTo>
                        <a:pt x="1092" y="5"/>
                      </a:lnTo>
                      <a:lnTo>
                        <a:pt x="1093" y="5"/>
                      </a:lnTo>
                      <a:lnTo>
                        <a:pt x="1094" y="4"/>
                      </a:lnTo>
                      <a:lnTo>
                        <a:pt x="1096" y="4"/>
                      </a:lnTo>
                      <a:lnTo>
                        <a:pt x="1097" y="4"/>
                      </a:lnTo>
                      <a:lnTo>
                        <a:pt x="1099" y="4"/>
                      </a:lnTo>
                      <a:lnTo>
                        <a:pt x="1100" y="4"/>
                      </a:lnTo>
                      <a:lnTo>
                        <a:pt x="1102" y="4"/>
                      </a:lnTo>
                      <a:lnTo>
                        <a:pt x="1103" y="4"/>
                      </a:lnTo>
                      <a:lnTo>
                        <a:pt x="1105" y="4"/>
                      </a:lnTo>
                      <a:lnTo>
                        <a:pt x="1106" y="4"/>
                      </a:lnTo>
                      <a:lnTo>
                        <a:pt x="1108" y="4"/>
                      </a:lnTo>
                      <a:lnTo>
                        <a:pt x="1109" y="4"/>
                      </a:lnTo>
                      <a:lnTo>
                        <a:pt x="1110" y="4"/>
                      </a:lnTo>
                      <a:lnTo>
                        <a:pt x="1112" y="4"/>
                      </a:lnTo>
                      <a:lnTo>
                        <a:pt x="1113" y="4"/>
                      </a:lnTo>
                      <a:lnTo>
                        <a:pt x="1115" y="4"/>
                      </a:lnTo>
                      <a:lnTo>
                        <a:pt x="1116" y="4"/>
                      </a:lnTo>
                      <a:lnTo>
                        <a:pt x="1118" y="4"/>
                      </a:lnTo>
                      <a:lnTo>
                        <a:pt x="1119" y="4"/>
                      </a:lnTo>
                      <a:lnTo>
                        <a:pt x="1121" y="4"/>
                      </a:lnTo>
                      <a:lnTo>
                        <a:pt x="1122" y="4"/>
                      </a:lnTo>
                      <a:lnTo>
                        <a:pt x="1123" y="4"/>
                      </a:lnTo>
                      <a:lnTo>
                        <a:pt x="1125" y="4"/>
                      </a:lnTo>
                      <a:lnTo>
                        <a:pt x="1126" y="4"/>
                      </a:lnTo>
                      <a:lnTo>
                        <a:pt x="1128" y="4"/>
                      </a:lnTo>
                      <a:lnTo>
                        <a:pt x="1129" y="4"/>
                      </a:lnTo>
                      <a:lnTo>
                        <a:pt x="1131" y="4"/>
                      </a:lnTo>
                      <a:lnTo>
                        <a:pt x="1132" y="4"/>
                      </a:lnTo>
                      <a:lnTo>
                        <a:pt x="1134" y="4"/>
                      </a:lnTo>
                      <a:lnTo>
                        <a:pt x="1135" y="4"/>
                      </a:lnTo>
                      <a:lnTo>
                        <a:pt x="1137" y="4"/>
                      </a:lnTo>
                      <a:lnTo>
                        <a:pt x="1138" y="4"/>
                      </a:lnTo>
                      <a:lnTo>
                        <a:pt x="1139" y="4"/>
                      </a:lnTo>
                      <a:lnTo>
                        <a:pt x="1141" y="4"/>
                      </a:lnTo>
                      <a:lnTo>
                        <a:pt x="1142" y="4"/>
                      </a:lnTo>
                      <a:lnTo>
                        <a:pt x="1144" y="4"/>
                      </a:lnTo>
                      <a:lnTo>
                        <a:pt x="1145" y="4"/>
                      </a:lnTo>
                      <a:lnTo>
                        <a:pt x="1147" y="4"/>
                      </a:lnTo>
                      <a:lnTo>
                        <a:pt x="1148" y="4"/>
                      </a:lnTo>
                      <a:lnTo>
                        <a:pt x="1150" y="4"/>
                      </a:lnTo>
                      <a:lnTo>
                        <a:pt x="1151" y="4"/>
                      </a:lnTo>
                      <a:lnTo>
                        <a:pt x="1152" y="3"/>
                      </a:lnTo>
                      <a:lnTo>
                        <a:pt x="1154" y="3"/>
                      </a:lnTo>
                      <a:lnTo>
                        <a:pt x="1155" y="3"/>
                      </a:lnTo>
                      <a:lnTo>
                        <a:pt x="1157" y="3"/>
                      </a:lnTo>
                      <a:lnTo>
                        <a:pt x="1158" y="3"/>
                      </a:lnTo>
                      <a:lnTo>
                        <a:pt x="1160" y="3"/>
                      </a:lnTo>
                      <a:lnTo>
                        <a:pt x="1161" y="3"/>
                      </a:lnTo>
                      <a:lnTo>
                        <a:pt x="1163" y="3"/>
                      </a:lnTo>
                      <a:lnTo>
                        <a:pt x="1164" y="3"/>
                      </a:lnTo>
                      <a:lnTo>
                        <a:pt x="1166" y="3"/>
                      </a:lnTo>
                      <a:lnTo>
                        <a:pt x="1167" y="3"/>
                      </a:lnTo>
                      <a:lnTo>
                        <a:pt x="1168" y="3"/>
                      </a:lnTo>
                      <a:lnTo>
                        <a:pt x="1170" y="3"/>
                      </a:lnTo>
                      <a:lnTo>
                        <a:pt x="1171" y="3"/>
                      </a:lnTo>
                      <a:lnTo>
                        <a:pt x="1173" y="3"/>
                      </a:lnTo>
                      <a:lnTo>
                        <a:pt x="1174" y="3"/>
                      </a:lnTo>
                      <a:lnTo>
                        <a:pt x="1176" y="3"/>
                      </a:lnTo>
                      <a:lnTo>
                        <a:pt x="1177" y="3"/>
                      </a:lnTo>
                      <a:lnTo>
                        <a:pt x="1179" y="3"/>
                      </a:lnTo>
                      <a:lnTo>
                        <a:pt x="1180" y="3"/>
                      </a:lnTo>
                      <a:lnTo>
                        <a:pt x="1181" y="3"/>
                      </a:lnTo>
                      <a:lnTo>
                        <a:pt x="1183" y="3"/>
                      </a:lnTo>
                      <a:lnTo>
                        <a:pt x="1184" y="3"/>
                      </a:lnTo>
                      <a:lnTo>
                        <a:pt x="1186" y="3"/>
                      </a:lnTo>
                      <a:lnTo>
                        <a:pt x="1187" y="3"/>
                      </a:lnTo>
                      <a:lnTo>
                        <a:pt x="1189" y="3"/>
                      </a:lnTo>
                      <a:lnTo>
                        <a:pt x="1190" y="3"/>
                      </a:lnTo>
                      <a:lnTo>
                        <a:pt x="1192" y="3"/>
                      </a:lnTo>
                      <a:lnTo>
                        <a:pt x="1193" y="3"/>
                      </a:lnTo>
                      <a:lnTo>
                        <a:pt x="1195" y="3"/>
                      </a:lnTo>
                      <a:lnTo>
                        <a:pt x="1196" y="3"/>
                      </a:lnTo>
                      <a:lnTo>
                        <a:pt x="1197" y="3"/>
                      </a:lnTo>
                      <a:lnTo>
                        <a:pt x="1199" y="3"/>
                      </a:lnTo>
                      <a:lnTo>
                        <a:pt x="1200" y="3"/>
                      </a:lnTo>
                      <a:lnTo>
                        <a:pt x="1202" y="3"/>
                      </a:lnTo>
                      <a:lnTo>
                        <a:pt x="1203" y="3"/>
                      </a:lnTo>
                      <a:lnTo>
                        <a:pt x="1205" y="3"/>
                      </a:lnTo>
                      <a:lnTo>
                        <a:pt x="1206" y="2"/>
                      </a:lnTo>
                      <a:lnTo>
                        <a:pt x="1208" y="2"/>
                      </a:lnTo>
                      <a:lnTo>
                        <a:pt x="1209" y="2"/>
                      </a:lnTo>
                      <a:lnTo>
                        <a:pt x="1210" y="2"/>
                      </a:lnTo>
                      <a:lnTo>
                        <a:pt x="1212" y="3"/>
                      </a:lnTo>
                      <a:lnTo>
                        <a:pt x="1213" y="2"/>
                      </a:lnTo>
                      <a:lnTo>
                        <a:pt x="1215" y="3"/>
                      </a:lnTo>
                      <a:lnTo>
                        <a:pt x="1216" y="3"/>
                      </a:lnTo>
                      <a:lnTo>
                        <a:pt x="1218" y="3"/>
                      </a:lnTo>
                      <a:lnTo>
                        <a:pt x="1219" y="3"/>
                      </a:lnTo>
                      <a:lnTo>
                        <a:pt x="1221" y="2"/>
                      </a:lnTo>
                      <a:lnTo>
                        <a:pt x="1222" y="2"/>
                      </a:lnTo>
                      <a:lnTo>
                        <a:pt x="1224" y="2"/>
                      </a:lnTo>
                      <a:lnTo>
                        <a:pt x="1225" y="2"/>
                      </a:lnTo>
                      <a:lnTo>
                        <a:pt x="1226" y="2"/>
                      </a:lnTo>
                      <a:lnTo>
                        <a:pt x="1228" y="2"/>
                      </a:lnTo>
                      <a:lnTo>
                        <a:pt x="1229" y="2"/>
                      </a:lnTo>
                      <a:lnTo>
                        <a:pt x="1231" y="2"/>
                      </a:lnTo>
                      <a:lnTo>
                        <a:pt x="1232" y="2"/>
                      </a:lnTo>
                      <a:lnTo>
                        <a:pt x="1234" y="2"/>
                      </a:lnTo>
                      <a:lnTo>
                        <a:pt x="1235" y="2"/>
                      </a:lnTo>
                      <a:lnTo>
                        <a:pt x="1237" y="2"/>
                      </a:lnTo>
                      <a:lnTo>
                        <a:pt x="1238" y="2"/>
                      </a:lnTo>
                      <a:lnTo>
                        <a:pt x="1239" y="2"/>
                      </a:lnTo>
                      <a:lnTo>
                        <a:pt x="1241" y="2"/>
                      </a:lnTo>
                      <a:lnTo>
                        <a:pt x="1242" y="2"/>
                      </a:lnTo>
                      <a:lnTo>
                        <a:pt x="1244" y="2"/>
                      </a:lnTo>
                      <a:lnTo>
                        <a:pt x="1245" y="2"/>
                      </a:lnTo>
                      <a:lnTo>
                        <a:pt x="1247" y="2"/>
                      </a:lnTo>
                      <a:lnTo>
                        <a:pt x="1248" y="2"/>
                      </a:lnTo>
                      <a:lnTo>
                        <a:pt x="1250" y="2"/>
                      </a:lnTo>
                      <a:lnTo>
                        <a:pt x="1251" y="1"/>
                      </a:lnTo>
                      <a:lnTo>
                        <a:pt x="1253" y="1"/>
                      </a:lnTo>
                      <a:lnTo>
                        <a:pt x="1254" y="1"/>
                      </a:lnTo>
                      <a:lnTo>
                        <a:pt x="1255" y="1"/>
                      </a:lnTo>
                      <a:lnTo>
                        <a:pt x="1257" y="1"/>
                      </a:lnTo>
                      <a:lnTo>
                        <a:pt x="1258" y="1"/>
                      </a:lnTo>
                      <a:lnTo>
                        <a:pt x="1260" y="1"/>
                      </a:lnTo>
                      <a:lnTo>
                        <a:pt x="1261" y="2"/>
                      </a:lnTo>
                      <a:lnTo>
                        <a:pt x="1263" y="2"/>
                      </a:lnTo>
                      <a:lnTo>
                        <a:pt x="1264" y="2"/>
                      </a:lnTo>
                      <a:lnTo>
                        <a:pt x="1266" y="2"/>
                      </a:lnTo>
                      <a:lnTo>
                        <a:pt x="1267" y="2"/>
                      </a:lnTo>
                      <a:lnTo>
                        <a:pt x="1268" y="2"/>
                      </a:lnTo>
                      <a:lnTo>
                        <a:pt x="1270" y="2"/>
                      </a:lnTo>
                      <a:lnTo>
                        <a:pt x="1271" y="1"/>
                      </a:lnTo>
                      <a:lnTo>
                        <a:pt x="1273" y="1"/>
                      </a:lnTo>
                      <a:lnTo>
                        <a:pt x="1274" y="1"/>
                      </a:lnTo>
                      <a:lnTo>
                        <a:pt x="1276" y="1"/>
                      </a:lnTo>
                      <a:lnTo>
                        <a:pt x="1277" y="1"/>
                      </a:lnTo>
                      <a:lnTo>
                        <a:pt x="1279" y="1"/>
                      </a:lnTo>
                      <a:lnTo>
                        <a:pt x="1280" y="1"/>
                      </a:lnTo>
                      <a:lnTo>
                        <a:pt x="1282" y="1"/>
                      </a:lnTo>
                      <a:lnTo>
                        <a:pt x="1283" y="1"/>
                      </a:lnTo>
                      <a:lnTo>
                        <a:pt x="1284" y="1"/>
                      </a:lnTo>
                      <a:lnTo>
                        <a:pt x="1286" y="1"/>
                      </a:lnTo>
                      <a:lnTo>
                        <a:pt x="1287" y="1"/>
                      </a:lnTo>
                      <a:lnTo>
                        <a:pt x="1289" y="1"/>
                      </a:lnTo>
                      <a:lnTo>
                        <a:pt x="1290" y="1"/>
                      </a:lnTo>
                      <a:lnTo>
                        <a:pt x="1292" y="1"/>
                      </a:lnTo>
                      <a:lnTo>
                        <a:pt x="1293" y="1"/>
                      </a:lnTo>
                      <a:lnTo>
                        <a:pt x="1295" y="1"/>
                      </a:lnTo>
                      <a:lnTo>
                        <a:pt x="1296" y="1"/>
                      </a:lnTo>
                      <a:lnTo>
                        <a:pt x="1297" y="1"/>
                      </a:lnTo>
                      <a:lnTo>
                        <a:pt x="1299" y="1"/>
                      </a:lnTo>
                      <a:lnTo>
                        <a:pt x="1300" y="1"/>
                      </a:lnTo>
                      <a:lnTo>
                        <a:pt x="1302" y="1"/>
                      </a:lnTo>
                      <a:lnTo>
                        <a:pt x="1303" y="1"/>
                      </a:lnTo>
                      <a:lnTo>
                        <a:pt x="1305" y="1"/>
                      </a:lnTo>
                      <a:lnTo>
                        <a:pt x="1306" y="1"/>
                      </a:lnTo>
                      <a:lnTo>
                        <a:pt x="1308" y="1"/>
                      </a:lnTo>
                      <a:lnTo>
                        <a:pt x="1309" y="1"/>
                      </a:lnTo>
                      <a:lnTo>
                        <a:pt x="1311" y="1"/>
                      </a:lnTo>
                      <a:lnTo>
                        <a:pt x="1312" y="1"/>
                      </a:lnTo>
                      <a:lnTo>
                        <a:pt x="1313" y="1"/>
                      </a:lnTo>
                      <a:lnTo>
                        <a:pt x="1315" y="1"/>
                      </a:lnTo>
                      <a:lnTo>
                        <a:pt x="1316" y="1"/>
                      </a:lnTo>
                      <a:lnTo>
                        <a:pt x="1318" y="1"/>
                      </a:lnTo>
                      <a:lnTo>
                        <a:pt x="1319" y="1"/>
                      </a:lnTo>
                      <a:lnTo>
                        <a:pt x="1321" y="1"/>
                      </a:lnTo>
                      <a:lnTo>
                        <a:pt x="1322" y="1"/>
                      </a:lnTo>
                      <a:lnTo>
                        <a:pt x="1324" y="1"/>
                      </a:lnTo>
                      <a:lnTo>
                        <a:pt x="1325" y="1"/>
                      </a:lnTo>
                      <a:lnTo>
                        <a:pt x="1326" y="1"/>
                      </a:lnTo>
                      <a:lnTo>
                        <a:pt x="1328" y="1"/>
                      </a:lnTo>
                      <a:lnTo>
                        <a:pt x="1329" y="1"/>
                      </a:lnTo>
                      <a:lnTo>
                        <a:pt x="1331" y="1"/>
                      </a:lnTo>
                      <a:lnTo>
                        <a:pt x="1332" y="1"/>
                      </a:lnTo>
                      <a:lnTo>
                        <a:pt x="1334" y="1"/>
                      </a:lnTo>
                      <a:lnTo>
                        <a:pt x="1335" y="0"/>
                      </a:lnTo>
                      <a:lnTo>
                        <a:pt x="1337" y="1"/>
                      </a:lnTo>
                      <a:lnTo>
                        <a:pt x="1338" y="1"/>
                      </a:lnTo>
                      <a:lnTo>
                        <a:pt x="1340" y="1"/>
                      </a:lnTo>
                      <a:lnTo>
                        <a:pt x="1341" y="1"/>
                      </a:lnTo>
                      <a:lnTo>
                        <a:pt x="1342" y="1"/>
                      </a:lnTo>
                      <a:lnTo>
                        <a:pt x="1344" y="1"/>
                      </a:lnTo>
                      <a:lnTo>
                        <a:pt x="1345" y="1"/>
                      </a:lnTo>
                      <a:lnTo>
                        <a:pt x="1347" y="0"/>
                      </a:lnTo>
                      <a:lnTo>
                        <a:pt x="1348" y="0"/>
                      </a:lnTo>
                      <a:lnTo>
                        <a:pt x="1350" y="0"/>
                      </a:lnTo>
                      <a:lnTo>
                        <a:pt x="1351" y="0"/>
                      </a:lnTo>
                      <a:lnTo>
                        <a:pt x="1353" y="0"/>
                      </a:lnTo>
                      <a:lnTo>
                        <a:pt x="1354" y="0"/>
                      </a:lnTo>
                      <a:lnTo>
                        <a:pt x="1355" y="0"/>
                      </a:lnTo>
                      <a:lnTo>
                        <a:pt x="1357" y="0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37" name="Google Shape;1037;p19"/>
              <p:cNvGrpSpPr/>
              <p:nvPr/>
            </p:nvGrpSpPr>
            <p:grpSpPr>
              <a:xfrm>
                <a:off x="10396462" y="4296189"/>
                <a:ext cx="1368800" cy="1871640"/>
                <a:chOff x="8165958" y="1289236"/>
                <a:chExt cx="1219200" cy="1882404"/>
              </a:xfrm>
            </p:grpSpPr>
            <p:sp>
              <p:nvSpPr>
                <p:cNvPr id="1038" name="Google Shape;1038;p19"/>
                <p:cNvSpPr/>
                <p:nvPr/>
              </p:nvSpPr>
              <p:spPr>
                <a:xfrm>
                  <a:off x="8165958" y="1289236"/>
                  <a:ext cx="1219200" cy="1882404"/>
                </a:xfrm>
                <a:prstGeom prst="rect">
                  <a:avLst/>
                </a:prstGeom>
                <a:solidFill>
                  <a:schemeClr val="lt1">
                    <a:alpha val="80000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39" name="Google Shape;1039;p19"/>
                <p:cNvGrpSpPr/>
                <p:nvPr/>
              </p:nvGrpSpPr>
              <p:grpSpPr>
                <a:xfrm>
                  <a:off x="8274241" y="1334527"/>
                  <a:ext cx="1002634" cy="1791822"/>
                  <a:chOff x="8241001" y="1312941"/>
                  <a:chExt cx="1002634" cy="1791822"/>
                </a:xfrm>
              </p:grpSpPr>
              <p:grpSp>
                <p:nvGrpSpPr>
                  <p:cNvPr id="1040" name="Google Shape;1040;p19"/>
                  <p:cNvGrpSpPr/>
                  <p:nvPr/>
                </p:nvGrpSpPr>
                <p:grpSpPr>
                  <a:xfrm>
                    <a:off x="8241001" y="1759650"/>
                    <a:ext cx="1002634" cy="153888"/>
                    <a:chOff x="6059885" y="2009032"/>
                    <a:chExt cx="1002634" cy="153888"/>
                  </a:xfrm>
                </p:grpSpPr>
                <p:sp>
                  <p:nvSpPr>
                    <p:cNvPr id="1041" name="Google Shape;1041;p19"/>
                    <p:cNvSpPr/>
                    <p:nvPr/>
                  </p:nvSpPr>
                  <p:spPr>
                    <a:xfrm>
                      <a:off x="6302696" y="2009032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42" name="Google Shape;1042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32CD3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43" name="Google Shape;1043;p19"/>
                  <p:cNvGrpSpPr/>
                  <p:nvPr/>
                </p:nvGrpSpPr>
                <p:grpSpPr>
                  <a:xfrm>
                    <a:off x="8241001" y="1908553"/>
                    <a:ext cx="1002634" cy="153888"/>
                    <a:chOff x="6059885" y="2156075"/>
                    <a:chExt cx="1002634" cy="153888"/>
                  </a:xfrm>
                </p:grpSpPr>
                <p:sp>
                  <p:nvSpPr>
                    <p:cNvPr id="1044" name="Google Shape;1044;p19"/>
                    <p:cNvSpPr/>
                    <p:nvPr/>
                  </p:nvSpPr>
                  <p:spPr>
                    <a:xfrm>
                      <a:off x="6302696" y="2156075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6.25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45" name="Google Shape;1045;p19"/>
                    <p:cNvCxnSpPr/>
                    <p:nvPr/>
                  </p:nvCxnSpPr>
                  <p:spPr>
                    <a:xfrm>
                      <a:off x="6059885" y="2233019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8B008B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46" name="Google Shape;1046;p19"/>
                  <p:cNvGrpSpPr/>
                  <p:nvPr/>
                </p:nvGrpSpPr>
                <p:grpSpPr>
                  <a:xfrm>
                    <a:off x="8241001" y="2057456"/>
                    <a:ext cx="1002634" cy="153888"/>
                    <a:chOff x="6059885" y="2303118"/>
                    <a:chExt cx="1002634" cy="153888"/>
                  </a:xfrm>
                </p:grpSpPr>
                <p:sp>
                  <p:nvSpPr>
                    <p:cNvPr id="1047" name="Google Shape;1047;p19"/>
                    <p:cNvSpPr/>
                    <p:nvPr/>
                  </p:nvSpPr>
                  <p:spPr>
                    <a:xfrm>
                      <a:off x="6302696" y="2303118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3.13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48" name="Google Shape;1048;p19"/>
                    <p:cNvCxnSpPr/>
                    <p:nvPr/>
                  </p:nvCxnSpPr>
                  <p:spPr>
                    <a:xfrm>
                      <a:off x="6059885" y="2380062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A9A9A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49" name="Google Shape;1049;p19"/>
                  <p:cNvGrpSpPr/>
                  <p:nvPr/>
                </p:nvGrpSpPr>
                <p:grpSpPr>
                  <a:xfrm>
                    <a:off x="8241001" y="2206359"/>
                    <a:ext cx="1002634" cy="153888"/>
                    <a:chOff x="6059885" y="2450161"/>
                    <a:chExt cx="1002634" cy="153888"/>
                  </a:xfrm>
                </p:grpSpPr>
                <p:sp>
                  <p:nvSpPr>
                    <p:cNvPr id="1050" name="Google Shape;1050;p19"/>
                    <p:cNvSpPr/>
                    <p:nvPr/>
                  </p:nvSpPr>
                  <p:spPr>
                    <a:xfrm>
                      <a:off x="6302696" y="2450161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1.56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51" name="Google Shape;1051;p19"/>
                    <p:cNvCxnSpPr/>
                    <p:nvPr/>
                  </p:nvCxnSpPr>
                  <p:spPr>
                    <a:xfrm>
                      <a:off x="6059885" y="2527105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DAA52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52" name="Google Shape;1052;p19"/>
                  <p:cNvGrpSpPr/>
                  <p:nvPr/>
                </p:nvGrpSpPr>
                <p:grpSpPr>
                  <a:xfrm>
                    <a:off x="8241001" y="2355262"/>
                    <a:ext cx="1002634" cy="153888"/>
                    <a:chOff x="6059885" y="2597204"/>
                    <a:chExt cx="1002634" cy="153888"/>
                  </a:xfrm>
                </p:grpSpPr>
                <p:sp>
                  <p:nvSpPr>
                    <p:cNvPr id="1053" name="Google Shape;1053;p19"/>
                    <p:cNvSpPr/>
                    <p:nvPr/>
                  </p:nvSpPr>
                  <p:spPr>
                    <a:xfrm>
                      <a:off x="6302696" y="2597204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54" name="Google Shape;1054;p19"/>
                    <p:cNvCxnSpPr/>
                    <p:nvPr/>
                  </p:nvCxnSpPr>
                  <p:spPr>
                    <a:xfrm>
                      <a:off x="6059885" y="2674148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00CED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55" name="Google Shape;1055;p19"/>
                  <p:cNvGrpSpPr/>
                  <p:nvPr/>
                </p:nvGrpSpPr>
                <p:grpSpPr>
                  <a:xfrm>
                    <a:off x="8241001" y="2504165"/>
                    <a:ext cx="1002634" cy="153888"/>
                    <a:chOff x="6059885" y="2744247"/>
                    <a:chExt cx="1002634" cy="153888"/>
                  </a:xfrm>
                </p:grpSpPr>
                <p:sp>
                  <p:nvSpPr>
                    <p:cNvPr id="1056" name="Google Shape;1056;p19"/>
                    <p:cNvSpPr/>
                    <p:nvPr/>
                  </p:nvSpPr>
                  <p:spPr>
                    <a:xfrm>
                      <a:off x="6302696" y="2744247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0.39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57" name="Google Shape;1057;p19"/>
                    <p:cNvCxnSpPr/>
                    <p:nvPr/>
                  </p:nvCxnSpPr>
                  <p:spPr>
                    <a:xfrm>
                      <a:off x="6059885" y="2821191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FF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58" name="Google Shape;1058;p19"/>
                  <p:cNvGrpSpPr/>
                  <p:nvPr/>
                </p:nvGrpSpPr>
                <p:grpSpPr>
                  <a:xfrm>
                    <a:off x="8241001" y="2653068"/>
                    <a:ext cx="1002634" cy="153888"/>
                    <a:chOff x="6059885" y="2891290"/>
                    <a:chExt cx="1002634" cy="153888"/>
                  </a:xfrm>
                </p:grpSpPr>
                <p:sp>
                  <p:nvSpPr>
                    <p:cNvPr id="1059" name="Google Shape;1059;p19"/>
                    <p:cNvSpPr/>
                    <p:nvPr/>
                  </p:nvSpPr>
                  <p:spPr>
                    <a:xfrm>
                      <a:off x="6302696" y="2891290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60" name="Google Shape;1060;p19"/>
                    <p:cNvCxnSpPr/>
                    <p:nvPr/>
                  </p:nvCxnSpPr>
                  <p:spPr>
                    <a:xfrm>
                      <a:off x="6059885" y="2968234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00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61" name="Google Shape;1061;p19"/>
                  <p:cNvGrpSpPr/>
                  <p:nvPr/>
                </p:nvGrpSpPr>
                <p:grpSpPr>
                  <a:xfrm>
                    <a:off x="8241001" y="2801971"/>
                    <a:ext cx="1002634" cy="153888"/>
                    <a:chOff x="6059885" y="3038333"/>
                    <a:chExt cx="1002634" cy="153888"/>
                  </a:xfrm>
                </p:grpSpPr>
                <p:sp>
                  <p:nvSpPr>
                    <p:cNvPr id="1062" name="Google Shape;1062;p19"/>
                    <p:cNvSpPr/>
                    <p:nvPr/>
                  </p:nvSpPr>
                  <p:spPr>
                    <a:xfrm>
                      <a:off x="6302696" y="3038333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63" name="Google Shape;1063;p19"/>
                    <p:cNvCxnSpPr/>
                    <p:nvPr/>
                  </p:nvCxnSpPr>
                  <p:spPr>
                    <a:xfrm>
                      <a:off x="6059885" y="3115277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228B2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64" name="Google Shape;1064;p19"/>
                  <p:cNvGrpSpPr/>
                  <p:nvPr/>
                </p:nvGrpSpPr>
                <p:grpSpPr>
                  <a:xfrm>
                    <a:off x="8241001" y="2950875"/>
                    <a:ext cx="826304" cy="153888"/>
                    <a:chOff x="6059885" y="3185378"/>
                    <a:chExt cx="826304" cy="153888"/>
                  </a:xfrm>
                </p:grpSpPr>
                <p:sp>
                  <p:nvSpPr>
                    <p:cNvPr id="1065" name="Google Shape;1065;p19"/>
                    <p:cNvSpPr/>
                    <p:nvPr/>
                  </p:nvSpPr>
                  <p:spPr>
                    <a:xfrm>
                      <a:off x="6302696" y="3185378"/>
                      <a:ext cx="58349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66" name="Google Shape;1066;p19"/>
                    <p:cNvCxnSpPr/>
                    <p:nvPr/>
                  </p:nvCxnSpPr>
                  <p:spPr>
                    <a:xfrm>
                      <a:off x="6059885" y="3262322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67" name="Google Shape;1067;p19"/>
                  <p:cNvGrpSpPr/>
                  <p:nvPr/>
                </p:nvGrpSpPr>
                <p:grpSpPr>
                  <a:xfrm>
                    <a:off x="8241001" y="1610747"/>
                    <a:ext cx="896836" cy="153888"/>
                    <a:chOff x="6059885" y="2009032"/>
                    <a:chExt cx="896836" cy="153888"/>
                  </a:xfrm>
                </p:grpSpPr>
                <p:sp>
                  <p:nvSpPr>
                    <p:cNvPr id="1068" name="Google Shape;1068;p19"/>
                    <p:cNvSpPr/>
                    <p:nvPr/>
                  </p:nvSpPr>
                  <p:spPr>
                    <a:xfrm>
                      <a:off x="6302696" y="2009032"/>
                      <a:ext cx="654025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69" name="Google Shape;1069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FF6347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70" name="Google Shape;1070;p19"/>
                  <p:cNvGrpSpPr/>
                  <p:nvPr/>
                </p:nvGrpSpPr>
                <p:grpSpPr>
                  <a:xfrm>
                    <a:off x="8241001" y="1461844"/>
                    <a:ext cx="825355" cy="154773"/>
                    <a:chOff x="6059885" y="2009032"/>
                    <a:chExt cx="825355" cy="154773"/>
                  </a:xfrm>
                </p:grpSpPr>
                <p:sp>
                  <p:nvSpPr>
                    <p:cNvPr id="1071" name="Google Shape;1071;p19"/>
                    <p:cNvSpPr/>
                    <p:nvPr/>
                  </p:nvSpPr>
                  <p:spPr>
                    <a:xfrm>
                      <a:off x="6302696" y="2009032"/>
                      <a:ext cx="582544" cy="1547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72" name="Google Shape;1072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8A2BE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073" name="Google Shape;1073;p19"/>
                  <p:cNvGrpSpPr/>
                  <p:nvPr/>
                </p:nvGrpSpPr>
                <p:grpSpPr>
                  <a:xfrm>
                    <a:off x="8241001" y="1312941"/>
                    <a:ext cx="888179" cy="154773"/>
                    <a:chOff x="6059885" y="2009032"/>
                    <a:chExt cx="888179" cy="154773"/>
                  </a:xfrm>
                </p:grpSpPr>
                <p:sp>
                  <p:nvSpPr>
                    <p:cNvPr id="1074" name="Google Shape;1074;p19"/>
                    <p:cNvSpPr/>
                    <p:nvPr/>
                  </p:nvSpPr>
                  <p:spPr>
                    <a:xfrm>
                      <a:off x="6302696" y="2009032"/>
                      <a:ext cx="645368" cy="1547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075" name="Google Shape;1075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B2222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</p:grpSp>
          <p:sp>
            <p:nvSpPr>
              <p:cNvPr id="1076" name="Google Shape;1076;p19"/>
              <p:cNvSpPr txBox="1"/>
              <p:nvPr/>
            </p:nvSpPr>
            <p:spPr>
              <a:xfrm>
                <a:off x="7667940" y="3689143"/>
                <a:ext cx="3174267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RNA Surface (Fc4-3, Ref. Sub.)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MCH Surface Subtracted, Buffer Subtracted</a:t>
                </a:r>
                <a:endParaRPr/>
              </a:p>
            </p:txBody>
          </p:sp>
        </p:grpSp>
        <p:grpSp>
          <p:nvGrpSpPr>
            <p:cNvPr id="1077" name="Google Shape;1077;p19"/>
            <p:cNvGrpSpPr/>
            <p:nvPr/>
          </p:nvGrpSpPr>
          <p:grpSpPr>
            <a:xfrm>
              <a:off x="6951350" y="706769"/>
              <a:ext cx="5029201" cy="2921289"/>
              <a:chOff x="6951350" y="706769"/>
              <a:chExt cx="5029201" cy="2921289"/>
            </a:xfrm>
          </p:grpSpPr>
          <p:grpSp>
            <p:nvGrpSpPr>
              <p:cNvPr id="1078" name="Google Shape;1078;p19"/>
              <p:cNvGrpSpPr/>
              <p:nvPr/>
            </p:nvGrpSpPr>
            <p:grpSpPr>
              <a:xfrm>
                <a:off x="6951350" y="884858"/>
                <a:ext cx="5029201" cy="2743200"/>
                <a:chOff x="504083" y="1196975"/>
                <a:chExt cx="4479539" cy="2748967"/>
              </a:xfrm>
            </p:grpSpPr>
            <p:cxnSp>
              <p:nvCxnSpPr>
                <p:cNvPr id="1079" name="Google Shape;1079;p19"/>
                <p:cNvCxnSpPr/>
                <p:nvPr/>
              </p:nvCxnSpPr>
              <p:spPr>
                <a:xfrm rot="10800000">
                  <a:off x="949326" y="1236663"/>
                  <a:ext cx="0" cy="23383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0" name="Google Shape;1080;p19"/>
                <p:cNvCxnSpPr/>
                <p:nvPr/>
              </p:nvCxnSpPr>
              <p:spPr>
                <a:xfrm rot="10800000">
                  <a:off x="933451" y="357505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1" name="Google Shape;1081;p19"/>
                <p:cNvCxnSpPr/>
                <p:nvPr/>
              </p:nvCxnSpPr>
              <p:spPr>
                <a:xfrm rot="10800000">
                  <a:off x="933451" y="342900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2" name="Google Shape;1082;p19"/>
                <p:cNvCxnSpPr/>
                <p:nvPr/>
              </p:nvCxnSpPr>
              <p:spPr>
                <a:xfrm rot="10800000">
                  <a:off x="933451" y="3284538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3" name="Google Shape;1083;p19"/>
                <p:cNvCxnSpPr/>
                <p:nvPr/>
              </p:nvCxnSpPr>
              <p:spPr>
                <a:xfrm rot="10800000">
                  <a:off x="933451" y="3138488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4" name="Google Shape;1084;p19"/>
                <p:cNvCxnSpPr/>
                <p:nvPr/>
              </p:nvCxnSpPr>
              <p:spPr>
                <a:xfrm rot="10800000">
                  <a:off x="933451" y="299085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5" name="Google Shape;1085;p19"/>
                <p:cNvCxnSpPr/>
                <p:nvPr/>
              </p:nvCxnSpPr>
              <p:spPr>
                <a:xfrm rot="10800000">
                  <a:off x="933451" y="284480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6" name="Google Shape;1086;p19"/>
                <p:cNvCxnSpPr/>
                <p:nvPr/>
              </p:nvCxnSpPr>
              <p:spPr>
                <a:xfrm rot="10800000">
                  <a:off x="933451" y="2700338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7" name="Google Shape;1087;p19"/>
                <p:cNvCxnSpPr/>
                <p:nvPr/>
              </p:nvCxnSpPr>
              <p:spPr>
                <a:xfrm rot="10800000">
                  <a:off x="933451" y="255270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8" name="Google Shape;1088;p19"/>
                <p:cNvCxnSpPr/>
                <p:nvPr/>
              </p:nvCxnSpPr>
              <p:spPr>
                <a:xfrm rot="10800000">
                  <a:off x="933451" y="240665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9" name="Google Shape;1089;p19"/>
                <p:cNvCxnSpPr/>
                <p:nvPr/>
              </p:nvCxnSpPr>
              <p:spPr>
                <a:xfrm rot="10800000">
                  <a:off x="933451" y="226060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0" name="Google Shape;1090;p19"/>
                <p:cNvCxnSpPr/>
                <p:nvPr/>
              </p:nvCxnSpPr>
              <p:spPr>
                <a:xfrm rot="10800000">
                  <a:off x="933451" y="211296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1" name="Google Shape;1091;p19"/>
                <p:cNvCxnSpPr/>
                <p:nvPr/>
              </p:nvCxnSpPr>
              <p:spPr>
                <a:xfrm rot="10800000">
                  <a:off x="933451" y="196850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2" name="Google Shape;1092;p19"/>
                <p:cNvCxnSpPr/>
                <p:nvPr/>
              </p:nvCxnSpPr>
              <p:spPr>
                <a:xfrm rot="10800000">
                  <a:off x="933451" y="182245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3" name="Google Shape;1093;p19"/>
                <p:cNvCxnSpPr/>
                <p:nvPr/>
              </p:nvCxnSpPr>
              <p:spPr>
                <a:xfrm rot="10800000">
                  <a:off x="933451" y="167481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4" name="Google Shape;1094;p19"/>
                <p:cNvCxnSpPr/>
                <p:nvPr/>
              </p:nvCxnSpPr>
              <p:spPr>
                <a:xfrm rot="10800000">
                  <a:off x="933451" y="152876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5" name="Google Shape;1095;p19"/>
                <p:cNvCxnSpPr/>
                <p:nvPr/>
              </p:nvCxnSpPr>
              <p:spPr>
                <a:xfrm rot="10800000">
                  <a:off x="933451" y="1384300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6" name="Google Shape;1096;p19"/>
                <p:cNvCxnSpPr/>
                <p:nvPr/>
              </p:nvCxnSpPr>
              <p:spPr>
                <a:xfrm rot="10800000">
                  <a:off x="933451" y="1236663"/>
                  <a:ext cx="206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7" name="Google Shape;1097;p19"/>
                <p:cNvCxnSpPr/>
                <p:nvPr/>
              </p:nvCxnSpPr>
              <p:spPr>
                <a:xfrm rot="10800000">
                  <a:off x="911226" y="3575050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8" name="Google Shape;1098;p19"/>
                <p:cNvCxnSpPr/>
                <p:nvPr/>
              </p:nvCxnSpPr>
              <p:spPr>
                <a:xfrm rot="10800000">
                  <a:off x="911226" y="3284538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9" name="Google Shape;1099;p19"/>
                <p:cNvCxnSpPr/>
                <p:nvPr/>
              </p:nvCxnSpPr>
              <p:spPr>
                <a:xfrm rot="10800000">
                  <a:off x="911226" y="2990850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0" name="Google Shape;1100;p19"/>
                <p:cNvCxnSpPr/>
                <p:nvPr/>
              </p:nvCxnSpPr>
              <p:spPr>
                <a:xfrm rot="10800000">
                  <a:off x="911226" y="2700338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1" name="Google Shape;1101;p19"/>
                <p:cNvCxnSpPr/>
                <p:nvPr/>
              </p:nvCxnSpPr>
              <p:spPr>
                <a:xfrm rot="10800000">
                  <a:off x="911226" y="2406650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2" name="Google Shape;1102;p19"/>
                <p:cNvCxnSpPr/>
                <p:nvPr/>
              </p:nvCxnSpPr>
              <p:spPr>
                <a:xfrm rot="10800000">
                  <a:off x="911226" y="2112963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3" name="Google Shape;1103;p19"/>
                <p:cNvCxnSpPr/>
                <p:nvPr/>
              </p:nvCxnSpPr>
              <p:spPr>
                <a:xfrm rot="10800000">
                  <a:off x="911226" y="1822450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4" name="Google Shape;1104;p19"/>
                <p:cNvCxnSpPr/>
                <p:nvPr/>
              </p:nvCxnSpPr>
              <p:spPr>
                <a:xfrm rot="10800000">
                  <a:off x="911226" y="1528763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5" name="Google Shape;1105;p19"/>
                <p:cNvCxnSpPr/>
                <p:nvPr/>
              </p:nvCxnSpPr>
              <p:spPr>
                <a:xfrm rot="10800000">
                  <a:off x="911226" y="1236663"/>
                  <a:ext cx="5397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06" name="Google Shape;1106;p19"/>
                <p:cNvSpPr/>
                <p:nvPr/>
              </p:nvSpPr>
              <p:spPr>
                <a:xfrm>
                  <a:off x="795338" y="3535363"/>
                  <a:ext cx="113814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-5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7" name="Google Shape;1107;p19"/>
                <p:cNvSpPr/>
                <p:nvPr/>
              </p:nvSpPr>
              <p:spPr>
                <a:xfrm>
                  <a:off x="795338" y="3244850"/>
                  <a:ext cx="113814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-4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19"/>
                <p:cNvSpPr/>
                <p:nvPr/>
              </p:nvSpPr>
              <p:spPr>
                <a:xfrm>
                  <a:off x="795338" y="2951163"/>
                  <a:ext cx="113814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-3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p19"/>
                <p:cNvSpPr/>
                <p:nvPr/>
              </p:nvSpPr>
              <p:spPr>
                <a:xfrm>
                  <a:off x="795338" y="2660650"/>
                  <a:ext cx="113814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-2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0" name="Google Shape;1110;p19"/>
                <p:cNvSpPr/>
                <p:nvPr/>
              </p:nvSpPr>
              <p:spPr>
                <a:xfrm>
                  <a:off x="795338" y="2366963"/>
                  <a:ext cx="113814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-1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1" name="Google Shape;1111;p19"/>
                <p:cNvSpPr/>
                <p:nvPr/>
              </p:nvSpPr>
              <p:spPr>
                <a:xfrm>
                  <a:off x="819151" y="2073275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2" name="Google Shape;1112;p19"/>
                <p:cNvSpPr/>
                <p:nvPr/>
              </p:nvSpPr>
              <p:spPr>
                <a:xfrm>
                  <a:off x="819151" y="1782763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3" name="Google Shape;1113;p19"/>
                <p:cNvSpPr/>
                <p:nvPr/>
              </p:nvSpPr>
              <p:spPr>
                <a:xfrm>
                  <a:off x="819151" y="1489075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4" name="Google Shape;1114;p19"/>
                <p:cNvSpPr/>
                <p:nvPr/>
              </p:nvSpPr>
              <p:spPr>
                <a:xfrm>
                  <a:off x="819151" y="1196975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5" name="Google Shape;1115;p19"/>
                <p:cNvCxnSpPr/>
                <p:nvPr/>
              </p:nvCxnSpPr>
              <p:spPr>
                <a:xfrm>
                  <a:off x="949326" y="3575050"/>
                  <a:ext cx="3886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6" name="Google Shape;1116;p19"/>
                <p:cNvCxnSpPr/>
                <p:nvPr/>
              </p:nvCxnSpPr>
              <p:spPr>
                <a:xfrm>
                  <a:off x="9493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7" name="Google Shape;1117;p19"/>
                <p:cNvCxnSpPr/>
                <p:nvPr/>
              </p:nvCxnSpPr>
              <p:spPr>
                <a:xfrm>
                  <a:off x="11636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8" name="Google Shape;1118;p19"/>
                <p:cNvCxnSpPr/>
                <p:nvPr/>
              </p:nvCxnSpPr>
              <p:spPr>
                <a:xfrm>
                  <a:off x="13795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9" name="Google Shape;1119;p19"/>
                <p:cNvCxnSpPr/>
                <p:nvPr/>
              </p:nvCxnSpPr>
              <p:spPr>
                <a:xfrm>
                  <a:off x="15970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0" name="Google Shape;1120;p19"/>
                <p:cNvCxnSpPr/>
                <p:nvPr/>
              </p:nvCxnSpPr>
              <p:spPr>
                <a:xfrm>
                  <a:off x="1809751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1" name="Google Shape;1121;p19"/>
                <p:cNvCxnSpPr/>
                <p:nvPr/>
              </p:nvCxnSpPr>
              <p:spPr>
                <a:xfrm>
                  <a:off x="20272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2" name="Google Shape;1122;p19"/>
                <p:cNvCxnSpPr/>
                <p:nvPr/>
              </p:nvCxnSpPr>
              <p:spPr>
                <a:xfrm>
                  <a:off x="22431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3" name="Google Shape;1123;p19"/>
                <p:cNvCxnSpPr/>
                <p:nvPr/>
              </p:nvCxnSpPr>
              <p:spPr>
                <a:xfrm>
                  <a:off x="24606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4" name="Google Shape;1124;p19"/>
                <p:cNvCxnSpPr/>
                <p:nvPr/>
              </p:nvCxnSpPr>
              <p:spPr>
                <a:xfrm>
                  <a:off x="26749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5" name="Google Shape;1125;p19"/>
                <p:cNvCxnSpPr/>
                <p:nvPr/>
              </p:nvCxnSpPr>
              <p:spPr>
                <a:xfrm>
                  <a:off x="28908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6" name="Google Shape;1126;p19"/>
                <p:cNvCxnSpPr/>
                <p:nvPr/>
              </p:nvCxnSpPr>
              <p:spPr>
                <a:xfrm>
                  <a:off x="31083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7" name="Google Shape;1127;p19"/>
                <p:cNvCxnSpPr/>
                <p:nvPr/>
              </p:nvCxnSpPr>
              <p:spPr>
                <a:xfrm>
                  <a:off x="3321051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8" name="Google Shape;1128;p19"/>
                <p:cNvCxnSpPr/>
                <p:nvPr/>
              </p:nvCxnSpPr>
              <p:spPr>
                <a:xfrm>
                  <a:off x="35385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29" name="Google Shape;1129;p19"/>
                <p:cNvCxnSpPr/>
                <p:nvPr/>
              </p:nvCxnSpPr>
              <p:spPr>
                <a:xfrm>
                  <a:off x="37544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0" name="Google Shape;1130;p19"/>
                <p:cNvCxnSpPr/>
                <p:nvPr/>
              </p:nvCxnSpPr>
              <p:spPr>
                <a:xfrm>
                  <a:off x="39719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1" name="Google Shape;1131;p19"/>
                <p:cNvCxnSpPr/>
                <p:nvPr/>
              </p:nvCxnSpPr>
              <p:spPr>
                <a:xfrm>
                  <a:off x="41862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2" name="Google Shape;1132;p19"/>
                <p:cNvCxnSpPr/>
                <p:nvPr/>
              </p:nvCxnSpPr>
              <p:spPr>
                <a:xfrm>
                  <a:off x="4402138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3" name="Google Shape;1133;p19"/>
                <p:cNvCxnSpPr/>
                <p:nvPr/>
              </p:nvCxnSpPr>
              <p:spPr>
                <a:xfrm>
                  <a:off x="46196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4" name="Google Shape;1134;p19"/>
                <p:cNvCxnSpPr/>
                <p:nvPr/>
              </p:nvCxnSpPr>
              <p:spPr>
                <a:xfrm>
                  <a:off x="4835526" y="3570288"/>
                  <a:ext cx="0" cy="174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5" name="Google Shape;1135;p19"/>
                <p:cNvCxnSpPr/>
                <p:nvPr/>
              </p:nvCxnSpPr>
              <p:spPr>
                <a:xfrm>
                  <a:off x="949326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6" name="Google Shape;1136;p19"/>
                <p:cNvCxnSpPr/>
                <p:nvPr/>
              </p:nvCxnSpPr>
              <p:spPr>
                <a:xfrm>
                  <a:off x="1379538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7" name="Google Shape;1137;p19"/>
                <p:cNvCxnSpPr/>
                <p:nvPr/>
              </p:nvCxnSpPr>
              <p:spPr>
                <a:xfrm>
                  <a:off x="1809751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8" name="Google Shape;1138;p19"/>
                <p:cNvCxnSpPr/>
                <p:nvPr/>
              </p:nvCxnSpPr>
              <p:spPr>
                <a:xfrm>
                  <a:off x="2243138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9" name="Google Shape;1139;p19"/>
                <p:cNvCxnSpPr/>
                <p:nvPr/>
              </p:nvCxnSpPr>
              <p:spPr>
                <a:xfrm>
                  <a:off x="2674938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0" name="Google Shape;1140;p19"/>
                <p:cNvCxnSpPr/>
                <p:nvPr/>
              </p:nvCxnSpPr>
              <p:spPr>
                <a:xfrm>
                  <a:off x="3108326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1" name="Google Shape;1141;p19"/>
                <p:cNvCxnSpPr/>
                <p:nvPr/>
              </p:nvCxnSpPr>
              <p:spPr>
                <a:xfrm>
                  <a:off x="3538538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2" name="Google Shape;1142;p19"/>
                <p:cNvCxnSpPr/>
                <p:nvPr/>
              </p:nvCxnSpPr>
              <p:spPr>
                <a:xfrm>
                  <a:off x="3971926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3" name="Google Shape;1143;p19"/>
                <p:cNvCxnSpPr/>
                <p:nvPr/>
              </p:nvCxnSpPr>
              <p:spPr>
                <a:xfrm>
                  <a:off x="4402138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4" name="Google Shape;1144;p19"/>
                <p:cNvCxnSpPr/>
                <p:nvPr/>
              </p:nvCxnSpPr>
              <p:spPr>
                <a:xfrm>
                  <a:off x="4835526" y="3560763"/>
                  <a:ext cx="0" cy="444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5" name="Google Shape;1145;p19"/>
                <p:cNvSpPr/>
                <p:nvPr/>
              </p:nvSpPr>
              <p:spPr>
                <a:xfrm>
                  <a:off x="873126" y="3627438"/>
                  <a:ext cx="254878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-100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6" name="Google Shape;1146;p19"/>
                <p:cNvSpPr/>
                <p:nvPr/>
              </p:nvSpPr>
              <p:spPr>
                <a:xfrm>
                  <a:off x="1358901" y="3627438"/>
                  <a:ext cx="70532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7" name="Google Shape;1147;p19"/>
                <p:cNvSpPr/>
                <p:nvPr/>
              </p:nvSpPr>
              <p:spPr>
                <a:xfrm>
                  <a:off x="1746251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8" name="Google Shape;1148;p19"/>
                <p:cNvSpPr/>
                <p:nvPr/>
              </p:nvSpPr>
              <p:spPr>
                <a:xfrm>
                  <a:off x="2179638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9" name="Google Shape;1149;p19"/>
                <p:cNvSpPr/>
                <p:nvPr/>
              </p:nvSpPr>
              <p:spPr>
                <a:xfrm>
                  <a:off x="2611438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0" name="Google Shape;1150;p19"/>
                <p:cNvSpPr/>
                <p:nvPr/>
              </p:nvSpPr>
              <p:spPr>
                <a:xfrm>
                  <a:off x="3044826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1" name="Google Shape;1151;p19"/>
                <p:cNvSpPr/>
                <p:nvPr/>
              </p:nvSpPr>
              <p:spPr>
                <a:xfrm>
                  <a:off x="3475038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2" name="Google Shape;1152;p19"/>
                <p:cNvSpPr/>
                <p:nvPr/>
              </p:nvSpPr>
              <p:spPr>
                <a:xfrm>
                  <a:off x="3908426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600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3" name="Google Shape;1153;p19"/>
                <p:cNvSpPr/>
                <p:nvPr/>
              </p:nvSpPr>
              <p:spPr>
                <a:xfrm>
                  <a:off x="4338638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4" name="Google Shape;1154;p19"/>
                <p:cNvSpPr/>
                <p:nvPr/>
              </p:nvSpPr>
              <p:spPr>
                <a:xfrm>
                  <a:off x="4772026" y="3627438"/>
                  <a:ext cx="211596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800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5" name="Google Shape;1155;p19"/>
                <p:cNvSpPr/>
                <p:nvPr/>
              </p:nvSpPr>
              <p:spPr>
                <a:xfrm rot="-5400000">
                  <a:off x="121767" y="2328912"/>
                  <a:ext cx="918521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1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Response (RU)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6" name="Google Shape;1156;p19"/>
                <p:cNvSpPr/>
                <p:nvPr/>
              </p:nvSpPr>
              <p:spPr>
                <a:xfrm>
                  <a:off x="2453500" y="3792054"/>
                  <a:ext cx="490519" cy="1538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1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Time (s)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7" name="Google Shape;1157;p19"/>
                <p:cNvSpPr/>
                <p:nvPr/>
              </p:nvSpPr>
              <p:spPr>
                <a:xfrm>
                  <a:off x="1125538" y="2112963"/>
                  <a:ext cx="3636963" cy="0"/>
                </a:xfrm>
                <a:custGeom>
                  <a:rect b="b" l="l" r="r" t="t"/>
                  <a:pathLst>
                    <a:path extrusionOk="0" h="120000" w="1376">
                      <a:moveTo>
                        <a:pt x="0" y="0"/>
                      </a:move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7" y="0"/>
                      </a:lnTo>
                      <a:lnTo>
                        <a:pt x="8" y="0"/>
                      </a:lnTo>
                      <a:lnTo>
                        <a:pt x="10" y="0"/>
                      </a:lnTo>
                      <a:lnTo>
                        <a:pt x="11" y="0"/>
                      </a:lnTo>
                      <a:lnTo>
                        <a:pt x="13" y="0"/>
                      </a:lnTo>
                      <a:lnTo>
                        <a:pt x="14" y="0"/>
                      </a:lnTo>
                      <a:lnTo>
                        <a:pt x="16" y="0"/>
                      </a:lnTo>
                      <a:lnTo>
                        <a:pt x="17" y="0"/>
                      </a:lnTo>
                      <a:lnTo>
                        <a:pt x="19" y="0"/>
                      </a:lnTo>
                      <a:lnTo>
                        <a:pt x="20" y="0"/>
                      </a:lnTo>
                      <a:lnTo>
                        <a:pt x="22" y="0"/>
                      </a:lnTo>
                      <a:lnTo>
                        <a:pt x="23" y="0"/>
                      </a:lnTo>
                      <a:lnTo>
                        <a:pt x="25" y="0"/>
                      </a:lnTo>
                      <a:lnTo>
                        <a:pt x="26" y="0"/>
                      </a:lnTo>
                      <a:lnTo>
                        <a:pt x="27" y="0"/>
                      </a:lnTo>
                      <a:lnTo>
                        <a:pt x="29" y="0"/>
                      </a:lnTo>
                      <a:lnTo>
                        <a:pt x="30" y="0"/>
                      </a:lnTo>
                      <a:lnTo>
                        <a:pt x="32" y="0"/>
                      </a:lnTo>
                      <a:lnTo>
                        <a:pt x="33" y="0"/>
                      </a:lnTo>
                      <a:lnTo>
                        <a:pt x="35" y="0"/>
                      </a:lnTo>
                      <a:lnTo>
                        <a:pt x="36" y="0"/>
                      </a:lnTo>
                      <a:lnTo>
                        <a:pt x="38" y="0"/>
                      </a:lnTo>
                      <a:lnTo>
                        <a:pt x="39" y="0"/>
                      </a:lnTo>
                      <a:lnTo>
                        <a:pt x="41" y="0"/>
                      </a:lnTo>
                      <a:lnTo>
                        <a:pt x="42" y="0"/>
                      </a:lnTo>
                      <a:lnTo>
                        <a:pt x="44" y="0"/>
                      </a:lnTo>
                      <a:lnTo>
                        <a:pt x="45" y="0"/>
                      </a:lnTo>
                      <a:lnTo>
                        <a:pt x="47" y="0"/>
                      </a:lnTo>
                      <a:lnTo>
                        <a:pt x="48" y="0"/>
                      </a:lnTo>
                      <a:lnTo>
                        <a:pt x="50" y="0"/>
                      </a:lnTo>
                      <a:lnTo>
                        <a:pt x="51" y="0"/>
                      </a:lnTo>
                      <a:lnTo>
                        <a:pt x="52" y="0"/>
                      </a:lnTo>
                      <a:lnTo>
                        <a:pt x="54" y="0"/>
                      </a:lnTo>
                      <a:lnTo>
                        <a:pt x="55" y="0"/>
                      </a:lnTo>
                      <a:lnTo>
                        <a:pt x="57" y="0"/>
                      </a:lnTo>
                      <a:lnTo>
                        <a:pt x="58" y="0"/>
                      </a:lnTo>
                      <a:lnTo>
                        <a:pt x="60" y="0"/>
                      </a:lnTo>
                      <a:lnTo>
                        <a:pt x="61" y="0"/>
                      </a:lnTo>
                      <a:lnTo>
                        <a:pt x="63" y="0"/>
                      </a:lnTo>
                      <a:lnTo>
                        <a:pt x="64" y="0"/>
                      </a:lnTo>
                      <a:lnTo>
                        <a:pt x="66" y="0"/>
                      </a:lnTo>
                      <a:lnTo>
                        <a:pt x="67" y="0"/>
                      </a:lnTo>
                      <a:lnTo>
                        <a:pt x="69" y="0"/>
                      </a:lnTo>
                      <a:lnTo>
                        <a:pt x="70" y="0"/>
                      </a:lnTo>
                      <a:lnTo>
                        <a:pt x="72" y="0"/>
                      </a:lnTo>
                      <a:lnTo>
                        <a:pt x="73" y="0"/>
                      </a:lnTo>
                      <a:lnTo>
                        <a:pt x="75" y="0"/>
                      </a:lnTo>
                      <a:lnTo>
                        <a:pt x="76" y="0"/>
                      </a:lnTo>
                      <a:lnTo>
                        <a:pt x="77" y="0"/>
                      </a:lnTo>
                      <a:lnTo>
                        <a:pt x="79" y="0"/>
                      </a:lnTo>
                      <a:lnTo>
                        <a:pt x="80" y="0"/>
                      </a:lnTo>
                      <a:lnTo>
                        <a:pt x="82" y="0"/>
                      </a:lnTo>
                      <a:lnTo>
                        <a:pt x="83" y="0"/>
                      </a:lnTo>
                      <a:lnTo>
                        <a:pt x="85" y="0"/>
                      </a:lnTo>
                      <a:lnTo>
                        <a:pt x="86" y="0"/>
                      </a:lnTo>
                      <a:lnTo>
                        <a:pt x="88" y="0"/>
                      </a:lnTo>
                      <a:lnTo>
                        <a:pt x="89" y="0"/>
                      </a:lnTo>
                      <a:lnTo>
                        <a:pt x="91" y="0"/>
                      </a:lnTo>
                      <a:lnTo>
                        <a:pt x="92" y="0"/>
                      </a:lnTo>
                      <a:lnTo>
                        <a:pt x="94" y="0"/>
                      </a:lnTo>
                      <a:lnTo>
                        <a:pt x="95" y="0"/>
                      </a:lnTo>
                      <a:lnTo>
                        <a:pt x="97" y="0"/>
                      </a:lnTo>
                      <a:lnTo>
                        <a:pt x="98" y="0"/>
                      </a:lnTo>
                      <a:lnTo>
                        <a:pt x="100" y="0"/>
                      </a:lnTo>
                      <a:lnTo>
                        <a:pt x="101" y="0"/>
                      </a:lnTo>
                      <a:lnTo>
                        <a:pt x="102" y="0"/>
                      </a:lnTo>
                      <a:lnTo>
                        <a:pt x="104" y="0"/>
                      </a:lnTo>
                      <a:lnTo>
                        <a:pt x="105" y="0"/>
                      </a:lnTo>
                      <a:lnTo>
                        <a:pt x="107" y="0"/>
                      </a:lnTo>
                      <a:lnTo>
                        <a:pt x="108" y="0"/>
                      </a:lnTo>
                      <a:lnTo>
                        <a:pt x="110" y="0"/>
                      </a:lnTo>
                      <a:lnTo>
                        <a:pt x="111" y="0"/>
                      </a:lnTo>
                      <a:lnTo>
                        <a:pt x="113" y="0"/>
                      </a:lnTo>
                      <a:lnTo>
                        <a:pt x="114" y="0"/>
                      </a:lnTo>
                      <a:lnTo>
                        <a:pt x="116" y="0"/>
                      </a:lnTo>
                      <a:lnTo>
                        <a:pt x="117" y="0"/>
                      </a:lnTo>
                      <a:lnTo>
                        <a:pt x="119" y="0"/>
                      </a:lnTo>
                      <a:lnTo>
                        <a:pt x="120" y="0"/>
                      </a:lnTo>
                      <a:lnTo>
                        <a:pt x="122" y="0"/>
                      </a:lnTo>
                      <a:lnTo>
                        <a:pt x="123" y="0"/>
                      </a:lnTo>
                      <a:lnTo>
                        <a:pt x="125" y="0"/>
                      </a:lnTo>
                      <a:lnTo>
                        <a:pt x="126" y="0"/>
                      </a:lnTo>
                      <a:lnTo>
                        <a:pt x="127" y="0"/>
                      </a:lnTo>
                      <a:lnTo>
                        <a:pt x="129" y="0"/>
                      </a:lnTo>
                      <a:lnTo>
                        <a:pt x="130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0"/>
                      </a:lnTo>
                      <a:lnTo>
                        <a:pt x="144" y="0"/>
                      </a:lnTo>
                      <a:lnTo>
                        <a:pt x="145" y="0"/>
                      </a:lnTo>
                      <a:lnTo>
                        <a:pt x="147" y="0"/>
                      </a:lnTo>
                      <a:lnTo>
                        <a:pt x="148" y="0"/>
                      </a:lnTo>
                      <a:lnTo>
                        <a:pt x="150" y="0"/>
                      </a:lnTo>
                      <a:lnTo>
                        <a:pt x="151" y="0"/>
                      </a:lnTo>
                      <a:lnTo>
                        <a:pt x="152" y="0"/>
                      </a:lnTo>
                      <a:lnTo>
                        <a:pt x="154" y="0"/>
                      </a:lnTo>
                      <a:lnTo>
                        <a:pt x="155" y="0"/>
                      </a:lnTo>
                      <a:lnTo>
                        <a:pt x="157" y="0"/>
                      </a:lnTo>
                      <a:lnTo>
                        <a:pt x="158" y="0"/>
                      </a:lnTo>
                      <a:lnTo>
                        <a:pt x="160" y="0"/>
                      </a:lnTo>
                      <a:lnTo>
                        <a:pt x="161" y="0"/>
                      </a:lnTo>
                      <a:lnTo>
                        <a:pt x="163" y="0"/>
                      </a:lnTo>
                      <a:lnTo>
                        <a:pt x="164" y="0"/>
                      </a:lnTo>
                      <a:lnTo>
                        <a:pt x="166" y="0"/>
                      </a:lnTo>
                      <a:lnTo>
                        <a:pt x="167" y="0"/>
                      </a:lnTo>
                      <a:lnTo>
                        <a:pt x="169" y="0"/>
                      </a:lnTo>
                      <a:lnTo>
                        <a:pt x="170" y="0"/>
                      </a:lnTo>
                      <a:lnTo>
                        <a:pt x="172" y="0"/>
                      </a:lnTo>
                      <a:lnTo>
                        <a:pt x="173" y="0"/>
                      </a:lnTo>
                      <a:lnTo>
                        <a:pt x="175" y="0"/>
                      </a:lnTo>
                      <a:lnTo>
                        <a:pt x="176" y="0"/>
                      </a:lnTo>
                      <a:lnTo>
                        <a:pt x="178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2" y="0"/>
                      </a:lnTo>
                      <a:lnTo>
                        <a:pt x="183" y="0"/>
                      </a:lnTo>
                      <a:lnTo>
                        <a:pt x="185" y="0"/>
                      </a:lnTo>
                      <a:lnTo>
                        <a:pt x="186" y="0"/>
                      </a:lnTo>
                      <a:lnTo>
                        <a:pt x="188" y="0"/>
                      </a:lnTo>
                      <a:lnTo>
                        <a:pt x="189" y="0"/>
                      </a:lnTo>
                      <a:lnTo>
                        <a:pt x="191" y="0"/>
                      </a:lnTo>
                      <a:lnTo>
                        <a:pt x="192" y="0"/>
                      </a:lnTo>
                      <a:lnTo>
                        <a:pt x="194" y="0"/>
                      </a:lnTo>
                      <a:lnTo>
                        <a:pt x="195" y="0"/>
                      </a:lnTo>
                      <a:lnTo>
                        <a:pt x="197" y="0"/>
                      </a:lnTo>
                      <a:lnTo>
                        <a:pt x="198" y="0"/>
                      </a:lnTo>
                      <a:lnTo>
                        <a:pt x="200" y="0"/>
                      </a:lnTo>
                      <a:lnTo>
                        <a:pt x="201" y="0"/>
                      </a:lnTo>
                      <a:lnTo>
                        <a:pt x="203" y="0"/>
                      </a:lnTo>
                      <a:lnTo>
                        <a:pt x="204" y="0"/>
                      </a:lnTo>
                      <a:lnTo>
                        <a:pt x="205" y="0"/>
                      </a:lnTo>
                      <a:lnTo>
                        <a:pt x="207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1" y="0"/>
                      </a:lnTo>
                      <a:lnTo>
                        <a:pt x="213" y="0"/>
                      </a:lnTo>
                      <a:lnTo>
                        <a:pt x="214" y="0"/>
                      </a:lnTo>
                      <a:lnTo>
                        <a:pt x="216" y="0"/>
                      </a:lnTo>
                      <a:lnTo>
                        <a:pt x="217" y="0"/>
                      </a:lnTo>
                      <a:lnTo>
                        <a:pt x="219" y="0"/>
                      </a:lnTo>
                      <a:lnTo>
                        <a:pt x="220" y="0"/>
                      </a:lnTo>
                      <a:lnTo>
                        <a:pt x="222" y="0"/>
                      </a:lnTo>
                      <a:lnTo>
                        <a:pt x="223" y="0"/>
                      </a:lnTo>
                      <a:lnTo>
                        <a:pt x="225" y="0"/>
                      </a:lnTo>
                      <a:lnTo>
                        <a:pt x="226" y="0"/>
                      </a:lnTo>
                      <a:lnTo>
                        <a:pt x="228" y="0"/>
                      </a:lnTo>
                      <a:lnTo>
                        <a:pt x="229" y="0"/>
                      </a:lnTo>
                      <a:lnTo>
                        <a:pt x="230" y="0"/>
                      </a:lnTo>
                      <a:lnTo>
                        <a:pt x="232" y="0"/>
                      </a:lnTo>
                      <a:lnTo>
                        <a:pt x="233" y="0"/>
                      </a:lnTo>
                      <a:lnTo>
                        <a:pt x="235" y="0"/>
                      </a:lnTo>
                      <a:lnTo>
                        <a:pt x="236" y="0"/>
                      </a:lnTo>
                      <a:lnTo>
                        <a:pt x="238" y="0"/>
                      </a:lnTo>
                      <a:lnTo>
                        <a:pt x="239" y="0"/>
                      </a:lnTo>
                      <a:lnTo>
                        <a:pt x="241" y="0"/>
                      </a:lnTo>
                      <a:lnTo>
                        <a:pt x="242" y="0"/>
                      </a:lnTo>
                      <a:lnTo>
                        <a:pt x="244" y="0"/>
                      </a:lnTo>
                      <a:lnTo>
                        <a:pt x="245" y="0"/>
                      </a:lnTo>
                      <a:lnTo>
                        <a:pt x="247" y="0"/>
                      </a:lnTo>
                      <a:lnTo>
                        <a:pt x="248" y="0"/>
                      </a:lnTo>
                      <a:lnTo>
                        <a:pt x="250" y="0"/>
                      </a:lnTo>
                      <a:lnTo>
                        <a:pt x="251" y="0"/>
                      </a:lnTo>
                      <a:lnTo>
                        <a:pt x="253" y="0"/>
                      </a:lnTo>
                      <a:lnTo>
                        <a:pt x="254" y="0"/>
                      </a:lnTo>
                      <a:lnTo>
                        <a:pt x="255" y="0"/>
                      </a:lnTo>
                      <a:lnTo>
                        <a:pt x="257" y="0"/>
                      </a:lnTo>
                      <a:lnTo>
                        <a:pt x="258" y="0"/>
                      </a:lnTo>
                      <a:lnTo>
                        <a:pt x="260" y="0"/>
                      </a:lnTo>
                      <a:lnTo>
                        <a:pt x="261" y="0"/>
                      </a:lnTo>
                      <a:lnTo>
                        <a:pt x="263" y="0"/>
                      </a:lnTo>
                      <a:lnTo>
                        <a:pt x="264" y="0"/>
                      </a:lnTo>
                      <a:lnTo>
                        <a:pt x="266" y="0"/>
                      </a:lnTo>
                      <a:lnTo>
                        <a:pt x="267" y="0"/>
                      </a:lnTo>
                      <a:lnTo>
                        <a:pt x="269" y="0"/>
                      </a:lnTo>
                      <a:lnTo>
                        <a:pt x="270" y="0"/>
                      </a:lnTo>
                      <a:lnTo>
                        <a:pt x="272" y="0"/>
                      </a:lnTo>
                      <a:lnTo>
                        <a:pt x="273" y="0"/>
                      </a:lnTo>
                      <a:lnTo>
                        <a:pt x="275" y="0"/>
                      </a:lnTo>
                      <a:lnTo>
                        <a:pt x="276" y="0"/>
                      </a:lnTo>
                      <a:lnTo>
                        <a:pt x="278" y="0"/>
                      </a:lnTo>
                      <a:lnTo>
                        <a:pt x="279" y="0"/>
                      </a:lnTo>
                      <a:lnTo>
                        <a:pt x="280" y="0"/>
                      </a:lnTo>
                      <a:lnTo>
                        <a:pt x="282" y="0"/>
                      </a:lnTo>
                      <a:lnTo>
                        <a:pt x="283" y="0"/>
                      </a:lnTo>
                      <a:lnTo>
                        <a:pt x="285" y="0"/>
                      </a:lnTo>
                      <a:lnTo>
                        <a:pt x="286" y="0"/>
                      </a:lnTo>
                      <a:lnTo>
                        <a:pt x="288" y="0"/>
                      </a:lnTo>
                      <a:lnTo>
                        <a:pt x="289" y="0"/>
                      </a:lnTo>
                      <a:lnTo>
                        <a:pt x="291" y="0"/>
                      </a:lnTo>
                      <a:lnTo>
                        <a:pt x="292" y="0"/>
                      </a:lnTo>
                      <a:lnTo>
                        <a:pt x="294" y="0"/>
                      </a:lnTo>
                      <a:lnTo>
                        <a:pt x="295" y="0"/>
                      </a:lnTo>
                      <a:lnTo>
                        <a:pt x="297" y="0"/>
                      </a:lnTo>
                      <a:lnTo>
                        <a:pt x="298" y="0"/>
                      </a:lnTo>
                      <a:lnTo>
                        <a:pt x="300" y="0"/>
                      </a:lnTo>
                      <a:lnTo>
                        <a:pt x="301" y="0"/>
                      </a:lnTo>
                      <a:lnTo>
                        <a:pt x="303" y="0"/>
                      </a:lnTo>
                      <a:lnTo>
                        <a:pt x="304" y="0"/>
                      </a:lnTo>
                      <a:lnTo>
                        <a:pt x="305" y="0"/>
                      </a:lnTo>
                      <a:lnTo>
                        <a:pt x="307" y="0"/>
                      </a:lnTo>
                      <a:lnTo>
                        <a:pt x="308" y="0"/>
                      </a:lnTo>
                      <a:lnTo>
                        <a:pt x="310" y="0"/>
                      </a:lnTo>
                      <a:lnTo>
                        <a:pt x="311" y="0"/>
                      </a:lnTo>
                      <a:lnTo>
                        <a:pt x="313" y="0"/>
                      </a:lnTo>
                      <a:lnTo>
                        <a:pt x="314" y="0"/>
                      </a:lnTo>
                      <a:lnTo>
                        <a:pt x="316" y="0"/>
                      </a:lnTo>
                      <a:lnTo>
                        <a:pt x="317" y="0"/>
                      </a:lnTo>
                      <a:lnTo>
                        <a:pt x="319" y="0"/>
                      </a:lnTo>
                      <a:lnTo>
                        <a:pt x="320" y="0"/>
                      </a:lnTo>
                      <a:lnTo>
                        <a:pt x="322" y="0"/>
                      </a:lnTo>
                      <a:lnTo>
                        <a:pt x="323" y="0"/>
                      </a:lnTo>
                      <a:lnTo>
                        <a:pt x="325" y="0"/>
                      </a:lnTo>
                      <a:lnTo>
                        <a:pt x="326" y="0"/>
                      </a:lnTo>
                      <a:lnTo>
                        <a:pt x="328" y="0"/>
                      </a:lnTo>
                      <a:lnTo>
                        <a:pt x="329" y="0"/>
                      </a:lnTo>
                      <a:lnTo>
                        <a:pt x="330" y="0"/>
                      </a:lnTo>
                      <a:lnTo>
                        <a:pt x="332" y="0"/>
                      </a:lnTo>
                      <a:lnTo>
                        <a:pt x="333" y="0"/>
                      </a:lnTo>
                      <a:lnTo>
                        <a:pt x="335" y="0"/>
                      </a:lnTo>
                      <a:lnTo>
                        <a:pt x="336" y="0"/>
                      </a:lnTo>
                      <a:lnTo>
                        <a:pt x="338" y="0"/>
                      </a:lnTo>
                      <a:lnTo>
                        <a:pt x="339" y="0"/>
                      </a:lnTo>
                      <a:lnTo>
                        <a:pt x="341" y="0"/>
                      </a:lnTo>
                      <a:lnTo>
                        <a:pt x="342" y="0"/>
                      </a:lnTo>
                      <a:lnTo>
                        <a:pt x="344" y="0"/>
                      </a:lnTo>
                      <a:lnTo>
                        <a:pt x="345" y="0"/>
                      </a:lnTo>
                      <a:lnTo>
                        <a:pt x="347" y="0"/>
                      </a:lnTo>
                      <a:lnTo>
                        <a:pt x="348" y="0"/>
                      </a:lnTo>
                      <a:lnTo>
                        <a:pt x="350" y="0"/>
                      </a:lnTo>
                      <a:lnTo>
                        <a:pt x="351" y="0"/>
                      </a:lnTo>
                      <a:lnTo>
                        <a:pt x="353" y="0"/>
                      </a:lnTo>
                      <a:lnTo>
                        <a:pt x="354" y="0"/>
                      </a:lnTo>
                      <a:lnTo>
                        <a:pt x="355" y="0"/>
                      </a:lnTo>
                      <a:lnTo>
                        <a:pt x="357" y="0"/>
                      </a:lnTo>
                      <a:lnTo>
                        <a:pt x="358" y="0"/>
                      </a:lnTo>
                      <a:lnTo>
                        <a:pt x="360" y="0"/>
                      </a:lnTo>
                      <a:lnTo>
                        <a:pt x="361" y="0"/>
                      </a:lnTo>
                      <a:lnTo>
                        <a:pt x="363" y="0"/>
                      </a:lnTo>
                      <a:lnTo>
                        <a:pt x="364" y="0"/>
                      </a:lnTo>
                      <a:lnTo>
                        <a:pt x="366" y="0"/>
                      </a:lnTo>
                      <a:lnTo>
                        <a:pt x="367" y="0"/>
                      </a:lnTo>
                      <a:lnTo>
                        <a:pt x="369" y="0"/>
                      </a:lnTo>
                      <a:lnTo>
                        <a:pt x="370" y="0"/>
                      </a:lnTo>
                      <a:lnTo>
                        <a:pt x="372" y="0"/>
                      </a:lnTo>
                      <a:lnTo>
                        <a:pt x="373" y="0"/>
                      </a:lnTo>
                      <a:lnTo>
                        <a:pt x="375" y="0"/>
                      </a:lnTo>
                      <a:lnTo>
                        <a:pt x="376" y="0"/>
                      </a:lnTo>
                      <a:lnTo>
                        <a:pt x="378" y="0"/>
                      </a:lnTo>
                      <a:lnTo>
                        <a:pt x="379" y="0"/>
                      </a:lnTo>
                      <a:lnTo>
                        <a:pt x="381" y="0"/>
                      </a:lnTo>
                      <a:lnTo>
                        <a:pt x="382" y="0"/>
                      </a:lnTo>
                      <a:lnTo>
                        <a:pt x="383" y="0"/>
                      </a:lnTo>
                      <a:lnTo>
                        <a:pt x="385" y="0"/>
                      </a:lnTo>
                      <a:lnTo>
                        <a:pt x="386" y="0"/>
                      </a:lnTo>
                      <a:lnTo>
                        <a:pt x="388" y="0"/>
                      </a:lnTo>
                      <a:lnTo>
                        <a:pt x="389" y="0"/>
                      </a:lnTo>
                      <a:lnTo>
                        <a:pt x="391" y="0"/>
                      </a:lnTo>
                      <a:lnTo>
                        <a:pt x="392" y="0"/>
                      </a:lnTo>
                      <a:lnTo>
                        <a:pt x="394" y="0"/>
                      </a:lnTo>
                      <a:lnTo>
                        <a:pt x="395" y="0"/>
                      </a:lnTo>
                      <a:lnTo>
                        <a:pt x="397" y="0"/>
                      </a:lnTo>
                      <a:lnTo>
                        <a:pt x="398" y="0"/>
                      </a:lnTo>
                      <a:lnTo>
                        <a:pt x="400" y="0"/>
                      </a:lnTo>
                      <a:lnTo>
                        <a:pt x="401" y="0"/>
                      </a:lnTo>
                      <a:lnTo>
                        <a:pt x="403" y="0"/>
                      </a:lnTo>
                      <a:lnTo>
                        <a:pt x="404" y="0"/>
                      </a:lnTo>
                      <a:lnTo>
                        <a:pt x="406" y="0"/>
                      </a:lnTo>
                      <a:lnTo>
                        <a:pt x="407" y="0"/>
                      </a:lnTo>
                      <a:lnTo>
                        <a:pt x="408" y="0"/>
                      </a:lnTo>
                      <a:lnTo>
                        <a:pt x="410" y="0"/>
                      </a:lnTo>
                      <a:lnTo>
                        <a:pt x="411" y="0"/>
                      </a:lnTo>
                      <a:lnTo>
                        <a:pt x="413" y="0"/>
                      </a:lnTo>
                      <a:lnTo>
                        <a:pt x="414" y="0"/>
                      </a:lnTo>
                      <a:lnTo>
                        <a:pt x="416" y="0"/>
                      </a:lnTo>
                      <a:lnTo>
                        <a:pt x="417" y="0"/>
                      </a:lnTo>
                      <a:lnTo>
                        <a:pt x="419" y="0"/>
                      </a:lnTo>
                      <a:lnTo>
                        <a:pt x="420" y="0"/>
                      </a:lnTo>
                      <a:lnTo>
                        <a:pt x="422" y="0"/>
                      </a:lnTo>
                      <a:lnTo>
                        <a:pt x="423" y="0"/>
                      </a:lnTo>
                      <a:lnTo>
                        <a:pt x="425" y="0"/>
                      </a:lnTo>
                      <a:lnTo>
                        <a:pt x="426" y="0"/>
                      </a:lnTo>
                      <a:lnTo>
                        <a:pt x="428" y="0"/>
                      </a:lnTo>
                      <a:lnTo>
                        <a:pt x="429" y="0"/>
                      </a:lnTo>
                      <a:lnTo>
                        <a:pt x="431" y="0"/>
                      </a:lnTo>
                      <a:lnTo>
                        <a:pt x="432" y="0"/>
                      </a:lnTo>
                      <a:lnTo>
                        <a:pt x="433" y="0"/>
                      </a:lnTo>
                      <a:lnTo>
                        <a:pt x="435" y="0"/>
                      </a:lnTo>
                      <a:lnTo>
                        <a:pt x="436" y="0"/>
                      </a:lnTo>
                      <a:lnTo>
                        <a:pt x="438" y="0"/>
                      </a:lnTo>
                      <a:lnTo>
                        <a:pt x="439" y="0"/>
                      </a:lnTo>
                      <a:lnTo>
                        <a:pt x="441" y="0"/>
                      </a:lnTo>
                      <a:lnTo>
                        <a:pt x="442" y="0"/>
                      </a:lnTo>
                      <a:lnTo>
                        <a:pt x="444" y="0"/>
                      </a:lnTo>
                      <a:lnTo>
                        <a:pt x="445" y="0"/>
                      </a:lnTo>
                      <a:lnTo>
                        <a:pt x="447" y="0"/>
                      </a:lnTo>
                      <a:lnTo>
                        <a:pt x="448" y="0"/>
                      </a:lnTo>
                      <a:lnTo>
                        <a:pt x="450" y="0"/>
                      </a:lnTo>
                      <a:lnTo>
                        <a:pt x="451" y="0"/>
                      </a:lnTo>
                      <a:lnTo>
                        <a:pt x="453" y="0"/>
                      </a:lnTo>
                      <a:lnTo>
                        <a:pt x="454" y="0"/>
                      </a:lnTo>
                      <a:lnTo>
                        <a:pt x="456" y="0"/>
                      </a:lnTo>
                      <a:lnTo>
                        <a:pt x="457" y="0"/>
                      </a:lnTo>
                      <a:lnTo>
                        <a:pt x="458" y="0"/>
                      </a:lnTo>
                      <a:lnTo>
                        <a:pt x="460" y="0"/>
                      </a:lnTo>
                      <a:lnTo>
                        <a:pt x="461" y="0"/>
                      </a:lnTo>
                      <a:lnTo>
                        <a:pt x="463" y="0"/>
                      </a:lnTo>
                      <a:lnTo>
                        <a:pt x="464" y="0"/>
                      </a:lnTo>
                      <a:lnTo>
                        <a:pt x="466" y="0"/>
                      </a:lnTo>
                      <a:lnTo>
                        <a:pt x="467" y="0"/>
                      </a:lnTo>
                      <a:lnTo>
                        <a:pt x="469" y="0"/>
                      </a:lnTo>
                      <a:lnTo>
                        <a:pt x="470" y="0"/>
                      </a:lnTo>
                      <a:lnTo>
                        <a:pt x="472" y="0"/>
                      </a:lnTo>
                      <a:lnTo>
                        <a:pt x="473" y="0"/>
                      </a:lnTo>
                      <a:lnTo>
                        <a:pt x="475" y="0"/>
                      </a:lnTo>
                      <a:lnTo>
                        <a:pt x="476" y="0"/>
                      </a:lnTo>
                      <a:lnTo>
                        <a:pt x="478" y="0"/>
                      </a:lnTo>
                      <a:lnTo>
                        <a:pt x="479" y="0"/>
                      </a:lnTo>
                      <a:lnTo>
                        <a:pt x="481" y="0"/>
                      </a:lnTo>
                      <a:lnTo>
                        <a:pt x="482" y="0"/>
                      </a:lnTo>
                      <a:lnTo>
                        <a:pt x="483" y="0"/>
                      </a:lnTo>
                      <a:lnTo>
                        <a:pt x="485" y="0"/>
                      </a:lnTo>
                      <a:lnTo>
                        <a:pt x="486" y="0"/>
                      </a:lnTo>
                      <a:lnTo>
                        <a:pt x="488" y="0"/>
                      </a:lnTo>
                      <a:lnTo>
                        <a:pt x="489" y="0"/>
                      </a:lnTo>
                      <a:lnTo>
                        <a:pt x="491" y="0"/>
                      </a:lnTo>
                      <a:lnTo>
                        <a:pt x="492" y="0"/>
                      </a:lnTo>
                      <a:lnTo>
                        <a:pt x="494" y="0"/>
                      </a:lnTo>
                      <a:lnTo>
                        <a:pt x="495" y="0"/>
                      </a:lnTo>
                      <a:lnTo>
                        <a:pt x="497" y="0"/>
                      </a:lnTo>
                      <a:lnTo>
                        <a:pt x="498" y="0"/>
                      </a:lnTo>
                      <a:lnTo>
                        <a:pt x="500" y="0"/>
                      </a:lnTo>
                      <a:lnTo>
                        <a:pt x="501" y="0"/>
                      </a:lnTo>
                      <a:lnTo>
                        <a:pt x="503" y="0"/>
                      </a:lnTo>
                      <a:lnTo>
                        <a:pt x="504" y="0"/>
                      </a:lnTo>
                      <a:lnTo>
                        <a:pt x="506" y="0"/>
                      </a:lnTo>
                      <a:lnTo>
                        <a:pt x="507" y="0"/>
                      </a:lnTo>
                      <a:lnTo>
                        <a:pt x="508" y="0"/>
                      </a:lnTo>
                      <a:lnTo>
                        <a:pt x="510" y="0"/>
                      </a:lnTo>
                      <a:lnTo>
                        <a:pt x="511" y="0"/>
                      </a:lnTo>
                      <a:lnTo>
                        <a:pt x="513" y="0"/>
                      </a:lnTo>
                      <a:lnTo>
                        <a:pt x="514" y="0"/>
                      </a:lnTo>
                      <a:lnTo>
                        <a:pt x="516" y="0"/>
                      </a:lnTo>
                      <a:lnTo>
                        <a:pt x="517" y="0"/>
                      </a:lnTo>
                      <a:lnTo>
                        <a:pt x="519" y="0"/>
                      </a:lnTo>
                      <a:lnTo>
                        <a:pt x="520" y="0"/>
                      </a:lnTo>
                      <a:lnTo>
                        <a:pt x="522" y="0"/>
                      </a:lnTo>
                      <a:lnTo>
                        <a:pt x="523" y="0"/>
                      </a:lnTo>
                      <a:lnTo>
                        <a:pt x="525" y="0"/>
                      </a:lnTo>
                      <a:lnTo>
                        <a:pt x="526" y="0"/>
                      </a:lnTo>
                      <a:lnTo>
                        <a:pt x="528" y="0"/>
                      </a:lnTo>
                      <a:lnTo>
                        <a:pt x="529" y="0"/>
                      </a:lnTo>
                      <a:lnTo>
                        <a:pt x="531" y="0"/>
                      </a:lnTo>
                      <a:lnTo>
                        <a:pt x="532" y="0"/>
                      </a:lnTo>
                      <a:lnTo>
                        <a:pt x="533" y="0"/>
                      </a:lnTo>
                      <a:lnTo>
                        <a:pt x="535" y="0"/>
                      </a:lnTo>
                      <a:lnTo>
                        <a:pt x="536" y="0"/>
                      </a:lnTo>
                      <a:lnTo>
                        <a:pt x="538" y="0"/>
                      </a:lnTo>
                      <a:lnTo>
                        <a:pt x="539" y="0"/>
                      </a:lnTo>
                      <a:lnTo>
                        <a:pt x="541" y="0"/>
                      </a:lnTo>
                      <a:lnTo>
                        <a:pt x="542" y="0"/>
                      </a:lnTo>
                      <a:lnTo>
                        <a:pt x="544" y="0"/>
                      </a:lnTo>
                      <a:lnTo>
                        <a:pt x="545" y="0"/>
                      </a:lnTo>
                      <a:lnTo>
                        <a:pt x="547" y="0"/>
                      </a:lnTo>
                      <a:lnTo>
                        <a:pt x="548" y="0"/>
                      </a:lnTo>
                      <a:lnTo>
                        <a:pt x="550" y="0"/>
                      </a:lnTo>
                      <a:lnTo>
                        <a:pt x="551" y="0"/>
                      </a:lnTo>
                      <a:lnTo>
                        <a:pt x="553" y="0"/>
                      </a:lnTo>
                      <a:lnTo>
                        <a:pt x="554" y="0"/>
                      </a:lnTo>
                      <a:lnTo>
                        <a:pt x="556" y="0"/>
                      </a:lnTo>
                      <a:lnTo>
                        <a:pt x="557" y="0"/>
                      </a:lnTo>
                      <a:lnTo>
                        <a:pt x="558" y="0"/>
                      </a:lnTo>
                      <a:lnTo>
                        <a:pt x="560" y="0"/>
                      </a:lnTo>
                      <a:lnTo>
                        <a:pt x="561" y="0"/>
                      </a:lnTo>
                      <a:lnTo>
                        <a:pt x="563" y="0"/>
                      </a:lnTo>
                      <a:lnTo>
                        <a:pt x="564" y="0"/>
                      </a:lnTo>
                      <a:lnTo>
                        <a:pt x="566" y="0"/>
                      </a:lnTo>
                      <a:lnTo>
                        <a:pt x="567" y="0"/>
                      </a:lnTo>
                      <a:lnTo>
                        <a:pt x="569" y="0"/>
                      </a:lnTo>
                      <a:lnTo>
                        <a:pt x="570" y="0"/>
                      </a:lnTo>
                      <a:lnTo>
                        <a:pt x="572" y="0"/>
                      </a:lnTo>
                      <a:lnTo>
                        <a:pt x="573" y="0"/>
                      </a:lnTo>
                      <a:lnTo>
                        <a:pt x="575" y="0"/>
                      </a:lnTo>
                      <a:lnTo>
                        <a:pt x="576" y="0"/>
                      </a:lnTo>
                      <a:lnTo>
                        <a:pt x="578" y="0"/>
                      </a:lnTo>
                      <a:lnTo>
                        <a:pt x="579" y="0"/>
                      </a:lnTo>
                      <a:lnTo>
                        <a:pt x="581" y="0"/>
                      </a:lnTo>
                      <a:lnTo>
                        <a:pt x="582" y="0"/>
                      </a:lnTo>
                      <a:lnTo>
                        <a:pt x="583" y="0"/>
                      </a:lnTo>
                      <a:lnTo>
                        <a:pt x="585" y="0"/>
                      </a:lnTo>
                      <a:lnTo>
                        <a:pt x="586" y="0"/>
                      </a:lnTo>
                      <a:lnTo>
                        <a:pt x="588" y="0"/>
                      </a:lnTo>
                      <a:lnTo>
                        <a:pt x="589" y="0"/>
                      </a:lnTo>
                      <a:lnTo>
                        <a:pt x="591" y="0"/>
                      </a:lnTo>
                      <a:lnTo>
                        <a:pt x="592" y="0"/>
                      </a:lnTo>
                      <a:lnTo>
                        <a:pt x="594" y="0"/>
                      </a:lnTo>
                      <a:lnTo>
                        <a:pt x="595" y="0"/>
                      </a:lnTo>
                      <a:lnTo>
                        <a:pt x="597" y="0"/>
                      </a:lnTo>
                      <a:lnTo>
                        <a:pt x="598" y="0"/>
                      </a:lnTo>
                      <a:lnTo>
                        <a:pt x="600" y="0"/>
                      </a:lnTo>
                      <a:lnTo>
                        <a:pt x="601" y="0"/>
                      </a:lnTo>
                      <a:lnTo>
                        <a:pt x="603" y="0"/>
                      </a:lnTo>
                      <a:lnTo>
                        <a:pt x="604" y="0"/>
                      </a:lnTo>
                      <a:lnTo>
                        <a:pt x="606" y="0"/>
                      </a:lnTo>
                      <a:lnTo>
                        <a:pt x="607" y="0"/>
                      </a:lnTo>
                      <a:lnTo>
                        <a:pt x="609" y="0"/>
                      </a:lnTo>
                      <a:lnTo>
                        <a:pt x="610" y="0"/>
                      </a:lnTo>
                      <a:lnTo>
                        <a:pt x="611" y="0"/>
                      </a:lnTo>
                      <a:lnTo>
                        <a:pt x="613" y="0"/>
                      </a:lnTo>
                      <a:lnTo>
                        <a:pt x="614" y="0"/>
                      </a:lnTo>
                      <a:lnTo>
                        <a:pt x="616" y="0"/>
                      </a:lnTo>
                      <a:lnTo>
                        <a:pt x="617" y="0"/>
                      </a:lnTo>
                      <a:lnTo>
                        <a:pt x="619" y="0"/>
                      </a:lnTo>
                      <a:lnTo>
                        <a:pt x="620" y="0"/>
                      </a:lnTo>
                      <a:lnTo>
                        <a:pt x="622" y="0"/>
                      </a:lnTo>
                      <a:lnTo>
                        <a:pt x="623" y="0"/>
                      </a:lnTo>
                      <a:lnTo>
                        <a:pt x="625" y="0"/>
                      </a:lnTo>
                      <a:lnTo>
                        <a:pt x="626" y="0"/>
                      </a:lnTo>
                      <a:lnTo>
                        <a:pt x="628" y="0"/>
                      </a:lnTo>
                      <a:lnTo>
                        <a:pt x="629" y="0"/>
                      </a:lnTo>
                      <a:lnTo>
                        <a:pt x="631" y="0"/>
                      </a:lnTo>
                      <a:lnTo>
                        <a:pt x="632" y="0"/>
                      </a:lnTo>
                      <a:lnTo>
                        <a:pt x="634" y="0"/>
                      </a:lnTo>
                      <a:lnTo>
                        <a:pt x="635" y="0"/>
                      </a:lnTo>
                      <a:lnTo>
                        <a:pt x="636" y="0"/>
                      </a:lnTo>
                      <a:lnTo>
                        <a:pt x="638" y="0"/>
                      </a:lnTo>
                      <a:lnTo>
                        <a:pt x="639" y="0"/>
                      </a:lnTo>
                      <a:lnTo>
                        <a:pt x="641" y="0"/>
                      </a:lnTo>
                      <a:lnTo>
                        <a:pt x="642" y="0"/>
                      </a:lnTo>
                      <a:lnTo>
                        <a:pt x="644" y="0"/>
                      </a:lnTo>
                      <a:lnTo>
                        <a:pt x="645" y="0"/>
                      </a:lnTo>
                      <a:lnTo>
                        <a:pt x="647" y="0"/>
                      </a:lnTo>
                      <a:lnTo>
                        <a:pt x="648" y="0"/>
                      </a:lnTo>
                      <a:lnTo>
                        <a:pt x="650" y="0"/>
                      </a:lnTo>
                      <a:lnTo>
                        <a:pt x="651" y="0"/>
                      </a:lnTo>
                      <a:lnTo>
                        <a:pt x="653" y="0"/>
                      </a:lnTo>
                      <a:lnTo>
                        <a:pt x="654" y="0"/>
                      </a:lnTo>
                      <a:lnTo>
                        <a:pt x="656" y="0"/>
                      </a:lnTo>
                      <a:lnTo>
                        <a:pt x="657" y="0"/>
                      </a:lnTo>
                      <a:lnTo>
                        <a:pt x="659" y="0"/>
                      </a:lnTo>
                      <a:lnTo>
                        <a:pt x="660" y="0"/>
                      </a:lnTo>
                      <a:lnTo>
                        <a:pt x="661" y="0"/>
                      </a:lnTo>
                      <a:lnTo>
                        <a:pt x="663" y="0"/>
                      </a:lnTo>
                      <a:lnTo>
                        <a:pt x="664" y="0"/>
                      </a:lnTo>
                      <a:lnTo>
                        <a:pt x="666" y="0"/>
                      </a:lnTo>
                      <a:lnTo>
                        <a:pt x="667" y="0"/>
                      </a:lnTo>
                      <a:lnTo>
                        <a:pt x="669" y="0"/>
                      </a:lnTo>
                      <a:lnTo>
                        <a:pt x="670" y="0"/>
                      </a:lnTo>
                      <a:lnTo>
                        <a:pt x="672" y="0"/>
                      </a:lnTo>
                      <a:lnTo>
                        <a:pt x="673" y="0"/>
                      </a:lnTo>
                      <a:lnTo>
                        <a:pt x="675" y="0"/>
                      </a:lnTo>
                      <a:lnTo>
                        <a:pt x="676" y="0"/>
                      </a:lnTo>
                      <a:lnTo>
                        <a:pt x="678" y="0"/>
                      </a:lnTo>
                      <a:lnTo>
                        <a:pt x="679" y="0"/>
                      </a:lnTo>
                      <a:lnTo>
                        <a:pt x="681" y="0"/>
                      </a:lnTo>
                      <a:lnTo>
                        <a:pt x="682" y="0"/>
                      </a:lnTo>
                      <a:lnTo>
                        <a:pt x="684" y="0"/>
                      </a:lnTo>
                      <a:lnTo>
                        <a:pt x="685" y="0"/>
                      </a:lnTo>
                      <a:lnTo>
                        <a:pt x="686" y="0"/>
                      </a:lnTo>
                      <a:lnTo>
                        <a:pt x="688" y="0"/>
                      </a:lnTo>
                      <a:lnTo>
                        <a:pt x="689" y="0"/>
                      </a:lnTo>
                      <a:lnTo>
                        <a:pt x="691" y="0"/>
                      </a:lnTo>
                      <a:lnTo>
                        <a:pt x="692" y="0"/>
                      </a:lnTo>
                      <a:lnTo>
                        <a:pt x="694" y="0"/>
                      </a:lnTo>
                      <a:lnTo>
                        <a:pt x="695" y="0"/>
                      </a:lnTo>
                      <a:lnTo>
                        <a:pt x="697" y="0"/>
                      </a:lnTo>
                      <a:lnTo>
                        <a:pt x="698" y="0"/>
                      </a:lnTo>
                      <a:lnTo>
                        <a:pt x="700" y="0"/>
                      </a:lnTo>
                      <a:lnTo>
                        <a:pt x="701" y="0"/>
                      </a:lnTo>
                      <a:lnTo>
                        <a:pt x="703" y="0"/>
                      </a:lnTo>
                      <a:lnTo>
                        <a:pt x="704" y="0"/>
                      </a:lnTo>
                      <a:lnTo>
                        <a:pt x="706" y="0"/>
                      </a:lnTo>
                      <a:lnTo>
                        <a:pt x="707" y="0"/>
                      </a:lnTo>
                      <a:lnTo>
                        <a:pt x="709" y="0"/>
                      </a:lnTo>
                      <a:lnTo>
                        <a:pt x="710" y="0"/>
                      </a:lnTo>
                      <a:lnTo>
                        <a:pt x="711" y="0"/>
                      </a:lnTo>
                      <a:lnTo>
                        <a:pt x="713" y="0"/>
                      </a:lnTo>
                      <a:lnTo>
                        <a:pt x="714" y="0"/>
                      </a:lnTo>
                      <a:lnTo>
                        <a:pt x="716" y="0"/>
                      </a:lnTo>
                      <a:lnTo>
                        <a:pt x="717" y="0"/>
                      </a:lnTo>
                      <a:lnTo>
                        <a:pt x="719" y="0"/>
                      </a:lnTo>
                      <a:lnTo>
                        <a:pt x="720" y="0"/>
                      </a:lnTo>
                      <a:lnTo>
                        <a:pt x="722" y="0"/>
                      </a:lnTo>
                      <a:lnTo>
                        <a:pt x="723" y="0"/>
                      </a:lnTo>
                      <a:lnTo>
                        <a:pt x="725" y="0"/>
                      </a:lnTo>
                      <a:lnTo>
                        <a:pt x="726" y="0"/>
                      </a:lnTo>
                      <a:lnTo>
                        <a:pt x="728" y="0"/>
                      </a:lnTo>
                      <a:lnTo>
                        <a:pt x="729" y="0"/>
                      </a:lnTo>
                      <a:lnTo>
                        <a:pt x="731" y="0"/>
                      </a:lnTo>
                      <a:lnTo>
                        <a:pt x="732" y="0"/>
                      </a:lnTo>
                      <a:lnTo>
                        <a:pt x="734" y="0"/>
                      </a:lnTo>
                      <a:lnTo>
                        <a:pt x="735" y="0"/>
                      </a:lnTo>
                      <a:lnTo>
                        <a:pt x="736" y="0"/>
                      </a:lnTo>
                      <a:lnTo>
                        <a:pt x="738" y="0"/>
                      </a:lnTo>
                      <a:lnTo>
                        <a:pt x="739" y="0"/>
                      </a:lnTo>
                      <a:lnTo>
                        <a:pt x="741" y="0"/>
                      </a:lnTo>
                      <a:lnTo>
                        <a:pt x="742" y="0"/>
                      </a:lnTo>
                      <a:lnTo>
                        <a:pt x="744" y="0"/>
                      </a:lnTo>
                      <a:lnTo>
                        <a:pt x="745" y="0"/>
                      </a:lnTo>
                      <a:lnTo>
                        <a:pt x="747" y="0"/>
                      </a:lnTo>
                      <a:lnTo>
                        <a:pt x="748" y="0"/>
                      </a:lnTo>
                      <a:lnTo>
                        <a:pt x="750" y="0"/>
                      </a:lnTo>
                      <a:lnTo>
                        <a:pt x="751" y="0"/>
                      </a:lnTo>
                      <a:lnTo>
                        <a:pt x="753" y="0"/>
                      </a:lnTo>
                      <a:lnTo>
                        <a:pt x="754" y="0"/>
                      </a:lnTo>
                      <a:lnTo>
                        <a:pt x="756" y="0"/>
                      </a:lnTo>
                      <a:lnTo>
                        <a:pt x="757" y="0"/>
                      </a:lnTo>
                      <a:lnTo>
                        <a:pt x="759" y="0"/>
                      </a:lnTo>
                      <a:lnTo>
                        <a:pt x="760" y="0"/>
                      </a:lnTo>
                      <a:lnTo>
                        <a:pt x="761" y="0"/>
                      </a:lnTo>
                      <a:lnTo>
                        <a:pt x="763" y="0"/>
                      </a:lnTo>
                      <a:lnTo>
                        <a:pt x="764" y="0"/>
                      </a:lnTo>
                      <a:lnTo>
                        <a:pt x="766" y="0"/>
                      </a:lnTo>
                      <a:lnTo>
                        <a:pt x="767" y="0"/>
                      </a:lnTo>
                      <a:lnTo>
                        <a:pt x="769" y="0"/>
                      </a:lnTo>
                      <a:lnTo>
                        <a:pt x="770" y="0"/>
                      </a:lnTo>
                      <a:lnTo>
                        <a:pt x="772" y="0"/>
                      </a:lnTo>
                      <a:lnTo>
                        <a:pt x="773" y="0"/>
                      </a:lnTo>
                      <a:lnTo>
                        <a:pt x="775" y="0"/>
                      </a:lnTo>
                      <a:lnTo>
                        <a:pt x="776" y="0"/>
                      </a:lnTo>
                      <a:lnTo>
                        <a:pt x="778" y="0"/>
                      </a:lnTo>
                      <a:lnTo>
                        <a:pt x="779" y="0"/>
                      </a:lnTo>
                      <a:lnTo>
                        <a:pt x="781" y="0"/>
                      </a:lnTo>
                      <a:lnTo>
                        <a:pt x="782" y="0"/>
                      </a:lnTo>
                      <a:lnTo>
                        <a:pt x="784" y="0"/>
                      </a:lnTo>
                      <a:lnTo>
                        <a:pt x="785" y="0"/>
                      </a:lnTo>
                      <a:lnTo>
                        <a:pt x="786" y="0"/>
                      </a:lnTo>
                      <a:lnTo>
                        <a:pt x="788" y="0"/>
                      </a:lnTo>
                      <a:lnTo>
                        <a:pt x="789" y="0"/>
                      </a:lnTo>
                      <a:lnTo>
                        <a:pt x="791" y="0"/>
                      </a:lnTo>
                      <a:lnTo>
                        <a:pt x="792" y="0"/>
                      </a:lnTo>
                      <a:lnTo>
                        <a:pt x="794" y="0"/>
                      </a:lnTo>
                      <a:lnTo>
                        <a:pt x="795" y="0"/>
                      </a:lnTo>
                      <a:lnTo>
                        <a:pt x="797" y="0"/>
                      </a:lnTo>
                      <a:lnTo>
                        <a:pt x="798" y="0"/>
                      </a:lnTo>
                      <a:lnTo>
                        <a:pt x="800" y="0"/>
                      </a:lnTo>
                      <a:lnTo>
                        <a:pt x="801" y="0"/>
                      </a:lnTo>
                      <a:lnTo>
                        <a:pt x="803" y="0"/>
                      </a:lnTo>
                      <a:lnTo>
                        <a:pt x="804" y="0"/>
                      </a:lnTo>
                      <a:lnTo>
                        <a:pt x="806" y="0"/>
                      </a:lnTo>
                      <a:lnTo>
                        <a:pt x="807" y="0"/>
                      </a:lnTo>
                      <a:lnTo>
                        <a:pt x="809" y="0"/>
                      </a:lnTo>
                      <a:lnTo>
                        <a:pt x="810" y="0"/>
                      </a:lnTo>
                      <a:lnTo>
                        <a:pt x="812" y="0"/>
                      </a:lnTo>
                      <a:lnTo>
                        <a:pt x="813" y="0"/>
                      </a:lnTo>
                      <a:lnTo>
                        <a:pt x="814" y="0"/>
                      </a:lnTo>
                      <a:lnTo>
                        <a:pt x="816" y="0"/>
                      </a:lnTo>
                      <a:lnTo>
                        <a:pt x="817" y="0"/>
                      </a:lnTo>
                      <a:lnTo>
                        <a:pt x="819" y="0"/>
                      </a:lnTo>
                      <a:lnTo>
                        <a:pt x="820" y="0"/>
                      </a:lnTo>
                      <a:lnTo>
                        <a:pt x="822" y="0"/>
                      </a:lnTo>
                      <a:lnTo>
                        <a:pt x="823" y="0"/>
                      </a:lnTo>
                      <a:lnTo>
                        <a:pt x="825" y="0"/>
                      </a:lnTo>
                      <a:lnTo>
                        <a:pt x="826" y="0"/>
                      </a:lnTo>
                      <a:lnTo>
                        <a:pt x="828" y="0"/>
                      </a:lnTo>
                      <a:lnTo>
                        <a:pt x="829" y="0"/>
                      </a:lnTo>
                      <a:lnTo>
                        <a:pt x="831" y="0"/>
                      </a:lnTo>
                      <a:lnTo>
                        <a:pt x="832" y="0"/>
                      </a:lnTo>
                      <a:lnTo>
                        <a:pt x="834" y="0"/>
                      </a:lnTo>
                      <a:lnTo>
                        <a:pt x="835" y="0"/>
                      </a:lnTo>
                      <a:lnTo>
                        <a:pt x="837" y="0"/>
                      </a:lnTo>
                      <a:lnTo>
                        <a:pt x="838" y="0"/>
                      </a:lnTo>
                      <a:lnTo>
                        <a:pt x="839" y="0"/>
                      </a:lnTo>
                      <a:lnTo>
                        <a:pt x="841" y="0"/>
                      </a:lnTo>
                      <a:lnTo>
                        <a:pt x="842" y="0"/>
                      </a:lnTo>
                      <a:lnTo>
                        <a:pt x="844" y="0"/>
                      </a:lnTo>
                      <a:lnTo>
                        <a:pt x="845" y="0"/>
                      </a:lnTo>
                      <a:lnTo>
                        <a:pt x="847" y="0"/>
                      </a:lnTo>
                      <a:lnTo>
                        <a:pt x="848" y="0"/>
                      </a:lnTo>
                      <a:lnTo>
                        <a:pt x="850" y="0"/>
                      </a:lnTo>
                      <a:lnTo>
                        <a:pt x="851" y="0"/>
                      </a:lnTo>
                      <a:lnTo>
                        <a:pt x="853" y="0"/>
                      </a:lnTo>
                      <a:lnTo>
                        <a:pt x="854" y="0"/>
                      </a:lnTo>
                      <a:lnTo>
                        <a:pt x="856" y="0"/>
                      </a:lnTo>
                      <a:lnTo>
                        <a:pt x="857" y="0"/>
                      </a:lnTo>
                      <a:lnTo>
                        <a:pt x="859" y="0"/>
                      </a:lnTo>
                      <a:lnTo>
                        <a:pt x="860" y="0"/>
                      </a:lnTo>
                      <a:lnTo>
                        <a:pt x="862" y="0"/>
                      </a:lnTo>
                      <a:lnTo>
                        <a:pt x="863" y="0"/>
                      </a:lnTo>
                      <a:lnTo>
                        <a:pt x="864" y="0"/>
                      </a:lnTo>
                      <a:lnTo>
                        <a:pt x="866" y="0"/>
                      </a:lnTo>
                      <a:lnTo>
                        <a:pt x="867" y="0"/>
                      </a:lnTo>
                      <a:lnTo>
                        <a:pt x="869" y="0"/>
                      </a:lnTo>
                      <a:lnTo>
                        <a:pt x="870" y="0"/>
                      </a:lnTo>
                      <a:lnTo>
                        <a:pt x="872" y="0"/>
                      </a:lnTo>
                      <a:lnTo>
                        <a:pt x="873" y="0"/>
                      </a:lnTo>
                      <a:lnTo>
                        <a:pt x="875" y="0"/>
                      </a:lnTo>
                      <a:lnTo>
                        <a:pt x="876" y="0"/>
                      </a:lnTo>
                      <a:lnTo>
                        <a:pt x="878" y="0"/>
                      </a:lnTo>
                      <a:lnTo>
                        <a:pt x="879" y="0"/>
                      </a:lnTo>
                      <a:lnTo>
                        <a:pt x="881" y="0"/>
                      </a:lnTo>
                      <a:lnTo>
                        <a:pt x="882" y="0"/>
                      </a:lnTo>
                      <a:lnTo>
                        <a:pt x="884" y="0"/>
                      </a:lnTo>
                      <a:lnTo>
                        <a:pt x="885" y="0"/>
                      </a:lnTo>
                      <a:lnTo>
                        <a:pt x="887" y="0"/>
                      </a:lnTo>
                      <a:lnTo>
                        <a:pt x="888" y="0"/>
                      </a:lnTo>
                      <a:lnTo>
                        <a:pt x="889" y="0"/>
                      </a:lnTo>
                      <a:lnTo>
                        <a:pt x="891" y="0"/>
                      </a:lnTo>
                      <a:lnTo>
                        <a:pt x="892" y="0"/>
                      </a:lnTo>
                      <a:lnTo>
                        <a:pt x="894" y="0"/>
                      </a:lnTo>
                      <a:lnTo>
                        <a:pt x="895" y="0"/>
                      </a:lnTo>
                      <a:lnTo>
                        <a:pt x="897" y="0"/>
                      </a:lnTo>
                      <a:lnTo>
                        <a:pt x="898" y="0"/>
                      </a:lnTo>
                      <a:lnTo>
                        <a:pt x="900" y="0"/>
                      </a:lnTo>
                      <a:lnTo>
                        <a:pt x="901" y="0"/>
                      </a:lnTo>
                      <a:lnTo>
                        <a:pt x="903" y="0"/>
                      </a:lnTo>
                      <a:lnTo>
                        <a:pt x="904" y="0"/>
                      </a:lnTo>
                      <a:lnTo>
                        <a:pt x="906" y="0"/>
                      </a:lnTo>
                      <a:lnTo>
                        <a:pt x="907" y="0"/>
                      </a:lnTo>
                      <a:lnTo>
                        <a:pt x="909" y="0"/>
                      </a:lnTo>
                      <a:lnTo>
                        <a:pt x="910" y="0"/>
                      </a:lnTo>
                      <a:lnTo>
                        <a:pt x="912" y="0"/>
                      </a:lnTo>
                      <a:lnTo>
                        <a:pt x="913" y="0"/>
                      </a:lnTo>
                      <a:lnTo>
                        <a:pt x="914" y="0"/>
                      </a:lnTo>
                      <a:lnTo>
                        <a:pt x="916" y="0"/>
                      </a:lnTo>
                      <a:lnTo>
                        <a:pt x="917" y="0"/>
                      </a:lnTo>
                      <a:lnTo>
                        <a:pt x="919" y="0"/>
                      </a:lnTo>
                      <a:lnTo>
                        <a:pt x="920" y="0"/>
                      </a:lnTo>
                      <a:lnTo>
                        <a:pt x="922" y="0"/>
                      </a:lnTo>
                      <a:lnTo>
                        <a:pt x="923" y="0"/>
                      </a:lnTo>
                      <a:lnTo>
                        <a:pt x="925" y="0"/>
                      </a:lnTo>
                      <a:lnTo>
                        <a:pt x="926" y="0"/>
                      </a:lnTo>
                      <a:lnTo>
                        <a:pt x="928" y="0"/>
                      </a:lnTo>
                      <a:lnTo>
                        <a:pt x="929" y="0"/>
                      </a:lnTo>
                      <a:lnTo>
                        <a:pt x="931" y="0"/>
                      </a:lnTo>
                      <a:lnTo>
                        <a:pt x="932" y="0"/>
                      </a:lnTo>
                      <a:lnTo>
                        <a:pt x="934" y="0"/>
                      </a:lnTo>
                      <a:lnTo>
                        <a:pt x="935" y="0"/>
                      </a:lnTo>
                      <a:lnTo>
                        <a:pt x="937" y="0"/>
                      </a:lnTo>
                      <a:lnTo>
                        <a:pt x="938" y="0"/>
                      </a:lnTo>
                      <a:lnTo>
                        <a:pt x="939" y="0"/>
                      </a:lnTo>
                      <a:lnTo>
                        <a:pt x="941" y="0"/>
                      </a:lnTo>
                      <a:lnTo>
                        <a:pt x="942" y="0"/>
                      </a:lnTo>
                      <a:lnTo>
                        <a:pt x="944" y="0"/>
                      </a:lnTo>
                      <a:lnTo>
                        <a:pt x="945" y="0"/>
                      </a:lnTo>
                      <a:lnTo>
                        <a:pt x="947" y="0"/>
                      </a:lnTo>
                      <a:lnTo>
                        <a:pt x="948" y="0"/>
                      </a:lnTo>
                      <a:lnTo>
                        <a:pt x="950" y="0"/>
                      </a:lnTo>
                      <a:lnTo>
                        <a:pt x="951" y="0"/>
                      </a:lnTo>
                      <a:lnTo>
                        <a:pt x="953" y="0"/>
                      </a:lnTo>
                      <a:lnTo>
                        <a:pt x="954" y="0"/>
                      </a:lnTo>
                      <a:lnTo>
                        <a:pt x="956" y="0"/>
                      </a:lnTo>
                      <a:lnTo>
                        <a:pt x="957" y="0"/>
                      </a:lnTo>
                      <a:lnTo>
                        <a:pt x="959" y="0"/>
                      </a:lnTo>
                      <a:lnTo>
                        <a:pt x="960" y="0"/>
                      </a:lnTo>
                      <a:lnTo>
                        <a:pt x="962" y="0"/>
                      </a:lnTo>
                      <a:lnTo>
                        <a:pt x="963" y="0"/>
                      </a:lnTo>
                      <a:lnTo>
                        <a:pt x="964" y="0"/>
                      </a:lnTo>
                      <a:lnTo>
                        <a:pt x="966" y="0"/>
                      </a:lnTo>
                      <a:lnTo>
                        <a:pt x="967" y="0"/>
                      </a:lnTo>
                      <a:lnTo>
                        <a:pt x="969" y="0"/>
                      </a:lnTo>
                      <a:lnTo>
                        <a:pt x="970" y="0"/>
                      </a:lnTo>
                      <a:lnTo>
                        <a:pt x="972" y="0"/>
                      </a:lnTo>
                      <a:lnTo>
                        <a:pt x="973" y="0"/>
                      </a:lnTo>
                      <a:lnTo>
                        <a:pt x="975" y="0"/>
                      </a:lnTo>
                      <a:lnTo>
                        <a:pt x="976" y="0"/>
                      </a:lnTo>
                      <a:lnTo>
                        <a:pt x="978" y="0"/>
                      </a:lnTo>
                      <a:lnTo>
                        <a:pt x="979" y="0"/>
                      </a:lnTo>
                      <a:lnTo>
                        <a:pt x="981" y="0"/>
                      </a:lnTo>
                      <a:lnTo>
                        <a:pt x="982" y="0"/>
                      </a:lnTo>
                      <a:lnTo>
                        <a:pt x="984" y="0"/>
                      </a:lnTo>
                      <a:lnTo>
                        <a:pt x="985" y="0"/>
                      </a:lnTo>
                      <a:lnTo>
                        <a:pt x="987" y="0"/>
                      </a:lnTo>
                      <a:lnTo>
                        <a:pt x="988" y="0"/>
                      </a:lnTo>
                      <a:lnTo>
                        <a:pt x="989" y="0"/>
                      </a:lnTo>
                      <a:lnTo>
                        <a:pt x="991" y="0"/>
                      </a:lnTo>
                      <a:lnTo>
                        <a:pt x="992" y="0"/>
                      </a:lnTo>
                      <a:lnTo>
                        <a:pt x="994" y="0"/>
                      </a:lnTo>
                      <a:lnTo>
                        <a:pt x="995" y="0"/>
                      </a:lnTo>
                      <a:lnTo>
                        <a:pt x="997" y="0"/>
                      </a:lnTo>
                      <a:lnTo>
                        <a:pt x="998" y="0"/>
                      </a:lnTo>
                      <a:lnTo>
                        <a:pt x="1000" y="0"/>
                      </a:lnTo>
                      <a:lnTo>
                        <a:pt x="1001" y="0"/>
                      </a:lnTo>
                      <a:lnTo>
                        <a:pt x="1003" y="0"/>
                      </a:lnTo>
                      <a:lnTo>
                        <a:pt x="1004" y="0"/>
                      </a:lnTo>
                      <a:lnTo>
                        <a:pt x="1006" y="0"/>
                      </a:lnTo>
                      <a:lnTo>
                        <a:pt x="1007" y="0"/>
                      </a:lnTo>
                      <a:lnTo>
                        <a:pt x="1009" y="0"/>
                      </a:lnTo>
                      <a:lnTo>
                        <a:pt x="1010" y="0"/>
                      </a:lnTo>
                      <a:lnTo>
                        <a:pt x="1012" y="0"/>
                      </a:lnTo>
                      <a:lnTo>
                        <a:pt x="1013" y="0"/>
                      </a:lnTo>
                      <a:lnTo>
                        <a:pt x="1015" y="0"/>
                      </a:lnTo>
                      <a:lnTo>
                        <a:pt x="1016" y="0"/>
                      </a:lnTo>
                      <a:lnTo>
                        <a:pt x="1017" y="0"/>
                      </a:lnTo>
                      <a:lnTo>
                        <a:pt x="1019" y="0"/>
                      </a:lnTo>
                      <a:lnTo>
                        <a:pt x="1020" y="0"/>
                      </a:lnTo>
                      <a:lnTo>
                        <a:pt x="1022" y="0"/>
                      </a:lnTo>
                      <a:lnTo>
                        <a:pt x="1023" y="0"/>
                      </a:lnTo>
                      <a:lnTo>
                        <a:pt x="1025" y="0"/>
                      </a:lnTo>
                      <a:lnTo>
                        <a:pt x="1026" y="0"/>
                      </a:lnTo>
                      <a:lnTo>
                        <a:pt x="1028" y="0"/>
                      </a:lnTo>
                      <a:lnTo>
                        <a:pt x="1029" y="0"/>
                      </a:lnTo>
                      <a:lnTo>
                        <a:pt x="1031" y="0"/>
                      </a:lnTo>
                      <a:lnTo>
                        <a:pt x="1032" y="0"/>
                      </a:lnTo>
                      <a:lnTo>
                        <a:pt x="1034" y="0"/>
                      </a:lnTo>
                      <a:lnTo>
                        <a:pt x="1035" y="0"/>
                      </a:lnTo>
                      <a:lnTo>
                        <a:pt x="1037" y="0"/>
                      </a:lnTo>
                      <a:lnTo>
                        <a:pt x="1038" y="0"/>
                      </a:lnTo>
                      <a:lnTo>
                        <a:pt x="1040" y="0"/>
                      </a:lnTo>
                      <a:lnTo>
                        <a:pt x="1041" y="0"/>
                      </a:lnTo>
                      <a:lnTo>
                        <a:pt x="1042" y="0"/>
                      </a:lnTo>
                      <a:lnTo>
                        <a:pt x="1044" y="0"/>
                      </a:lnTo>
                      <a:lnTo>
                        <a:pt x="1045" y="0"/>
                      </a:lnTo>
                      <a:lnTo>
                        <a:pt x="1047" y="0"/>
                      </a:lnTo>
                      <a:lnTo>
                        <a:pt x="1048" y="0"/>
                      </a:lnTo>
                      <a:lnTo>
                        <a:pt x="1050" y="0"/>
                      </a:lnTo>
                      <a:lnTo>
                        <a:pt x="1051" y="0"/>
                      </a:lnTo>
                      <a:lnTo>
                        <a:pt x="1053" y="0"/>
                      </a:lnTo>
                      <a:lnTo>
                        <a:pt x="1054" y="0"/>
                      </a:lnTo>
                      <a:lnTo>
                        <a:pt x="1056" y="0"/>
                      </a:lnTo>
                      <a:lnTo>
                        <a:pt x="1057" y="0"/>
                      </a:lnTo>
                      <a:lnTo>
                        <a:pt x="1059" y="0"/>
                      </a:lnTo>
                      <a:lnTo>
                        <a:pt x="1060" y="0"/>
                      </a:lnTo>
                      <a:lnTo>
                        <a:pt x="1062" y="0"/>
                      </a:lnTo>
                      <a:lnTo>
                        <a:pt x="1063" y="0"/>
                      </a:lnTo>
                      <a:lnTo>
                        <a:pt x="1065" y="0"/>
                      </a:lnTo>
                      <a:lnTo>
                        <a:pt x="1066" y="0"/>
                      </a:lnTo>
                      <a:lnTo>
                        <a:pt x="1067" y="0"/>
                      </a:lnTo>
                      <a:lnTo>
                        <a:pt x="1069" y="0"/>
                      </a:lnTo>
                      <a:lnTo>
                        <a:pt x="1070" y="0"/>
                      </a:lnTo>
                      <a:lnTo>
                        <a:pt x="1072" y="0"/>
                      </a:lnTo>
                      <a:lnTo>
                        <a:pt x="1073" y="0"/>
                      </a:lnTo>
                      <a:lnTo>
                        <a:pt x="1075" y="0"/>
                      </a:lnTo>
                      <a:lnTo>
                        <a:pt x="1076" y="0"/>
                      </a:lnTo>
                      <a:lnTo>
                        <a:pt x="1078" y="0"/>
                      </a:lnTo>
                      <a:lnTo>
                        <a:pt x="1079" y="0"/>
                      </a:lnTo>
                      <a:lnTo>
                        <a:pt x="1081" y="0"/>
                      </a:lnTo>
                      <a:lnTo>
                        <a:pt x="1082" y="0"/>
                      </a:lnTo>
                      <a:lnTo>
                        <a:pt x="1084" y="0"/>
                      </a:lnTo>
                      <a:lnTo>
                        <a:pt x="1085" y="0"/>
                      </a:lnTo>
                      <a:lnTo>
                        <a:pt x="1087" y="0"/>
                      </a:lnTo>
                      <a:lnTo>
                        <a:pt x="1088" y="0"/>
                      </a:lnTo>
                      <a:lnTo>
                        <a:pt x="1090" y="0"/>
                      </a:lnTo>
                      <a:lnTo>
                        <a:pt x="1091" y="0"/>
                      </a:lnTo>
                      <a:lnTo>
                        <a:pt x="1092" y="0"/>
                      </a:lnTo>
                      <a:lnTo>
                        <a:pt x="1094" y="0"/>
                      </a:lnTo>
                      <a:lnTo>
                        <a:pt x="1095" y="0"/>
                      </a:lnTo>
                      <a:lnTo>
                        <a:pt x="1097" y="0"/>
                      </a:lnTo>
                      <a:lnTo>
                        <a:pt x="1098" y="0"/>
                      </a:lnTo>
                      <a:lnTo>
                        <a:pt x="1100" y="0"/>
                      </a:lnTo>
                      <a:lnTo>
                        <a:pt x="1101" y="0"/>
                      </a:lnTo>
                      <a:lnTo>
                        <a:pt x="1103" y="0"/>
                      </a:lnTo>
                      <a:lnTo>
                        <a:pt x="1104" y="0"/>
                      </a:lnTo>
                      <a:lnTo>
                        <a:pt x="1106" y="0"/>
                      </a:lnTo>
                      <a:lnTo>
                        <a:pt x="1107" y="0"/>
                      </a:lnTo>
                      <a:lnTo>
                        <a:pt x="1109" y="0"/>
                      </a:lnTo>
                      <a:lnTo>
                        <a:pt x="1110" y="0"/>
                      </a:lnTo>
                      <a:lnTo>
                        <a:pt x="1112" y="0"/>
                      </a:lnTo>
                      <a:lnTo>
                        <a:pt x="1113" y="0"/>
                      </a:lnTo>
                      <a:lnTo>
                        <a:pt x="1115" y="0"/>
                      </a:lnTo>
                      <a:lnTo>
                        <a:pt x="1116" y="0"/>
                      </a:lnTo>
                      <a:lnTo>
                        <a:pt x="1117" y="0"/>
                      </a:lnTo>
                      <a:lnTo>
                        <a:pt x="1119" y="0"/>
                      </a:lnTo>
                      <a:lnTo>
                        <a:pt x="1120" y="0"/>
                      </a:lnTo>
                      <a:lnTo>
                        <a:pt x="1122" y="0"/>
                      </a:lnTo>
                      <a:lnTo>
                        <a:pt x="1123" y="0"/>
                      </a:lnTo>
                      <a:lnTo>
                        <a:pt x="1125" y="0"/>
                      </a:lnTo>
                      <a:lnTo>
                        <a:pt x="1126" y="0"/>
                      </a:lnTo>
                      <a:lnTo>
                        <a:pt x="1128" y="0"/>
                      </a:lnTo>
                      <a:lnTo>
                        <a:pt x="1129" y="0"/>
                      </a:lnTo>
                      <a:lnTo>
                        <a:pt x="1131" y="0"/>
                      </a:lnTo>
                      <a:lnTo>
                        <a:pt x="1132" y="0"/>
                      </a:lnTo>
                      <a:lnTo>
                        <a:pt x="1134" y="0"/>
                      </a:lnTo>
                      <a:lnTo>
                        <a:pt x="1135" y="0"/>
                      </a:lnTo>
                      <a:lnTo>
                        <a:pt x="1137" y="0"/>
                      </a:lnTo>
                      <a:lnTo>
                        <a:pt x="1138" y="0"/>
                      </a:lnTo>
                      <a:lnTo>
                        <a:pt x="1140" y="0"/>
                      </a:lnTo>
                      <a:lnTo>
                        <a:pt x="1141" y="0"/>
                      </a:lnTo>
                      <a:lnTo>
                        <a:pt x="1142" y="0"/>
                      </a:lnTo>
                      <a:lnTo>
                        <a:pt x="1144" y="0"/>
                      </a:lnTo>
                      <a:lnTo>
                        <a:pt x="1145" y="0"/>
                      </a:lnTo>
                      <a:lnTo>
                        <a:pt x="1147" y="0"/>
                      </a:lnTo>
                      <a:lnTo>
                        <a:pt x="1148" y="0"/>
                      </a:lnTo>
                      <a:lnTo>
                        <a:pt x="1150" y="0"/>
                      </a:lnTo>
                      <a:lnTo>
                        <a:pt x="1151" y="0"/>
                      </a:lnTo>
                      <a:lnTo>
                        <a:pt x="1153" y="0"/>
                      </a:lnTo>
                      <a:lnTo>
                        <a:pt x="1154" y="0"/>
                      </a:lnTo>
                      <a:lnTo>
                        <a:pt x="1156" y="0"/>
                      </a:lnTo>
                      <a:lnTo>
                        <a:pt x="1157" y="0"/>
                      </a:lnTo>
                      <a:lnTo>
                        <a:pt x="1159" y="0"/>
                      </a:lnTo>
                      <a:lnTo>
                        <a:pt x="1160" y="0"/>
                      </a:lnTo>
                      <a:lnTo>
                        <a:pt x="1162" y="0"/>
                      </a:lnTo>
                      <a:lnTo>
                        <a:pt x="1163" y="0"/>
                      </a:lnTo>
                      <a:lnTo>
                        <a:pt x="1165" y="0"/>
                      </a:lnTo>
                      <a:lnTo>
                        <a:pt x="1166" y="0"/>
                      </a:lnTo>
                      <a:lnTo>
                        <a:pt x="1167" y="0"/>
                      </a:lnTo>
                      <a:lnTo>
                        <a:pt x="1169" y="0"/>
                      </a:lnTo>
                      <a:lnTo>
                        <a:pt x="1170" y="0"/>
                      </a:lnTo>
                      <a:lnTo>
                        <a:pt x="1172" y="0"/>
                      </a:lnTo>
                      <a:lnTo>
                        <a:pt x="1173" y="0"/>
                      </a:lnTo>
                      <a:lnTo>
                        <a:pt x="1175" y="0"/>
                      </a:lnTo>
                      <a:lnTo>
                        <a:pt x="1176" y="0"/>
                      </a:lnTo>
                      <a:lnTo>
                        <a:pt x="1178" y="0"/>
                      </a:lnTo>
                      <a:lnTo>
                        <a:pt x="1179" y="0"/>
                      </a:lnTo>
                      <a:lnTo>
                        <a:pt x="1181" y="0"/>
                      </a:lnTo>
                      <a:lnTo>
                        <a:pt x="1182" y="0"/>
                      </a:lnTo>
                      <a:lnTo>
                        <a:pt x="1184" y="0"/>
                      </a:lnTo>
                      <a:lnTo>
                        <a:pt x="1185" y="0"/>
                      </a:lnTo>
                      <a:lnTo>
                        <a:pt x="1187" y="0"/>
                      </a:lnTo>
                      <a:lnTo>
                        <a:pt x="1188" y="0"/>
                      </a:lnTo>
                      <a:lnTo>
                        <a:pt x="1190" y="0"/>
                      </a:lnTo>
                      <a:lnTo>
                        <a:pt x="1191" y="0"/>
                      </a:lnTo>
                      <a:lnTo>
                        <a:pt x="1192" y="0"/>
                      </a:lnTo>
                      <a:lnTo>
                        <a:pt x="1194" y="0"/>
                      </a:lnTo>
                      <a:lnTo>
                        <a:pt x="1195" y="0"/>
                      </a:lnTo>
                      <a:lnTo>
                        <a:pt x="1197" y="0"/>
                      </a:lnTo>
                      <a:lnTo>
                        <a:pt x="1198" y="0"/>
                      </a:lnTo>
                      <a:lnTo>
                        <a:pt x="1200" y="0"/>
                      </a:lnTo>
                      <a:lnTo>
                        <a:pt x="1201" y="0"/>
                      </a:lnTo>
                      <a:lnTo>
                        <a:pt x="1203" y="0"/>
                      </a:lnTo>
                      <a:lnTo>
                        <a:pt x="1204" y="0"/>
                      </a:lnTo>
                      <a:lnTo>
                        <a:pt x="1206" y="0"/>
                      </a:lnTo>
                      <a:lnTo>
                        <a:pt x="1207" y="0"/>
                      </a:lnTo>
                      <a:lnTo>
                        <a:pt x="1209" y="0"/>
                      </a:lnTo>
                      <a:lnTo>
                        <a:pt x="1210" y="0"/>
                      </a:lnTo>
                      <a:lnTo>
                        <a:pt x="1212" y="0"/>
                      </a:lnTo>
                      <a:lnTo>
                        <a:pt x="1213" y="0"/>
                      </a:lnTo>
                      <a:lnTo>
                        <a:pt x="1215" y="0"/>
                      </a:lnTo>
                      <a:lnTo>
                        <a:pt x="1216" y="0"/>
                      </a:lnTo>
                      <a:lnTo>
                        <a:pt x="1218" y="0"/>
                      </a:lnTo>
                      <a:lnTo>
                        <a:pt x="1219" y="0"/>
                      </a:lnTo>
                      <a:lnTo>
                        <a:pt x="1220" y="0"/>
                      </a:lnTo>
                      <a:lnTo>
                        <a:pt x="1222" y="0"/>
                      </a:lnTo>
                      <a:lnTo>
                        <a:pt x="1223" y="0"/>
                      </a:lnTo>
                      <a:lnTo>
                        <a:pt x="1225" y="0"/>
                      </a:lnTo>
                      <a:lnTo>
                        <a:pt x="1226" y="0"/>
                      </a:lnTo>
                      <a:lnTo>
                        <a:pt x="1228" y="0"/>
                      </a:lnTo>
                      <a:lnTo>
                        <a:pt x="1229" y="0"/>
                      </a:lnTo>
                      <a:lnTo>
                        <a:pt x="1231" y="0"/>
                      </a:lnTo>
                      <a:lnTo>
                        <a:pt x="1232" y="0"/>
                      </a:lnTo>
                      <a:lnTo>
                        <a:pt x="1234" y="0"/>
                      </a:lnTo>
                      <a:lnTo>
                        <a:pt x="1235" y="0"/>
                      </a:lnTo>
                      <a:lnTo>
                        <a:pt x="1237" y="0"/>
                      </a:lnTo>
                      <a:lnTo>
                        <a:pt x="1238" y="0"/>
                      </a:lnTo>
                      <a:lnTo>
                        <a:pt x="1240" y="0"/>
                      </a:lnTo>
                      <a:lnTo>
                        <a:pt x="1241" y="0"/>
                      </a:lnTo>
                      <a:lnTo>
                        <a:pt x="1243" y="0"/>
                      </a:lnTo>
                      <a:lnTo>
                        <a:pt x="1244" y="0"/>
                      </a:lnTo>
                      <a:lnTo>
                        <a:pt x="1245" y="0"/>
                      </a:lnTo>
                      <a:lnTo>
                        <a:pt x="1247" y="0"/>
                      </a:lnTo>
                      <a:lnTo>
                        <a:pt x="1248" y="0"/>
                      </a:lnTo>
                      <a:lnTo>
                        <a:pt x="1250" y="0"/>
                      </a:lnTo>
                      <a:lnTo>
                        <a:pt x="1251" y="0"/>
                      </a:lnTo>
                      <a:lnTo>
                        <a:pt x="1253" y="0"/>
                      </a:lnTo>
                      <a:lnTo>
                        <a:pt x="1254" y="0"/>
                      </a:lnTo>
                      <a:lnTo>
                        <a:pt x="1256" y="0"/>
                      </a:lnTo>
                      <a:lnTo>
                        <a:pt x="1257" y="0"/>
                      </a:lnTo>
                      <a:lnTo>
                        <a:pt x="1259" y="0"/>
                      </a:lnTo>
                      <a:lnTo>
                        <a:pt x="1260" y="0"/>
                      </a:lnTo>
                      <a:lnTo>
                        <a:pt x="1262" y="0"/>
                      </a:lnTo>
                      <a:lnTo>
                        <a:pt x="1263" y="0"/>
                      </a:lnTo>
                      <a:lnTo>
                        <a:pt x="1265" y="0"/>
                      </a:lnTo>
                      <a:lnTo>
                        <a:pt x="1266" y="0"/>
                      </a:lnTo>
                      <a:lnTo>
                        <a:pt x="1268" y="0"/>
                      </a:lnTo>
                      <a:lnTo>
                        <a:pt x="1269" y="0"/>
                      </a:lnTo>
                      <a:lnTo>
                        <a:pt x="1270" y="0"/>
                      </a:lnTo>
                      <a:lnTo>
                        <a:pt x="1272" y="0"/>
                      </a:lnTo>
                      <a:lnTo>
                        <a:pt x="1273" y="0"/>
                      </a:lnTo>
                      <a:lnTo>
                        <a:pt x="1275" y="0"/>
                      </a:lnTo>
                      <a:lnTo>
                        <a:pt x="1276" y="0"/>
                      </a:lnTo>
                      <a:lnTo>
                        <a:pt x="1278" y="0"/>
                      </a:lnTo>
                      <a:lnTo>
                        <a:pt x="1279" y="0"/>
                      </a:lnTo>
                      <a:lnTo>
                        <a:pt x="1281" y="0"/>
                      </a:lnTo>
                      <a:lnTo>
                        <a:pt x="1282" y="0"/>
                      </a:lnTo>
                      <a:lnTo>
                        <a:pt x="1284" y="0"/>
                      </a:lnTo>
                      <a:lnTo>
                        <a:pt x="1285" y="0"/>
                      </a:lnTo>
                      <a:lnTo>
                        <a:pt x="1287" y="0"/>
                      </a:lnTo>
                      <a:lnTo>
                        <a:pt x="1288" y="0"/>
                      </a:lnTo>
                      <a:lnTo>
                        <a:pt x="1290" y="0"/>
                      </a:lnTo>
                      <a:lnTo>
                        <a:pt x="1291" y="0"/>
                      </a:lnTo>
                      <a:lnTo>
                        <a:pt x="1293" y="0"/>
                      </a:lnTo>
                      <a:lnTo>
                        <a:pt x="1294" y="0"/>
                      </a:lnTo>
                      <a:lnTo>
                        <a:pt x="1295" y="0"/>
                      </a:lnTo>
                      <a:lnTo>
                        <a:pt x="1297" y="0"/>
                      </a:lnTo>
                      <a:lnTo>
                        <a:pt x="1298" y="0"/>
                      </a:lnTo>
                      <a:lnTo>
                        <a:pt x="1300" y="0"/>
                      </a:lnTo>
                      <a:lnTo>
                        <a:pt x="1301" y="0"/>
                      </a:lnTo>
                      <a:lnTo>
                        <a:pt x="1303" y="0"/>
                      </a:lnTo>
                      <a:lnTo>
                        <a:pt x="1304" y="0"/>
                      </a:lnTo>
                      <a:lnTo>
                        <a:pt x="1306" y="0"/>
                      </a:lnTo>
                      <a:lnTo>
                        <a:pt x="1307" y="0"/>
                      </a:lnTo>
                      <a:lnTo>
                        <a:pt x="1309" y="0"/>
                      </a:lnTo>
                      <a:lnTo>
                        <a:pt x="1310" y="0"/>
                      </a:lnTo>
                      <a:lnTo>
                        <a:pt x="1312" y="0"/>
                      </a:lnTo>
                      <a:lnTo>
                        <a:pt x="1313" y="0"/>
                      </a:lnTo>
                      <a:lnTo>
                        <a:pt x="1315" y="0"/>
                      </a:lnTo>
                      <a:lnTo>
                        <a:pt x="1316" y="0"/>
                      </a:lnTo>
                      <a:lnTo>
                        <a:pt x="1318" y="0"/>
                      </a:lnTo>
                      <a:lnTo>
                        <a:pt x="1319" y="0"/>
                      </a:lnTo>
                      <a:lnTo>
                        <a:pt x="1320" y="0"/>
                      </a:lnTo>
                      <a:lnTo>
                        <a:pt x="1322" y="0"/>
                      </a:lnTo>
                      <a:lnTo>
                        <a:pt x="1323" y="0"/>
                      </a:lnTo>
                      <a:lnTo>
                        <a:pt x="1325" y="0"/>
                      </a:lnTo>
                      <a:lnTo>
                        <a:pt x="1326" y="0"/>
                      </a:lnTo>
                      <a:lnTo>
                        <a:pt x="1328" y="0"/>
                      </a:lnTo>
                      <a:lnTo>
                        <a:pt x="1329" y="0"/>
                      </a:lnTo>
                      <a:lnTo>
                        <a:pt x="1331" y="0"/>
                      </a:lnTo>
                      <a:lnTo>
                        <a:pt x="1332" y="0"/>
                      </a:lnTo>
                      <a:lnTo>
                        <a:pt x="1334" y="0"/>
                      </a:lnTo>
                      <a:lnTo>
                        <a:pt x="1335" y="0"/>
                      </a:lnTo>
                      <a:lnTo>
                        <a:pt x="1337" y="0"/>
                      </a:lnTo>
                      <a:lnTo>
                        <a:pt x="1338" y="0"/>
                      </a:lnTo>
                      <a:lnTo>
                        <a:pt x="1340" y="0"/>
                      </a:lnTo>
                      <a:lnTo>
                        <a:pt x="1341" y="0"/>
                      </a:lnTo>
                      <a:lnTo>
                        <a:pt x="1343" y="0"/>
                      </a:lnTo>
                      <a:lnTo>
                        <a:pt x="1344" y="0"/>
                      </a:lnTo>
                      <a:lnTo>
                        <a:pt x="1345" y="0"/>
                      </a:lnTo>
                      <a:lnTo>
                        <a:pt x="1347" y="0"/>
                      </a:lnTo>
                      <a:lnTo>
                        <a:pt x="1348" y="0"/>
                      </a:lnTo>
                      <a:lnTo>
                        <a:pt x="1350" y="0"/>
                      </a:lnTo>
                      <a:lnTo>
                        <a:pt x="1351" y="0"/>
                      </a:lnTo>
                      <a:lnTo>
                        <a:pt x="1353" y="0"/>
                      </a:lnTo>
                      <a:lnTo>
                        <a:pt x="1354" y="0"/>
                      </a:lnTo>
                      <a:lnTo>
                        <a:pt x="1356" y="0"/>
                      </a:lnTo>
                      <a:lnTo>
                        <a:pt x="1357" y="0"/>
                      </a:lnTo>
                      <a:lnTo>
                        <a:pt x="1359" y="0"/>
                      </a:lnTo>
                      <a:lnTo>
                        <a:pt x="1360" y="0"/>
                      </a:lnTo>
                      <a:lnTo>
                        <a:pt x="1362" y="0"/>
                      </a:lnTo>
                      <a:lnTo>
                        <a:pt x="1363" y="0"/>
                      </a:lnTo>
                      <a:lnTo>
                        <a:pt x="1365" y="0"/>
                      </a:lnTo>
                      <a:lnTo>
                        <a:pt x="1366" y="0"/>
                      </a:lnTo>
                      <a:lnTo>
                        <a:pt x="1368" y="0"/>
                      </a:lnTo>
                      <a:lnTo>
                        <a:pt x="1369" y="0"/>
                      </a:lnTo>
                      <a:lnTo>
                        <a:pt x="1370" y="0"/>
                      </a:lnTo>
                      <a:lnTo>
                        <a:pt x="1372" y="0"/>
                      </a:lnTo>
                      <a:lnTo>
                        <a:pt x="1373" y="0"/>
                      </a:lnTo>
                      <a:lnTo>
                        <a:pt x="1375" y="0"/>
                      </a:lnTo>
                      <a:lnTo>
                        <a:pt x="1376" y="0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8" name="Google Shape;1158;p19"/>
                <p:cNvSpPr/>
                <p:nvPr/>
              </p:nvSpPr>
              <p:spPr>
                <a:xfrm flipH="1" rot="10800000">
                  <a:off x="1125538" y="2003425"/>
                  <a:ext cx="3636963" cy="306388"/>
                </a:xfrm>
                <a:custGeom>
                  <a:rect b="b" l="l" r="r" t="t"/>
                  <a:pathLst>
                    <a:path extrusionOk="0" h="139" w="1376">
                      <a:moveTo>
                        <a:pt x="0" y="58"/>
                      </a:moveTo>
                      <a:lnTo>
                        <a:pt x="1" y="91"/>
                      </a:lnTo>
                      <a:lnTo>
                        <a:pt x="2" y="89"/>
                      </a:lnTo>
                      <a:lnTo>
                        <a:pt x="4" y="87"/>
                      </a:lnTo>
                      <a:lnTo>
                        <a:pt x="5" y="86"/>
                      </a:lnTo>
                      <a:lnTo>
                        <a:pt x="7" y="83"/>
                      </a:lnTo>
                      <a:lnTo>
                        <a:pt x="8" y="84"/>
                      </a:lnTo>
                      <a:lnTo>
                        <a:pt x="10" y="85"/>
                      </a:lnTo>
                      <a:lnTo>
                        <a:pt x="11" y="86"/>
                      </a:lnTo>
                      <a:lnTo>
                        <a:pt x="13" y="86"/>
                      </a:lnTo>
                      <a:lnTo>
                        <a:pt x="14" y="88"/>
                      </a:lnTo>
                      <a:lnTo>
                        <a:pt x="16" y="89"/>
                      </a:lnTo>
                      <a:lnTo>
                        <a:pt x="17" y="90"/>
                      </a:lnTo>
                      <a:lnTo>
                        <a:pt x="19" y="88"/>
                      </a:lnTo>
                      <a:lnTo>
                        <a:pt x="20" y="89"/>
                      </a:lnTo>
                      <a:lnTo>
                        <a:pt x="22" y="89"/>
                      </a:lnTo>
                      <a:lnTo>
                        <a:pt x="23" y="89"/>
                      </a:lnTo>
                      <a:lnTo>
                        <a:pt x="25" y="86"/>
                      </a:lnTo>
                      <a:lnTo>
                        <a:pt x="26" y="82"/>
                      </a:lnTo>
                      <a:lnTo>
                        <a:pt x="27" y="81"/>
                      </a:lnTo>
                      <a:lnTo>
                        <a:pt x="29" y="78"/>
                      </a:lnTo>
                      <a:lnTo>
                        <a:pt x="30" y="85"/>
                      </a:lnTo>
                      <a:lnTo>
                        <a:pt x="32" y="87"/>
                      </a:lnTo>
                      <a:lnTo>
                        <a:pt x="33" y="86"/>
                      </a:lnTo>
                      <a:lnTo>
                        <a:pt x="35" y="87"/>
                      </a:lnTo>
                      <a:lnTo>
                        <a:pt x="36" y="86"/>
                      </a:lnTo>
                      <a:lnTo>
                        <a:pt x="38" y="86"/>
                      </a:lnTo>
                      <a:lnTo>
                        <a:pt x="39" y="87"/>
                      </a:lnTo>
                      <a:lnTo>
                        <a:pt x="41" y="87"/>
                      </a:lnTo>
                      <a:lnTo>
                        <a:pt x="42" y="87"/>
                      </a:lnTo>
                      <a:lnTo>
                        <a:pt x="44" y="89"/>
                      </a:lnTo>
                      <a:lnTo>
                        <a:pt x="45" y="90"/>
                      </a:lnTo>
                      <a:lnTo>
                        <a:pt x="47" y="91"/>
                      </a:lnTo>
                      <a:lnTo>
                        <a:pt x="48" y="90"/>
                      </a:lnTo>
                      <a:lnTo>
                        <a:pt x="50" y="90"/>
                      </a:lnTo>
                      <a:lnTo>
                        <a:pt x="51" y="93"/>
                      </a:lnTo>
                      <a:lnTo>
                        <a:pt x="52" y="91"/>
                      </a:lnTo>
                      <a:lnTo>
                        <a:pt x="54" y="89"/>
                      </a:lnTo>
                      <a:lnTo>
                        <a:pt x="55" y="87"/>
                      </a:lnTo>
                      <a:lnTo>
                        <a:pt x="57" y="83"/>
                      </a:lnTo>
                      <a:lnTo>
                        <a:pt x="58" y="79"/>
                      </a:lnTo>
                      <a:lnTo>
                        <a:pt x="60" y="79"/>
                      </a:lnTo>
                      <a:lnTo>
                        <a:pt x="61" y="77"/>
                      </a:lnTo>
                      <a:lnTo>
                        <a:pt x="63" y="78"/>
                      </a:lnTo>
                      <a:lnTo>
                        <a:pt x="64" y="79"/>
                      </a:lnTo>
                      <a:lnTo>
                        <a:pt x="66" y="79"/>
                      </a:lnTo>
                      <a:lnTo>
                        <a:pt x="67" y="83"/>
                      </a:lnTo>
                      <a:lnTo>
                        <a:pt x="69" y="83"/>
                      </a:lnTo>
                      <a:lnTo>
                        <a:pt x="70" y="84"/>
                      </a:lnTo>
                      <a:lnTo>
                        <a:pt x="72" y="88"/>
                      </a:lnTo>
                      <a:lnTo>
                        <a:pt x="73" y="91"/>
                      </a:lnTo>
                      <a:lnTo>
                        <a:pt x="75" y="92"/>
                      </a:lnTo>
                      <a:lnTo>
                        <a:pt x="76" y="93"/>
                      </a:lnTo>
                      <a:lnTo>
                        <a:pt x="77" y="89"/>
                      </a:lnTo>
                      <a:lnTo>
                        <a:pt x="79" y="90"/>
                      </a:lnTo>
                      <a:lnTo>
                        <a:pt x="80" y="91"/>
                      </a:lnTo>
                      <a:lnTo>
                        <a:pt x="82" y="90"/>
                      </a:lnTo>
                      <a:lnTo>
                        <a:pt x="83" y="91"/>
                      </a:lnTo>
                      <a:lnTo>
                        <a:pt x="85" y="91"/>
                      </a:lnTo>
                      <a:lnTo>
                        <a:pt x="86" y="90"/>
                      </a:lnTo>
                      <a:lnTo>
                        <a:pt x="88" y="90"/>
                      </a:lnTo>
                      <a:lnTo>
                        <a:pt x="89" y="90"/>
                      </a:lnTo>
                      <a:lnTo>
                        <a:pt x="91" y="90"/>
                      </a:lnTo>
                      <a:lnTo>
                        <a:pt x="92" y="89"/>
                      </a:lnTo>
                      <a:lnTo>
                        <a:pt x="94" y="91"/>
                      </a:lnTo>
                      <a:lnTo>
                        <a:pt x="95" y="90"/>
                      </a:lnTo>
                      <a:lnTo>
                        <a:pt x="97" y="89"/>
                      </a:lnTo>
                      <a:lnTo>
                        <a:pt x="98" y="90"/>
                      </a:lnTo>
                      <a:lnTo>
                        <a:pt x="100" y="90"/>
                      </a:lnTo>
                      <a:lnTo>
                        <a:pt x="101" y="93"/>
                      </a:lnTo>
                      <a:lnTo>
                        <a:pt x="102" y="92"/>
                      </a:lnTo>
                      <a:lnTo>
                        <a:pt x="104" y="94"/>
                      </a:lnTo>
                      <a:lnTo>
                        <a:pt x="105" y="97"/>
                      </a:lnTo>
                      <a:lnTo>
                        <a:pt x="107" y="95"/>
                      </a:lnTo>
                      <a:lnTo>
                        <a:pt x="108" y="97"/>
                      </a:lnTo>
                      <a:lnTo>
                        <a:pt x="110" y="103"/>
                      </a:lnTo>
                      <a:lnTo>
                        <a:pt x="111" y="94"/>
                      </a:lnTo>
                      <a:lnTo>
                        <a:pt x="113" y="73"/>
                      </a:lnTo>
                      <a:lnTo>
                        <a:pt x="114" y="0"/>
                      </a:lnTo>
                      <a:lnTo>
                        <a:pt x="116" y="91"/>
                      </a:lnTo>
                      <a:lnTo>
                        <a:pt x="117" y="103"/>
                      </a:lnTo>
                      <a:lnTo>
                        <a:pt x="119" y="102"/>
                      </a:lnTo>
                      <a:lnTo>
                        <a:pt x="120" y="105"/>
                      </a:lnTo>
                      <a:lnTo>
                        <a:pt x="122" y="105"/>
                      </a:lnTo>
                      <a:lnTo>
                        <a:pt x="123" y="104"/>
                      </a:lnTo>
                      <a:lnTo>
                        <a:pt x="125" y="105"/>
                      </a:lnTo>
                      <a:lnTo>
                        <a:pt x="126" y="105"/>
                      </a:lnTo>
                      <a:lnTo>
                        <a:pt x="127" y="104"/>
                      </a:lnTo>
                      <a:lnTo>
                        <a:pt x="129" y="105"/>
                      </a:lnTo>
                      <a:lnTo>
                        <a:pt x="130" y="103"/>
                      </a:lnTo>
                      <a:lnTo>
                        <a:pt x="132" y="104"/>
                      </a:lnTo>
                      <a:lnTo>
                        <a:pt x="133" y="101"/>
                      </a:lnTo>
                      <a:lnTo>
                        <a:pt x="135" y="101"/>
                      </a:lnTo>
                      <a:lnTo>
                        <a:pt x="136" y="100"/>
                      </a:lnTo>
                      <a:lnTo>
                        <a:pt x="138" y="99"/>
                      </a:lnTo>
                      <a:lnTo>
                        <a:pt x="139" y="101"/>
                      </a:lnTo>
                      <a:lnTo>
                        <a:pt x="141" y="102"/>
                      </a:lnTo>
                      <a:lnTo>
                        <a:pt x="142" y="101"/>
                      </a:lnTo>
                      <a:lnTo>
                        <a:pt x="144" y="106"/>
                      </a:lnTo>
                      <a:lnTo>
                        <a:pt x="145" y="110"/>
                      </a:lnTo>
                      <a:lnTo>
                        <a:pt x="147" y="111"/>
                      </a:lnTo>
                      <a:lnTo>
                        <a:pt x="148" y="115"/>
                      </a:lnTo>
                      <a:lnTo>
                        <a:pt x="150" y="114"/>
                      </a:lnTo>
                      <a:lnTo>
                        <a:pt x="151" y="114"/>
                      </a:lnTo>
                      <a:lnTo>
                        <a:pt x="152" y="117"/>
                      </a:lnTo>
                      <a:lnTo>
                        <a:pt x="154" y="115"/>
                      </a:lnTo>
                      <a:lnTo>
                        <a:pt x="155" y="114"/>
                      </a:lnTo>
                      <a:lnTo>
                        <a:pt x="157" y="117"/>
                      </a:lnTo>
                      <a:lnTo>
                        <a:pt x="158" y="116"/>
                      </a:lnTo>
                      <a:lnTo>
                        <a:pt x="160" y="119"/>
                      </a:lnTo>
                      <a:lnTo>
                        <a:pt x="161" y="117"/>
                      </a:lnTo>
                      <a:lnTo>
                        <a:pt x="163" y="116"/>
                      </a:lnTo>
                      <a:lnTo>
                        <a:pt x="164" y="116"/>
                      </a:lnTo>
                      <a:lnTo>
                        <a:pt x="166" y="111"/>
                      </a:lnTo>
                      <a:lnTo>
                        <a:pt x="167" y="108"/>
                      </a:lnTo>
                      <a:lnTo>
                        <a:pt x="169" y="106"/>
                      </a:lnTo>
                      <a:lnTo>
                        <a:pt x="170" y="104"/>
                      </a:lnTo>
                      <a:lnTo>
                        <a:pt x="172" y="101"/>
                      </a:lnTo>
                      <a:lnTo>
                        <a:pt x="173" y="102"/>
                      </a:lnTo>
                      <a:lnTo>
                        <a:pt x="175" y="101"/>
                      </a:lnTo>
                      <a:lnTo>
                        <a:pt x="176" y="105"/>
                      </a:lnTo>
                      <a:lnTo>
                        <a:pt x="178" y="109"/>
                      </a:lnTo>
                      <a:lnTo>
                        <a:pt x="179" y="110"/>
                      </a:lnTo>
                      <a:lnTo>
                        <a:pt x="180" y="108"/>
                      </a:lnTo>
                      <a:lnTo>
                        <a:pt x="182" y="108"/>
                      </a:lnTo>
                      <a:lnTo>
                        <a:pt x="183" y="106"/>
                      </a:lnTo>
                      <a:lnTo>
                        <a:pt x="185" y="108"/>
                      </a:lnTo>
                      <a:lnTo>
                        <a:pt x="186" y="109"/>
                      </a:lnTo>
                      <a:lnTo>
                        <a:pt x="188" y="107"/>
                      </a:lnTo>
                      <a:lnTo>
                        <a:pt x="189" y="109"/>
                      </a:lnTo>
                      <a:lnTo>
                        <a:pt x="191" y="109"/>
                      </a:lnTo>
                      <a:lnTo>
                        <a:pt x="192" y="107"/>
                      </a:lnTo>
                      <a:lnTo>
                        <a:pt x="194" y="105"/>
                      </a:lnTo>
                      <a:lnTo>
                        <a:pt x="195" y="103"/>
                      </a:lnTo>
                      <a:lnTo>
                        <a:pt x="197" y="101"/>
                      </a:lnTo>
                      <a:lnTo>
                        <a:pt x="198" y="99"/>
                      </a:lnTo>
                      <a:lnTo>
                        <a:pt x="200" y="98"/>
                      </a:lnTo>
                      <a:lnTo>
                        <a:pt x="201" y="97"/>
                      </a:lnTo>
                      <a:lnTo>
                        <a:pt x="203" y="94"/>
                      </a:lnTo>
                      <a:lnTo>
                        <a:pt x="204" y="91"/>
                      </a:lnTo>
                      <a:lnTo>
                        <a:pt x="205" y="91"/>
                      </a:lnTo>
                      <a:lnTo>
                        <a:pt x="207" y="94"/>
                      </a:lnTo>
                      <a:lnTo>
                        <a:pt x="208" y="93"/>
                      </a:lnTo>
                      <a:lnTo>
                        <a:pt x="210" y="94"/>
                      </a:lnTo>
                      <a:lnTo>
                        <a:pt x="211" y="95"/>
                      </a:lnTo>
                      <a:lnTo>
                        <a:pt x="213" y="99"/>
                      </a:lnTo>
                      <a:lnTo>
                        <a:pt x="214" y="103"/>
                      </a:lnTo>
                      <a:lnTo>
                        <a:pt x="216" y="105"/>
                      </a:lnTo>
                      <a:lnTo>
                        <a:pt x="217" y="104"/>
                      </a:lnTo>
                      <a:lnTo>
                        <a:pt x="219" y="106"/>
                      </a:lnTo>
                      <a:lnTo>
                        <a:pt x="220" y="109"/>
                      </a:lnTo>
                      <a:lnTo>
                        <a:pt x="222" y="110"/>
                      </a:lnTo>
                      <a:lnTo>
                        <a:pt x="223" y="110"/>
                      </a:lnTo>
                      <a:lnTo>
                        <a:pt x="225" y="107"/>
                      </a:lnTo>
                      <a:lnTo>
                        <a:pt x="226" y="105"/>
                      </a:lnTo>
                      <a:lnTo>
                        <a:pt x="228" y="105"/>
                      </a:lnTo>
                      <a:lnTo>
                        <a:pt x="229" y="102"/>
                      </a:lnTo>
                      <a:lnTo>
                        <a:pt x="230" y="101"/>
                      </a:lnTo>
                      <a:lnTo>
                        <a:pt x="232" y="99"/>
                      </a:lnTo>
                      <a:lnTo>
                        <a:pt x="233" y="100"/>
                      </a:lnTo>
                      <a:lnTo>
                        <a:pt x="235" y="102"/>
                      </a:lnTo>
                      <a:lnTo>
                        <a:pt x="236" y="98"/>
                      </a:lnTo>
                      <a:lnTo>
                        <a:pt x="238" y="99"/>
                      </a:lnTo>
                      <a:lnTo>
                        <a:pt x="239" y="101"/>
                      </a:lnTo>
                      <a:lnTo>
                        <a:pt x="241" y="97"/>
                      </a:lnTo>
                      <a:lnTo>
                        <a:pt x="242" y="96"/>
                      </a:lnTo>
                      <a:lnTo>
                        <a:pt x="244" y="90"/>
                      </a:lnTo>
                      <a:lnTo>
                        <a:pt x="245" y="92"/>
                      </a:lnTo>
                      <a:lnTo>
                        <a:pt x="247" y="94"/>
                      </a:lnTo>
                      <a:lnTo>
                        <a:pt x="248" y="95"/>
                      </a:lnTo>
                      <a:lnTo>
                        <a:pt x="250" y="95"/>
                      </a:lnTo>
                      <a:lnTo>
                        <a:pt x="251" y="97"/>
                      </a:lnTo>
                      <a:lnTo>
                        <a:pt x="253" y="101"/>
                      </a:lnTo>
                      <a:lnTo>
                        <a:pt x="254" y="101"/>
                      </a:lnTo>
                      <a:lnTo>
                        <a:pt x="255" y="101"/>
                      </a:lnTo>
                      <a:lnTo>
                        <a:pt x="257" y="100"/>
                      </a:lnTo>
                      <a:lnTo>
                        <a:pt x="258" y="99"/>
                      </a:lnTo>
                      <a:lnTo>
                        <a:pt x="260" y="97"/>
                      </a:lnTo>
                      <a:lnTo>
                        <a:pt x="261" y="96"/>
                      </a:lnTo>
                      <a:lnTo>
                        <a:pt x="263" y="94"/>
                      </a:lnTo>
                      <a:lnTo>
                        <a:pt x="264" y="94"/>
                      </a:lnTo>
                      <a:lnTo>
                        <a:pt x="266" y="97"/>
                      </a:lnTo>
                      <a:lnTo>
                        <a:pt x="267" y="99"/>
                      </a:lnTo>
                      <a:lnTo>
                        <a:pt x="269" y="97"/>
                      </a:lnTo>
                      <a:lnTo>
                        <a:pt x="270" y="99"/>
                      </a:lnTo>
                      <a:lnTo>
                        <a:pt x="272" y="100"/>
                      </a:lnTo>
                      <a:lnTo>
                        <a:pt x="273" y="102"/>
                      </a:lnTo>
                      <a:lnTo>
                        <a:pt x="275" y="99"/>
                      </a:lnTo>
                      <a:lnTo>
                        <a:pt x="276" y="102"/>
                      </a:lnTo>
                      <a:lnTo>
                        <a:pt x="278" y="103"/>
                      </a:lnTo>
                      <a:lnTo>
                        <a:pt x="279" y="103"/>
                      </a:lnTo>
                      <a:lnTo>
                        <a:pt x="280" y="102"/>
                      </a:lnTo>
                      <a:lnTo>
                        <a:pt x="282" y="106"/>
                      </a:lnTo>
                      <a:lnTo>
                        <a:pt x="283" y="107"/>
                      </a:lnTo>
                      <a:lnTo>
                        <a:pt x="285" y="108"/>
                      </a:lnTo>
                      <a:lnTo>
                        <a:pt x="286" y="107"/>
                      </a:lnTo>
                      <a:lnTo>
                        <a:pt x="288" y="107"/>
                      </a:lnTo>
                      <a:lnTo>
                        <a:pt x="289" y="105"/>
                      </a:lnTo>
                      <a:lnTo>
                        <a:pt x="291" y="106"/>
                      </a:lnTo>
                      <a:lnTo>
                        <a:pt x="292" y="102"/>
                      </a:lnTo>
                      <a:lnTo>
                        <a:pt x="294" y="103"/>
                      </a:lnTo>
                      <a:lnTo>
                        <a:pt x="295" y="101"/>
                      </a:lnTo>
                      <a:lnTo>
                        <a:pt x="297" y="101"/>
                      </a:lnTo>
                      <a:lnTo>
                        <a:pt x="298" y="104"/>
                      </a:lnTo>
                      <a:lnTo>
                        <a:pt x="300" y="104"/>
                      </a:lnTo>
                      <a:lnTo>
                        <a:pt x="301" y="103"/>
                      </a:lnTo>
                      <a:lnTo>
                        <a:pt x="303" y="104"/>
                      </a:lnTo>
                      <a:lnTo>
                        <a:pt x="304" y="105"/>
                      </a:lnTo>
                      <a:lnTo>
                        <a:pt x="305" y="104"/>
                      </a:lnTo>
                      <a:lnTo>
                        <a:pt x="307" y="102"/>
                      </a:lnTo>
                      <a:lnTo>
                        <a:pt x="308" y="100"/>
                      </a:lnTo>
                      <a:lnTo>
                        <a:pt x="310" y="101"/>
                      </a:lnTo>
                      <a:lnTo>
                        <a:pt x="311" y="100"/>
                      </a:lnTo>
                      <a:lnTo>
                        <a:pt x="313" y="98"/>
                      </a:lnTo>
                      <a:lnTo>
                        <a:pt x="314" y="98"/>
                      </a:lnTo>
                      <a:lnTo>
                        <a:pt x="316" y="97"/>
                      </a:lnTo>
                      <a:lnTo>
                        <a:pt x="317" y="100"/>
                      </a:lnTo>
                      <a:lnTo>
                        <a:pt x="319" y="101"/>
                      </a:lnTo>
                      <a:lnTo>
                        <a:pt x="320" y="102"/>
                      </a:lnTo>
                      <a:lnTo>
                        <a:pt x="322" y="103"/>
                      </a:lnTo>
                      <a:lnTo>
                        <a:pt x="323" y="106"/>
                      </a:lnTo>
                      <a:lnTo>
                        <a:pt x="325" y="110"/>
                      </a:lnTo>
                      <a:lnTo>
                        <a:pt x="326" y="110"/>
                      </a:lnTo>
                      <a:lnTo>
                        <a:pt x="328" y="109"/>
                      </a:lnTo>
                      <a:lnTo>
                        <a:pt x="329" y="110"/>
                      </a:lnTo>
                      <a:lnTo>
                        <a:pt x="330" y="107"/>
                      </a:lnTo>
                      <a:lnTo>
                        <a:pt x="332" y="105"/>
                      </a:lnTo>
                      <a:lnTo>
                        <a:pt x="333" y="105"/>
                      </a:lnTo>
                      <a:lnTo>
                        <a:pt x="335" y="105"/>
                      </a:lnTo>
                      <a:lnTo>
                        <a:pt x="336" y="104"/>
                      </a:lnTo>
                      <a:lnTo>
                        <a:pt x="338" y="102"/>
                      </a:lnTo>
                      <a:lnTo>
                        <a:pt x="339" y="106"/>
                      </a:lnTo>
                      <a:lnTo>
                        <a:pt x="341" y="105"/>
                      </a:lnTo>
                      <a:lnTo>
                        <a:pt x="342" y="105"/>
                      </a:lnTo>
                      <a:lnTo>
                        <a:pt x="344" y="103"/>
                      </a:lnTo>
                      <a:lnTo>
                        <a:pt x="345" y="101"/>
                      </a:lnTo>
                      <a:lnTo>
                        <a:pt x="347" y="102"/>
                      </a:lnTo>
                      <a:lnTo>
                        <a:pt x="348" y="96"/>
                      </a:lnTo>
                      <a:lnTo>
                        <a:pt x="350" y="94"/>
                      </a:lnTo>
                      <a:lnTo>
                        <a:pt x="351" y="93"/>
                      </a:lnTo>
                      <a:lnTo>
                        <a:pt x="353" y="94"/>
                      </a:lnTo>
                      <a:lnTo>
                        <a:pt x="354" y="94"/>
                      </a:lnTo>
                      <a:lnTo>
                        <a:pt x="355" y="95"/>
                      </a:lnTo>
                      <a:lnTo>
                        <a:pt x="357" y="95"/>
                      </a:lnTo>
                      <a:lnTo>
                        <a:pt x="358" y="96"/>
                      </a:lnTo>
                      <a:lnTo>
                        <a:pt x="360" y="99"/>
                      </a:lnTo>
                      <a:lnTo>
                        <a:pt x="361" y="102"/>
                      </a:lnTo>
                      <a:lnTo>
                        <a:pt x="363" y="101"/>
                      </a:lnTo>
                      <a:lnTo>
                        <a:pt x="364" y="102"/>
                      </a:lnTo>
                      <a:lnTo>
                        <a:pt x="366" y="102"/>
                      </a:lnTo>
                      <a:lnTo>
                        <a:pt x="367" y="103"/>
                      </a:lnTo>
                      <a:lnTo>
                        <a:pt x="369" y="104"/>
                      </a:lnTo>
                      <a:lnTo>
                        <a:pt x="370" y="102"/>
                      </a:lnTo>
                      <a:lnTo>
                        <a:pt x="372" y="100"/>
                      </a:lnTo>
                      <a:lnTo>
                        <a:pt x="373" y="98"/>
                      </a:lnTo>
                      <a:lnTo>
                        <a:pt x="375" y="95"/>
                      </a:lnTo>
                      <a:lnTo>
                        <a:pt x="376" y="95"/>
                      </a:lnTo>
                      <a:lnTo>
                        <a:pt x="378" y="90"/>
                      </a:lnTo>
                      <a:lnTo>
                        <a:pt x="379" y="90"/>
                      </a:lnTo>
                      <a:lnTo>
                        <a:pt x="381" y="87"/>
                      </a:lnTo>
                      <a:lnTo>
                        <a:pt x="382" y="89"/>
                      </a:lnTo>
                      <a:lnTo>
                        <a:pt x="383" y="90"/>
                      </a:lnTo>
                      <a:lnTo>
                        <a:pt x="385" y="93"/>
                      </a:lnTo>
                      <a:lnTo>
                        <a:pt x="386" y="95"/>
                      </a:lnTo>
                      <a:lnTo>
                        <a:pt x="388" y="94"/>
                      </a:lnTo>
                      <a:lnTo>
                        <a:pt x="389" y="94"/>
                      </a:lnTo>
                      <a:lnTo>
                        <a:pt x="391" y="97"/>
                      </a:lnTo>
                      <a:lnTo>
                        <a:pt x="392" y="97"/>
                      </a:lnTo>
                      <a:lnTo>
                        <a:pt x="394" y="99"/>
                      </a:lnTo>
                      <a:lnTo>
                        <a:pt x="395" y="100"/>
                      </a:lnTo>
                      <a:lnTo>
                        <a:pt x="397" y="99"/>
                      </a:lnTo>
                      <a:lnTo>
                        <a:pt x="398" y="99"/>
                      </a:lnTo>
                      <a:lnTo>
                        <a:pt x="400" y="100"/>
                      </a:lnTo>
                      <a:lnTo>
                        <a:pt x="401" y="98"/>
                      </a:lnTo>
                      <a:lnTo>
                        <a:pt x="403" y="95"/>
                      </a:lnTo>
                      <a:lnTo>
                        <a:pt x="404" y="96"/>
                      </a:lnTo>
                      <a:lnTo>
                        <a:pt x="406" y="93"/>
                      </a:lnTo>
                      <a:lnTo>
                        <a:pt x="407" y="5"/>
                      </a:lnTo>
                      <a:lnTo>
                        <a:pt x="408" y="99"/>
                      </a:lnTo>
                      <a:lnTo>
                        <a:pt x="410" y="76"/>
                      </a:lnTo>
                      <a:lnTo>
                        <a:pt x="411" y="83"/>
                      </a:lnTo>
                      <a:lnTo>
                        <a:pt x="413" y="81"/>
                      </a:lnTo>
                      <a:lnTo>
                        <a:pt x="414" y="81"/>
                      </a:lnTo>
                      <a:lnTo>
                        <a:pt x="416" y="79"/>
                      </a:lnTo>
                      <a:lnTo>
                        <a:pt x="417" y="79"/>
                      </a:lnTo>
                      <a:lnTo>
                        <a:pt x="419" y="79"/>
                      </a:lnTo>
                      <a:lnTo>
                        <a:pt x="420" y="80"/>
                      </a:lnTo>
                      <a:lnTo>
                        <a:pt x="422" y="76"/>
                      </a:lnTo>
                      <a:lnTo>
                        <a:pt x="423" y="73"/>
                      </a:lnTo>
                      <a:lnTo>
                        <a:pt x="425" y="75"/>
                      </a:lnTo>
                      <a:lnTo>
                        <a:pt x="426" y="72"/>
                      </a:lnTo>
                      <a:lnTo>
                        <a:pt x="428" y="71"/>
                      </a:lnTo>
                      <a:lnTo>
                        <a:pt x="429" y="71"/>
                      </a:lnTo>
                      <a:lnTo>
                        <a:pt x="431" y="71"/>
                      </a:lnTo>
                      <a:lnTo>
                        <a:pt x="432" y="73"/>
                      </a:lnTo>
                      <a:lnTo>
                        <a:pt x="433" y="75"/>
                      </a:lnTo>
                      <a:lnTo>
                        <a:pt x="435" y="74"/>
                      </a:lnTo>
                      <a:lnTo>
                        <a:pt x="436" y="74"/>
                      </a:lnTo>
                      <a:lnTo>
                        <a:pt x="438" y="75"/>
                      </a:lnTo>
                      <a:lnTo>
                        <a:pt x="439" y="75"/>
                      </a:lnTo>
                      <a:lnTo>
                        <a:pt x="441" y="73"/>
                      </a:lnTo>
                      <a:lnTo>
                        <a:pt x="442" y="74"/>
                      </a:lnTo>
                      <a:lnTo>
                        <a:pt x="444" y="77"/>
                      </a:lnTo>
                      <a:lnTo>
                        <a:pt x="445" y="79"/>
                      </a:lnTo>
                      <a:lnTo>
                        <a:pt x="447" y="81"/>
                      </a:lnTo>
                      <a:lnTo>
                        <a:pt x="448" y="82"/>
                      </a:lnTo>
                      <a:lnTo>
                        <a:pt x="450" y="84"/>
                      </a:lnTo>
                      <a:lnTo>
                        <a:pt x="451" y="85"/>
                      </a:lnTo>
                      <a:lnTo>
                        <a:pt x="453" y="82"/>
                      </a:lnTo>
                      <a:lnTo>
                        <a:pt x="454" y="81"/>
                      </a:lnTo>
                      <a:lnTo>
                        <a:pt x="456" y="81"/>
                      </a:lnTo>
                      <a:lnTo>
                        <a:pt x="457" y="79"/>
                      </a:lnTo>
                      <a:lnTo>
                        <a:pt x="458" y="79"/>
                      </a:lnTo>
                      <a:lnTo>
                        <a:pt x="460" y="76"/>
                      </a:lnTo>
                      <a:lnTo>
                        <a:pt x="461" y="74"/>
                      </a:lnTo>
                      <a:lnTo>
                        <a:pt x="463" y="72"/>
                      </a:lnTo>
                      <a:lnTo>
                        <a:pt x="464" y="72"/>
                      </a:lnTo>
                      <a:lnTo>
                        <a:pt x="466" y="73"/>
                      </a:lnTo>
                      <a:lnTo>
                        <a:pt x="467" y="75"/>
                      </a:lnTo>
                      <a:lnTo>
                        <a:pt x="469" y="78"/>
                      </a:lnTo>
                      <a:lnTo>
                        <a:pt x="470" y="82"/>
                      </a:lnTo>
                      <a:lnTo>
                        <a:pt x="472" y="87"/>
                      </a:lnTo>
                      <a:lnTo>
                        <a:pt x="473" y="87"/>
                      </a:lnTo>
                      <a:lnTo>
                        <a:pt x="475" y="85"/>
                      </a:lnTo>
                      <a:lnTo>
                        <a:pt x="476" y="83"/>
                      </a:lnTo>
                      <a:lnTo>
                        <a:pt x="478" y="80"/>
                      </a:lnTo>
                      <a:lnTo>
                        <a:pt x="479" y="76"/>
                      </a:lnTo>
                      <a:lnTo>
                        <a:pt x="481" y="72"/>
                      </a:lnTo>
                      <a:lnTo>
                        <a:pt x="482" y="72"/>
                      </a:lnTo>
                      <a:lnTo>
                        <a:pt x="483" y="69"/>
                      </a:lnTo>
                      <a:lnTo>
                        <a:pt x="485" y="72"/>
                      </a:lnTo>
                      <a:lnTo>
                        <a:pt x="486" y="73"/>
                      </a:lnTo>
                      <a:lnTo>
                        <a:pt x="488" y="76"/>
                      </a:lnTo>
                      <a:lnTo>
                        <a:pt x="489" y="80"/>
                      </a:lnTo>
                      <a:lnTo>
                        <a:pt x="491" y="80"/>
                      </a:lnTo>
                      <a:lnTo>
                        <a:pt x="492" y="82"/>
                      </a:lnTo>
                      <a:lnTo>
                        <a:pt x="494" y="83"/>
                      </a:lnTo>
                      <a:lnTo>
                        <a:pt x="495" y="82"/>
                      </a:lnTo>
                      <a:lnTo>
                        <a:pt x="497" y="81"/>
                      </a:lnTo>
                      <a:lnTo>
                        <a:pt x="498" y="82"/>
                      </a:lnTo>
                      <a:lnTo>
                        <a:pt x="500" y="84"/>
                      </a:lnTo>
                      <a:lnTo>
                        <a:pt x="501" y="87"/>
                      </a:lnTo>
                      <a:lnTo>
                        <a:pt x="503" y="90"/>
                      </a:lnTo>
                      <a:lnTo>
                        <a:pt x="504" y="89"/>
                      </a:lnTo>
                      <a:lnTo>
                        <a:pt x="506" y="92"/>
                      </a:lnTo>
                      <a:lnTo>
                        <a:pt x="507" y="96"/>
                      </a:lnTo>
                      <a:lnTo>
                        <a:pt x="508" y="93"/>
                      </a:lnTo>
                      <a:lnTo>
                        <a:pt x="510" y="90"/>
                      </a:lnTo>
                      <a:lnTo>
                        <a:pt x="511" y="89"/>
                      </a:lnTo>
                      <a:lnTo>
                        <a:pt x="513" y="88"/>
                      </a:lnTo>
                      <a:lnTo>
                        <a:pt x="514" y="88"/>
                      </a:lnTo>
                      <a:lnTo>
                        <a:pt x="516" y="89"/>
                      </a:lnTo>
                      <a:lnTo>
                        <a:pt x="517" y="86"/>
                      </a:lnTo>
                      <a:lnTo>
                        <a:pt x="519" y="88"/>
                      </a:lnTo>
                      <a:lnTo>
                        <a:pt x="520" y="91"/>
                      </a:lnTo>
                      <a:lnTo>
                        <a:pt x="522" y="90"/>
                      </a:lnTo>
                      <a:lnTo>
                        <a:pt x="523" y="91"/>
                      </a:lnTo>
                      <a:lnTo>
                        <a:pt x="525" y="90"/>
                      </a:lnTo>
                      <a:lnTo>
                        <a:pt x="526" y="92"/>
                      </a:lnTo>
                      <a:lnTo>
                        <a:pt x="528" y="90"/>
                      </a:lnTo>
                      <a:lnTo>
                        <a:pt x="529" y="90"/>
                      </a:lnTo>
                      <a:lnTo>
                        <a:pt x="531" y="89"/>
                      </a:lnTo>
                      <a:lnTo>
                        <a:pt x="532" y="90"/>
                      </a:lnTo>
                      <a:lnTo>
                        <a:pt x="533" y="91"/>
                      </a:lnTo>
                      <a:lnTo>
                        <a:pt x="535" y="98"/>
                      </a:lnTo>
                      <a:lnTo>
                        <a:pt x="536" y="100"/>
                      </a:lnTo>
                      <a:lnTo>
                        <a:pt x="538" y="99"/>
                      </a:lnTo>
                      <a:lnTo>
                        <a:pt x="539" y="101"/>
                      </a:lnTo>
                      <a:lnTo>
                        <a:pt x="541" y="101"/>
                      </a:lnTo>
                      <a:lnTo>
                        <a:pt x="542" y="103"/>
                      </a:lnTo>
                      <a:lnTo>
                        <a:pt x="544" y="100"/>
                      </a:lnTo>
                      <a:lnTo>
                        <a:pt x="545" y="97"/>
                      </a:lnTo>
                      <a:lnTo>
                        <a:pt x="547" y="97"/>
                      </a:lnTo>
                      <a:lnTo>
                        <a:pt x="548" y="95"/>
                      </a:lnTo>
                      <a:lnTo>
                        <a:pt x="550" y="93"/>
                      </a:lnTo>
                      <a:lnTo>
                        <a:pt x="551" y="93"/>
                      </a:lnTo>
                      <a:lnTo>
                        <a:pt x="553" y="90"/>
                      </a:lnTo>
                      <a:lnTo>
                        <a:pt x="554" y="89"/>
                      </a:lnTo>
                      <a:lnTo>
                        <a:pt x="556" y="88"/>
                      </a:lnTo>
                      <a:lnTo>
                        <a:pt x="557" y="89"/>
                      </a:lnTo>
                      <a:lnTo>
                        <a:pt x="558" y="89"/>
                      </a:lnTo>
                      <a:lnTo>
                        <a:pt x="560" y="90"/>
                      </a:lnTo>
                      <a:lnTo>
                        <a:pt x="561" y="93"/>
                      </a:lnTo>
                      <a:lnTo>
                        <a:pt x="563" y="94"/>
                      </a:lnTo>
                      <a:lnTo>
                        <a:pt x="564" y="94"/>
                      </a:lnTo>
                      <a:lnTo>
                        <a:pt x="566" y="98"/>
                      </a:lnTo>
                      <a:lnTo>
                        <a:pt x="567" y="98"/>
                      </a:lnTo>
                      <a:lnTo>
                        <a:pt x="569" y="97"/>
                      </a:lnTo>
                      <a:lnTo>
                        <a:pt x="570" y="97"/>
                      </a:lnTo>
                      <a:lnTo>
                        <a:pt x="572" y="98"/>
                      </a:lnTo>
                      <a:lnTo>
                        <a:pt x="573" y="99"/>
                      </a:lnTo>
                      <a:lnTo>
                        <a:pt x="575" y="95"/>
                      </a:lnTo>
                      <a:lnTo>
                        <a:pt x="576" y="96"/>
                      </a:lnTo>
                      <a:lnTo>
                        <a:pt x="578" y="97"/>
                      </a:lnTo>
                      <a:lnTo>
                        <a:pt x="579" y="97"/>
                      </a:lnTo>
                      <a:lnTo>
                        <a:pt x="581" y="97"/>
                      </a:lnTo>
                      <a:lnTo>
                        <a:pt x="582" y="93"/>
                      </a:lnTo>
                      <a:lnTo>
                        <a:pt x="583" y="93"/>
                      </a:lnTo>
                      <a:lnTo>
                        <a:pt x="585" y="89"/>
                      </a:lnTo>
                      <a:lnTo>
                        <a:pt x="586" y="89"/>
                      </a:lnTo>
                      <a:lnTo>
                        <a:pt x="588" y="90"/>
                      </a:lnTo>
                      <a:lnTo>
                        <a:pt x="589" y="89"/>
                      </a:lnTo>
                      <a:lnTo>
                        <a:pt x="591" y="90"/>
                      </a:lnTo>
                      <a:lnTo>
                        <a:pt x="592" y="93"/>
                      </a:lnTo>
                      <a:lnTo>
                        <a:pt x="594" y="92"/>
                      </a:lnTo>
                      <a:lnTo>
                        <a:pt x="595" y="91"/>
                      </a:lnTo>
                      <a:lnTo>
                        <a:pt x="597" y="90"/>
                      </a:lnTo>
                      <a:lnTo>
                        <a:pt x="598" y="88"/>
                      </a:lnTo>
                      <a:lnTo>
                        <a:pt x="600" y="90"/>
                      </a:lnTo>
                      <a:lnTo>
                        <a:pt x="601" y="88"/>
                      </a:lnTo>
                      <a:lnTo>
                        <a:pt x="603" y="89"/>
                      </a:lnTo>
                      <a:lnTo>
                        <a:pt x="604" y="92"/>
                      </a:lnTo>
                      <a:lnTo>
                        <a:pt x="606" y="93"/>
                      </a:lnTo>
                      <a:lnTo>
                        <a:pt x="607" y="93"/>
                      </a:lnTo>
                      <a:lnTo>
                        <a:pt x="609" y="92"/>
                      </a:lnTo>
                      <a:lnTo>
                        <a:pt x="610" y="93"/>
                      </a:lnTo>
                      <a:lnTo>
                        <a:pt x="611" y="89"/>
                      </a:lnTo>
                      <a:lnTo>
                        <a:pt x="613" y="88"/>
                      </a:lnTo>
                      <a:lnTo>
                        <a:pt x="614" y="88"/>
                      </a:lnTo>
                      <a:lnTo>
                        <a:pt x="616" y="85"/>
                      </a:lnTo>
                      <a:lnTo>
                        <a:pt x="617" y="88"/>
                      </a:lnTo>
                      <a:lnTo>
                        <a:pt x="619" y="88"/>
                      </a:lnTo>
                      <a:lnTo>
                        <a:pt x="620" y="90"/>
                      </a:lnTo>
                      <a:lnTo>
                        <a:pt x="622" y="90"/>
                      </a:lnTo>
                      <a:lnTo>
                        <a:pt x="623" y="93"/>
                      </a:lnTo>
                      <a:lnTo>
                        <a:pt x="625" y="90"/>
                      </a:lnTo>
                      <a:lnTo>
                        <a:pt x="626" y="91"/>
                      </a:lnTo>
                      <a:lnTo>
                        <a:pt x="628" y="88"/>
                      </a:lnTo>
                      <a:lnTo>
                        <a:pt x="629" y="88"/>
                      </a:lnTo>
                      <a:lnTo>
                        <a:pt x="631" y="85"/>
                      </a:lnTo>
                      <a:lnTo>
                        <a:pt x="632" y="86"/>
                      </a:lnTo>
                      <a:lnTo>
                        <a:pt x="634" y="88"/>
                      </a:lnTo>
                      <a:lnTo>
                        <a:pt x="635" y="90"/>
                      </a:lnTo>
                      <a:lnTo>
                        <a:pt x="636" y="89"/>
                      </a:lnTo>
                      <a:lnTo>
                        <a:pt x="638" y="94"/>
                      </a:lnTo>
                      <a:lnTo>
                        <a:pt x="639" y="94"/>
                      </a:lnTo>
                      <a:lnTo>
                        <a:pt x="641" y="95"/>
                      </a:lnTo>
                      <a:lnTo>
                        <a:pt x="642" y="95"/>
                      </a:lnTo>
                      <a:lnTo>
                        <a:pt x="644" y="93"/>
                      </a:lnTo>
                      <a:lnTo>
                        <a:pt x="645" y="93"/>
                      </a:lnTo>
                      <a:lnTo>
                        <a:pt x="647" y="94"/>
                      </a:lnTo>
                      <a:lnTo>
                        <a:pt x="648" y="90"/>
                      </a:lnTo>
                      <a:lnTo>
                        <a:pt x="650" y="90"/>
                      </a:lnTo>
                      <a:lnTo>
                        <a:pt x="651" y="88"/>
                      </a:lnTo>
                      <a:lnTo>
                        <a:pt x="653" y="88"/>
                      </a:lnTo>
                      <a:lnTo>
                        <a:pt x="654" y="88"/>
                      </a:lnTo>
                      <a:lnTo>
                        <a:pt x="656" y="89"/>
                      </a:lnTo>
                      <a:lnTo>
                        <a:pt x="657" y="87"/>
                      </a:lnTo>
                      <a:lnTo>
                        <a:pt x="659" y="91"/>
                      </a:lnTo>
                      <a:lnTo>
                        <a:pt x="660" y="95"/>
                      </a:lnTo>
                      <a:lnTo>
                        <a:pt x="661" y="94"/>
                      </a:lnTo>
                      <a:lnTo>
                        <a:pt x="663" y="98"/>
                      </a:lnTo>
                      <a:lnTo>
                        <a:pt x="664" y="99"/>
                      </a:lnTo>
                      <a:lnTo>
                        <a:pt x="666" y="96"/>
                      </a:lnTo>
                      <a:lnTo>
                        <a:pt x="667" y="93"/>
                      </a:lnTo>
                      <a:lnTo>
                        <a:pt x="669" y="84"/>
                      </a:lnTo>
                      <a:lnTo>
                        <a:pt x="670" y="82"/>
                      </a:lnTo>
                      <a:lnTo>
                        <a:pt x="672" y="81"/>
                      </a:lnTo>
                      <a:lnTo>
                        <a:pt x="673" y="82"/>
                      </a:lnTo>
                      <a:lnTo>
                        <a:pt x="675" y="81"/>
                      </a:lnTo>
                      <a:lnTo>
                        <a:pt x="676" y="84"/>
                      </a:lnTo>
                      <a:lnTo>
                        <a:pt x="678" y="88"/>
                      </a:lnTo>
                      <a:lnTo>
                        <a:pt x="679" y="89"/>
                      </a:lnTo>
                      <a:lnTo>
                        <a:pt x="681" y="88"/>
                      </a:lnTo>
                      <a:lnTo>
                        <a:pt x="682" y="84"/>
                      </a:lnTo>
                      <a:lnTo>
                        <a:pt x="684" y="84"/>
                      </a:lnTo>
                      <a:lnTo>
                        <a:pt x="685" y="86"/>
                      </a:lnTo>
                      <a:lnTo>
                        <a:pt x="686" y="87"/>
                      </a:lnTo>
                      <a:lnTo>
                        <a:pt x="688" y="87"/>
                      </a:lnTo>
                      <a:lnTo>
                        <a:pt x="689" y="91"/>
                      </a:lnTo>
                      <a:lnTo>
                        <a:pt x="691" y="93"/>
                      </a:lnTo>
                      <a:lnTo>
                        <a:pt x="692" y="92"/>
                      </a:lnTo>
                      <a:lnTo>
                        <a:pt x="694" y="95"/>
                      </a:lnTo>
                      <a:lnTo>
                        <a:pt x="695" y="95"/>
                      </a:lnTo>
                      <a:lnTo>
                        <a:pt x="697" y="96"/>
                      </a:lnTo>
                      <a:lnTo>
                        <a:pt x="698" y="95"/>
                      </a:lnTo>
                      <a:lnTo>
                        <a:pt x="700" y="92"/>
                      </a:lnTo>
                      <a:lnTo>
                        <a:pt x="701" y="92"/>
                      </a:lnTo>
                      <a:lnTo>
                        <a:pt x="703" y="95"/>
                      </a:lnTo>
                      <a:lnTo>
                        <a:pt x="704" y="95"/>
                      </a:lnTo>
                      <a:lnTo>
                        <a:pt x="706" y="95"/>
                      </a:lnTo>
                      <a:lnTo>
                        <a:pt x="707" y="98"/>
                      </a:lnTo>
                      <a:lnTo>
                        <a:pt x="709" y="102"/>
                      </a:lnTo>
                      <a:lnTo>
                        <a:pt x="710" y="101"/>
                      </a:lnTo>
                      <a:lnTo>
                        <a:pt x="711" y="102"/>
                      </a:lnTo>
                      <a:lnTo>
                        <a:pt x="713" y="103"/>
                      </a:lnTo>
                      <a:lnTo>
                        <a:pt x="714" y="103"/>
                      </a:lnTo>
                      <a:lnTo>
                        <a:pt x="716" y="102"/>
                      </a:lnTo>
                      <a:lnTo>
                        <a:pt x="717" y="101"/>
                      </a:lnTo>
                      <a:lnTo>
                        <a:pt x="719" y="98"/>
                      </a:lnTo>
                      <a:lnTo>
                        <a:pt x="720" y="97"/>
                      </a:lnTo>
                      <a:lnTo>
                        <a:pt x="722" y="94"/>
                      </a:lnTo>
                      <a:lnTo>
                        <a:pt x="723" y="90"/>
                      </a:lnTo>
                      <a:lnTo>
                        <a:pt x="725" y="90"/>
                      </a:lnTo>
                      <a:lnTo>
                        <a:pt x="726" y="89"/>
                      </a:lnTo>
                      <a:lnTo>
                        <a:pt x="728" y="91"/>
                      </a:lnTo>
                      <a:lnTo>
                        <a:pt x="729" y="93"/>
                      </a:lnTo>
                      <a:lnTo>
                        <a:pt x="731" y="96"/>
                      </a:lnTo>
                      <a:lnTo>
                        <a:pt x="732" y="97"/>
                      </a:lnTo>
                      <a:lnTo>
                        <a:pt x="734" y="102"/>
                      </a:lnTo>
                      <a:lnTo>
                        <a:pt x="735" y="104"/>
                      </a:lnTo>
                      <a:lnTo>
                        <a:pt x="736" y="107"/>
                      </a:lnTo>
                      <a:lnTo>
                        <a:pt x="738" y="108"/>
                      </a:lnTo>
                      <a:lnTo>
                        <a:pt x="739" y="111"/>
                      </a:lnTo>
                      <a:lnTo>
                        <a:pt x="741" y="110"/>
                      </a:lnTo>
                      <a:lnTo>
                        <a:pt x="742" y="110"/>
                      </a:lnTo>
                      <a:lnTo>
                        <a:pt x="744" y="107"/>
                      </a:lnTo>
                      <a:lnTo>
                        <a:pt x="745" y="106"/>
                      </a:lnTo>
                      <a:lnTo>
                        <a:pt x="747" y="106"/>
                      </a:lnTo>
                      <a:lnTo>
                        <a:pt x="748" y="108"/>
                      </a:lnTo>
                      <a:lnTo>
                        <a:pt x="750" y="109"/>
                      </a:lnTo>
                      <a:lnTo>
                        <a:pt x="751" y="109"/>
                      </a:lnTo>
                      <a:lnTo>
                        <a:pt x="753" y="102"/>
                      </a:lnTo>
                      <a:lnTo>
                        <a:pt x="754" y="102"/>
                      </a:lnTo>
                      <a:lnTo>
                        <a:pt x="756" y="101"/>
                      </a:lnTo>
                      <a:lnTo>
                        <a:pt x="757" y="96"/>
                      </a:lnTo>
                      <a:lnTo>
                        <a:pt x="759" y="96"/>
                      </a:lnTo>
                      <a:lnTo>
                        <a:pt x="760" y="91"/>
                      </a:lnTo>
                      <a:lnTo>
                        <a:pt x="761" y="91"/>
                      </a:lnTo>
                      <a:lnTo>
                        <a:pt x="763" y="91"/>
                      </a:lnTo>
                      <a:lnTo>
                        <a:pt x="764" y="90"/>
                      </a:lnTo>
                      <a:lnTo>
                        <a:pt x="766" y="87"/>
                      </a:lnTo>
                      <a:lnTo>
                        <a:pt x="767" y="88"/>
                      </a:lnTo>
                      <a:lnTo>
                        <a:pt x="769" y="88"/>
                      </a:lnTo>
                      <a:lnTo>
                        <a:pt x="770" y="86"/>
                      </a:lnTo>
                      <a:lnTo>
                        <a:pt x="772" y="86"/>
                      </a:lnTo>
                      <a:lnTo>
                        <a:pt x="773" y="86"/>
                      </a:lnTo>
                      <a:lnTo>
                        <a:pt x="775" y="87"/>
                      </a:lnTo>
                      <a:lnTo>
                        <a:pt x="776" y="88"/>
                      </a:lnTo>
                      <a:lnTo>
                        <a:pt x="778" y="90"/>
                      </a:lnTo>
                      <a:lnTo>
                        <a:pt x="779" y="86"/>
                      </a:lnTo>
                      <a:lnTo>
                        <a:pt x="781" y="89"/>
                      </a:lnTo>
                      <a:lnTo>
                        <a:pt x="782" y="91"/>
                      </a:lnTo>
                      <a:lnTo>
                        <a:pt x="784" y="93"/>
                      </a:lnTo>
                      <a:lnTo>
                        <a:pt x="785" y="91"/>
                      </a:lnTo>
                      <a:lnTo>
                        <a:pt x="786" y="94"/>
                      </a:lnTo>
                      <a:lnTo>
                        <a:pt x="788" y="97"/>
                      </a:lnTo>
                      <a:lnTo>
                        <a:pt x="789" y="100"/>
                      </a:lnTo>
                      <a:lnTo>
                        <a:pt x="791" y="105"/>
                      </a:lnTo>
                      <a:lnTo>
                        <a:pt x="792" y="105"/>
                      </a:lnTo>
                      <a:lnTo>
                        <a:pt x="794" y="108"/>
                      </a:lnTo>
                      <a:lnTo>
                        <a:pt x="795" y="110"/>
                      </a:lnTo>
                      <a:lnTo>
                        <a:pt x="797" y="109"/>
                      </a:lnTo>
                      <a:lnTo>
                        <a:pt x="798" y="108"/>
                      </a:lnTo>
                      <a:lnTo>
                        <a:pt x="800" y="109"/>
                      </a:lnTo>
                      <a:lnTo>
                        <a:pt x="801" y="108"/>
                      </a:lnTo>
                      <a:lnTo>
                        <a:pt x="803" y="107"/>
                      </a:lnTo>
                      <a:lnTo>
                        <a:pt x="804" y="109"/>
                      </a:lnTo>
                      <a:lnTo>
                        <a:pt x="806" y="107"/>
                      </a:lnTo>
                      <a:lnTo>
                        <a:pt x="807" y="109"/>
                      </a:lnTo>
                      <a:lnTo>
                        <a:pt x="809" y="110"/>
                      </a:lnTo>
                      <a:lnTo>
                        <a:pt x="810" y="106"/>
                      </a:lnTo>
                      <a:lnTo>
                        <a:pt x="812" y="105"/>
                      </a:lnTo>
                      <a:lnTo>
                        <a:pt x="813" y="103"/>
                      </a:lnTo>
                      <a:lnTo>
                        <a:pt x="814" y="103"/>
                      </a:lnTo>
                      <a:lnTo>
                        <a:pt x="816" y="102"/>
                      </a:lnTo>
                      <a:lnTo>
                        <a:pt x="817" y="101"/>
                      </a:lnTo>
                      <a:lnTo>
                        <a:pt x="819" y="104"/>
                      </a:lnTo>
                      <a:lnTo>
                        <a:pt x="820" y="105"/>
                      </a:lnTo>
                      <a:lnTo>
                        <a:pt x="822" y="103"/>
                      </a:lnTo>
                      <a:lnTo>
                        <a:pt x="823" y="103"/>
                      </a:lnTo>
                      <a:lnTo>
                        <a:pt x="825" y="104"/>
                      </a:lnTo>
                      <a:lnTo>
                        <a:pt x="826" y="105"/>
                      </a:lnTo>
                      <a:lnTo>
                        <a:pt x="828" y="106"/>
                      </a:lnTo>
                      <a:lnTo>
                        <a:pt x="829" y="111"/>
                      </a:lnTo>
                      <a:lnTo>
                        <a:pt x="831" y="111"/>
                      </a:lnTo>
                      <a:lnTo>
                        <a:pt x="832" y="113"/>
                      </a:lnTo>
                      <a:lnTo>
                        <a:pt x="834" y="111"/>
                      </a:lnTo>
                      <a:lnTo>
                        <a:pt x="835" y="110"/>
                      </a:lnTo>
                      <a:lnTo>
                        <a:pt x="837" y="107"/>
                      </a:lnTo>
                      <a:lnTo>
                        <a:pt x="838" y="102"/>
                      </a:lnTo>
                      <a:lnTo>
                        <a:pt x="839" y="99"/>
                      </a:lnTo>
                      <a:lnTo>
                        <a:pt x="841" y="98"/>
                      </a:lnTo>
                      <a:lnTo>
                        <a:pt x="842" y="98"/>
                      </a:lnTo>
                      <a:lnTo>
                        <a:pt x="844" y="100"/>
                      </a:lnTo>
                      <a:lnTo>
                        <a:pt x="845" y="102"/>
                      </a:lnTo>
                      <a:lnTo>
                        <a:pt x="847" y="108"/>
                      </a:lnTo>
                      <a:lnTo>
                        <a:pt x="848" y="106"/>
                      </a:lnTo>
                      <a:lnTo>
                        <a:pt x="850" y="107"/>
                      </a:lnTo>
                      <a:lnTo>
                        <a:pt x="851" y="108"/>
                      </a:lnTo>
                      <a:lnTo>
                        <a:pt x="853" y="104"/>
                      </a:lnTo>
                      <a:lnTo>
                        <a:pt x="854" y="102"/>
                      </a:lnTo>
                      <a:lnTo>
                        <a:pt x="856" y="98"/>
                      </a:lnTo>
                      <a:lnTo>
                        <a:pt x="857" y="99"/>
                      </a:lnTo>
                      <a:lnTo>
                        <a:pt x="859" y="100"/>
                      </a:lnTo>
                      <a:lnTo>
                        <a:pt x="860" y="104"/>
                      </a:lnTo>
                      <a:lnTo>
                        <a:pt x="862" y="105"/>
                      </a:lnTo>
                      <a:lnTo>
                        <a:pt x="863" y="105"/>
                      </a:lnTo>
                      <a:lnTo>
                        <a:pt x="864" y="105"/>
                      </a:lnTo>
                      <a:lnTo>
                        <a:pt x="866" y="105"/>
                      </a:lnTo>
                      <a:lnTo>
                        <a:pt x="867" y="104"/>
                      </a:lnTo>
                      <a:lnTo>
                        <a:pt x="869" y="104"/>
                      </a:lnTo>
                      <a:lnTo>
                        <a:pt x="870" y="102"/>
                      </a:lnTo>
                      <a:lnTo>
                        <a:pt x="872" y="103"/>
                      </a:lnTo>
                      <a:lnTo>
                        <a:pt x="873" y="102"/>
                      </a:lnTo>
                      <a:lnTo>
                        <a:pt x="875" y="101"/>
                      </a:lnTo>
                      <a:lnTo>
                        <a:pt x="876" y="99"/>
                      </a:lnTo>
                      <a:lnTo>
                        <a:pt x="878" y="98"/>
                      </a:lnTo>
                      <a:lnTo>
                        <a:pt x="879" y="101"/>
                      </a:lnTo>
                      <a:lnTo>
                        <a:pt x="881" y="97"/>
                      </a:lnTo>
                      <a:lnTo>
                        <a:pt x="882" y="93"/>
                      </a:lnTo>
                      <a:lnTo>
                        <a:pt x="884" y="96"/>
                      </a:lnTo>
                      <a:lnTo>
                        <a:pt x="885" y="95"/>
                      </a:lnTo>
                      <a:lnTo>
                        <a:pt x="887" y="95"/>
                      </a:lnTo>
                      <a:lnTo>
                        <a:pt x="888" y="98"/>
                      </a:lnTo>
                      <a:lnTo>
                        <a:pt x="889" y="95"/>
                      </a:lnTo>
                      <a:lnTo>
                        <a:pt x="891" y="101"/>
                      </a:lnTo>
                      <a:lnTo>
                        <a:pt x="892" y="101"/>
                      </a:lnTo>
                      <a:lnTo>
                        <a:pt x="894" y="100"/>
                      </a:lnTo>
                      <a:lnTo>
                        <a:pt x="895" y="101"/>
                      </a:lnTo>
                      <a:lnTo>
                        <a:pt x="897" y="99"/>
                      </a:lnTo>
                      <a:lnTo>
                        <a:pt x="898" y="98"/>
                      </a:lnTo>
                      <a:lnTo>
                        <a:pt x="900" y="99"/>
                      </a:lnTo>
                      <a:lnTo>
                        <a:pt x="901" y="97"/>
                      </a:lnTo>
                      <a:lnTo>
                        <a:pt x="903" y="95"/>
                      </a:lnTo>
                      <a:lnTo>
                        <a:pt x="904" y="99"/>
                      </a:lnTo>
                      <a:lnTo>
                        <a:pt x="906" y="101"/>
                      </a:lnTo>
                      <a:lnTo>
                        <a:pt x="907" y="102"/>
                      </a:lnTo>
                      <a:lnTo>
                        <a:pt x="909" y="102"/>
                      </a:lnTo>
                      <a:lnTo>
                        <a:pt x="910" y="102"/>
                      </a:lnTo>
                      <a:lnTo>
                        <a:pt x="912" y="103"/>
                      </a:lnTo>
                      <a:lnTo>
                        <a:pt x="913" y="104"/>
                      </a:lnTo>
                      <a:lnTo>
                        <a:pt x="914" y="105"/>
                      </a:lnTo>
                      <a:lnTo>
                        <a:pt x="916" y="105"/>
                      </a:lnTo>
                      <a:lnTo>
                        <a:pt x="917" y="105"/>
                      </a:lnTo>
                      <a:lnTo>
                        <a:pt x="919" y="103"/>
                      </a:lnTo>
                      <a:lnTo>
                        <a:pt x="920" y="103"/>
                      </a:lnTo>
                      <a:lnTo>
                        <a:pt x="922" y="104"/>
                      </a:lnTo>
                      <a:lnTo>
                        <a:pt x="923" y="102"/>
                      </a:lnTo>
                      <a:lnTo>
                        <a:pt x="925" y="101"/>
                      </a:lnTo>
                      <a:lnTo>
                        <a:pt x="926" y="100"/>
                      </a:lnTo>
                      <a:lnTo>
                        <a:pt x="928" y="98"/>
                      </a:lnTo>
                      <a:lnTo>
                        <a:pt x="929" y="98"/>
                      </a:lnTo>
                      <a:lnTo>
                        <a:pt x="931" y="98"/>
                      </a:lnTo>
                      <a:lnTo>
                        <a:pt x="932" y="96"/>
                      </a:lnTo>
                      <a:lnTo>
                        <a:pt x="934" y="98"/>
                      </a:lnTo>
                      <a:lnTo>
                        <a:pt x="935" y="98"/>
                      </a:lnTo>
                      <a:lnTo>
                        <a:pt x="937" y="100"/>
                      </a:lnTo>
                      <a:lnTo>
                        <a:pt x="938" y="101"/>
                      </a:lnTo>
                      <a:lnTo>
                        <a:pt x="939" y="104"/>
                      </a:lnTo>
                      <a:lnTo>
                        <a:pt x="941" y="105"/>
                      </a:lnTo>
                      <a:lnTo>
                        <a:pt x="942" y="106"/>
                      </a:lnTo>
                      <a:lnTo>
                        <a:pt x="944" y="108"/>
                      </a:lnTo>
                      <a:lnTo>
                        <a:pt x="945" y="109"/>
                      </a:lnTo>
                      <a:lnTo>
                        <a:pt x="947" y="107"/>
                      </a:lnTo>
                      <a:lnTo>
                        <a:pt x="948" y="106"/>
                      </a:lnTo>
                      <a:lnTo>
                        <a:pt x="950" y="103"/>
                      </a:lnTo>
                      <a:lnTo>
                        <a:pt x="951" y="103"/>
                      </a:lnTo>
                      <a:lnTo>
                        <a:pt x="953" y="103"/>
                      </a:lnTo>
                      <a:lnTo>
                        <a:pt x="954" y="102"/>
                      </a:lnTo>
                      <a:lnTo>
                        <a:pt x="956" y="100"/>
                      </a:lnTo>
                      <a:lnTo>
                        <a:pt x="957" y="98"/>
                      </a:lnTo>
                      <a:lnTo>
                        <a:pt x="959" y="101"/>
                      </a:lnTo>
                      <a:lnTo>
                        <a:pt x="960" y="102"/>
                      </a:lnTo>
                      <a:lnTo>
                        <a:pt x="962" y="101"/>
                      </a:lnTo>
                      <a:lnTo>
                        <a:pt x="963" y="101"/>
                      </a:lnTo>
                      <a:lnTo>
                        <a:pt x="964" y="103"/>
                      </a:lnTo>
                      <a:lnTo>
                        <a:pt x="966" y="109"/>
                      </a:lnTo>
                      <a:lnTo>
                        <a:pt x="967" y="107"/>
                      </a:lnTo>
                      <a:lnTo>
                        <a:pt x="969" y="108"/>
                      </a:lnTo>
                      <a:lnTo>
                        <a:pt x="970" y="110"/>
                      </a:lnTo>
                      <a:lnTo>
                        <a:pt x="972" y="110"/>
                      </a:lnTo>
                      <a:lnTo>
                        <a:pt x="973" y="110"/>
                      </a:lnTo>
                      <a:lnTo>
                        <a:pt x="975" y="110"/>
                      </a:lnTo>
                      <a:lnTo>
                        <a:pt x="976" y="107"/>
                      </a:lnTo>
                      <a:lnTo>
                        <a:pt x="978" y="103"/>
                      </a:lnTo>
                      <a:lnTo>
                        <a:pt x="979" y="103"/>
                      </a:lnTo>
                      <a:lnTo>
                        <a:pt x="981" y="102"/>
                      </a:lnTo>
                      <a:lnTo>
                        <a:pt x="982" y="101"/>
                      </a:lnTo>
                      <a:lnTo>
                        <a:pt x="984" y="98"/>
                      </a:lnTo>
                      <a:lnTo>
                        <a:pt x="985" y="98"/>
                      </a:lnTo>
                      <a:lnTo>
                        <a:pt x="987" y="97"/>
                      </a:lnTo>
                      <a:lnTo>
                        <a:pt x="988" y="100"/>
                      </a:lnTo>
                      <a:lnTo>
                        <a:pt x="989" y="102"/>
                      </a:lnTo>
                      <a:lnTo>
                        <a:pt x="991" y="105"/>
                      </a:lnTo>
                      <a:lnTo>
                        <a:pt x="992" y="104"/>
                      </a:lnTo>
                      <a:lnTo>
                        <a:pt x="994" y="105"/>
                      </a:lnTo>
                      <a:lnTo>
                        <a:pt x="995" y="106"/>
                      </a:lnTo>
                      <a:lnTo>
                        <a:pt x="997" y="107"/>
                      </a:lnTo>
                      <a:lnTo>
                        <a:pt x="998" y="106"/>
                      </a:lnTo>
                      <a:lnTo>
                        <a:pt x="1000" y="105"/>
                      </a:lnTo>
                      <a:lnTo>
                        <a:pt x="1001" y="105"/>
                      </a:lnTo>
                      <a:lnTo>
                        <a:pt x="1003" y="108"/>
                      </a:lnTo>
                      <a:lnTo>
                        <a:pt x="1004" y="111"/>
                      </a:lnTo>
                      <a:lnTo>
                        <a:pt x="1006" y="111"/>
                      </a:lnTo>
                      <a:lnTo>
                        <a:pt x="1007" y="113"/>
                      </a:lnTo>
                      <a:lnTo>
                        <a:pt x="1009" y="116"/>
                      </a:lnTo>
                      <a:lnTo>
                        <a:pt x="1010" y="117"/>
                      </a:lnTo>
                      <a:lnTo>
                        <a:pt x="1012" y="120"/>
                      </a:lnTo>
                      <a:lnTo>
                        <a:pt x="1013" y="118"/>
                      </a:lnTo>
                      <a:lnTo>
                        <a:pt x="1015" y="120"/>
                      </a:lnTo>
                      <a:lnTo>
                        <a:pt x="1016" y="118"/>
                      </a:lnTo>
                      <a:lnTo>
                        <a:pt x="1017" y="119"/>
                      </a:lnTo>
                      <a:lnTo>
                        <a:pt x="1019" y="119"/>
                      </a:lnTo>
                      <a:lnTo>
                        <a:pt x="1020" y="117"/>
                      </a:lnTo>
                      <a:lnTo>
                        <a:pt x="1022" y="116"/>
                      </a:lnTo>
                      <a:lnTo>
                        <a:pt x="1023" y="116"/>
                      </a:lnTo>
                      <a:lnTo>
                        <a:pt x="1025" y="114"/>
                      </a:lnTo>
                      <a:lnTo>
                        <a:pt x="1026" y="109"/>
                      </a:lnTo>
                      <a:lnTo>
                        <a:pt x="1028" y="110"/>
                      </a:lnTo>
                      <a:lnTo>
                        <a:pt x="1029" y="109"/>
                      </a:lnTo>
                      <a:lnTo>
                        <a:pt x="1031" y="110"/>
                      </a:lnTo>
                      <a:lnTo>
                        <a:pt x="1032" y="111"/>
                      </a:lnTo>
                      <a:lnTo>
                        <a:pt x="1034" y="114"/>
                      </a:lnTo>
                      <a:lnTo>
                        <a:pt x="1035" y="116"/>
                      </a:lnTo>
                      <a:lnTo>
                        <a:pt x="1037" y="117"/>
                      </a:lnTo>
                      <a:lnTo>
                        <a:pt x="1038" y="118"/>
                      </a:lnTo>
                      <a:lnTo>
                        <a:pt x="1040" y="118"/>
                      </a:lnTo>
                      <a:lnTo>
                        <a:pt x="1041" y="116"/>
                      </a:lnTo>
                      <a:lnTo>
                        <a:pt x="1042" y="116"/>
                      </a:lnTo>
                      <a:lnTo>
                        <a:pt x="1044" y="111"/>
                      </a:lnTo>
                      <a:lnTo>
                        <a:pt x="1045" y="109"/>
                      </a:lnTo>
                      <a:lnTo>
                        <a:pt x="1047" y="109"/>
                      </a:lnTo>
                      <a:lnTo>
                        <a:pt x="1048" y="106"/>
                      </a:lnTo>
                      <a:lnTo>
                        <a:pt x="1050" y="107"/>
                      </a:lnTo>
                      <a:lnTo>
                        <a:pt x="1051" y="110"/>
                      </a:lnTo>
                      <a:lnTo>
                        <a:pt x="1053" y="111"/>
                      </a:lnTo>
                      <a:lnTo>
                        <a:pt x="1054" y="113"/>
                      </a:lnTo>
                      <a:lnTo>
                        <a:pt x="1056" y="112"/>
                      </a:lnTo>
                      <a:lnTo>
                        <a:pt x="1057" y="114"/>
                      </a:lnTo>
                      <a:lnTo>
                        <a:pt x="1059" y="115"/>
                      </a:lnTo>
                      <a:lnTo>
                        <a:pt x="1060" y="112"/>
                      </a:lnTo>
                      <a:lnTo>
                        <a:pt x="1062" y="117"/>
                      </a:lnTo>
                      <a:lnTo>
                        <a:pt x="1063" y="120"/>
                      </a:lnTo>
                      <a:lnTo>
                        <a:pt x="1065" y="120"/>
                      </a:lnTo>
                      <a:lnTo>
                        <a:pt x="1066" y="120"/>
                      </a:lnTo>
                      <a:lnTo>
                        <a:pt x="1067" y="120"/>
                      </a:lnTo>
                      <a:lnTo>
                        <a:pt x="1069" y="119"/>
                      </a:lnTo>
                      <a:lnTo>
                        <a:pt x="1070" y="115"/>
                      </a:lnTo>
                      <a:lnTo>
                        <a:pt x="1072" y="115"/>
                      </a:lnTo>
                      <a:lnTo>
                        <a:pt x="1073" y="113"/>
                      </a:lnTo>
                      <a:lnTo>
                        <a:pt x="1075" y="112"/>
                      </a:lnTo>
                      <a:lnTo>
                        <a:pt x="1076" y="115"/>
                      </a:lnTo>
                      <a:lnTo>
                        <a:pt x="1078" y="113"/>
                      </a:lnTo>
                      <a:lnTo>
                        <a:pt x="1079" y="116"/>
                      </a:lnTo>
                      <a:lnTo>
                        <a:pt x="1081" y="115"/>
                      </a:lnTo>
                      <a:lnTo>
                        <a:pt x="1082" y="113"/>
                      </a:lnTo>
                      <a:lnTo>
                        <a:pt x="1084" y="116"/>
                      </a:lnTo>
                      <a:lnTo>
                        <a:pt x="1085" y="119"/>
                      </a:lnTo>
                      <a:lnTo>
                        <a:pt x="1087" y="122"/>
                      </a:lnTo>
                      <a:lnTo>
                        <a:pt x="1088" y="124"/>
                      </a:lnTo>
                      <a:lnTo>
                        <a:pt x="1090" y="126"/>
                      </a:lnTo>
                      <a:lnTo>
                        <a:pt x="1091" y="126"/>
                      </a:lnTo>
                      <a:lnTo>
                        <a:pt x="1092" y="126"/>
                      </a:lnTo>
                      <a:lnTo>
                        <a:pt x="1094" y="126"/>
                      </a:lnTo>
                      <a:lnTo>
                        <a:pt x="1095" y="126"/>
                      </a:lnTo>
                      <a:lnTo>
                        <a:pt x="1097" y="122"/>
                      </a:lnTo>
                      <a:lnTo>
                        <a:pt x="1098" y="122"/>
                      </a:lnTo>
                      <a:lnTo>
                        <a:pt x="1100" y="122"/>
                      </a:lnTo>
                      <a:lnTo>
                        <a:pt x="1101" y="120"/>
                      </a:lnTo>
                      <a:lnTo>
                        <a:pt x="1103" y="117"/>
                      </a:lnTo>
                      <a:lnTo>
                        <a:pt x="1104" y="116"/>
                      </a:lnTo>
                      <a:lnTo>
                        <a:pt x="1106" y="115"/>
                      </a:lnTo>
                      <a:lnTo>
                        <a:pt x="1107" y="117"/>
                      </a:lnTo>
                      <a:lnTo>
                        <a:pt x="1109" y="116"/>
                      </a:lnTo>
                      <a:lnTo>
                        <a:pt x="1110" y="117"/>
                      </a:lnTo>
                      <a:lnTo>
                        <a:pt x="1112" y="119"/>
                      </a:lnTo>
                      <a:lnTo>
                        <a:pt x="1113" y="119"/>
                      </a:lnTo>
                      <a:lnTo>
                        <a:pt x="1115" y="119"/>
                      </a:lnTo>
                      <a:lnTo>
                        <a:pt x="1116" y="117"/>
                      </a:lnTo>
                      <a:lnTo>
                        <a:pt x="1117" y="120"/>
                      </a:lnTo>
                      <a:lnTo>
                        <a:pt x="1119" y="125"/>
                      </a:lnTo>
                      <a:lnTo>
                        <a:pt x="1120" y="126"/>
                      </a:lnTo>
                      <a:lnTo>
                        <a:pt x="1122" y="129"/>
                      </a:lnTo>
                      <a:lnTo>
                        <a:pt x="1123" y="130"/>
                      </a:lnTo>
                      <a:lnTo>
                        <a:pt x="1125" y="131"/>
                      </a:lnTo>
                      <a:lnTo>
                        <a:pt x="1126" y="131"/>
                      </a:lnTo>
                      <a:lnTo>
                        <a:pt x="1128" y="129"/>
                      </a:lnTo>
                      <a:lnTo>
                        <a:pt x="1129" y="125"/>
                      </a:lnTo>
                      <a:lnTo>
                        <a:pt x="1131" y="125"/>
                      </a:lnTo>
                      <a:lnTo>
                        <a:pt x="1132" y="123"/>
                      </a:lnTo>
                      <a:lnTo>
                        <a:pt x="1134" y="124"/>
                      </a:lnTo>
                      <a:lnTo>
                        <a:pt x="1135" y="126"/>
                      </a:lnTo>
                      <a:lnTo>
                        <a:pt x="1137" y="126"/>
                      </a:lnTo>
                      <a:lnTo>
                        <a:pt x="1138" y="128"/>
                      </a:lnTo>
                      <a:lnTo>
                        <a:pt x="1140" y="129"/>
                      </a:lnTo>
                      <a:lnTo>
                        <a:pt x="1141" y="129"/>
                      </a:lnTo>
                      <a:lnTo>
                        <a:pt x="1142" y="129"/>
                      </a:lnTo>
                      <a:lnTo>
                        <a:pt x="1144" y="126"/>
                      </a:lnTo>
                      <a:lnTo>
                        <a:pt x="1145" y="125"/>
                      </a:lnTo>
                      <a:lnTo>
                        <a:pt x="1147" y="124"/>
                      </a:lnTo>
                      <a:lnTo>
                        <a:pt x="1148" y="128"/>
                      </a:lnTo>
                      <a:lnTo>
                        <a:pt x="1150" y="128"/>
                      </a:lnTo>
                      <a:lnTo>
                        <a:pt x="1151" y="127"/>
                      </a:lnTo>
                      <a:lnTo>
                        <a:pt x="1153" y="125"/>
                      </a:lnTo>
                      <a:lnTo>
                        <a:pt x="1154" y="129"/>
                      </a:lnTo>
                      <a:lnTo>
                        <a:pt x="1156" y="132"/>
                      </a:lnTo>
                      <a:lnTo>
                        <a:pt x="1157" y="130"/>
                      </a:lnTo>
                      <a:lnTo>
                        <a:pt x="1159" y="129"/>
                      </a:lnTo>
                      <a:lnTo>
                        <a:pt x="1160" y="133"/>
                      </a:lnTo>
                      <a:lnTo>
                        <a:pt x="1162" y="133"/>
                      </a:lnTo>
                      <a:lnTo>
                        <a:pt x="1163" y="133"/>
                      </a:lnTo>
                      <a:lnTo>
                        <a:pt x="1165" y="131"/>
                      </a:lnTo>
                      <a:lnTo>
                        <a:pt x="1166" y="131"/>
                      </a:lnTo>
                      <a:lnTo>
                        <a:pt x="1167" y="127"/>
                      </a:lnTo>
                      <a:lnTo>
                        <a:pt x="1169" y="126"/>
                      </a:lnTo>
                      <a:lnTo>
                        <a:pt x="1170" y="122"/>
                      </a:lnTo>
                      <a:lnTo>
                        <a:pt x="1172" y="122"/>
                      </a:lnTo>
                      <a:lnTo>
                        <a:pt x="1173" y="121"/>
                      </a:lnTo>
                      <a:lnTo>
                        <a:pt x="1175" y="119"/>
                      </a:lnTo>
                      <a:lnTo>
                        <a:pt x="1176" y="121"/>
                      </a:lnTo>
                      <a:lnTo>
                        <a:pt x="1178" y="123"/>
                      </a:lnTo>
                      <a:lnTo>
                        <a:pt x="1179" y="125"/>
                      </a:lnTo>
                      <a:lnTo>
                        <a:pt x="1181" y="122"/>
                      </a:lnTo>
                      <a:lnTo>
                        <a:pt x="1182" y="123"/>
                      </a:lnTo>
                      <a:lnTo>
                        <a:pt x="1184" y="123"/>
                      </a:lnTo>
                      <a:lnTo>
                        <a:pt x="1185" y="124"/>
                      </a:lnTo>
                      <a:lnTo>
                        <a:pt x="1187" y="123"/>
                      </a:lnTo>
                      <a:lnTo>
                        <a:pt x="1188" y="123"/>
                      </a:lnTo>
                      <a:lnTo>
                        <a:pt x="1190" y="122"/>
                      </a:lnTo>
                      <a:lnTo>
                        <a:pt x="1191" y="122"/>
                      </a:lnTo>
                      <a:lnTo>
                        <a:pt x="1192" y="125"/>
                      </a:lnTo>
                      <a:lnTo>
                        <a:pt x="1194" y="127"/>
                      </a:lnTo>
                      <a:lnTo>
                        <a:pt x="1195" y="125"/>
                      </a:lnTo>
                      <a:lnTo>
                        <a:pt x="1197" y="126"/>
                      </a:lnTo>
                      <a:lnTo>
                        <a:pt x="1198" y="126"/>
                      </a:lnTo>
                      <a:lnTo>
                        <a:pt x="1200" y="129"/>
                      </a:lnTo>
                      <a:lnTo>
                        <a:pt x="1201" y="126"/>
                      </a:lnTo>
                      <a:lnTo>
                        <a:pt x="1203" y="127"/>
                      </a:lnTo>
                      <a:lnTo>
                        <a:pt x="1204" y="127"/>
                      </a:lnTo>
                      <a:lnTo>
                        <a:pt x="1206" y="129"/>
                      </a:lnTo>
                      <a:lnTo>
                        <a:pt x="1207" y="127"/>
                      </a:lnTo>
                      <a:lnTo>
                        <a:pt x="1209" y="123"/>
                      </a:lnTo>
                      <a:lnTo>
                        <a:pt x="1210" y="121"/>
                      </a:lnTo>
                      <a:lnTo>
                        <a:pt x="1212" y="120"/>
                      </a:lnTo>
                      <a:lnTo>
                        <a:pt x="1213" y="119"/>
                      </a:lnTo>
                      <a:lnTo>
                        <a:pt x="1215" y="117"/>
                      </a:lnTo>
                      <a:lnTo>
                        <a:pt x="1216" y="120"/>
                      </a:lnTo>
                      <a:lnTo>
                        <a:pt x="1218" y="123"/>
                      </a:lnTo>
                      <a:lnTo>
                        <a:pt x="1219" y="124"/>
                      </a:lnTo>
                      <a:lnTo>
                        <a:pt x="1220" y="127"/>
                      </a:lnTo>
                      <a:lnTo>
                        <a:pt x="1222" y="127"/>
                      </a:lnTo>
                      <a:lnTo>
                        <a:pt x="1223" y="129"/>
                      </a:lnTo>
                      <a:lnTo>
                        <a:pt x="1225" y="129"/>
                      </a:lnTo>
                      <a:lnTo>
                        <a:pt x="1226" y="129"/>
                      </a:lnTo>
                      <a:lnTo>
                        <a:pt x="1228" y="129"/>
                      </a:lnTo>
                      <a:lnTo>
                        <a:pt x="1229" y="131"/>
                      </a:lnTo>
                      <a:lnTo>
                        <a:pt x="1231" y="131"/>
                      </a:lnTo>
                      <a:lnTo>
                        <a:pt x="1232" y="131"/>
                      </a:lnTo>
                      <a:lnTo>
                        <a:pt x="1234" y="131"/>
                      </a:lnTo>
                      <a:lnTo>
                        <a:pt x="1235" y="130"/>
                      </a:lnTo>
                      <a:lnTo>
                        <a:pt x="1237" y="128"/>
                      </a:lnTo>
                      <a:lnTo>
                        <a:pt x="1238" y="128"/>
                      </a:lnTo>
                      <a:lnTo>
                        <a:pt x="1240" y="126"/>
                      </a:lnTo>
                      <a:lnTo>
                        <a:pt x="1241" y="127"/>
                      </a:lnTo>
                      <a:lnTo>
                        <a:pt x="1243" y="127"/>
                      </a:lnTo>
                      <a:lnTo>
                        <a:pt x="1244" y="125"/>
                      </a:lnTo>
                      <a:lnTo>
                        <a:pt x="1245" y="122"/>
                      </a:lnTo>
                      <a:lnTo>
                        <a:pt x="1247" y="124"/>
                      </a:lnTo>
                      <a:lnTo>
                        <a:pt x="1248" y="123"/>
                      </a:lnTo>
                      <a:lnTo>
                        <a:pt x="1250" y="121"/>
                      </a:lnTo>
                      <a:lnTo>
                        <a:pt x="1251" y="123"/>
                      </a:lnTo>
                      <a:lnTo>
                        <a:pt x="1253" y="123"/>
                      </a:lnTo>
                      <a:lnTo>
                        <a:pt x="1254" y="129"/>
                      </a:lnTo>
                      <a:lnTo>
                        <a:pt x="1256" y="129"/>
                      </a:lnTo>
                      <a:lnTo>
                        <a:pt x="1257" y="132"/>
                      </a:lnTo>
                      <a:lnTo>
                        <a:pt x="1259" y="131"/>
                      </a:lnTo>
                      <a:lnTo>
                        <a:pt x="1260" y="133"/>
                      </a:lnTo>
                      <a:lnTo>
                        <a:pt x="1262" y="132"/>
                      </a:lnTo>
                      <a:lnTo>
                        <a:pt x="1263" y="132"/>
                      </a:lnTo>
                      <a:lnTo>
                        <a:pt x="1265" y="133"/>
                      </a:lnTo>
                      <a:lnTo>
                        <a:pt x="1266" y="129"/>
                      </a:lnTo>
                      <a:lnTo>
                        <a:pt x="1268" y="128"/>
                      </a:lnTo>
                      <a:lnTo>
                        <a:pt x="1269" y="127"/>
                      </a:lnTo>
                      <a:lnTo>
                        <a:pt x="1270" y="125"/>
                      </a:lnTo>
                      <a:lnTo>
                        <a:pt x="1272" y="124"/>
                      </a:lnTo>
                      <a:lnTo>
                        <a:pt x="1273" y="124"/>
                      </a:lnTo>
                      <a:lnTo>
                        <a:pt x="1275" y="121"/>
                      </a:lnTo>
                      <a:lnTo>
                        <a:pt x="1276" y="122"/>
                      </a:lnTo>
                      <a:lnTo>
                        <a:pt x="1278" y="121"/>
                      </a:lnTo>
                      <a:lnTo>
                        <a:pt x="1279" y="120"/>
                      </a:lnTo>
                      <a:lnTo>
                        <a:pt x="1281" y="121"/>
                      </a:lnTo>
                      <a:lnTo>
                        <a:pt x="1282" y="120"/>
                      </a:lnTo>
                      <a:lnTo>
                        <a:pt x="1284" y="123"/>
                      </a:lnTo>
                      <a:lnTo>
                        <a:pt x="1285" y="121"/>
                      </a:lnTo>
                      <a:lnTo>
                        <a:pt x="1287" y="121"/>
                      </a:lnTo>
                      <a:lnTo>
                        <a:pt x="1288" y="119"/>
                      </a:lnTo>
                      <a:lnTo>
                        <a:pt x="1290" y="124"/>
                      </a:lnTo>
                      <a:lnTo>
                        <a:pt x="1291" y="123"/>
                      </a:lnTo>
                      <a:lnTo>
                        <a:pt x="1293" y="124"/>
                      </a:lnTo>
                      <a:lnTo>
                        <a:pt x="1294" y="126"/>
                      </a:lnTo>
                      <a:lnTo>
                        <a:pt x="1295" y="126"/>
                      </a:lnTo>
                      <a:lnTo>
                        <a:pt x="1297" y="124"/>
                      </a:lnTo>
                      <a:lnTo>
                        <a:pt x="1298" y="125"/>
                      </a:lnTo>
                      <a:lnTo>
                        <a:pt x="1300" y="126"/>
                      </a:lnTo>
                      <a:lnTo>
                        <a:pt x="1301" y="126"/>
                      </a:lnTo>
                      <a:lnTo>
                        <a:pt x="1303" y="124"/>
                      </a:lnTo>
                      <a:lnTo>
                        <a:pt x="1304" y="127"/>
                      </a:lnTo>
                      <a:lnTo>
                        <a:pt x="1306" y="129"/>
                      </a:lnTo>
                      <a:lnTo>
                        <a:pt x="1307" y="133"/>
                      </a:lnTo>
                      <a:lnTo>
                        <a:pt x="1309" y="132"/>
                      </a:lnTo>
                      <a:lnTo>
                        <a:pt x="1310" y="134"/>
                      </a:lnTo>
                      <a:lnTo>
                        <a:pt x="1312" y="135"/>
                      </a:lnTo>
                      <a:lnTo>
                        <a:pt x="1313" y="131"/>
                      </a:lnTo>
                      <a:lnTo>
                        <a:pt x="1315" y="133"/>
                      </a:lnTo>
                      <a:lnTo>
                        <a:pt x="1316" y="129"/>
                      </a:lnTo>
                      <a:lnTo>
                        <a:pt x="1318" y="126"/>
                      </a:lnTo>
                      <a:lnTo>
                        <a:pt x="1319" y="126"/>
                      </a:lnTo>
                      <a:lnTo>
                        <a:pt x="1320" y="126"/>
                      </a:lnTo>
                      <a:lnTo>
                        <a:pt x="1322" y="124"/>
                      </a:lnTo>
                      <a:lnTo>
                        <a:pt x="1323" y="122"/>
                      </a:lnTo>
                      <a:lnTo>
                        <a:pt x="1325" y="124"/>
                      </a:lnTo>
                      <a:lnTo>
                        <a:pt x="1326" y="124"/>
                      </a:lnTo>
                      <a:lnTo>
                        <a:pt x="1328" y="128"/>
                      </a:lnTo>
                      <a:lnTo>
                        <a:pt x="1329" y="130"/>
                      </a:lnTo>
                      <a:lnTo>
                        <a:pt x="1331" y="132"/>
                      </a:lnTo>
                      <a:lnTo>
                        <a:pt x="1332" y="136"/>
                      </a:lnTo>
                      <a:lnTo>
                        <a:pt x="1334" y="135"/>
                      </a:lnTo>
                      <a:lnTo>
                        <a:pt x="1335" y="139"/>
                      </a:lnTo>
                      <a:lnTo>
                        <a:pt x="1337" y="137"/>
                      </a:lnTo>
                      <a:lnTo>
                        <a:pt x="1338" y="134"/>
                      </a:lnTo>
                      <a:lnTo>
                        <a:pt x="1340" y="133"/>
                      </a:lnTo>
                      <a:lnTo>
                        <a:pt x="1341" y="132"/>
                      </a:lnTo>
                      <a:lnTo>
                        <a:pt x="1343" y="130"/>
                      </a:lnTo>
                      <a:lnTo>
                        <a:pt x="1344" y="131"/>
                      </a:lnTo>
                      <a:lnTo>
                        <a:pt x="1345" y="131"/>
                      </a:lnTo>
                      <a:lnTo>
                        <a:pt x="1347" y="132"/>
                      </a:lnTo>
                      <a:lnTo>
                        <a:pt x="1348" y="131"/>
                      </a:lnTo>
                      <a:lnTo>
                        <a:pt x="1350" y="130"/>
                      </a:lnTo>
                      <a:lnTo>
                        <a:pt x="1351" y="130"/>
                      </a:lnTo>
                      <a:lnTo>
                        <a:pt x="1353" y="133"/>
                      </a:lnTo>
                      <a:lnTo>
                        <a:pt x="1354" y="132"/>
                      </a:lnTo>
                      <a:lnTo>
                        <a:pt x="1356" y="131"/>
                      </a:lnTo>
                      <a:lnTo>
                        <a:pt x="1357" y="130"/>
                      </a:lnTo>
                      <a:lnTo>
                        <a:pt x="1359" y="130"/>
                      </a:lnTo>
                      <a:lnTo>
                        <a:pt x="1360" y="130"/>
                      </a:lnTo>
                      <a:lnTo>
                        <a:pt x="1362" y="130"/>
                      </a:lnTo>
                      <a:lnTo>
                        <a:pt x="1363" y="131"/>
                      </a:lnTo>
                      <a:lnTo>
                        <a:pt x="1365" y="130"/>
                      </a:lnTo>
                      <a:lnTo>
                        <a:pt x="1366" y="128"/>
                      </a:lnTo>
                      <a:lnTo>
                        <a:pt x="1368" y="131"/>
                      </a:lnTo>
                      <a:lnTo>
                        <a:pt x="1369" y="134"/>
                      </a:lnTo>
                      <a:lnTo>
                        <a:pt x="1370" y="134"/>
                      </a:lnTo>
                      <a:lnTo>
                        <a:pt x="1372" y="132"/>
                      </a:lnTo>
                      <a:lnTo>
                        <a:pt x="1373" y="131"/>
                      </a:lnTo>
                      <a:lnTo>
                        <a:pt x="1375" y="129"/>
                      </a:lnTo>
                      <a:lnTo>
                        <a:pt x="1376" y="130"/>
                      </a:lnTo>
                    </a:path>
                  </a:pathLst>
                </a:custGeom>
                <a:noFill/>
                <a:ln cap="flat" cmpd="sng" w="25400">
                  <a:solidFill>
                    <a:srgbClr val="228B2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9" name="Google Shape;1159;p19"/>
                <p:cNvSpPr/>
                <p:nvPr/>
              </p:nvSpPr>
              <p:spPr>
                <a:xfrm flipH="1" rot="10800000">
                  <a:off x="1125538" y="1924050"/>
                  <a:ext cx="3638550" cy="473075"/>
                </a:xfrm>
                <a:custGeom>
                  <a:rect b="b" l="l" r="r" t="t"/>
                  <a:pathLst>
                    <a:path extrusionOk="0" h="215" w="1377">
                      <a:moveTo>
                        <a:pt x="0" y="92"/>
                      </a:moveTo>
                      <a:lnTo>
                        <a:pt x="1" y="122"/>
                      </a:lnTo>
                      <a:lnTo>
                        <a:pt x="3" y="124"/>
                      </a:lnTo>
                      <a:lnTo>
                        <a:pt x="4" y="122"/>
                      </a:lnTo>
                      <a:lnTo>
                        <a:pt x="6" y="122"/>
                      </a:lnTo>
                      <a:lnTo>
                        <a:pt x="7" y="120"/>
                      </a:lnTo>
                      <a:lnTo>
                        <a:pt x="9" y="120"/>
                      </a:lnTo>
                      <a:lnTo>
                        <a:pt x="10" y="120"/>
                      </a:lnTo>
                      <a:lnTo>
                        <a:pt x="11" y="117"/>
                      </a:lnTo>
                      <a:lnTo>
                        <a:pt x="13" y="118"/>
                      </a:lnTo>
                      <a:lnTo>
                        <a:pt x="14" y="118"/>
                      </a:lnTo>
                      <a:lnTo>
                        <a:pt x="16" y="119"/>
                      </a:lnTo>
                      <a:lnTo>
                        <a:pt x="17" y="121"/>
                      </a:lnTo>
                      <a:lnTo>
                        <a:pt x="19" y="118"/>
                      </a:lnTo>
                      <a:lnTo>
                        <a:pt x="20" y="120"/>
                      </a:lnTo>
                      <a:lnTo>
                        <a:pt x="22" y="122"/>
                      </a:lnTo>
                      <a:lnTo>
                        <a:pt x="23" y="122"/>
                      </a:lnTo>
                      <a:lnTo>
                        <a:pt x="25" y="118"/>
                      </a:lnTo>
                      <a:lnTo>
                        <a:pt x="26" y="119"/>
                      </a:lnTo>
                      <a:lnTo>
                        <a:pt x="28" y="118"/>
                      </a:lnTo>
                      <a:lnTo>
                        <a:pt x="29" y="118"/>
                      </a:lnTo>
                      <a:lnTo>
                        <a:pt x="31" y="123"/>
                      </a:lnTo>
                      <a:lnTo>
                        <a:pt x="32" y="124"/>
                      </a:lnTo>
                      <a:lnTo>
                        <a:pt x="34" y="124"/>
                      </a:lnTo>
                      <a:lnTo>
                        <a:pt x="35" y="124"/>
                      </a:lnTo>
                      <a:lnTo>
                        <a:pt x="36" y="122"/>
                      </a:lnTo>
                      <a:lnTo>
                        <a:pt x="38" y="124"/>
                      </a:lnTo>
                      <a:lnTo>
                        <a:pt x="39" y="127"/>
                      </a:lnTo>
                      <a:lnTo>
                        <a:pt x="41" y="129"/>
                      </a:lnTo>
                      <a:lnTo>
                        <a:pt x="42" y="133"/>
                      </a:lnTo>
                      <a:lnTo>
                        <a:pt x="44" y="132"/>
                      </a:lnTo>
                      <a:lnTo>
                        <a:pt x="45" y="135"/>
                      </a:lnTo>
                      <a:lnTo>
                        <a:pt x="47" y="134"/>
                      </a:lnTo>
                      <a:lnTo>
                        <a:pt x="48" y="132"/>
                      </a:lnTo>
                      <a:lnTo>
                        <a:pt x="50" y="131"/>
                      </a:lnTo>
                      <a:lnTo>
                        <a:pt x="51" y="130"/>
                      </a:lnTo>
                      <a:lnTo>
                        <a:pt x="53" y="125"/>
                      </a:lnTo>
                      <a:lnTo>
                        <a:pt x="54" y="123"/>
                      </a:lnTo>
                      <a:lnTo>
                        <a:pt x="56" y="122"/>
                      </a:lnTo>
                      <a:lnTo>
                        <a:pt x="57" y="122"/>
                      </a:lnTo>
                      <a:lnTo>
                        <a:pt x="59" y="120"/>
                      </a:lnTo>
                      <a:lnTo>
                        <a:pt x="60" y="121"/>
                      </a:lnTo>
                      <a:lnTo>
                        <a:pt x="61" y="124"/>
                      </a:lnTo>
                      <a:lnTo>
                        <a:pt x="63" y="127"/>
                      </a:lnTo>
                      <a:lnTo>
                        <a:pt x="64" y="126"/>
                      </a:lnTo>
                      <a:lnTo>
                        <a:pt x="66" y="125"/>
                      </a:lnTo>
                      <a:lnTo>
                        <a:pt x="67" y="126"/>
                      </a:lnTo>
                      <a:lnTo>
                        <a:pt x="69" y="125"/>
                      </a:lnTo>
                      <a:lnTo>
                        <a:pt x="70" y="124"/>
                      </a:lnTo>
                      <a:lnTo>
                        <a:pt x="72" y="126"/>
                      </a:lnTo>
                      <a:lnTo>
                        <a:pt x="73" y="126"/>
                      </a:lnTo>
                      <a:lnTo>
                        <a:pt x="75" y="129"/>
                      </a:lnTo>
                      <a:lnTo>
                        <a:pt x="76" y="132"/>
                      </a:lnTo>
                      <a:lnTo>
                        <a:pt x="78" y="130"/>
                      </a:lnTo>
                      <a:lnTo>
                        <a:pt x="79" y="133"/>
                      </a:lnTo>
                      <a:lnTo>
                        <a:pt x="81" y="134"/>
                      </a:lnTo>
                      <a:lnTo>
                        <a:pt x="82" y="134"/>
                      </a:lnTo>
                      <a:lnTo>
                        <a:pt x="84" y="133"/>
                      </a:lnTo>
                      <a:lnTo>
                        <a:pt x="85" y="136"/>
                      </a:lnTo>
                      <a:lnTo>
                        <a:pt x="86" y="133"/>
                      </a:lnTo>
                      <a:lnTo>
                        <a:pt x="88" y="130"/>
                      </a:lnTo>
                      <a:lnTo>
                        <a:pt x="89" y="129"/>
                      </a:lnTo>
                      <a:lnTo>
                        <a:pt x="91" y="129"/>
                      </a:lnTo>
                      <a:lnTo>
                        <a:pt x="92" y="131"/>
                      </a:lnTo>
                      <a:lnTo>
                        <a:pt x="94" y="132"/>
                      </a:lnTo>
                      <a:lnTo>
                        <a:pt x="95" y="129"/>
                      </a:lnTo>
                      <a:lnTo>
                        <a:pt x="97" y="129"/>
                      </a:lnTo>
                      <a:lnTo>
                        <a:pt x="98" y="127"/>
                      </a:lnTo>
                      <a:lnTo>
                        <a:pt x="100" y="126"/>
                      </a:lnTo>
                      <a:lnTo>
                        <a:pt x="101" y="126"/>
                      </a:lnTo>
                      <a:lnTo>
                        <a:pt x="103" y="124"/>
                      </a:lnTo>
                      <a:lnTo>
                        <a:pt x="104" y="125"/>
                      </a:lnTo>
                      <a:lnTo>
                        <a:pt x="106" y="126"/>
                      </a:lnTo>
                      <a:lnTo>
                        <a:pt x="107" y="128"/>
                      </a:lnTo>
                      <a:lnTo>
                        <a:pt x="109" y="129"/>
                      </a:lnTo>
                      <a:lnTo>
                        <a:pt x="110" y="138"/>
                      </a:lnTo>
                      <a:lnTo>
                        <a:pt x="111" y="135"/>
                      </a:lnTo>
                      <a:lnTo>
                        <a:pt x="113" y="148"/>
                      </a:lnTo>
                      <a:lnTo>
                        <a:pt x="114" y="31"/>
                      </a:lnTo>
                      <a:lnTo>
                        <a:pt x="116" y="123"/>
                      </a:lnTo>
                      <a:lnTo>
                        <a:pt x="117" y="137"/>
                      </a:lnTo>
                      <a:lnTo>
                        <a:pt x="119" y="137"/>
                      </a:lnTo>
                      <a:lnTo>
                        <a:pt x="120" y="141"/>
                      </a:lnTo>
                      <a:lnTo>
                        <a:pt x="122" y="143"/>
                      </a:lnTo>
                      <a:lnTo>
                        <a:pt x="123" y="142"/>
                      </a:lnTo>
                      <a:lnTo>
                        <a:pt x="125" y="145"/>
                      </a:lnTo>
                      <a:lnTo>
                        <a:pt x="126" y="146"/>
                      </a:lnTo>
                      <a:lnTo>
                        <a:pt x="128" y="147"/>
                      </a:lnTo>
                      <a:lnTo>
                        <a:pt x="129" y="146"/>
                      </a:lnTo>
                      <a:lnTo>
                        <a:pt x="131" y="145"/>
                      </a:lnTo>
                      <a:lnTo>
                        <a:pt x="132" y="145"/>
                      </a:lnTo>
                      <a:lnTo>
                        <a:pt x="134" y="145"/>
                      </a:lnTo>
                      <a:lnTo>
                        <a:pt x="135" y="141"/>
                      </a:lnTo>
                      <a:lnTo>
                        <a:pt x="136" y="142"/>
                      </a:lnTo>
                      <a:lnTo>
                        <a:pt x="138" y="143"/>
                      </a:lnTo>
                      <a:lnTo>
                        <a:pt x="139" y="144"/>
                      </a:lnTo>
                      <a:lnTo>
                        <a:pt x="141" y="145"/>
                      </a:lnTo>
                      <a:lnTo>
                        <a:pt x="142" y="147"/>
                      </a:lnTo>
                      <a:lnTo>
                        <a:pt x="144" y="151"/>
                      </a:lnTo>
                      <a:lnTo>
                        <a:pt x="145" y="154"/>
                      </a:lnTo>
                      <a:lnTo>
                        <a:pt x="147" y="153"/>
                      </a:lnTo>
                      <a:lnTo>
                        <a:pt x="148" y="153"/>
                      </a:lnTo>
                      <a:lnTo>
                        <a:pt x="150" y="149"/>
                      </a:lnTo>
                      <a:lnTo>
                        <a:pt x="151" y="151"/>
                      </a:lnTo>
                      <a:lnTo>
                        <a:pt x="153" y="153"/>
                      </a:lnTo>
                      <a:lnTo>
                        <a:pt x="154" y="151"/>
                      </a:lnTo>
                      <a:lnTo>
                        <a:pt x="156" y="151"/>
                      </a:lnTo>
                      <a:lnTo>
                        <a:pt x="157" y="152"/>
                      </a:lnTo>
                      <a:lnTo>
                        <a:pt x="159" y="155"/>
                      </a:lnTo>
                      <a:lnTo>
                        <a:pt x="160" y="159"/>
                      </a:lnTo>
                      <a:lnTo>
                        <a:pt x="161" y="158"/>
                      </a:lnTo>
                      <a:lnTo>
                        <a:pt x="163" y="157"/>
                      </a:lnTo>
                      <a:lnTo>
                        <a:pt x="164" y="160"/>
                      </a:lnTo>
                      <a:lnTo>
                        <a:pt x="166" y="157"/>
                      </a:lnTo>
                      <a:lnTo>
                        <a:pt x="167" y="158"/>
                      </a:lnTo>
                      <a:lnTo>
                        <a:pt x="169" y="157"/>
                      </a:lnTo>
                      <a:lnTo>
                        <a:pt x="170" y="153"/>
                      </a:lnTo>
                      <a:lnTo>
                        <a:pt x="172" y="150"/>
                      </a:lnTo>
                      <a:lnTo>
                        <a:pt x="173" y="150"/>
                      </a:lnTo>
                      <a:lnTo>
                        <a:pt x="175" y="148"/>
                      </a:lnTo>
                      <a:lnTo>
                        <a:pt x="176" y="151"/>
                      </a:lnTo>
                      <a:lnTo>
                        <a:pt x="178" y="153"/>
                      </a:lnTo>
                      <a:lnTo>
                        <a:pt x="179" y="155"/>
                      </a:lnTo>
                      <a:lnTo>
                        <a:pt x="181" y="154"/>
                      </a:lnTo>
                      <a:lnTo>
                        <a:pt x="182" y="157"/>
                      </a:lnTo>
                      <a:lnTo>
                        <a:pt x="184" y="156"/>
                      </a:lnTo>
                      <a:lnTo>
                        <a:pt x="185" y="157"/>
                      </a:lnTo>
                      <a:lnTo>
                        <a:pt x="186" y="154"/>
                      </a:lnTo>
                      <a:lnTo>
                        <a:pt x="188" y="155"/>
                      </a:lnTo>
                      <a:lnTo>
                        <a:pt x="189" y="156"/>
                      </a:lnTo>
                      <a:lnTo>
                        <a:pt x="191" y="158"/>
                      </a:lnTo>
                      <a:lnTo>
                        <a:pt x="192" y="155"/>
                      </a:lnTo>
                      <a:lnTo>
                        <a:pt x="194" y="153"/>
                      </a:lnTo>
                      <a:lnTo>
                        <a:pt x="195" y="152"/>
                      </a:lnTo>
                      <a:lnTo>
                        <a:pt x="197" y="150"/>
                      </a:lnTo>
                      <a:lnTo>
                        <a:pt x="198" y="147"/>
                      </a:lnTo>
                      <a:lnTo>
                        <a:pt x="200" y="145"/>
                      </a:lnTo>
                      <a:lnTo>
                        <a:pt x="201" y="144"/>
                      </a:lnTo>
                      <a:lnTo>
                        <a:pt x="203" y="146"/>
                      </a:lnTo>
                      <a:lnTo>
                        <a:pt x="204" y="144"/>
                      </a:lnTo>
                      <a:lnTo>
                        <a:pt x="206" y="146"/>
                      </a:lnTo>
                      <a:lnTo>
                        <a:pt x="207" y="148"/>
                      </a:lnTo>
                      <a:lnTo>
                        <a:pt x="209" y="148"/>
                      </a:lnTo>
                      <a:lnTo>
                        <a:pt x="210" y="150"/>
                      </a:lnTo>
                      <a:lnTo>
                        <a:pt x="211" y="150"/>
                      </a:lnTo>
                      <a:lnTo>
                        <a:pt x="213" y="151"/>
                      </a:lnTo>
                      <a:lnTo>
                        <a:pt x="214" y="154"/>
                      </a:lnTo>
                      <a:lnTo>
                        <a:pt x="216" y="155"/>
                      </a:lnTo>
                      <a:lnTo>
                        <a:pt x="217" y="154"/>
                      </a:lnTo>
                      <a:lnTo>
                        <a:pt x="219" y="157"/>
                      </a:lnTo>
                      <a:lnTo>
                        <a:pt x="220" y="157"/>
                      </a:lnTo>
                      <a:lnTo>
                        <a:pt x="222" y="160"/>
                      </a:lnTo>
                      <a:lnTo>
                        <a:pt x="223" y="158"/>
                      </a:lnTo>
                      <a:lnTo>
                        <a:pt x="225" y="158"/>
                      </a:lnTo>
                      <a:lnTo>
                        <a:pt x="226" y="157"/>
                      </a:lnTo>
                      <a:lnTo>
                        <a:pt x="228" y="157"/>
                      </a:lnTo>
                      <a:lnTo>
                        <a:pt x="229" y="155"/>
                      </a:lnTo>
                      <a:lnTo>
                        <a:pt x="231" y="153"/>
                      </a:lnTo>
                      <a:lnTo>
                        <a:pt x="232" y="152"/>
                      </a:lnTo>
                      <a:lnTo>
                        <a:pt x="234" y="155"/>
                      </a:lnTo>
                      <a:lnTo>
                        <a:pt x="235" y="154"/>
                      </a:lnTo>
                      <a:lnTo>
                        <a:pt x="237" y="155"/>
                      </a:lnTo>
                      <a:lnTo>
                        <a:pt x="238" y="155"/>
                      </a:lnTo>
                      <a:lnTo>
                        <a:pt x="239" y="155"/>
                      </a:lnTo>
                      <a:lnTo>
                        <a:pt x="241" y="155"/>
                      </a:lnTo>
                      <a:lnTo>
                        <a:pt x="242" y="156"/>
                      </a:lnTo>
                      <a:lnTo>
                        <a:pt x="244" y="155"/>
                      </a:lnTo>
                      <a:lnTo>
                        <a:pt x="245" y="156"/>
                      </a:lnTo>
                      <a:lnTo>
                        <a:pt x="247" y="155"/>
                      </a:lnTo>
                      <a:lnTo>
                        <a:pt x="248" y="159"/>
                      </a:lnTo>
                      <a:lnTo>
                        <a:pt x="250" y="157"/>
                      </a:lnTo>
                      <a:lnTo>
                        <a:pt x="251" y="159"/>
                      </a:lnTo>
                      <a:lnTo>
                        <a:pt x="253" y="158"/>
                      </a:lnTo>
                      <a:lnTo>
                        <a:pt x="254" y="159"/>
                      </a:lnTo>
                      <a:lnTo>
                        <a:pt x="256" y="156"/>
                      </a:lnTo>
                      <a:lnTo>
                        <a:pt x="257" y="154"/>
                      </a:lnTo>
                      <a:lnTo>
                        <a:pt x="259" y="152"/>
                      </a:lnTo>
                      <a:lnTo>
                        <a:pt x="260" y="153"/>
                      </a:lnTo>
                      <a:lnTo>
                        <a:pt x="262" y="153"/>
                      </a:lnTo>
                      <a:lnTo>
                        <a:pt x="263" y="150"/>
                      </a:lnTo>
                      <a:lnTo>
                        <a:pt x="264" y="153"/>
                      </a:lnTo>
                      <a:lnTo>
                        <a:pt x="266" y="154"/>
                      </a:lnTo>
                      <a:lnTo>
                        <a:pt x="267" y="154"/>
                      </a:lnTo>
                      <a:lnTo>
                        <a:pt x="269" y="154"/>
                      </a:lnTo>
                      <a:lnTo>
                        <a:pt x="270" y="156"/>
                      </a:lnTo>
                      <a:lnTo>
                        <a:pt x="272" y="157"/>
                      </a:lnTo>
                      <a:lnTo>
                        <a:pt x="273" y="157"/>
                      </a:lnTo>
                      <a:lnTo>
                        <a:pt x="275" y="156"/>
                      </a:lnTo>
                      <a:lnTo>
                        <a:pt x="276" y="161"/>
                      </a:lnTo>
                      <a:lnTo>
                        <a:pt x="278" y="162"/>
                      </a:lnTo>
                      <a:lnTo>
                        <a:pt x="279" y="161"/>
                      </a:lnTo>
                      <a:lnTo>
                        <a:pt x="281" y="160"/>
                      </a:lnTo>
                      <a:lnTo>
                        <a:pt x="282" y="161"/>
                      </a:lnTo>
                      <a:lnTo>
                        <a:pt x="284" y="162"/>
                      </a:lnTo>
                      <a:lnTo>
                        <a:pt x="285" y="161"/>
                      </a:lnTo>
                      <a:lnTo>
                        <a:pt x="287" y="157"/>
                      </a:lnTo>
                      <a:lnTo>
                        <a:pt x="288" y="160"/>
                      </a:lnTo>
                      <a:lnTo>
                        <a:pt x="289" y="157"/>
                      </a:lnTo>
                      <a:lnTo>
                        <a:pt x="291" y="158"/>
                      </a:lnTo>
                      <a:lnTo>
                        <a:pt x="292" y="154"/>
                      </a:lnTo>
                      <a:lnTo>
                        <a:pt x="294" y="151"/>
                      </a:lnTo>
                      <a:lnTo>
                        <a:pt x="295" y="153"/>
                      </a:lnTo>
                      <a:lnTo>
                        <a:pt x="297" y="152"/>
                      </a:lnTo>
                      <a:lnTo>
                        <a:pt x="298" y="152"/>
                      </a:lnTo>
                      <a:lnTo>
                        <a:pt x="300" y="151"/>
                      </a:lnTo>
                      <a:lnTo>
                        <a:pt x="301" y="151"/>
                      </a:lnTo>
                      <a:lnTo>
                        <a:pt x="303" y="153"/>
                      </a:lnTo>
                      <a:lnTo>
                        <a:pt x="304" y="154"/>
                      </a:lnTo>
                      <a:lnTo>
                        <a:pt x="306" y="155"/>
                      </a:lnTo>
                      <a:lnTo>
                        <a:pt x="307" y="152"/>
                      </a:lnTo>
                      <a:lnTo>
                        <a:pt x="309" y="153"/>
                      </a:lnTo>
                      <a:lnTo>
                        <a:pt x="310" y="154"/>
                      </a:lnTo>
                      <a:lnTo>
                        <a:pt x="312" y="154"/>
                      </a:lnTo>
                      <a:lnTo>
                        <a:pt x="313" y="154"/>
                      </a:lnTo>
                      <a:lnTo>
                        <a:pt x="314" y="152"/>
                      </a:lnTo>
                      <a:lnTo>
                        <a:pt x="316" y="155"/>
                      </a:lnTo>
                      <a:lnTo>
                        <a:pt x="317" y="155"/>
                      </a:lnTo>
                      <a:lnTo>
                        <a:pt x="319" y="155"/>
                      </a:lnTo>
                      <a:lnTo>
                        <a:pt x="320" y="157"/>
                      </a:lnTo>
                      <a:lnTo>
                        <a:pt x="322" y="156"/>
                      </a:lnTo>
                      <a:lnTo>
                        <a:pt x="323" y="158"/>
                      </a:lnTo>
                      <a:lnTo>
                        <a:pt x="325" y="160"/>
                      </a:lnTo>
                      <a:lnTo>
                        <a:pt x="326" y="158"/>
                      </a:lnTo>
                      <a:lnTo>
                        <a:pt x="328" y="158"/>
                      </a:lnTo>
                      <a:lnTo>
                        <a:pt x="329" y="160"/>
                      </a:lnTo>
                      <a:lnTo>
                        <a:pt x="331" y="161"/>
                      </a:lnTo>
                      <a:lnTo>
                        <a:pt x="332" y="163"/>
                      </a:lnTo>
                      <a:lnTo>
                        <a:pt x="334" y="161"/>
                      </a:lnTo>
                      <a:lnTo>
                        <a:pt x="335" y="162"/>
                      </a:lnTo>
                      <a:lnTo>
                        <a:pt x="337" y="161"/>
                      </a:lnTo>
                      <a:lnTo>
                        <a:pt x="338" y="162"/>
                      </a:lnTo>
                      <a:lnTo>
                        <a:pt x="339" y="159"/>
                      </a:lnTo>
                      <a:lnTo>
                        <a:pt x="341" y="157"/>
                      </a:lnTo>
                      <a:lnTo>
                        <a:pt x="342" y="155"/>
                      </a:lnTo>
                      <a:lnTo>
                        <a:pt x="344" y="152"/>
                      </a:lnTo>
                      <a:lnTo>
                        <a:pt x="345" y="150"/>
                      </a:lnTo>
                      <a:lnTo>
                        <a:pt x="347" y="149"/>
                      </a:lnTo>
                      <a:lnTo>
                        <a:pt x="348" y="148"/>
                      </a:lnTo>
                      <a:lnTo>
                        <a:pt x="350" y="148"/>
                      </a:lnTo>
                      <a:lnTo>
                        <a:pt x="351" y="150"/>
                      </a:lnTo>
                      <a:lnTo>
                        <a:pt x="353" y="152"/>
                      </a:lnTo>
                      <a:lnTo>
                        <a:pt x="354" y="153"/>
                      </a:lnTo>
                      <a:lnTo>
                        <a:pt x="356" y="153"/>
                      </a:lnTo>
                      <a:lnTo>
                        <a:pt x="357" y="151"/>
                      </a:lnTo>
                      <a:lnTo>
                        <a:pt x="359" y="152"/>
                      </a:lnTo>
                      <a:lnTo>
                        <a:pt x="360" y="148"/>
                      </a:lnTo>
                      <a:lnTo>
                        <a:pt x="362" y="148"/>
                      </a:lnTo>
                      <a:lnTo>
                        <a:pt x="363" y="149"/>
                      </a:lnTo>
                      <a:lnTo>
                        <a:pt x="364" y="151"/>
                      </a:lnTo>
                      <a:lnTo>
                        <a:pt x="366" y="154"/>
                      </a:lnTo>
                      <a:lnTo>
                        <a:pt x="367" y="156"/>
                      </a:lnTo>
                      <a:lnTo>
                        <a:pt x="369" y="157"/>
                      </a:lnTo>
                      <a:lnTo>
                        <a:pt x="370" y="161"/>
                      </a:lnTo>
                      <a:lnTo>
                        <a:pt x="372" y="162"/>
                      </a:lnTo>
                      <a:lnTo>
                        <a:pt x="373" y="162"/>
                      </a:lnTo>
                      <a:lnTo>
                        <a:pt x="375" y="159"/>
                      </a:lnTo>
                      <a:lnTo>
                        <a:pt x="376" y="158"/>
                      </a:lnTo>
                      <a:lnTo>
                        <a:pt x="378" y="159"/>
                      </a:lnTo>
                      <a:lnTo>
                        <a:pt x="379" y="155"/>
                      </a:lnTo>
                      <a:lnTo>
                        <a:pt x="381" y="157"/>
                      </a:lnTo>
                      <a:lnTo>
                        <a:pt x="382" y="157"/>
                      </a:lnTo>
                      <a:lnTo>
                        <a:pt x="384" y="159"/>
                      </a:lnTo>
                      <a:lnTo>
                        <a:pt x="385" y="163"/>
                      </a:lnTo>
                      <a:lnTo>
                        <a:pt x="387" y="162"/>
                      </a:lnTo>
                      <a:lnTo>
                        <a:pt x="388" y="161"/>
                      </a:lnTo>
                      <a:lnTo>
                        <a:pt x="389" y="162"/>
                      </a:lnTo>
                      <a:lnTo>
                        <a:pt x="391" y="163"/>
                      </a:lnTo>
                      <a:lnTo>
                        <a:pt x="392" y="158"/>
                      </a:lnTo>
                      <a:lnTo>
                        <a:pt x="394" y="161"/>
                      </a:lnTo>
                      <a:lnTo>
                        <a:pt x="395" y="160"/>
                      </a:lnTo>
                      <a:lnTo>
                        <a:pt x="397" y="160"/>
                      </a:lnTo>
                      <a:lnTo>
                        <a:pt x="398" y="159"/>
                      </a:lnTo>
                      <a:lnTo>
                        <a:pt x="400" y="158"/>
                      </a:lnTo>
                      <a:lnTo>
                        <a:pt x="401" y="157"/>
                      </a:lnTo>
                      <a:lnTo>
                        <a:pt x="403" y="153"/>
                      </a:lnTo>
                      <a:lnTo>
                        <a:pt x="404" y="151"/>
                      </a:lnTo>
                      <a:lnTo>
                        <a:pt x="406" y="145"/>
                      </a:lnTo>
                      <a:lnTo>
                        <a:pt x="407" y="0"/>
                      </a:lnTo>
                      <a:lnTo>
                        <a:pt x="409" y="146"/>
                      </a:lnTo>
                      <a:lnTo>
                        <a:pt x="410" y="138"/>
                      </a:lnTo>
                      <a:lnTo>
                        <a:pt x="412" y="140"/>
                      </a:lnTo>
                      <a:lnTo>
                        <a:pt x="413" y="139"/>
                      </a:lnTo>
                      <a:lnTo>
                        <a:pt x="414" y="141"/>
                      </a:lnTo>
                      <a:lnTo>
                        <a:pt x="416" y="140"/>
                      </a:lnTo>
                      <a:lnTo>
                        <a:pt x="417" y="140"/>
                      </a:lnTo>
                      <a:lnTo>
                        <a:pt x="419" y="139"/>
                      </a:lnTo>
                      <a:lnTo>
                        <a:pt x="420" y="143"/>
                      </a:lnTo>
                      <a:lnTo>
                        <a:pt x="422" y="140"/>
                      </a:lnTo>
                      <a:lnTo>
                        <a:pt x="423" y="141"/>
                      </a:lnTo>
                      <a:lnTo>
                        <a:pt x="425" y="143"/>
                      </a:lnTo>
                      <a:lnTo>
                        <a:pt x="426" y="138"/>
                      </a:lnTo>
                      <a:lnTo>
                        <a:pt x="428" y="138"/>
                      </a:lnTo>
                      <a:lnTo>
                        <a:pt x="429" y="137"/>
                      </a:lnTo>
                      <a:lnTo>
                        <a:pt x="431" y="136"/>
                      </a:lnTo>
                      <a:lnTo>
                        <a:pt x="432" y="136"/>
                      </a:lnTo>
                      <a:lnTo>
                        <a:pt x="434" y="133"/>
                      </a:lnTo>
                      <a:lnTo>
                        <a:pt x="435" y="135"/>
                      </a:lnTo>
                      <a:lnTo>
                        <a:pt x="437" y="136"/>
                      </a:lnTo>
                      <a:lnTo>
                        <a:pt x="438" y="137"/>
                      </a:lnTo>
                      <a:lnTo>
                        <a:pt x="440" y="136"/>
                      </a:lnTo>
                      <a:lnTo>
                        <a:pt x="441" y="135"/>
                      </a:lnTo>
                      <a:lnTo>
                        <a:pt x="442" y="137"/>
                      </a:lnTo>
                      <a:lnTo>
                        <a:pt x="444" y="143"/>
                      </a:lnTo>
                      <a:lnTo>
                        <a:pt x="445" y="143"/>
                      </a:lnTo>
                      <a:lnTo>
                        <a:pt x="447" y="145"/>
                      </a:lnTo>
                      <a:lnTo>
                        <a:pt x="448" y="148"/>
                      </a:lnTo>
                      <a:lnTo>
                        <a:pt x="450" y="148"/>
                      </a:lnTo>
                      <a:lnTo>
                        <a:pt x="451" y="146"/>
                      </a:lnTo>
                      <a:lnTo>
                        <a:pt x="453" y="145"/>
                      </a:lnTo>
                      <a:lnTo>
                        <a:pt x="454" y="145"/>
                      </a:lnTo>
                      <a:lnTo>
                        <a:pt x="456" y="141"/>
                      </a:lnTo>
                      <a:lnTo>
                        <a:pt x="457" y="137"/>
                      </a:lnTo>
                      <a:lnTo>
                        <a:pt x="459" y="137"/>
                      </a:lnTo>
                      <a:lnTo>
                        <a:pt x="460" y="137"/>
                      </a:lnTo>
                      <a:lnTo>
                        <a:pt x="462" y="134"/>
                      </a:lnTo>
                      <a:lnTo>
                        <a:pt x="463" y="134"/>
                      </a:lnTo>
                      <a:lnTo>
                        <a:pt x="465" y="134"/>
                      </a:lnTo>
                      <a:lnTo>
                        <a:pt x="466" y="136"/>
                      </a:lnTo>
                      <a:lnTo>
                        <a:pt x="467" y="139"/>
                      </a:lnTo>
                      <a:lnTo>
                        <a:pt x="469" y="137"/>
                      </a:lnTo>
                      <a:lnTo>
                        <a:pt x="470" y="138"/>
                      </a:lnTo>
                      <a:lnTo>
                        <a:pt x="472" y="137"/>
                      </a:lnTo>
                      <a:lnTo>
                        <a:pt x="473" y="137"/>
                      </a:lnTo>
                      <a:lnTo>
                        <a:pt x="475" y="136"/>
                      </a:lnTo>
                      <a:lnTo>
                        <a:pt x="476" y="134"/>
                      </a:lnTo>
                      <a:lnTo>
                        <a:pt x="478" y="133"/>
                      </a:lnTo>
                      <a:lnTo>
                        <a:pt x="479" y="134"/>
                      </a:lnTo>
                      <a:lnTo>
                        <a:pt x="481" y="136"/>
                      </a:lnTo>
                      <a:lnTo>
                        <a:pt x="482" y="134"/>
                      </a:lnTo>
                      <a:lnTo>
                        <a:pt x="484" y="133"/>
                      </a:lnTo>
                      <a:lnTo>
                        <a:pt x="485" y="136"/>
                      </a:lnTo>
                      <a:lnTo>
                        <a:pt x="487" y="135"/>
                      </a:lnTo>
                      <a:lnTo>
                        <a:pt x="488" y="137"/>
                      </a:lnTo>
                      <a:lnTo>
                        <a:pt x="490" y="135"/>
                      </a:lnTo>
                      <a:lnTo>
                        <a:pt x="491" y="140"/>
                      </a:lnTo>
                      <a:lnTo>
                        <a:pt x="492" y="138"/>
                      </a:lnTo>
                      <a:lnTo>
                        <a:pt x="494" y="139"/>
                      </a:lnTo>
                      <a:lnTo>
                        <a:pt x="495" y="138"/>
                      </a:lnTo>
                      <a:lnTo>
                        <a:pt x="497" y="137"/>
                      </a:lnTo>
                      <a:lnTo>
                        <a:pt x="498" y="140"/>
                      </a:lnTo>
                      <a:lnTo>
                        <a:pt x="500" y="143"/>
                      </a:lnTo>
                      <a:lnTo>
                        <a:pt x="501" y="145"/>
                      </a:lnTo>
                      <a:lnTo>
                        <a:pt x="503" y="148"/>
                      </a:lnTo>
                      <a:lnTo>
                        <a:pt x="504" y="149"/>
                      </a:lnTo>
                      <a:lnTo>
                        <a:pt x="506" y="149"/>
                      </a:lnTo>
                      <a:lnTo>
                        <a:pt x="507" y="148"/>
                      </a:lnTo>
                      <a:lnTo>
                        <a:pt x="509" y="147"/>
                      </a:lnTo>
                      <a:lnTo>
                        <a:pt x="510" y="145"/>
                      </a:lnTo>
                      <a:lnTo>
                        <a:pt x="512" y="146"/>
                      </a:lnTo>
                      <a:lnTo>
                        <a:pt x="513" y="146"/>
                      </a:lnTo>
                      <a:lnTo>
                        <a:pt x="515" y="146"/>
                      </a:lnTo>
                      <a:lnTo>
                        <a:pt x="516" y="148"/>
                      </a:lnTo>
                      <a:lnTo>
                        <a:pt x="517" y="147"/>
                      </a:lnTo>
                      <a:lnTo>
                        <a:pt x="519" y="151"/>
                      </a:lnTo>
                      <a:lnTo>
                        <a:pt x="520" y="153"/>
                      </a:lnTo>
                      <a:lnTo>
                        <a:pt x="522" y="150"/>
                      </a:lnTo>
                      <a:lnTo>
                        <a:pt x="523" y="149"/>
                      </a:lnTo>
                      <a:lnTo>
                        <a:pt x="525" y="148"/>
                      </a:lnTo>
                      <a:lnTo>
                        <a:pt x="526" y="150"/>
                      </a:lnTo>
                      <a:lnTo>
                        <a:pt x="528" y="150"/>
                      </a:lnTo>
                      <a:lnTo>
                        <a:pt x="529" y="148"/>
                      </a:lnTo>
                      <a:lnTo>
                        <a:pt x="531" y="147"/>
                      </a:lnTo>
                      <a:lnTo>
                        <a:pt x="532" y="149"/>
                      </a:lnTo>
                      <a:lnTo>
                        <a:pt x="534" y="149"/>
                      </a:lnTo>
                      <a:lnTo>
                        <a:pt x="535" y="151"/>
                      </a:lnTo>
                      <a:lnTo>
                        <a:pt x="537" y="154"/>
                      </a:lnTo>
                      <a:lnTo>
                        <a:pt x="538" y="155"/>
                      </a:lnTo>
                      <a:lnTo>
                        <a:pt x="540" y="157"/>
                      </a:lnTo>
                      <a:lnTo>
                        <a:pt x="541" y="158"/>
                      </a:lnTo>
                      <a:lnTo>
                        <a:pt x="542" y="160"/>
                      </a:lnTo>
                      <a:lnTo>
                        <a:pt x="544" y="163"/>
                      </a:lnTo>
                      <a:lnTo>
                        <a:pt x="545" y="162"/>
                      </a:lnTo>
                      <a:lnTo>
                        <a:pt x="547" y="160"/>
                      </a:lnTo>
                      <a:lnTo>
                        <a:pt x="548" y="158"/>
                      </a:lnTo>
                      <a:lnTo>
                        <a:pt x="550" y="156"/>
                      </a:lnTo>
                      <a:lnTo>
                        <a:pt x="551" y="152"/>
                      </a:lnTo>
                      <a:lnTo>
                        <a:pt x="553" y="151"/>
                      </a:lnTo>
                      <a:lnTo>
                        <a:pt x="554" y="151"/>
                      </a:lnTo>
                      <a:lnTo>
                        <a:pt x="556" y="146"/>
                      </a:lnTo>
                      <a:lnTo>
                        <a:pt x="557" y="147"/>
                      </a:lnTo>
                      <a:lnTo>
                        <a:pt x="559" y="149"/>
                      </a:lnTo>
                      <a:lnTo>
                        <a:pt x="560" y="150"/>
                      </a:lnTo>
                      <a:lnTo>
                        <a:pt x="562" y="151"/>
                      </a:lnTo>
                      <a:lnTo>
                        <a:pt x="563" y="152"/>
                      </a:lnTo>
                      <a:lnTo>
                        <a:pt x="565" y="152"/>
                      </a:lnTo>
                      <a:lnTo>
                        <a:pt x="566" y="154"/>
                      </a:lnTo>
                      <a:lnTo>
                        <a:pt x="567" y="153"/>
                      </a:lnTo>
                      <a:lnTo>
                        <a:pt x="569" y="151"/>
                      </a:lnTo>
                      <a:lnTo>
                        <a:pt x="570" y="153"/>
                      </a:lnTo>
                      <a:lnTo>
                        <a:pt x="572" y="151"/>
                      </a:lnTo>
                      <a:lnTo>
                        <a:pt x="573" y="153"/>
                      </a:lnTo>
                      <a:lnTo>
                        <a:pt x="575" y="153"/>
                      </a:lnTo>
                      <a:lnTo>
                        <a:pt x="576" y="153"/>
                      </a:lnTo>
                      <a:lnTo>
                        <a:pt x="578" y="153"/>
                      </a:lnTo>
                      <a:lnTo>
                        <a:pt x="579" y="153"/>
                      </a:lnTo>
                      <a:lnTo>
                        <a:pt x="581" y="152"/>
                      </a:lnTo>
                      <a:lnTo>
                        <a:pt x="582" y="151"/>
                      </a:lnTo>
                      <a:lnTo>
                        <a:pt x="584" y="151"/>
                      </a:lnTo>
                      <a:lnTo>
                        <a:pt x="585" y="150"/>
                      </a:lnTo>
                      <a:lnTo>
                        <a:pt x="587" y="149"/>
                      </a:lnTo>
                      <a:lnTo>
                        <a:pt x="588" y="149"/>
                      </a:lnTo>
                      <a:lnTo>
                        <a:pt x="590" y="151"/>
                      </a:lnTo>
                      <a:lnTo>
                        <a:pt x="591" y="153"/>
                      </a:lnTo>
                      <a:lnTo>
                        <a:pt x="592" y="152"/>
                      </a:lnTo>
                      <a:lnTo>
                        <a:pt x="594" y="151"/>
                      </a:lnTo>
                      <a:lnTo>
                        <a:pt x="595" y="154"/>
                      </a:lnTo>
                      <a:lnTo>
                        <a:pt x="597" y="155"/>
                      </a:lnTo>
                      <a:lnTo>
                        <a:pt x="598" y="152"/>
                      </a:lnTo>
                      <a:lnTo>
                        <a:pt x="600" y="151"/>
                      </a:lnTo>
                      <a:lnTo>
                        <a:pt x="601" y="151"/>
                      </a:lnTo>
                      <a:lnTo>
                        <a:pt x="603" y="152"/>
                      </a:lnTo>
                      <a:lnTo>
                        <a:pt x="604" y="151"/>
                      </a:lnTo>
                      <a:lnTo>
                        <a:pt x="606" y="150"/>
                      </a:lnTo>
                      <a:lnTo>
                        <a:pt x="607" y="151"/>
                      </a:lnTo>
                      <a:lnTo>
                        <a:pt x="609" y="150"/>
                      </a:lnTo>
                      <a:lnTo>
                        <a:pt x="610" y="152"/>
                      </a:lnTo>
                      <a:lnTo>
                        <a:pt x="612" y="151"/>
                      </a:lnTo>
                      <a:lnTo>
                        <a:pt x="613" y="151"/>
                      </a:lnTo>
                      <a:lnTo>
                        <a:pt x="615" y="150"/>
                      </a:lnTo>
                      <a:lnTo>
                        <a:pt x="616" y="147"/>
                      </a:lnTo>
                      <a:lnTo>
                        <a:pt x="617" y="148"/>
                      </a:lnTo>
                      <a:lnTo>
                        <a:pt x="619" y="146"/>
                      </a:lnTo>
                      <a:lnTo>
                        <a:pt x="620" y="146"/>
                      </a:lnTo>
                      <a:lnTo>
                        <a:pt x="622" y="145"/>
                      </a:lnTo>
                      <a:lnTo>
                        <a:pt x="623" y="142"/>
                      </a:lnTo>
                      <a:lnTo>
                        <a:pt x="625" y="140"/>
                      </a:lnTo>
                      <a:lnTo>
                        <a:pt x="626" y="142"/>
                      </a:lnTo>
                      <a:lnTo>
                        <a:pt x="628" y="141"/>
                      </a:lnTo>
                      <a:lnTo>
                        <a:pt x="629" y="144"/>
                      </a:lnTo>
                      <a:lnTo>
                        <a:pt x="631" y="143"/>
                      </a:lnTo>
                      <a:lnTo>
                        <a:pt x="632" y="146"/>
                      </a:lnTo>
                      <a:lnTo>
                        <a:pt x="634" y="151"/>
                      </a:lnTo>
                      <a:lnTo>
                        <a:pt x="635" y="154"/>
                      </a:lnTo>
                      <a:lnTo>
                        <a:pt x="637" y="155"/>
                      </a:lnTo>
                      <a:lnTo>
                        <a:pt x="638" y="159"/>
                      </a:lnTo>
                      <a:lnTo>
                        <a:pt x="640" y="157"/>
                      </a:lnTo>
                      <a:lnTo>
                        <a:pt x="641" y="161"/>
                      </a:lnTo>
                      <a:lnTo>
                        <a:pt x="643" y="159"/>
                      </a:lnTo>
                      <a:lnTo>
                        <a:pt x="644" y="159"/>
                      </a:lnTo>
                      <a:lnTo>
                        <a:pt x="645" y="159"/>
                      </a:lnTo>
                      <a:lnTo>
                        <a:pt x="647" y="159"/>
                      </a:lnTo>
                      <a:lnTo>
                        <a:pt x="648" y="157"/>
                      </a:lnTo>
                      <a:lnTo>
                        <a:pt x="650" y="157"/>
                      </a:lnTo>
                      <a:lnTo>
                        <a:pt x="651" y="153"/>
                      </a:lnTo>
                      <a:lnTo>
                        <a:pt x="653" y="152"/>
                      </a:lnTo>
                      <a:lnTo>
                        <a:pt x="654" y="154"/>
                      </a:lnTo>
                      <a:lnTo>
                        <a:pt x="656" y="155"/>
                      </a:lnTo>
                      <a:lnTo>
                        <a:pt x="657" y="155"/>
                      </a:lnTo>
                      <a:lnTo>
                        <a:pt x="659" y="156"/>
                      </a:lnTo>
                      <a:lnTo>
                        <a:pt x="660" y="159"/>
                      </a:lnTo>
                      <a:lnTo>
                        <a:pt x="662" y="159"/>
                      </a:lnTo>
                      <a:lnTo>
                        <a:pt x="663" y="160"/>
                      </a:lnTo>
                      <a:lnTo>
                        <a:pt x="665" y="157"/>
                      </a:lnTo>
                      <a:lnTo>
                        <a:pt x="666" y="155"/>
                      </a:lnTo>
                      <a:lnTo>
                        <a:pt x="668" y="155"/>
                      </a:lnTo>
                      <a:lnTo>
                        <a:pt x="669" y="148"/>
                      </a:lnTo>
                      <a:lnTo>
                        <a:pt x="670" y="147"/>
                      </a:lnTo>
                      <a:lnTo>
                        <a:pt x="672" y="148"/>
                      </a:lnTo>
                      <a:lnTo>
                        <a:pt x="673" y="148"/>
                      </a:lnTo>
                      <a:lnTo>
                        <a:pt x="675" y="149"/>
                      </a:lnTo>
                      <a:lnTo>
                        <a:pt x="676" y="150"/>
                      </a:lnTo>
                      <a:lnTo>
                        <a:pt x="678" y="152"/>
                      </a:lnTo>
                      <a:lnTo>
                        <a:pt x="679" y="153"/>
                      </a:lnTo>
                      <a:lnTo>
                        <a:pt x="681" y="151"/>
                      </a:lnTo>
                      <a:lnTo>
                        <a:pt x="682" y="149"/>
                      </a:lnTo>
                      <a:lnTo>
                        <a:pt x="684" y="151"/>
                      </a:lnTo>
                      <a:lnTo>
                        <a:pt x="685" y="151"/>
                      </a:lnTo>
                      <a:lnTo>
                        <a:pt x="687" y="151"/>
                      </a:lnTo>
                      <a:lnTo>
                        <a:pt x="688" y="151"/>
                      </a:lnTo>
                      <a:lnTo>
                        <a:pt x="690" y="156"/>
                      </a:lnTo>
                      <a:lnTo>
                        <a:pt x="691" y="157"/>
                      </a:lnTo>
                      <a:lnTo>
                        <a:pt x="693" y="158"/>
                      </a:lnTo>
                      <a:lnTo>
                        <a:pt x="694" y="158"/>
                      </a:lnTo>
                      <a:lnTo>
                        <a:pt x="695" y="160"/>
                      </a:lnTo>
                      <a:lnTo>
                        <a:pt x="697" y="159"/>
                      </a:lnTo>
                      <a:lnTo>
                        <a:pt x="698" y="160"/>
                      </a:lnTo>
                      <a:lnTo>
                        <a:pt x="700" y="159"/>
                      </a:lnTo>
                      <a:lnTo>
                        <a:pt x="701" y="161"/>
                      </a:lnTo>
                      <a:lnTo>
                        <a:pt x="703" y="162"/>
                      </a:lnTo>
                      <a:lnTo>
                        <a:pt x="704" y="162"/>
                      </a:lnTo>
                      <a:lnTo>
                        <a:pt x="706" y="162"/>
                      </a:lnTo>
                      <a:lnTo>
                        <a:pt x="707" y="164"/>
                      </a:lnTo>
                      <a:lnTo>
                        <a:pt x="709" y="165"/>
                      </a:lnTo>
                      <a:lnTo>
                        <a:pt x="710" y="163"/>
                      </a:lnTo>
                      <a:lnTo>
                        <a:pt x="712" y="163"/>
                      </a:lnTo>
                      <a:lnTo>
                        <a:pt x="713" y="159"/>
                      </a:lnTo>
                      <a:lnTo>
                        <a:pt x="715" y="159"/>
                      </a:lnTo>
                      <a:lnTo>
                        <a:pt x="716" y="158"/>
                      </a:lnTo>
                      <a:lnTo>
                        <a:pt x="718" y="159"/>
                      </a:lnTo>
                      <a:lnTo>
                        <a:pt x="719" y="158"/>
                      </a:lnTo>
                      <a:lnTo>
                        <a:pt x="720" y="161"/>
                      </a:lnTo>
                      <a:lnTo>
                        <a:pt x="722" y="160"/>
                      </a:lnTo>
                      <a:lnTo>
                        <a:pt x="723" y="160"/>
                      </a:lnTo>
                      <a:lnTo>
                        <a:pt x="725" y="163"/>
                      </a:lnTo>
                      <a:lnTo>
                        <a:pt x="726" y="161"/>
                      </a:lnTo>
                      <a:lnTo>
                        <a:pt x="728" y="163"/>
                      </a:lnTo>
                      <a:lnTo>
                        <a:pt x="729" y="165"/>
                      </a:lnTo>
                      <a:lnTo>
                        <a:pt x="731" y="167"/>
                      </a:lnTo>
                      <a:lnTo>
                        <a:pt x="732" y="166"/>
                      </a:lnTo>
                      <a:lnTo>
                        <a:pt x="734" y="171"/>
                      </a:lnTo>
                      <a:lnTo>
                        <a:pt x="735" y="171"/>
                      </a:lnTo>
                      <a:lnTo>
                        <a:pt x="737" y="172"/>
                      </a:lnTo>
                      <a:lnTo>
                        <a:pt x="738" y="173"/>
                      </a:lnTo>
                      <a:lnTo>
                        <a:pt x="740" y="172"/>
                      </a:lnTo>
                      <a:lnTo>
                        <a:pt x="741" y="171"/>
                      </a:lnTo>
                      <a:lnTo>
                        <a:pt x="743" y="170"/>
                      </a:lnTo>
                      <a:lnTo>
                        <a:pt x="744" y="165"/>
                      </a:lnTo>
                      <a:lnTo>
                        <a:pt x="745" y="164"/>
                      </a:lnTo>
                      <a:lnTo>
                        <a:pt x="747" y="164"/>
                      </a:lnTo>
                      <a:lnTo>
                        <a:pt x="748" y="168"/>
                      </a:lnTo>
                      <a:lnTo>
                        <a:pt x="750" y="169"/>
                      </a:lnTo>
                      <a:lnTo>
                        <a:pt x="751" y="171"/>
                      </a:lnTo>
                      <a:lnTo>
                        <a:pt x="753" y="167"/>
                      </a:lnTo>
                      <a:lnTo>
                        <a:pt x="754" y="167"/>
                      </a:lnTo>
                      <a:lnTo>
                        <a:pt x="756" y="166"/>
                      </a:lnTo>
                      <a:lnTo>
                        <a:pt x="757" y="163"/>
                      </a:lnTo>
                      <a:lnTo>
                        <a:pt x="759" y="162"/>
                      </a:lnTo>
                      <a:lnTo>
                        <a:pt x="760" y="162"/>
                      </a:lnTo>
                      <a:lnTo>
                        <a:pt x="762" y="161"/>
                      </a:lnTo>
                      <a:lnTo>
                        <a:pt x="763" y="161"/>
                      </a:lnTo>
                      <a:lnTo>
                        <a:pt x="765" y="160"/>
                      </a:lnTo>
                      <a:lnTo>
                        <a:pt x="766" y="155"/>
                      </a:lnTo>
                      <a:lnTo>
                        <a:pt x="768" y="156"/>
                      </a:lnTo>
                      <a:lnTo>
                        <a:pt x="769" y="157"/>
                      </a:lnTo>
                      <a:lnTo>
                        <a:pt x="770" y="157"/>
                      </a:lnTo>
                      <a:lnTo>
                        <a:pt x="772" y="157"/>
                      </a:lnTo>
                      <a:lnTo>
                        <a:pt x="773" y="159"/>
                      </a:lnTo>
                      <a:lnTo>
                        <a:pt x="775" y="162"/>
                      </a:lnTo>
                      <a:lnTo>
                        <a:pt x="776" y="162"/>
                      </a:lnTo>
                      <a:lnTo>
                        <a:pt x="778" y="162"/>
                      </a:lnTo>
                      <a:lnTo>
                        <a:pt x="779" y="158"/>
                      </a:lnTo>
                      <a:lnTo>
                        <a:pt x="781" y="157"/>
                      </a:lnTo>
                      <a:lnTo>
                        <a:pt x="782" y="155"/>
                      </a:lnTo>
                      <a:lnTo>
                        <a:pt x="784" y="157"/>
                      </a:lnTo>
                      <a:lnTo>
                        <a:pt x="785" y="156"/>
                      </a:lnTo>
                      <a:lnTo>
                        <a:pt x="787" y="156"/>
                      </a:lnTo>
                      <a:lnTo>
                        <a:pt x="788" y="157"/>
                      </a:lnTo>
                      <a:lnTo>
                        <a:pt x="790" y="161"/>
                      </a:lnTo>
                      <a:lnTo>
                        <a:pt x="791" y="165"/>
                      </a:lnTo>
                      <a:lnTo>
                        <a:pt x="793" y="166"/>
                      </a:lnTo>
                      <a:lnTo>
                        <a:pt x="794" y="168"/>
                      </a:lnTo>
                      <a:lnTo>
                        <a:pt x="795" y="170"/>
                      </a:lnTo>
                      <a:lnTo>
                        <a:pt x="797" y="169"/>
                      </a:lnTo>
                      <a:lnTo>
                        <a:pt x="798" y="168"/>
                      </a:lnTo>
                      <a:lnTo>
                        <a:pt x="800" y="168"/>
                      </a:lnTo>
                      <a:lnTo>
                        <a:pt x="801" y="166"/>
                      </a:lnTo>
                      <a:lnTo>
                        <a:pt x="803" y="167"/>
                      </a:lnTo>
                      <a:lnTo>
                        <a:pt x="804" y="167"/>
                      </a:lnTo>
                      <a:lnTo>
                        <a:pt x="806" y="168"/>
                      </a:lnTo>
                      <a:lnTo>
                        <a:pt x="807" y="167"/>
                      </a:lnTo>
                      <a:lnTo>
                        <a:pt x="809" y="167"/>
                      </a:lnTo>
                      <a:lnTo>
                        <a:pt x="810" y="166"/>
                      </a:lnTo>
                      <a:lnTo>
                        <a:pt x="812" y="166"/>
                      </a:lnTo>
                      <a:lnTo>
                        <a:pt x="813" y="164"/>
                      </a:lnTo>
                      <a:lnTo>
                        <a:pt x="815" y="164"/>
                      </a:lnTo>
                      <a:lnTo>
                        <a:pt x="816" y="164"/>
                      </a:lnTo>
                      <a:lnTo>
                        <a:pt x="818" y="165"/>
                      </a:lnTo>
                      <a:lnTo>
                        <a:pt x="819" y="167"/>
                      </a:lnTo>
                      <a:lnTo>
                        <a:pt x="820" y="169"/>
                      </a:lnTo>
                      <a:lnTo>
                        <a:pt x="822" y="170"/>
                      </a:lnTo>
                      <a:lnTo>
                        <a:pt x="823" y="169"/>
                      </a:lnTo>
                      <a:lnTo>
                        <a:pt x="825" y="165"/>
                      </a:lnTo>
                      <a:lnTo>
                        <a:pt x="826" y="165"/>
                      </a:lnTo>
                      <a:lnTo>
                        <a:pt x="828" y="163"/>
                      </a:lnTo>
                      <a:lnTo>
                        <a:pt x="829" y="164"/>
                      </a:lnTo>
                      <a:lnTo>
                        <a:pt x="831" y="163"/>
                      </a:lnTo>
                      <a:lnTo>
                        <a:pt x="832" y="165"/>
                      </a:lnTo>
                      <a:lnTo>
                        <a:pt x="834" y="165"/>
                      </a:lnTo>
                      <a:lnTo>
                        <a:pt x="835" y="164"/>
                      </a:lnTo>
                      <a:lnTo>
                        <a:pt x="837" y="163"/>
                      </a:lnTo>
                      <a:lnTo>
                        <a:pt x="838" y="163"/>
                      </a:lnTo>
                      <a:lnTo>
                        <a:pt x="840" y="163"/>
                      </a:lnTo>
                      <a:lnTo>
                        <a:pt x="841" y="164"/>
                      </a:lnTo>
                      <a:lnTo>
                        <a:pt x="843" y="163"/>
                      </a:lnTo>
                      <a:lnTo>
                        <a:pt x="844" y="164"/>
                      </a:lnTo>
                      <a:lnTo>
                        <a:pt x="846" y="165"/>
                      </a:lnTo>
                      <a:lnTo>
                        <a:pt x="847" y="166"/>
                      </a:lnTo>
                      <a:lnTo>
                        <a:pt x="848" y="164"/>
                      </a:lnTo>
                      <a:lnTo>
                        <a:pt x="850" y="166"/>
                      </a:lnTo>
                      <a:lnTo>
                        <a:pt x="851" y="165"/>
                      </a:lnTo>
                      <a:lnTo>
                        <a:pt x="853" y="166"/>
                      </a:lnTo>
                      <a:lnTo>
                        <a:pt x="854" y="164"/>
                      </a:lnTo>
                      <a:lnTo>
                        <a:pt x="856" y="162"/>
                      </a:lnTo>
                      <a:lnTo>
                        <a:pt x="857" y="162"/>
                      </a:lnTo>
                      <a:lnTo>
                        <a:pt x="859" y="160"/>
                      </a:lnTo>
                      <a:lnTo>
                        <a:pt x="860" y="162"/>
                      </a:lnTo>
                      <a:lnTo>
                        <a:pt x="862" y="161"/>
                      </a:lnTo>
                      <a:lnTo>
                        <a:pt x="863" y="160"/>
                      </a:lnTo>
                      <a:lnTo>
                        <a:pt x="865" y="161"/>
                      </a:lnTo>
                      <a:lnTo>
                        <a:pt x="866" y="163"/>
                      </a:lnTo>
                      <a:lnTo>
                        <a:pt x="868" y="162"/>
                      </a:lnTo>
                      <a:lnTo>
                        <a:pt x="869" y="162"/>
                      </a:lnTo>
                      <a:lnTo>
                        <a:pt x="871" y="160"/>
                      </a:lnTo>
                      <a:lnTo>
                        <a:pt x="872" y="161"/>
                      </a:lnTo>
                      <a:lnTo>
                        <a:pt x="873" y="162"/>
                      </a:lnTo>
                      <a:lnTo>
                        <a:pt x="875" y="158"/>
                      </a:lnTo>
                      <a:lnTo>
                        <a:pt x="876" y="157"/>
                      </a:lnTo>
                      <a:lnTo>
                        <a:pt x="878" y="157"/>
                      </a:lnTo>
                      <a:lnTo>
                        <a:pt x="879" y="161"/>
                      </a:lnTo>
                      <a:lnTo>
                        <a:pt x="881" y="162"/>
                      </a:lnTo>
                      <a:lnTo>
                        <a:pt x="882" y="160"/>
                      </a:lnTo>
                      <a:lnTo>
                        <a:pt x="884" y="165"/>
                      </a:lnTo>
                      <a:lnTo>
                        <a:pt x="885" y="165"/>
                      </a:lnTo>
                      <a:lnTo>
                        <a:pt x="887" y="167"/>
                      </a:lnTo>
                      <a:lnTo>
                        <a:pt x="888" y="167"/>
                      </a:lnTo>
                      <a:lnTo>
                        <a:pt x="890" y="165"/>
                      </a:lnTo>
                      <a:lnTo>
                        <a:pt x="891" y="166"/>
                      </a:lnTo>
                      <a:lnTo>
                        <a:pt x="893" y="165"/>
                      </a:lnTo>
                      <a:lnTo>
                        <a:pt x="894" y="166"/>
                      </a:lnTo>
                      <a:lnTo>
                        <a:pt x="896" y="164"/>
                      </a:lnTo>
                      <a:lnTo>
                        <a:pt x="897" y="165"/>
                      </a:lnTo>
                      <a:lnTo>
                        <a:pt x="898" y="166"/>
                      </a:lnTo>
                      <a:lnTo>
                        <a:pt x="900" y="165"/>
                      </a:lnTo>
                      <a:lnTo>
                        <a:pt x="901" y="164"/>
                      </a:lnTo>
                      <a:lnTo>
                        <a:pt x="903" y="163"/>
                      </a:lnTo>
                      <a:lnTo>
                        <a:pt x="904" y="165"/>
                      </a:lnTo>
                      <a:lnTo>
                        <a:pt x="906" y="167"/>
                      </a:lnTo>
                      <a:lnTo>
                        <a:pt x="907" y="165"/>
                      </a:lnTo>
                      <a:lnTo>
                        <a:pt x="909" y="166"/>
                      </a:lnTo>
                      <a:lnTo>
                        <a:pt x="910" y="167"/>
                      </a:lnTo>
                      <a:lnTo>
                        <a:pt x="912" y="167"/>
                      </a:lnTo>
                      <a:lnTo>
                        <a:pt x="913" y="167"/>
                      </a:lnTo>
                      <a:lnTo>
                        <a:pt x="915" y="166"/>
                      </a:lnTo>
                      <a:lnTo>
                        <a:pt x="916" y="165"/>
                      </a:lnTo>
                      <a:lnTo>
                        <a:pt x="918" y="167"/>
                      </a:lnTo>
                      <a:lnTo>
                        <a:pt x="919" y="166"/>
                      </a:lnTo>
                      <a:lnTo>
                        <a:pt x="921" y="168"/>
                      </a:lnTo>
                      <a:lnTo>
                        <a:pt x="922" y="167"/>
                      </a:lnTo>
                      <a:lnTo>
                        <a:pt x="923" y="167"/>
                      </a:lnTo>
                      <a:lnTo>
                        <a:pt x="925" y="163"/>
                      </a:lnTo>
                      <a:lnTo>
                        <a:pt x="926" y="166"/>
                      </a:lnTo>
                      <a:lnTo>
                        <a:pt x="928" y="166"/>
                      </a:lnTo>
                      <a:lnTo>
                        <a:pt x="929" y="163"/>
                      </a:lnTo>
                      <a:lnTo>
                        <a:pt x="931" y="165"/>
                      </a:lnTo>
                      <a:lnTo>
                        <a:pt x="932" y="162"/>
                      </a:lnTo>
                      <a:lnTo>
                        <a:pt x="934" y="166"/>
                      </a:lnTo>
                      <a:lnTo>
                        <a:pt x="935" y="168"/>
                      </a:lnTo>
                      <a:lnTo>
                        <a:pt x="937" y="170"/>
                      </a:lnTo>
                      <a:lnTo>
                        <a:pt x="938" y="170"/>
                      </a:lnTo>
                      <a:lnTo>
                        <a:pt x="940" y="173"/>
                      </a:lnTo>
                      <a:lnTo>
                        <a:pt x="941" y="172"/>
                      </a:lnTo>
                      <a:lnTo>
                        <a:pt x="943" y="173"/>
                      </a:lnTo>
                      <a:lnTo>
                        <a:pt x="944" y="173"/>
                      </a:lnTo>
                      <a:lnTo>
                        <a:pt x="946" y="171"/>
                      </a:lnTo>
                      <a:lnTo>
                        <a:pt x="947" y="170"/>
                      </a:lnTo>
                      <a:lnTo>
                        <a:pt x="948" y="170"/>
                      </a:lnTo>
                      <a:lnTo>
                        <a:pt x="950" y="170"/>
                      </a:lnTo>
                      <a:lnTo>
                        <a:pt x="951" y="169"/>
                      </a:lnTo>
                      <a:lnTo>
                        <a:pt x="953" y="169"/>
                      </a:lnTo>
                      <a:lnTo>
                        <a:pt x="954" y="169"/>
                      </a:lnTo>
                      <a:lnTo>
                        <a:pt x="956" y="170"/>
                      </a:lnTo>
                      <a:lnTo>
                        <a:pt x="957" y="169"/>
                      </a:lnTo>
                      <a:lnTo>
                        <a:pt x="959" y="170"/>
                      </a:lnTo>
                      <a:lnTo>
                        <a:pt x="960" y="167"/>
                      </a:lnTo>
                      <a:lnTo>
                        <a:pt x="962" y="166"/>
                      </a:lnTo>
                      <a:lnTo>
                        <a:pt x="963" y="165"/>
                      </a:lnTo>
                      <a:lnTo>
                        <a:pt x="965" y="166"/>
                      </a:lnTo>
                      <a:lnTo>
                        <a:pt x="966" y="168"/>
                      </a:lnTo>
                      <a:lnTo>
                        <a:pt x="968" y="170"/>
                      </a:lnTo>
                      <a:lnTo>
                        <a:pt x="969" y="172"/>
                      </a:lnTo>
                      <a:lnTo>
                        <a:pt x="971" y="174"/>
                      </a:lnTo>
                      <a:lnTo>
                        <a:pt x="972" y="174"/>
                      </a:lnTo>
                      <a:lnTo>
                        <a:pt x="973" y="175"/>
                      </a:lnTo>
                      <a:lnTo>
                        <a:pt x="975" y="175"/>
                      </a:lnTo>
                      <a:lnTo>
                        <a:pt x="976" y="174"/>
                      </a:lnTo>
                      <a:lnTo>
                        <a:pt x="978" y="173"/>
                      </a:lnTo>
                      <a:lnTo>
                        <a:pt x="979" y="171"/>
                      </a:lnTo>
                      <a:lnTo>
                        <a:pt x="981" y="170"/>
                      </a:lnTo>
                      <a:lnTo>
                        <a:pt x="982" y="168"/>
                      </a:lnTo>
                      <a:lnTo>
                        <a:pt x="984" y="167"/>
                      </a:lnTo>
                      <a:lnTo>
                        <a:pt x="985" y="166"/>
                      </a:lnTo>
                      <a:lnTo>
                        <a:pt x="987" y="165"/>
                      </a:lnTo>
                      <a:lnTo>
                        <a:pt x="988" y="166"/>
                      </a:lnTo>
                      <a:lnTo>
                        <a:pt x="990" y="169"/>
                      </a:lnTo>
                      <a:lnTo>
                        <a:pt x="991" y="169"/>
                      </a:lnTo>
                      <a:lnTo>
                        <a:pt x="993" y="167"/>
                      </a:lnTo>
                      <a:lnTo>
                        <a:pt x="994" y="168"/>
                      </a:lnTo>
                      <a:lnTo>
                        <a:pt x="996" y="170"/>
                      </a:lnTo>
                      <a:lnTo>
                        <a:pt x="997" y="168"/>
                      </a:lnTo>
                      <a:lnTo>
                        <a:pt x="998" y="168"/>
                      </a:lnTo>
                      <a:lnTo>
                        <a:pt x="1000" y="168"/>
                      </a:lnTo>
                      <a:lnTo>
                        <a:pt x="1001" y="169"/>
                      </a:lnTo>
                      <a:lnTo>
                        <a:pt x="1003" y="169"/>
                      </a:lnTo>
                      <a:lnTo>
                        <a:pt x="1004" y="172"/>
                      </a:lnTo>
                      <a:lnTo>
                        <a:pt x="1006" y="170"/>
                      </a:lnTo>
                      <a:lnTo>
                        <a:pt x="1007" y="173"/>
                      </a:lnTo>
                      <a:lnTo>
                        <a:pt x="1009" y="174"/>
                      </a:lnTo>
                      <a:lnTo>
                        <a:pt x="1010" y="177"/>
                      </a:lnTo>
                      <a:lnTo>
                        <a:pt x="1012" y="177"/>
                      </a:lnTo>
                      <a:lnTo>
                        <a:pt x="1013" y="176"/>
                      </a:lnTo>
                      <a:lnTo>
                        <a:pt x="1015" y="171"/>
                      </a:lnTo>
                      <a:lnTo>
                        <a:pt x="1016" y="171"/>
                      </a:lnTo>
                      <a:lnTo>
                        <a:pt x="1018" y="171"/>
                      </a:lnTo>
                      <a:lnTo>
                        <a:pt x="1019" y="171"/>
                      </a:lnTo>
                      <a:lnTo>
                        <a:pt x="1021" y="169"/>
                      </a:lnTo>
                      <a:lnTo>
                        <a:pt x="1022" y="171"/>
                      </a:lnTo>
                      <a:lnTo>
                        <a:pt x="1023" y="173"/>
                      </a:lnTo>
                      <a:lnTo>
                        <a:pt x="1025" y="174"/>
                      </a:lnTo>
                      <a:lnTo>
                        <a:pt x="1026" y="173"/>
                      </a:lnTo>
                      <a:lnTo>
                        <a:pt x="1028" y="172"/>
                      </a:lnTo>
                      <a:lnTo>
                        <a:pt x="1029" y="171"/>
                      </a:lnTo>
                      <a:lnTo>
                        <a:pt x="1031" y="173"/>
                      </a:lnTo>
                      <a:lnTo>
                        <a:pt x="1032" y="174"/>
                      </a:lnTo>
                      <a:lnTo>
                        <a:pt x="1034" y="174"/>
                      </a:lnTo>
                      <a:lnTo>
                        <a:pt x="1035" y="175"/>
                      </a:lnTo>
                      <a:lnTo>
                        <a:pt x="1037" y="176"/>
                      </a:lnTo>
                      <a:lnTo>
                        <a:pt x="1038" y="175"/>
                      </a:lnTo>
                      <a:lnTo>
                        <a:pt x="1040" y="173"/>
                      </a:lnTo>
                      <a:lnTo>
                        <a:pt x="1041" y="171"/>
                      </a:lnTo>
                      <a:lnTo>
                        <a:pt x="1043" y="170"/>
                      </a:lnTo>
                      <a:lnTo>
                        <a:pt x="1044" y="171"/>
                      </a:lnTo>
                      <a:lnTo>
                        <a:pt x="1046" y="169"/>
                      </a:lnTo>
                      <a:lnTo>
                        <a:pt x="1047" y="173"/>
                      </a:lnTo>
                      <a:lnTo>
                        <a:pt x="1048" y="175"/>
                      </a:lnTo>
                      <a:lnTo>
                        <a:pt x="1050" y="178"/>
                      </a:lnTo>
                      <a:lnTo>
                        <a:pt x="1051" y="181"/>
                      </a:lnTo>
                      <a:lnTo>
                        <a:pt x="1053" y="183"/>
                      </a:lnTo>
                      <a:lnTo>
                        <a:pt x="1054" y="182"/>
                      </a:lnTo>
                      <a:lnTo>
                        <a:pt x="1056" y="179"/>
                      </a:lnTo>
                      <a:lnTo>
                        <a:pt x="1057" y="179"/>
                      </a:lnTo>
                      <a:lnTo>
                        <a:pt x="1059" y="179"/>
                      </a:lnTo>
                      <a:lnTo>
                        <a:pt x="1060" y="177"/>
                      </a:lnTo>
                      <a:lnTo>
                        <a:pt x="1062" y="178"/>
                      </a:lnTo>
                      <a:lnTo>
                        <a:pt x="1063" y="179"/>
                      </a:lnTo>
                      <a:lnTo>
                        <a:pt x="1065" y="180"/>
                      </a:lnTo>
                      <a:lnTo>
                        <a:pt x="1066" y="180"/>
                      </a:lnTo>
                      <a:lnTo>
                        <a:pt x="1068" y="180"/>
                      </a:lnTo>
                      <a:lnTo>
                        <a:pt x="1069" y="177"/>
                      </a:lnTo>
                      <a:lnTo>
                        <a:pt x="1071" y="177"/>
                      </a:lnTo>
                      <a:lnTo>
                        <a:pt x="1072" y="177"/>
                      </a:lnTo>
                      <a:lnTo>
                        <a:pt x="1074" y="176"/>
                      </a:lnTo>
                      <a:lnTo>
                        <a:pt x="1075" y="175"/>
                      </a:lnTo>
                      <a:lnTo>
                        <a:pt x="1076" y="177"/>
                      </a:lnTo>
                      <a:lnTo>
                        <a:pt x="1078" y="177"/>
                      </a:lnTo>
                      <a:lnTo>
                        <a:pt x="1079" y="179"/>
                      </a:lnTo>
                      <a:lnTo>
                        <a:pt x="1081" y="180"/>
                      </a:lnTo>
                      <a:lnTo>
                        <a:pt x="1082" y="179"/>
                      </a:lnTo>
                      <a:lnTo>
                        <a:pt x="1084" y="180"/>
                      </a:lnTo>
                      <a:lnTo>
                        <a:pt x="1085" y="182"/>
                      </a:lnTo>
                      <a:lnTo>
                        <a:pt x="1087" y="183"/>
                      </a:lnTo>
                      <a:lnTo>
                        <a:pt x="1088" y="183"/>
                      </a:lnTo>
                      <a:lnTo>
                        <a:pt x="1090" y="187"/>
                      </a:lnTo>
                      <a:lnTo>
                        <a:pt x="1091" y="183"/>
                      </a:lnTo>
                      <a:lnTo>
                        <a:pt x="1093" y="187"/>
                      </a:lnTo>
                      <a:lnTo>
                        <a:pt x="1094" y="185"/>
                      </a:lnTo>
                      <a:lnTo>
                        <a:pt x="1096" y="185"/>
                      </a:lnTo>
                      <a:lnTo>
                        <a:pt x="1097" y="184"/>
                      </a:lnTo>
                      <a:lnTo>
                        <a:pt x="1099" y="185"/>
                      </a:lnTo>
                      <a:lnTo>
                        <a:pt x="1100" y="185"/>
                      </a:lnTo>
                      <a:lnTo>
                        <a:pt x="1101" y="182"/>
                      </a:lnTo>
                      <a:lnTo>
                        <a:pt x="1103" y="178"/>
                      </a:lnTo>
                      <a:lnTo>
                        <a:pt x="1104" y="177"/>
                      </a:lnTo>
                      <a:lnTo>
                        <a:pt x="1106" y="177"/>
                      </a:lnTo>
                      <a:lnTo>
                        <a:pt x="1107" y="179"/>
                      </a:lnTo>
                      <a:lnTo>
                        <a:pt x="1109" y="179"/>
                      </a:lnTo>
                      <a:lnTo>
                        <a:pt x="1110" y="177"/>
                      </a:lnTo>
                      <a:lnTo>
                        <a:pt x="1112" y="180"/>
                      </a:lnTo>
                      <a:lnTo>
                        <a:pt x="1113" y="179"/>
                      </a:lnTo>
                      <a:lnTo>
                        <a:pt x="1115" y="181"/>
                      </a:lnTo>
                      <a:lnTo>
                        <a:pt x="1116" y="180"/>
                      </a:lnTo>
                      <a:lnTo>
                        <a:pt x="1118" y="180"/>
                      </a:lnTo>
                      <a:lnTo>
                        <a:pt x="1119" y="182"/>
                      </a:lnTo>
                      <a:lnTo>
                        <a:pt x="1121" y="183"/>
                      </a:lnTo>
                      <a:lnTo>
                        <a:pt x="1122" y="180"/>
                      </a:lnTo>
                      <a:lnTo>
                        <a:pt x="1124" y="182"/>
                      </a:lnTo>
                      <a:lnTo>
                        <a:pt x="1125" y="179"/>
                      </a:lnTo>
                      <a:lnTo>
                        <a:pt x="1126" y="179"/>
                      </a:lnTo>
                      <a:lnTo>
                        <a:pt x="1128" y="179"/>
                      </a:lnTo>
                      <a:lnTo>
                        <a:pt x="1129" y="179"/>
                      </a:lnTo>
                      <a:lnTo>
                        <a:pt x="1131" y="181"/>
                      </a:lnTo>
                      <a:lnTo>
                        <a:pt x="1132" y="180"/>
                      </a:lnTo>
                      <a:lnTo>
                        <a:pt x="1134" y="181"/>
                      </a:lnTo>
                      <a:lnTo>
                        <a:pt x="1135" y="182"/>
                      </a:lnTo>
                      <a:lnTo>
                        <a:pt x="1137" y="180"/>
                      </a:lnTo>
                      <a:lnTo>
                        <a:pt x="1138" y="184"/>
                      </a:lnTo>
                      <a:lnTo>
                        <a:pt x="1140" y="183"/>
                      </a:lnTo>
                      <a:lnTo>
                        <a:pt x="1141" y="183"/>
                      </a:lnTo>
                      <a:lnTo>
                        <a:pt x="1143" y="184"/>
                      </a:lnTo>
                      <a:lnTo>
                        <a:pt x="1144" y="183"/>
                      </a:lnTo>
                      <a:lnTo>
                        <a:pt x="1146" y="184"/>
                      </a:lnTo>
                      <a:lnTo>
                        <a:pt x="1147" y="183"/>
                      </a:lnTo>
                      <a:lnTo>
                        <a:pt x="1149" y="187"/>
                      </a:lnTo>
                      <a:lnTo>
                        <a:pt x="1150" y="187"/>
                      </a:lnTo>
                      <a:lnTo>
                        <a:pt x="1151" y="185"/>
                      </a:lnTo>
                      <a:lnTo>
                        <a:pt x="1153" y="183"/>
                      </a:lnTo>
                      <a:lnTo>
                        <a:pt x="1154" y="183"/>
                      </a:lnTo>
                      <a:lnTo>
                        <a:pt x="1156" y="184"/>
                      </a:lnTo>
                      <a:lnTo>
                        <a:pt x="1157" y="182"/>
                      </a:lnTo>
                      <a:lnTo>
                        <a:pt x="1159" y="180"/>
                      </a:lnTo>
                      <a:lnTo>
                        <a:pt x="1160" y="182"/>
                      </a:lnTo>
                      <a:lnTo>
                        <a:pt x="1162" y="181"/>
                      </a:lnTo>
                      <a:lnTo>
                        <a:pt x="1163" y="181"/>
                      </a:lnTo>
                      <a:lnTo>
                        <a:pt x="1165" y="180"/>
                      </a:lnTo>
                      <a:lnTo>
                        <a:pt x="1166" y="178"/>
                      </a:lnTo>
                      <a:lnTo>
                        <a:pt x="1168" y="175"/>
                      </a:lnTo>
                      <a:lnTo>
                        <a:pt x="1169" y="176"/>
                      </a:lnTo>
                      <a:lnTo>
                        <a:pt x="1171" y="175"/>
                      </a:lnTo>
                      <a:lnTo>
                        <a:pt x="1172" y="174"/>
                      </a:lnTo>
                      <a:lnTo>
                        <a:pt x="1174" y="173"/>
                      </a:lnTo>
                      <a:lnTo>
                        <a:pt x="1175" y="174"/>
                      </a:lnTo>
                      <a:lnTo>
                        <a:pt x="1176" y="176"/>
                      </a:lnTo>
                      <a:lnTo>
                        <a:pt x="1178" y="175"/>
                      </a:lnTo>
                      <a:lnTo>
                        <a:pt x="1179" y="177"/>
                      </a:lnTo>
                      <a:lnTo>
                        <a:pt x="1181" y="178"/>
                      </a:lnTo>
                      <a:lnTo>
                        <a:pt x="1182" y="180"/>
                      </a:lnTo>
                      <a:lnTo>
                        <a:pt x="1184" y="180"/>
                      </a:lnTo>
                      <a:lnTo>
                        <a:pt x="1185" y="179"/>
                      </a:lnTo>
                      <a:lnTo>
                        <a:pt x="1187" y="180"/>
                      </a:lnTo>
                      <a:lnTo>
                        <a:pt x="1188" y="182"/>
                      </a:lnTo>
                      <a:lnTo>
                        <a:pt x="1190" y="184"/>
                      </a:lnTo>
                      <a:lnTo>
                        <a:pt x="1191" y="184"/>
                      </a:lnTo>
                      <a:lnTo>
                        <a:pt x="1193" y="187"/>
                      </a:lnTo>
                      <a:lnTo>
                        <a:pt x="1194" y="186"/>
                      </a:lnTo>
                      <a:lnTo>
                        <a:pt x="1196" y="186"/>
                      </a:lnTo>
                      <a:lnTo>
                        <a:pt x="1197" y="185"/>
                      </a:lnTo>
                      <a:lnTo>
                        <a:pt x="1199" y="186"/>
                      </a:lnTo>
                      <a:lnTo>
                        <a:pt x="1200" y="186"/>
                      </a:lnTo>
                      <a:lnTo>
                        <a:pt x="1201" y="185"/>
                      </a:lnTo>
                      <a:lnTo>
                        <a:pt x="1203" y="186"/>
                      </a:lnTo>
                      <a:lnTo>
                        <a:pt x="1204" y="183"/>
                      </a:lnTo>
                      <a:lnTo>
                        <a:pt x="1206" y="186"/>
                      </a:lnTo>
                      <a:lnTo>
                        <a:pt x="1207" y="185"/>
                      </a:lnTo>
                      <a:lnTo>
                        <a:pt x="1209" y="183"/>
                      </a:lnTo>
                      <a:lnTo>
                        <a:pt x="1210" y="181"/>
                      </a:lnTo>
                      <a:lnTo>
                        <a:pt x="1212" y="183"/>
                      </a:lnTo>
                      <a:lnTo>
                        <a:pt x="1213" y="183"/>
                      </a:lnTo>
                      <a:lnTo>
                        <a:pt x="1215" y="182"/>
                      </a:lnTo>
                      <a:lnTo>
                        <a:pt x="1216" y="184"/>
                      </a:lnTo>
                      <a:lnTo>
                        <a:pt x="1218" y="185"/>
                      </a:lnTo>
                      <a:lnTo>
                        <a:pt x="1219" y="184"/>
                      </a:lnTo>
                      <a:lnTo>
                        <a:pt x="1221" y="186"/>
                      </a:lnTo>
                      <a:lnTo>
                        <a:pt x="1222" y="185"/>
                      </a:lnTo>
                      <a:lnTo>
                        <a:pt x="1224" y="186"/>
                      </a:lnTo>
                      <a:lnTo>
                        <a:pt x="1225" y="189"/>
                      </a:lnTo>
                      <a:lnTo>
                        <a:pt x="1226" y="188"/>
                      </a:lnTo>
                      <a:lnTo>
                        <a:pt x="1228" y="188"/>
                      </a:lnTo>
                      <a:lnTo>
                        <a:pt x="1229" y="191"/>
                      </a:lnTo>
                      <a:lnTo>
                        <a:pt x="1231" y="188"/>
                      </a:lnTo>
                      <a:lnTo>
                        <a:pt x="1232" y="190"/>
                      </a:lnTo>
                      <a:lnTo>
                        <a:pt x="1234" y="189"/>
                      </a:lnTo>
                      <a:lnTo>
                        <a:pt x="1235" y="190"/>
                      </a:lnTo>
                      <a:lnTo>
                        <a:pt x="1237" y="190"/>
                      </a:lnTo>
                      <a:lnTo>
                        <a:pt x="1238" y="189"/>
                      </a:lnTo>
                      <a:lnTo>
                        <a:pt x="1240" y="187"/>
                      </a:lnTo>
                      <a:lnTo>
                        <a:pt x="1241" y="188"/>
                      </a:lnTo>
                      <a:lnTo>
                        <a:pt x="1243" y="189"/>
                      </a:lnTo>
                      <a:lnTo>
                        <a:pt x="1244" y="187"/>
                      </a:lnTo>
                      <a:lnTo>
                        <a:pt x="1246" y="184"/>
                      </a:lnTo>
                      <a:lnTo>
                        <a:pt x="1247" y="183"/>
                      </a:lnTo>
                      <a:lnTo>
                        <a:pt x="1249" y="183"/>
                      </a:lnTo>
                      <a:lnTo>
                        <a:pt x="1250" y="182"/>
                      </a:lnTo>
                      <a:lnTo>
                        <a:pt x="1251" y="181"/>
                      </a:lnTo>
                      <a:lnTo>
                        <a:pt x="1253" y="179"/>
                      </a:lnTo>
                      <a:lnTo>
                        <a:pt x="1254" y="182"/>
                      </a:lnTo>
                      <a:lnTo>
                        <a:pt x="1256" y="184"/>
                      </a:lnTo>
                      <a:lnTo>
                        <a:pt x="1257" y="187"/>
                      </a:lnTo>
                      <a:lnTo>
                        <a:pt x="1259" y="185"/>
                      </a:lnTo>
                      <a:lnTo>
                        <a:pt x="1260" y="187"/>
                      </a:lnTo>
                      <a:lnTo>
                        <a:pt x="1262" y="187"/>
                      </a:lnTo>
                      <a:lnTo>
                        <a:pt x="1263" y="185"/>
                      </a:lnTo>
                      <a:lnTo>
                        <a:pt x="1265" y="188"/>
                      </a:lnTo>
                      <a:lnTo>
                        <a:pt x="1266" y="183"/>
                      </a:lnTo>
                      <a:lnTo>
                        <a:pt x="1268" y="183"/>
                      </a:lnTo>
                      <a:lnTo>
                        <a:pt x="1269" y="184"/>
                      </a:lnTo>
                      <a:lnTo>
                        <a:pt x="1271" y="184"/>
                      </a:lnTo>
                      <a:lnTo>
                        <a:pt x="1272" y="186"/>
                      </a:lnTo>
                      <a:lnTo>
                        <a:pt x="1274" y="186"/>
                      </a:lnTo>
                      <a:lnTo>
                        <a:pt x="1275" y="187"/>
                      </a:lnTo>
                      <a:lnTo>
                        <a:pt x="1277" y="184"/>
                      </a:lnTo>
                      <a:lnTo>
                        <a:pt x="1278" y="185"/>
                      </a:lnTo>
                      <a:lnTo>
                        <a:pt x="1279" y="186"/>
                      </a:lnTo>
                      <a:lnTo>
                        <a:pt x="1281" y="184"/>
                      </a:lnTo>
                      <a:lnTo>
                        <a:pt x="1282" y="183"/>
                      </a:lnTo>
                      <a:lnTo>
                        <a:pt x="1284" y="184"/>
                      </a:lnTo>
                      <a:lnTo>
                        <a:pt x="1285" y="184"/>
                      </a:lnTo>
                      <a:lnTo>
                        <a:pt x="1287" y="184"/>
                      </a:lnTo>
                      <a:lnTo>
                        <a:pt x="1288" y="188"/>
                      </a:lnTo>
                      <a:lnTo>
                        <a:pt x="1290" y="186"/>
                      </a:lnTo>
                      <a:lnTo>
                        <a:pt x="1291" y="184"/>
                      </a:lnTo>
                      <a:lnTo>
                        <a:pt x="1293" y="186"/>
                      </a:lnTo>
                      <a:lnTo>
                        <a:pt x="1294" y="186"/>
                      </a:lnTo>
                      <a:lnTo>
                        <a:pt x="1296" y="188"/>
                      </a:lnTo>
                      <a:lnTo>
                        <a:pt x="1297" y="190"/>
                      </a:lnTo>
                      <a:lnTo>
                        <a:pt x="1299" y="191"/>
                      </a:lnTo>
                      <a:lnTo>
                        <a:pt x="1300" y="191"/>
                      </a:lnTo>
                      <a:lnTo>
                        <a:pt x="1302" y="191"/>
                      </a:lnTo>
                      <a:lnTo>
                        <a:pt x="1303" y="188"/>
                      </a:lnTo>
                      <a:lnTo>
                        <a:pt x="1304" y="188"/>
                      </a:lnTo>
                      <a:lnTo>
                        <a:pt x="1306" y="191"/>
                      </a:lnTo>
                      <a:lnTo>
                        <a:pt x="1307" y="190"/>
                      </a:lnTo>
                      <a:lnTo>
                        <a:pt x="1309" y="192"/>
                      </a:lnTo>
                      <a:lnTo>
                        <a:pt x="1310" y="193"/>
                      </a:lnTo>
                      <a:lnTo>
                        <a:pt x="1312" y="192"/>
                      </a:lnTo>
                      <a:lnTo>
                        <a:pt x="1313" y="194"/>
                      </a:lnTo>
                      <a:lnTo>
                        <a:pt x="1315" y="193"/>
                      </a:lnTo>
                      <a:lnTo>
                        <a:pt x="1316" y="192"/>
                      </a:lnTo>
                      <a:lnTo>
                        <a:pt x="1318" y="189"/>
                      </a:lnTo>
                      <a:lnTo>
                        <a:pt x="1319" y="188"/>
                      </a:lnTo>
                      <a:lnTo>
                        <a:pt x="1321" y="192"/>
                      </a:lnTo>
                      <a:lnTo>
                        <a:pt x="1322" y="191"/>
                      </a:lnTo>
                      <a:lnTo>
                        <a:pt x="1324" y="188"/>
                      </a:lnTo>
                      <a:lnTo>
                        <a:pt x="1325" y="189"/>
                      </a:lnTo>
                      <a:lnTo>
                        <a:pt x="1327" y="187"/>
                      </a:lnTo>
                      <a:lnTo>
                        <a:pt x="1328" y="187"/>
                      </a:lnTo>
                      <a:lnTo>
                        <a:pt x="1329" y="188"/>
                      </a:lnTo>
                      <a:lnTo>
                        <a:pt x="1331" y="190"/>
                      </a:lnTo>
                      <a:lnTo>
                        <a:pt x="1332" y="189"/>
                      </a:lnTo>
                      <a:lnTo>
                        <a:pt x="1334" y="192"/>
                      </a:lnTo>
                      <a:lnTo>
                        <a:pt x="1335" y="195"/>
                      </a:lnTo>
                      <a:lnTo>
                        <a:pt x="1337" y="195"/>
                      </a:lnTo>
                      <a:lnTo>
                        <a:pt x="1338" y="196"/>
                      </a:lnTo>
                      <a:lnTo>
                        <a:pt x="1340" y="195"/>
                      </a:lnTo>
                      <a:lnTo>
                        <a:pt x="1341" y="197"/>
                      </a:lnTo>
                      <a:lnTo>
                        <a:pt x="1343" y="197"/>
                      </a:lnTo>
                      <a:lnTo>
                        <a:pt x="1344" y="198"/>
                      </a:lnTo>
                      <a:lnTo>
                        <a:pt x="1346" y="196"/>
                      </a:lnTo>
                      <a:lnTo>
                        <a:pt x="1347" y="198"/>
                      </a:lnTo>
                      <a:lnTo>
                        <a:pt x="1349" y="195"/>
                      </a:lnTo>
                      <a:lnTo>
                        <a:pt x="1350" y="194"/>
                      </a:lnTo>
                      <a:lnTo>
                        <a:pt x="1352" y="196"/>
                      </a:lnTo>
                      <a:lnTo>
                        <a:pt x="1353" y="198"/>
                      </a:lnTo>
                      <a:lnTo>
                        <a:pt x="1354" y="199"/>
                      </a:lnTo>
                      <a:lnTo>
                        <a:pt x="1356" y="199"/>
                      </a:lnTo>
                      <a:lnTo>
                        <a:pt x="1357" y="199"/>
                      </a:lnTo>
                      <a:lnTo>
                        <a:pt x="1359" y="198"/>
                      </a:lnTo>
                      <a:lnTo>
                        <a:pt x="1360" y="198"/>
                      </a:lnTo>
                      <a:lnTo>
                        <a:pt x="1362" y="197"/>
                      </a:lnTo>
                      <a:lnTo>
                        <a:pt x="1363" y="194"/>
                      </a:lnTo>
                      <a:lnTo>
                        <a:pt x="1365" y="198"/>
                      </a:lnTo>
                      <a:lnTo>
                        <a:pt x="1366" y="197"/>
                      </a:lnTo>
                      <a:lnTo>
                        <a:pt x="1368" y="199"/>
                      </a:lnTo>
                      <a:lnTo>
                        <a:pt x="1369" y="208"/>
                      </a:lnTo>
                      <a:lnTo>
                        <a:pt x="1371" y="209"/>
                      </a:lnTo>
                      <a:lnTo>
                        <a:pt x="1372" y="214"/>
                      </a:lnTo>
                      <a:lnTo>
                        <a:pt x="1374" y="215"/>
                      </a:lnTo>
                      <a:lnTo>
                        <a:pt x="1375" y="213"/>
                      </a:lnTo>
                      <a:lnTo>
                        <a:pt x="1377" y="213"/>
                      </a:lnTo>
                    </a:path>
                  </a:pathLst>
                </a:custGeom>
                <a:noFill/>
                <a:ln cap="flat" cmpd="sng" w="25400">
                  <a:solidFill>
                    <a:srgbClr val="00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0" name="Google Shape;1160;p19"/>
                <p:cNvSpPr/>
                <p:nvPr/>
              </p:nvSpPr>
              <p:spPr>
                <a:xfrm flipH="1" rot="10800000">
                  <a:off x="1125538" y="1817688"/>
                  <a:ext cx="3638550" cy="487363"/>
                </a:xfrm>
                <a:custGeom>
                  <a:rect b="b" l="l" r="r" t="t"/>
                  <a:pathLst>
                    <a:path extrusionOk="0" h="221" w="1377">
                      <a:moveTo>
                        <a:pt x="0" y="56"/>
                      </a:moveTo>
                      <a:lnTo>
                        <a:pt x="1" y="72"/>
                      </a:lnTo>
                      <a:lnTo>
                        <a:pt x="3" y="70"/>
                      </a:lnTo>
                      <a:lnTo>
                        <a:pt x="4" y="72"/>
                      </a:lnTo>
                      <a:lnTo>
                        <a:pt x="6" y="72"/>
                      </a:lnTo>
                      <a:lnTo>
                        <a:pt x="7" y="73"/>
                      </a:lnTo>
                      <a:lnTo>
                        <a:pt x="9" y="77"/>
                      </a:lnTo>
                      <a:lnTo>
                        <a:pt x="10" y="78"/>
                      </a:lnTo>
                      <a:lnTo>
                        <a:pt x="11" y="80"/>
                      </a:lnTo>
                      <a:lnTo>
                        <a:pt x="13" y="82"/>
                      </a:lnTo>
                      <a:lnTo>
                        <a:pt x="14" y="82"/>
                      </a:lnTo>
                      <a:lnTo>
                        <a:pt x="16" y="84"/>
                      </a:lnTo>
                      <a:lnTo>
                        <a:pt x="17" y="85"/>
                      </a:lnTo>
                      <a:lnTo>
                        <a:pt x="19" y="85"/>
                      </a:lnTo>
                      <a:lnTo>
                        <a:pt x="20" y="81"/>
                      </a:lnTo>
                      <a:lnTo>
                        <a:pt x="22" y="83"/>
                      </a:lnTo>
                      <a:lnTo>
                        <a:pt x="23" y="84"/>
                      </a:lnTo>
                      <a:lnTo>
                        <a:pt x="25" y="85"/>
                      </a:lnTo>
                      <a:lnTo>
                        <a:pt x="26" y="82"/>
                      </a:lnTo>
                      <a:lnTo>
                        <a:pt x="28" y="75"/>
                      </a:lnTo>
                      <a:lnTo>
                        <a:pt x="29" y="82"/>
                      </a:lnTo>
                      <a:lnTo>
                        <a:pt x="31" y="89"/>
                      </a:lnTo>
                      <a:lnTo>
                        <a:pt x="32" y="91"/>
                      </a:lnTo>
                      <a:lnTo>
                        <a:pt x="34" y="92"/>
                      </a:lnTo>
                      <a:lnTo>
                        <a:pt x="35" y="93"/>
                      </a:lnTo>
                      <a:lnTo>
                        <a:pt x="36" y="89"/>
                      </a:lnTo>
                      <a:lnTo>
                        <a:pt x="38" y="89"/>
                      </a:lnTo>
                      <a:lnTo>
                        <a:pt x="39" y="87"/>
                      </a:lnTo>
                      <a:lnTo>
                        <a:pt x="41" y="86"/>
                      </a:lnTo>
                      <a:lnTo>
                        <a:pt x="42" y="88"/>
                      </a:lnTo>
                      <a:lnTo>
                        <a:pt x="44" y="87"/>
                      </a:lnTo>
                      <a:lnTo>
                        <a:pt x="45" y="88"/>
                      </a:lnTo>
                      <a:lnTo>
                        <a:pt x="47" y="87"/>
                      </a:lnTo>
                      <a:lnTo>
                        <a:pt x="48" y="86"/>
                      </a:lnTo>
                      <a:lnTo>
                        <a:pt x="50" y="89"/>
                      </a:lnTo>
                      <a:lnTo>
                        <a:pt x="51" y="89"/>
                      </a:lnTo>
                      <a:lnTo>
                        <a:pt x="53" y="86"/>
                      </a:lnTo>
                      <a:lnTo>
                        <a:pt x="54" y="85"/>
                      </a:lnTo>
                      <a:lnTo>
                        <a:pt x="56" y="84"/>
                      </a:lnTo>
                      <a:lnTo>
                        <a:pt x="57" y="82"/>
                      </a:lnTo>
                      <a:lnTo>
                        <a:pt x="59" y="79"/>
                      </a:lnTo>
                      <a:lnTo>
                        <a:pt x="60" y="78"/>
                      </a:lnTo>
                      <a:lnTo>
                        <a:pt x="61" y="80"/>
                      </a:lnTo>
                      <a:lnTo>
                        <a:pt x="63" y="80"/>
                      </a:lnTo>
                      <a:lnTo>
                        <a:pt x="64" y="80"/>
                      </a:lnTo>
                      <a:lnTo>
                        <a:pt x="66" y="82"/>
                      </a:lnTo>
                      <a:lnTo>
                        <a:pt x="67" y="85"/>
                      </a:lnTo>
                      <a:lnTo>
                        <a:pt x="69" y="87"/>
                      </a:lnTo>
                      <a:lnTo>
                        <a:pt x="70" y="87"/>
                      </a:lnTo>
                      <a:lnTo>
                        <a:pt x="72" y="89"/>
                      </a:lnTo>
                      <a:lnTo>
                        <a:pt x="73" y="89"/>
                      </a:lnTo>
                      <a:lnTo>
                        <a:pt x="75" y="89"/>
                      </a:lnTo>
                      <a:lnTo>
                        <a:pt x="76" y="89"/>
                      </a:lnTo>
                      <a:lnTo>
                        <a:pt x="78" y="87"/>
                      </a:lnTo>
                      <a:lnTo>
                        <a:pt x="79" y="89"/>
                      </a:lnTo>
                      <a:lnTo>
                        <a:pt x="81" y="89"/>
                      </a:lnTo>
                      <a:lnTo>
                        <a:pt x="82" y="92"/>
                      </a:lnTo>
                      <a:lnTo>
                        <a:pt x="84" y="94"/>
                      </a:lnTo>
                      <a:lnTo>
                        <a:pt x="85" y="91"/>
                      </a:lnTo>
                      <a:lnTo>
                        <a:pt x="86" y="90"/>
                      </a:lnTo>
                      <a:lnTo>
                        <a:pt x="88" y="88"/>
                      </a:lnTo>
                      <a:lnTo>
                        <a:pt x="89" y="87"/>
                      </a:lnTo>
                      <a:lnTo>
                        <a:pt x="91" y="85"/>
                      </a:lnTo>
                      <a:lnTo>
                        <a:pt x="92" y="85"/>
                      </a:lnTo>
                      <a:lnTo>
                        <a:pt x="94" y="86"/>
                      </a:lnTo>
                      <a:lnTo>
                        <a:pt x="95" y="88"/>
                      </a:lnTo>
                      <a:lnTo>
                        <a:pt x="97" y="89"/>
                      </a:lnTo>
                      <a:lnTo>
                        <a:pt x="98" y="90"/>
                      </a:lnTo>
                      <a:lnTo>
                        <a:pt x="100" y="90"/>
                      </a:lnTo>
                      <a:lnTo>
                        <a:pt x="101" y="93"/>
                      </a:lnTo>
                      <a:lnTo>
                        <a:pt x="103" y="94"/>
                      </a:lnTo>
                      <a:lnTo>
                        <a:pt x="104" y="96"/>
                      </a:lnTo>
                      <a:lnTo>
                        <a:pt x="106" y="99"/>
                      </a:lnTo>
                      <a:lnTo>
                        <a:pt x="107" y="97"/>
                      </a:lnTo>
                      <a:lnTo>
                        <a:pt x="109" y="99"/>
                      </a:lnTo>
                      <a:lnTo>
                        <a:pt x="110" y="107"/>
                      </a:lnTo>
                      <a:lnTo>
                        <a:pt x="111" y="95"/>
                      </a:lnTo>
                      <a:lnTo>
                        <a:pt x="113" y="161"/>
                      </a:lnTo>
                      <a:lnTo>
                        <a:pt x="114" y="0"/>
                      </a:lnTo>
                      <a:lnTo>
                        <a:pt x="116" y="94"/>
                      </a:lnTo>
                      <a:lnTo>
                        <a:pt x="117" y="101"/>
                      </a:lnTo>
                      <a:lnTo>
                        <a:pt x="119" y="103"/>
                      </a:lnTo>
                      <a:lnTo>
                        <a:pt x="120" y="104"/>
                      </a:lnTo>
                      <a:lnTo>
                        <a:pt x="122" y="108"/>
                      </a:lnTo>
                      <a:lnTo>
                        <a:pt x="123" y="107"/>
                      </a:lnTo>
                      <a:lnTo>
                        <a:pt x="125" y="108"/>
                      </a:lnTo>
                      <a:lnTo>
                        <a:pt x="126" y="110"/>
                      </a:lnTo>
                      <a:lnTo>
                        <a:pt x="128" y="112"/>
                      </a:lnTo>
                      <a:lnTo>
                        <a:pt x="129" y="112"/>
                      </a:lnTo>
                      <a:lnTo>
                        <a:pt x="131" y="112"/>
                      </a:lnTo>
                      <a:lnTo>
                        <a:pt x="132" y="112"/>
                      </a:lnTo>
                      <a:lnTo>
                        <a:pt x="134" y="113"/>
                      </a:lnTo>
                      <a:lnTo>
                        <a:pt x="135" y="110"/>
                      </a:lnTo>
                      <a:lnTo>
                        <a:pt x="136" y="109"/>
                      </a:lnTo>
                      <a:lnTo>
                        <a:pt x="138" y="106"/>
                      </a:lnTo>
                      <a:lnTo>
                        <a:pt x="139" y="105"/>
                      </a:lnTo>
                      <a:lnTo>
                        <a:pt x="141" y="105"/>
                      </a:lnTo>
                      <a:lnTo>
                        <a:pt x="142" y="104"/>
                      </a:lnTo>
                      <a:lnTo>
                        <a:pt x="144" y="106"/>
                      </a:lnTo>
                      <a:lnTo>
                        <a:pt x="145" y="106"/>
                      </a:lnTo>
                      <a:lnTo>
                        <a:pt x="147" y="104"/>
                      </a:lnTo>
                      <a:lnTo>
                        <a:pt x="148" y="105"/>
                      </a:lnTo>
                      <a:lnTo>
                        <a:pt x="150" y="101"/>
                      </a:lnTo>
                      <a:lnTo>
                        <a:pt x="151" y="100"/>
                      </a:lnTo>
                      <a:lnTo>
                        <a:pt x="153" y="103"/>
                      </a:lnTo>
                      <a:lnTo>
                        <a:pt x="154" y="102"/>
                      </a:lnTo>
                      <a:lnTo>
                        <a:pt x="156" y="100"/>
                      </a:lnTo>
                      <a:lnTo>
                        <a:pt x="157" y="102"/>
                      </a:lnTo>
                      <a:lnTo>
                        <a:pt x="159" y="105"/>
                      </a:lnTo>
                      <a:lnTo>
                        <a:pt x="160" y="105"/>
                      </a:lnTo>
                      <a:lnTo>
                        <a:pt x="161" y="107"/>
                      </a:lnTo>
                      <a:lnTo>
                        <a:pt x="163" y="107"/>
                      </a:lnTo>
                      <a:lnTo>
                        <a:pt x="164" y="111"/>
                      </a:lnTo>
                      <a:lnTo>
                        <a:pt x="166" y="106"/>
                      </a:lnTo>
                      <a:lnTo>
                        <a:pt x="167" y="106"/>
                      </a:lnTo>
                      <a:lnTo>
                        <a:pt x="169" y="104"/>
                      </a:lnTo>
                      <a:lnTo>
                        <a:pt x="170" y="104"/>
                      </a:lnTo>
                      <a:lnTo>
                        <a:pt x="172" y="103"/>
                      </a:lnTo>
                      <a:lnTo>
                        <a:pt x="173" y="100"/>
                      </a:lnTo>
                      <a:lnTo>
                        <a:pt x="175" y="96"/>
                      </a:lnTo>
                      <a:lnTo>
                        <a:pt x="176" y="101"/>
                      </a:lnTo>
                      <a:lnTo>
                        <a:pt x="178" y="103"/>
                      </a:lnTo>
                      <a:lnTo>
                        <a:pt x="179" y="105"/>
                      </a:lnTo>
                      <a:lnTo>
                        <a:pt x="181" y="104"/>
                      </a:lnTo>
                      <a:lnTo>
                        <a:pt x="182" y="104"/>
                      </a:lnTo>
                      <a:lnTo>
                        <a:pt x="184" y="104"/>
                      </a:lnTo>
                      <a:lnTo>
                        <a:pt x="185" y="107"/>
                      </a:lnTo>
                      <a:lnTo>
                        <a:pt x="186" y="105"/>
                      </a:lnTo>
                      <a:lnTo>
                        <a:pt x="188" y="107"/>
                      </a:lnTo>
                      <a:lnTo>
                        <a:pt x="189" y="107"/>
                      </a:lnTo>
                      <a:lnTo>
                        <a:pt x="191" y="110"/>
                      </a:lnTo>
                      <a:lnTo>
                        <a:pt x="192" y="109"/>
                      </a:lnTo>
                      <a:lnTo>
                        <a:pt x="194" y="108"/>
                      </a:lnTo>
                      <a:lnTo>
                        <a:pt x="195" y="108"/>
                      </a:lnTo>
                      <a:lnTo>
                        <a:pt x="197" y="107"/>
                      </a:lnTo>
                      <a:lnTo>
                        <a:pt x="198" y="105"/>
                      </a:lnTo>
                      <a:lnTo>
                        <a:pt x="200" y="103"/>
                      </a:lnTo>
                      <a:lnTo>
                        <a:pt x="201" y="103"/>
                      </a:lnTo>
                      <a:lnTo>
                        <a:pt x="203" y="102"/>
                      </a:lnTo>
                      <a:lnTo>
                        <a:pt x="204" y="100"/>
                      </a:lnTo>
                      <a:lnTo>
                        <a:pt x="206" y="100"/>
                      </a:lnTo>
                      <a:lnTo>
                        <a:pt x="207" y="99"/>
                      </a:lnTo>
                      <a:lnTo>
                        <a:pt x="209" y="102"/>
                      </a:lnTo>
                      <a:lnTo>
                        <a:pt x="210" y="103"/>
                      </a:lnTo>
                      <a:lnTo>
                        <a:pt x="211" y="103"/>
                      </a:lnTo>
                      <a:lnTo>
                        <a:pt x="213" y="105"/>
                      </a:lnTo>
                      <a:lnTo>
                        <a:pt x="214" y="109"/>
                      </a:lnTo>
                      <a:lnTo>
                        <a:pt x="216" y="112"/>
                      </a:lnTo>
                      <a:lnTo>
                        <a:pt x="217" y="114"/>
                      </a:lnTo>
                      <a:lnTo>
                        <a:pt x="219" y="117"/>
                      </a:lnTo>
                      <a:lnTo>
                        <a:pt x="220" y="118"/>
                      </a:lnTo>
                      <a:lnTo>
                        <a:pt x="222" y="120"/>
                      </a:lnTo>
                      <a:lnTo>
                        <a:pt x="223" y="119"/>
                      </a:lnTo>
                      <a:lnTo>
                        <a:pt x="225" y="118"/>
                      </a:lnTo>
                      <a:lnTo>
                        <a:pt x="226" y="117"/>
                      </a:lnTo>
                      <a:lnTo>
                        <a:pt x="228" y="113"/>
                      </a:lnTo>
                      <a:lnTo>
                        <a:pt x="229" y="113"/>
                      </a:lnTo>
                      <a:lnTo>
                        <a:pt x="231" y="112"/>
                      </a:lnTo>
                      <a:lnTo>
                        <a:pt x="232" y="112"/>
                      </a:lnTo>
                      <a:lnTo>
                        <a:pt x="234" y="112"/>
                      </a:lnTo>
                      <a:lnTo>
                        <a:pt x="235" y="111"/>
                      </a:lnTo>
                      <a:lnTo>
                        <a:pt x="237" y="109"/>
                      </a:lnTo>
                      <a:lnTo>
                        <a:pt x="238" y="111"/>
                      </a:lnTo>
                      <a:lnTo>
                        <a:pt x="239" y="110"/>
                      </a:lnTo>
                      <a:lnTo>
                        <a:pt x="241" y="110"/>
                      </a:lnTo>
                      <a:lnTo>
                        <a:pt x="242" y="109"/>
                      </a:lnTo>
                      <a:lnTo>
                        <a:pt x="244" y="106"/>
                      </a:lnTo>
                      <a:lnTo>
                        <a:pt x="245" y="110"/>
                      </a:lnTo>
                      <a:lnTo>
                        <a:pt x="247" y="110"/>
                      </a:lnTo>
                      <a:lnTo>
                        <a:pt x="248" y="112"/>
                      </a:lnTo>
                      <a:lnTo>
                        <a:pt x="250" y="109"/>
                      </a:lnTo>
                      <a:lnTo>
                        <a:pt x="251" y="112"/>
                      </a:lnTo>
                      <a:lnTo>
                        <a:pt x="253" y="112"/>
                      </a:lnTo>
                      <a:lnTo>
                        <a:pt x="254" y="112"/>
                      </a:lnTo>
                      <a:lnTo>
                        <a:pt x="256" y="108"/>
                      </a:lnTo>
                      <a:lnTo>
                        <a:pt x="257" y="108"/>
                      </a:lnTo>
                      <a:lnTo>
                        <a:pt x="259" y="105"/>
                      </a:lnTo>
                      <a:lnTo>
                        <a:pt x="260" y="104"/>
                      </a:lnTo>
                      <a:lnTo>
                        <a:pt x="262" y="105"/>
                      </a:lnTo>
                      <a:lnTo>
                        <a:pt x="263" y="104"/>
                      </a:lnTo>
                      <a:lnTo>
                        <a:pt x="264" y="105"/>
                      </a:lnTo>
                      <a:lnTo>
                        <a:pt x="266" y="108"/>
                      </a:lnTo>
                      <a:lnTo>
                        <a:pt x="267" y="108"/>
                      </a:lnTo>
                      <a:lnTo>
                        <a:pt x="269" y="112"/>
                      </a:lnTo>
                      <a:lnTo>
                        <a:pt x="270" y="113"/>
                      </a:lnTo>
                      <a:lnTo>
                        <a:pt x="272" y="113"/>
                      </a:lnTo>
                      <a:lnTo>
                        <a:pt x="273" y="114"/>
                      </a:lnTo>
                      <a:lnTo>
                        <a:pt x="275" y="114"/>
                      </a:lnTo>
                      <a:lnTo>
                        <a:pt x="276" y="114"/>
                      </a:lnTo>
                      <a:lnTo>
                        <a:pt x="278" y="118"/>
                      </a:lnTo>
                      <a:lnTo>
                        <a:pt x="279" y="119"/>
                      </a:lnTo>
                      <a:lnTo>
                        <a:pt x="281" y="120"/>
                      </a:lnTo>
                      <a:lnTo>
                        <a:pt x="282" y="122"/>
                      </a:lnTo>
                      <a:lnTo>
                        <a:pt x="284" y="125"/>
                      </a:lnTo>
                      <a:lnTo>
                        <a:pt x="285" y="126"/>
                      </a:lnTo>
                      <a:lnTo>
                        <a:pt x="287" y="125"/>
                      </a:lnTo>
                      <a:lnTo>
                        <a:pt x="288" y="122"/>
                      </a:lnTo>
                      <a:lnTo>
                        <a:pt x="289" y="122"/>
                      </a:lnTo>
                      <a:lnTo>
                        <a:pt x="291" y="120"/>
                      </a:lnTo>
                      <a:lnTo>
                        <a:pt x="292" y="116"/>
                      </a:lnTo>
                      <a:lnTo>
                        <a:pt x="294" y="117"/>
                      </a:lnTo>
                      <a:lnTo>
                        <a:pt x="295" y="117"/>
                      </a:lnTo>
                      <a:lnTo>
                        <a:pt x="297" y="120"/>
                      </a:lnTo>
                      <a:lnTo>
                        <a:pt x="298" y="120"/>
                      </a:lnTo>
                      <a:lnTo>
                        <a:pt x="300" y="120"/>
                      </a:lnTo>
                      <a:lnTo>
                        <a:pt x="301" y="121"/>
                      </a:lnTo>
                      <a:lnTo>
                        <a:pt x="303" y="122"/>
                      </a:lnTo>
                      <a:lnTo>
                        <a:pt x="304" y="122"/>
                      </a:lnTo>
                      <a:lnTo>
                        <a:pt x="306" y="120"/>
                      </a:lnTo>
                      <a:lnTo>
                        <a:pt x="307" y="119"/>
                      </a:lnTo>
                      <a:lnTo>
                        <a:pt x="309" y="119"/>
                      </a:lnTo>
                      <a:lnTo>
                        <a:pt x="310" y="119"/>
                      </a:lnTo>
                      <a:lnTo>
                        <a:pt x="312" y="118"/>
                      </a:lnTo>
                      <a:lnTo>
                        <a:pt x="313" y="118"/>
                      </a:lnTo>
                      <a:lnTo>
                        <a:pt x="314" y="117"/>
                      </a:lnTo>
                      <a:lnTo>
                        <a:pt x="316" y="118"/>
                      </a:lnTo>
                      <a:lnTo>
                        <a:pt x="317" y="119"/>
                      </a:lnTo>
                      <a:lnTo>
                        <a:pt x="319" y="117"/>
                      </a:lnTo>
                      <a:lnTo>
                        <a:pt x="320" y="119"/>
                      </a:lnTo>
                      <a:lnTo>
                        <a:pt x="322" y="119"/>
                      </a:lnTo>
                      <a:lnTo>
                        <a:pt x="323" y="124"/>
                      </a:lnTo>
                      <a:lnTo>
                        <a:pt x="325" y="126"/>
                      </a:lnTo>
                      <a:lnTo>
                        <a:pt x="326" y="124"/>
                      </a:lnTo>
                      <a:lnTo>
                        <a:pt x="328" y="123"/>
                      </a:lnTo>
                      <a:lnTo>
                        <a:pt x="329" y="126"/>
                      </a:lnTo>
                      <a:lnTo>
                        <a:pt x="331" y="124"/>
                      </a:lnTo>
                      <a:lnTo>
                        <a:pt x="332" y="125"/>
                      </a:lnTo>
                      <a:lnTo>
                        <a:pt x="334" y="125"/>
                      </a:lnTo>
                      <a:lnTo>
                        <a:pt x="335" y="127"/>
                      </a:lnTo>
                      <a:lnTo>
                        <a:pt x="337" y="125"/>
                      </a:lnTo>
                      <a:lnTo>
                        <a:pt x="338" y="126"/>
                      </a:lnTo>
                      <a:lnTo>
                        <a:pt x="339" y="126"/>
                      </a:lnTo>
                      <a:lnTo>
                        <a:pt x="341" y="127"/>
                      </a:lnTo>
                      <a:lnTo>
                        <a:pt x="342" y="125"/>
                      </a:lnTo>
                      <a:lnTo>
                        <a:pt x="344" y="122"/>
                      </a:lnTo>
                      <a:lnTo>
                        <a:pt x="345" y="121"/>
                      </a:lnTo>
                      <a:lnTo>
                        <a:pt x="347" y="121"/>
                      </a:lnTo>
                      <a:lnTo>
                        <a:pt x="348" y="119"/>
                      </a:lnTo>
                      <a:lnTo>
                        <a:pt x="350" y="118"/>
                      </a:lnTo>
                      <a:lnTo>
                        <a:pt x="351" y="119"/>
                      </a:lnTo>
                      <a:lnTo>
                        <a:pt x="353" y="119"/>
                      </a:lnTo>
                      <a:lnTo>
                        <a:pt x="354" y="121"/>
                      </a:lnTo>
                      <a:lnTo>
                        <a:pt x="356" y="122"/>
                      </a:lnTo>
                      <a:lnTo>
                        <a:pt x="357" y="121"/>
                      </a:lnTo>
                      <a:lnTo>
                        <a:pt x="359" y="123"/>
                      </a:lnTo>
                      <a:lnTo>
                        <a:pt x="360" y="123"/>
                      </a:lnTo>
                      <a:lnTo>
                        <a:pt x="362" y="125"/>
                      </a:lnTo>
                      <a:lnTo>
                        <a:pt x="363" y="125"/>
                      </a:lnTo>
                      <a:lnTo>
                        <a:pt x="364" y="123"/>
                      </a:lnTo>
                      <a:lnTo>
                        <a:pt x="366" y="125"/>
                      </a:lnTo>
                      <a:lnTo>
                        <a:pt x="367" y="126"/>
                      </a:lnTo>
                      <a:lnTo>
                        <a:pt x="369" y="126"/>
                      </a:lnTo>
                      <a:lnTo>
                        <a:pt x="370" y="127"/>
                      </a:lnTo>
                      <a:lnTo>
                        <a:pt x="372" y="125"/>
                      </a:lnTo>
                      <a:lnTo>
                        <a:pt x="373" y="126"/>
                      </a:lnTo>
                      <a:lnTo>
                        <a:pt x="375" y="122"/>
                      </a:lnTo>
                      <a:lnTo>
                        <a:pt x="376" y="121"/>
                      </a:lnTo>
                      <a:lnTo>
                        <a:pt x="378" y="119"/>
                      </a:lnTo>
                      <a:lnTo>
                        <a:pt x="379" y="117"/>
                      </a:lnTo>
                      <a:lnTo>
                        <a:pt x="381" y="117"/>
                      </a:lnTo>
                      <a:lnTo>
                        <a:pt x="382" y="119"/>
                      </a:lnTo>
                      <a:lnTo>
                        <a:pt x="384" y="120"/>
                      </a:lnTo>
                      <a:lnTo>
                        <a:pt x="385" y="123"/>
                      </a:lnTo>
                      <a:lnTo>
                        <a:pt x="387" y="124"/>
                      </a:lnTo>
                      <a:lnTo>
                        <a:pt x="388" y="123"/>
                      </a:lnTo>
                      <a:lnTo>
                        <a:pt x="389" y="123"/>
                      </a:lnTo>
                      <a:lnTo>
                        <a:pt x="391" y="123"/>
                      </a:lnTo>
                      <a:lnTo>
                        <a:pt x="392" y="120"/>
                      </a:lnTo>
                      <a:lnTo>
                        <a:pt x="394" y="121"/>
                      </a:lnTo>
                      <a:lnTo>
                        <a:pt x="395" y="121"/>
                      </a:lnTo>
                      <a:lnTo>
                        <a:pt x="397" y="120"/>
                      </a:lnTo>
                      <a:lnTo>
                        <a:pt x="398" y="120"/>
                      </a:lnTo>
                      <a:lnTo>
                        <a:pt x="400" y="119"/>
                      </a:lnTo>
                      <a:lnTo>
                        <a:pt x="401" y="120"/>
                      </a:lnTo>
                      <a:lnTo>
                        <a:pt x="403" y="118"/>
                      </a:lnTo>
                      <a:lnTo>
                        <a:pt x="404" y="119"/>
                      </a:lnTo>
                      <a:lnTo>
                        <a:pt x="406" y="121"/>
                      </a:lnTo>
                      <a:lnTo>
                        <a:pt x="407" y="32"/>
                      </a:lnTo>
                      <a:lnTo>
                        <a:pt x="409" y="115"/>
                      </a:lnTo>
                      <a:lnTo>
                        <a:pt x="410" y="120"/>
                      </a:lnTo>
                      <a:lnTo>
                        <a:pt x="412" y="121"/>
                      </a:lnTo>
                      <a:lnTo>
                        <a:pt x="413" y="120"/>
                      </a:lnTo>
                      <a:lnTo>
                        <a:pt x="414" y="117"/>
                      </a:lnTo>
                      <a:lnTo>
                        <a:pt x="416" y="114"/>
                      </a:lnTo>
                      <a:lnTo>
                        <a:pt x="417" y="113"/>
                      </a:lnTo>
                      <a:lnTo>
                        <a:pt x="419" y="111"/>
                      </a:lnTo>
                      <a:lnTo>
                        <a:pt x="420" y="115"/>
                      </a:lnTo>
                      <a:lnTo>
                        <a:pt x="422" y="112"/>
                      </a:lnTo>
                      <a:lnTo>
                        <a:pt x="423" y="114"/>
                      </a:lnTo>
                      <a:lnTo>
                        <a:pt x="425" y="115"/>
                      </a:lnTo>
                      <a:lnTo>
                        <a:pt x="426" y="114"/>
                      </a:lnTo>
                      <a:lnTo>
                        <a:pt x="428" y="119"/>
                      </a:lnTo>
                      <a:lnTo>
                        <a:pt x="429" y="118"/>
                      </a:lnTo>
                      <a:lnTo>
                        <a:pt x="431" y="120"/>
                      </a:lnTo>
                      <a:lnTo>
                        <a:pt x="432" y="122"/>
                      </a:lnTo>
                      <a:lnTo>
                        <a:pt x="434" y="120"/>
                      </a:lnTo>
                      <a:lnTo>
                        <a:pt x="435" y="119"/>
                      </a:lnTo>
                      <a:lnTo>
                        <a:pt x="437" y="117"/>
                      </a:lnTo>
                      <a:lnTo>
                        <a:pt x="438" y="118"/>
                      </a:lnTo>
                      <a:lnTo>
                        <a:pt x="440" y="114"/>
                      </a:lnTo>
                      <a:lnTo>
                        <a:pt x="441" y="112"/>
                      </a:lnTo>
                      <a:lnTo>
                        <a:pt x="442" y="112"/>
                      </a:lnTo>
                      <a:lnTo>
                        <a:pt x="444" y="117"/>
                      </a:lnTo>
                      <a:lnTo>
                        <a:pt x="445" y="121"/>
                      </a:lnTo>
                      <a:lnTo>
                        <a:pt x="447" y="123"/>
                      </a:lnTo>
                      <a:lnTo>
                        <a:pt x="448" y="127"/>
                      </a:lnTo>
                      <a:lnTo>
                        <a:pt x="450" y="128"/>
                      </a:lnTo>
                      <a:lnTo>
                        <a:pt x="451" y="126"/>
                      </a:lnTo>
                      <a:lnTo>
                        <a:pt x="453" y="122"/>
                      </a:lnTo>
                      <a:lnTo>
                        <a:pt x="454" y="119"/>
                      </a:lnTo>
                      <a:lnTo>
                        <a:pt x="456" y="116"/>
                      </a:lnTo>
                      <a:lnTo>
                        <a:pt x="457" y="113"/>
                      </a:lnTo>
                      <a:lnTo>
                        <a:pt x="459" y="111"/>
                      </a:lnTo>
                      <a:lnTo>
                        <a:pt x="460" y="110"/>
                      </a:lnTo>
                      <a:lnTo>
                        <a:pt x="462" y="108"/>
                      </a:lnTo>
                      <a:lnTo>
                        <a:pt x="463" y="111"/>
                      </a:lnTo>
                      <a:lnTo>
                        <a:pt x="465" y="113"/>
                      </a:lnTo>
                      <a:lnTo>
                        <a:pt x="466" y="114"/>
                      </a:lnTo>
                      <a:lnTo>
                        <a:pt x="467" y="117"/>
                      </a:lnTo>
                      <a:lnTo>
                        <a:pt x="469" y="117"/>
                      </a:lnTo>
                      <a:lnTo>
                        <a:pt x="470" y="116"/>
                      </a:lnTo>
                      <a:lnTo>
                        <a:pt x="472" y="115"/>
                      </a:lnTo>
                      <a:lnTo>
                        <a:pt x="473" y="111"/>
                      </a:lnTo>
                      <a:lnTo>
                        <a:pt x="475" y="108"/>
                      </a:lnTo>
                      <a:lnTo>
                        <a:pt x="476" y="107"/>
                      </a:lnTo>
                      <a:lnTo>
                        <a:pt x="478" y="108"/>
                      </a:lnTo>
                      <a:lnTo>
                        <a:pt x="479" y="108"/>
                      </a:lnTo>
                      <a:lnTo>
                        <a:pt x="481" y="109"/>
                      </a:lnTo>
                      <a:lnTo>
                        <a:pt x="482" y="109"/>
                      </a:lnTo>
                      <a:lnTo>
                        <a:pt x="484" y="111"/>
                      </a:lnTo>
                      <a:lnTo>
                        <a:pt x="485" y="113"/>
                      </a:lnTo>
                      <a:lnTo>
                        <a:pt x="487" y="114"/>
                      </a:lnTo>
                      <a:lnTo>
                        <a:pt x="488" y="114"/>
                      </a:lnTo>
                      <a:lnTo>
                        <a:pt x="490" y="112"/>
                      </a:lnTo>
                      <a:lnTo>
                        <a:pt x="491" y="115"/>
                      </a:lnTo>
                      <a:lnTo>
                        <a:pt x="492" y="117"/>
                      </a:lnTo>
                      <a:lnTo>
                        <a:pt x="494" y="116"/>
                      </a:lnTo>
                      <a:lnTo>
                        <a:pt x="495" y="117"/>
                      </a:lnTo>
                      <a:lnTo>
                        <a:pt x="497" y="120"/>
                      </a:lnTo>
                      <a:lnTo>
                        <a:pt x="498" y="126"/>
                      </a:lnTo>
                      <a:lnTo>
                        <a:pt x="500" y="130"/>
                      </a:lnTo>
                      <a:lnTo>
                        <a:pt x="501" y="131"/>
                      </a:lnTo>
                      <a:lnTo>
                        <a:pt x="503" y="132"/>
                      </a:lnTo>
                      <a:lnTo>
                        <a:pt x="504" y="133"/>
                      </a:lnTo>
                      <a:lnTo>
                        <a:pt x="506" y="131"/>
                      </a:lnTo>
                      <a:lnTo>
                        <a:pt x="507" y="131"/>
                      </a:lnTo>
                      <a:lnTo>
                        <a:pt x="509" y="130"/>
                      </a:lnTo>
                      <a:lnTo>
                        <a:pt x="510" y="131"/>
                      </a:lnTo>
                      <a:lnTo>
                        <a:pt x="512" y="131"/>
                      </a:lnTo>
                      <a:lnTo>
                        <a:pt x="513" y="132"/>
                      </a:lnTo>
                      <a:lnTo>
                        <a:pt x="515" y="134"/>
                      </a:lnTo>
                      <a:lnTo>
                        <a:pt x="516" y="133"/>
                      </a:lnTo>
                      <a:lnTo>
                        <a:pt x="517" y="131"/>
                      </a:lnTo>
                      <a:lnTo>
                        <a:pt x="519" y="132"/>
                      </a:lnTo>
                      <a:lnTo>
                        <a:pt x="520" y="130"/>
                      </a:lnTo>
                      <a:lnTo>
                        <a:pt x="522" y="128"/>
                      </a:lnTo>
                      <a:lnTo>
                        <a:pt x="523" y="126"/>
                      </a:lnTo>
                      <a:lnTo>
                        <a:pt x="525" y="126"/>
                      </a:lnTo>
                      <a:lnTo>
                        <a:pt x="526" y="126"/>
                      </a:lnTo>
                      <a:lnTo>
                        <a:pt x="528" y="125"/>
                      </a:lnTo>
                      <a:lnTo>
                        <a:pt x="529" y="125"/>
                      </a:lnTo>
                      <a:lnTo>
                        <a:pt x="531" y="124"/>
                      </a:lnTo>
                      <a:lnTo>
                        <a:pt x="532" y="126"/>
                      </a:lnTo>
                      <a:lnTo>
                        <a:pt x="534" y="124"/>
                      </a:lnTo>
                      <a:lnTo>
                        <a:pt x="535" y="126"/>
                      </a:lnTo>
                      <a:lnTo>
                        <a:pt x="537" y="128"/>
                      </a:lnTo>
                      <a:lnTo>
                        <a:pt x="538" y="129"/>
                      </a:lnTo>
                      <a:lnTo>
                        <a:pt x="540" y="131"/>
                      </a:lnTo>
                      <a:lnTo>
                        <a:pt x="541" y="132"/>
                      </a:lnTo>
                      <a:lnTo>
                        <a:pt x="542" y="135"/>
                      </a:lnTo>
                      <a:lnTo>
                        <a:pt x="544" y="136"/>
                      </a:lnTo>
                      <a:lnTo>
                        <a:pt x="545" y="137"/>
                      </a:lnTo>
                      <a:lnTo>
                        <a:pt x="547" y="138"/>
                      </a:lnTo>
                      <a:lnTo>
                        <a:pt x="548" y="139"/>
                      </a:lnTo>
                      <a:lnTo>
                        <a:pt x="550" y="137"/>
                      </a:lnTo>
                      <a:lnTo>
                        <a:pt x="551" y="138"/>
                      </a:lnTo>
                      <a:lnTo>
                        <a:pt x="553" y="134"/>
                      </a:lnTo>
                      <a:lnTo>
                        <a:pt x="554" y="133"/>
                      </a:lnTo>
                      <a:lnTo>
                        <a:pt x="556" y="131"/>
                      </a:lnTo>
                      <a:lnTo>
                        <a:pt x="557" y="134"/>
                      </a:lnTo>
                      <a:lnTo>
                        <a:pt x="559" y="134"/>
                      </a:lnTo>
                      <a:lnTo>
                        <a:pt x="560" y="136"/>
                      </a:lnTo>
                      <a:lnTo>
                        <a:pt x="562" y="136"/>
                      </a:lnTo>
                      <a:lnTo>
                        <a:pt x="563" y="138"/>
                      </a:lnTo>
                      <a:lnTo>
                        <a:pt x="565" y="141"/>
                      </a:lnTo>
                      <a:lnTo>
                        <a:pt x="566" y="139"/>
                      </a:lnTo>
                      <a:lnTo>
                        <a:pt x="567" y="141"/>
                      </a:lnTo>
                      <a:lnTo>
                        <a:pt x="569" y="141"/>
                      </a:lnTo>
                      <a:lnTo>
                        <a:pt x="570" y="142"/>
                      </a:lnTo>
                      <a:lnTo>
                        <a:pt x="572" y="140"/>
                      </a:lnTo>
                      <a:lnTo>
                        <a:pt x="573" y="141"/>
                      </a:lnTo>
                      <a:lnTo>
                        <a:pt x="575" y="139"/>
                      </a:lnTo>
                      <a:lnTo>
                        <a:pt x="576" y="140"/>
                      </a:lnTo>
                      <a:lnTo>
                        <a:pt x="578" y="139"/>
                      </a:lnTo>
                      <a:lnTo>
                        <a:pt x="579" y="141"/>
                      </a:lnTo>
                      <a:lnTo>
                        <a:pt x="581" y="140"/>
                      </a:lnTo>
                      <a:lnTo>
                        <a:pt x="582" y="140"/>
                      </a:lnTo>
                      <a:lnTo>
                        <a:pt x="584" y="140"/>
                      </a:lnTo>
                      <a:lnTo>
                        <a:pt x="585" y="139"/>
                      </a:lnTo>
                      <a:lnTo>
                        <a:pt x="587" y="138"/>
                      </a:lnTo>
                      <a:lnTo>
                        <a:pt x="588" y="139"/>
                      </a:lnTo>
                      <a:lnTo>
                        <a:pt x="590" y="139"/>
                      </a:lnTo>
                      <a:lnTo>
                        <a:pt x="591" y="139"/>
                      </a:lnTo>
                      <a:lnTo>
                        <a:pt x="592" y="138"/>
                      </a:lnTo>
                      <a:lnTo>
                        <a:pt x="594" y="138"/>
                      </a:lnTo>
                      <a:lnTo>
                        <a:pt x="595" y="140"/>
                      </a:lnTo>
                      <a:lnTo>
                        <a:pt x="597" y="140"/>
                      </a:lnTo>
                      <a:lnTo>
                        <a:pt x="598" y="137"/>
                      </a:lnTo>
                      <a:lnTo>
                        <a:pt x="600" y="138"/>
                      </a:lnTo>
                      <a:lnTo>
                        <a:pt x="601" y="138"/>
                      </a:lnTo>
                      <a:lnTo>
                        <a:pt x="603" y="139"/>
                      </a:lnTo>
                      <a:lnTo>
                        <a:pt x="604" y="139"/>
                      </a:lnTo>
                      <a:lnTo>
                        <a:pt x="606" y="139"/>
                      </a:lnTo>
                      <a:lnTo>
                        <a:pt x="607" y="139"/>
                      </a:lnTo>
                      <a:lnTo>
                        <a:pt x="609" y="136"/>
                      </a:lnTo>
                      <a:lnTo>
                        <a:pt x="610" y="137"/>
                      </a:lnTo>
                      <a:lnTo>
                        <a:pt x="612" y="135"/>
                      </a:lnTo>
                      <a:lnTo>
                        <a:pt x="613" y="133"/>
                      </a:lnTo>
                      <a:lnTo>
                        <a:pt x="615" y="130"/>
                      </a:lnTo>
                      <a:lnTo>
                        <a:pt x="616" y="129"/>
                      </a:lnTo>
                      <a:lnTo>
                        <a:pt x="617" y="128"/>
                      </a:lnTo>
                      <a:lnTo>
                        <a:pt x="619" y="128"/>
                      </a:lnTo>
                      <a:lnTo>
                        <a:pt x="620" y="130"/>
                      </a:lnTo>
                      <a:lnTo>
                        <a:pt x="622" y="131"/>
                      </a:lnTo>
                      <a:lnTo>
                        <a:pt x="623" y="130"/>
                      </a:lnTo>
                      <a:lnTo>
                        <a:pt x="625" y="130"/>
                      </a:lnTo>
                      <a:lnTo>
                        <a:pt x="626" y="132"/>
                      </a:lnTo>
                      <a:lnTo>
                        <a:pt x="628" y="129"/>
                      </a:lnTo>
                      <a:lnTo>
                        <a:pt x="629" y="132"/>
                      </a:lnTo>
                      <a:lnTo>
                        <a:pt x="631" y="132"/>
                      </a:lnTo>
                      <a:lnTo>
                        <a:pt x="632" y="133"/>
                      </a:lnTo>
                      <a:lnTo>
                        <a:pt x="634" y="136"/>
                      </a:lnTo>
                      <a:lnTo>
                        <a:pt x="635" y="138"/>
                      </a:lnTo>
                      <a:lnTo>
                        <a:pt x="637" y="139"/>
                      </a:lnTo>
                      <a:lnTo>
                        <a:pt x="638" y="142"/>
                      </a:lnTo>
                      <a:lnTo>
                        <a:pt x="640" y="142"/>
                      </a:lnTo>
                      <a:lnTo>
                        <a:pt x="641" y="144"/>
                      </a:lnTo>
                      <a:lnTo>
                        <a:pt x="643" y="144"/>
                      </a:lnTo>
                      <a:lnTo>
                        <a:pt x="644" y="144"/>
                      </a:lnTo>
                      <a:lnTo>
                        <a:pt x="645" y="144"/>
                      </a:lnTo>
                      <a:lnTo>
                        <a:pt x="647" y="145"/>
                      </a:lnTo>
                      <a:lnTo>
                        <a:pt x="648" y="142"/>
                      </a:lnTo>
                      <a:lnTo>
                        <a:pt x="650" y="139"/>
                      </a:lnTo>
                      <a:lnTo>
                        <a:pt x="651" y="136"/>
                      </a:lnTo>
                      <a:lnTo>
                        <a:pt x="653" y="135"/>
                      </a:lnTo>
                      <a:lnTo>
                        <a:pt x="654" y="140"/>
                      </a:lnTo>
                      <a:lnTo>
                        <a:pt x="656" y="139"/>
                      </a:lnTo>
                      <a:lnTo>
                        <a:pt x="657" y="139"/>
                      </a:lnTo>
                      <a:lnTo>
                        <a:pt x="659" y="139"/>
                      </a:lnTo>
                      <a:lnTo>
                        <a:pt x="660" y="143"/>
                      </a:lnTo>
                      <a:lnTo>
                        <a:pt x="662" y="143"/>
                      </a:lnTo>
                      <a:lnTo>
                        <a:pt x="663" y="144"/>
                      </a:lnTo>
                      <a:lnTo>
                        <a:pt x="665" y="141"/>
                      </a:lnTo>
                      <a:lnTo>
                        <a:pt x="666" y="139"/>
                      </a:lnTo>
                      <a:lnTo>
                        <a:pt x="668" y="142"/>
                      </a:lnTo>
                      <a:lnTo>
                        <a:pt x="669" y="136"/>
                      </a:lnTo>
                      <a:lnTo>
                        <a:pt x="670" y="136"/>
                      </a:lnTo>
                      <a:lnTo>
                        <a:pt x="672" y="136"/>
                      </a:lnTo>
                      <a:lnTo>
                        <a:pt x="673" y="136"/>
                      </a:lnTo>
                      <a:lnTo>
                        <a:pt x="675" y="138"/>
                      </a:lnTo>
                      <a:lnTo>
                        <a:pt x="676" y="139"/>
                      </a:lnTo>
                      <a:lnTo>
                        <a:pt x="678" y="139"/>
                      </a:lnTo>
                      <a:lnTo>
                        <a:pt x="679" y="138"/>
                      </a:lnTo>
                      <a:lnTo>
                        <a:pt x="681" y="135"/>
                      </a:lnTo>
                      <a:lnTo>
                        <a:pt x="682" y="135"/>
                      </a:lnTo>
                      <a:lnTo>
                        <a:pt x="684" y="133"/>
                      </a:lnTo>
                      <a:lnTo>
                        <a:pt x="685" y="135"/>
                      </a:lnTo>
                      <a:lnTo>
                        <a:pt x="687" y="135"/>
                      </a:lnTo>
                      <a:lnTo>
                        <a:pt x="688" y="135"/>
                      </a:lnTo>
                      <a:lnTo>
                        <a:pt x="690" y="138"/>
                      </a:lnTo>
                      <a:lnTo>
                        <a:pt x="691" y="138"/>
                      </a:lnTo>
                      <a:lnTo>
                        <a:pt x="693" y="142"/>
                      </a:lnTo>
                      <a:lnTo>
                        <a:pt x="694" y="143"/>
                      </a:lnTo>
                      <a:lnTo>
                        <a:pt x="695" y="143"/>
                      </a:lnTo>
                      <a:lnTo>
                        <a:pt x="697" y="145"/>
                      </a:lnTo>
                      <a:lnTo>
                        <a:pt x="698" y="147"/>
                      </a:lnTo>
                      <a:lnTo>
                        <a:pt x="700" y="147"/>
                      </a:lnTo>
                      <a:lnTo>
                        <a:pt x="701" y="148"/>
                      </a:lnTo>
                      <a:lnTo>
                        <a:pt x="703" y="150"/>
                      </a:lnTo>
                      <a:lnTo>
                        <a:pt x="704" y="150"/>
                      </a:lnTo>
                      <a:lnTo>
                        <a:pt x="706" y="150"/>
                      </a:lnTo>
                      <a:lnTo>
                        <a:pt x="707" y="153"/>
                      </a:lnTo>
                      <a:lnTo>
                        <a:pt x="709" y="155"/>
                      </a:lnTo>
                      <a:lnTo>
                        <a:pt x="710" y="155"/>
                      </a:lnTo>
                      <a:lnTo>
                        <a:pt x="712" y="155"/>
                      </a:lnTo>
                      <a:lnTo>
                        <a:pt x="713" y="153"/>
                      </a:lnTo>
                      <a:lnTo>
                        <a:pt x="715" y="152"/>
                      </a:lnTo>
                      <a:lnTo>
                        <a:pt x="716" y="151"/>
                      </a:lnTo>
                      <a:lnTo>
                        <a:pt x="718" y="150"/>
                      </a:lnTo>
                      <a:lnTo>
                        <a:pt x="719" y="146"/>
                      </a:lnTo>
                      <a:lnTo>
                        <a:pt x="720" y="142"/>
                      </a:lnTo>
                      <a:lnTo>
                        <a:pt x="722" y="141"/>
                      </a:lnTo>
                      <a:lnTo>
                        <a:pt x="723" y="141"/>
                      </a:lnTo>
                      <a:lnTo>
                        <a:pt x="725" y="138"/>
                      </a:lnTo>
                      <a:lnTo>
                        <a:pt x="726" y="135"/>
                      </a:lnTo>
                      <a:lnTo>
                        <a:pt x="728" y="137"/>
                      </a:lnTo>
                      <a:lnTo>
                        <a:pt x="729" y="142"/>
                      </a:lnTo>
                      <a:lnTo>
                        <a:pt x="731" y="142"/>
                      </a:lnTo>
                      <a:lnTo>
                        <a:pt x="732" y="142"/>
                      </a:lnTo>
                      <a:lnTo>
                        <a:pt x="734" y="146"/>
                      </a:lnTo>
                      <a:lnTo>
                        <a:pt x="735" y="148"/>
                      </a:lnTo>
                      <a:lnTo>
                        <a:pt x="737" y="146"/>
                      </a:lnTo>
                      <a:lnTo>
                        <a:pt x="738" y="147"/>
                      </a:lnTo>
                      <a:lnTo>
                        <a:pt x="740" y="147"/>
                      </a:lnTo>
                      <a:lnTo>
                        <a:pt x="741" y="150"/>
                      </a:lnTo>
                      <a:lnTo>
                        <a:pt x="743" y="150"/>
                      </a:lnTo>
                      <a:lnTo>
                        <a:pt x="744" y="150"/>
                      </a:lnTo>
                      <a:lnTo>
                        <a:pt x="745" y="151"/>
                      </a:lnTo>
                      <a:lnTo>
                        <a:pt x="747" y="149"/>
                      </a:lnTo>
                      <a:lnTo>
                        <a:pt x="748" y="148"/>
                      </a:lnTo>
                      <a:lnTo>
                        <a:pt x="750" y="149"/>
                      </a:lnTo>
                      <a:lnTo>
                        <a:pt x="751" y="150"/>
                      </a:lnTo>
                      <a:lnTo>
                        <a:pt x="753" y="144"/>
                      </a:lnTo>
                      <a:lnTo>
                        <a:pt x="754" y="143"/>
                      </a:lnTo>
                      <a:lnTo>
                        <a:pt x="756" y="142"/>
                      </a:lnTo>
                      <a:lnTo>
                        <a:pt x="757" y="141"/>
                      </a:lnTo>
                      <a:lnTo>
                        <a:pt x="759" y="141"/>
                      </a:lnTo>
                      <a:lnTo>
                        <a:pt x="760" y="140"/>
                      </a:lnTo>
                      <a:lnTo>
                        <a:pt x="762" y="140"/>
                      </a:lnTo>
                      <a:lnTo>
                        <a:pt x="763" y="138"/>
                      </a:lnTo>
                      <a:lnTo>
                        <a:pt x="765" y="138"/>
                      </a:lnTo>
                      <a:lnTo>
                        <a:pt x="766" y="140"/>
                      </a:lnTo>
                      <a:lnTo>
                        <a:pt x="768" y="140"/>
                      </a:lnTo>
                      <a:lnTo>
                        <a:pt x="769" y="141"/>
                      </a:lnTo>
                      <a:lnTo>
                        <a:pt x="770" y="142"/>
                      </a:lnTo>
                      <a:lnTo>
                        <a:pt x="772" y="144"/>
                      </a:lnTo>
                      <a:lnTo>
                        <a:pt x="773" y="148"/>
                      </a:lnTo>
                      <a:lnTo>
                        <a:pt x="775" y="149"/>
                      </a:lnTo>
                      <a:lnTo>
                        <a:pt x="776" y="149"/>
                      </a:lnTo>
                      <a:lnTo>
                        <a:pt x="778" y="150"/>
                      </a:lnTo>
                      <a:lnTo>
                        <a:pt x="779" y="148"/>
                      </a:lnTo>
                      <a:lnTo>
                        <a:pt x="781" y="148"/>
                      </a:lnTo>
                      <a:lnTo>
                        <a:pt x="782" y="145"/>
                      </a:lnTo>
                      <a:lnTo>
                        <a:pt x="784" y="145"/>
                      </a:lnTo>
                      <a:lnTo>
                        <a:pt x="785" y="142"/>
                      </a:lnTo>
                      <a:lnTo>
                        <a:pt x="787" y="143"/>
                      </a:lnTo>
                      <a:lnTo>
                        <a:pt x="788" y="142"/>
                      </a:lnTo>
                      <a:lnTo>
                        <a:pt x="790" y="144"/>
                      </a:lnTo>
                      <a:lnTo>
                        <a:pt x="791" y="151"/>
                      </a:lnTo>
                      <a:lnTo>
                        <a:pt x="793" y="150"/>
                      </a:lnTo>
                      <a:lnTo>
                        <a:pt x="794" y="154"/>
                      </a:lnTo>
                      <a:lnTo>
                        <a:pt x="795" y="154"/>
                      </a:lnTo>
                      <a:lnTo>
                        <a:pt x="797" y="155"/>
                      </a:lnTo>
                      <a:lnTo>
                        <a:pt x="798" y="152"/>
                      </a:lnTo>
                      <a:lnTo>
                        <a:pt x="800" y="154"/>
                      </a:lnTo>
                      <a:lnTo>
                        <a:pt x="801" y="151"/>
                      </a:lnTo>
                      <a:lnTo>
                        <a:pt x="803" y="151"/>
                      </a:lnTo>
                      <a:lnTo>
                        <a:pt x="804" y="151"/>
                      </a:lnTo>
                      <a:lnTo>
                        <a:pt x="806" y="152"/>
                      </a:lnTo>
                      <a:lnTo>
                        <a:pt x="807" y="153"/>
                      </a:lnTo>
                      <a:lnTo>
                        <a:pt x="809" y="152"/>
                      </a:lnTo>
                      <a:lnTo>
                        <a:pt x="810" y="151"/>
                      </a:lnTo>
                      <a:lnTo>
                        <a:pt x="812" y="153"/>
                      </a:lnTo>
                      <a:lnTo>
                        <a:pt x="813" y="153"/>
                      </a:lnTo>
                      <a:lnTo>
                        <a:pt x="815" y="154"/>
                      </a:lnTo>
                      <a:lnTo>
                        <a:pt x="816" y="151"/>
                      </a:lnTo>
                      <a:lnTo>
                        <a:pt x="818" y="150"/>
                      </a:lnTo>
                      <a:lnTo>
                        <a:pt x="819" y="154"/>
                      </a:lnTo>
                      <a:lnTo>
                        <a:pt x="820" y="153"/>
                      </a:lnTo>
                      <a:lnTo>
                        <a:pt x="822" y="153"/>
                      </a:lnTo>
                      <a:lnTo>
                        <a:pt x="823" y="155"/>
                      </a:lnTo>
                      <a:lnTo>
                        <a:pt x="825" y="155"/>
                      </a:lnTo>
                      <a:lnTo>
                        <a:pt x="826" y="157"/>
                      </a:lnTo>
                      <a:lnTo>
                        <a:pt x="828" y="159"/>
                      </a:lnTo>
                      <a:lnTo>
                        <a:pt x="829" y="162"/>
                      </a:lnTo>
                      <a:lnTo>
                        <a:pt x="831" y="163"/>
                      </a:lnTo>
                      <a:lnTo>
                        <a:pt x="832" y="166"/>
                      </a:lnTo>
                      <a:lnTo>
                        <a:pt x="834" y="164"/>
                      </a:lnTo>
                      <a:lnTo>
                        <a:pt x="835" y="162"/>
                      </a:lnTo>
                      <a:lnTo>
                        <a:pt x="837" y="161"/>
                      </a:lnTo>
                      <a:lnTo>
                        <a:pt x="838" y="157"/>
                      </a:lnTo>
                      <a:lnTo>
                        <a:pt x="840" y="154"/>
                      </a:lnTo>
                      <a:lnTo>
                        <a:pt x="841" y="154"/>
                      </a:lnTo>
                      <a:lnTo>
                        <a:pt x="843" y="151"/>
                      </a:lnTo>
                      <a:lnTo>
                        <a:pt x="844" y="150"/>
                      </a:lnTo>
                      <a:lnTo>
                        <a:pt x="846" y="150"/>
                      </a:lnTo>
                      <a:lnTo>
                        <a:pt x="847" y="155"/>
                      </a:lnTo>
                      <a:lnTo>
                        <a:pt x="848" y="155"/>
                      </a:lnTo>
                      <a:lnTo>
                        <a:pt x="850" y="158"/>
                      </a:lnTo>
                      <a:lnTo>
                        <a:pt x="851" y="157"/>
                      </a:lnTo>
                      <a:lnTo>
                        <a:pt x="853" y="158"/>
                      </a:lnTo>
                      <a:lnTo>
                        <a:pt x="854" y="158"/>
                      </a:lnTo>
                      <a:lnTo>
                        <a:pt x="856" y="158"/>
                      </a:lnTo>
                      <a:lnTo>
                        <a:pt x="857" y="156"/>
                      </a:lnTo>
                      <a:lnTo>
                        <a:pt x="859" y="156"/>
                      </a:lnTo>
                      <a:lnTo>
                        <a:pt x="860" y="157"/>
                      </a:lnTo>
                      <a:lnTo>
                        <a:pt x="862" y="159"/>
                      </a:lnTo>
                      <a:lnTo>
                        <a:pt x="863" y="159"/>
                      </a:lnTo>
                      <a:lnTo>
                        <a:pt x="865" y="159"/>
                      </a:lnTo>
                      <a:lnTo>
                        <a:pt x="866" y="160"/>
                      </a:lnTo>
                      <a:lnTo>
                        <a:pt x="868" y="158"/>
                      </a:lnTo>
                      <a:lnTo>
                        <a:pt x="869" y="156"/>
                      </a:lnTo>
                      <a:lnTo>
                        <a:pt x="871" y="154"/>
                      </a:lnTo>
                      <a:lnTo>
                        <a:pt x="872" y="151"/>
                      </a:lnTo>
                      <a:lnTo>
                        <a:pt x="873" y="149"/>
                      </a:lnTo>
                      <a:lnTo>
                        <a:pt x="875" y="148"/>
                      </a:lnTo>
                      <a:lnTo>
                        <a:pt x="876" y="147"/>
                      </a:lnTo>
                      <a:lnTo>
                        <a:pt x="878" y="147"/>
                      </a:lnTo>
                      <a:lnTo>
                        <a:pt x="879" y="149"/>
                      </a:lnTo>
                      <a:lnTo>
                        <a:pt x="881" y="151"/>
                      </a:lnTo>
                      <a:lnTo>
                        <a:pt x="882" y="150"/>
                      </a:lnTo>
                      <a:lnTo>
                        <a:pt x="884" y="154"/>
                      </a:lnTo>
                      <a:lnTo>
                        <a:pt x="885" y="156"/>
                      </a:lnTo>
                      <a:lnTo>
                        <a:pt x="887" y="154"/>
                      </a:lnTo>
                      <a:lnTo>
                        <a:pt x="888" y="152"/>
                      </a:lnTo>
                      <a:lnTo>
                        <a:pt x="890" y="149"/>
                      </a:lnTo>
                      <a:lnTo>
                        <a:pt x="891" y="151"/>
                      </a:lnTo>
                      <a:lnTo>
                        <a:pt x="893" y="151"/>
                      </a:lnTo>
                      <a:lnTo>
                        <a:pt x="894" y="154"/>
                      </a:lnTo>
                      <a:lnTo>
                        <a:pt x="896" y="156"/>
                      </a:lnTo>
                      <a:lnTo>
                        <a:pt x="897" y="162"/>
                      </a:lnTo>
                      <a:lnTo>
                        <a:pt x="898" y="163"/>
                      </a:lnTo>
                      <a:lnTo>
                        <a:pt x="900" y="166"/>
                      </a:lnTo>
                      <a:lnTo>
                        <a:pt x="901" y="164"/>
                      </a:lnTo>
                      <a:lnTo>
                        <a:pt x="903" y="161"/>
                      </a:lnTo>
                      <a:lnTo>
                        <a:pt x="904" y="160"/>
                      </a:lnTo>
                      <a:lnTo>
                        <a:pt x="906" y="160"/>
                      </a:lnTo>
                      <a:lnTo>
                        <a:pt x="907" y="160"/>
                      </a:lnTo>
                      <a:lnTo>
                        <a:pt x="909" y="158"/>
                      </a:lnTo>
                      <a:lnTo>
                        <a:pt x="910" y="158"/>
                      </a:lnTo>
                      <a:lnTo>
                        <a:pt x="912" y="156"/>
                      </a:lnTo>
                      <a:lnTo>
                        <a:pt x="913" y="157"/>
                      </a:lnTo>
                      <a:lnTo>
                        <a:pt x="915" y="159"/>
                      </a:lnTo>
                      <a:lnTo>
                        <a:pt x="916" y="159"/>
                      </a:lnTo>
                      <a:lnTo>
                        <a:pt x="918" y="162"/>
                      </a:lnTo>
                      <a:lnTo>
                        <a:pt x="919" y="161"/>
                      </a:lnTo>
                      <a:lnTo>
                        <a:pt x="921" y="161"/>
                      </a:lnTo>
                      <a:lnTo>
                        <a:pt x="922" y="161"/>
                      </a:lnTo>
                      <a:lnTo>
                        <a:pt x="923" y="161"/>
                      </a:lnTo>
                      <a:lnTo>
                        <a:pt x="925" y="158"/>
                      </a:lnTo>
                      <a:lnTo>
                        <a:pt x="926" y="160"/>
                      </a:lnTo>
                      <a:lnTo>
                        <a:pt x="928" y="161"/>
                      </a:lnTo>
                      <a:lnTo>
                        <a:pt x="929" y="159"/>
                      </a:lnTo>
                      <a:lnTo>
                        <a:pt x="931" y="160"/>
                      </a:lnTo>
                      <a:lnTo>
                        <a:pt x="932" y="158"/>
                      </a:lnTo>
                      <a:lnTo>
                        <a:pt x="934" y="157"/>
                      </a:lnTo>
                      <a:lnTo>
                        <a:pt x="935" y="160"/>
                      </a:lnTo>
                      <a:lnTo>
                        <a:pt x="937" y="160"/>
                      </a:lnTo>
                      <a:lnTo>
                        <a:pt x="938" y="161"/>
                      </a:lnTo>
                      <a:lnTo>
                        <a:pt x="940" y="167"/>
                      </a:lnTo>
                      <a:lnTo>
                        <a:pt x="941" y="169"/>
                      </a:lnTo>
                      <a:lnTo>
                        <a:pt x="943" y="170"/>
                      </a:lnTo>
                      <a:lnTo>
                        <a:pt x="944" y="173"/>
                      </a:lnTo>
                      <a:lnTo>
                        <a:pt x="946" y="171"/>
                      </a:lnTo>
                      <a:lnTo>
                        <a:pt x="947" y="169"/>
                      </a:lnTo>
                      <a:lnTo>
                        <a:pt x="948" y="167"/>
                      </a:lnTo>
                      <a:lnTo>
                        <a:pt x="950" y="167"/>
                      </a:lnTo>
                      <a:lnTo>
                        <a:pt x="951" y="166"/>
                      </a:lnTo>
                      <a:lnTo>
                        <a:pt x="953" y="167"/>
                      </a:lnTo>
                      <a:lnTo>
                        <a:pt x="954" y="166"/>
                      </a:lnTo>
                      <a:lnTo>
                        <a:pt x="956" y="166"/>
                      </a:lnTo>
                      <a:lnTo>
                        <a:pt x="957" y="165"/>
                      </a:lnTo>
                      <a:lnTo>
                        <a:pt x="959" y="165"/>
                      </a:lnTo>
                      <a:lnTo>
                        <a:pt x="960" y="166"/>
                      </a:lnTo>
                      <a:lnTo>
                        <a:pt x="962" y="164"/>
                      </a:lnTo>
                      <a:lnTo>
                        <a:pt x="963" y="162"/>
                      </a:lnTo>
                      <a:lnTo>
                        <a:pt x="965" y="164"/>
                      </a:lnTo>
                      <a:lnTo>
                        <a:pt x="966" y="164"/>
                      </a:lnTo>
                      <a:lnTo>
                        <a:pt x="968" y="165"/>
                      </a:lnTo>
                      <a:lnTo>
                        <a:pt x="969" y="166"/>
                      </a:lnTo>
                      <a:lnTo>
                        <a:pt x="971" y="165"/>
                      </a:lnTo>
                      <a:lnTo>
                        <a:pt x="972" y="164"/>
                      </a:lnTo>
                      <a:lnTo>
                        <a:pt x="973" y="168"/>
                      </a:lnTo>
                      <a:lnTo>
                        <a:pt x="975" y="165"/>
                      </a:lnTo>
                      <a:lnTo>
                        <a:pt x="976" y="164"/>
                      </a:lnTo>
                      <a:lnTo>
                        <a:pt x="978" y="164"/>
                      </a:lnTo>
                      <a:lnTo>
                        <a:pt x="979" y="165"/>
                      </a:lnTo>
                      <a:lnTo>
                        <a:pt x="981" y="166"/>
                      </a:lnTo>
                      <a:lnTo>
                        <a:pt x="982" y="165"/>
                      </a:lnTo>
                      <a:lnTo>
                        <a:pt x="984" y="162"/>
                      </a:lnTo>
                      <a:lnTo>
                        <a:pt x="985" y="163"/>
                      </a:lnTo>
                      <a:lnTo>
                        <a:pt x="987" y="164"/>
                      </a:lnTo>
                      <a:lnTo>
                        <a:pt x="988" y="164"/>
                      </a:lnTo>
                      <a:lnTo>
                        <a:pt x="990" y="167"/>
                      </a:lnTo>
                      <a:lnTo>
                        <a:pt x="991" y="166"/>
                      </a:lnTo>
                      <a:lnTo>
                        <a:pt x="993" y="167"/>
                      </a:lnTo>
                      <a:lnTo>
                        <a:pt x="994" y="168"/>
                      </a:lnTo>
                      <a:lnTo>
                        <a:pt x="996" y="168"/>
                      </a:lnTo>
                      <a:lnTo>
                        <a:pt x="997" y="166"/>
                      </a:lnTo>
                      <a:lnTo>
                        <a:pt x="998" y="167"/>
                      </a:lnTo>
                      <a:lnTo>
                        <a:pt x="1000" y="166"/>
                      </a:lnTo>
                      <a:lnTo>
                        <a:pt x="1001" y="167"/>
                      </a:lnTo>
                      <a:lnTo>
                        <a:pt x="1003" y="168"/>
                      </a:lnTo>
                      <a:lnTo>
                        <a:pt x="1004" y="170"/>
                      </a:lnTo>
                      <a:lnTo>
                        <a:pt x="1006" y="168"/>
                      </a:lnTo>
                      <a:lnTo>
                        <a:pt x="1007" y="169"/>
                      </a:lnTo>
                      <a:lnTo>
                        <a:pt x="1009" y="171"/>
                      </a:lnTo>
                      <a:lnTo>
                        <a:pt x="1010" y="173"/>
                      </a:lnTo>
                      <a:lnTo>
                        <a:pt x="1012" y="177"/>
                      </a:lnTo>
                      <a:lnTo>
                        <a:pt x="1013" y="175"/>
                      </a:lnTo>
                      <a:lnTo>
                        <a:pt x="1015" y="175"/>
                      </a:lnTo>
                      <a:lnTo>
                        <a:pt x="1016" y="175"/>
                      </a:lnTo>
                      <a:lnTo>
                        <a:pt x="1018" y="172"/>
                      </a:lnTo>
                      <a:lnTo>
                        <a:pt x="1019" y="169"/>
                      </a:lnTo>
                      <a:lnTo>
                        <a:pt x="1021" y="167"/>
                      </a:lnTo>
                      <a:lnTo>
                        <a:pt x="1022" y="167"/>
                      </a:lnTo>
                      <a:lnTo>
                        <a:pt x="1023" y="169"/>
                      </a:lnTo>
                      <a:lnTo>
                        <a:pt x="1025" y="170"/>
                      </a:lnTo>
                      <a:lnTo>
                        <a:pt x="1026" y="170"/>
                      </a:lnTo>
                      <a:lnTo>
                        <a:pt x="1028" y="174"/>
                      </a:lnTo>
                      <a:lnTo>
                        <a:pt x="1029" y="171"/>
                      </a:lnTo>
                      <a:lnTo>
                        <a:pt x="1031" y="171"/>
                      </a:lnTo>
                      <a:lnTo>
                        <a:pt x="1032" y="174"/>
                      </a:lnTo>
                      <a:lnTo>
                        <a:pt x="1034" y="179"/>
                      </a:lnTo>
                      <a:lnTo>
                        <a:pt x="1035" y="179"/>
                      </a:lnTo>
                      <a:lnTo>
                        <a:pt x="1037" y="181"/>
                      </a:lnTo>
                      <a:lnTo>
                        <a:pt x="1038" y="181"/>
                      </a:lnTo>
                      <a:lnTo>
                        <a:pt x="1040" y="177"/>
                      </a:lnTo>
                      <a:lnTo>
                        <a:pt x="1041" y="176"/>
                      </a:lnTo>
                      <a:lnTo>
                        <a:pt x="1043" y="173"/>
                      </a:lnTo>
                      <a:lnTo>
                        <a:pt x="1044" y="172"/>
                      </a:lnTo>
                      <a:lnTo>
                        <a:pt x="1046" y="168"/>
                      </a:lnTo>
                      <a:lnTo>
                        <a:pt x="1047" y="170"/>
                      </a:lnTo>
                      <a:lnTo>
                        <a:pt x="1048" y="171"/>
                      </a:lnTo>
                      <a:lnTo>
                        <a:pt x="1050" y="173"/>
                      </a:lnTo>
                      <a:lnTo>
                        <a:pt x="1051" y="175"/>
                      </a:lnTo>
                      <a:lnTo>
                        <a:pt x="1053" y="177"/>
                      </a:lnTo>
                      <a:lnTo>
                        <a:pt x="1054" y="174"/>
                      </a:lnTo>
                      <a:lnTo>
                        <a:pt x="1056" y="172"/>
                      </a:lnTo>
                      <a:lnTo>
                        <a:pt x="1057" y="171"/>
                      </a:lnTo>
                      <a:lnTo>
                        <a:pt x="1059" y="170"/>
                      </a:lnTo>
                      <a:lnTo>
                        <a:pt x="1060" y="168"/>
                      </a:lnTo>
                      <a:lnTo>
                        <a:pt x="1062" y="171"/>
                      </a:lnTo>
                      <a:lnTo>
                        <a:pt x="1063" y="174"/>
                      </a:lnTo>
                      <a:lnTo>
                        <a:pt x="1065" y="175"/>
                      </a:lnTo>
                      <a:lnTo>
                        <a:pt x="1066" y="175"/>
                      </a:lnTo>
                      <a:lnTo>
                        <a:pt x="1068" y="178"/>
                      </a:lnTo>
                      <a:lnTo>
                        <a:pt x="1069" y="177"/>
                      </a:lnTo>
                      <a:lnTo>
                        <a:pt x="1071" y="175"/>
                      </a:lnTo>
                      <a:lnTo>
                        <a:pt x="1072" y="176"/>
                      </a:lnTo>
                      <a:lnTo>
                        <a:pt x="1074" y="175"/>
                      </a:lnTo>
                      <a:lnTo>
                        <a:pt x="1075" y="173"/>
                      </a:lnTo>
                      <a:lnTo>
                        <a:pt x="1076" y="175"/>
                      </a:lnTo>
                      <a:lnTo>
                        <a:pt x="1078" y="174"/>
                      </a:lnTo>
                      <a:lnTo>
                        <a:pt x="1079" y="177"/>
                      </a:lnTo>
                      <a:lnTo>
                        <a:pt x="1081" y="181"/>
                      </a:lnTo>
                      <a:lnTo>
                        <a:pt x="1082" y="182"/>
                      </a:lnTo>
                      <a:lnTo>
                        <a:pt x="1084" y="186"/>
                      </a:lnTo>
                      <a:lnTo>
                        <a:pt x="1085" y="187"/>
                      </a:lnTo>
                      <a:lnTo>
                        <a:pt x="1087" y="187"/>
                      </a:lnTo>
                      <a:lnTo>
                        <a:pt x="1088" y="187"/>
                      </a:lnTo>
                      <a:lnTo>
                        <a:pt x="1090" y="188"/>
                      </a:lnTo>
                      <a:lnTo>
                        <a:pt x="1091" y="184"/>
                      </a:lnTo>
                      <a:lnTo>
                        <a:pt x="1093" y="183"/>
                      </a:lnTo>
                      <a:lnTo>
                        <a:pt x="1094" y="184"/>
                      </a:lnTo>
                      <a:lnTo>
                        <a:pt x="1096" y="185"/>
                      </a:lnTo>
                      <a:lnTo>
                        <a:pt x="1097" y="187"/>
                      </a:lnTo>
                      <a:lnTo>
                        <a:pt x="1099" y="188"/>
                      </a:lnTo>
                      <a:lnTo>
                        <a:pt x="1100" y="189"/>
                      </a:lnTo>
                      <a:lnTo>
                        <a:pt x="1101" y="190"/>
                      </a:lnTo>
                      <a:lnTo>
                        <a:pt x="1103" y="189"/>
                      </a:lnTo>
                      <a:lnTo>
                        <a:pt x="1104" y="187"/>
                      </a:lnTo>
                      <a:lnTo>
                        <a:pt x="1106" y="186"/>
                      </a:lnTo>
                      <a:lnTo>
                        <a:pt x="1107" y="188"/>
                      </a:lnTo>
                      <a:lnTo>
                        <a:pt x="1109" y="185"/>
                      </a:lnTo>
                      <a:lnTo>
                        <a:pt x="1110" y="187"/>
                      </a:lnTo>
                      <a:lnTo>
                        <a:pt x="1112" y="186"/>
                      </a:lnTo>
                      <a:lnTo>
                        <a:pt x="1113" y="183"/>
                      </a:lnTo>
                      <a:lnTo>
                        <a:pt x="1115" y="183"/>
                      </a:lnTo>
                      <a:lnTo>
                        <a:pt x="1116" y="184"/>
                      </a:lnTo>
                      <a:lnTo>
                        <a:pt x="1118" y="184"/>
                      </a:lnTo>
                      <a:lnTo>
                        <a:pt x="1119" y="186"/>
                      </a:lnTo>
                      <a:lnTo>
                        <a:pt x="1121" y="185"/>
                      </a:lnTo>
                      <a:lnTo>
                        <a:pt x="1122" y="188"/>
                      </a:lnTo>
                      <a:lnTo>
                        <a:pt x="1124" y="187"/>
                      </a:lnTo>
                      <a:lnTo>
                        <a:pt x="1125" y="188"/>
                      </a:lnTo>
                      <a:lnTo>
                        <a:pt x="1126" y="187"/>
                      </a:lnTo>
                      <a:lnTo>
                        <a:pt x="1128" y="186"/>
                      </a:lnTo>
                      <a:lnTo>
                        <a:pt x="1129" y="187"/>
                      </a:lnTo>
                      <a:lnTo>
                        <a:pt x="1131" y="189"/>
                      </a:lnTo>
                      <a:lnTo>
                        <a:pt x="1132" y="187"/>
                      </a:lnTo>
                      <a:lnTo>
                        <a:pt x="1134" y="189"/>
                      </a:lnTo>
                      <a:lnTo>
                        <a:pt x="1135" y="190"/>
                      </a:lnTo>
                      <a:lnTo>
                        <a:pt x="1137" y="191"/>
                      </a:lnTo>
                      <a:lnTo>
                        <a:pt x="1138" y="194"/>
                      </a:lnTo>
                      <a:lnTo>
                        <a:pt x="1140" y="193"/>
                      </a:lnTo>
                      <a:lnTo>
                        <a:pt x="1141" y="193"/>
                      </a:lnTo>
                      <a:lnTo>
                        <a:pt x="1143" y="193"/>
                      </a:lnTo>
                      <a:lnTo>
                        <a:pt x="1144" y="192"/>
                      </a:lnTo>
                      <a:lnTo>
                        <a:pt x="1146" y="194"/>
                      </a:lnTo>
                      <a:lnTo>
                        <a:pt x="1147" y="192"/>
                      </a:lnTo>
                      <a:lnTo>
                        <a:pt x="1149" y="193"/>
                      </a:lnTo>
                      <a:lnTo>
                        <a:pt x="1150" y="194"/>
                      </a:lnTo>
                      <a:lnTo>
                        <a:pt x="1151" y="193"/>
                      </a:lnTo>
                      <a:lnTo>
                        <a:pt x="1153" y="192"/>
                      </a:lnTo>
                      <a:lnTo>
                        <a:pt x="1154" y="191"/>
                      </a:lnTo>
                      <a:lnTo>
                        <a:pt x="1156" y="192"/>
                      </a:lnTo>
                      <a:lnTo>
                        <a:pt x="1157" y="189"/>
                      </a:lnTo>
                      <a:lnTo>
                        <a:pt x="1159" y="189"/>
                      </a:lnTo>
                      <a:lnTo>
                        <a:pt x="1160" y="190"/>
                      </a:lnTo>
                      <a:lnTo>
                        <a:pt x="1162" y="189"/>
                      </a:lnTo>
                      <a:lnTo>
                        <a:pt x="1163" y="186"/>
                      </a:lnTo>
                      <a:lnTo>
                        <a:pt x="1165" y="190"/>
                      </a:lnTo>
                      <a:lnTo>
                        <a:pt x="1166" y="187"/>
                      </a:lnTo>
                      <a:lnTo>
                        <a:pt x="1168" y="183"/>
                      </a:lnTo>
                      <a:lnTo>
                        <a:pt x="1169" y="182"/>
                      </a:lnTo>
                      <a:lnTo>
                        <a:pt x="1171" y="182"/>
                      </a:lnTo>
                      <a:lnTo>
                        <a:pt x="1172" y="181"/>
                      </a:lnTo>
                      <a:lnTo>
                        <a:pt x="1174" y="179"/>
                      </a:lnTo>
                      <a:lnTo>
                        <a:pt x="1175" y="179"/>
                      </a:lnTo>
                      <a:lnTo>
                        <a:pt x="1176" y="181"/>
                      </a:lnTo>
                      <a:lnTo>
                        <a:pt x="1178" y="182"/>
                      </a:lnTo>
                      <a:lnTo>
                        <a:pt x="1179" y="186"/>
                      </a:lnTo>
                      <a:lnTo>
                        <a:pt x="1181" y="187"/>
                      </a:lnTo>
                      <a:lnTo>
                        <a:pt x="1182" y="189"/>
                      </a:lnTo>
                      <a:lnTo>
                        <a:pt x="1184" y="192"/>
                      </a:lnTo>
                      <a:lnTo>
                        <a:pt x="1185" y="191"/>
                      </a:lnTo>
                      <a:lnTo>
                        <a:pt x="1187" y="192"/>
                      </a:lnTo>
                      <a:lnTo>
                        <a:pt x="1188" y="194"/>
                      </a:lnTo>
                      <a:lnTo>
                        <a:pt x="1190" y="192"/>
                      </a:lnTo>
                      <a:lnTo>
                        <a:pt x="1191" y="191"/>
                      </a:lnTo>
                      <a:lnTo>
                        <a:pt x="1193" y="193"/>
                      </a:lnTo>
                      <a:lnTo>
                        <a:pt x="1194" y="194"/>
                      </a:lnTo>
                      <a:lnTo>
                        <a:pt x="1196" y="193"/>
                      </a:lnTo>
                      <a:lnTo>
                        <a:pt x="1197" y="196"/>
                      </a:lnTo>
                      <a:lnTo>
                        <a:pt x="1199" y="196"/>
                      </a:lnTo>
                      <a:lnTo>
                        <a:pt x="1200" y="198"/>
                      </a:lnTo>
                      <a:lnTo>
                        <a:pt x="1201" y="199"/>
                      </a:lnTo>
                      <a:lnTo>
                        <a:pt x="1203" y="201"/>
                      </a:lnTo>
                      <a:lnTo>
                        <a:pt x="1204" y="201"/>
                      </a:lnTo>
                      <a:lnTo>
                        <a:pt x="1206" y="200"/>
                      </a:lnTo>
                      <a:lnTo>
                        <a:pt x="1207" y="199"/>
                      </a:lnTo>
                      <a:lnTo>
                        <a:pt x="1209" y="198"/>
                      </a:lnTo>
                      <a:lnTo>
                        <a:pt x="1210" y="196"/>
                      </a:lnTo>
                      <a:lnTo>
                        <a:pt x="1212" y="196"/>
                      </a:lnTo>
                      <a:lnTo>
                        <a:pt x="1213" y="193"/>
                      </a:lnTo>
                      <a:lnTo>
                        <a:pt x="1215" y="190"/>
                      </a:lnTo>
                      <a:lnTo>
                        <a:pt x="1216" y="193"/>
                      </a:lnTo>
                      <a:lnTo>
                        <a:pt x="1218" y="194"/>
                      </a:lnTo>
                      <a:lnTo>
                        <a:pt x="1219" y="197"/>
                      </a:lnTo>
                      <a:lnTo>
                        <a:pt x="1221" y="197"/>
                      </a:lnTo>
                      <a:lnTo>
                        <a:pt x="1222" y="199"/>
                      </a:lnTo>
                      <a:lnTo>
                        <a:pt x="1224" y="201"/>
                      </a:lnTo>
                      <a:lnTo>
                        <a:pt x="1225" y="203"/>
                      </a:lnTo>
                      <a:lnTo>
                        <a:pt x="1226" y="201"/>
                      </a:lnTo>
                      <a:lnTo>
                        <a:pt x="1228" y="201"/>
                      </a:lnTo>
                      <a:lnTo>
                        <a:pt x="1229" y="200"/>
                      </a:lnTo>
                      <a:lnTo>
                        <a:pt x="1231" y="202"/>
                      </a:lnTo>
                      <a:lnTo>
                        <a:pt x="1232" y="201"/>
                      </a:lnTo>
                      <a:lnTo>
                        <a:pt x="1234" y="204"/>
                      </a:lnTo>
                      <a:lnTo>
                        <a:pt x="1235" y="203"/>
                      </a:lnTo>
                      <a:lnTo>
                        <a:pt x="1237" y="203"/>
                      </a:lnTo>
                      <a:lnTo>
                        <a:pt x="1238" y="203"/>
                      </a:lnTo>
                      <a:lnTo>
                        <a:pt x="1240" y="201"/>
                      </a:lnTo>
                      <a:lnTo>
                        <a:pt x="1241" y="202"/>
                      </a:lnTo>
                      <a:lnTo>
                        <a:pt x="1243" y="204"/>
                      </a:lnTo>
                      <a:lnTo>
                        <a:pt x="1244" y="202"/>
                      </a:lnTo>
                      <a:lnTo>
                        <a:pt x="1246" y="201"/>
                      </a:lnTo>
                      <a:lnTo>
                        <a:pt x="1247" y="202"/>
                      </a:lnTo>
                      <a:lnTo>
                        <a:pt x="1249" y="201"/>
                      </a:lnTo>
                      <a:lnTo>
                        <a:pt x="1250" y="200"/>
                      </a:lnTo>
                      <a:lnTo>
                        <a:pt x="1251" y="200"/>
                      </a:lnTo>
                      <a:lnTo>
                        <a:pt x="1253" y="202"/>
                      </a:lnTo>
                      <a:lnTo>
                        <a:pt x="1254" y="203"/>
                      </a:lnTo>
                      <a:lnTo>
                        <a:pt x="1256" y="202"/>
                      </a:lnTo>
                      <a:lnTo>
                        <a:pt x="1257" y="206"/>
                      </a:lnTo>
                      <a:lnTo>
                        <a:pt x="1259" y="208"/>
                      </a:lnTo>
                      <a:lnTo>
                        <a:pt x="1260" y="211"/>
                      </a:lnTo>
                      <a:lnTo>
                        <a:pt x="1262" y="210"/>
                      </a:lnTo>
                      <a:lnTo>
                        <a:pt x="1263" y="211"/>
                      </a:lnTo>
                      <a:lnTo>
                        <a:pt x="1265" y="215"/>
                      </a:lnTo>
                      <a:lnTo>
                        <a:pt x="1266" y="213"/>
                      </a:lnTo>
                      <a:lnTo>
                        <a:pt x="1268" y="211"/>
                      </a:lnTo>
                      <a:lnTo>
                        <a:pt x="1269" y="209"/>
                      </a:lnTo>
                      <a:lnTo>
                        <a:pt x="1271" y="208"/>
                      </a:lnTo>
                      <a:lnTo>
                        <a:pt x="1272" y="211"/>
                      </a:lnTo>
                      <a:lnTo>
                        <a:pt x="1274" y="210"/>
                      </a:lnTo>
                      <a:lnTo>
                        <a:pt x="1275" y="209"/>
                      </a:lnTo>
                      <a:lnTo>
                        <a:pt x="1277" y="208"/>
                      </a:lnTo>
                      <a:lnTo>
                        <a:pt x="1278" y="210"/>
                      </a:lnTo>
                      <a:lnTo>
                        <a:pt x="1279" y="212"/>
                      </a:lnTo>
                      <a:lnTo>
                        <a:pt x="1281" y="212"/>
                      </a:lnTo>
                      <a:lnTo>
                        <a:pt x="1282" y="210"/>
                      </a:lnTo>
                      <a:lnTo>
                        <a:pt x="1284" y="210"/>
                      </a:lnTo>
                      <a:lnTo>
                        <a:pt x="1285" y="209"/>
                      </a:lnTo>
                      <a:lnTo>
                        <a:pt x="1287" y="207"/>
                      </a:lnTo>
                      <a:lnTo>
                        <a:pt x="1288" y="209"/>
                      </a:lnTo>
                      <a:lnTo>
                        <a:pt x="1290" y="207"/>
                      </a:lnTo>
                      <a:lnTo>
                        <a:pt x="1291" y="208"/>
                      </a:lnTo>
                      <a:lnTo>
                        <a:pt x="1293" y="210"/>
                      </a:lnTo>
                      <a:lnTo>
                        <a:pt x="1294" y="210"/>
                      </a:lnTo>
                      <a:lnTo>
                        <a:pt x="1296" y="211"/>
                      </a:lnTo>
                      <a:lnTo>
                        <a:pt x="1297" y="211"/>
                      </a:lnTo>
                      <a:lnTo>
                        <a:pt x="1299" y="211"/>
                      </a:lnTo>
                      <a:lnTo>
                        <a:pt x="1300" y="211"/>
                      </a:lnTo>
                      <a:lnTo>
                        <a:pt x="1302" y="213"/>
                      </a:lnTo>
                      <a:lnTo>
                        <a:pt x="1303" y="211"/>
                      </a:lnTo>
                      <a:lnTo>
                        <a:pt x="1304" y="212"/>
                      </a:lnTo>
                      <a:lnTo>
                        <a:pt x="1306" y="215"/>
                      </a:lnTo>
                      <a:lnTo>
                        <a:pt x="1307" y="215"/>
                      </a:lnTo>
                      <a:lnTo>
                        <a:pt x="1309" y="217"/>
                      </a:lnTo>
                      <a:lnTo>
                        <a:pt x="1310" y="214"/>
                      </a:lnTo>
                      <a:lnTo>
                        <a:pt x="1312" y="211"/>
                      </a:lnTo>
                      <a:lnTo>
                        <a:pt x="1313" y="211"/>
                      </a:lnTo>
                      <a:lnTo>
                        <a:pt x="1315" y="209"/>
                      </a:lnTo>
                      <a:lnTo>
                        <a:pt x="1316" y="208"/>
                      </a:lnTo>
                      <a:lnTo>
                        <a:pt x="1318" y="207"/>
                      </a:lnTo>
                      <a:lnTo>
                        <a:pt x="1319" y="205"/>
                      </a:lnTo>
                      <a:lnTo>
                        <a:pt x="1321" y="207"/>
                      </a:lnTo>
                      <a:lnTo>
                        <a:pt x="1322" y="210"/>
                      </a:lnTo>
                      <a:lnTo>
                        <a:pt x="1324" y="207"/>
                      </a:lnTo>
                      <a:lnTo>
                        <a:pt x="1325" y="207"/>
                      </a:lnTo>
                      <a:lnTo>
                        <a:pt x="1327" y="207"/>
                      </a:lnTo>
                      <a:lnTo>
                        <a:pt x="1328" y="206"/>
                      </a:lnTo>
                      <a:lnTo>
                        <a:pt x="1329" y="208"/>
                      </a:lnTo>
                      <a:lnTo>
                        <a:pt x="1331" y="210"/>
                      </a:lnTo>
                      <a:lnTo>
                        <a:pt x="1332" y="210"/>
                      </a:lnTo>
                      <a:lnTo>
                        <a:pt x="1334" y="214"/>
                      </a:lnTo>
                      <a:lnTo>
                        <a:pt x="1335" y="214"/>
                      </a:lnTo>
                      <a:lnTo>
                        <a:pt x="1337" y="215"/>
                      </a:lnTo>
                      <a:lnTo>
                        <a:pt x="1338" y="215"/>
                      </a:lnTo>
                      <a:lnTo>
                        <a:pt x="1340" y="215"/>
                      </a:lnTo>
                      <a:lnTo>
                        <a:pt x="1341" y="214"/>
                      </a:lnTo>
                      <a:lnTo>
                        <a:pt x="1343" y="217"/>
                      </a:lnTo>
                      <a:lnTo>
                        <a:pt x="1344" y="215"/>
                      </a:lnTo>
                      <a:lnTo>
                        <a:pt x="1346" y="214"/>
                      </a:lnTo>
                      <a:lnTo>
                        <a:pt x="1347" y="215"/>
                      </a:lnTo>
                      <a:lnTo>
                        <a:pt x="1349" y="213"/>
                      </a:lnTo>
                      <a:lnTo>
                        <a:pt x="1350" y="214"/>
                      </a:lnTo>
                      <a:lnTo>
                        <a:pt x="1352" y="215"/>
                      </a:lnTo>
                      <a:lnTo>
                        <a:pt x="1353" y="216"/>
                      </a:lnTo>
                      <a:lnTo>
                        <a:pt x="1354" y="216"/>
                      </a:lnTo>
                      <a:lnTo>
                        <a:pt x="1356" y="216"/>
                      </a:lnTo>
                      <a:lnTo>
                        <a:pt x="1357" y="216"/>
                      </a:lnTo>
                      <a:lnTo>
                        <a:pt x="1359" y="215"/>
                      </a:lnTo>
                      <a:lnTo>
                        <a:pt x="1360" y="215"/>
                      </a:lnTo>
                      <a:lnTo>
                        <a:pt x="1362" y="213"/>
                      </a:lnTo>
                      <a:lnTo>
                        <a:pt x="1363" y="214"/>
                      </a:lnTo>
                      <a:lnTo>
                        <a:pt x="1365" y="217"/>
                      </a:lnTo>
                      <a:lnTo>
                        <a:pt x="1366" y="214"/>
                      </a:lnTo>
                      <a:lnTo>
                        <a:pt x="1368" y="218"/>
                      </a:lnTo>
                      <a:lnTo>
                        <a:pt x="1369" y="221"/>
                      </a:lnTo>
                      <a:lnTo>
                        <a:pt x="1371" y="218"/>
                      </a:lnTo>
                      <a:lnTo>
                        <a:pt x="1372" y="219"/>
                      </a:lnTo>
                      <a:lnTo>
                        <a:pt x="1374" y="218"/>
                      </a:lnTo>
                      <a:lnTo>
                        <a:pt x="1375" y="213"/>
                      </a:lnTo>
                      <a:lnTo>
                        <a:pt x="1377" y="215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00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1" name="Google Shape;1161;p19"/>
                <p:cNvSpPr/>
                <p:nvPr/>
              </p:nvSpPr>
              <p:spPr>
                <a:xfrm flipH="1" rot="10800000">
                  <a:off x="1125538" y="1863725"/>
                  <a:ext cx="3638550" cy="623888"/>
                </a:xfrm>
                <a:custGeom>
                  <a:rect b="b" l="l" r="r" t="t"/>
                  <a:pathLst>
                    <a:path extrusionOk="0" h="283" w="1377">
                      <a:moveTo>
                        <a:pt x="0" y="144"/>
                      </a:moveTo>
                      <a:lnTo>
                        <a:pt x="1" y="162"/>
                      </a:lnTo>
                      <a:lnTo>
                        <a:pt x="3" y="159"/>
                      </a:lnTo>
                      <a:lnTo>
                        <a:pt x="4" y="157"/>
                      </a:lnTo>
                      <a:lnTo>
                        <a:pt x="6" y="156"/>
                      </a:lnTo>
                      <a:lnTo>
                        <a:pt x="7" y="154"/>
                      </a:lnTo>
                      <a:lnTo>
                        <a:pt x="9" y="153"/>
                      </a:lnTo>
                      <a:lnTo>
                        <a:pt x="10" y="155"/>
                      </a:lnTo>
                      <a:lnTo>
                        <a:pt x="11" y="154"/>
                      </a:lnTo>
                      <a:lnTo>
                        <a:pt x="13" y="159"/>
                      </a:lnTo>
                      <a:lnTo>
                        <a:pt x="14" y="160"/>
                      </a:lnTo>
                      <a:lnTo>
                        <a:pt x="16" y="161"/>
                      </a:lnTo>
                      <a:lnTo>
                        <a:pt x="17" y="163"/>
                      </a:lnTo>
                      <a:lnTo>
                        <a:pt x="19" y="161"/>
                      </a:lnTo>
                      <a:lnTo>
                        <a:pt x="20" y="159"/>
                      </a:lnTo>
                      <a:lnTo>
                        <a:pt x="22" y="157"/>
                      </a:lnTo>
                      <a:lnTo>
                        <a:pt x="23" y="158"/>
                      </a:lnTo>
                      <a:lnTo>
                        <a:pt x="25" y="157"/>
                      </a:lnTo>
                      <a:lnTo>
                        <a:pt x="26" y="154"/>
                      </a:lnTo>
                      <a:lnTo>
                        <a:pt x="28" y="151"/>
                      </a:lnTo>
                      <a:lnTo>
                        <a:pt x="29" y="155"/>
                      </a:lnTo>
                      <a:lnTo>
                        <a:pt x="31" y="157"/>
                      </a:lnTo>
                      <a:lnTo>
                        <a:pt x="32" y="157"/>
                      </a:lnTo>
                      <a:lnTo>
                        <a:pt x="34" y="159"/>
                      </a:lnTo>
                      <a:lnTo>
                        <a:pt x="35" y="159"/>
                      </a:lnTo>
                      <a:lnTo>
                        <a:pt x="36" y="160"/>
                      </a:lnTo>
                      <a:lnTo>
                        <a:pt x="38" y="161"/>
                      </a:lnTo>
                      <a:lnTo>
                        <a:pt x="39" y="162"/>
                      </a:lnTo>
                      <a:lnTo>
                        <a:pt x="41" y="161"/>
                      </a:lnTo>
                      <a:lnTo>
                        <a:pt x="42" y="163"/>
                      </a:lnTo>
                      <a:lnTo>
                        <a:pt x="44" y="163"/>
                      </a:lnTo>
                      <a:lnTo>
                        <a:pt x="45" y="164"/>
                      </a:lnTo>
                      <a:lnTo>
                        <a:pt x="47" y="160"/>
                      </a:lnTo>
                      <a:lnTo>
                        <a:pt x="48" y="160"/>
                      </a:lnTo>
                      <a:lnTo>
                        <a:pt x="50" y="161"/>
                      </a:lnTo>
                      <a:lnTo>
                        <a:pt x="51" y="165"/>
                      </a:lnTo>
                      <a:lnTo>
                        <a:pt x="53" y="164"/>
                      </a:lnTo>
                      <a:lnTo>
                        <a:pt x="54" y="162"/>
                      </a:lnTo>
                      <a:lnTo>
                        <a:pt x="56" y="161"/>
                      </a:lnTo>
                      <a:lnTo>
                        <a:pt x="57" y="160"/>
                      </a:lnTo>
                      <a:lnTo>
                        <a:pt x="59" y="154"/>
                      </a:lnTo>
                      <a:lnTo>
                        <a:pt x="60" y="153"/>
                      </a:lnTo>
                      <a:lnTo>
                        <a:pt x="61" y="155"/>
                      </a:lnTo>
                      <a:lnTo>
                        <a:pt x="63" y="154"/>
                      </a:lnTo>
                      <a:lnTo>
                        <a:pt x="64" y="158"/>
                      </a:lnTo>
                      <a:lnTo>
                        <a:pt x="66" y="158"/>
                      </a:lnTo>
                      <a:lnTo>
                        <a:pt x="67" y="163"/>
                      </a:lnTo>
                      <a:lnTo>
                        <a:pt x="69" y="164"/>
                      </a:lnTo>
                      <a:lnTo>
                        <a:pt x="70" y="163"/>
                      </a:lnTo>
                      <a:lnTo>
                        <a:pt x="72" y="164"/>
                      </a:lnTo>
                      <a:lnTo>
                        <a:pt x="73" y="165"/>
                      </a:lnTo>
                      <a:lnTo>
                        <a:pt x="75" y="167"/>
                      </a:lnTo>
                      <a:lnTo>
                        <a:pt x="76" y="169"/>
                      </a:lnTo>
                      <a:lnTo>
                        <a:pt x="78" y="166"/>
                      </a:lnTo>
                      <a:lnTo>
                        <a:pt x="79" y="168"/>
                      </a:lnTo>
                      <a:lnTo>
                        <a:pt x="81" y="168"/>
                      </a:lnTo>
                      <a:lnTo>
                        <a:pt x="82" y="167"/>
                      </a:lnTo>
                      <a:lnTo>
                        <a:pt x="84" y="169"/>
                      </a:lnTo>
                      <a:lnTo>
                        <a:pt x="85" y="167"/>
                      </a:lnTo>
                      <a:lnTo>
                        <a:pt x="86" y="167"/>
                      </a:lnTo>
                      <a:lnTo>
                        <a:pt x="88" y="164"/>
                      </a:lnTo>
                      <a:lnTo>
                        <a:pt x="89" y="165"/>
                      </a:lnTo>
                      <a:lnTo>
                        <a:pt x="91" y="165"/>
                      </a:lnTo>
                      <a:lnTo>
                        <a:pt x="92" y="166"/>
                      </a:lnTo>
                      <a:lnTo>
                        <a:pt x="94" y="169"/>
                      </a:lnTo>
                      <a:lnTo>
                        <a:pt x="95" y="169"/>
                      </a:lnTo>
                      <a:lnTo>
                        <a:pt x="97" y="172"/>
                      </a:lnTo>
                      <a:lnTo>
                        <a:pt x="98" y="173"/>
                      </a:lnTo>
                      <a:lnTo>
                        <a:pt x="100" y="172"/>
                      </a:lnTo>
                      <a:lnTo>
                        <a:pt x="101" y="173"/>
                      </a:lnTo>
                      <a:lnTo>
                        <a:pt x="103" y="172"/>
                      </a:lnTo>
                      <a:lnTo>
                        <a:pt x="104" y="171"/>
                      </a:lnTo>
                      <a:lnTo>
                        <a:pt x="106" y="172"/>
                      </a:lnTo>
                      <a:lnTo>
                        <a:pt x="107" y="172"/>
                      </a:lnTo>
                      <a:lnTo>
                        <a:pt x="109" y="173"/>
                      </a:lnTo>
                      <a:lnTo>
                        <a:pt x="110" y="178"/>
                      </a:lnTo>
                      <a:lnTo>
                        <a:pt x="111" y="172"/>
                      </a:lnTo>
                      <a:lnTo>
                        <a:pt x="113" y="184"/>
                      </a:lnTo>
                      <a:lnTo>
                        <a:pt x="114" y="82"/>
                      </a:lnTo>
                      <a:lnTo>
                        <a:pt x="116" y="168"/>
                      </a:lnTo>
                      <a:lnTo>
                        <a:pt x="117" y="176"/>
                      </a:lnTo>
                      <a:lnTo>
                        <a:pt x="119" y="176"/>
                      </a:lnTo>
                      <a:lnTo>
                        <a:pt x="120" y="177"/>
                      </a:lnTo>
                      <a:lnTo>
                        <a:pt x="122" y="179"/>
                      </a:lnTo>
                      <a:lnTo>
                        <a:pt x="123" y="180"/>
                      </a:lnTo>
                      <a:lnTo>
                        <a:pt x="125" y="181"/>
                      </a:lnTo>
                      <a:lnTo>
                        <a:pt x="126" y="181"/>
                      </a:lnTo>
                      <a:lnTo>
                        <a:pt x="128" y="182"/>
                      </a:lnTo>
                      <a:lnTo>
                        <a:pt x="129" y="180"/>
                      </a:lnTo>
                      <a:lnTo>
                        <a:pt x="131" y="180"/>
                      </a:lnTo>
                      <a:lnTo>
                        <a:pt x="132" y="178"/>
                      </a:lnTo>
                      <a:lnTo>
                        <a:pt x="134" y="177"/>
                      </a:lnTo>
                      <a:lnTo>
                        <a:pt x="135" y="175"/>
                      </a:lnTo>
                      <a:lnTo>
                        <a:pt x="136" y="175"/>
                      </a:lnTo>
                      <a:lnTo>
                        <a:pt x="138" y="176"/>
                      </a:lnTo>
                      <a:lnTo>
                        <a:pt x="139" y="177"/>
                      </a:lnTo>
                      <a:lnTo>
                        <a:pt x="141" y="175"/>
                      </a:lnTo>
                      <a:lnTo>
                        <a:pt x="142" y="175"/>
                      </a:lnTo>
                      <a:lnTo>
                        <a:pt x="144" y="177"/>
                      </a:lnTo>
                      <a:lnTo>
                        <a:pt x="145" y="175"/>
                      </a:lnTo>
                      <a:lnTo>
                        <a:pt x="147" y="173"/>
                      </a:lnTo>
                      <a:lnTo>
                        <a:pt x="148" y="171"/>
                      </a:lnTo>
                      <a:lnTo>
                        <a:pt x="150" y="167"/>
                      </a:lnTo>
                      <a:lnTo>
                        <a:pt x="151" y="167"/>
                      </a:lnTo>
                      <a:lnTo>
                        <a:pt x="153" y="165"/>
                      </a:lnTo>
                      <a:lnTo>
                        <a:pt x="154" y="163"/>
                      </a:lnTo>
                      <a:lnTo>
                        <a:pt x="156" y="161"/>
                      </a:lnTo>
                      <a:lnTo>
                        <a:pt x="157" y="159"/>
                      </a:lnTo>
                      <a:lnTo>
                        <a:pt x="159" y="161"/>
                      </a:lnTo>
                      <a:lnTo>
                        <a:pt x="160" y="164"/>
                      </a:lnTo>
                      <a:lnTo>
                        <a:pt x="161" y="163"/>
                      </a:lnTo>
                      <a:lnTo>
                        <a:pt x="163" y="163"/>
                      </a:lnTo>
                      <a:lnTo>
                        <a:pt x="164" y="165"/>
                      </a:lnTo>
                      <a:lnTo>
                        <a:pt x="166" y="163"/>
                      </a:lnTo>
                      <a:lnTo>
                        <a:pt x="167" y="164"/>
                      </a:lnTo>
                      <a:lnTo>
                        <a:pt x="169" y="161"/>
                      </a:lnTo>
                      <a:lnTo>
                        <a:pt x="170" y="158"/>
                      </a:lnTo>
                      <a:lnTo>
                        <a:pt x="172" y="159"/>
                      </a:lnTo>
                      <a:lnTo>
                        <a:pt x="173" y="157"/>
                      </a:lnTo>
                      <a:lnTo>
                        <a:pt x="175" y="156"/>
                      </a:lnTo>
                      <a:lnTo>
                        <a:pt x="176" y="158"/>
                      </a:lnTo>
                      <a:lnTo>
                        <a:pt x="178" y="161"/>
                      </a:lnTo>
                      <a:lnTo>
                        <a:pt x="179" y="160"/>
                      </a:lnTo>
                      <a:lnTo>
                        <a:pt x="181" y="163"/>
                      </a:lnTo>
                      <a:lnTo>
                        <a:pt x="182" y="163"/>
                      </a:lnTo>
                      <a:lnTo>
                        <a:pt x="184" y="163"/>
                      </a:lnTo>
                      <a:lnTo>
                        <a:pt x="185" y="163"/>
                      </a:lnTo>
                      <a:lnTo>
                        <a:pt x="186" y="161"/>
                      </a:lnTo>
                      <a:lnTo>
                        <a:pt x="188" y="162"/>
                      </a:lnTo>
                      <a:lnTo>
                        <a:pt x="189" y="163"/>
                      </a:lnTo>
                      <a:lnTo>
                        <a:pt x="191" y="164"/>
                      </a:lnTo>
                      <a:lnTo>
                        <a:pt x="192" y="163"/>
                      </a:lnTo>
                      <a:lnTo>
                        <a:pt x="194" y="161"/>
                      </a:lnTo>
                      <a:lnTo>
                        <a:pt x="195" y="163"/>
                      </a:lnTo>
                      <a:lnTo>
                        <a:pt x="197" y="159"/>
                      </a:lnTo>
                      <a:lnTo>
                        <a:pt x="198" y="157"/>
                      </a:lnTo>
                      <a:lnTo>
                        <a:pt x="200" y="153"/>
                      </a:lnTo>
                      <a:lnTo>
                        <a:pt x="201" y="151"/>
                      </a:lnTo>
                      <a:lnTo>
                        <a:pt x="203" y="150"/>
                      </a:lnTo>
                      <a:lnTo>
                        <a:pt x="204" y="146"/>
                      </a:lnTo>
                      <a:lnTo>
                        <a:pt x="206" y="146"/>
                      </a:lnTo>
                      <a:lnTo>
                        <a:pt x="207" y="147"/>
                      </a:lnTo>
                      <a:lnTo>
                        <a:pt x="209" y="147"/>
                      </a:lnTo>
                      <a:lnTo>
                        <a:pt x="210" y="144"/>
                      </a:lnTo>
                      <a:lnTo>
                        <a:pt x="211" y="148"/>
                      </a:lnTo>
                      <a:lnTo>
                        <a:pt x="213" y="148"/>
                      </a:lnTo>
                      <a:lnTo>
                        <a:pt x="214" y="149"/>
                      </a:lnTo>
                      <a:lnTo>
                        <a:pt x="216" y="151"/>
                      </a:lnTo>
                      <a:lnTo>
                        <a:pt x="217" y="150"/>
                      </a:lnTo>
                      <a:lnTo>
                        <a:pt x="219" y="154"/>
                      </a:lnTo>
                      <a:lnTo>
                        <a:pt x="220" y="153"/>
                      </a:lnTo>
                      <a:lnTo>
                        <a:pt x="222" y="151"/>
                      </a:lnTo>
                      <a:lnTo>
                        <a:pt x="223" y="151"/>
                      </a:lnTo>
                      <a:lnTo>
                        <a:pt x="225" y="149"/>
                      </a:lnTo>
                      <a:lnTo>
                        <a:pt x="226" y="147"/>
                      </a:lnTo>
                      <a:lnTo>
                        <a:pt x="228" y="145"/>
                      </a:lnTo>
                      <a:lnTo>
                        <a:pt x="229" y="147"/>
                      </a:lnTo>
                      <a:lnTo>
                        <a:pt x="231" y="145"/>
                      </a:lnTo>
                      <a:lnTo>
                        <a:pt x="232" y="145"/>
                      </a:lnTo>
                      <a:lnTo>
                        <a:pt x="234" y="147"/>
                      </a:lnTo>
                      <a:lnTo>
                        <a:pt x="235" y="144"/>
                      </a:lnTo>
                      <a:lnTo>
                        <a:pt x="237" y="147"/>
                      </a:lnTo>
                      <a:lnTo>
                        <a:pt x="238" y="146"/>
                      </a:lnTo>
                      <a:lnTo>
                        <a:pt x="239" y="145"/>
                      </a:lnTo>
                      <a:lnTo>
                        <a:pt x="241" y="144"/>
                      </a:lnTo>
                      <a:lnTo>
                        <a:pt x="242" y="141"/>
                      </a:lnTo>
                      <a:lnTo>
                        <a:pt x="244" y="136"/>
                      </a:lnTo>
                      <a:lnTo>
                        <a:pt x="245" y="139"/>
                      </a:lnTo>
                      <a:lnTo>
                        <a:pt x="247" y="138"/>
                      </a:lnTo>
                      <a:lnTo>
                        <a:pt x="248" y="139"/>
                      </a:lnTo>
                      <a:lnTo>
                        <a:pt x="250" y="135"/>
                      </a:lnTo>
                      <a:lnTo>
                        <a:pt x="251" y="139"/>
                      </a:lnTo>
                      <a:lnTo>
                        <a:pt x="253" y="142"/>
                      </a:lnTo>
                      <a:lnTo>
                        <a:pt x="254" y="144"/>
                      </a:lnTo>
                      <a:lnTo>
                        <a:pt x="256" y="139"/>
                      </a:lnTo>
                      <a:lnTo>
                        <a:pt x="257" y="137"/>
                      </a:lnTo>
                      <a:lnTo>
                        <a:pt x="259" y="136"/>
                      </a:lnTo>
                      <a:lnTo>
                        <a:pt x="260" y="136"/>
                      </a:lnTo>
                      <a:lnTo>
                        <a:pt x="262" y="135"/>
                      </a:lnTo>
                      <a:lnTo>
                        <a:pt x="263" y="131"/>
                      </a:lnTo>
                      <a:lnTo>
                        <a:pt x="264" y="131"/>
                      </a:lnTo>
                      <a:lnTo>
                        <a:pt x="266" y="135"/>
                      </a:lnTo>
                      <a:lnTo>
                        <a:pt x="267" y="135"/>
                      </a:lnTo>
                      <a:lnTo>
                        <a:pt x="269" y="135"/>
                      </a:lnTo>
                      <a:lnTo>
                        <a:pt x="270" y="137"/>
                      </a:lnTo>
                      <a:lnTo>
                        <a:pt x="272" y="140"/>
                      </a:lnTo>
                      <a:lnTo>
                        <a:pt x="273" y="139"/>
                      </a:lnTo>
                      <a:lnTo>
                        <a:pt x="275" y="139"/>
                      </a:lnTo>
                      <a:lnTo>
                        <a:pt x="276" y="140"/>
                      </a:lnTo>
                      <a:lnTo>
                        <a:pt x="278" y="139"/>
                      </a:lnTo>
                      <a:lnTo>
                        <a:pt x="279" y="135"/>
                      </a:lnTo>
                      <a:lnTo>
                        <a:pt x="281" y="135"/>
                      </a:lnTo>
                      <a:lnTo>
                        <a:pt x="282" y="136"/>
                      </a:lnTo>
                      <a:lnTo>
                        <a:pt x="284" y="135"/>
                      </a:lnTo>
                      <a:lnTo>
                        <a:pt x="285" y="137"/>
                      </a:lnTo>
                      <a:lnTo>
                        <a:pt x="287" y="139"/>
                      </a:lnTo>
                      <a:lnTo>
                        <a:pt x="288" y="139"/>
                      </a:lnTo>
                      <a:lnTo>
                        <a:pt x="289" y="136"/>
                      </a:lnTo>
                      <a:lnTo>
                        <a:pt x="291" y="137"/>
                      </a:lnTo>
                      <a:lnTo>
                        <a:pt x="292" y="135"/>
                      </a:lnTo>
                      <a:lnTo>
                        <a:pt x="294" y="135"/>
                      </a:lnTo>
                      <a:lnTo>
                        <a:pt x="295" y="132"/>
                      </a:lnTo>
                      <a:lnTo>
                        <a:pt x="297" y="132"/>
                      </a:lnTo>
                      <a:lnTo>
                        <a:pt x="298" y="135"/>
                      </a:lnTo>
                      <a:lnTo>
                        <a:pt x="300" y="138"/>
                      </a:lnTo>
                      <a:lnTo>
                        <a:pt x="301" y="135"/>
                      </a:lnTo>
                      <a:lnTo>
                        <a:pt x="303" y="136"/>
                      </a:lnTo>
                      <a:lnTo>
                        <a:pt x="304" y="136"/>
                      </a:lnTo>
                      <a:lnTo>
                        <a:pt x="306" y="138"/>
                      </a:lnTo>
                      <a:lnTo>
                        <a:pt x="307" y="139"/>
                      </a:lnTo>
                      <a:lnTo>
                        <a:pt x="309" y="136"/>
                      </a:lnTo>
                      <a:lnTo>
                        <a:pt x="310" y="137"/>
                      </a:lnTo>
                      <a:lnTo>
                        <a:pt x="312" y="135"/>
                      </a:lnTo>
                      <a:lnTo>
                        <a:pt x="313" y="138"/>
                      </a:lnTo>
                      <a:lnTo>
                        <a:pt x="314" y="135"/>
                      </a:lnTo>
                      <a:lnTo>
                        <a:pt x="316" y="136"/>
                      </a:lnTo>
                      <a:lnTo>
                        <a:pt x="317" y="138"/>
                      </a:lnTo>
                      <a:lnTo>
                        <a:pt x="319" y="139"/>
                      </a:lnTo>
                      <a:lnTo>
                        <a:pt x="320" y="142"/>
                      </a:lnTo>
                      <a:lnTo>
                        <a:pt x="322" y="142"/>
                      </a:lnTo>
                      <a:lnTo>
                        <a:pt x="323" y="146"/>
                      </a:lnTo>
                      <a:lnTo>
                        <a:pt x="325" y="146"/>
                      </a:lnTo>
                      <a:lnTo>
                        <a:pt x="326" y="144"/>
                      </a:lnTo>
                      <a:lnTo>
                        <a:pt x="328" y="143"/>
                      </a:lnTo>
                      <a:lnTo>
                        <a:pt x="329" y="145"/>
                      </a:lnTo>
                      <a:lnTo>
                        <a:pt x="331" y="143"/>
                      </a:lnTo>
                      <a:lnTo>
                        <a:pt x="332" y="143"/>
                      </a:lnTo>
                      <a:lnTo>
                        <a:pt x="334" y="143"/>
                      </a:lnTo>
                      <a:lnTo>
                        <a:pt x="335" y="144"/>
                      </a:lnTo>
                      <a:lnTo>
                        <a:pt x="337" y="142"/>
                      </a:lnTo>
                      <a:lnTo>
                        <a:pt x="338" y="141"/>
                      </a:lnTo>
                      <a:lnTo>
                        <a:pt x="339" y="143"/>
                      </a:lnTo>
                      <a:lnTo>
                        <a:pt x="341" y="142"/>
                      </a:lnTo>
                      <a:lnTo>
                        <a:pt x="342" y="143"/>
                      </a:lnTo>
                      <a:lnTo>
                        <a:pt x="344" y="142"/>
                      </a:lnTo>
                      <a:lnTo>
                        <a:pt x="345" y="141"/>
                      </a:lnTo>
                      <a:lnTo>
                        <a:pt x="347" y="140"/>
                      </a:lnTo>
                      <a:lnTo>
                        <a:pt x="348" y="138"/>
                      </a:lnTo>
                      <a:lnTo>
                        <a:pt x="350" y="136"/>
                      </a:lnTo>
                      <a:lnTo>
                        <a:pt x="351" y="135"/>
                      </a:lnTo>
                      <a:lnTo>
                        <a:pt x="353" y="135"/>
                      </a:lnTo>
                      <a:lnTo>
                        <a:pt x="354" y="132"/>
                      </a:lnTo>
                      <a:lnTo>
                        <a:pt x="356" y="132"/>
                      </a:lnTo>
                      <a:lnTo>
                        <a:pt x="357" y="131"/>
                      </a:lnTo>
                      <a:lnTo>
                        <a:pt x="359" y="133"/>
                      </a:lnTo>
                      <a:lnTo>
                        <a:pt x="360" y="131"/>
                      </a:lnTo>
                      <a:lnTo>
                        <a:pt x="362" y="132"/>
                      </a:lnTo>
                      <a:lnTo>
                        <a:pt x="363" y="129"/>
                      </a:lnTo>
                      <a:lnTo>
                        <a:pt x="364" y="130"/>
                      </a:lnTo>
                      <a:lnTo>
                        <a:pt x="366" y="130"/>
                      </a:lnTo>
                      <a:lnTo>
                        <a:pt x="367" y="131"/>
                      </a:lnTo>
                      <a:lnTo>
                        <a:pt x="369" y="128"/>
                      </a:lnTo>
                      <a:lnTo>
                        <a:pt x="370" y="129"/>
                      </a:lnTo>
                      <a:lnTo>
                        <a:pt x="372" y="128"/>
                      </a:lnTo>
                      <a:lnTo>
                        <a:pt x="373" y="128"/>
                      </a:lnTo>
                      <a:lnTo>
                        <a:pt x="375" y="124"/>
                      </a:lnTo>
                      <a:lnTo>
                        <a:pt x="376" y="126"/>
                      </a:lnTo>
                      <a:lnTo>
                        <a:pt x="378" y="124"/>
                      </a:lnTo>
                      <a:lnTo>
                        <a:pt x="379" y="123"/>
                      </a:lnTo>
                      <a:lnTo>
                        <a:pt x="381" y="123"/>
                      </a:lnTo>
                      <a:lnTo>
                        <a:pt x="382" y="123"/>
                      </a:lnTo>
                      <a:lnTo>
                        <a:pt x="384" y="122"/>
                      </a:lnTo>
                      <a:lnTo>
                        <a:pt x="385" y="125"/>
                      </a:lnTo>
                      <a:lnTo>
                        <a:pt x="387" y="123"/>
                      </a:lnTo>
                      <a:lnTo>
                        <a:pt x="388" y="124"/>
                      </a:lnTo>
                      <a:lnTo>
                        <a:pt x="389" y="123"/>
                      </a:lnTo>
                      <a:lnTo>
                        <a:pt x="391" y="126"/>
                      </a:lnTo>
                      <a:lnTo>
                        <a:pt x="392" y="123"/>
                      </a:lnTo>
                      <a:lnTo>
                        <a:pt x="394" y="124"/>
                      </a:lnTo>
                      <a:lnTo>
                        <a:pt x="395" y="124"/>
                      </a:lnTo>
                      <a:lnTo>
                        <a:pt x="397" y="124"/>
                      </a:lnTo>
                      <a:lnTo>
                        <a:pt x="398" y="126"/>
                      </a:lnTo>
                      <a:lnTo>
                        <a:pt x="400" y="127"/>
                      </a:lnTo>
                      <a:lnTo>
                        <a:pt x="401" y="128"/>
                      </a:lnTo>
                      <a:lnTo>
                        <a:pt x="403" y="130"/>
                      </a:lnTo>
                      <a:lnTo>
                        <a:pt x="404" y="133"/>
                      </a:lnTo>
                      <a:lnTo>
                        <a:pt x="406" y="129"/>
                      </a:lnTo>
                      <a:lnTo>
                        <a:pt x="407" y="0"/>
                      </a:lnTo>
                      <a:lnTo>
                        <a:pt x="409" y="109"/>
                      </a:lnTo>
                      <a:lnTo>
                        <a:pt x="410" y="122"/>
                      </a:lnTo>
                      <a:lnTo>
                        <a:pt x="412" y="117"/>
                      </a:lnTo>
                      <a:lnTo>
                        <a:pt x="413" y="114"/>
                      </a:lnTo>
                      <a:lnTo>
                        <a:pt x="414" y="112"/>
                      </a:lnTo>
                      <a:lnTo>
                        <a:pt x="416" y="112"/>
                      </a:lnTo>
                      <a:lnTo>
                        <a:pt x="417" y="112"/>
                      </a:lnTo>
                      <a:lnTo>
                        <a:pt x="419" y="114"/>
                      </a:lnTo>
                      <a:lnTo>
                        <a:pt x="420" y="116"/>
                      </a:lnTo>
                      <a:lnTo>
                        <a:pt x="422" y="111"/>
                      </a:lnTo>
                      <a:lnTo>
                        <a:pt x="423" y="111"/>
                      </a:lnTo>
                      <a:lnTo>
                        <a:pt x="425" y="111"/>
                      </a:lnTo>
                      <a:lnTo>
                        <a:pt x="426" y="107"/>
                      </a:lnTo>
                      <a:lnTo>
                        <a:pt x="428" y="106"/>
                      </a:lnTo>
                      <a:lnTo>
                        <a:pt x="429" y="107"/>
                      </a:lnTo>
                      <a:lnTo>
                        <a:pt x="431" y="107"/>
                      </a:lnTo>
                      <a:lnTo>
                        <a:pt x="432" y="107"/>
                      </a:lnTo>
                      <a:lnTo>
                        <a:pt x="434" y="108"/>
                      </a:lnTo>
                      <a:lnTo>
                        <a:pt x="435" y="108"/>
                      </a:lnTo>
                      <a:lnTo>
                        <a:pt x="437" y="108"/>
                      </a:lnTo>
                      <a:lnTo>
                        <a:pt x="438" y="113"/>
                      </a:lnTo>
                      <a:lnTo>
                        <a:pt x="440" y="112"/>
                      </a:lnTo>
                      <a:lnTo>
                        <a:pt x="441" y="112"/>
                      </a:lnTo>
                      <a:lnTo>
                        <a:pt x="442" y="112"/>
                      </a:lnTo>
                      <a:lnTo>
                        <a:pt x="444" y="118"/>
                      </a:lnTo>
                      <a:lnTo>
                        <a:pt x="445" y="121"/>
                      </a:lnTo>
                      <a:lnTo>
                        <a:pt x="447" y="122"/>
                      </a:lnTo>
                      <a:lnTo>
                        <a:pt x="448" y="121"/>
                      </a:lnTo>
                      <a:lnTo>
                        <a:pt x="450" y="123"/>
                      </a:lnTo>
                      <a:lnTo>
                        <a:pt x="451" y="121"/>
                      </a:lnTo>
                      <a:lnTo>
                        <a:pt x="453" y="121"/>
                      </a:lnTo>
                      <a:lnTo>
                        <a:pt x="454" y="121"/>
                      </a:lnTo>
                      <a:lnTo>
                        <a:pt x="456" y="121"/>
                      </a:lnTo>
                      <a:lnTo>
                        <a:pt x="457" y="118"/>
                      </a:lnTo>
                      <a:lnTo>
                        <a:pt x="459" y="117"/>
                      </a:lnTo>
                      <a:lnTo>
                        <a:pt x="460" y="118"/>
                      </a:lnTo>
                      <a:lnTo>
                        <a:pt x="462" y="115"/>
                      </a:lnTo>
                      <a:lnTo>
                        <a:pt x="463" y="112"/>
                      </a:lnTo>
                      <a:lnTo>
                        <a:pt x="465" y="112"/>
                      </a:lnTo>
                      <a:lnTo>
                        <a:pt x="466" y="113"/>
                      </a:lnTo>
                      <a:lnTo>
                        <a:pt x="467" y="117"/>
                      </a:lnTo>
                      <a:lnTo>
                        <a:pt x="469" y="116"/>
                      </a:lnTo>
                      <a:lnTo>
                        <a:pt x="470" y="116"/>
                      </a:lnTo>
                      <a:lnTo>
                        <a:pt x="472" y="117"/>
                      </a:lnTo>
                      <a:lnTo>
                        <a:pt x="473" y="120"/>
                      </a:lnTo>
                      <a:lnTo>
                        <a:pt x="475" y="120"/>
                      </a:lnTo>
                      <a:lnTo>
                        <a:pt x="476" y="118"/>
                      </a:lnTo>
                      <a:lnTo>
                        <a:pt x="478" y="118"/>
                      </a:lnTo>
                      <a:lnTo>
                        <a:pt x="479" y="117"/>
                      </a:lnTo>
                      <a:lnTo>
                        <a:pt x="481" y="119"/>
                      </a:lnTo>
                      <a:lnTo>
                        <a:pt x="482" y="122"/>
                      </a:lnTo>
                      <a:lnTo>
                        <a:pt x="484" y="119"/>
                      </a:lnTo>
                      <a:lnTo>
                        <a:pt x="485" y="121"/>
                      </a:lnTo>
                      <a:lnTo>
                        <a:pt x="487" y="121"/>
                      </a:lnTo>
                      <a:lnTo>
                        <a:pt x="488" y="124"/>
                      </a:lnTo>
                      <a:lnTo>
                        <a:pt x="490" y="125"/>
                      </a:lnTo>
                      <a:lnTo>
                        <a:pt x="491" y="125"/>
                      </a:lnTo>
                      <a:lnTo>
                        <a:pt x="492" y="125"/>
                      </a:lnTo>
                      <a:lnTo>
                        <a:pt x="494" y="125"/>
                      </a:lnTo>
                      <a:lnTo>
                        <a:pt x="495" y="123"/>
                      </a:lnTo>
                      <a:lnTo>
                        <a:pt x="497" y="124"/>
                      </a:lnTo>
                      <a:lnTo>
                        <a:pt x="498" y="126"/>
                      </a:lnTo>
                      <a:lnTo>
                        <a:pt x="500" y="127"/>
                      </a:lnTo>
                      <a:lnTo>
                        <a:pt x="501" y="130"/>
                      </a:lnTo>
                      <a:lnTo>
                        <a:pt x="503" y="134"/>
                      </a:lnTo>
                      <a:lnTo>
                        <a:pt x="504" y="134"/>
                      </a:lnTo>
                      <a:lnTo>
                        <a:pt x="506" y="138"/>
                      </a:lnTo>
                      <a:lnTo>
                        <a:pt x="507" y="140"/>
                      </a:lnTo>
                      <a:lnTo>
                        <a:pt x="509" y="140"/>
                      </a:lnTo>
                      <a:lnTo>
                        <a:pt x="510" y="137"/>
                      </a:lnTo>
                      <a:lnTo>
                        <a:pt x="512" y="136"/>
                      </a:lnTo>
                      <a:lnTo>
                        <a:pt x="513" y="135"/>
                      </a:lnTo>
                      <a:lnTo>
                        <a:pt x="515" y="133"/>
                      </a:lnTo>
                      <a:lnTo>
                        <a:pt x="516" y="132"/>
                      </a:lnTo>
                      <a:lnTo>
                        <a:pt x="517" y="127"/>
                      </a:lnTo>
                      <a:lnTo>
                        <a:pt x="519" y="129"/>
                      </a:lnTo>
                      <a:lnTo>
                        <a:pt x="520" y="129"/>
                      </a:lnTo>
                      <a:lnTo>
                        <a:pt x="522" y="127"/>
                      </a:lnTo>
                      <a:lnTo>
                        <a:pt x="523" y="130"/>
                      </a:lnTo>
                      <a:lnTo>
                        <a:pt x="525" y="133"/>
                      </a:lnTo>
                      <a:lnTo>
                        <a:pt x="526" y="138"/>
                      </a:lnTo>
                      <a:lnTo>
                        <a:pt x="528" y="138"/>
                      </a:lnTo>
                      <a:lnTo>
                        <a:pt x="529" y="139"/>
                      </a:lnTo>
                      <a:lnTo>
                        <a:pt x="531" y="142"/>
                      </a:lnTo>
                      <a:lnTo>
                        <a:pt x="532" y="144"/>
                      </a:lnTo>
                      <a:lnTo>
                        <a:pt x="534" y="142"/>
                      </a:lnTo>
                      <a:lnTo>
                        <a:pt x="535" y="144"/>
                      </a:lnTo>
                      <a:lnTo>
                        <a:pt x="537" y="145"/>
                      </a:lnTo>
                      <a:lnTo>
                        <a:pt x="538" y="143"/>
                      </a:lnTo>
                      <a:lnTo>
                        <a:pt x="540" y="146"/>
                      </a:lnTo>
                      <a:lnTo>
                        <a:pt x="541" y="144"/>
                      </a:lnTo>
                      <a:lnTo>
                        <a:pt x="542" y="146"/>
                      </a:lnTo>
                      <a:lnTo>
                        <a:pt x="544" y="146"/>
                      </a:lnTo>
                      <a:lnTo>
                        <a:pt x="545" y="148"/>
                      </a:lnTo>
                      <a:lnTo>
                        <a:pt x="547" y="148"/>
                      </a:lnTo>
                      <a:lnTo>
                        <a:pt x="548" y="146"/>
                      </a:lnTo>
                      <a:lnTo>
                        <a:pt x="550" y="143"/>
                      </a:lnTo>
                      <a:lnTo>
                        <a:pt x="551" y="143"/>
                      </a:lnTo>
                      <a:lnTo>
                        <a:pt x="553" y="142"/>
                      </a:lnTo>
                      <a:lnTo>
                        <a:pt x="554" y="143"/>
                      </a:lnTo>
                      <a:lnTo>
                        <a:pt x="556" y="140"/>
                      </a:lnTo>
                      <a:lnTo>
                        <a:pt x="557" y="143"/>
                      </a:lnTo>
                      <a:lnTo>
                        <a:pt x="559" y="146"/>
                      </a:lnTo>
                      <a:lnTo>
                        <a:pt x="560" y="149"/>
                      </a:lnTo>
                      <a:lnTo>
                        <a:pt x="562" y="151"/>
                      </a:lnTo>
                      <a:lnTo>
                        <a:pt x="563" y="152"/>
                      </a:lnTo>
                      <a:lnTo>
                        <a:pt x="565" y="155"/>
                      </a:lnTo>
                      <a:lnTo>
                        <a:pt x="566" y="156"/>
                      </a:lnTo>
                      <a:lnTo>
                        <a:pt x="567" y="154"/>
                      </a:lnTo>
                      <a:lnTo>
                        <a:pt x="569" y="153"/>
                      </a:lnTo>
                      <a:lnTo>
                        <a:pt x="570" y="151"/>
                      </a:lnTo>
                      <a:lnTo>
                        <a:pt x="572" y="149"/>
                      </a:lnTo>
                      <a:lnTo>
                        <a:pt x="573" y="148"/>
                      </a:lnTo>
                      <a:lnTo>
                        <a:pt x="575" y="148"/>
                      </a:lnTo>
                      <a:lnTo>
                        <a:pt x="576" y="151"/>
                      </a:lnTo>
                      <a:lnTo>
                        <a:pt x="578" y="150"/>
                      </a:lnTo>
                      <a:lnTo>
                        <a:pt x="579" y="148"/>
                      </a:lnTo>
                      <a:lnTo>
                        <a:pt x="581" y="145"/>
                      </a:lnTo>
                      <a:lnTo>
                        <a:pt x="582" y="143"/>
                      </a:lnTo>
                      <a:lnTo>
                        <a:pt x="584" y="143"/>
                      </a:lnTo>
                      <a:lnTo>
                        <a:pt x="585" y="141"/>
                      </a:lnTo>
                      <a:lnTo>
                        <a:pt x="587" y="143"/>
                      </a:lnTo>
                      <a:lnTo>
                        <a:pt x="588" y="147"/>
                      </a:lnTo>
                      <a:lnTo>
                        <a:pt x="590" y="147"/>
                      </a:lnTo>
                      <a:lnTo>
                        <a:pt x="591" y="151"/>
                      </a:lnTo>
                      <a:lnTo>
                        <a:pt x="592" y="153"/>
                      </a:lnTo>
                      <a:lnTo>
                        <a:pt x="594" y="155"/>
                      </a:lnTo>
                      <a:lnTo>
                        <a:pt x="595" y="156"/>
                      </a:lnTo>
                      <a:lnTo>
                        <a:pt x="597" y="155"/>
                      </a:lnTo>
                      <a:lnTo>
                        <a:pt x="598" y="153"/>
                      </a:lnTo>
                      <a:lnTo>
                        <a:pt x="600" y="153"/>
                      </a:lnTo>
                      <a:lnTo>
                        <a:pt x="601" y="153"/>
                      </a:lnTo>
                      <a:lnTo>
                        <a:pt x="603" y="151"/>
                      </a:lnTo>
                      <a:lnTo>
                        <a:pt x="604" y="150"/>
                      </a:lnTo>
                      <a:lnTo>
                        <a:pt x="606" y="150"/>
                      </a:lnTo>
                      <a:lnTo>
                        <a:pt x="607" y="152"/>
                      </a:lnTo>
                      <a:lnTo>
                        <a:pt x="609" y="148"/>
                      </a:lnTo>
                      <a:lnTo>
                        <a:pt x="610" y="151"/>
                      </a:lnTo>
                      <a:lnTo>
                        <a:pt x="612" y="151"/>
                      </a:lnTo>
                      <a:lnTo>
                        <a:pt x="613" y="152"/>
                      </a:lnTo>
                      <a:lnTo>
                        <a:pt x="615" y="152"/>
                      </a:lnTo>
                      <a:lnTo>
                        <a:pt x="616" y="152"/>
                      </a:lnTo>
                      <a:lnTo>
                        <a:pt x="617" y="154"/>
                      </a:lnTo>
                      <a:lnTo>
                        <a:pt x="619" y="154"/>
                      </a:lnTo>
                      <a:lnTo>
                        <a:pt x="620" y="155"/>
                      </a:lnTo>
                      <a:lnTo>
                        <a:pt x="622" y="153"/>
                      </a:lnTo>
                      <a:lnTo>
                        <a:pt x="623" y="149"/>
                      </a:lnTo>
                      <a:lnTo>
                        <a:pt x="625" y="149"/>
                      </a:lnTo>
                      <a:lnTo>
                        <a:pt x="626" y="148"/>
                      </a:lnTo>
                      <a:lnTo>
                        <a:pt x="628" y="146"/>
                      </a:lnTo>
                      <a:lnTo>
                        <a:pt x="629" y="149"/>
                      </a:lnTo>
                      <a:lnTo>
                        <a:pt x="631" y="147"/>
                      </a:lnTo>
                      <a:lnTo>
                        <a:pt x="632" y="150"/>
                      </a:lnTo>
                      <a:lnTo>
                        <a:pt x="634" y="155"/>
                      </a:lnTo>
                      <a:lnTo>
                        <a:pt x="635" y="156"/>
                      </a:lnTo>
                      <a:lnTo>
                        <a:pt x="637" y="159"/>
                      </a:lnTo>
                      <a:lnTo>
                        <a:pt x="638" y="161"/>
                      </a:lnTo>
                      <a:lnTo>
                        <a:pt x="640" y="161"/>
                      </a:lnTo>
                      <a:lnTo>
                        <a:pt x="641" y="163"/>
                      </a:lnTo>
                      <a:lnTo>
                        <a:pt x="643" y="162"/>
                      </a:lnTo>
                      <a:lnTo>
                        <a:pt x="644" y="163"/>
                      </a:lnTo>
                      <a:lnTo>
                        <a:pt x="645" y="163"/>
                      </a:lnTo>
                      <a:lnTo>
                        <a:pt x="647" y="162"/>
                      </a:lnTo>
                      <a:lnTo>
                        <a:pt x="648" y="160"/>
                      </a:lnTo>
                      <a:lnTo>
                        <a:pt x="650" y="161"/>
                      </a:lnTo>
                      <a:lnTo>
                        <a:pt x="651" y="157"/>
                      </a:lnTo>
                      <a:lnTo>
                        <a:pt x="653" y="156"/>
                      </a:lnTo>
                      <a:lnTo>
                        <a:pt x="654" y="158"/>
                      </a:lnTo>
                      <a:lnTo>
                        <a:pt x="656" y="155"/>
                      </a:lnTo>
                      <a:lnTo>
                        <a:pt x="657" y="156"/>
                      </a:lnTo>
                      <a:lnTo>
                        <a:pt x="659" y="157"/>
                      </a:lnTo>
                      <a:lnTo>
                        <a:pt x="660" y="158"/>
                      </a:lnTo>
                      <a:lnTo>
                        <a:pt x="662" y="158"/>
                      </a:lnTo>
                      <a:lnTo>
                        <a:pt x="663" y="162"/>
                      </a:lnTo>
                      <a:lnTo>
                        <a:pt x="665" y="160"/>
                      </a:lnTo>
                      <a:lnTo>
                        <a:pt x="666" y="160"/>
                      </a:lnTo>
                      <a:lnTo>
                        <a:pt x="668" y="157"/>
                      </a:lnTo>
                      <a:lnTo>
                        <a:pt x="669" y="154"/>
                      </a:lnTo>
                      <a:lnTo>
                        <a:pt x="670" y="155"/>
                      </a:lnTo>
                      <a:lnTo>
                        <a:pt x="672" y="156"/>
                      </a:lnTo>
                      <a:lnTo>
                        <a:pt x="673" y="157"/>
                      </a:lnTo>
                      <a:lnTo>
                        <a:pt x="675" y="159"/>
                      </a:lnTo>
                      <a:lnTo>
                        <a:pt x="676" y="162"/>
                      </a:lnTo>
                      <a:lnTo>
                        <a:pt x="678" y="164"/>
                      </a:lnTo>
                      <a:lnTo>
                        <a:pt x="679" y="166"/>
                      </a:lnTo>
                      <a:lnTo>
                        <a:pt x="681" y="164"/>
                      </a:lnTo>
                      <a:lnTo>
                        <a:pt x="682" y="163"/>
                      </a:lnTo>
                      <a:lnTo>
                        <a:pt x="684" y="161"/>
                      </a:lnTo>
                      <a:lnTo>
                        <a:pt x="685" y="160"/>
                      </a:lnTo>
                      <a:lnTo>
                        <a:pt x="687" y="160"/>
                      </a:lnTo>
                      <a:lnTo>
                        <a:pt x="688" y="159"/>
                      </a:lnTo>
                      <a:lnTo>
                        <a:pt x="690" y="162"/>
                      </a:lnTo>
                      <a:lnTo>
                        <a:pt x="691" y="162"/>
                      </a:lnTo>
                      <a:lnTo>
                        <a:pt x="693" y="163"/>
                      </a:lnTo>
                      <a:lnTo>
                        <a:pt x="694" y="167"/>
                      </a:lnTo>
                      <a:lnTo>
                        <a:pt x="695" y="169"/>
                      </a:lnTo>
                      <a:lnTo>
                        <a:pt x="697" y="172"/>
                      </a:lnTo>
                      <a:lnTo>
                        <a:pt x="698" y="172"/>
                      </a:lnTo>
                      <a:lnTo>
                        <a:pt x="700" y="172"/>
                      </a:lnTo>
                      <a:lnTo>
                        <a:pt x="701" y="174"/>
                      </a:lnTo>
                      <a:lnTo>
                        <a:pt x="703" y="173"/>
                      </a:lnTo>
                      <a:lnTo>
                        <a:pt x="704" y="174"/>
                      </a:lnTo>
                      <a:lnTo>
                        <a:pt x="706" y="171"/>
                      </a:lnTo>
                      <a:lnTo>
                        <a:pt x="707" y="172"/>
                      </a:lnTo>
                      <a:lnTo>
                        <a:pt x="709" y="175"/>
                      </a:lnTo>
                      <a:lnTo>
                        <a:pt x="710" y="173"/>
                      </a:lnTo>
                      <a:lnTo>
                        <a:pt x="712" y="175"/>
                      </a:lnTo>
                      <a:lnTo>
                        <a:pt x="713" y="173"/>
                      </a:lnTo>
                      <a:lnTo>
                        <a:pt x="715" y="173"/>
                      </a:lnTo>
                      <a:lnTo>
                        <a:pt x="716" y="174"/>
                      </a:lnTo>
                      <a:lnTo>
                        <a:pt x="718" y="172"/>
                      </a:lnTo>
                      <a:lnTo>
                        <a:pt x="719" y="171"/>
                      </a:lnTo>
                      <a:lnTo>
                        <a:pt x="720" y="172"/>
                      </a:lnTo>
                      <a:lnTo>
                        <a:pt x="722" y="171"/>
                      </a:lnTo>
                      <a:lnTo>
                        <a:pt x="723" y="171"/>
                      </a:lnTo>
                      <a:lnTo>
                        <a:pt x="725" y="170"/>
                      </a:lnTo>
                      <a:lnTo>
                        <a:pt x="726" y="172"/>
                      </a:lnTo>
                      <a:lnTo>
                        <a:pt x="728" y="175"/>
                      </a:lnTo>
                      <a:lnTo>
                        <a:pt x="729" y="178"/>
                      </a:lnTo>
                      <a:lnTo>
                        <a:pt x="731" y="182"/>
                      </a:lnTo>
                      <a:lnTo>
                        <a:pt x="732" y="185"/>
                      </a:lnTo>
                      <a:lnTo>
                        <a:pt x="734" y="189"/>
                      </a:lnTo>
                      <a:lnTo>
                        <a:pt x="735" y="189"/>
                      </a:lnTo>
                      <a:lnTo>
                        <a:pt x="737" y="188"/>
                      </a:lnTo>
                      <a:lnTo>
                        <a:pt x="738" y="186"/>
                      </a:lnTo>
                      <a:lnTo>
                        <a:pt x="740" y="184"/>
                      </a:lnTo>
                      <a:lnTo>
                        <a:pt x="741" y="183"/>
                      </a:lnTo>
                      <a:lnTo>
                        <a:pt x="743" y="181"/>
                      </a:lnTo>
                      <a:lnTo>
                        <a:pt x="744" y="180"/>
                      </a:lnTo>
                      <a:lnTo>
                        <a:pt x="745" y="178"/>
                      </a:lnTo>
                      <a:lnTo>
                        <a:pt x="747" y="178"/>
                      </a:lnTo>
                      <a:lnTo>
                        <a:pt x="748" y="180"/>
                      </a:lnTo>
                      <a:lnTo>
                        <a:pt x="750" y="181"/>
                      </a:lnTo>
                      <a:lnTo>
                        <a:pt x="751" y="183"/>
                      </a:lnTo>
                      <a:lnTo>
                        <a:pt x="753" y="181"/>
                      </a:lnTo>
                      <a:lnTo>
                        <a:pt x="754" y="183"/>
                      </a:lnTo>
                      <a:lnTo>
                        <a:pt x="756" y="182"/>
                      </a:lnTo>
                      <a:lnTo>
                        <a:pt x="757" y="181"/>
                      </a:lnTo>
                      <a:lnTo>
                        <a:pt x="759" y="182"/>
                      </a:lnTo>
                      <a:lnTo>
                        <a:pt x="760" y="183"/>
                      </a:lnTo>
                      <a:lnTo>
                        <a:pt x="762" y="182"/>
                      </a:lnTo>
                      <a:lnTo>
                        <a:pt x="763" y="181"/>
                      </a:lnTo>
                      <a:lnTo>
                        <a:pt x="765" y="183"/>
                      </a:lnTo>
                      <a:lnTo>
                        <a:pt x="766" y="182"/>
                      </a:lnTo>
                      <a:lnTo>
                        <a:pt x="768" y="180"/>
                      </a:lnTo>
                      <a:lnTo>
                        <a:pt x="769" y="178"/>
                      </a:lnTo>
                      <a:lnTo>
                        <a:pt x="770" y="175"/>
                      </a:lnTo>
                      <a:lnTo>
                        <a:pt x="772" y="177"/>
                      </a:lnTo>
                      <a:lnTo>
                        <a:pt x="773" y="181"/>
                      </a:lnTo>
                      <a:lnTo>
                        <a:pt x="775" y="183"/>
                      </a:lnTo>
                      <a:lnTo>
                        <a:pt x="776" y="182"/>
                      </a:lnTo>
                      <a:lnTo>
                        <a:pt x="778" y="184"/>
                      </a:lnTo>
                      <a:lnTo>
                        <a:pt x="779" y="181"/>
                      </a:lnTo>
                      <a:lnTo>
                        <a:pt x="781" y="180"/>
                      </a:lnTo>
                      <a:lnTo>
                        <a:pt x="782" y="177"/>
                      </a:lnTo>
                      <a:lnTo>
                        <a:pt x="784" y="177"/>
                      </a:lnTo>
                      <a:lnTo>
                        <a:pt x="785" y="175"/>
                      </a:lnTo>
                      <a:lnTo>
                        <a:pt x="787" y="177"/>
                      </a:lnTo>
                      <a:lnTo>
                        <a:pt x="788" y="176"/>
                      </a:lnTo>
                      <a:lnTo>
                        <a:pt x="790" y="179"/>
                      </a:lnTo>
                      <a:lnTo>
                        <a:pt x="791" y="180"/>
                      </a:lnTo>
                      <a:lnTo>
                        <a:pt x="793" y="182"/>
                      </a:lnTo>
                      <a:lnTo>
                        <a:pt x="794" y="182"/>
                      </a:lnTo>
                      <a:lnTo>
                        <a:pt x="795" y="184"/>
                      </a:lnTo>
                      <a:lnTo>
                        <a:pt x="797" y="185"/>
                      </a:lnTo>
                      <a:lnTo>
                        <a:pt x="798" y="185"/>
                      </a:lnTo>
                      <a:lnTo>
                        <a:pt x="800" y="187"/>
                      </a:lnTo>
                      <a:lnTo>
                        <a:pt x="801" y="186"/>
                      </a:lnTo>
                      <a:lnTo>
                        <a:pt x="803" y="189"/>
                      </a:lnTo>
                      <a:lnTo>
                        <a:pt x="804" y="189"/>
                      </a:lnTo>
                      <a:lnTo>
                        <a:pt x="806" y="190"/>
                      </a:lnTo>
                      <a:lnTo>
                        <a:pt x="807" y="191"/>
                      </a:lnTo>
                      <a:lnTo>
                        <a:pt x="809" y="191"/>
                      </a:lnTo>
                      <a:lnTo>
                        <a:pt x="810" y="190"/>
                      </a:lnTo>
                      <a:lnTo>
                        <a:pt x="812" y="191"/>
                      </a:lnTo>
                      <a:lnTo>
                        <a:pt x="813" y="190"/>
                      </a:lnTo>
                      <a:lnTo>
                        <a:pt x="815" y="187"/>
                      </a:lnTo>
                      <a:lnTo>
                        <a:pt x="816" y="186"/>
                      </a:lnTo>
                      <a:lnTo>
                        <a:pt x="818" y="185"/>
                      </a:lnTo>
                      <a:lnTo>
                        <a:pt x="819" y="186"/>
                      </a:lnTo>
                      <a:lnTo>
                        <a:pt x="820" y="186"/>
                      </a:lnTo>
                      <a:lnTo>
                        <a:pt x="822" y="187"/>
                      </a:lnTo>
                      <a:lnTo>
                        <a:pt x="823" y="189"/>
                      </a:lnTo>
                      <a:lnTo>
                        <a:pt x="825" y="187"/>
                      </a:lnTo>
                      <a:lnTo>
                        <a:pt x="826" y="188"/>
                      </a:lnTo>
                      <a:lnTo>
                        <a:pt x="828" y="187"/>
                      </a:lnTo>
                      <a:lnTo>
                        <a:pt x="829" y="190"/>
                      </a:lnTo>
                      <a:lnTo>
                        <a:pt x="831" y="191"/>
                      </a:lnTo>
                      <a:lnTo>
                        <a:pt x="832" y="193"/>
                      </a:lnTo>
                      <a:lnTo>
                        <a:pt x="834" y="192"/>
                      </a:lnTo>
                      <a:lnTo>
                        <a:pt x="835" y="194"/>
                      </a:lnTo>
                      <a:lnTo>
                        <a:pt x="837" y="194"/>
                      </a:lnTo>
                      <a:lnTo>
                        <a:pt x="838" y="196"/>
                      </a:lnTo>
                      <a:lnTo>
                        <a:pt x="840" y="192"/>
                      </a:lnTo>
                      <a:lnTo>
                        <a:pt x="841" y="193"/>
                      </a:lnTo>
                      <a:lnTo>
                        <a:pt x="843" y="189"/>
                      </a:lnTo>
                      <a:lnTo>
                        <a:pt x="844" y="188"/>
                      </a:lnTo>
                      <a:lnTo>
                        <a:pt x="846" y="189"/>
                      </a:lnTo>
                      <a:lnTo>
                        <a:pt x="847" y="191"/>
                      </a:lnTo>
                      <a:lnTo>
                        <a:pt x="848" y="191"/>
                      </a:lnTo>
                      <a:lnTo>
                        <a:pt x="850" y="192"/>
                      </a:lnTo>
                      <a:lnTo>
                        <a:pt x="851" y="192"/>
                      </a:lnTo>
                      <a:lnTo>
                        <a:pt x="853" y="192"/>
                      </a:lnTo>
                      <a:lnTo>
                        <a:pt x="854" y="191"/>
                      </a:lnTo>
                      <a:lnTo>
                        <a:pt x="856" y="190"/>
                      </a:lnTo>
                      <a:lnTo>
                        <a:pt x="857" y="189"/>
                      </a:lnTo>
                      <a:lnTo>
                        <a:pt x="859" y="184"/>
                      </a:lnTo>
                      <a:lnTo>
                        <a:pt x="860" y="187"/>
                      </a:lnTo>
                      <a:lnTo>
                        <a:pt x="862" y="186"/>
                      </a:lnTo>
                      <a:lnTo>
                        <a:pt x="863" y="186"/>
                      </a:lnTo>
                      <a:lnTo>
                        <a:pt x="865" y="186"/>
                      </a:lnTo>
                      <a:lnTo>
                        <a:pt x="866" y="189"/>
                      </a:lnTo>
                      <a:lnTo>
                        <a:pt x="868" y="189"/>
                      </a:lnTo>
                      <a:lnTo>
                        <a:pt x="869" y="190"/>
                      </a:lnTo>
                      <a:lnTo>
                        <a:pt x="871" y="189"/>
                      </a:lnTo>
                      <a:lnTo>
                        <a:pt x="872" y="187"/>
                      </a:lnTo>
                      <a:lnTo>
                        <a:pt x="873" y="188"/>
                      </a:lnTo>
                      <a:lnTo>
                        <a:pt x="875" y="185"/>
                      </a:lnTo>
                      <a:lnTo>
                        <a:pt x="876" y="184"/>
                      </a:lnTo>
                      <a:lnTo>
                        <a:pt x="878" y="184"/>
                      </a:lnTo>
                      <a:lnTo>
                        <a:pt x="879" y="187"/>
                      </a:lnTo>
                      <a:lnTo>
                        <a:pt x="881" y="187"/>
                      </a:lnTo>
                      <a:lnTo>
                        <a:pt x="882" y="186"/>
                      </a:lnTo>
                      <a:lnTo>
                        <a:pt x="884" y="189"/>
                      </a:lnTo>
                      <a:lnTo>
                        <a:pt x="885" y="189"/>
                      </a:lnTo>
                      <a:lnTo>
                        <a:pt x="887" y="188"/>
                      </a:lnTo>
                      <a:lnTo>
                        <a:pt x="888" y="189"/>
                      </a:lnTo>
                      <a:lnTo>
                        <a:pt x="890" y="186"/>
                      </a:lnTo>
                      <a:lnTo>
                        <a:pt x="891" y="188"/>
                      </a:lnTo>
                      <a:lnTo>
                        <a:pt x="893" y="188"/>
                      </a:lnTo>
                      <a:lnTo>
                        <a:pt x="894" y="191"/>
                      </a:lnTo>
                      <a:lnTo>
                        <a:pt x="896" y="191"/>
                      </a:lnTo>
                      <a:lnTo>
                        <a:pt x="897" y="192"/>
                      </a:lnTo>
                      <a:lnTo>
                        <a:pt x="898" y="196"/>
                      </a:lnTo>
                      <a:lnTo>
                        <a:pt x="900" y="196"/>
                      </a:lnTo>
                      <a:lnTo>
                        <a:pt x="901" y="199"/>
                      </a:lnTo>
                      <a:lnTo>
                        <a:pt x="903" y="198"/>
                      </a:lnTo>
                      <a:lnTo>
                        <a:pt x="904" y="200"/>
                      </a:lnTo>
                      <a:lnTo>
                        <a:pt x="906" y="203"/>
                      </a:lnTo>
                      <a:lnTo>
                        <a:pt x="907" y="201"/>
                      </a:lnTo>
                      <a:lnTo>
                        <a:pt x="909" y="198"/>
                      </a:lnTo>
                      <a:lnTo>
                        <a:pt x="910" y="200"/>
                      </a:lnTo>
                      <a:lnTo>
                        <a:pt x="912" y="197"/>
                      </a:lnTo>
                      <a:lnTo>
                        <a:pt x="913" y="196"/>
                      </a:lnTo>
                      <a:lnTo>
                        <a:pt x="915" y="195"/>
                      </a:lnTo>
                      <a:lnTo>
                        <a:pt x="916" y="195"/>
                      </a:lnTo>
                      <a:lnTo>
                        <a:pt x="918" y="198"/>
                      </a:lnTo>
                      <a:lnTo>
                        <a:pt x="919" y="199"/>
                      </a:lnTo>
                      <a:lnTo>
                        <a:pt x="921" y="198"/>
                      </a:lnTo>
                      <a:lnTo>
                        <a:pt x="922" y="198"/>
                      </a:lnTo>
                      <a:lnTo>
                        <a:pt x="923" y="199"/>
                      </a:lnTo>
                      <a:lnTo>
                        <a:pt x="925" y="197"/>
                      </a:lnTo>
                      <a:lnTo>
                        <a:pt x="926" y="197"/>
                      </a:lnTo>
                      <a:lnTo>
                        <a:pt x="928" y="197"/>
                      </a:lnTo>
                      <a:lnTo>
                        <a:pt x="929" y="195"/>
                      </a:lnTo>
                      <a:lnTo>
                        <a:pt x="931" y="198"/>
                      </a:lnTo>
                      <a:lnTo>
                        <a:pt x="932" y="197"/>
                      </a:lnTo>
                      <a:lnTo>
                        <a:pt x="934" y="199"/>
                      </a:lnTo>
                      <a:lnTo>
                        <a:pt x="935" y="199"/>
                      </a:lnTo>
                      <a:lnTo>
                        <a:pt x="937" y="199"/>
                      </a:lnTo>
                      <a:lnTo>
                        <a:pt x="938" y="200"/>
                      </a:lnTo>
                      <a:lnTo>
                        <a:pt x="940" y="204"/>
                      </a:lnTo>
                      <a:lnTo>
                        <a:pt x="941" y="205"/>
                      </a:lnTo>
                      <a:lnTo>
                        <a:pt x="943" y="206"/>
                      </a:lnTo>
                      <a:lnTo>
                        <a:pt x="944" y="207"/>
                      </a:lnTo>
                      <a:lnTo>
                        <a:pt x="946" y="208"/>
                      </a:lnTo>
                      <a:lnTo>
                        <a:pt x="947" y="206"/>
                      </a:lnTo>
                      <a:lnTo>
                        <a:pt x="948" y="206"/>
                      </a:lnTo>
                      <a:lnTo>
                        <a:pt x="950" y="205"/>
                      </a:lnTo>
                      <a:lnTo>
                        <a:pt x="951" y="205"/>
                      </a:lnTo>
                      <a:lnTo>
                        <a:pt x="953" y="207"/>
                      </a:lnTo>
                      <a:lnTo>
                        <a:pt x="954" y="208"/>
                      </a:lnTo>
                      <a:lnTo>
                        <a:pt x="956" y="211"/>
                      </a:lnTo>
                      <a:lnTo>
                        <a:pt x="957" y="208"/>
                      </a:lnTo>
                      <a:lnTo>
                        <a:pt x="959" y="210"/>
                      </a:lnTo>
                      <a:lnTo>
                        <a:pt x="960" y="207"/>
                      </a:lnTo>
                      <a:lnTo>
                        <a:pt x="962" y="209"/>
                      </a:lnTo>
                      <a:lnTo>
                        <a:pt x="963" y="207"/>
                      </a:lnTo>
                      <a:lnTo>
                        <a:pt x="965" y="205"/>
                      </a:lnTo>
                      <a:lnTo>
                        <a:pt x="966" y="205"/>
                      </a:lnTo>
                      <a:lnTo>
                        <a:pt x="968" y="204"/>
                      </a:lnTo>
                      <a:lnTo>
                        <a:pt x="969" y="206"/>
                      </a:lnTo>
                      <a:lnTo>
                        <a:pt x="971" y="205"/>
                      </a:lnTo>
                      <a:lnTo>
                        <a:pt x="972" y="206"/>
                      </a:lnTo>
                      <a:lnTo>
                        <a:pt x="973" y="206"/>
                      </a:lnTo>
                      <a:lnTo>
                        <a:pt x="975" y="208"/>
                      </a:lnTo>
                      <a:lnTo>
                        <a:pt x="976" y="209"/>
                      </a:lnTo>
                      <a:lnTo>
                        <a:pt x="978" y="208"/>
                      </a:lnTo>
                      <a:lnTo>
                        <a:pt x="979" y="209"/>
                      </a:lnTo>
                      <a:lnTo>
                        <a:pt x="981" y="210"/>
                      </a:lnTo>
                      <a:lnTo>
                        <a:pt x="982" y="208"/>
                      </a:lnTo>
                      <a:lnTo>
                        <a:pt x="984" y="205"/>
                      </a:lnTo>
                      <a:lnTo>
                        <a:pt x="985" y="205"/>
                      </a:lnTo>
                      <a:lnTo>
                        <a:pt x="987" y="206"/>
                      </a:lnTo>
                      <a:lnTo>
                        <a:pt x="988" y="208"/>
                      </a:lnTo>
                      <a:lnTo>
                        <a:pt x="990" y="212"/>
                      </a:lnTo>
                      <a:lnTo>
                        <a:pt x="991" y="213"/>
                      </a:lnTo>
                      <a:lnTo>
                        <a:pt x="993" y="213"/>
                      </a:lnTo>
                      <a:lnTo>
                        <a:pt x="994" y="212"/>
                      </a:lnTo>
                      <a:lnTo>
                        <a:pt x="996" y="215"/>
                      </a:lnTo>
                      <a:lnTo>
                        <a:pt x="997" y="211"/>
                      </a:lnTo>
                      <a:lnTo>
                        <a:pt x="998" y="211"/>
                      </a:lnTo>
                      <a:lnTo>
                        <a:pt x="1000" y="211"/>
                      </a:lnTo>
                      <a:lnTo>
                        <a:pt x="1001" y="209"/>
                      </a:lnTo>
                      <a:lnTo>
                        <a:pt x="1003" y="209"/>
                      </a:lnTo>
                      <a:lnTo>
                        <a:pt x="1004" y="212"/>
                      </a:lnTo>
                      <a:lnTo>
                        <a:pt x="1006" y="212"/>
                      </a:lnTo>
                      <a:lnTo>
                        <a:pt x="1007" y="213"/>
                      </a:lnTo>
                      <a:lnTo>
                        <a:pt x="1009" y="215"/>
                      </a:lnTo>
                      <a:lnTo>
                        <a:pt x="1010" y="215"/>
                      </a:lnTo>
                      <a:lnTo>
                        <a:pt x="1012" y="218"/>
                      </a:lnTo>
                      <a:lnTo>
                        <a:pt x="1013" y="217"/>
                      </a:lnTo>
                      <a:lnTo>
                        <a:pt x="1015" y="217"/>
                      </a:lnTo>
                      <a:lnTo>
                        <a:pt x="1016" y="217"/>
                      </a:lnTo>
                      <a:lnTo>
                        <a:pt x="1018" y="217"/>
                      </a:lnTo>
                      <a:lnTo>
                        <a:pt x="1019" y="217"/>
                      </a:lnTo>
                      <a:lnTo>
                        <a:pt x="1021" y="216"/>
                      </a:lnTo>
                      <a:lnTo>
                        <a:pt x="1022" y="214"/>
                      </a:lnTo>
                      <a:lnTo>
                        <a:pt x="1023" y="215"/>
                      </a:lnTo>
                      <a:lnTo>
                        <a:pt x="1025" y="218"/>
                      </a:lnTo>
                      <a:lnTo>
                        <a:pt x="1026" y="215"/>
                      </a:lnTo>
                      <a:lnTo>
                        <a:pt x="1028" y="217"/>
                      </a:lnTo>
                      <a:lnTo>
                        <a:pt x="1029" y="214"/>
                      </a:lnTo>
                      <a:lnTo>
                        <a:pt x="1031" y="215"/>
                      </a:lnTo>
                      <a:lnTo>
                        <a:pt x="1032" y="217"/>
                      </a:lnTo>
                      <a:lnTo>
                        <a:pt x="1034" y="217"/>
                      </a:lnTo>
                      <a:lnTo>
                        <a:pt x="1035" y="214"/>
                      </a:lnTo>
                      <a:lnTo>
                        <a:pt x="1037" y="215"/>
                      </a:lnTo>
                      <a:lnTo>
                        <a:pt x="1038" y="215"/>
                      </a:lnTo>
                      <a:lnTo>
                        <a:pt x="1040" y="215"/>
                      </a:lnTo>
                      <a:lnTo>
                        <a:pt x="1041" y="216"/>
                      </a:lnTo>
                      <a:lnTo>
                        <a:pt x="1043" y="218"/>
                      </a:lnTo>
                      <a:lnTo>
                        <a:pt x="1044" y="221"/>
                      </a:lnTo>
                      <a:lnTo>
                        <a:pt x="1046" y="220"/>
                      </a:lnTo>
                      <a:lnTo>
                        <a:pt x="1047" y="223"/>
                      </a:lnTo>
                      <a:lnTo>
                        <a:pt x="1048" y="220"/>
                      </a:lnTo>
                      <a:lnTo>
                        <a:pt x="1050" y="222"/>
                      </a:lnTo>
                      <a:lnTo>
                        <a:pt x="1051" y="222"/>
                      </a:lnTo>
                      <a:lnTo>
                        <a:pt x="1053" y="221"/>
                      </a:lnTo>
                      <a:lnTo>
                        <a:pt x="1054" y="219"/>
                      </a:lnTo>
                      <a:lnTo>
                        <a:pt x="1056" y="217"/>
                      </a:lnTo>
                      <a:lnTo>
                        <a:pt x="1057" y="215"/>
                      </a:lnTo>
                      <a:lnTo>
                        <a:pt x="1059" y="217"/>
                      </a:lnTo>
                      <a:lnTo>
                        <a:pt x="1060" y="216"/>
                      </a:lnTo>
                      <a:lnTo>
                        <a:pt x="1062" y="217"/>
                      </a:lnTo>
                      <a:lnTo>
                        <a:pt x="1063" y="218"/>
                      </a:lnTo>
                      <a:lnTo>
                        <a:pt x="1065" y="220"/>
                      </a:lnTo>
                      <a:lnTo>
                        <a:pt x="1066" y="220"/>
                      </a:lnTo>
                      <a:lnTo>
                        <a:pt x="1068" y="222"/>
                      </a:lnTo>
                      <a:lnTo>
                        <a:pt x="1069" y="221"/>
                      </a:lnTo>
                      <a:lnTo>
                        <a:pt x="1071" y="220"/>
                      </a:lnTo>
                      <a:lnTo>
                        <a:pt x="1072" y="220"/>
                      </a:lnTo>
                      <a:lnTo>
                        <a:pt x="1074" y="220"/>
                      </a:lnTo>
                      <a:lnTo>
                        <a:pt x="1075" y="218"/>
                      </a:lnTo>
                      <a:lnTo>
                        <a:pt x="1076" y="219"/>
                      </a:lnTo>
                      <a:lnTo>
                        <a:pt x="1078" y="218"/>
                      </a:lnTo>
                      <a:lnTo>
                        <a:pt x="1079" y="221"/>
                      </a:lnTo>
                      <a:lnTo>
                        <a:pt x="1081" y="220"/>
                      </a:lnTo>
                      <a:lnTo>
                        <a:pt x="1082" y="219"/>
                      </a:lnTo>
                      <a:lnTo>
                        <a:pt x="1084" y="224"/>
                      </a:lnTo>
                      <a:lnTo>
                        <a:pt x="1085" y="227"/>
                      </a:lnTo>
                      <a:lnTo>
                        <a:pt x="1087" y="229"/>
                      </a:lnTo>
                      <a:lnTo>
                        <a:pt x="1088" y="230"/>
                      </a:lnTo>
                      <a:lnTo>
                        <a:pt x="1090" y="232"/>
                      </a:lnTo>
                      <a:lnTo>
                        <a:pt x="1091" y="230"/>
                      </a:lnTo>
                      <a:lnTo>
                        <a:pt x="1093" y="232"/>
                      </a:lnTo>
                      <a:lnTo>
                        <a:pt x="1094" y="230"/>
                      </a:lnTo>
                      <a:lnTo>
                        <a:pt x="1096" y="232"/>
                      </a:lnTo>
                      <a:lnTo>
                        <a:pt x="1097" y="230"/>
                      </a:lnTo>
                      <a:lnTo>
                        <a:pt x="1099" y="231"/>
                      </a:lnTo>
                      <a:lnTo>
                        <a:pt x="1100" y="232"/>
                      </a:lnTo>
                      <a:lnTo>
                        <a:pt x="1101" y="229"/>
                      </a:lnTo>
                      <a:lnTo>
                        <a:pt x="1103" y="226"/>
                      </a:lnTo>
                      <a:lnTo>
                        <a:pt x="1104" y="226"/>
                      </a:lnTo>
                      <a:lnTo>
                        <a:pt x="1106" y="226"/>
                      </a:lnTo>
                      <a:lnTo>
                        <a:pt x="1107" y="229"/>
                      </a:lnTo>
                      <a:lnTo>
                        <a:pt x="1109" y="226"/>
                      </a:lnTo>
                      <a:lnTo>
                        <a:pt x="1110" y="228"/>
                      </a:lnTo>
                      <a:lnTo>
                        <a:pt x="1112" y="229"/>
                      </a:lnTo>
                      <a:lnTo>
                        <a:pt x="1113" y="228"/>
                      </a:lnTo>
                      <a:lnTo>
                        <a:pt x="1115" y="226"/>
                      </a:lnTo>
                      <a:lnTo>
                        <a:pt x="1116" y="226"/>
                      </a:lnTo>
                      <a:lnTo>
                        <a:pt x="1118" y="230"/>
                      </a:lnTo>
                      <a:lnTo>
                        <a:pt x="1119" y="231"/>
                      </a:lnTo>
                      <a:lnTo>
                        <a:pt x="1121" y="232"/>
                      </a:lnTo>
                      <a:lnTo>
                        <a:pt x="1122" y="233"/>
                      </a:lnTo>
                      <a:lnTo>
                        <a:pt x="1124" y="233"/>
                      </a:lnTo>
                      <a:lnTo>
                        <a:pt x="1125" y="234"/>
                      </a:lnTo>
                      <a:lnTo>
                        <a:pt x="1126" y="234"/>
                      </a:lnTo>
                      <a:lnTo>
                        <a:pt x="1128" y="237"/>
                      </a:lnTo>
                      <a:lnTo>
                        <a:pt x="1129" y="234"/>
                      </a:lnTo>
                      <a:lnTo>
                        <a:pt x="1131" y="236"/>
                      </a:lnTo>
                      <a:lnTo>
                        <a:pt x="1132" y="237"/>
                      </a:lnTo>
                      <a:lnTo>
                        <a:pt x="1134" y="239"/>
                      </a:lnTo>
                      <a:lnTo>
                        <a:pt x="1135" y="238"/>
                      </a:lnTo>
                      <a:lnTo>
                        <a:pt x="1137" y="237"/>
                      </a:lnTo>
                      <a:lnTo>
                        <a:pt x="1138" y="241"/>
                      </a:lnTo>
                      <a:lnTo>
                        <a:pt x="1140" y="242"/>
                      </a:lnTo>
                      <a:lnTo>
                        <a:pt x="1141" y="240"/>
                      </a:lnTo>
                      <a:lnTo>
                        <a:pt x="1143" y="240"/>
                      </a:lnTo>
                      <a:lnTo>
                        <a:pt x="1144" y="240"/>
                      </a:lnTo>
                      <a:lnTo>
                        <a:pt x="1146" y="241"/>
                      </a:lnTo>
                      <a:lnTo>
                        <a:pt x="1147" y="241"/>
                      </a:lnTo>
                      <a:lnTo>
                        <a:pt x="1149" y="243"/>
                      </a:lnTo>
                      <a:lnTo>
                        <a:pt x="1150" y="241"/>
                      </a:lnTo>
                      <a:lnTo>
                        <a:pt x="1151" y="240"/>
                      </a:lnTo>
                      <a:lnTo>
                        <a:pt x="1153" y="240"/>
                      </a:lnTo>
                      <a:lnTo>
                        <a:pt x="1154" y="237"/>
                      </a:lnTo>
                      <a:lnTo>
                        <a:pt x="1156" y="237"/>
                      </a:lnTo>
                      <a:lnTo>
                        <a:pt x="1157" y="235"/>
                      </a:lnTo>
                      <a:lnTo>
                        <a:pt x="1159" y="233"/>
                      </a:lnTo>
                      <a:lnTo>
                        <a:pt x="1160" y="235"/>
                      </a:lnTo>
                      <a:lnTo>
                        <a:pt x="1162" y="236"/>
                      </a:lnTo>
                      <a:lnTo>
                        <a:pt x="1163" y="236"/>
                      </a:lnTo>
                      <a:lnTo>
                        <a:pt x="1165" y="237"/>
                      </a:lnTo>
                      <a:lnTo>
                        <a:pt x="1166" y="237"/>
                      </a:lnTo>
                      <a:lnTo>
                        <a:pt x="1168" y="234"/>
                      </a:lnTo>
                      <a:lnTo>
                        <a:pt x="1169" y="234"/>
                      </a:lnTo>
                      <a:lnTo>
                        <a:pt x="1171" y="231"/>
                      </a:lnTo>
                      <a:lnTo>
                        <a:pt x="1172" y="229"/>
                      </a:lnTo>
                      <a:lnTo>
                        <a:pt x="1174" y="229"/>
                      </a:lnTo>
                      <a:lnTo>
                        <a:pt x="1175" y="229"/>
                      </a:lnTo>
                      <a:lnTo>
                        <a:pt x="1176" y="233"/>
                      </a:lnTo>
                      <a:lnTo>
                        <a:pt x="1178" y="233"/>
                      </a:lnTo>
                      <a:lnTo>
                        <a:pt x="1179" y="237"/>
                      </a:lnTo>
                      <a:lnTo>
                        <a:pt x="1181" y="238"/>
                      </a:lnTo>
                      <a:lnTo>
                        <a:pt x="1182" y="241"/>
                      </a:lnTo>
                      <a:lnTo>
                        <a:pt x="1184" y="240"/>
                      </a:lnTo>
                      <a:lnTo>
                        <a:pt x="1185" y="240"/>
                      </a:lnTo>
                      <a:lnTo>
                        <a:pt x="1187" y="240"/>
                      </a:lnTo>
                      <a:lnTo>
                        <a:pt x="1188" y="242"/>
                      </a:lnTo>
                      <a:lnTo>
                        <a:pt x="1190" y="242"/>
                      </a:lnTo>
                      <a:lnTo>
                        <a:pt x="1191" y="244"/>
                      </a:lnTo>
                      <a:lnTo>
                        <a:pt x="1193" y="245"/>
                      </a:lnTo>
                      <a:lnTo>
                        <a:pt x="1194" y="246"/>
                      </a:lnTo>
                      <a:lnTo>
                        <a:pt x="1196" y="244"/>
                      </a:lnTo>
                      <a:lnTo>
                        <a:pt x="1197" y="246"/>
                      </a:lnTo>
                      <a:lnTo>
                        <a:pt x="1199" y="245"/>
                      </a:lnTo>
                      <a:lnTo>
                        <a:pt x="1200" y="243"/>
                      </a:lnTo>
                      <a:lnTo>
                        <a:pt x="1201" y="243"/>
                      </a:lnTo>
                      <a:lnTo>
                        <a:pt x="1203" y="243"/>
                      </a:lnTo>
                      <a:lnTo>
                        <a:pt x="1204" y="245"/>
                      </a:lnTo>
                      <a:lnTo>
                        <a:pt x="1206" y="248"/>
                      </a:lnTo>
                      <a:lnTo>
                        <a:pt x="1207" y="249"/>
                      </a:lnTo>
                      <a:lnTo>
                        <a:pt x="1209" y="249"/>
                      </a:lnTo>
                      <a:lnTo>
                        <a:pt x="1210" y="250"/>
                      </a:lnTo>
                      <a:lnTo>
                        <a:pt x="1212" y="250"/>
                      </a:lnTo>
                      <a:lnTo>
                        <a:pt x="1213" y="249"/>
                      </a:lnTo>
                      <a:lnTo>
                        <a:pt x="1215" y="246"/>
                      </a:lnTo>
                      <a:lnTo>
                        <a:pt x="1216" y="247"/>
                      </a:lnTo>
                      <a:lnTo>
                        <a:pt x="1218" y="249"/>
                      </a:lnTo>
                      <a:lnTo>
                        <a:pt x="1219" y="250"/>
                      </a:lnTo>
                      <a:lnTo>
                        <a:pt x="1221" y="251"/>
                      </a:lnTo>
                      <a:lnTo>
                        <a:pt x="1222" y="252"/>
                      </a:lnTo>
                      <a:lnTo>
                        <a:pt x="1224" y="252"/>
                      </a:lnTo>
                      <a:lnTo>
                        <a:pt x="1225" y="253"/>
                      </a:lnTo>
                      <a:lnTo>
                        <a:pt x="1226" y="250"/>
                      </a:lnTo>
                      <a:lnTo>
                        <a:pt x="1228" y="246"/>
                      </a:lnTo>
                      <a:lnTo>
                        <a:pt x="1229" y="247"/>
                      </a:lnTo>
                      <a:lnTo>
                        <a:pt x="1231" y="248"/>
                      </a:lnTo>
                      <a:lnTo>
                        <a:pt x="1232" y="248"/>
                      </a:lnTo>
                      <a:lnTo>
                        <a:pt x="1234" y="248"/>
                      </a:lnTo>
                      <a:lnTo>
                        <a:pt x="1235" y="249"/>
                      </a:lnTo>
                      <a:lnTo>
                        <a:pt x="1237" y="251"/>
                      </a:lnTo>
                      <a:lnTo>
                        <a:pt x="1238" y="253"/>
                      </a:lnTo>
                      <a:lnTo>
                        <a:pt x="1240" y="253"/>
                      </a:lnTo>
                      <a:lnTo>
                        <a:pt x="1241" y="257"/>
                      </a:lnTo>
                      <a:lnTo>
                        <a:pt x="1243" y="258"/>
                      </a:lnTo>
                      <a:lnTo>
                        <a:pt x="1244" y="255"/>
                      </a:lnTo>
                      <a:lnTo>
                        <a:pt x="1246" y="255"/>
                      </a:lnTo>
                      <a:lnTo>
                        <a:pt x="1247" y="255"/>
                      </a:lnTo>
                      <a:lnTo>
                        <a:pt x="1249" y="254"/>
                      </a:lnTo>
                      <a:lnTo>
                        <a:pt x="1250" y="250"/>
                      </a:lnTo>
                      <a:lnTo>
                        <a:pt x="1251" y="249"/>
                      </a:lnTo>
                      <a:lnTo>
                        <a:pt x="1253" y="249"/>
                      </a:lnTo>
                      <a:lnTo>
                        <a:pt x="1254" y="251"/>
                      </a:lnTo>
                      <a:lnTo>
                        <a:pt x="1256" y="249"/>
                      </a:lnTo>
                      <a:lnTo>
                        <a:pt x="1257" y="250"/>
                      </a:lnTo>
                      <a:lnTo>
                        <a:pt x="1259" y="250"/>
                      </a:lnTo>
                      <a:lnTo>
                        <a:pt x="1260" y="253"/>
                      </a:lnTo>
                      <a:lnTo>
                        <a:pt x="1262" y="251"/>
                      </a:lnTo>
                      <a:lnTo>
                        <a:pt x="1263" y="252"/>
                      </a:lnTo>
                      <a:lnTo>
                        <a:pt x="1265" y="254"/>
                      </a:lnTo>
                      <a:lnTo>
                        <a:pt x="1266" y="253"/>
                      </a:lnTo>
                      <a:lnTo>
                        <a:pt x="1268" y="252"/>
                      </a:lnTo>
                      <a:lnTo>
                        <a:pt x="1269" y="252"/>
                      </a:lnTo>
                      <a:lnTo>
                        <a:pt x="1271" y="254"/>
                      </a:lnTo>
                      <a:lnTo>
                        <a:pt x="1272" y="256"/>
                      </a:lnTo>
                      <a:lnTo>
                        <a:pt x="1274" y="257"/>
                      </a:lnTo>
                      <a:lnTo>
                        <a:pt x="1275" y="257"/>
                      </a:lnTo>
                      <a:lnTo>
                        <a:pt x="1277" y="256"/>
                      </a:lnTo>
                      <a:lnTo>
                        <a:pt x="1278" y="257"/>
                      </a:lnTo>
                      <a:lnTo>
                        <a:pt x="1279" y="257"/>
                      </a:lnTo>
                      <a:lnTo>
                        <a:pt x="1281" y="257"/>
                      </a:lnTo>
                      <a:lnTo>
                        <a:pt x="1282" y="257"/>
                      </a:lnTo>
                      <a:lnTo>
                        <a:pt x="1284" y="258"/>
                      </a:lnTo>
                      <a:lnTo>
                        <a:pt x="1285" y="257"/>
                      </a:lnTo>
                      <a:lnTo>
                        <a:pt x="1287" y="256"/>
                      </a:lnTo>
                      <a:lnTo>
                        <a:pt x="1288" y="257"/>
                      </a:lnTo>
                      <a:lnTo>
                        <a:pt x="1290" y="257"/>
                      </a:lnTo>
                      <a:lnTo>
                        <a:pt x="1291" y="257"/>
                      </a:lnTo>
                      <a:lnTo>
                        <a:pt x="1293" y="257"/>
                      </a:lnTo>
                      <a:lnTo>
                        <a:pt x="1294" y="259"/>
                      </a:lnTo>
                      <a:lnTo>
                        <a:pt x="1296" y="260"/>
                      </a:lnTo>
                      <a:lnTo>
                        <a:pt x="1297" y="262"/>
                      </a:lnTo>
                      <a:lnTo>
                        <a:pt x="1299" y="263"/>
                      </a:lnTo>
                      <a:lnTo>
                        <a:pt x="1300" y="261"/>
                      </a:lnTo>
                      <a:lnTo>
                        <a:pt x="1302" y="261"/>
                      </a:lnTo>
                      <a:lnTo>
                        <a:pt x="1303" y="262"/>
                      </a:lnTo>
                      <a:lnTo>
                        <a:pt x="1304" y="265"/>
                      </a:lnTo>
                      <a:lnTo>
                        <a:pt x="1306" y="268"/>
                      </a:lnTo>
                      <a:lnTo>
                        <a:pt x="1307" y="270"/>
                      </a:lnTo>
                      <a:lnTo>
                        <a:pt x="1309" y="272"/>
                      </a:lnTo>
                      <a:lnTo>
                        <a:pt x="1310" y="272"/>
                      </a:lnTo>
                      <a:lnTo>
                        <a:pt x="1312" y="269"/>
                      </a:lnTo>
                      <a:lnTo>
                        <a:pt x="1313" y="270"/>
                      </a:lnTo>
                      <a:lnTo>
                        <a:pt x="1315" y="268"/>
                      </a:lnTo>
                      <a:lnTo>
                        <a:pt x="1316" y="266"/>
                      </a:lnTo>
                      <a:lnTo>
                        <a:pt x="1318" y="263"/>
                      </a:lnTo>
                      <a:lnTo>
                        <a:pt x="1319" y="263"/>
                      </a:lnTo>
                      <a:lnTo>
                        <a:pt x="1321" y="264"/>
                      </a:lnTo>
                      <a:lnTo>
                        <a:pt x="1322" y="265"/>
                      </a:lnTo>
                      <a:lnTo>
                        <a:pt x="1324" y="265"/>
                      </a:lnTo>
                      <a:lnTo>
                        <a:pt x="1325" y="265"/>
                      </a:lnTo>
                      <a:lnTo>
                        <a:pt x="1327" y="265"/>
                      </a:lnTo>
                      <a:lnTo>
                        <a:pt x="1328" y="265"/>
                      </a:lnTo>
                      <a:lnTo>
                        <a:pt x="1329" y="267"/>
                      </a:lnTo>
                      <a:lnTo>
                        <a:pt x="1331" y="270"/>
                      </a:lnTo>
                      <a:lnTo>
                        <a:pt x="1332" y="270"/>
                      </a:lnTo>
                      <a:lnTo>
                        <a:pt x="1334" y="272"/>
                      </a:lnTo>
                      <a:lnTo>
                        <a:pt x="1335" y="275"/>
                      </a:lnTo>
                      <a:lnTo>
                        <a:pt x="1337" y="276"/>
                      </a:lnTo>
                      <a:lnTo>
                        <a:pt x="1338" y="276"/>
                      </a:lnTo>
                      <a:lnTo>
                        <a:pt x="1340" y="278"/>
                      </a:lnTo>
                      <a:lnTo>
                        <a:pt x="1341" y="276"/>
                      </a:lnTo>
                      <a:lnTo>
                        <a:pt x="1343" y="275"/>
                      </a:lnTo>
                      <a:lnTo>
                        <a:pt x="1344" y="272"/>
                      </a:lnTo>
                      <a:lnTo>
                        <a:pt x="1346" y="273"/>
                      </a:lnTo>
                      <a:lnTo>
                        <a:pt x="1347" y="271"/>
                      </a:lnTo>
                      <a:lnTo>
                        <a:pt x="1349" y="268"/>
                      </a:lnTo>
                      <a:lnTo>
                        <a:pt x="1350" y="268"/>
                      </a:lnTo>
                      <a:lnTo>
                        <a:pt x="1352" y="271"/>
                      </a:lnTo>
                      <a:lnTo>
                        <a:pt x="1353" y="275"/>
                      </a:lnTo>
                      <a:lnTo>
                        <a:pt x="1354" y="276"/>
                      </a:lnTo>
                      <a:lnTo>
                        <a:pt x="1356" y="277"/>
                      </a:lnTo>
                      <a:lnTo>
                        <a:pt x="1357" y="280"/>
                      </a:lnTo>
                      <a:lnTo>
                        <a:pt x="1359" y="280"/>
                      </a:lnTo>
                      <a:lnTo>
                        <a:pt x="1360" y="280"/>
                      </a:lnTo>
                      <a:lnTo>
                        <a:pt x="1362" y="279"/>
                      </a:lnTo>
                      <a:lnTo>
                        <a:pt x="1363" y="279"/>
                      </a:lnTo>
                      <a:lnTo>
                        <a:pt x="1365" y="282"/>
                      </a:lnTo>
                      <a:lnTo>
                        <a:pt x="1366" y="278"/>
                      </a:lnTo>
                      <a:lnTo>
                        <a:pt x="1368" y="279"/>
                      </a:lnTo>
                      <a:lnTo>
                        <a:pt x="1369" y="283"/>
                      </a:lnTo>
                      <a:lnTo>
                        <a:pt x="1371" y="281"/>
                      </a:lnTo>
                      <a:lnTo>
                        <a:pt x="1372" y="282"/>
                      </a:lnTo>
                      <a:lnTo>
                        <a:pt x="1374" y="282"/>
                      </a:lnTo>
                      <a:lnTo>
                        <a:pt x="1375" y="277"/>
                      </a:lnTo>
                      <a:lnTo>
                        <a:pt x="1377" y="278"/>
                      </a:lnTo>
                    </a:path>
                  </a:pathLst>
                </a:custGeom>
                <a:noFill/>
                <a:ln cap="flat" cmpd="sng" w="25400">
                  <a:solidFill>
                    <a:srgbClr val="00CED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2" name="Google Shape;1162;p19"/>
                <p:cNvSpPr/>
                <p:nvPr/>
              </p:nvSpPr>
              <p:spPr>
                <a:xfrm flipH="1" rot="10800000">
                  <a:off x="1125538" y="1712913"/>
                  <a:ext cx="3638550" cy="641350"/>
                </a:xfrm>
                <a:custGeom>
                  <a:rect b="b" l="l" r="r" t="t"/>
                  <a:pathLst>
                    <a:path extrusionOk="0" h="291" w="1377">
                      <a:moveTo>
                        <a:pt x="0" y="82"/>
                      </a:moveTo>
                      <a:lnTo>
                        <a:pt x="1" y="96"/>
                      </a:lnTo>
                      <a:lnTo>
                        <a:pt x="3" y="90"/>
                      </a:lnTo>
                      <a:lnTo>
                        <a:pt x="4" y="91"/>
                      </a:lnTo>
                      <a:lnTo>
                        <a:pt x="6" y="90"/>
                      </a:lnTo>
                      <a:lnTo>
                        <a:pt x="7" y="92"/>
                      </a:lnTo>
                      <a:lnTo>
                        <a:pt x="9" y="94"/>
                      </a:lnTo>
                      <a:lnTo>
                        <a:pt x="10" y="97"/>
                      </a:lnTo>
                      <a:lnTo>
                        <a:pt x="11" y="99"/>
                      </a:lnTo>
                      <a:lnTo>
                        <a:pt x="13" y="100"/>
                      </a:lnTo>
                      <a:lnTo>
                        <a:pt x="14" y="102"/>
                      </a:lnTo>
                      <a:lnTo>
                        <a:pt x="16" y="102"/>
                      </a:lnTo>
                      <a:lnTo>
                        <a:pt x="17" y="103"/>
                      </a:lnTo>
                      <a:lnTo>
                        <a:pt x="19" y="99"/>
                      </a:lnTo>
                      <a:lnTo>
                        <a:pt x="20" y="96"/>
                      </a:lnTo>
                      <a:lnTo>
                        <a:pt x="22" y="94"/>
                      </a:lnTo>
                      <a:lnTo>
                        <a:pt x="23" y="94"/>
                      </a:lnTo>
                      <a:lnTo>
                        <a:pt x="25" y="94"/>
                      </a:lnTo>
                      <a:lnTo>
                        <a:pt x="26" y="92"/>
                      </a:lnTo>
                      <a:lnTo>
                        <a:pt x="28" y="90"/>
                      </a:lnTo>
                      <a:lnTo>
                        <a:pt x="29" y="98"/>
                      </a:lnTo>
                      <a:lnTo>
                        <a:pt x="31" y="102"/>
                      </a:lnTo>
                      <a:lnTo>
                        <a:pt x="32" y="105"/>
                      </a:lnTo>
                      <a:lnTo>
                        <a:pt x="34" y="104"/>
                      </a:lnTo>
                      <a:lnTo>
                        <a:pt x="35" y="108"/>
                      </a:lnTo>
                      <a:lnTo>
                        <a:pt x="36" y="104"/>
                      </a:lnTo>
                      <a:lnTo>
                        <a:pt x="38" y="101"/>
                      </a:lnTo>
                      <a:lnTo>
                        <a:pt x="39" y="100"/>
                      </a:lnTo>
                      <a:lnTo>
                        <a:pt x="41" y="99"/>
                      </a:lnTo>
                      <a:lnTo>
                        <a:pt x="42" y="96"/>
                      </a:lnTo>
                      <a:lnTo>
                        <a:pt x="44" y="94"/>
                      </a:lnTo>
                      <a:lnTo>
                        <a:pt x="45" y="95"/>
                      </a:lnTo>
                      <a:lnTo>
                        <a:pt x="47" y="97"/>
                      </a:lnTo>
                      <a:lnTo>
                        <a:pt x="48" y="97"/>
                      </a:lnTo>
                      <a:lnTo>
                        <a:pt x="50" y="97"/>
                      </a:lnTo>
                      <a:lnTo>
                        <a:pt x="51" y="100"/>
                      </a:lnTo>
                      <a:lnTo>
                        <a:pt x="53" y="98"/>
                      </a:lnTo>
                      <a:lnTo>
                        <a:pt x="54" y="95"/>
                      </a:lnTo>
                      <a:lnTo>
                        <a:pt x="56" y="92"/>
                      </a:lnTo>
                      <a:lnTo>
                        <a:pt x="57" y="89"/>
                      </a:lnTo>
                      <a:lnTo>
                        <a:pt x="59" y="87"/>
                      </a:lnTo>
                      <a:lnTo>
                        <a:pt x="60" y="88"/>
                      </a:lnTo>
                      <a:lnTo>
                        <a:pt x="61" y="90"/>
                      </a:lnTo>
                      <a:lnTo>
                        <a:pt x="63" y="92"/>
                      </a:lnTo>
                      <a:lnTo>
                        <a:pt x="64" y="95"/>
                      </a:lnTo>
                      <a:lnTo>
                        <a:pt x="66" y="97"/>
                      </a:lnTo>
                      <a:lnTo>
                        <a:pt x="67" y="100"/>
                      </a:lnTo>
                      <a:lnTo>
                        <a:pt x="69" y="101"/>
                      </a:lnTo>
                      <a:lnTo>
                        <a:pt x="70" y="101"/>
                      </a:lnTo>
                      <a:lnTo>
                        <a:pt x="72" y="103"/>
                      </a:lnTo>
                      <a:lnTo>
                        <a:pt x="73" y="104"/>
                      </a:lnTo>
                      <a:lnTo>
                        <a:pt x="75" y="108"/>
                      </a:lnTo>
                      <a:lnTo>
                        <a:pt x="76" y="108"/>
                      </a:lnTo>
                      <a:lnTo>
                        <a:pt x="78" y="106"/>
                      </a:lnTo>
                      <a:lnTo>
                        <a:pt x="79" y="108"/>
                      </a:lnTo>
                      <a:lnTo>
                        <a:pt x="81" y="109"/>
                      </a:lnTo>
                      <a:lnTo>
                        <a:pt x="82" y="110"/>
                      </a:lnTo>
                      <a:lnTo>
                        <a:pt x="84" y="109"/>
                      </a:lnTo>
                      <a:lnTo>
                        <a:pt x="85" y="110"/>
                      </a:lnTo>
                      <a:lnTo>
                        <a:pt x="86" y="108"/>
                      </a:lnTo>
                      <a:lnTo>
                        <a:pt x="88" y="108"/>
                      </a:lnTo>
                      <a:lnTo>
                        <a:pt x="89" y="107"/>
                      </a:lnTo>
                      <a:lnTo>
                        <a:pt x="91" y="106"/>
                      </a:lnTo>
                      <a:lnTo>
                        <a:pt x="92" y="108"/>
                      </a:lnTo>
                      <a:lnTo>
                        <a:pt x="94" y="108"/>
                      </a:lnTo>
                      <a:lnTo>
                        <a:pt x="95" y="109"/>
                      </a:lnTo>
                      <a:lnTo>
                        <a:pt x="97" y="110"/>
                      </a:lnTo>
                      <a:lnTo>
                        <a:pt x="98" y="111"/>
                      </a:lnTo>
                      <a:lnTo>
                        <a:pt x="100" y="112"/>
                      </a:lnTo>
                      <a:lnTo>
                        <a:pt x="101" y="112"/>
                      </a:lnTo>
                      <a:lnTo>
                        <a:pt x="103" y="113"/>
                      </a:lnTo>
                      <a:lnTo>
                        <a:pt x="104" y="115"/>
                      </a:lnTo>
                      <a:lnTo>
                        <a:pt x="106" y="114"/>
                      </a:lnTo>
                      <a:lnTo>
                        <a:pt x="107" y="120"/>
                      </a:lnTo>
                      <a:lnTo>
                        <a:pt x="109" y="111"/>
                      </a:lnTo>
                      <a:lnTo>
                        <a:pt x="110" y="111"/>
                      </a:lnTo>
                      <a:lnTo>
                        <a:pt x="111" y="117"/>
                      </a:lnTo>
                      <a:lnTo>
                        <a:pt x="113" y="180"/>
                      </a:lnTo>
                      <a:lnTo>
                        <a:pt x="114" y="29"/>
                      </a:lnTo>
                      <a:lnTo>
                        <a:pt x="116" y="97"/>
                      </a:lnTo>
                      <a:lnTo>
                        <a:pt x="117" y="112"/>
                      </a:lnTo>
                      <a:lnTo>
                        <a:pt x="119" y="118"/>
                      </a:lnTo>
                      <a:lnTo>
                        <a:pt x="120" y="122"/>
                      </a:lnTo>
                      <a:lnTo>
                        <a:pt x="122" y="123"/>
                      </a:lnTo>
                      <a:lnTo>
                        <a:pt x="123" y="123"/>
                      </a:lnTo>
                      <a:lnTo>
                        <a:pt x="125" y="124"/>
                      </a:lnTo>
                      <a:lnTo>
                        <a:pt x="126" y="125"/>
                      </a:lnTo>
                      <a:lnTo>
                        <a:pt x="128" y="128"/>
                      </a:lnTo>
                      <a:lnTo>
                        <a:pt x="129" y="125"/>
                      </a:lnTo>
                      <a:lnTo>
                        <a:pt x="131" y="126"/>
                      </a:lnTo>
                      <a:lnTo>
                        <a:pt x="132" y="125"/>
                      </a:lnTo>
                      <a:lnTo>
                        <a:pt x="134" y="125"/>
                      </a:lnTo>
                      <a:lnTo>
                        <a:pt x="135" y="122"/>
                      </a:lnTo>
                      <a:lnTo>
                        <a:pt x="136" y="124"/>
                      </a:lnTo>
                      <a:lnTo>
                        <a:pt x="138" y="121"/>
                      </a:lnTo>
                      <a:lnTo>
                        <a:pt x="139" y="122"/>
                      </a:lnTo>
                      <a:lnTo>
                        <a:pt x="141" y="123"/>
                      </a:lnTo>
                      <a:lnTo>
                        <a:pt x="142" y="124"/>
                      </a:lnTo>
                      <a:lnTo>
                        <a:pt x="144" y="125"/>
                      </a:lnTo>
                      <a:lnTo>
                        <a:pt x="145" y="127"/>
                      </a:lnTo>
                      <a:lnTo>
                        <a:pt x="147" y="126"/>
                      </a:lnTo>
                      <a:lnTo>
                        <a:pt x="148" y="129"/>
                      </a:lnTo>
                      <a:lnTo>
                        <a:pt x="150" y="123"/>
                      </a:lnTo>
                      <a:lnTo>
                        <a:pt x="151" y="124"/>
                      </a:lnTo>
                      <a:lnTo>
                        <a:pt x="153" y="124"/>
                      </a:lnTo>
                      <a:lnTo>
                        <a:pt x="154" y="123"/>
                      </a:lnTo>
                      <a:lnTo>
                        <a:pt x="156" y="123"/>
                      </a:lnTo>
                      <a:lnTo>
                        <a:pt x="157" y="122"/>
                      </a:lnTo>
                      <a:lnTo>
                        <a:pt x="159" y="123"/>
                      </a:lnTo>
                      <a:lnTo>
                        <a:pt x="160" y="125"/>
                      </a:lnTo>
                      <a:lnTo>
                        <a:pt x="161" y="125"/>
                      </a:lnTo>
                      <a:lnTo>
                        <a:pt x="163" y="123"/>
                      </a:lnTo>
                      <a:lnTo>
                        <a:pt x="164" y="123"/>
                      </a:lnTo>
                      <a:lnTo>
                        <a:pt x="166" y="119"/>
                      </a:lnTo>
                      <a:lnTo>
                        <a:pt x="167" y="120"/>
                      </a:lnTo>
                      <a:lnTo>
                        <a:pt x="169" y="116"/>
                      </a:lnTo>
                      <a:lnTo>
                        <a:pt x="170" y="117"/>
                      </a:lnTo>
                      <a:lnTo>
                        <a:pt x="172" y="115"/>
                      </a:lnTo>
                      <a:lnTo>
                        <a:pt x="173" y="116"/>
                      </a:lnTo>
                      <a:lnTo>
                        <a:pt x="175" y="114"/>
                      </a:lnTo>
                      <a:lnTo>
                        <a:pt x="176" y="119"/>
                      </a:lnTo>
                      <a:lnTo>
                        <a:pt x="178" y="121"/>
                      </a:lnTo>
                      <a:lnTo>
                        <a:pt x="179" y="124"/>
                      </a:lnTo>
                      <a:lnTo>
                        <a:pt x="181" y="123"/>
                      </a:lnTo>
                      <a:lnTo>
                        <a:pt x="182" y="124"/>
                      </a:lnTo>
                      <a:lnTo>
                        <a:pt x="184" y="126"/>
                      </a:lnTo>
                      <a:lnTo>
                        <a:pt x="185" y="130"/>
                      </a:lnTo>
                      <a:lnTo>
                        <a:pt x="186" y="131"/>
                      </a:lnTo>
                      <a:lnTo>
                        <a:pt x="188" y="130"/>
                      </a:lnTo>
                      <a:lnTo>
                        <a:pt x="189" y="131"/>
                      </a:lnTo>
                      <a:lnTo>
                        <a:pt x="191" y="135"/>
                      </a:lnTo>
                      <a:lnTo>
                        <a:pt x="192" y="132"/>
                      </a:lnTo>
                      <a:lnTo>
                        <a:pt x="194" y="128"/>
                      </a:lnTo>
                      <a:lnTo>
                        <a:pt x="195" y="127"/>
                      </a:lnTo>
                      <a:lnTo>
                        <a:pt x="197" y="122"/>
                      </a:lnTo>
                      <a:lnTo>
                        <a:pt x="198" y="121"/>
                      </a:lnTo>
                      <a:lnTo>
                        <a:pt x="200" y="120"/>
                      </a:lnTo>
                      <a:lnTo>
                        <a:pt x="201" y="121"/>
                      </a:lnTo>
                      <a:lnTo>
                        <a:pt x="203" y="121"/>
                      </a:lnTo>
                      <a:lnTo>
                        <a:pt x="204" y="120"/>
                      </a:lnTo>
                      <a:lnTo>
                        <a:pt x="206" y="122"/>
                      </a:lnTo>
                      <a:lnTo>
                        <a:pt x="207" y="122"/>
                      </a:lnTo>
                      <a:lnTo>
                        <a:pt x="209" y="122"/>
                      </a:lnTo>
                      <a:lnTo>
                        <a:pt x="210" y="122"/>
                      </a:lnTo>
                      <a:lnTo>
                        <a:pt x="211" y="122"/>
                      </a:lnTo>
                      <a:lnTo>
                        <a:pt x="213" y="123"/>
                      </a:lnTo>
                      <a:lnTo>
                        <a:pt x="214" y="124"/>
                      </a:lnTo>
                      <a:lnTo>
                        <a:pt x="216" y="127"/>
                      </a:lnTo>
                      <a:lnTo>
                        <a:pt x="217" y="129"/>
                      </a:lnTo>
                      <a:lnTo>
                        <a:pt x="219" y="132"/>
                      </a:lnTo>
                      <a:lnTo>
                        <a:pt x="220" y="132"/>
                      </a:lnTo>
                      <a:lnTo>
                        <a:pt x="222" y="134"/>
                      </a:lnTo>
                      <a:lnTo>
                        <a:pt x="223" y="133"/>
                      </a:lnTo>
                      <a:lnTo>
                        <a:pt x="225" y="131"/>
                      </a:lnTo>
                      <a:lnTo>
                        <a:pt x="226" y="129"/>
                      </a:lnTo>
                      <a:lnTo>
                        <a:pt x="228" y="126"/>
                      </a:lnTo>
                      <a:lnTo>
                        <a:pt x="229" y="127"/>
                      </a:lnTo>
                      <a:lnTo>
                        <a:pt x="231" y="125"/>
                      </a:lnTo>
                      <a:lnTo>
                        <a:pt x="232" y="123"/>
                      </a:lnTo>
                      <a:lnTo>
                        <a:pt x="234" y="125"/>
                      </a:lnTo>
                      <a:lnTo>
                        <a:pt x="235" y="125"/>
                      </a:lnTo>
                      <a:lnTo>
                        <a:pt x="237" y="126"/>
                      </a:lnTo>
                      <a:lnTo>
                        <a:pt x="238" y="127"/>
                      </a:lnTo>
                      <a:lnTo>
                        <a:pt x="239" y="127"/>
                      </a:lnTo>
                      <a:lnTo>
                        <a:pt x="241" y="126"/>
                      </a:lnTo>
                      <a:lnTo>
                        <a:pt x="242" y="127"/>
                      </a:lnTo>
                      <a:lnTo>
                        <a:pt x="244" y="125"/>
                      </a:lnTo>
                      <a:lnTo>
                        <a:pt x="245" y="127"/>
                      </a:lnTo>
                      <a:lnTo>
                        <a:pt x="247" y="126"/>
                      </a:lnTo>
                      <a:lnTo>
                        <a:pt x="248" y="130"/>
                      </a:lnTo>
                      <a:lnTo>
                        <a:pt x="250" y="127"/>
                      </a:lnTo>
                      <a:lnTo>
                        <a:pt x="251" y="131"/>
                      </a:lnTo>
                      <a:lnTo>
                        <a:pt x="253" y="131"/>
                      </a:lnTo>
                      <a:lnTo>
                        <a:pt x="254" y="131"/>
                      </a:lnTo>
                      <a:lnTo>
                        <a:pt x="256" y="129"/>
                      </a:lnTo>
                      <a:lnTo>
                        <a:pt x="257" y="127"/>
                      </a:lnTo>
                      <a:lnTo>
                        <a:pt x="259" y="129"/>
                      </a:lnTo>
                      <a:lnTo>
                        <a:pt x="260" y="127"/>
                      </a:lnTo>
                      <a:lnTo>
                        <a:pt x="262" y="125"/>
                      </a:lnTo>
                      <a:lnTo>
                        <a:pt x="263" y="122"/>
                      </a:lnTo>
                      <a:lnTo>
                        <a:pt x="264" y="124"/>
                      </a:lnTo>
                      <a:lnTo>
                        <a:pt x="266" y="130"/>
                      </a:lnTo>
                      <a:lnTo>
                        <a:pt x="267" y="130"/>
                      </a:lnTo>
                      <a:lnTo>
                        <a:pt x="269" y="130"/>
                      </a:lnTo>
                      <a:lnTo>
                        <a:pt x="270" y="133"/>
                      </a:lnTo>
                      <a:lnTo>
                        <a:pt x="272" y="137"/>
                      </a:lnTo>
                      <a:lnTo>
                        <a:pt x="273" y="135"/>
                      </a:lnTo>
                      <a:lnTo>
                        <a:pt x="275" y="134"/>
                      </a:lnTo>
                      <a:lnTo>
                        <a:pt x="276" y="136"/>
                      </a:lnTo>
                      <a:lnTo>
                        <a:pt x="278" y="135"/>
                      </a:lnTo>
                      <a:lnTo>
                        <a:pt x="279" y="134"/>
                      </a:lnTo>
                      <a:lnTo>
                        <a:pt x="281" y="136"/>
                      </a:lnTo>
                      <a:lnTo>
                        <a:pt x="282" y="136"/>
                      </a:lnTo>
                      <a:lnTo>
                        <a:pt x="284" y="137"/>
                      </a:lnTo>
                      <a:lnTo>
                        <a:pt x="285" y="138"/>
                      </a:lnTo>
                      <a:lnTo>
                        <a:pt x="287" y="140"/>
                      </a:lnTo>
                      <a:lnTo>
                        <a:pt x="288" y="139"/>
                      </a:lnTo>
                      <a:lnTo>
                        <a:pt x="289" y="138"/>
                      </a:lnTo>
                      <a:lnTo>
                        <a:pt x="291" y="138"/>
                      </a:lnTo>
                      <a:lnTo>
                        <a:pt x="292" y="136"/>
                      </a:lnTo>
                      <a:lnTo>
                        <a:pt x="294" y="137"/>
                      </a:lnTo>
                      <a:lnTo>
                        <a:pt x="295" y="137"/>
                      </a:lnTo>
                      <a:lnTo>
                        <a:pt x="297" y="138"/>
                      </a:lnTo>
                      <a:lnTo>
                        <a:pt x="298" y="140"/>
                      </a:lnTo>
                      <a:lnTo>
                        <a:pt x="300" y="143"/>
                      </a:lnTo>
                      <a:lnTo>
                        <a:pt x="301" y="144"/>
                      </a:lnTo>
                      <a:lnTo>
                        <a:pt x="303" y="147"/>
                      </a:lnTo>
                      <a:lnTo>
                        <a:pt x="304" y="147"/>
                      </a:lnTo>
                      <a:lnTo>
                        <a:pt x="306" y="145"/>
                      </a:lnTo>
                      <a:lnTo>
                        <a:pt x="307" y="147"/>
                      </a:lnTo>
                      <a:lnTo>
                        <a:pt x="309" y="146"/>
                      </a:lnTo>
                      <a:lnTo>
                        <a:pt x="310" y="146"/>
                      </a:lnTo>
                      <a:lnTo>
                        <a:pt x="312" y="145"/>
                      </a:lnTo>
                      <a:lnTo>
                        <a:pt x="313" y="146"/>
                      </a:lnTo>
                      <a:lnTo>
                        <a:pt x="314" y="146"/>
                      </a:lnTo>
                      <a:lnTo>
                        <a:pt x="316" y="147"/>
                      </a:lnTo>
                      <a:lnTo>
                        <a:pt x="317" y="147"/>
                      </a:lnTo>
                      <a:lnTo>
                        <a:pt x="319" y="147"/>
                      </a:lnTo>
                      <a:lnTo>
                        <a:pt x="320" y="149"/>
                      </a:lnTo>
                      <a:lnTo>
                        <a:pt x="322" y="147"/>
                      </a:lnTo>
                      <a:lnTo>
                        <a:pt x="323" y="152"/>
                      </a:lnTo>
                      <a:lnTo>
                        <a:pt x="325" y="155"/>
                      </a:lnTo>
                      <a:lnTo>
                        <a:pt x="326" y="152"/>
                      </a:lnTo>
                      <a:lnTo>
                        <a:pt x="328" y="152"/>
                      </a:lnTo>
                      <a:lnTo>
                        <a:pt x="329" y="149"/>
                      </a:lnTo>
                      <a:lnTo>
                        <a:pt x="331" y="151"/>
                      </a:lnTo>
                      <a:lnTo>
                        <a:pt x="332" y="152"/>
                      </a:lnTo>
                      <a:lnTo>
                        <a:pt x="334" y="152"/>
                      </a:lnTo>
                      <a:lnTo>
                        <a:pt x="335" y="151"/>
                      </a:lnTo>
                      <a:lnTo>
                        <a:pt x="337" y="152"/>
                      </a:lnTo>
                      <a:lnTo>
                        <a:pt x="338" y="154"/>
                      </a:lnTo>
                      <a:lnTo>
                        <a:pt x="339" y="156"/>
                      </a:lnTo>
                      <a:lnTo>
                        <a:pt x="341" y="155"/>
                      </a:lnTo>
                      <a:lnTo>
                        <a:pt x="342" y="156"/>
                      </a:lnTo>
                      <a:lnTo>
                        <a:pt x="344" y="156"/>
                      </a:lnTo>
                      <a:lnTo>
                        <a:pt x="345" y="155"/>
                      </a:lnTo>
                      <a:lnTo>
                        <a:pt x="347" y="155"/>
                      </a:lnTo>
                      <a:lnTo>
                        <a:pt x="348" y="153"/>
                      </a:lnTo>
                      <a:lnTo>
                        <a:pt x="350" y="154"/>
                      </a:lnTo>
                      <a:lnTo>
                        <a:pt x="351" y="152"/>
                      </a:lnTo>
                      <a:lnTo>
                        <a:pt x="353" y="154"/>
                      </a:lnTo>
                      <a:lnTo>
                        <a:pt x="354" y="152"/>
                      </a:lnTo>
                      <a:lnTo>
                        <a:pt x="356" y="151"/>
                      </a:lnTo>
                      <a:lnTo>
                        <a:pt x="357" y="149"/>
                      </a:lnTo>
                      <a:lnTo>
                        <a:pt x="359" y="153"/>
                      </a:lnTo>
                      <a:lnTo>
                        <a:pt x="360" y="153"/>
                      </a:lnTo>
                      <a:lnTo>
                        <a:pt x="362" y="159"/>
                      </a:lnTo>
                      <a:lnTo>
                        <a:pt x="363" y="158"/>
                      </a:lnTo>
                      <a:lnTo>
                        <a:pt x="364" y="160"/>
                      </a:lnTo>
                      <a:lnTo>
                        <a:pt x="366" y="164"/>
                      </a:lnTo>
                      <a:lnTo>
                        <a:pt x="367" y="165"/>
                      </a:lnTo>
                      <a:lnTo>
                        <a:pt x="369" y="166"/>
                      </a:lnTo>
                      <a:lnTo>
                        <a:pt x="370" y="165"/>
                      </a:lnTo>
                      <a:lnTo>
                        <a:pt x="372" y="163"/>
                      </a:lnTo>
                      <a:lnTo>
                        <a:pt x="373" y="161"/>
                      </a:lnTo>
                      <a:lnTo>
                        <a:pt x="375" y="155"/>
                      </a:lnTo>
                      <a:lnTo>
                        <a:pt x="376" y="153"/>
                      </a:lnTo>
                      <a:lnTo>
                        <a:pt x="378" y="151"/>
                      </a:lnTo>
                      <a:lnTo>
                        <a:pt x="379" y="148"/>
                      </a:lnTo>
                      <a:lnTo>
                        <a:pt x="381" y="149"/>
                      </a:lnTo>
                      <a:lnTo>
                        <a:pt x="382" y="154"/>
                      </a:lnTo>
                      <a:lnTo>
                        <a:pt x="384" y="154"/>
                      </a:lnTo>
                      <a:lnTo>
                        <a:pt x="385" y="160"/>
                      </a:lnTo>
                      <a:lnTo>
                        <a:pt x="387" y="160"/>
                      </a:lnTo>
                      <a:lnTo>
                        <a:pt x="388" y="161"/>
                      </a:lnTo>
                      <a:lnTo>
                        <a:pt x="389" y="160"/>
                      </a:lnTo>
                      <a:lnTo>
                        <a:pt x="391" y="161"/>
                      </a:lnTo>
                      <a:lnTo>
                        <a:pt x="392" y="160"/>
                      </a:lnTo>
                      <a:lnTo>
                        <a:pt x="394" y="160"/>
                      </a:lnTo>
                      <a:lnTo>
                        <a:pt x="395" y="157"/>
                      </a:lnTo>
                      <a:lnTo>
                        <a:pt x="397" y="155"/>
                      </a:lnTo>
                      <a:lnTo>
                        <a:pt x="398" y="156"/>
                      </a:lnTo>
                      <a:lnTo>
                        <a:pt x="400" y="157"/>
                      </a:lnTo>
                      <a:lnTo>
                        <a:pt x="401" y="155"/>
                      </a:lnTo>
                      <a:lnTo>
                        <a:pt x="403" y="153"/>
                      </a:lnTo>
                      <a:lnTo>
                        <a:pt x="404" y="159"/>
                      </a:lnTo>
                      <a:lnTo>
                        <a:pt x="406" y="153"/>
                      </a:lnTo>
                      <a:lnTo>
                        <a:pt x="407" y="0"/>
                      </a:lnTo>
                      <a:lnTo>
                        <a:pt x="409" y="150"/>
                      </a:lnTo>
                      <a:lnTo>
                        <a:pt x="410" y="153"/>
                      </a:lnTo>
                      <a:lnTo>
                        <a:pt x="412" y="153"/>
                      </a:lnTo>
                      <a:lnTo>
                        <a:pt x="413" y="148"/>
                      </a:lnTo>
                      <a:lnTo>
                        <a:pt x="414" y="146"/>
                      </a:lnTo>
                      <a:lnTo>
                        <a:pt x="416" y="142"/>
                      </a:lnTo>
                      <a:lnTo>
                        <a:pt x="417" y="139"/>
                      </a:lnTo>
                      <a:lnTo>
                        <a:pt x="419" y="139"/>
                      </a:lnTo>
                      <a:lnTo>
                        <a:pt x="420" y="143"/>
                      </a:lnTo>
                      <a:lnTo>
                        <a:pt x="422" y="139"/>
                      </a:lnTo>
                      <a:lnTo>
                        <a:pt x="423" y="140"/>
                      </a:lnTo>
                      <a:lnTo>
                        <a:pt x="425" y="142"/>
                      </a:lnTo>
                      <a:lnTo>
                        <a:pt x="426" y="142"/>
                      </a:lnTo>
                      <a:lnTo>
                        <a:pt x="428" y="146"/>
                      </a:lnTo>
                      <a:lnTo>
                        <a:pt x="429" y="147"/>
                      </a:lnTo>
                      <a:lnTo>
                        <a:pt x="431" y="148"/>
                      </a:lnTo>
                      <a:lnTo>
                        <a:pt x="432" y="150"/>
                      </a:lnTo>
                      <a:lnTo>
                        <a:pt x="434" y="149"/>
                      </a:lnTo>
                      <a:lnTo>
                        <a:pt x="435" y="150"/>
                      </a:lnTo>
                      <a:lnTo>
                        <a:pt x="437" y="148"/>
                      </a:lnTo>
                      <a:lnTo>
                        <a:pt x="438" y="149"/>
                      </a:lnTo>
                      <a:lnTo>
                        <a:pt x="440" y="148"/>
                      </a:lnTo>
                      <a:lnTo>
                        <a:pt x="441" y="147"/>
                      </a:lnTo>
                      <a:lnTo>
                        <a:pt x="442" y="147"/>
                      </a:lnTo>
                      <a:lnTo>
                        <a:pt x="444" y="152"/>
                      </a:lnTo>
                      <a:lnTo>
                        <a:pt x="445" y="155"/>
                      </a:lnTo>
                      <a:lnTo>
                        <a:pt x="447" y="154"/>
                      </a:lnTo>
                      <a:lnTo>
                        <a:pt x="448" y="156"/>
                      </a:lnTo>
                      <a:lnTo>
                        <a:pt x="450" y="157"/>
                      </a:lnTo>
                      <a:lnTo>
                        <a:pt x="451" y="157"/>
                      </a:lnTo>
                      <a:lnTo>
                        <a:pt x="453" y="156"/>
                      </a:lnTo>
                      <a:lnTo>
                        <a:pt x="454" y="154"/>
                      </a:lnTo>
                      <a:lnTo>
                        <a:pt x="456" y="153"/>
                      </a:lnTo>
                      <a:lnTo>
                        <a:pt x="457" y="150"/>
                      </a:lnTo>
                      <a:lnTo>
                        <a:pt x="459" y="148"/>
                      </a:lnTo>
                      <a:lnTo>
                        <a:pt x="460" y="148"/>
                      </a:lnTo>
                      <a:lnTo>
                        <a:pt x="462" y="143"/>
                      </a:lnTo>
                      <a:lnTo>
                        <a:pt x="463" y="144"/>
                      </a:lnTo>
                      <a:lnTo>
                        <a:pt x="465" y="143"/>
                      </a:lnTo>
                      <a:lnTo>
                        <a:pt x="466" y="147"/>
                      </a:lnTo>
                      <a:lnTo>
                        <a:pt x="467" y="151"/>
                      </a:lnTo>
                      <a:lnTo>
                        <a:pt x="469" y="153"/>
                      </a:lnTo>
                      <a:lnTo>
                        <a:pt x="470" y="153"/>
                      </a:lnTo>
                      <a:lnTo>
                        <a:pt x="472" y="152"/>
                      </a:lnTo>
                      <a:lnTo>
                        <a:pt x="473" y="152"/>
                      </a:lnTo>
                      <a:lnTo>
                        <a:pt x="475" y="148"/>
                      </a:lnTo>
                      <a:lnTo>
                        <a:pt x="476" y="149"/>
                      </a:lnTo>
                      <a:lnTo>
                        <a:pt x="478" y="148"/>
                      </a:lnTo>
                      <a:lnTo>
                        <a:pt x="479" y="147"/>
                      </a:lnTo>
                      <a:lnTo>
                        <a:pt x="481" y="149"/>
                      </a:lnTo>
                      <a:lnTo>
                        <a:pt x="482" y="149"/>
                      </a:lnTo>
                      <a:lnTo>
                        <a:pt x="484" y="151"/>
                      </a:lnTo>
                      <a:lnTo>
                        <a:pt x="485" y="154"/>
                      </a:lnTo>
                      <a:lnTo>
                        <a:pt x="487" y="155"/>
                      </a:lnTo>
                      <a:lnTo>
                        <a:pt x="488" y="158"/>
                      </a:lnTo>
                      <a:lnTo>
                        <a:pt x="490" y="157"/>
                      </a:lnTo>
                      <a:lnTo>
                        <a:pt x="491" y="156"/>
                      </a:lnTo>
                      <a:lnTo>
                        <a:pt x="492" y="156"/>
                      </a:lnTo>
                      <a:lnTo>
                        <a:pt x="494" y="155"/>
                      </a:lnTo>
                      <a:lnTo>
                        <a:pt x="495" y="154"/>
                      </a:lnTo>
                      <a:lnTo>
                        <a:pt x="497" y="155"/>
                      </a:lnTo>
                      <a:lnTo>
                        <a:pt x="498" y="160"/>
                      </a:lnTo>
                      <a:lnTo>
                        <a:pt x="500" y="160"/>
                      </a:lnTo>
                      <a:lnTo>
                        <a:pt x="501" y="163"/>
                      </a:lnTo>
                      <a:lnTo>
                        <a:pt x="503" y="165"/>
                      </a:lnTo>
                      <a:lnTo>
                        <a:pt x="504" y="163"/>
                      </a:lnTo>
                      <a:lnTo>
                        <a:pt x="506" y="164"/>
                      </a:lnTo>
                      <a:lnTo>
                        <a:pt x="507" y="164"/>
                      </a:lnTo>
                      <a:lnTo>
                        <a:pt x="509" y="164"/>
                      </a:lnTo>
                      <a:lnTo>
                        <a:pt x="510" y="162"/>
                      </a:lnTo>
                      <a:lnTo>
                        <a:pt x="512" y="162"/>
                      </a:lnTo>
                      <a:lnTo>
                        <a:pt x="513" y="163"/>
                      </a:lnTo>
                      <a:lnTo>
                        <a:pt x="515" y="160"/>
                      </a:lnTo>
                      <a:lnTo>
                        <a:pt x="516" y="160"/>
                      </a:lnTo>
                      <a:lnTo>
                        <a:pt x="517" y="159"/>
                      </a:lnTo>
                      <a:lnTo>
                        <a:pt x="519" y="160"/>
                      </a:lnTo>
                      <a:lnTo>
                        <a:pt x="520" y="163"/>
                      </a:lnTo>
                      <a:lnTo>
                        <a:pt x="522" y="161"/>
                      </a:lnTo>
                      <a:lnTo>
                        <a:pt x="523" y="161"/>
                      </a:lnTo>
                      <a:lnTo>
                        <a:pt x="525" y="162"/>
                      </a:lnTo>
                      <a:lnTo>
                        <a:pt x="526" y="167"/>
                      </a:lnTo>
                      <a:lnTo>
                        <a:pt x="528" y="168"/>
                      </a:lnTo>
                      <a:lnTo>
                        <a:pt x="529" y="168"/>
                      </a:lnTo>
                      <a:lnTo>
                        <a:pt x="531" y="172"/>
                      </a:lnTo>
                      <a:lnTo>
                        <a:pt x="532" y="174"/>
                      </a:lnTo>
                      <a:lnTo>
                        <a:pt x="534" y="174"/>
                      </a:lnTo>
                      <a:lnTo>
                        <a:pt x="535" y="175"/>
                      </a:lnTo>
                      <a:lnTo>
                        <a:pt x="537" y="177"/>
                      </a:lnTo>
                      <a:lnTo>
                        <a:pt x="538" y="174"/>
                      </a:lnTo>
                      <a:lnTo>
                        <a:pt x="540" y="179"/>
                      </a:lnTo>
                      <a:lnTo>
                        <a:pt x="541" y="177"/>
                      </a:lnTo>
                      <a:lnTo>
                        <a:pt x="542" y="177"/>
                      </a:lnTo>
                      <a:lnTo>
                        <a:pt x="544" y="179"/>
                      </a:lnTo>
                      <a:lnTo>
                        <a:pt x="545" y="177"/>
                      </a:lnTo>
                      <a:lnTo>
                        <a:pt x="547" y="177"/>
                      </a:lnTo>
                      <a:lnTo>
                        <a:pt x="548" y="175"/>
                      </a:lnTo>
                      <a:lnTo>
                        <a:pt x="550" y="173"/>
                      </a:lnTo>
                      <a:lnTo>
                        <a:pt x="551" y="173"/>
                      </a:lnTo>
                      <a:lnTo>
                        <a:pt x="553" y="173"/>
                      </a:lnTo>
                      <a:lnTo>
                        <a:pt x="554" y="174"/>
                      </a:lnTo>
                      <a:lnTo>
                        <a:pt x="556" y="173"/>
                      </a:lnTo>
                      <a:lnTo>
                        <a:pt x="557" y="176"/>
                      </a:lnTo>
                      <a:lnTo>
                        <a:pt x="559" y="179"/>
                      </a:lnTo>
                      <a:lnTo>
                        <a:pt x="560" y="179"/>
                      </a:lnTo>
                      <a:lnTo>
                        <a:pt x="562" y="179"/>
                      </a:lnTo>
                      <a:lnTo>
                        <a:pt x="563" y="179"/>
                      </a:lnTo>
                      <a:lnTo>
                        <a:pt x="565" y="181"/>
                      </a:lnTo>
                      <a:lnTo>
                        <a:pt x="566" y="180"/>
                      </a:lnTo>
                      <a:lnTo>
                        <a:pt x="567" y="180"/>
                      </a:lnTo>
                      <a:lnTo>
                        <a:pt x="569" y="178"/>
                      </a:lnTo>
                      <a:lnTo>
                        <a:pt x="570" y="180"/>
                      </a:lnTo>
                      <a:lnTo>
                        <a:pt x="572" y="180"/>
                      </a:lnTo>
                      <a:lnTo>
                        <a:pt x="573" y="182"/>
                      </a:lnTo>
                      <a:lnTo>
                        <a:pt x="575" y="183"/>
                      </a:lnTo>
                      <a:lnTo>
                        <a:pt x="576" y="184"/>
                      </a:lnTo>
                      <a:lnTo>
                        <a:pt x="578" y="185"/>
                      </a:lnTo>
                      <a:lnTo>
                        <a:pt x="579" y="183"/>
                      </a:lnTo>
                      <a:lnTo>
                        <a:pt x="581" y="180"/>
                      </a:lnTo>
                      <a:lnTo>
                        <a:pt x="582" y="177"/>
                      </a:lnTo>
                      <a:lnTo>
                        <a:pt x="584" y="178"/>
                      </a:lnTo>
                      <a:lnTo>
                        <a:pt x="585" y="174"/>
                      </a:lnTo>
                      <a:lnTo>
                        <a:pt x="587" y="174"/>
                      </a:lnTo>
                      <a:lnTo>
                        <a:pt x="588" y="176"/>
                      </a:lnTo>
                      <a:lnTo>
                        <a:pt x="590" y="177"/>
                      </a:lnTo>
                      <a:lnTo>
                        <a:pt x="591" y="181"/>
                      </a:lnTo>
                      <a:lnTo>
                        <a:pt x="592" y="182"/>
                      </a:lnTo>
                      <a:lnTo>
                        <a:pt x="594" y="184"/>
                      </a:lnTo>
                      <a:lnTo>
                        <a:pt x="595" y="187"/>
                      </a:lnTo>
                      <a:lnTo>
                        <a:pt x="597" y="188"/>
                      </a:lnTo>
                      <a:lnTo>
                        <a:pt x="598" y="188"/>
                      </a:lnTo>
                      <a:lnTo>
                        <a:pt x="600" y="187"/>
                      </a:lnTo>
                      <a:lnTo>
                        <a:pt x="601" y="189"/>
                      </a:lnTo>
                      <a:lnTo>
                        <a:pt x="603" y="189"/>
                      </a:lnTo>
                      <a:lnTo>
                        <a:pt x="604" y="187"/>
                      </a:lnTo>
                      <a:lnTo>
                        <a:pt x="606" y="185"/>
                      </a:lnTo>
                      <a:lnTo>
                        <a:pt x="607" y="186"/>
                      </a:lnTo>
                      <a:lnTo>
                        <a:pt x="609" y="185"/>
                      </a:lnTo>
                      <a:lnTo>
                        <a:pt x="610" y="181"/>
                      </a:lnTo>
                      <a:lnTo>
                        <a:pt x="612" y="180"/>
                      </a:lnTo>
                      <a:lnTo>
                        <a:pt x="613" y="179"/>
                      </a:lnTo>
                      <a:lnTo>
                        <a:pt x="615" y="177"/>
                      </a:lnTo>
                      <a:lnTo>
                        <a:pt x="616" y="177"/>
                      </a:lnTo>
                      <a:lnTo>
                        <a:pt x="617" y="176"/>
                      </a:lnTo>
                      <a:lnTo>
                        <a:pt x="619" y="178"/>
                      </a:lnTo>
                      <a:lnTo>
                        <a:pt x="620" y="177"/>
                      </a:lnTo>
                      <a:lnTo>
                        <a:pt x="622" y="176"/>
                      </a:lnTo>
                      <a:lnTo>
                        <a:pt x="623" y="174"/>
                      </a:lnTo>
                      <a:lnTo>
                        <a:pt x="625" y="175"/>
                      </a:lnTo>
                      <a:lnTo>
                        <a:pt x="626" y="176"/>
                      </a:lnTo>
                      <a:lnTo>
                        <a:pt x="628" y="172"/>
                      </a:lnTo>
                      <a:lnTo>
                        <a:pt x="629" y="172"/>
                      </a:lnTo>
                      <a:lnTo>
                        <a:pt x="631" y="172"/>
                      </a:lnTo>
                      <a:lnTo>
                        <a:pt x="632" y="174"/>
                      </a:lnTo>
                      <a:lnTo>
                        <a:pt x="634" y="177"/>
                      </a:lnTo>
                      <a:lnTo>
                        <a:pt x="635" y="177"/>
                      </a:lnTo>
                      <a:lnTo>
                        <a:pt x="637" y="177"/>
                      </a:lnTo>
                      <a:lnTo>
                        <a:pt x="638" y="183"/>
                      </a:lnTo>
                      <a:lnTo>
                        <a:pt x="640" y="184"/>
                      </a:lnTo>
                      <a:lnTo>
                        <a:pt x="641" y="187"/>
                      </a:lnTo>
                      <a:lnTo>
                        <a:pt x="643" y="185"/>
                      </a:lnTo>
                      <a:lnTo>
                        <a:pt x="644" y="185"/>
                      </a:lnTo>
                      <a:lnTo>
                        <a:pt x="645" y="186"/>
                      </a:lnTo>
                      <a:lnTo>
                        <a:pt x="647" y="187"/>
                      </a:lnTo>
                      <a:lnTo>
                        <a:pt x="648" y="186"/>
                      </a:lnTo>
                      <a:lnTo>
                        <a:pt x="650" y="185"/>
                      </a:lnTo>
                      <a:lnTo>
                        <a:pt x="651" y="186"/>
                      </a:lnTo>
                      <a:lnTo>
                        <a:pt x="653" y="185"/>
                      </a:lnTo>
                      <a:lnTo>
                        <a:pt x="654" y="187"/>
                      </a:lnTo>
                      <a:lnTo>
                        <a:pt x="656" y="187"/>
                      </a:lnTo>
                      <a:lnTo>
                        <a:pt x="657" y="187"/>
                      </a:lnTo>
                      <a:lnTo>
                        <a:pt x="659" y="188"/>
                      </a:lnTo>
                      <a:lnTo>
                        <a:pt x="660" y="191"/>
                      </a:lnTo>
                      <a:lnTo>
                        <a:pt x="662" y="191"/>
                      </a:lnTo>
                      <a:lnTo>
                        <a:pt x="663" y="192"/>
                      </a:lnTo>
                      <a:lnTo>
                        <a:pt x="665" y="189"/>
                      </a:lnTo>
                      <a:lnTo>
                        <a:pt x="666" y="188"/>
                      </a:lnTo>
                      <a:lnTo>
                        <a:pt x="668" y="186"/>
                      </a:lnTo>
                      <a:lnTo>
                        <a:pt x="669" y="182"/>
                      </a:lnTo>
                      <a:lnTo>
                        <a:pt x="670" y="182"/>
                      </a:lnTo>
                      <a:lnTo>
                        <a:pt x="672" y="185"/>
                      </a:lnTo>
                      <a:lnTo>
                        <a:pt x="673" y="184"/>
                      </a:lnTo>
                      <a:lnTo>
                        <a:pt x="675" y="184"/>
                      </a:lnTo>
                      <a:lnTo>
                        <a:pt x="676" y="187"/>
                      </a:lnTo>
                      <a:lnTo>
                        <a:pt x="678" y="187"/>
                      </a:lnTo>
                      <a:lnTo>
                        <a:pt x="679" y="187"/>
                      </a:lnTo>
                      <a:lnTo>
                        <a:pt x="681" y="180"/>
                      </a:lnTo>
                      <a:lnTo>
                        <a:pt x="682" y="176"/>
                      </a:lnTo>
                      <a:lnTo>
                        <a:pt x="684" y="174"/>
                      </a:lnTo>
                      <a:lnTo>
                        <a:pt x="685" y="174"/>
                      </a:lnTo>
                      <a:lnTo>
                        <a:pt x="687" y="174"/>
                      </a:lnTo>
                      <a:lnTo>
                        <a:pt x="688" y="173"/>
                      </a:lnTo>
                      <a:lnTo>
                        <a:pt x="690" y="177"/>
                      </a:lnTo>
                      <a:lnTo>
                        <a:pt x="691" y="182"/>
                      </a:lnTo>
                      <a:lnTo>
                        <a:pt x="693" y="183"/>
                      </a:lnTo>
                      <a:lnTo>
                        <a:pt x="694" y="185"/>
                      </a:lnTo>
                      <a:lnTo>
                        <a:pt x="695" y="186"/>
                      </a:lnTo>
                      <a:lnTo>
                        <a:pt x="697" y="186"/>
                      </a:lnTo>
                      <a:lnTo>
                        <a:pt x="698" y="189"/>
                      </a:lnTo>
                      <a:lnTo>
                        <a:pt x="700" y="188"/>
                      </a:lnTo>
                      <a:lnTo>
                        <a:pt x="701" y="189"/>
                      </a:lnTo>
                      <a:lnTo>
                        <a:pt x="703" y="191"/>
                      </a:lnTo>
                      <a:lnTo>
                        <a:pt x="704" y="192"/>
                      </a:lnTo>
                      <a:lnTo>
                        <a:pt x="706" y="192"/>
                      </a:lnTo>
                      <a:lnTo>
                        <a:pt x="707" y="194"/>
                      </a:lnTo>
                      <a:lnTo>
                        <a:pt x="709" y="198"/>
                      </a:lnTo>
                      <a:lnTo>
                        <a:pt x="710" y="197"/>
                      </a:lnTo>
                      <a:lnTo>
                        <a:pt x="712" y="201"/>
                      </a:lnTo>
                      <a:lnTo>
                        <a:pt x="713" y="201"/>
                      </a:lnTo>
                      <a:lnTo>
                        <a:pt x="715" y="204"/>
                      </a:lnTo>
                      <a:lnTo>
                        <a:pt x="716" y="203"/>
                      </a:lnTo>
                      <a:lnTo>
                        <a:pt x="718" y="202"/>
                      </a:lnTo>
                      <a:lnTo>
                        <a:pt x="719" y="202"/>
                      </a:lnTo>
                      <a:lnTo>
                        <a:pt x="720" y="202"/>
                      </a:lnTo>
                      <a:lnTo>
                        <a:pt x="722" y="201"/>
                      </a:lnTo>
                      <a:lnTo>
                        <a:pt x="723" y="201"/>
                      </a:lnTo>
                      <a:lnTo>
                        <a:pt x="725" y="201"/>
                      </a:lnTo>
                      <a:lnTo>
                        <a:pt x="726" y="199"/>
                      </a:lnTo>
                      <a:lnTo>
                        <a:pt x="728" y="201"/>
                      </a:lnTo>
                      <a:lnTo>
                        <a:pt x="729" y="203"/>
                      </a:lnTo>
                      <a:lnTo>
                        <a:pt x="731" y="204"/>
                      </a:lnTo>
                      <a:lnTo>
                        <a:pt x="732" y="206"/>
                      </a:lnTo>
                      <a:lnTo>
                        <a:pt x="734" y="211"/>
                      </a:lnTo>
                      <a:lnTo>
                        <a:pt x="735" y="212"/>
                      </a:lnTo>
                      <a:lnTo>
                        <a:pt x="737" y="214"/>
                      </a:lnTo>
                      <a:lnTo>
                        <a:pt x="738" y="214"/>
                      </a:lnTo>
                      <a:lnTo>
                        <a:pt x="740" y="213"/>
                      </a:lnTo>
                      <a:lnTo>
                        <a:pt x="741" y="213"/>
                      </a:lnTo>
                      <a:lnTo>
                        <a:pt x="743" y="210"/>
                      </a:lnTo>
                      <a:lnTo>
                        <a:pt x="744" y="210"/>
                      </a:lnTo>
                      <a:lnTo>
                        <a:pt x="745" y="208"/>
                      </a:lnTo>
                      <a:lnTo>
                        <a:pt x="747" y="210"/>
                      </a:lnTo>
                      <a:lnTo>
                        <a:pt x="748" y="211"/>
                      </a:lnTo>
                      <a:lnTo>
                        <a:pt x="750" y="215"/>
                      </a:lnTo>
                      <a:lnTo>
                        <a:pt x="751" y="216"/>
                      </a:lnTo>
                      <a:lnTo>
                        <a:pt x="753" y="212"/>
                      </a:lnTo>
                      <a:lnTo>
                        <a:pt x="754" y="211"/>
                      </a:lnTo>
                      <a:lnTo>
                        <a:pt x="756" y="210"/>
                      </a:lnTo>
                      <a:lnTo>
                        <a:pt x="757" y="208"/>
                      </a:lnTo>
                      <a:lnTo>
                        <a:pt x="759" y="211"/>
                      </a:lnTo>
                      <a:lnTo>
                        <a:pt x="760" y="209"/>
                      </a:lnTo>
                      <a:lnTo>
                        <a:pt x="762" y="209"/>
                      </a:lnTo>
                      <a:lnTo>
                        <a:pt x="763" y="209"/>
                      </a:lnTo>
                      <a:lnTo>
                        <a:pt x="765" y="209"/>
                      </a:lnTo>
                      <a:lnTo>
                        <a:pt x="766" y="207"/>
                      </a:lnTo>
                      <a:lnTo>
                        <a:pt x="768" y="206"/>
                      </a:lnTo>
                      <a:lnTo>
                        <a:pt x="769" y="205"/>
                      </a:lnTo>
                      <a:lnTo>
                        <a:pt x="770" y="205"/>
                      </a:lnTo>
                      <a:lnTo>
                        <a:pt x="772" y="204"/>
                      </a:lnTo>
                      <a:lnTo>
                        <a:pt x="773" y="208"/>
                      </a:lnTo>
                      <a:lnTo>
                        <a:pt x="775" y="209"/>
                      </a:lnTo>
                      <a:lnTo>
                        <a:pt x="776" y="208"/>
                      </a:lnTo>
                      <a:lnTo>
                        <a:pt x="778" y="207"/>
                      </a:lnTo>
                      <a:lnTo>
                        <a:pt x="779" y="202"/>
                      </a:lnTo>
                      <a:lnTo>
                        <a:pt x="781" y="204"/>
                      </a:lnTo>
                      <a:lnTo>
                        <a:pt x="782" y="202"/>
                      </a:lnTo>
                      <a:lnTo>
                        <a:pt x="784" y="205"/>
                      </a:lnTo>
                      <a:lnTo>
                        <a:pt x="785" y="203"/>
                      </a:lnTo>
                      <a:lnTo>
                        <a:pt x="787" y="204"/>
                      </a:lnTo>
                      <a:lnTo>
                        <a:pt x="788" y="204"/>
                      </a:lnTo>
                      <a:lnTo>
                        <a:pt x="790" y="210"/>
                      </a:lnTo>
                      <a:lnTo>
                        <a:pt x="791" y="212"/>
                      </a:lnTo>
                      <a:lnTo>
                        <a:pt x="793" y="209"/>
                      </a:lnTo>
                      <a:lnTo>
                        <a:pt x="794" y="211"/>
                      </a:lnTo>
                      <a:lnTo>
                        <a:pt x="795" y="213"/>
                      </a:lnTo>
                      <a:lnTo>
                        <a:pt x="797" y="214"/>
                      </a:lnTo>
                      <a:lnTo>
                        <a:pt x="798" y="212"/>
                      </a:lnTo>
                      <a:lnTo>
                        <a:pt x="800" y="212"/>
                      </a:lnTo>
                      <a:lnTo>
                        <a:pt x="801" y="209"/>
                      </a:lnTo>
                      <a:lnTo>
                        <a:pt x="803" y="210"/>
                      </a:lnTo>
                      <a:lnTo>
                        <a:pt x="804" y="210"/>
                      </a:lnTo>
                      <a:lnTo>
                        <a:pt x="806" y="210"/>
                      </a:lnTo>
                      <a:lnTo>
                        <a:pt x="807" y="209"/>
                      </a:lnTo>
                      <a:lnTo>
                        <a:pt x="809" y="210"/>
                      </a:lnTo>
                      <a:lnTo>
                        <a:pt x="810" y="209"/>
                      </a:lnTo>
                      <a:lnTo>
                        <a:pt x="812" y="212"/>
                      </a:lnTo>
                      <a:lnTo>
                        <a:pt x="813" y="210"/>
                      </a:lnTo>
                      <a:lnTo>
                        <a:pt x="815" y="210"/>
                      </a:lnTo>
                      <a:lnTo>
                        <a:pt x="816" y="211"/>
                      </a:lnTo>
                      <a:lnTo>
                        <a:pt x="818" y="209"/>
                      </a:lnTo>
                      <a:lnTo>
                        <a:pt x="819" y="210"/>
                      </a:lnTo>
                      <a:lnTo>
                        <a:pt x="820" y="210"/>
                      </a:lnTo>
                      <a:lnTo>
                        <a:pt x="822" y="212"/>
                      </a:lnTo>
                      <a:lnTo>
                        <a:pt x="823" y="215"/>
                      </a:lnTo>
                      <a:lnTo>
                        <a:pt x="825" y="214"/>
                      </a:lnTo>
                      <a:lnTo>
                        <a:pt x="826" y="218"/>
                      </a:lnTo>
                      <a:lnTo>
                        <a:pt x="828" y="220"/>
                      </a:lnTo>
                      <a:lnTo>
                        <a:pt x="829" y="220"/>
                      </a:lnTo>
                      <a:lnTo>
                        <a:pt x="831" y="221"/>
                      </a:lnTo>
                      <a:lnTo>
                        <a:pt x="832" y="222"/>
                      </a:lnTo>
                      <a:lnTo>
                        <a:pt x="834" y="219"/>
                      </a:lnTo>
                      <a:lnTo>
                        <a:pt x="835" y="218"/>
                      </a:lnTo>
                      <a:lnTo>
                        <a:pt x="837" y="217"/>
                      </a:lnTo>
                      <a:lnTo>
                        <a:pt x="838" y="217"/>
                      </a:lnTo>
                      <a:lnTo>
                        <a:pt x="840" y="212"/>
                      </a:lnTo>
                      <a:lnTo>
                        <a:pt x="841" y="214"/>
                      </a:lnTo>
                      <a:lnTo>
                        <a:pt x="843" y="212"/>
                      </a:lnTo>
                      <a:lnTo>
                        <a:pt x="844" y="210"/>
                      </a:lnTo>
                      <a:lnTo>
                        <a:pt x="846" y="210"/>
                      </a:lnTo>
                      <a:lnTo>
                        <a:pt x="847" y="211"/>
                      </a:lnTo>
                      <a:lnTo>
                        <a:pt x="848" y="212"/>
                      </a:lnTo>
                      <a:lnTo>
                        <a:pt x="850" y="212"/>
                      </a:lnTo>
                      <a:lnTo>
                        <a:pt x="851" y="211"/>
                      </a:lnTo>
                      <a:lnTo>
                        <a:pt x="853" y="212"/>
                      </a:lnTo>
                      <a:lnTo>
                        <a:pt x="854" y="213"/>
                      </a:lnTo>
                      <a:lnTo>
                        <a:pt x="856" y="213"/>
                      </a:lnTo>
                      <a:lnTo>
                        <a:pt x="857" y="212"/>
                      </a:lnTo>
                      <a:lnTo>
                        <a:pt x="859" y="210"/>
                      </a:lnTo>
                      <a:lnTo>
                        <a:pt x="860" y="214"/>
                      </a:lnTo>
                      <a:lnTo>
                        <a:pt x="862" y="213"/>
                      </a:lnTo>
                      <a:lnTo>
                        <a:pt x="863" y="212"/>
                      </a:lnTo>
                      <a:lnTo>
                        <a:pt x="865" y="212"/>
                      </a:lnTo>
                      <a:lnTo>
                        <a:pt x="866" y="213"/>
                      </a:lnTo>
                      <a:lnTo>
                        <a:pt x="868" y="214"/>
                      </a:lnTo>
                      <a:lnTo>
                        <a:pt x="869" y="213"/>
                      </a:lnTo>
                      <a:lnTo>
                        <a:pt x="871" y="213"/>
                      </a:lnTo>
                      <a:lnTo>
                        <a:pt x="872" y="214"/>
                      </a:lnTo>
                      <a:lnTo>
                        <a:pt x="873" y="213"/>
                      </a:lnTo>
                      <a:lnTo>
                        <a:pt x="875" y="213"/>
                      </a:lnTo>
                      <a:lnTo>
                        <a:pt x="876" y="212"/>
                      </a:lnTo>
                      <a:lnTo>
                        <a:pt x="878" y="210"/>
                      </a:lnTo>
                      <a:lnTo>
                        <a:pt x="879" y="213"/>
                      </a:lnTo>
                      <a:lnTo>
                        <a:pt x="881" y="211"/>
                      </a:lnTo>
                      <a:lnTo>
                        <a:pt x="882" y="210"/>
                      </a:lnTo>
                      <a:lnTo>
                        <a:pt x="884" y="211"/>
                      </a:lnTo>
                      <a:lnTo>
                        <a:pt x="885" y="214"/>
                      </a:lnTo>
                      <a:lnTo>
                        <a:pt x="887" y="214"/>
                      </a:lnTo>
                      <a:lnTo>
                        <a:pt x="888" y="215"/>
                      </a:lnTo>
                      <a:lnTo>
                        <a:pt x="890" y="214"/>
                      </a:lnTo>
                      <a:lnTo>
                        <a:pt x="891" y="218"/>
                      </a:lnTo>
                      <a:lnTo>
                        <a:pt x="893" y="217"/>
                      </a:lnTo>
                      <a:lnTo>
                        <a:pt x="894" y="219"/>
                      </a:lnTo>
                      <a:lnTo>
                        <a:pt x="896" y="217"/>
                      </a:lnTo>
                      <a:lnTo>
                        <a:pt x="897" y="217"/>
                      </a:lnTo>
                      <a:lnTo>
                        <a:pt x="898" y="220"/>
                      </a:lnTo>
                      <a:lnTo>
                        <a:pt x="900" y="221"/>
                      </a:lnTo>
                      <a:lnTo>
                        <a:pt x="901" y="220"/>
                      </a:lnTo>
                      <a:lnTo>
                        <a:pt x="903" y="219"/>
                      </a:lnTo>
                      <a:lnTo>
                        <a:pt x="904" y="220"/>
                      </a:lnTo>
                      <a:lnTo>
                        <a:pt x="906" y="221"/>
                      </a:lnTo>
                      <a:lnTo>
                        <a:pt x="907" y="221"/>
                      </a:lnTo>
                      <a:lnTo>
                        <a:pt x="909" y="220"/>
                      </a:lnTo>
                      <a:lnTo>
                        <a:pt x="910" y="220"/>
                      </a:lnTo>
                      <a:lnTo>
                        <a:pt x="912" y="217"/>
                      </a:lnTo>
                      <a:lnTo>
                        <a:pt x="913" y="216"/>
                      </a:lnTo>
                      <a:lnTo>
                        <a:pt x="915" y="215"/>
                      </a:lnTo>
                      <a:lnTo>
                        <a:pt x="916" y="214"/>
                      </a:lnTo>
                      <a:lnTo>
                        <a:pt x="918" y="218"/>
                      </a:lnTo>
                      <a:lnTo>
                        <a:pt x="919" y="217"/>
                      </a:lnTo>
                      <a:lnTo>
                        <a:pt x="921" y="219"/>
                      </a:lnTo>
                      <a:lnTo>
                        <a:pt x="922" y="219"/>
                      </a:lnTo>
                      <a:lnTo>
                        <a:pt x="923" y="221"/>
                      </a:lnTo>
                      <a:lnTo>
                        <a:pt x="925" y="219"/>
                      </a:lnTo>
                      <a:lnTo>
                        <a:pt x="926" y="219"/>
                      </a:lnTo>
                      <a:lnTo>
                        <a:pt x="928" y="217"/>
                      </a:lnTo>
                      <a:lnTo>
                        <a:pt x="929" y="214"/>
                      </a:lnTo>
                      <a:lnTo>
                        <a:pt x="931" y="218"/>
                      </a:lnTo>
                      <a:lnTo>
                        <a:pt x="932" y="215"/>
                      </a:lnTo>
                      <a:lnTo>
                        <a:pt x="934" y="216"/>
                      </a:lnTo>
                      <a:lnTo>
                        <a:pt x="935" y="218"/>
                      </a:lnTo>
                      <a:lnTo>
                        <a:pt x="937" y="215"/>
                      </a:lnTo>
                      <a:lnTo>
                        <a:pt x="938" y="216"/>
                      </a:lnTo>
                      <a:lnTo>
                        <a:pt x="940" y="221"/>
                      </a:lnTo>
                      <a:lnTo>
                        <a:pt x="941" y="222"/>
                      </a:lnTo>
                      <a:lnTo>
                        <a:pt x="943" y="223"/>
                      </a:lnTo>
                      <a:lnTo>
                        <a:pt x="944" y="226"/>
                      </a:lnTo>
                      <a:lnTo>
                        <a:pt x="946" y="229"/>
                      </a:lnTo>
                      <a:lnTo>
                        <a:pt x="947" y="229"/>
                      </a:lnTo>
                      <a:lnTo>
                        <a:pt x="948" y="228"/>
                      </a:lnTo>
                      <a:lnTo>
                        <a:pt x="950" y="224"/>
                      </a:lnTo>
                      <a:lnTo>
                        <a:pt x="951" y="222"/>
                      </a:lnTo>
                      <a:lnTo>
                        <a:pt x="953" y="221"/>
                      </a:lnTo>
                      <a:lnTo>
                        <a:pt x="954" y="223"/>
                      </a:lnTo>
                      <a:lnTo>
                        <a:pt x="956" y="223"/>
                      </a:lnTo>
                      <a:lnTo>
                        <a:pt x="957" y="222"/>
                      </a:lnTo>
                      <a:lnTo>
                        <a:pt x="959" y="224"/>
                      </a:lnTo>
                      <a:lnTo>
                        <a:pt x="960" y="224"/>
                      </a:lnTo>
                      <a:lnTo>
                        <a:pt x="962" y="222"/>
                      </a:lnTo>
                      <a:lnTo>
                        <a:pt x="963" y="222"/>
                      </a:lnTo>
                      <a:lnTo>
                        <a:pt x="965" y="222"/>
                      </a:lnTo>
                      <a:lnTo>
                        <a:pt x="966" y="228"/>
                      </a:lnTo>
                      <a:lnTo>
                        <a:pt x="968" y="227"/>
                      </a:lnTo>
                      <a:lnTo>
                        <a:pt x="969" y="230"/>
                      </a:lnTo>
                      <a:lnTo>
                        <a:pt x="971" y="231"/>
                      </a:lnTo>
                      <a:lnTo>
                        <a:pt x="972" y="232"/>
                      </a:lnTo>
                      <a:lnTo>
                        <a:pt x="973" y="233"/>
                      </a:lnTo>
                      <a:lnTo>
                        <a:pt x="975" y="230"/>
                      </a:lnTo>
                      <a:lnTo>
                        <a:pt x="976" y="230"/>
                      </a:lnTo>
                      <a:lnTo>
                        <a:pt x="978" y="231"/>
                      </a:lnTo>
                      <a:lnTo>
                        <a:pt x="979" y="230"/>
                      </a:lnTo>
                      <a:lnTo>
                        <a:pt x="981" y="232"/>
                      </a:lnTo>
                      <a:lnTo>
                        <a:pt x="982" y="230"/>
                      </a:lnTo>
                      <a:lnTo>
                        <a:pt x="984" y="229"/>
                      </a:lnTo>
                      <a:lnTo>
                        <a:pt x="985" y="229"/>
                      </a:lnTo>
                      <a:lnTo>
                        <a:pt x="987" y="227"/>
                      </a:lnTo>
                      <a:lnTo>
                        <a:pt x="988" y="227"/>
                      </a:lnTo>
                      <a:lnTo>
                        <a:pt x="990" y="231"/>
                      </a:lnTo>
                      <a:lnTo>
                        <a:pt x="991" y="232"/>
                      </a:lnTo>
                      <a:lnTo>
                        <a:pt x="993" y="231"/>
                      </a:lnTo>
                      <a:lnTo>
                        <a:pt x="994" y="231"/>
                      </a:lnTo>
                      <a:lnTo>
                        <a:pt x="996" y="232"/>
                      </a:lnTo>
                      <a:lnTo>
                        <a:pt x="997" y="233"/>
                      </a:lnTo>
                      <a:lnTo>
                        <a:pt x="998" y="231"/>
                      </a:lnTo>
                      <a:lnTo>
                        <a:pt x="1000" y="232"/>
                      </a:lnTo>
                      <a:lnTo>
                        <a:pt x="1001" y="233"/>
                      </a:lnTo>
                      <a:lnTo>
                        <a:pt x="1003" y="234"/>
                      </a:lnTo>
                      <a:lnTo>
                        <a:pt x="1004" y="237"/>
                      </a:lnTo>
                      <a:lnTo>
                        <a:pt x="1006" y="238"/>
                      </a:lnTo>
                      <a:lnTo>
                        <a:pt x="1007" y="240"/>
                      </a:lnTo>
                      <a:lnTo>
                        <a:pt x="1009" y="243"/>
                      </a:lnTo>
                      <a:lnTo>
                        <a:pt x="1010" y="245"/>
                      </a:lnTo>
                      <a:lnTo>
                        <a:pt x="1012" y="247"/>
                      </a:lnTo>
                      <a:lnTo>
                        <a:pt x="1013" y="249"/>
                      </a:lnTo>
                      <a:lnTo>
                        <a:pt x="1015" y="249"/>
                      </a:lnTo>
                      <a:lnTo>
                        <a:pt x="1016" y="250"/>
                      </a:lnTo>
                      <a:lnTo>
                        <a:pt x="1018" y="252"/>
                      </a:lnTo>
                      <a:lnTo>
                        <a:pt x="1019" y="249"/>
                      </a:lnTo>
                      <a:lnTo>
                        <a:pt x="1021" y="248"/>
                      </a:lnTo>
                      <a:lnTo>
                        <a:pt x="1022" y="249"/>
                      </a:lnTo>
                      <a:lnTo>
                        <a:pt x="1023" y="249"/>
                      </a:lnTo>
                      <a:lnTo>
                        <a:pt x="1025" y="248"/>
                      </a:lnTo>
                      <a:lnTo>
                        <a:pt x="1026" y="244"/>
                      </a:lnTo>
                      <a:lnTo>
                        <a:pt x="1028" y="244"/>
                      </a:lnTo>
                      <a:lnTo>
                        <a:pt x="1029" y="242"/>
                      </a:lnTo>
                      <a:lnTo>
                        <a:pt x="1031" y="244"/>
                      </a:lnTo>
                      <a:lnTo>
                        <a:pt x="1032" y="246"/>
                      </a:lnTo>
                      <a:lnTo>
                        <a:pt x="1034" y="249"/>
                      </a:lnTo>
                      <a:lnTo>
                        <a:pt x="1035" y="251"/>
                      </a:lnTo>
                      <a:lnTo>
                        <a:pt x="1037" y="253"/>
                      </a:lnTo>
                      <a:lnTo>
                        <a:pt x="1038" y="255"/>
                      </a:lnTo>
                      <a:lnTo>
                        <a:pt x="1040" y="254"/>
                      </a:lnTo>
                      <a:lnTo>
                        <a:pt x="1041" y="251"/>
                      </a:lnTo>
                      <a:lnTo>
                        <a:pt x="1043" y="248"/>
                      </a:lnTo>
                      <a:lnTo>
                        <a:pt x="1044" y="246"/>
                      </a:lnTo>
                      <a:lnTo>
                        <a:pt x="1046" y="244"/>
                      </a:lnTo>
                      <a:lnTo>
                        <a:pt x="1047" y="245"/>
                      </a:lnTo>
                      <a:lnTo>
                        <a:pt x="1048" y="244"/>
                      </a:lnTo>
                      <a:lnTo>
                        <a:pt x="1050" y="247"/>
                      </a:lnTo>
                      <a:lnTo>
                        <a:pt x="1051" y="249"/>
                      </a:lnTo>
                      <a:lnTo>
                        <a:pt x="1053" y="253"/>
                      </a:lnTo>
                      <a:lnTo>
                        <a:pt x="1054" y="250"/>
                      </a:lnTo>
                      <a:lnTo>
                        <a:pt x="1056" y="249"/>
                      </a:lnTo>
                      <a:lnTo>
                        <a:pt x="1057" y="248"/>
                      </a:lnTo>
                      <a:lnTo>
                        <a:pt x="1059" y="248"/>
                      </a:lnTo>
                      <a:lnTo>
                        <a:pt x="1060" y="247"/>
                      </a:lnTo>
                      <a:lnTo>
                        <a:pt x="1062" y="250"/>
                      </a:lnTo>
                      <a:lnTo>
                        <a:pt x="1063" y="254"/>
                      </a:lnTo>
                      <a:lnTo>
                        <a:pt x="1065" y="255"/>
                      </a:lnTo>
                      <a:lnTo>
                        <a:pt x="1066" y="256"/>
                      </a:lnTo>
                      <a:lnTo>
                        <a:pt x="1068" y="258"/>
                      </a:lnTo>
                      <a:lnTo>
                        <a:pt x="1069" y="258"/>
                      </a:lnTo>
                      <a:lnTo>
                        <a:pt x="1071" y="256"/>
                      </a:lnTo>
                      <a:lnTo>
                        <a:pt x="1072" y="255"/>
                      </a:lnTo>
                      <a:lnTo>
                        <a:pt x="1074" y="255"/>
                      </a:lnTo>
                      <a:lnTo>
                        <a:pt x="1075" y="252"/>
                      </a:lnTo>
                      <a:lnTo>
                        <a:pt x="1076" y="253"/>
                      </a:lnTo>
                      <a:lnTo>
                        <a:pt x="1078" y="252"/>
                      </a:lnTo>
                      <a:lnTo>
                        <a:pt x="1079" y="254"/>
                      </a:lnTo>
                      <a:lnTo>
                        <a:pt x="1081" y="256"/>
                      </a:lnTo>
                      <a:lnTo>
                        <a:pt x="1082" y="258"/>
                      </a:lnTo>
                      <a:lnTo>
                        <a:pt x="1084" y="260"/>
                      </a:lnTo>
                      <a:lnTo>
                        <a:pt x="1085" y="260"/>
                      </a:lnTo>
                      <a:lnTo>
                        <a:pt x="1087" y="260"/>
                      </a:lnTo>
                      <a:lnTo>
                        <a:pt x="1088" y="262"/>
                      </a:lnTo>
                      <a:lnTo>
                        <a:pt x="1090" y="262"/>
                      </a:lnTo>
                      <a:lnTo>
                        <a:pt x="1091" y="257"/>
                      </a:lnTo>
                      <a:lnTo>
                        <a:pt x="1093" y="257"/>
                      </a:lnTo>
                      <a:lnTo>
                        <a:pt x="1094" y="256"/>
                      </a:lnTo>
                      <a:lnTo>
                        <a:pt x="1096" y="255"/>
                      </a:lnTo>
                      <a:lnTo>
                        <a:pt x="1097" y="255"/>
                      </a:lnTo>
                      <a:lnTo>
                        <a:pt x="1099" y="252"/>
                      </a:lnTo>
                      <a:lnTo>
                        <a:pt x="1100" y="253"/>
                      </a:lnTo>
                      <a:lnTo>
                        <a:pt x="1101" y="251"/>
                      </a:lnTo>
                      <a:lnTo>
                        <a:pt x="1103" y="251"/>
                      </a:lnTo>
                      <a:lnTo>
                        <a:pt x="1104" y="250"/>
                      </a:lnTo>
                      <a:lnTo>
                        <a:pt x="1106" y="252"/>
                      </a:lnTo>
                      <a:lnTo>
                        <a:pt x="1107" y="254"/>
                      </a:lnTo>
                      <a:lnTo>
                        <a:pt x="1109" y="257"/>
                      </a:lnTo>
                      <a:lnTo>
                        <a:pt x="1110" y="257"/>
                      </a:lnTo>
                      <a:lnTo>
                        <a:pt x="1112" y="258"/>
                      </a:lnTo>
                      <a:lnTo>
                        <a:pt x="1113" y="258"/>
                      </a:lnTo>
                      <a:lnTo>
                        <a:pt x="1115" y="258"/>
                      </a:lnTo>
                      <a:lnTo>
                        <a:pt x="1116" y="257"/>
                      </a:lnTo>
                      <a:lnTo>
                        <a:pt x="1118" y="259"/>
                      </a:lnTo>
                      <a:lnTo>
                        <a:pt x="1119" y="261"/>
                      </a:lnTo>
                      <a:lnTo>
                        <a:pt x="1121" y="259"/>
                      </a:lnTo>
                      <a:lnTo>
                        <a:pt x="1122" y="262"/>
                      </a:lnTo>
                      <a:lnTo>
                        <a:pt x="1124" y="261"/>
                      </a:lnTo>
                      <a:lnTo>
                        <a:pt x="1125" y="261"/>
                      </a:lnTo>
                      <a:lnTo>
                        <a:pt x="1126" y="257"/>
                      </a:lnTo>
                      <a:lnTo>
                        <a:pt x="1128" y="256"/>
                      </a:lnTo>
                      <a:lnTo>
                        <a:pt x="1129" y="255"/>
                      </a:lnTo>
                      <a:lnTo>
                        <a:pt x="1131" y="255"/>
                      </a:lnTo>
                      <a:lnTo>
                        <a:pt x="1132" y="251"/>
                      </a:lnTo>
                      <a:lnTo>
                        <a:pt x="1134" y="251"/>
                      </a:lnTo>
                      <a:lnTo>
                        <a:pt x="1135" y="254"/>
                      </a:lnTo>
                      <a:lnTo>
                        <a:pt x="1137" y="255"/>
                      </a:lnTo>
                      <a:lnTo>
                        <a:pt x="1138" y="259"/>
                      </a:lnTo>
                      <a:lnTo>
                        <a:pt x="1140" y="261"/>
                      </a:lnTo>
                      <a:lnTo>
                        <a:pt x="1141" y="260"/>
                      </a:lnTo>
                      <a:lnTo>
                        <a:pt x="1143" y="261"/>
                      </a:lnTo>
                      <a:lnTo>
                        <a:pt x="1144" y="259"/>
                      </a:lnTo>
                      <a:lnTo>
                        <a:pt x="1146" y="260"/>
                      </a:lnTo>
                      <a:lnTo>
                        <a:pt x="1147" y="259"/>
                      </a:lnTo>
                      <a:lnTo>
                        <a:pt x="1149" y="261"/>
                      </a:lnTo>
                      <a:lnTo>
                        <a:pt x="1150" y="260"/>
                      </a:lnTo>
                      <a:lnTo>
                        <a:pt x="1151" y="261"/>
                      </a:lnTo>
                      <a:lnTo>
                        <a:pt x="1153" y="260"/>
                      </a:lnTo>
                      <a:lnTo>
                        <a:pt x="1154" y="260"/>
                      </a:lnTo>
                      <a:lnTo>
                        <a:pt x="1156" y="260"/>
                      </a:lnTo>
                      <a:lnTo>
                        <a:pt x="1157" y="261"/>
                      </a:lnTo>
                      <a:lnTo>
                        <a:pt x="1159" y="260"/>
                      </a:lnTo>
                      <a:lnTo>
                        <a:pt x="1160" y="263"/>
                      </a:lnTo>
                      <a:lnTo>
                        <a:pt x="1162" y="262"/>
                      </a:lnTo>
                      <a:lnTo>
                        <a:pt x="1163" y="261"/>
                      </a:lnTo>
                      <a:lnTo>
                        <a:pt x="1165" y="260"/>
                      </a:lnTo>
                      <a:lnTo>
                        <a:pt x="1166" y="257"/>
                      </a:lnTo>
                      <a:lnTo>
                        <a:pt x="1168" y="253"/>
                      </a:lnTo>
                      <a:lnTo>
                        <a:pt x="1169" y="252"/>
                      </a:lnTo>
                      <a:lnTo>
                        <a:pt x="1171" y="252"/>
                      </a:lnTo>
                      <a:lnTo>
                        <a:pt x="1172" y="254"/>
                      </a:lnTo>
                      <a:lnTo>
                        <a:pt x="1174" y="255"/>
                      </a:lnTo>
                      <a:lnTo>
                        <a:pt x="1175" y="254"/>
                      </a:lnTo>
                      <a:lnTo>
                        <a:pt x="1176" y="257"/>
                      </a:lnTo>
                      <a:lnTo>
                        <a:pt x="1178" y="261"/>
                      </a:lnTo>
                      <a:lnTo>
                        <a:pt x="1179" y="261"/>
                      </a:lnTo>
                      <a:lnTo>
                        <a:pt x="1181" y="260"/>
                      </a:lnTo>
                      <a:lnTo>
                        <a:pt x="1182" y="261"/>
                      </a:lnTo>
                      <a:lnTo>
                        <a:pt x="1184" y="260"/>
                      </a:lnTo>
                      <a:lnTo>
                        <a:pt x="1185" y="259"/>
                      </a:lnTo>
                      <a:lnTo>
                        <a:pt x="1187" y="258"/>
                      </a:lnTo>
                      <a:lnTo>
                        <a:pt x="1188" y="259"/>
                      </a:lnTo>
                      <a:lnTo>
                        <a:pt x="1190" y="259"/>
                      </a:lnTo>
                      <a:lnTo>
                        <a:pt x="1191" y="259"/>
                      </a:lnTo>
                      <a:lnTo>
                        <a:pt x="1193" y="260"/>
                      </a:lnTo>
                      <a:lnTo>
                        <a:pt x="1194" y="261"/>
                      </a:lnTo>
                      <a:lnTo>
                        <a:pt x="1196" y="260"/>
                      </a:lnTo>
                      <a:lnTo>
                        <a:pt x="1197" y="261"/>
                      </a:lnTo>
                      <a:lnTo>
                        <a:pt x="1199" y="259"/>
                      </a:lnTo>
                      <a:lnTo>
                        <a:pt x="1200" y="260"/>
                      </a:lnTo>
                      <a:lnTo>
                        <a:pt x="1201" y="256"/>
                      </a:lnTo>
                      <a:lnTo>
                        <a:pt x="1203" y="258"/>
                      </a:lnTo>
                      <a:lnTo>
                        <a:pt x="1204" y="259"/>
                      </a:lnTo>
                      <a:lnTo>
                        <a:pt x="1206" y="259"/>
                      </a:lnTo>
                      <a:lnTo>
                        <a:pt x="1207" y="260"/>
                      </a:lnTo>
                      <a:lnTo>
                        <a:pt x="1209" y="259"/>
                      </a:lnTo>
                      <a:lnTo>
                        <a:pt x="1210" y="259"/>
                      </a:lnTo>
                      <a:lnTo>
                        <a:pt x="1212" y="261"/>
                      </a:lnTo>
                      <a:lnTo>
                        <a:pt x="1213" y="260"/>
                      </a:lnTo>
                      <a:lnTo>
                        <a:pt x="1215" y="258"/>
                      </a:lnTo>
                      <a:lnTo>
                        <a:pt x="1216" y="261"/>
                      </a:lnTo>
                      <a:lnTo>
                        <a:pt x="1218" y="264"/>
                      </a:lnTo>
                      <a:lnTo>
                        <a:pt x="1219" y="265"/>
                      </a:lnTo>
                      <a:lnTo>
                        <a:pt x="1221" y="268"/>
                      </a:lnTo>
                      <a:lnTo>
                        <a:pt x="1222" y="269"/>
                      </a:lnTo>
                      <a:lnTo>
                        <a:pt x="1224" y="271"/>
                      </a:lnTo>
                      <a:lnTo>
                        <a:pt x="1225" y="272"/>
                      </a:lnTo>
                      <a:lnTo>
                        <a:pt x="1226" y="273"/>
                      </a:lnTo>
                      <a:lnTo>
                        <a:pt x="1228" y="271"/>
                      </a:lnTo>
                      <a:lnTo>
                        <a:pt x="1229" y="271"/>
                      </a:lnTo>
                      <a:lnTo>
                        <a:pt x="1231" y="272"/>
                      </a:lnTo>
                      <a:lnTo>
                        <a:pt x="1232" y="271"/>
                      </a:lnTo>
                      <a:lnTo>
                        <a:pt x="1234" y="272"/>
                      </a:lnTo>
                      <a:lnTo>
                        <a:pt x="1235" y="272"/>
                      </a:lnTo>
                      <a:lnTo>
                        <a:pt x="1237" y="275"/>
                      </a:lnTo>
                      <a:lnTo>
                        <a:pt x="1238" y="274"/>
                      </a:lnTo>
                      <a:lnTo>
                        <a:pt x="1240" y="273"/>
                      </a:lnTo>
                      <a:lnTo>
                        <a:pt x="1241" y="272"/>
                      </a:lnTo>
                      <a:lnTo>
                        <a:pt x="1243" y="272"/>
                      </a:lnTo>
                      <a:lnTo>
                        <a:pt x="1244" y="268"/>
                      </a:lnTo>
                      <a:lnTo>
                        <a:pt x="1246" y="265"/>
                      </a:lnTo>
                      <a:lnTo>
                        <a:pt x="1247" y="263"/>
                      </a:lnTo>
                      <a:lnTo>
                        <a:pt x="1249" y="265"/>
                      </a:lnTo>
                      <a:lnTo>
                        <a:pt x="1250" y="264"/>
                      </a:lnTo>
                      <a:lnTo>
                        <a:pt x="1251" y="268"/>
                      </a:lnTo>
                      <a:lnTo>
                        <a:pt x="1253" y="269"/>
                      </a:lnTo>
                      <a:lnTo>
                        <a:pt x="1254" y="274"/>
                      </a:lnTo>
                      <a:lnTo>
                        <a:pt x="1256" y="274"/>
                      </a:lnTo>
                      <a:lnTo>
                        <a:pt x="1257" y="278"/>
                      </a:lnTo>
                      <a:lnTo>
                        <a:pt x="1259" y="278"/>
                      </a:lnTo>
                      <a:lnTo>
                        <a:pt x="1260" y="279"/>
                      </a:lnTo>
                      <a:lnTo>
                        <a:pt x="1262" y="274"/>
                      </a:lnTo>
                      <a:lnTo>
                        <a:pt x="1263" y="275"/>
                      </a:lnTo>
                      <a:lnTo>
                        <a:pt x="1265" y="277"/>
                      </a:lnTo>
                      <a:lnTo>
                        <a:pt x="1266" y="274"/>
                      </a:lnTo>
                      <a:lnTo>
                        <a:pt x="1268" y="272"/>
                      </a:lnTo>
                      <a:lnTo>
                        <a:pt x="1269" y="271"/>
                      </a:lnTo>
                      <a:lnTo>
                        <a:pt x="1271" y="271"/>
                      </a:lnTo>
                      <a:lnTo>
                        <a:pt x="1272" y="272"/>
                      </a:lnTo>
                      <a:lnTo>
                        <a:pt x="1274" y="270"/>
                      </a:lnTo>
                      <a:lnTo>
                        <a:pt x="1275" y="267"/>
                      </a:lnTo>
                      <a:lnTo>
                        <a:pt x="1277" y="265"/>
                      </a:lnTo>
                      <a:lnTo>
                        <a:pt x="1278" y="267"/>
                      </a:lnTo>
                      <a:lnTo>
                        <a:pt x="1279" y="267"/>
                      </a:lnTo>
                      <a:lnTo>
                        <a:pt x="1281" y="269"/>
                      </a:lnTo>
                      <a:lnTo>
                        <a:pt x="1282" y="268"/>
                      </a:lnTo>
                      <a:lnTo>
                        <a:pt x="1284" y="270"/>
                      </a:lnTo>
                      <a:lnTo>
                        <a:pt x="1285" y="273"/>
                      </a:lnTo>
                      <a:lnTo>
                        <a:pt x="1287" y="271"/>
                      </a:lnTo>
                      <a:lnTo>
                        <a:pt x="1288" y="271"/>
                      </a:lnTo>
                      <a:lnTo>
                        <a:pt x="1290" y="271"/>
                      </a:lnTo>
                      <a:lnTo>
                        <a:pt x="1291" y="270"/>
                      </a:lnTo>
                      <a:lnTo>
                        <a:pt x="1293" y="271"/>
                      </a:lnTo>
                      <a:lnTo>
                        <a:pt x="1294" y="271"/>
                      </a:lnTo>
                      <a:lnTo>
                        <a:pt x="1296" y="272"/>
                      </a:lnTo>
                      <a:lnTo>
                        <a:pt x="1297" y="273"/>
                      </a:lnTo>
                      <a:lnTo>
                        <a:pt x="1299" y="274"/>
                      </a:lnTo>
                      <a:lnTo>
                        <a:pt x="1300" y="275"/>
                      </a:lnTo>
                      <a:lnTo>
                        <a:pt x="1302" y="274"/>
                      </a:lnTo>
                      <a:lnTo>
                        <a:pt x="1303" y="271"/>
                      </a:lnTo>
                      <a:lnTo>
                        <a:pt x="1304" y="272"/>
                      </a:lnTo>
                      <a:lnTo>
                        <a:pt x="1306" y="271"/>
                      </a:lnTo>
                      <a:lnTo>
                        <a:pt x="1307" y="272"/>
                      </a:lnTo>
                      <a:lnTo>
                        <a:pt x="1309" y="273"/>
                      </a:lnTo>
                      <a:lnTo>
                        <a:pt x="1310" y="272"/>
                      </a:lnTo>
                      <a:lnTo>
                        <a:pt x="1312" y="271"/>
                      </a:lnTo>
                      <a:lnTo>
                        <a:pt x="1313" y="274"/>
                      </a:lnTo>
                      <a:lnTo>
                        <a:pt x="1315" y="274"/>
                      </a:lnTo>
                      <a:lnTo>
                        <a:pt x="1316" y="275"/>
                      </a:lnTo>
                      <a:lnTo>
                        <a:pt x="1318" y="275"/>
                      </a:lnTo>
                      <a:lnTo>
                        <a:pt x="1319" y="275"/>
                      </a:lnTo>
                      <a:lnTo>
                        <a:pt x="1321" y="279"/>
                      </a:lnTo>
                      <a:lnTo>
                        <a:pt x="1322" y="280"/>
                      </a:lnTo>
                      <a:lnTo>
                        <a:pt x="1324" y="278"/>
                      </a:lnTo>
                      <a:lnTo>
                        <a:pt x="1325" y="276"/>
                      </a:lnTo>
                      <a:lnTo>
                        <a:pt x="1327" y="279"/>
                      </a:lnTo>
                      <a:lnTo>
                        <a:pt x="1328" y="279"/>
                      </a:lnTo>
                      <a:lnTo>
                        <a:pt x="1329" y="278"/>
                      </a:lnTo>
                      <a:lnTo>
                        <a:pt x="1331" y="279"/>
                      </a:lnTo>
                      <a:lnTo>
                        <a:pt x="1332" y="282"/>
                      </a:lnTo>
                      <a:lnTo>
                        <a:pt x="1334" y="282"/>
                      </a:lnTo>
                      <a:lnTo>
                        <a:pt x="1335" y="285"/>
                      </a:lnTo>
                      <a:lnTo>
                        <a:pt x="1337" y="283"/>
                      </a:lnTo>
                      <a:lnTo>
                        <a:pt x="1338" y="283"/>
                      </a:lnTo>
                      <a:lnTo>
                        <a:pt x="1340" y="283"/>
                      </a:lnTo>
                      <a:lnTo>
                        <a:pt x="1341" y="283"/>
                      </a:lnTo>
                      <a:lnTo>
                        <a:pt x="1343" y="283"/>
                      </a:lnTo>
                      <a:lnTo>
                        <a:pt x="1344" y="283"/>
                      </a:lnTo>
                      <a:lnTo>
                        <a:pt x="1346" y="280"/>
                      </a:lnTo>
                      <a:lnTo>
                        <a:pt x="1347" y="278"/>
                      </a:lnTo>
                      <a:lnTo>
                        <a:pt x="1349" y="273"/>
                      </a:lnTo>
                      <a:lnTo>
                        <a:pt x="1350" y="271"/>
                      </a:lnTo>
                      <a:lnTo>
                        <a:pt x="1352" y="271"/>
                      </a:lnTo>
                      <a:lnTo>
                        <a:pt x="1353" y="272"/>
                      </a:lnTo>
                      <a:lnTo>
                        <a:pt x="1354" y="273"/>
                      </a:lnTo>
                      <a:lnTo>
                        <a:pt x="1356" y="273"/>
                      </a:lnTo>
                      <a:lnTo>
                        <a:pt x="1357" y="277"/>
                      </a:lnTo>
                      <a:lnTo>
                        <a:pt x="1359" y="277"/>
                      </a:lnTo>
                      <a:lnTo>
                        <a:pt x="1360" y="279"/>
                      </a:lnTo>
                      <a:lnTo>
                        <a:pt x="1362" y="279"/>
                      </a:lnTo>
                      <a:lnTo>
                        <a:pt x="1363" y="278"/>
                      </a:lnTo>
                      <a:lnTo>
                        <a:pt x="1365" y="282"/>
                      </a:lnTo>
                      <a:lnTo>
                        <a:pt x="1366" y="280"/>
                      </a:lnTo>
                      <a:lnTo>
                        <a:pt x="1368" y="283"/>
                      </a:lnTo>
                      <a:lnTo>
                        <a:pt x="1369" y="290"/>
                      </a:lnTo>
                      <a:lnTo>
                        <a:pt x="1371" y="289"/>
                      </a:lnTo>
                      <a:lnTo>
                        <a:pt x="1372" y="290"/>
                      </a:lnTo>
                      <a:lnTo>
                        <a:pt x="1374" y="291"/>
                      </a:lnTo>
                      <a:lnTo>
                        <a:pt x="1375" y="283"/>
                      </a:lnTo>
                      <a:lnTo>
                        <a:pt x="1377" y="285"/>
                      </a:lnTo>
                    </a:path>
                  </a:pathLst>
                </a:custGeom>
                <a:noFill/>
                <a:ln cap="flat" cmpd="sng" w="25400">
                  <a:solidFill>
                    <a:srgbClr val="DAA52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3" name="Google Shape;1163;p19"/>
                <p:cNvSpPr/>
                <p:nvPr/>
              </p:nvSpPr>
              <p:spPr>
                <a:xfrm flipH="1" rot="10800000">
                  <a:off x="1125538" y="1730375"/>
                  <a:ext cx="3638550" cy="615950"/>
                </a:xfrm>
                <a:custGeom>
                  <a:rect b="b" l="l" r="r" t="t"/>
                  <a:pathLst>
                    <a:path extrusionOk="0" h="280" w="1377">
                      <a:moveTo>
                        <a:pt x="0" y="68"/>
                      </a:moveTo>
                      <a:lnTo>
                        <a:pt x="1" y="77"/>
                      </a:lnTo>
                      <a:lnTo>
                        <a:pt x="3" y="74"/>
                      </a:lnTo>
                      <a:lnTo>
                        <a:pt x="4" y="75"/>
                      </a:lnTo>
                      <a:lnTo>
                        <a:pt x="6" y="77"/>
                      </a:lnTo>
                      <a:lnTo>
                        <a:pt x="7" y="78"/>
                      </a:lnTo>
                      <a:lnTo>
                        <a:pt x="9" y="79"/>
                      </a:lnTo>
                      <a:lnTo>
                        <a:pt x="10" y="79"/>
                      </a:lnTo>
                      <a:lnTo>
                        <a:pt x="11" y="79"/>
                      </a:lnTo>
                      <a:lnTo>
                        <a:pt x="13" y="81"/>
                      </a:lnTo>
                      <a:lnTo>
                        <a:pt x="14" y="79"/>
                      </a:lnTo>
                      <a:lnTo>
                        <a:pt x="16" y="83"/>
                      </a:lnTo>
                      <a:lnTo>
                        <a:pt x="17" y="84"/>
                      </a:lnTo>
                      <a:lnTo>
                        <a:pt x="19" y="79"/>
                      </a:lnTo>
                      <a:lnTo>
                        <a:pt x="20" y="79"/>
                      </a:lnTo>
                      <a:lnTo>
                        <a:pt x="22" y="77"/>
                      </a:lnTo>
                      <a:lnTo>
                        <a:pt x="23" y="80"/>
                      </a:lnTo>
                      <a:lnTo>
                        <a:pt x="25" y="77"/>
                      </a:lnTo>
                      <a:lnTo>
                        <a:pt x="26" y="76"/>
                      </a:lnTo>
                      <a:lnTo>
                        <a:pt x="28" y="75"/>
                      </a:lnTo>
                      <a:lnTo>
                        <a:pt x="29" y="82"/>
                      </a:lnTo>
                      <a:lnTo>
                        <a:pt x="31" y="86"/>
                      </a:lnTo>
                      <a:lnTo>
                        <a:pt x="32" y="88"/>
                      </a:lnTo>
                      <a:lnTo>
                        <a:pt x="34" y="91"/>
                      </a:lnTo>
                      <a:lnTo>
                        <a:pt x="35" y="92"/>
                      </a:lnTo>
                      <a:lnTo>
                        <a:pt x="36" y="91"/>
                      </a:lnTo>
                      <a:lnTo>
                        <a:pt x="38" y="93"/>
                      </a:lnTo>
                      <a:lnTo>
                        <a:pt x="39" y="92"/>
                      </a:lnTo>
                      <a:lnTo>
                        <a:pt x="41" y="91"/>
                      </a:lnTo>
                      <a:lnTo>
                        <a:pt x="42" y="93"/>
                      </a:lnTo>
                      <a:lnTo>
                        <a:pt x="44" y="90"/>
                      </a:lnTo>
                      <a:lnTo>
                        <a:pt x="45" y="91"/>
                      </a:lnTo>
                      <a:lnTo>
                        <a:pt x="47" y="91"/>
                      </a:lnTo>
                      <a:lnTo>
                        <a:pt x="48" y="91"/>
                      </a:lnTo>
                      <a:lnTo>
                        <a:pt x="50" y="94"/>
                      </a:lnTo>
                      <a:lnTo>
                        <a:pt x="51" y="94"/>
                      </a:lnTo>
                      <a:lnTo>
                        <a:pt x="53" y="93"/>
                      </a:lnTo>
                      <a:lnTo>
                        <a:pt x="54" y="94"/>
                      </a:lnTo>
                      <a:lnTo>
                        <a:pt x="56" y="93"/>
                      </a:lnTo>
                      <a:lnTo>
                        <a:pt x="57" y="93"/>
                      </a:lnTo>
                      <a:lnTo>
                        <a:pt x="59" y="90"/>
                      </a:lnTo>
                      <a:lnTo>
                        <a:pt x="60" y="88"/>
                      </a:lnTo>
                      <a:lnTo>
                        <a:pt x="61" y="89"/>
                      </a:lnTo>
                      <a:lnTo>
                        <a:pt x="63" y="91"/>
                      </a:lnTo>
                      <a:lnTo>
                        <a:pt x="64" y="92"/>
                      </a:lnTo>
                      <a:lnTo>
                        <a:pt x="66" y="94"/>
                      </a:lnTo>
                      <a:lnTo>
                        <a:pt x="67" y="97"/>
                      </a:lnTo>
                      <a:lnTo>
                        <a:pt x="69" y="97"/>
                      </a:lnTo>
                      <a:lnTo>
                        <a:pt x="70" y="99"/>
                      </a:lnTo>
                      <a:lnTo>
                        <a:pt x="72" y="101"/>
                      </a:lnTo>
                      <a:lnTo>
                        <a:pt x="73" y="101"/>
                      </a:lnTo>
                      <a:lnTo>
                        <a:pt x="75" y="103"/>
                      </a:lnTo>
                      <a:lnTo>
                        <a:pt x="76" y="105"/>
                      </a:lnTo>
                      <a:lnTo>
                        <a:pt x="78" y="100"/>
                      </a:lnTo>
                      <a:lnTo>
                        <a:pt x="79" y="101"/>
                      </a:lnTo>
                      <a:lnTo>
                        <a:pt x="81" y="101"/>
                      </a:lnTo>
                      <a:lnTo>
                        <a:pt x="82" y="100"/>
                      </a:lnTo>
                      <a:lnTo>
                        <a:pt x="84" y="97"/>
                      </a:lnTo>
                      <a:lnTo>
                        <a:pt x="85" y="96"/>
                      </a:lnTo>
                      <a:lnTo>
                        <a:pt x="86" y="96"/>
                      </a:lnTo>
                      <a:lnTo>
                        <a:pt x="88" y="96"/>
                      </a:lnTo>
                      <a:lnTo>
                        <a:pt x="89" y="97"/>
                      </a:lnTo>
                      <a:lnTo>
                        <a:pt x="91" y="97"/>
                      </a:lnTo>
                      <a:lnTo>
                        <a:pt x="92" y="103"/>
                      </a:lnTo>
                      <a:lnTo>
                        <a:pt x="94" y="107"/>
                      </a:lnTo>
                      <a:lnTo>
                        <a:pt x="95" y="107"/>
                      </a:lnTo>
                      <a:lnTo>
                        <a:pt x="97" y="108"/>
                      </a:lnTo>
                      <a:lnTo>
                        <a:pt x="98" y="107"/>
                      </a:lnTo>
                      <a:lnTo>
                        <a:pt x="100" y="110"/>
                      </a:lnTo>
                      <a:lnTo>
                        <a:pt x="101" y="109"/>
                      </a:lnTo>
                      <a:lnTo>
                        <a:pt x="103" y="108"/>
                      </a:lnTo>
                      <a:lnTo>
                        <a:pt x="104" y="107"/>
                      </a:lnTo>
                      <a:lnTo>
                        <a:pt x="106" y="108"/>
                      </a:lnTo>
                      <a:lnTo>
                        <a:pt x="107" y="108"/>
                      </a:lnTo>
                      <a:lnTo>
                        <a:pt x="109" y="108"/>
                      </a:lnTo>
                      <a:lnTo>
                        <a:pt x="110" y="112"/>
                      </a:lnTo>
                      <a:lnTo>
                        <a:pt x="111" y="114"/>
                      </a:lnTo>
                      <a:lnTo>
                        <a:pt x="113" y="94"/>
                      </a:lnTo>
                      <a:lnTo>
                        <a:pt x="114" y="0"/>
                      </a:lnTo>
                      <a:lnTo>
                        <a:pt x="116" y="105"/>
                      </a:lnTo>
                      <a:lnTo>
                        <a:pt x="117" y="113"/>
                      </a:lnTo>
                      <a:lnTo>
                        <a:pt x="119" y="108"/>
                      </a:lnTo>
                      <a:lnTo>
                        <a:pt x="120" y="111"/>
                      </a:lnTo>
                      <a:lnTo>
                        <a:pt x="122" y="112"/>
                      </a:lnTo>
                      <a:lnTo>
                        <a:pt x="123" y="115"/>
                      </a:lnTo>
                      <a:lnTo>
                        <a:pt x="125" y="114"/>
                      </a:lnTo>
                      <a:lnTo>
                        <a:pt x="126" y="116"/>
                      </a:lnTo>
                      <a:lnTo>
                        <a:pt x="128" y="117"/>
                      </a:lnTo>
                      <a:lnTo>
                        <a:pt x="129" y="118"/>
                      </a:lnTo>
                      <a:lnTo>
                        <a:pt x="131" y="118"/>
                      </a:lnTo>
                      <a:lnTo>
                        <a:pt x="132" y="115"/>
                      </a:lnTo>
                      <a:lnTo>
                        <a:pt x="134" y="115"/>
                      </a:lnTo>
                      <a:lnTo>
                        <a:pt x="135" y="114"/>
                      </a:lnTo>
                      <a:lnTo>
                        <a:pt x="136" y="112"/>
                      </a:lnTo>
                      <a:lnTo>
                        <a:pt x="138" y="108"/>
                      </a:lnTo>
                      <a:lnTo>
                        <a:pt x="139" y="108"/>
                      </a:lnTo>
                      <a:lnTo>
                        <a:pt x="141" y="110"/>
                      </a:lnTo>
                      <a:lnTo>
                        <a:pt x="142" y="114"/>
                      </a:lnTo>
                      <a:lnTo>
                        <a:pt x="144" y="118"/>
                      </a:lnTo>
                      <a:lnTo>
                        <a:pt x="145" y="118"/>
                      </a:lnTo>
                      <a:lnTo>
                        <a:pt x="147" y="119"/>
                      </a:lnTo>
                      <a:lnTo>
                        <a:pt x="148" y="122"/>
                      </a:lnTo>
                      <a:lnTo>
                        <a:pt x="150" y="118"/>
                      </a:lnTo>
                      <a:lnTo>
                        <a:pt x="151" y="118"/>
                      </a:lnTo>
                      <a:lnTo>
                        <a:pt x="153" y="117"/>
                      </a:lnTo>
                      <a:lnTo>
                        <a:pt x="154" y="116"/>
                      </a:lnTo>
                      <a:lnTo>
                        <a:pt x="156" y="114"/>
                      </a:lnTo>
                      <a:lnTo>
                        <a:pt x="157" y="112"/>
                      </a:lnTo>
                      <a:lnTo>
                        <a:pt x="159" y="114"/>
                      </a:lnTo>
                      <a:lnTo>
                        <a:pt x="160" y="116"/>
                      </a:lnTo>
                      <a:lnTo>
                        <a:pt x="161" y="116"/>
                      </a:lnTo>
                      <a:lnTo>
                        <a:pt x="163" y="116"/>
                      </a:lnTo>
                      <a:lnTo>
                        <a:pt x="164" y="117"/>
                      </a:lnTo>
                      <a:lnTo>
                        <a:pt x="166" y="116"/>
                      </a:lnTo>
                      <a:lnTo>
                        <a:pt x="167" y="114"/>
                      </a:lnTo>
                      <a:lnTo>
                        <a:pt x="169" y="114"/>
                      </a:lnTo>
                      <a:lnTo>
                        <a:pt x="170" y="114"/>
                      </a:lnTo>
                      <a:lnTo>
                        <a:pt x="172" y="114"/>
                      </a:lnTo>
                      <a:lnTo>
                        <a:pt x="173" y="115"/>
                      </a:lnTo>
                      <a:lnTo>
                        <a:pt x="175" y="114"/>
                      </a:lnTo>
                      <a:lnTo>
                        <a:pt x="176" y="117"/>
                      </a:lnTo>
                      <a:lnTo>
                        <a:pt x="178" y="119"/>
                      </a:lnTo>
                      <a:lnTo>
                        <a:pt x="179" y="120"/>
                      </a:lnTo>
                      <a:lnTo>
                        <a:pt x="181" y="119"/>
                      </a:lnTo>
                      <a:lnTo>
                        <a:pt x="182" y="121"/>
                      </a:lnTo>
                      <a:lnTo>
                        <a:pt x="184" y="120"/>
                      </a:lnTo>
                      <a:lnTo>
                        <a:pt x="185" y="123"/>
                      </a:lnTo>
                      <a:lnTo>
                        <a:pt x="186" y="122"/>
                      </a:lnTo>
                      <a:lnTo>
                        <a:pt x="188" y="125"/>
                      </a:lnTo>
                      <a:lnTo>
                        <a:pt x="189" y="125"/>
                      </a:lnTo>
                      <a:lnTo>
                        <a:pt x="191" y="126"/>
                      </a:lnTo>
                      <a:lnTo>
                        <a:pt x="192" y="125"/>
                      </a:lnTo>
                      <a:lnTo>
                        <a:pt x="194" y="122"/>
                      </a:lnTo>
                      <a:lnTo>
                        <a:pt x="195" y="122"/>
                      </a:lnTo>
                      <a:lnTo>
                        <a:pt x="197" y="117"/>
                      </a:lnTo>
                      <a:lnTo>
                        <a:pt x="198" y="115"/>
                      </a:lnTo>
                      <a:lnTo>
                        <a:pt x="200" y="115"/>
                      </a:lnTo>
                      <a:lnTo>
                        <a:pt x="201" y="112"/>
                      </a:lnTo>
                      <a:lnTo>
                        <a:pt x="203" y="112"/>
                      </a:lnTo>
                      <a:lnTo>
                        <a:pt x="204" y="110"/>
                      </a:lnTo>
                      <a:lnTo>
                        <a:pt x="206" y="112"/>
                      </a:lnTo>
                      <a:lnTo>
                        <a:pt x="207" y="116"/>
                      </a:lnTo>
                      <a:lnTo>
                        <a:pt x="209" y="115"/>
                      </a:lnTo>
                      <a:lnTo>
                        <a:pt x="210" y="115"/>
                      </a:lnTo>
                      <a:lnTo>
                        <a:pt x="211" y="117"/>
                      </a:lnTo>
                      <a:lnTo>
                        <a:pt x="213" y="117"/>
                      </a:lnTo>
                      <a:lnTo>
                        <a:pt x="214" y="119"/>
                      </a:lnTo>
                      <a:lnTo>
                        <a:pt x="216" y="120"/>
                      </a:lnTo>
                      <a:lnTo>
                        <a:pt x="217" y="119"/>
                      </a:lnTo>
                      <a:lnTo>
                        <a:pt x="219" y="122"/>
                      </a:lnTo>
                      <a:lnTo>
                        <a:pt x="220" y="122"/>
                      </a:lnTo>
                      <a:lnTo>
                        <a:pt x="222" y="124"/>
                      </a:lnTo>
                      <a:lnTo>
                        <a:pt x="223" y="125"/>
                      </a:lnTo>
                      <a:lnTo>
                        <a:pt x="225" y="122"/>
                      </a:lnTo>
                      <a:lnTo>
                        <a:pt x="226" y="124"/>
                      </a:lnTo>
                      <a:lnTo>
                        <a:pt x="228" y="123"/>
                      </a:lnTo>
                      <a:lnTo>
                        <a:pt x="229" y="124"/>
                      </a:lnTo>
                      <a:lnTo>
                        <a:pt x="231" y="124"/>
                      </a:lnTo>
                      <a:lnTo>
                        <a:pt x="232" y="123"/>
                      </a:lnTo>
                      <a:lnTo>
                        <a:pt x="234" y="121"/>
                      </a:lnTo>
                      <a:lnTo>
                        <a:pt x="235" y="119"/>
                      </a:lnTo>
                      <a:lnTo>
                        <a:pt x="237" y="118"/>
                      </a:lnTo>
                      <a:lnTo>
                        <a:pt x="238" y="120"/>
                      </a:lnTo>
                      <a:lnTo>
                        <a:pt x="239" y="122"/>
                      </a:lnTo>
                      <a:lnTo>
                        <a:pt x="241" y="122"/>
                      </a:lnTo>
                      <a:lnTo>
                        <a:pt x="242" y="122"/>
                      </a:lnTo>
                      <a:lnTo>
                        <a:pt x="244" y="121"/>
                      </a:lnTo>
                      <a:lnTo>
                        <a:pt x="245" y="121"/>
                      </a:lnTo>
                      <a:lnTo>
                        <a:pt x="247" y="119"/>
                      </a:lnTo>
                      <a:lnTo>
                        <a:pt x="248" y="119"/>
                      </a:lnTo>
                      <a:lnTo>
                        <a:pt x="250" y="118"/>
                      </a:lnTo>
                      <a:lnTo>
                        <a:pt x="251" y="119"/>
                      </a:lnTo>
                      <a:lnTo>
                        <a:pt x="253" y="120"/>
                      </a:lnTo>
                      <a:lnTo>
                        <a:pt x="254" y="121"/>
                      </a:lnTo>
                      <a:lnTo>
                        <a:pt x="256" y="118"/>
                      </a:lnTo>
                      <a:lnTo>
                        <a:pt x="257" y="118"/>
                      </a:lnTo>
                      <a:lnTo>
                        <a:pt x="259" y="117"/>
                      </a:lnTo>
                      <a:lnTo>
                        <a:pt x="260" y="116"/>
                      </a:lnTo>
                      <a:lnTo>
                        <a:pt x="262" y="115"/>
                      </a:lnTo>
                      <a:lnTo>
                        <a:pt x="263" y="111"/>
                      </a:lnTo>
                      <a:lnTo>
                        <a:pt x="264" y="114"/>
                      </a:lnTo>
                      <a:lnTo>
                        <a:pt x="266" y="119"/>
                      </a:lnTo>
                      <a:lnTo>
                        <a:pt x="267" y="122"/>
                      </a:lnTo>
                      <a:lnTo>
                        <a:pt x="269" y="123"/>
                      </a:lnTo>
                      <a:lnTo>
                        <a:pt x="270" y="126"/>
                      </a:lnTo>
                      <a:lnTo>
                        <a:pt x="272" y="129"/>
                      </a:lnTo>
                      <a:lnTo>
                        <a:pt x="273" y="130"/>
                      </a:lnTo>
                      <a:lnTo>
                        <a:pt x="275" y="126"/>
                      </a:lnTo>
                      <a:lnTo>
                        <a:pt x="276" y="125"/>
                      </a:lnTo>
                      <a:lnTo>
                        <a:pt x="278" y="126"/>
                      </a:lnTo>
                      <a:lnTo>
                        <a:pt x="279" y="127"/>
                      </a:lnTo>
                      <a:lnTo>
                        <a:pt x="281" y="126"/>
                      </a:lnTo>
                      <a:lnTo>
                        <a:pt x="282" y="126"/>
                      </a:lnTo>
                      <a:lnTo>
                        <a:pt x="284" y="128"/>
                      </a:lnTo>
                      <a:lnTo>
                        <a:pt x="285" y="128"/>
                      </a:lnTo>
                      <a:lnTo>
                        <a:pt x="287" y="130"/>
                      </a:lnTo>
                      <a:lnTo>
                        <a:pt x="288" y="131"/>
                      </a:lnTo>
                      <a:lnTo>
                        <a:pt x="289" y="129"/>
                      </a:lnTo>
                      <a:lnTo>
                        <a:pt x="291" y="132"/>
                      </a:lnTo>
                      <a:lnTo>
                        <a:pt x="292" y="130"/>
                      </a:lnTo>
                      <a:lnTo>
                        <a:pt x="294" y="130"/>
                      </a:lnTo>
                      <a:lnTo>
                        <a:pt x="295" y="129"/>
                      </a:lnTo>
                      <a:lnTo>
                        <a:pt x="297" y="129"/>
                      </a:lnTo>
                      <a:lnTo>
                        <a:pt x="298" y="129"/>
                      </a:lnTo>
                      <a:lnTo>
                        <a:pt x="300" y="130"/>
                      </a:lnTo>
                      <a:lnTo>
                        <a:pt x="301" y="127"/>
                      </a:lnTo>
                      <a:lnTo>
                        <a:pt x="303" y="128"/>
                      </a:lnTo>
                      <a:lnTo>
                        <a:pt x="304" y="127"/>
                      </a:lnTo>
                      <a:lnTo>
                        <a:pt x="306" y="128"/>
                      </a:lnTo>
                      <a:lnTo>
                        <a:pt x="307" y="127"/>
                      </a:lnTo>
                      <a:lnTo>
                        <a:pt x="309" y="126"/>
                      </a:lnTo>
                      <a:lnTo>
                        <a:pt x="310" y="127"/>
                      </a:lnTo>
                      <a:lnTo>
                        <a:pt x="312" y="130"/>
                      </a:lnTo>
                      <a:lnTo>
                        <a:pt x="313" y="133"/>
                      </a:lnTo>
                      <a:lnTo>
                        <a:pt x="314" y="132"/>
                      </a:lnTo>
                      <a:lnTo>
                        <a:pt x="316" y="134"/>
                      </a:lnTo>
                      <a:lnTo>
                        <a:pt x="317" y="135"/>
                      </a:lnTo>
                      <a:lnTo>
                        <a:pt x="319" y="134"/>
                      </a:lnTo>
                      <a:lnTo>
                        <a:pt x="320" y="138"/>
                      </a:lnTo>
                      <a:lnTo>
                        <a:pt x="322" y="137"/>
                      </a:lnTo>
                      <a:lnTo>
                        <a:pt x="323" y="140"/>
                      </a:lnTo>
                      <a:lnTo>
                        <a:pt x="325" y="142"/>
                      </a:lnTo>
                      <a:lnTo>
                        <a:pt x="326" y="143"/>
                      </a:lnTo>
                      <a:lnTo>
                        <a:pt x="328" y="144"/>
                      </a:lnTo>
                      <a:lnTo>
                        <a:pt x="329" y="147"/>
                      </a:lnTo>
                      <a:lnTo>
                        <a:pt x="331" y="147"/>
                      </a:lnTo>
                      <a:lnTo>
                        <a:pt x="332" y="148"/>
                      </a:lnTo>
                      <a:lnTo>
                        <a:pt x="334" y="148"/>
                      </a:lnTo>
                      <a:lnTo>
                        <a:pt x="335" y="148"/>
                      </a:lnTo>
                      <a:lnTo>
                        <a:pt x="337" y="144"/>
                      </a:lnTo>
                      <a:lnTo>
                        <a:pt x="338" y="143"/>
                      </a:lnTo>
                      <a:lnTo>
                        <a:pt x="339" y="143"/>
                      </a:lnTo>
                      <a:lnTo>
                        <a:pt x="341" y="141"/>
                      </a:lnTo>
                      <a:lnTo>
                        <a:pt x="342" y="142"/>
                      </a:lnTo>
                      <a:lnTo>
                        <a:pt x="344" y="141"/>
                      </a:lnTo>
                      <a:lnTo>
                        <a:pt x="345" y="140"/>
                      </a:lnTo>
                      <a:lnTo>
                        <a:pt x="347" y="140"/>
                      </a:lnTo>
                      <a:lnTo>
                        <a:pt x="348" y="138"/>
                      </a:lnTo>
                      <a:lnTo>
                        <a:pt x="350" y="138"/>
                      </a:lnTo>
                      <a:lnTo>
                        <a:pt x="351" y="139"/>
                      </a:lnTo>
                      <a:lnTo>
                        <a:pt x="353" y="139"/>
                      </a:lnTo>
                      <a:lnTo>
                        <a:pt x="354" y="137"/>
                      </a:lnTo>
                      <a:lnTo>
                        <a:pt x="356" y="137"/>
                      </a:lnTo>
                      <a:lnTo>
                        <a:pt x="357" y="136"/>
                      </a:lnTo>
                      <a:lnTo>
                        <a:pt x="359" y="138"/>
                      </a:lnTo>
                      <a:lnTo>
                        <a:pt x="360" y="136"/>
                      </a:lnTo>
                      <a:lnTo>
                        <a:pt x="362" y="135"/>
                      </a:lnTo>
                      <a:lnTo>
                        <a:pt x="363" y="138"/>
                      </a:lnTo>
                      <a:lnTo>
                        <a:pt x="364" y="137"/>
                      </a:lnTo>
                      <a:lnTo>
                        <a:pt x="366" y="137"/>
                      </a:lnTo>
                      <a:lnTo>
                        <a:pt x="367" y="137"/>
                      </a:lnTo>
                      <a:lnTo>
                        <a:pt x="369" y="137"/>
                      </a:lnTo>
                      <a:lnTo>
                        <a:pt x="370" y="137"/>
                      </a:lnTo>
                      <a:lnTo>
                        <a:pt x="372" y="137"/>
                      </a:lnTo>
                      <a:lnTo>
                        <a:pt x="373" y="136"/>
                      </a:lnTo>
                      <a:lnTo>
                        <a:pt x="375" y="135"/>
                      </a:lnTo>
                      <a:lnTo>
                        <a:pt x="376" y="136"/>
                      </a:lnTo>
                      <a:lnTo>
                        <a:pt x="378" y="134"/>
                      </a:lnTo>
                      <a:lnTo>
                        <a:pt x="379" y="131"/>
                      </a:lnTo>
                      <a:lnTo>
                        <a:pt x="381" y="131"/>
                      </a:lnTo>
                      <a:lnTo>
                        <a:pt x="382" y="133"/>
                      </a:lnTo>
                      <a:lnTo>
                        <a:pt x="384" y="133"/>
                      </a:lnTo>
                      <a:lnTo>
                        <a:pt x="385" y="133"/>
                      </a:lnTo>
                      <a:lnTo>
                        <a:pt x="387" y="131"/>
                      </a:lnTo>
                      <a:lnTo>
                        <a:pt x="388" y="131"/>
                      </a:lnTo>
                      <a:lnTo>
                        <a:pt x="389" y="129"/>
                      </a:lnTo>
                      <a:lnTo>
                        <a:pt x="391" y="131"/>
                      </a:lnTo>
                      <a:lnTo>
                        <a:pt x="392" y="126"/>
                      </a:lnTo>
                      <a:lnTo>
                        <a:pt x="394" y="125"/>
                      </a:lnTo>
                      <a:lnTo>
                        <a:pt x="395" y="125"/>
                      </a:lnTo>
                      <a:lnTo>
                        <a:pt x="397" y="127"/>
                      </a:lnTo>
                      <a:lnTo>
                        <a:pt x="398" y="126"/>
                      </a:lnTo>
                      <a:lnTo>
                        <a:pt x="400" y="126"/>
                      </a:lnTo>
                      <a:lnTo>
                        <a:pt x="401" y="124"/>
                      </a:lnTo>
                      <a:lnTo>
                        <a:pt x="403" y="124"/>
                      </a:lnTo>
                      <a:lnTo>
                        <a:pt x="404" y="126"/>
                      </a:lnTo>
                      <a:lnTo>
                        <a:pt x="406" y="123"/>
                      </a:lnTo>
                      <a:lnTo>
                        <a:pt x="407" y="97"/>
                      </a:lnTo>
                      <a:lnTo>
                        <a:pt x="409" y="114"/>
                      </a:lnTo>
                      <a:lnTo>
                        <a:pt x="410" y="111"/>
                      </a:lnTo>
                      <a:lnTo>
                        <a:pt x="412" y="113"/>
                      </a:lnTo>
                      <a:lnTo>
                        <a:pt x="413" y="111"/>
                      </a:lnTo>
                      <a:lnTo>
                        <a:pt x="414" y="112"/>
                      </a:lnTo>
                      <a:lnTo>
                        <a:pt x="416" y="112"/>
                      </a:lnTo>
                      <a:lnTo>
                        <a:pt x="417" y="112"/>
                      </a:lnTo>
                      <a:lnTo>
                        <a:pt x="419" y="114"/>
                      </a:lnTo>
                      <a:lnTo>
                        <a:pt x="420" y="117"/>
                      </a:lnTo>
                      <a:lnTo>
                        <a:pt x="422" y="112"/>
                      </a:lnTo>
                      <a:lnTo>
                        <a:pt x="423" y="113"/>
                      </a:lnTo>
                      <a:lnTo>
                        <a:pt x="425" y="112"/>
                      </a:lnTo>
                      <a:lnTo>
                        <a:pt x="426" y="112"/>
                      </a:lnTo>
                      <a:lnTo>
                        <a:pt x="428" y="112"/>
                      </a:lnTo>
                      <a:lnTo>
                        <a:pt x="429" y="113"/>
                      </a:lnTo>
                      <a:lnTo>
                        <a:pt x="431" y="116"/>
                      </a:lnTo>
                      <a:lnTo>
                        <a:pt x="432" y="118"/>
                      </a:lnTo>
                      <a:lnTo>
                        <a:pt x="434" y="119"/>
                      </a:lnTo>
                      <a:lnTo>
                        <a:pt x="435" y="120"/>
                      </a:lnTo>
                      <a:lnTo>
                        <a:pt x="437" y="122"/>
                      </a:lnTo>
                      <a:lnTo>
                        <a:pt x="438" y="126"/>
                      </a:lnTo>
                      <a:lnTo>
                        <a:pt x="440" y="126"/>
                      </a:lnTo>
                      <a:lnTo>
                        <a:pt x="441" y="124"/>
                      </a:lnTo>
                      <a:lnTo>
                        <a:pt x="442" y="122"/>
                      </a:lnTo>
                      <a:lnTo>
                        <a:pt x="444" y="127"/>
                      </a:lnTo>
                      <a:lnTo>
                        <a:pt x="445" y="126"/>
                      </a:lnTo>
                      <a:lnTo>
                        <a:pt x="447" y="124"/>
                      </a:lnTo>
                      <a:lnTo>
                        <a:pt x="448" y="125"/>
                      </a:lnTo>
                      <a:lnTo>
                        <a:pt x="450" y="124"/>
                      </a:lnTo>
                      <a:lnTo>
                        <a:pt x="451" y="125"/>
                      </a:lnTo>
                      <a:lnTo>
                        <a:pt x="453" y="124"/>
                      </a:lnTo>
                      <a:lnTo>
                        <a:pt x="454" y="124"/>
                      </a:lnTo>
                      <a:lnTo>
                        <a:pt x="456" y="124"/>
                      </a:lnTo>
                      <a:lnTo>
                        <a:pt x="457" y="123"/>
                      </a:lnTo>
                      <a:lnTo>
                        <a:pt x="459" y="121"/>
                      </a:lnTo>
                      <a:lnTo>
                        <a:pt x="460" y="121"/>
                      </a:lnTo>
                      <a:lnTo>
                        <a:pt x="462" y="118"/>
                      </a:lnTo>
                      <a:lnTo>
                        <a:pt x="463" y="118"/>
                      </a:lnTo>
                      <a:lnTo>
                        <a:pt x="465" y="121"/>
                      </a:lnTo>
                      <a:lnTo>
                        <a:pt x="466" y="124"/>
                      </a:lnTo>
                      <a:lnTo>
                        <a:pt x="467" y="127"/>
                      </a:lnTo>
                      <a:lnTo>
                        <a:pt x="469" y="126"/>
                      </a:lnTo>
                      <a:lnTo>
                        <a:pt x="470" y="126"/>
                      </a:lnTo>
                      <a:lnTo>
                        <a:pt x="472" y="126"/>
                      </a:lnTo>
                      <a:lnTo>
                        <a:pt x="473" y="124"/>
                      </a:lnTo>
                      <a:lnTo>
                        <a:pt x="475" y="123"/>
                      </a:lnTo>
                      <a:lnTo>
                        <a:pt x="476" y="123"/>
                      </a:lnTo>
                      <a:lnTo>
                        <a:pt x="478" y="125"/>
                      </a:lnTo>
                      <a:lnTo>
                        <a:pt x="479" y="122"/>
                      </a:lnTo>
                      <a:lnTo>
                        <a:pt x="481" y="123"/>
                      </a:lnTo>
                      <a:lnTo>
                        <a:pt x="482" y="124"/>
                      </a:lnTo>
                      <a:lnTo>
                        <a:pt x="484" y="123"/>
                      </a:lnTo>
                      <a:lnTo>
                        <a:pt x="485" y="122"/>
                      </a:lnTo>
                      <a:lnTo>
                        <a:pt x="487" y="123"/>
                      </a:lnTo>
                      <a:lnTo>
                        <a:pt x="488" y="127"/>
                      </a:lnTo>
                      <a:lnTo>
                        <a:pt x="490" y="126"/>
                      </a:lnTo>
                      <a:lnTo>
                        <a:pt x="491" y="129"/>
                      </a:lnTo>
                      <a:lnTo>
                        <a:pt x="492" y="129"/>
                      </a:lnTo>
                      <a:lnTo>
                        <a:pt x="494" y="128"/>
                      </a:lnTo>
                      <a:lnTo>
                        <a:pt x="495" y="128"/>
                      </a:lnTo>
                      <a:lnTo>
                        <a:pt x="497" y="130"/>
                      </a:lnTo>
                      <a:lnTo>
                        <a:pt x="498" y="131"/>
                      </a:lnTo>
                      <a:lnTo>
                        <a:pt x="500" y="132"/>
                      </a:lnTo>
                      <a:lnTo>
                        <a:pt x="501" y="135"/>
                      </a:lnTo>
                      <a:lnTo>
                        <a:pt x="503" y="136"/>
                      </a:lnTo>
                      <a:lnTo>
                        <a:pt x="504" y="135"/>
                      </a:lnTo>
                      <a:lnTo>
                        <a:pt x="506" y="134"/>
                      </a:lnTo>
                      <a:lnTo>
                        <a:pt x="507" y="135"/>
                      </a:lnTo>
                      <a:lnTo>
                        <a:pt x="509" y="135"/>
                      </a:lnTo>
                      <a:lnTo>
                        <a:pt x="510" y="135"/>
                      </a:lnTo>
                      <a:lnTo>
                        <a:pt x="512" y="136"/>
                      </a:lnTo>
                      <a:lnTo>
                        <a:pt x="513" y="137"/>
                      </a:lnTo>
                      <a:lnTo>
                        <a:pt x="515" y="140"/>
                      </a:lnTo>
                      <a:lnTo>
                        <a:pt x="516" y="139"/>
                      </a:lnTo>
                      <a:lnTo>
                        <a:pt x="517" y="140"/>
                      </a:lnTo>
                      <a:lnTo>
                        <a:pt x="519" y="139"/>
                      </a:lnTo>
                      <a:lnTo>
                        <a:pt x="520" y="139"/>
                      </a:lnTo>
                      <a:lnTo>
                        <a:pt x="522" y="136"/>
                      </a:lnTo>
                      <a:lnTo>
                        <a:pt x="523" y="136"/>
                      </a:lnTo>
                      <a:lnTo>
                        <a:pt x="525" y="135"/>
                      </a:lnTo>
                      <a:lnTo>
                        <a:pt x="526" y="136"/>
                      </a:lnTo>
                      <a:lnTo>
                        <a:pt x="528" y="140"/>
                      </a:lnTo>
                      <a:lnTo>
                        <a:pt x="529" y="139"/>
                      </a:lnTo>
                      <a:lnTo>
                        <a:pt x="531" y="141"/>
                      </a:lnTo>
                      <a:lnTo>
                        <a:pt x="532" y="142"/>
                      </a:lnTo>
                      <a:lnTo>
                        <a:pt x="534" y="141"/>
                      </a:lnTo>
                      <a:lnTo>
                        <a:pt x="535" y="143"/>
                      </a:lnTo>
                      <a:lnTo>
                        <a:pt x="537" y="143"/>
                      </a:lnTo>
                      <a:lnTo>
                        <a:pt x="538" y="140"/>
                      </a:lnTo>
                      <a:lnTo>
                        <a:pt x="540" y="143"/>
                      </a:lnTo>
                      <a:lnTo>
                        <a:pt x="541" y="142"/>
                      </a:lnTo>
                      <a:lnTo>
                        <a:pt x="542" y="141"/>
                      </a:lnTo>
                      <a:lnTo>
                        <a:pt x="544" y="143"/>
                      </a:lnTo>
                      <a:lnTo>
                        <a:pt x="545" y="143"/>
                      </a:lnTo>
                      <a:lnTo>
                        <a:pt x="547" y="143"/>
                      </a:lnTo>
                      <a:lnTo>
                        <a:pt x="548" y="142"/>
                      </a:lnTo>
                      <a:lnTo>
                        <a:pt x="550" y="142"/>
                      </a:lnTo>
                      <a:lnTo>
                        <a:pt x="551" y="143"/>
                      </a:lnTo>
                      <a:lnTo>
                        <a:pt x="553" y="141"/>
                      </a:lnTo>
                      <a:lnTo>
                        <a:pt x="554" y="143"/>
                      </a:lnTo>
                      <a:lnTo>
                        <a:pt x="556" y="141"/>
                      </a:lnTo>
                      <a:lnTo>
                        <a:pt x="557" y="146"/>
                      </a:lnTo>
                      <a:lnTo>
                        <a:pt x="559" y="146"/>
                      </a:lnTo>
                      <a:lnTo>
                        <a:pt x="560" y="145"/>
                      </a:lnTo>
                      <a:lnTo>
                        <a:pt x="562" y="147"/>
                      </a:lnTo>
                      <a:lnTo>
                        <a:pt x="563" y="150"/>
                      </a:lnTo>
                      <a:lnTo>
                        <a:pt x="565" y="152"/>
                      </a:lnTo>
                      <a:lnTo>
                        <a:pt x="566" y="151"/>
                      </a:lnTo>
                      <a:lnTo>
                        <a:pt x="567" y="148"/>
                      </a:lnTo>
                      <a:lnTo>
                        <a:pt x="569" y="146"/>
                      </a:lnTo>
                      <a:lnTo>
                        <a:pt x="570" y="147"/>
                      </a:lnTo>
                      <a:lnTo>
                        <a:pt x="572" y="146"/>
                      </a:lnTo>
                      <a:lnTo>
                        <a:pt x="573" y="144"/>
                      </a:lnTo>
                      <a:lnTo>
                        <a:pt x="575" y="144"/>
                      </a:lnTo>
                      <a:lnTo>
                        <a:pt x="576" y="146"/>
                      </a:lnTo>
                      <a:lnTo>
                        <a:pt x="578" y="148"/>
                      </a:lnTo>
                      <a:lnTo>
                        <a:pt x="579" y="148"/>
                      </a:lnTo>
                      <a:lnTo>
                        <a:pt x="581" y="146"/>
                      </a:lnTo>
                      <a:lnTo>
                        <a:pt x="582" y="145"/>
                      </a:lnTo>
                      <a:lnTo>
                        <a:pt x="584" y="146"/>
                      </a:lnTo>
                      <a:lnTo>
                        <a:pt x="585" y="144"/>
                      </a:lnTo>
                      <a:lnTo>
                        <a:pt x="587" y="141"/>
                      </a:lnTo>
                      <a:lnTo>
                        <a:pt x="588" y="145"/>
                      </a:lnTo>
                      <a:lnTo>
                        <a:pt x="590" y="145"/>
                      </a:lnTo>
                      <a:lnTo>
                        <a:pt x="591" y="146"/>
                      </a:lnTo>
                      <a:lnTo>
                        <a:pt x="592" y="145"/>
                      </a:lnTo>
                      <a:lnTo>
                        <a:pt x="594" y="146"/>
                      </a:lnTo>
                      <a:lnTo>
                        <a:pt x="595" y="147"/>
                      </a:lnTo>
                      <a:lnTo>
                        <a:pt x="597" y="147"/>
                      </a:lnTo>
                      <a:lnTo>
                        <a:pt x="598" y="143"/>
                      </a:lnTo>
                      <a:lnTo>
                        <a:pt x="600" y="143"/>
                      </a:lnTo>
                      <a:lnTo>
                        <a:pt x="601" y="143"/>
                      </a:lnTo>
                      <a:lnTo>
                        <a:pt x="603" y="143"/>
                      </a:lnTo>
                      <a:lnTo>
                        <a:pt x="604" y="143"/>
                      </a:lnTo>
                      <a:lnTo>
                        <a:pt x="606" y="144"/>
                      </a:lnTo>
                      <a:lnTo>
                        <a:pt x="607" y="144"/>
                      </a:lnTo>
                      <a:lnTo>
                        <a:pt x="609" y="144"/>
                      </a:lnTo>
                      <a:lnTo>
                        <a:pt x="610" y="146"/>
                      </a:lnTo>
                      <a:lnTo>
                        <a:pt x="612" y="144"/>
                      </a:lnTo>
                      <a:lnTo>
                        <a:pt x="613" y="143"/>
                      </a:lnTo>
                      <a:lnTo>
                        <a:pt x="615" y="144"/>
                      </a:lnTo>
                      <a:lnTo>
                        <a:pt x="616" y="145"/>
                      </a:lnTo>
                      <a:lnTo>
                        <a:pt x="617" y="146"/>
                      </a:lnTo>
                      <a:lnTo>
                        <a:pt x="619" y="145"/>
                      </a:lnTo>
                      <a:lnTo>
                        <a:pt x="620" y="147"/>
                      </a:lnTo>
                      <a:lnTo>
                        <a:pt x="622" y="148"/>
                      </a:lnTo>
                      <a:lnTo>
                        <a:pt x="623" y="147"/>
                      </a:lnTo>
                      <a:lnTo>
                        <a:pt x="625" y="147"/>
                      </a:lnTo>
                      <a:lnTo>
                        <a:pt x="626" y="147"/>
                      </a:lnTo>
                      <a:lnTo>
                        <a:pt x="628" y="147"/>
                      </a:lnTo>
                      <a:lnTo>
                        <a:pt x="629" y="146"/>
                      </a:lnTo>
                      <a:lnTo>
                        <a:pt x="631" y="147"/>
                      </a:lnTo>
                      <a:lnTo>
                        <a:pt x="632" y="149"/>
                      </a:lnTo>
                      <a:lnTo>
                        <a:pt x="634" y="152"/>
                      </a:lnTo>
                      <a:lnTo>
                        <a:pt x="635" y="153"/>
                      </a:lnTo>
                      <a:lnTo>
                        <a:pt x="637" y="155"/>
                      </a:lnTo>
                      <a:lnTo>
                        <a:pt x="638" y="156"/>
                      </a:lnTo>
                      <a:lnTo>
                        <a:pt x="640" y="154"/>
                      </a:lnTo>
                      <a:lnTo>
                        <a:pt x="641" y="156"/>
                      </a:lnTo>
                      <a:lnTo>
                        <a:pt x="643" y="158"/>
                      </a:lnTo>
                      <a:lnTo>
                        <a:pt x="644" y="156"/>
                      </a:lnTo>
                      <a:lnTo>
                        <a:pt x="645" y="158"/>
                      </a:lnTo>
                      <a:lnTo>
                        <a:pt x="647" y="158"/>
                      </a:lnTo>
                      <a:lnTo>
                        <a:pt x="648" y="157"/>
                      </a:lnTo>
                      <a:lnTo>
                        <a:pt x="650" y="157"/>
                      </a:lnTo>
                      <a:lnTo>
                        <a:pt x="651" y="156"/>
                      </a:lnTo>
                      <a:lnTo>
                        <a:pt x="653" y="155"/>
                      </a:lnTo>
                      <a:lnTo>
                        <a:pt x="654" y="157"/>
                      </a:lnTo>
                      <a:lnTo>
                        <a:pt x="656" y="156"/>
                      </a:lnTo>
                      <a:lnTo>
                        <a:pt x="657" y="155"/>
                      </a:lnTo>
                      <a:lnTo>
                        <a:pt x="659" y="157"/>
                      </a:lnTo>
                      <a:lnTo>
                        <a:pt x="660" y="159"/>
                      </a:lnTo>
                      <a:lnTo>
                        <a:pt x="662" y="159"/>
                      </a:lnTo>
                      <a:lnTo>
                        <a:pt x="663" y="162"/>
                      </a:lnTo>
                      <a:lnTo>
                        <a:pt x="665" y="158"/>
                      </a:lnTo>
                      <a:lnTo>
                        <a:pt x="666" y="156"/>
                      </a:lnTo>
                      <a:lnTo>
                        <a:pt x="668" y="155"/>
                      </a:lnTo>
                      <a:lnTo>
                        <a:pt x="669" y="150"/>
                      </a:lnTo>
                      <a:lnTo>
                        <a:pt x="670" y="149"/>
                      </a:lnTo>
                      <a:lnTo>
                        <a:pt x="672" y="148"/>
                      </a:lnTo>
                      <a:lnTo>
                        <a:pt x="673" y="147"/>
                      </a:lnTo>
                      <a:lnTo>
                        <a:pt x="675" y="149"/>
                      </a:lnTo>
                      <a:lnTo>
                        <a:pt x="676" y="152"/>
                      </a:lnTo>
                      <a:lnTo>
                        <a:pt x="678" y="154"/>
                      </a:lnTo>
                      <a:lnTo>
                        <a:pt x="679" y="156"/>
                      </a:lnTo>
                      <a:lnTo>
                        <a:pt x="681" y="153"/>
                      </a:lnTo>
                      <a:lnTo>
                        <a:pt x="682" y="154"/>
                      </a:lnTo>
                      <a:lnTo>
                        <a:pt x="684" y="155"/>
                      </a:lnTo>
                      <a:lnTo>
                        <a:pt x="685" y="158"/>
                      </a:lnTo>
                      <a:lnTo>
                        <a:pt x="687" y="159"/>
                      </a:lnTo>
                      <a:lnTo>
                        <a:pt x="688" y="158"/>
                      </a:lnTo>
                      <a:lnTo>
                        <a:pt x="690" y="161"/>
                      </a:lnTo>
                      <a:lnTo>
                        <a:pt x="691" y="160"/>
                      </a:lnTo>
                      <a:lnTo>
                        <a:pt x="693" y="160"/>
                      </a:lnTo>
                      <a:lnTo>
                        <a:pt x="694" y="158"/>
                      </a:lnTo>
                      <a:lnTo>
                        <a:pt x="695" y="158"/>
                      </a:lnTo>
                      <a:lnTo>
                        <a:pt x="697" y="159"/>
                      </a:lnTo>
                      <a:lnTo>
                        <a:pt x="698" y="158"/>
                      </a:lnTo>
                      <a:lnTo>
                        <a:pt x="700" y="162"/>
                      </a:lnTo>
                      <a:lnTo>
                        <a:pt x="701" y="166"/>
                      </a:lnTo>
                      <a:lnTo>
                        <a:pt x="703" y="168"/>
                      </a:lnTo>
                      <a:lnTo>
                        <a:pt x="704" y="170"/>
                      </a:lnTo>
                      <a:lnTo>
                        <a:pt x="706" y="170"/>
                      </a:lnTo>
                      <a:lnTo>
                        <a:pt x="707" y="175"/>
                      </a:lnTo>
                      <a:lnTo>
                        <a:pt x="709" y="176"/>
                      </a:lnTo>
                      <a:lnTo>
                        <a:pt x="710" y="176"/>
                      </a:lnTo>
                      <a:lnTo>
                        <a:pt x="712" y="177"/>
                      </a:lnTo>
                      <a:lnTo>
                        <a:pt x="713" y="177"/>
                      </a:lnTo>
                      <a:lnTo>
                        <a:pt x="715" y="177"/>
                      </a:lnTo>
                      <a:lnTo>
                        <a:pt x="716" y="177"/>
                      </a:lnTo>
                      <a:lnTo>
                        <a:pt x="718" y="175"/>
                      </a:lnTo>
                      <a:lnTo>
                        <a:pt x="719" y="173"/>
                      </a:lnTo>
                      <a:lnTo>
                        <a:pt x="720" y="172"/>
                      </a:lnTo>
                      <a:lnTo>
                        <a:pt x="722" y="171"/>
                      </a:lnTo>
                      <a:lnTo>
                        <a:pt x="723" y="169"/>
                      </a:lnTo>
                      <a:lnTo>
                        <a:pt x="725" y="169"/>
                      </a:lnTo>
                      <a:lnTo>
                        <a:pt x="726" y="168"/>
                      </a:lnTo>
                      <a:lnTo>
                        <a:pt x="728" y="170"/>
                      </a:lnTo>
                      <a:lnTo>
                        <a:pt x="729" y="172"/>
                      </a:lnTo>
                      <a:lnTo>
                        <a:pt x="731" y="173"/>
                      </a:lnTo>
                      <a:lnTo>
                        <a:pt x="732" y="177"/>
                      </a:lnTo>
                      <a:lnTo>
                        <a:pt x="734" y="182"/>
                      </a:lnTo>
                      <a:lnTo>
                        <a:pt x="735" y="181"/>
                      </a:lnTo>
                      <a:lnTo>
                        <a:pt x="737" y="182"/>
                      </a:lnTo>
                      <a:lnTo>
                        <a:pt x="738" y="183"/>
                      </a:lnTo>
                      <a:lnTo>
                        <a:pt x="740" y="181"/>
                      </a:lnTo>
                      <a:lnTo>
                        <a:pt x="741" y="183"/>
                      </a:lnTo>
                      <a:lnTo>
                        <a:pt x="743" y="182"/>
                      </a:lnTo>
                      <a:lnTo>
                        <a:pt x="744" y="183"/>
                      </a:lnTo>
                      <a:lnTo>
                        <a:pt x="745" y="182"/>
                      </a:lnTo>
                      <a:lnTo>
                        <a:pt x="747" y="181"/>
                      </a:lnTo>
                      <a:lnTo>
                        <a:pt x="748" y="185"/>
                      </a:lnTo>
                      <a:lnTo>
                        <a:pt x="750" y="184"/>
                      </a:lnTo>
                      <a:lnTo>
                        <a:pt x="751" y="184"/>
                      </a:lnTo>
                      <a:lnTo>
                        <a:pt x="753" y="179"/>
                      </a:lnTo>
                      <a:lnTo>
                        <a:pt x="754" y="181"/>
                      </a:lnTo>
                      <a:lnTo>
                        <a:pt x="756" y="179"/>
                      </a:lnTo>
                      <a:lnTo>
                        <a:pt x="757" y="177"/>
                      </a:lnTo>
                      <a:lnTo>
                        <a:pt x="759" y="179"/>
                      </a:lnTo>
                      <a:lnTo>
                        <a:pt x="760" y="179"/>
                      </a:lnTo>
                      <a:lnTo>
                        <a:pt x="762" y="179"/>
                      </a:lnTo>
                      <a:lnTo>
                        <a:pt x="763" y="177"/>
                      </a:lnTo>
                      <a:lnTo>
                        <a:pt x="765" y="179"/>
                      </a:lnTo>
                      <a:lnTo>
                        <a:pt x="766" y="179"/>
                      </a:lnTo>
                      <a:lnTo>
                        <a:pt x="768" y="177"/>
                      </a:lnTo>
                      <a:lnTo>
                        <a:pt x="769" y="177"/>
                      </a:lnTo>
                      <a:lnTo>
                        <a:pt x="770" y="177"/>
                      </a:lnTo>
                      <a:lnTo>
                        <a:pt x="772" y="179"/>
                      </a:lnTo>
                      <a:lnTo>
                        <a:pt x="773" y="179"/>
                      </a:lnTo>
                      <a:lnTo>
                        <a:pt x="775" y="181"/>
                      </a:lnTo>
                      <a:lnTo>
                        <a:pt x="776" y="180"/>
                      </a:lnTo>
                      <a:lnTo>
                        <a:pt x="778" y="183"/>
                      </a:lnTo>
                      <a:lnTo>
                        <a:pt x="779" y="181"/>
                      </a:lnTo>
                      <a:lnTo>
                        <a:pt x="781" y="182"/>
                      </a:lnTo>
                      <a:lnTo>
                        <a:pt x="782" y="180"/>
                      </a:lnTo>
                      <a:lnTo>
                        <a:pt x="784" y="181"/>
                      </a:lnTo>
                      <a:lnTo>
                        <a:pt x="785" y="178"/>
                      </a:lnTo>
                      <a:lnTo>
                        <a:pt x="787" y="179"/>
                      </a:lnTo>
                      <a:lnTo>
                        <a:pt x="788" y="177"/>
                      </a:lnTo>
                      <a:lnTo>
                        <a:pt x="790" y="178"/>
                      </a:lnTo>
                      <a:lnTo>
                        <a:pt x="791" y="180"/>
                      </a:lnTo>
                      <a:lnTo>
                        <a:pt x="793" y="179"/>
                      </a:lnTo>
                      <a:lnTo>
                        <a:pt x="794" y="181"/>
                      </a:lnTo>
                      <a:lnTo>
                        <a:pt x="795" y="183"/>
                      </a:lnTo>
                      <a:lnTo>
                        <a:pt x="797" y="183"/>
                      </a:lnTo>
                      <a:lnTo>
                        <a:pt x="798" y="182"/>
                      </a:lnTo>
                      <a:lnTo>
                        <a:pt x="800" y="186"/>
                      </a:lnTo>
                      <a:lnTo>
                        <a:pt x="801" y="186"/>
                      </a:lnTo>
                      <a:lnTo>
                        <a:pt x="803" y="187"/>
                      </a:lnTo>
                      <a:lnTo>
                        <a:pt x="804" y="188"/>
                      </a:lnTo>
                      <a:lnTo>
                        <a:pt x="806" y="189"/>
                      </a:lnTo>
                      <a:lnTo>
                        <a:pt x="807" y="190"/>
                      </a:lnTo>
                      <a:lnTo>
                        <a:pt x="809" y="191"/>
                      </a:lnTo>
                      <a:lnTo>
                        <a:pt x="810" y="191"/>
                      </a:lnTo>
                      <a:lnTo>
                        <a:pt x="812" y="190"/>
                      </a:lnTo>
                      <a:lnTo>
                        <a:pt x="813" y="191"/>
                      </a:lnTo>
                      <a:lnTo>
                        <a:pt x="815" y="190"/>
                      </a:lnTo>
                      <a:lnTo>
                        <a:pt x="816" y="190"/>
                      </a:lnTo>
                      <a:lnTo>
                        <a:pt x="818" y="189"/>
                      </a:lnTo>
                      <a:lnTo>
                        <a:pt x="819" y="191"/>
                      </a:lnTo>
                      <a:lnTo>
                        <a:pt x="820" y="191"/>
                      </a:lnTo>
                      <a:lnTo>
                        <a:pt x="822" y="192"/>
                      </a:lnTo>
                      <a:lnTo>
                        <a:pt x="823" y="192"/>
                      </a:lnTo>
                      <a:lnTo>
                        <a:pt x="825" y="191"/>
                      </a:lnTo>
                      <a:lnTo>
                        <a:pt x="826" y="193"/>
                      </a:lnTo>
                      <a:lnTo>
                        <a:pt x="828" y="195"/>
                      </a:lnTo>
                      <a:lnTo>
                        <a:pt x="829" y="196"/>
                      </a:lnTo>
                      <a:lnTo>
                        <a:pt x="831" y="195"/>
                      </a:lnTo>
                      <a:lnTo>
                        <a:pt x="832" y="196"/>
                      </a:lnTo>
                      <a:lnTo>
                        <a:pt x="834" y="195"/>
                      </a:lnTo>
                      <a:lnTo>
                        <a:pt x="835" y="192"/>
                      </a:lnTo>
                      <a:lnTo>
                        <a:pt x="837" y="188"/>
                      </a:lnTo>
                      <a:lnTo>
                        <a:pt x="838" y="187"/>
                      </a:lnTo>
                      <a:lnTo>
                        <a:pt x="840" y="185"/>
                      </a:lnTo>
                      <a:lnTo>
                        <a:pt x="841" y="186"/>
                      </a:lnTo>
                      <a:lnTo>
                        <a:pt x="843" y="185"/>
                      </a:lnTo>
                      <a:lnTo>
                        <a:pt x="844" y="184"/>
                      </a:lnTo>
                      <a:lnTo>
                        <a:pt x="846" y="188"/>
                      </a:lnTo>
                      <a:lnTo>
                        <a:pt x="847" y="191"/>
                      </a:lnTo>
                      <a:lnTo>
                        <a:pt x="848" y="191"/>
                      </a:lnTo>
                      <a:lnTo>
                        <a:pt x="850" y="192"/>
                      </a:lnTo>
                      <a:lnTo>
                        <a:pt x="851" y="191"/>
                      </a:lnTo>
                      <a:lnTo>
                        <a:pt x="853" y="192"/>
                      </a:lnTo>
                      <a:lnTo>
                        <a:pt x="854" y="188"/>
                      </a:lnTo>
                      <a:lnTo>
                        <a:pt x="856" y="189"/>
                      </a:lnTo>
                      <a:lnTo>
                        <a:pt x="857" y="187"/>
                      </a:lnTo>
                      <a:lnTo>
                        <a:pt x="859" y="188"/>
                      </a:lnTo>
                      <a:lnTo>
                        <a:pt x="860" y="190"/>
                      </a:lnTo>
                      <a:lnTo>
                        <a:pt x="862" y="190"/>
                      </a:lnTo>
                      <a:lnTo>
                        <a:pt x="863" y="190"/>
                      </a:lnTo>
                      <a:lnTo>
                        <a:pt x="865" y="193"/>
                      </a:lnTo>
                      <a:lnTo>
                        <a:pt x="866" y="196"/>
                      </a:lnTo>
                      <a:lnTo>
                        <a:pt x="868" y="193"/>
                      </a:lnTo>
                      <a:lnTo>
                        <a:pt x="869" y="193"/>
                      </a:lnTo>
                      <a:lnTo>
                        <a:pt x="871" y="192"/>
                      </a:lnTo>
                      <a:lnTo>
                        <a:pt x="872" y="192"/>
                      </a:lnTo>
                      <a:lnTo>
                        <a:pt x="873" y="192"/>
                      </a:lnTo>
                      <a:lnTo>
                        <a:pt x="875" y="190"/>
                      </a:lnTo>
                      <a:lnTo>
                        <a:pt x="876" y="188"/>
                      </a:lnTo>
                      <a:lnTo>
                        <a:pt x="878" y="187"/>
                      </a:lnTo>
                      <a:lnTo>
                        <a:pt x="879" y="189"/>
                      </a:lnTo>
                      <a:lnTo>
                        <a:pt x="881" y="191"/>
                      </a:lnTo>
                      <a:lnTo>
                        <a:pt x="882" y="189"/>
                      </a:lnTo>
                      <a:lnTo>
                        <a:pt x="884" y="193"/>
                      </a:lnTo>
                      <a:lnTo>
                        <a:pt x="885" y="193"/>
                      </a:lnTo>
                      <a:lnTo>
                        <a:pt x="887" y="193"/>
                      </a:lnTo>
                      <a:lnTo>
                        <a:pt x="888" y="195"/>
                      </a:lnTo>
                      <a:lnTo>
                        <a:pt x="890" y="193"/>
                      </a:lnTo>
                      <a:lnTo>
                        <a:pt x="891" y="195"/>
                      </a:lnTo>
                      <a:lnTo>
                        <a:pt x="893" y="195"/>
                      </a:lnTo>
                      <a:lnTo>
                        <a:pt x="894" y="197"/>
                      </a:lnTo>
                      <a:lnTo>
                        <a:pt x="896" y="196"/>
                      </a:lnTo>
                      <a:lnTo>
                        <a:pt x="897" y="194"/>
                      </a:lnTo>
                      <a:lnTo>
                        <a:pt x="898" y="196"/>
                      </a:lnTo>
                      <a:lnTo>
                        <a:pt x="900" y="196"/>
                      </a:lnTo>
                      <a:lnTo>
                        <a:pt x="901" y="195"/>
                      </a:lnTo>
                      <a:lnTo>
                        <a:pt x="903" y="193"/>
                      </a:lnTo>
                      <a:lnTo>
                        <a:pt x="904" y="196"/>
                      </a:lnTo>
                      <a:lnTo>
                        <a:pt x="906" y="196"/>
                      </a:lnTo>
                      <a:lnTo>
                        <a:pt x="907" y="197"/>
                      </a:lnTo>
                      <a:lnTo>
                        <a:pt x="909" y="195"/>
                      </a:lnTo>
                      <a:lnTo>
                        <a:pt x="910" y="194"/>
                      </a:lnTo>
                      <a:lnTo>
                        <a:pt x="912" y="193"/>
                      </a:lnTo>
                      <a:lnTo>
                        <a:pt x="913" y="193"/>
                      </a:lnTo>
                      <a:lnTo>
                        <a:pt x="915" y="194"/>
                      </a:lnTo>
                      <a:lnTo>
                        <a:pt x="916" y="194"/>
                      </a:lnTo>
                      <a:lnTo>
                        <a:pt x="918" y="196"/>
                      </a:lnTo>
                      <a:lnTo>
                        <a:pt x="919" y="197"/>
                      </a:lnTo>
                      <a:lnTo>
                        <a:pt x="921" y="197"/>
                      </a:lnTo>
                      <a:lnTo>
                        <a:pt x="922" y="195"/>
                      </a:lnTo>
                      <a:lnTo>
                        <a:pt x="923" y="192"/>
                      </a:lnTo>
                      <a:lnTo>
                        <a:pt x="925" y="189"/>
                      </a:lnTo>
                      <a:lnTo>
                        <a:pt x="926" y="191"/>
                      </a:lnTo>
                      <a:lnTo>
                        <a:pt x="928" y="193"/>
                      </a:lnTo>
                      <a:lnTo>
                        <a:pt x="929" y="193"/>
                      </a:lnTo>
                      <a:lnTo>
                        <a:pt x="931" y="196"/>
                      </a:lnTo>
                      <a:lnTo>
                        <a:pt x="932" y="198"/>
                      </a:lnTo>
                      <a:lnTo>
                        <a:pt x="934" y="200"/>
                      </a:lnTo>
                      <a:lnTo>
                        <a:pt x="935" y="201"/>
                      </a:lnTo>
                      <a:lnTo>
                        <a:pt x="937" y="199"/>
                      </a:lnTo>
                      <a:lnTo>
                        <a:pt x="938" y="198"/>
                      </a:lnTo>
                      <a:lnTo>
                        <a:pt x="940" y="201"/>
                      </a:lnTo>
                      <a:lnTo>
                        <a:pt x="941" y="203"/>
                      </a:lnTo>
                      <a:lnTo>
                        <a:pt x="943" y="204"/>
                      </a:lnTo>
                      <a:lnTo>
                        <a:pt x="944" y="205"/>
                      </a:lnTo>
                      <a:lnTo>
                        <a:pt x="946" y="209"/>
                      </a:lnTo>
                      <a:lnTo>
                        <a:pt x="947" y="209"/>
                      </a:lnTo>
                      <a:lnTo>
                        <a:pt x="948" y="208"/>
                      </a:lnTo>
                      <a:lnTo>
                        <a:pt x="950" y="207"/>
                      </a:lnTo>
                      <a:lnTo>
                        <a:pt x="951" y="204"/>
                      </a:lnTo>
                      <a:lnTo>
                        <a:pt x="953" y="202"/>
                      </a:lnTo>
                      <a:lnTo>
                        <a:pt x="954" y="201"/>
                      </a:lnTo>
                      <a:lnTo>
                        <a:pt x="956" y="200"/>
                      </a:lnTo>
                      <a:lnTo>
                        <a:pt x="957" y="197"/>
                      </a:lnTo>
                      <a:lnTo>
                        <a:pt x="959" y="199"/>
                      </a:lnTo>
                      <a:lnTo>
                        <a:pt x="960" y="200"/>
                      </a:lnTo>
                      <a:lnTo>
                        <a:pt x="962" y="201"/>
                      </a:lnTo>
                      <a:lnTo>
                        <a:pt x="963" y="202"/>
                      </a:lnTo>
                      <a:lnTo>
                        <a:pt x="965" y="206"/>
                      </a:lnTo>
                      <a:lnTo>
                        <a:pt x="966" y="209"/>
                      </a:lnTo>
                      <a:lnTo>
                        <a:pt x="968" y="210"/>
                      </a:lnTo>
                      <a:lnTo>
                        <a:pt x="969" y="209"/>
                      </a:lnTo>
                      <a:lnTo>
                        <a:pt x="971" y="209"/>
                      </a:lnTo>
                      <a:lnTo>
                        <a:pt x="972" y="210"/>
                      </a:lnTo>
                      <a:lnTo>
                        <a:pt x="973" y="209"/>
                      </a:lnTo>
                      <a:lnTo>
                        <a:pt x="975" y="208"/>
                      </a:lnTo>
                      <a:lnTo>
                        <a:pt x="976" y="207"/>
                      </a:lnTo>
                      <a:lnTo>
                        <a:pt x="978" y="207"/>
                      </a:lnTo>
                      <a:lnTo>
                        <a:pt x="979" y="208"/>
                      </a:lnTo>
                      <a:lnTo>
                        <a:pt x="981" y="207"/>
                      </a:lnTo>
                      <a:lnTo>
                        <a:pt x="982" y="206"/>
                      </a:lnTo>
                      <a:lnTo>
                        <a:pt x="984" y="201"/>
                      </a:lnTo>
                      <a:lnTo>
                        <a:pt x="985" y="200"/>
                      </a:lnTo>
                      <a:lnTo>
                        <a:pt x="987" y="198"/>
                      </a:lnTo>
                      <a:lnTo>
                        <a:pt x="988" y="197"/>
                      </a:lnTo>
                      <a:lnTo>
                        <a:pt x="990" y="202"/>
                      </a:lnTo>
                      <a:lnTo>
                        <a:pt x="991" y="204"/>
                      </a:lnTo>
                      <a:lnTo>
                        <a:pt x="993" y="204"/>
                      </a:lnTo>
                      <a:lnTo>
                        <a:pt x="994" y="206"/>
                      </a:lnTo>
                      <a:lnTo>
                        <a:pt x="996" y="207"/>
                      </a:lnTo>
                      <a:lnTo>
                        <a:pt x="997" y="205"/>
                      </a:lnTo>
                      <a:lnTo>
                        <a:pt x="998" y="205"/>
                      </a:lnTo>
                      <a:lnTo>
                        <a:pt x="1000" y="204"/>
                      </a:lnTo>
                      <a:lnTo>
                        <a:pt x="1001" y="203"/>
                      </a:lnTo>
                      <a:lnTo>
                        <a:pt x="1003" y="202"/>
                      </a:lnTo>
                      <a:lnTo>
                        <a:pt x="1004" y="206"/>
                      </a:lnTo>
                      <a:lnTo>
                        <a:pt x="1006" y="204"/>
                      </a:lnTo>
                      <a:lnTo>
                        <a:pt x="1007" y="206"/>
                      </a:lnTo>
                      <a:lnTo>
                        <a:pt x="1009" y="209"/>
                      </a:lnTo>
                      <a:lnTo>
                        <a:pt x="1010" y="209"/>
                      </a:lnTo>
                      <a:lnTo>
                        <a:pt x="1012" y="210"/>
                      </a:lnTo>
                      <a:lnTo>
                        <a:pt x="1013" y="209"/>
                      </a:lnTo>
                      <a:lnTo>
                        <a:pt x="1015" y="208"/>
                      </a:lnTo>
                      <a:lnTo>
                        <a:pt x="1016" y="210"/>
                      </a:lnTo>
                      <a:lnTo>
                        <a:pt x="1018" y="210"/>
                      </a:lnTo>
                      <a:lnTo>
                        <a:pt x="1019" y="209"/>
                      </a:lnTo>
                      <a:lnTo>
                        <a:pt x="1021" y="209"/>
                      </a:lnTo>
                      <a:lnTo>
                        <a:pt x="1022" y="211"/>
                      </a:lnTo>
                      <a:lnTo>
                        <a:pt x="1023" y="214"/>
                      </a:lnTo>
                      <a:lnTo>
                        <a:pt x="1025" y="215"/>
                      </a:lnTo>
                      <a:lnTo>
                        <a:pt x="1026" y="214"/>
                      </a:lnTo>
                      <a:lnTo>
                        <a:pt x="1028" y="215"/>
                      </a:lnTo>
                      <a:lnTo>
                        <a:pt x="1029" y="215"/>
                      </a:lnTo>
                      <a:lnTo>
                        <a:pt x="1031" y="214"/>
                      </a:lnTo>
                      <a:lnTo>
                        <a:pt x="1032" y="215"/>
                      </a:lnTo>
                      <a:lnTo>
                        <a:pt x="1034" y="217"/>
                      </a:lnTo>
                      <a:lnTo>
                        <a:pt x="1035" y="218"/>
                      </a:lnTo>
                      <a:lnTo>
                        <a:pt x="1037" y="218"/>
                      </a:lnTo>
                      <a:lnTo>
                        <a:pt x="1038" y="218"/>
                      </a:lnTo>
                      <a:lnTo>
                        <a:pt x="1040" y="216"/>
                      </a:lnTo>
                      <a:lnTo>
                        <a:pt x="1041" y="215"/>
                      </a:lnTo>
                      <a:lnTo>
                        <a:pt x="1043" y="217"/>
                      </a:lnTo>
                      <a:lnTo>
                        <a:pt x="1044" y="219"/>
                      </a:lnTo>
                      <a:lnTo>
                        <a:pt x="1046" y="217"/>
                      </a:lnTo>
                      <a:lnTo>
                        <a:pt x="1047" y="218"/>
                      </a:lnTo>
                      <a:lnTo>
                        <a:pt x="1048" y="219"/>
                      </a:lnTo>
                      <a:lnTo>
                        <a:pt x="1050" y="222"/>
                      </a:lnTo>
                      <a:lnTo>
                        <a:pt x="1051" y="222"/>
                      </a:lnTo>
                      <a:lnTo>
                        <a:pt x="1053" y="221"/>
                      </a:lnTo>
                      <a:lnTo>
                        <a:pt x="1054" y="217"/>
                      </a:lnTo>
                      <a:lnTo>
                        <a:pt x="1056" y="219"/>
                      </a:lnTo>
                      <a:lnTo>
                        <a:pt x="1057" y="219"/>
                      </a:lnTo>
                      <a:lnTo>
                        <a:pt x="1059" y="218"/>
                      </a:lnTo>
                      <a:lnTo>
                        <a:pt x="1060" y="217"/>
                      </a:lnTo>
                      <a:lnTo>
                        <a:pt x="1062" y="221"/>
                      </a:lnTo>
                      <a:lnTo>
                        <a:pt x="1063" y="224"/>
                      </a:lnTo>
                      <a:lnTo>
                        <a:pt x="1065" y="223"/>
                      </a:lnTo>
                      <a:lnTo>
                        <a:pt x="1066" y="223"/>
                      </a:lnTo>
                      <a:lnTo>
                        <a:pt x="1068" y="225"/>
                      </a:lnTo>
                      <a:lnTo>
                        <a:pt x="1069" y="224"/>
                      </a:lnTo>
                      <a:lnTo>
                        <a:pt x="1071" y="223"/>
                      </a:lnTo>
                      <a:lnTo>
                        <a:pt x="1072" y="223"/>
                      </a:lnTo>
                      <a:lnTo>
                        <a:pt x="1074" y="224"/>
                      </a:lnTo>
                      <a:lnTo>
                        <a:pt x="1075" y="225"/>
                      </a:lnTo>
                      <a:lnTo>
                        <a:pt x="1076" y="226"/>
                      </a:lnTo>
                      <a:lnTo>
                        <a:pt x="1078" y="225"/>
                      </a:lnTo>
                      <a:lnTo>
                        <a:pt x="1079" y="227"/>
                      </a:lnTo>
                      <a:lnTo>
                        <a:pt x="1081" y="228"/>
                      </a:lnTo>
                      <a:lnTo>
                        <a:pt x="1082" y="228"/>
                      </a:lnTo>
                      <a:lnTo>
                        <a:pt x="1084" y="228"/>
                      </a:lnTo>
                      <a:lnTo>
                        <a:pt x="1085" y="228"/>
                      </a:lnTo>
                      <a:lnTo>
                        <a:pt x="1087" y="228"/>
                      </a:lnTo>
                      <a:lnTo>
                        <a:pt x="1088" y="229"/>
                      </a:lnTo>
                      <a:lnTo>
                        <a:pt x="1090" y="230"/>
                      </a:lnTo>
                      <a:lnTo>
                        <a:pt x="1091" y="227"/>
                      </a:lnTo>
                      <a:lnTo>
                        <a:pt x="1093" y="228"/>
                      </a:lnTo>
                      <a:lnTo>
                        <a:pt x="1094" y="228"/>
                      </a:lnTo>
                      <a:lnTo>
                        <a:pt x="1096" y="229"/>
                      </a:lnTo>
                      <a:lnTo>
                        <a:pt x="1097" y="229"/>
                      </a:lnTo>
                      <a:lnTo>
                        <a:pt x="1099" y="230"/>
                      </a:lnTo>
                      <a:lnTo>
                        <a:pt x="1100" y="230"/>
                      </a:lnTo>
                      <a:lnTo>
                        <a:pt x="1101" y="228"/>
                      </a:lnTo>
                      <a:lnTo>
                        <a:pt x="1103" y="227"/>
                      </a:lnTo>
                      <a:lnTo>
                        <a:pt x="1104" y="225"/>
                      </a:lnTo>
                      <a:lnTo>
                        <a:pt x="1106" y="225"/>
                      </a:lnTo>
                      <a:lnTo>
                        <a:pt x="1107" y="228"/>
                      </a:lnTo>
                      <a:lnTo>
                        <a:pt x="1109" y="226"/>
                      </a:lnTo>
                      <a:lnTo>
                        <a:pt x="1110" y="229"/>
                      </a:lnTo>
                      <a:lnTo>
                        <a:pt x="1112" y="231"/>
                      </a:lnTo>
                      <a:lnTo>
                        <a:pt x="1113" y="229"/>
                      </a:lnTo>
                      <a:lnTo>
                        <a:pt x="1115" y="229"/>
                      </a:lnTo>
                      <a:lnTo>
                        <a:pt x="1116" y="229"/>
                      </a:lnTo>
                      <a:lnTo>
                        <a:pt x="1118" y="229"/>
                      </a:lnTo>
                      <a:lnTo>
                        <a:pt x="1119" y="232"/>
                      </a:lnTo>
                      <a:lnTo>
                        <a:pt x="1121" y="231"/>
                      </a:lnTo>
                      <a:lnTo>
                        <a:pt x="1122" y="233"/>
                      </a:lnTo>
                      <a:lnTo>
                        <a:pt x="1124" y="235"/>
                      </a:lnTo>
                      <a:lnTo>
                        <a:pt x="1125" y="236"/>
                      </a:lnTo>
                      <a:lnTo>
                        <a:pt x="1126" y="237"/>
                      </a:lnTo>
                      <a:lnTo>
                        <a:pt x="1128" y="239"/>
                      </a:lnTo>
                      <a:lnTo>
                        <a:pt x="1129" y="237"/>
                      </a:lnTo>
                      <a:lnTo>
                        <a:pt x="1131" y="240"/>
                      </a:lnTo>
                      <a:lnTo>
                        <a:pt x="1132" y="238"/>
                      </a:lnTo>
                      <a:lnTo>
                        <a:pt x="1134" y="238"/>
                      </a:lnTo>
                      <a:lnTo>
                        <a:pt x="1135" y="236"/>
                      </a:lnTo>
                      <a:lnTo>
                        <a:pt x="1137" y="234"/>
                      </a:lnTo>
                      <a:lnTo>
                        <a:pt x="1138" y="237"/>
                      </a:lnTo>
                      <a:lnTo>
                        <a:pt x="1140" y="238"/>
                      </a:lnTo>
                      <a:lnTo>
                        <a:pt x="1141" y="237"/>
                      </a:lnTo>
                      <a:lnTo>
                        <a:pt x="1143" y="239"/>
                      </a:lnTo>
                      <a:lnTo>
                        <a:pt x="1144" y="237"/>
                      </a:lnTo>
                      <a:lnTo>
                        <a:pt x="1146" y="237"/>
                      </a:lnTo>
                      <a:lnTo>
                        <a:pt x="1147" y="237"/>
                      </a:lnTo>
                      <a:lnTo>
                        <a:pt x="1149" y="236"/>
                      </a:lnTo>
                      <a:lnTo>
                        <a:pt x="1150" y="236"/>
                      </a:lnTo>
                      <a:lnTo>
                        <a:pt x="1151" y="234"/>
                      </a:lnTo>
                      <a:lnTo>
                        <a:pt x="1153" y="233"/>
                      </a:lnTo>
                      <a:lnTo>
                        <a:pt x="1154" y="230"/>
                      </a:lnTo>
                      <a:lnTo>
                        <a:pt x="1156" y="229"/>
                      </a:lnTo>
                      <a:lnTo>
                        <a:pt x="1157" y="226"/>
                      </a:lnTo>
                      <a:lnTo>
                        <a:pt x="1159" y="225"/>
                      </a:lnTo>
                      <a:lnTo>
                        <a:pt x="1160" y="228"/>
                      </a:lnTo>
                      <a:lnTo>
                        <a:pt x="1162" y="229"/>
                      </a:lnTo>
                      <a:lnTo>
                        <a:pt x="1163" y="228"/>
                      </a:lnTo>
                      <a:lnTo>
                        <a:pt x="1165" y="229"/>
                      </a:lnTo>
                      <a:lnTo>
                        <a:pt x="1166" y="229"/>
                      </a:lnTo>
                      <a:lnTo>
                        <a:pt x="1168" y="229"/>
                      </a:lnTo>
                      <a:lnTo>
                        <a:pt x="1169" y="229"/>
                      </a:lnTo>
                      <a:lnTo>
                        <a:pt x="1171" y="226"/>
                      </a:lnTo>
                      <a:lnTo>
                        <a:pt x="1172" y="226"/>
                      </a:lnTo>
                      <a:lnTo>
                        <a:pt x="1174" y="225"/>
                      </a:lnTo>
                      <a:lnTo>
                        <a:pt x="1175" y="223"/>
                      </a:lnTo>
                      <a:lnTo>
                        <a:pt x="1176" y="225"/>
                      </a:lnTo>
                      <a:lnTo>
                        <a:pt x="1178" y="227"/>
                      </a:lnTo>
                      <a:lnTo>
                        <a:pt x="1179" y="229"/>
                      </a:lnTo>
                      <a:lnTo>
                        <a:pt x="1181" y="229"/>
                      </a:lnTo>
                      <a:lnTo>
                        <a:pt x="1182" y="231"/>
                      </a:lnTo>
                      <a:lnTo>
                        <a:pt x="1184" y="234"/>
                      </a:lnTo>
                      <a:lnTo>
                        <a:pt x="1185" y="233"/>
                      </a:lnTo>
                      <a:lnTo>
                        <a:pt x="1187" y="234"/>
                      </a:lnTo>
                      <a:lnTo>
                        <a:pt x="1188" y="237"/>
                      </a:lnTo>
                      <a:lnTo>
                        <a:pt x="1190" y="237"/>
                      </a:lnTo>
                      <a:lnTo>
                        <a:pt x="1191" y="238"/>
                      </a:lnTo>
                      <a:lnTo>
                        <a:pt x="1193" y="236"/>
                      </a:lnTo>
                      <a:lnTo>
                        <a:pt x="1194" y="237"/>
                      </a:lnTo>
                      <a:lnTo>
                        <a:pt x="1196" y="236"/>
                      </a:lnTo>
                      <a:lnTo>
                        <a:pt x="1197" y="236"/>
                      </a:lnTo>
                      <a:lnTo>
                        <a:pt x="1199" y="233"/>
                      </a:lnTo>
                      <a:lnTo>
                        <a:pt x="1200" y="236"/>
                      </a:lnTo>
                      <a:lnTo>
                        <a:pt x="1201" y="236"/>
                      </a:lnTo>
                      <a:lnTo>
                        <a:pt x="1203" y="237"/>
                      </a:lnTo>
                      <a:lnTo>
                        <a:pt x="1204" y="239"/>
                      </a:lnTo>
                      <a:lnTo>
                        <a:pt x="1206" y="239"/>
                      </a:lnTo>
                      <a:lnTo>
                        <a:pt x="1207" y="241"/>
                      </a:lnTo>
                      <a:lnTo>
                        <a:pt x="1209" y="242"/>
                      </a:lnTo>
                      <a:lnTo>
                        <a:pt x="1210" y="240"/>
                      </a:lnTo>
                      <a:lnTo>
                        <a:pt x="1212" y="241"/>
                      </a:lnTo>
                      <a:lnTo>
                        <a:pt x="1213" y="242"/>
                      </a:lnTo>
                      <a:lnTo>
                        <a:pt x="1215" y="241"/>
                      </a:lnTo>
                      <a:lnTo>
                        <a:pt x="1216" y="244"/>
                      </a:lnTo>
                      <a:lnTo>
                        <a:pt x="1218" y="247"/>
                      </a:lnTo>
                      <a:lnTo>
                        <a:pt x="1219" y="249"/>
                      </a:lnTo>
                      <a:lnTo>
                        <a:pt x="1221" y="252"/>
                      </a:lnTo>
                      <a:lnTo>
                        <a:pt x="1222" y="253"/>
                      </a:lnTo>
                      <a:lnTo>
                        <a:pt x="1224" y="254"/>
                      </a:lnTo>
                      <a:lnTo>
                        <a:pt x="1225" y="254"/>
                      </a:lnTo>
                      <a:lnTo>
                        <a:pt x="1226" y="252"/>
                      </a:lnTo>
                      <a:lnTo>
                        <a:pt x="1228" y="252"/>
                      </a:lnTo>
                      <a:lnTo>
                        <a:pt x="1229" y="252"/>
                      </a:lnTo>
                      <a:lnTo>
                        <a:pt x="1231" y="252"/>
                      </a:lnTo>
                      <a:lnTo>
                        <a:pt x="1232" y="253"/>
                      </a:lnTo>
                      <a:lnTo>
                        <a:pt x="1234" y="255"/>
                      </a:lnTo>
                      <a:lnTo>
                        <a:pt x="1235" y="259"/>
                      </a:lnTo>
                      <a:lnTo>
                        <a:pt x="1237" y="262"/>
                      </a:lnTo>
                      <a:lnTo>
                        <a:pt x="1238" y="262"/>
                      </a:lnTo>
                      <a:lnTo>
                        <a:pt x="1240" y="261"/>
                      </a:lnTo>
                      <a:lnTo>
                        <a:pt x="1241" y="263"/>
                      </a:lnTo>
                      <a:lnTo>
                        <a:pt x="1243" y="265"/>
                      </a:lnTo>
                      <a:lnTo>
                        <a:pt x="1244" y="262"/>
                      </a:lnTo>
                      <a:lnTo>
                        <a:pt x="1246" y="260"/>
                      </a:lnTo>
                      <a:lnTo>
                        <a:pt x="1247" y="258"/>
                      </a:lnTo>
                      <a:lnTo>
                        <a:pt x="1249" y="256"/>
                      </a:lnTo>
                      <a:lnTo>
                        <a:pt x="1250" y="256"/>
                      </a:lnTo>
                      <a:lnTo>
                        <a:pt x="1251" y="257"/>
                      </a:lnTo>
                      <a:lnTo>
                        <a:pt x="1253" y="258"/>
                      </a:lnTo>
                      <a:lnTo>
                        <a:pt x="1254" y="259"/>
                      </a:lnTo>
                      <a:lnTo>
                        <a:pt x="1256" y="260"/>
                      </a:lnTo>
                      <a:lnTo>
                        <a:pt x="1257" y="264"/>
                      </a:lnTo>
                      <a:lnTo>
                        <a:pt x="1259" y="264"/>
                      </a:lnTo>
                      <a:lnTo>
                        <a:pt x="1260" y="266"/>
                      </a:lnTo>
                      <a:lnTo>
                        <a:pt x="1262" y="264"/>
                      </a:lnTo>
                      <a:lnTo>
                        <a:pt x="1263" y="268"/>
                      </a:lnTo>
                      <a:lnTo>
                        <a:pt x="1265" y="270"/>
                      </a:lnTo>
                      <a:lnTo>
                        <a:pt x="1266" y="267"/>
                      </a:lnTo>
                      <a:lnTo>
                        <a:pt x="1268" y="266"/>
                      </a:lnTo>
                      <a:lnTo>
                        <a:pt x="1269" y="267"/>
                      </a:lnTo>
                      <a:lnTo>
                        <a:pt x="1271" y="266"/>
                      </a:lnTo>
                      <a:lnTo>
                        <a:pt x="1272" y="265"/>
                      </a:lnTo>
                      <a:lnTo>
                        <a:pt x="1274" y="262"/>
                      </a:lnTo>
                      <a:lnTo>
                        <a:pt x="1275" y="260"/>
                      </a:lnTo>
                      <a:lnTo>
                        <a:pt x="1277" y="258"/>
                      </a:lnTo>
                      <a:lnTo>
                        <a:pt x="1278" y="260"/>
                      </a:lnTo>
                      <a:lnTo>
                        <a:pt x="1279" y="261"/>
                      </a:lnTo>
                      <a:lnTo>
                        <a:pt x="1281" y="262"/>
                      </a:lnTo>
                      <a:lnTo>
                        <a:pt x="1282" y="263"/>
                      </a:lnTo>
                      <a:lnTo>
                        <a:pt x="1284" y="262"/>
                      </a:lnTo>
                      <a:lnTo>
                        <a:pt x="1285" y="263"/>
                      </a:lnTo>
                      <a:lnTo>
                        <a:pt x="1287" y="261"/>
                      </a:lnTo>
                      <a:lnTo>
                        <a:pt x="1288" y="260"/>
                      </a:lnTo>
                      <a:lnTo>
                        <a:pt x="1290" y="257"/>
                      </a:lnTo>
                      <a:lnTo>
                        <a:pt x="1291" y="256"/>
                      </a:lnTo>
                      <a:lnTo>
                        <a:pt x="1293" y="257"/>
                      </a:lnTo>
                      <a:lnTo>
                        <a:pt x="1294" y="258"/>
                      </a:lnTo>
                      <a:lnTo>
                        <a:pt x="1296" y="261"/>
                      </a:lnTo>
                      <a:lnTo>
                        <a:pt x="1297" y="260"/>
                      </a:lnTo>
                      <a:lnTo>
                        <a:pt x="1299" y="262"/>
                      </a:lnTo>
                      <a:lnTo>
                        <a:pt x="1300" y="262"/>
                      </a:lnTo>
                      <a:lnTo>
                        <a:pt x="1302" y="264"/>
                      </a:lnTo>
                      <a:lnTo>
                        <a:pt x="1303" y="263"/>
                      </a:lnTo>
                      <a:lnTo>
                        <a:pt x="1304" y="265"/>
                      </a:lnTo>
                      <a:lnTo>
                        <a:pt x="1306" y="267"/>
                      </a:lnTo>
                      <a:lnTo>
                        <a:pt x="1307" y="270"/>
                      </a:lnTo>
                      <a:lnTo>
                        <a:pt x="1309" y="272"/>
                      </a:lnTo>
                      <a:lnTo>
                        <a:pt x="1310" y="272"/>
                      </a:lnTo>
                      <a:lnTo>
                        <a:pt x="1312" y="272"/>
                      </a:lnTo>
                      <a:lnTo>
                        <a:pt x="1313" y="273"/>
                      </a:lnTo>
                      <a:lnTo>
                        <a:pt x="1315" y="271"/>
                      </a:lnTo>
                      <a:lnTo>
                        <a:pt x="1316" y="271"/>
                      </a:lnTo>
                      <a:lnTo>
                        <a:pt x="1318" y="270"/>
                      </a:lnTo>
                      <a:lnTo>
                        <a:pt x="1319" y="270"/>
                      </a:lnTo>
                      <a:lnTo>
                        <a:pt x="1321" y="272"/>
                      </a:lnTo>
                      <a:lnTo>
                        <a:pt x="1322" y="272"/>
                      </a:lnTo>
                      <a:lnTo>
                        <a:pt x="1324" y="270"/>
                      </a:lnTo>
                      <a:lnTo>
                        <a:pt x="1325" y="270"/>
                      </a:lnTo>
                      <a:lnTo>
                        <a:pt x="1327" y="269"/>
                      </a:lnTo>
                      <a:lnTo>
                        <a:pt x="1328" y="269"/>
                      </a:lnTo>
                      <a:lnTo>
                        <a:pt x="1329" y="270"/>
                      </a:lnTo>
                      <a:lnTo>
                        <a:pt x="1331" y="268"/>
                      </a:lnTo>
                      <a:lnTo>
                        <a:pt x="1332" y="269"/>
                      </a:lnTo>
                      <a:lnTo>
                        <a:pt x="1334" y="271"/>
                      </a:lnTo>
                      <a:lnTo>
                        <a:pt x="1335" y="272"/>
                      </a:lnTo>
                      <a:lnTo>
                        <a:pt x="1337" y="272"/>
                      </a:lnTo>
                      <a:lnTo>
                        <a:pt x="1338" y="273"/>
                      </a:lnTo>
                      <a:lnTo>
                        <a:pt x="1340" y="275"/>
                      </a:lnTo>
                      <a:lnTo>
                        <a:pt x="1341" y="275"/>
                      </a:lnTo>
                      <a:lnTo>
                        <a:pt x="1343" y="274"/>
                      </a:lnTo>
                      <a:lnTo>
                        <a:pt x="1344" y="273"/>
                      </a:lnTo>
                      <a:lnTo>
                        <a:pt x="1346" y="272"/>
                      </a:lnTo>
                      <a:lnTo>
                        <a:pt x="1347" y="273"/>
                      </a:lnTo>
                      <a:lnTo>
                        <a:pt x="1349" y="268"/>
                      </a:lnTo>
                      <a:lnTo>
                        <a:pt x="1350" y="269"/>
                      </a:lnTo>
                      <a:lnTo>
                        <a:pt x="1352" y="272"/>
                      </a:lnTo>
                      <a:lnTo>
                        <a:pt x="1353" y="275"/>
                      </a:lnTo>
                      <a:lnTo>
                        <a:pt x="1354" y="274"/>
                      </a:lnTo>
                      <a:lnTo>
                        <a:pt x="1356" y="275"/>
                      </a:lnTo>
                      <a:lnTo>
                        <a:pt x="1357" y="276"/>
                      </a:lnTo>
                      <a:lnTo>
                        <a:pt x="1359" y="274"/>
                      </a:lnTo>
                      <a:lnTo>
                        <a:pt x="1360" y="273"/>
                      </a:lnTo>
                      <a:lnTo>
                        <a:pt x="1362" y="269"/>
                      </a:lnTo>
                      <a:lnTo>
                        <a:pt x="1363" y="270"/>
                      </a:lnTo>
                      <a:lnTo>
                        <a:pt x="1365" y="274"/>
                      </a:lnTo>
                      <a:lnTo>
                        <a:pt x="1366" y="273"/>
                      </a:lnTo>
                      <a:lnTo>
                        <a:pt x="1368" y="276"/>
                      </a:lnTo>
                      <a:lnTo>
                        <a:pt x="1369" y="280"/>
                      </a:lnTo>
                      <a:lnTo>
                        <a:pt x="1371" y="278"/>
                      </a:lnTo>
                      <a:lnTo>
                        <a:pt x="1372" y="279"/>
                      </a:lnTo>
                      <a:lnTo>
                        <a:pt x="1374" y="280"/>
                      </a:lnTo>
                      <a:lnTo>
                        <a:pt x="1375" y="275"/>
                      </a:lnTo>
                      <a:lnTo>
                        <a:pt x="1377" y="276"/>
                      </a:lnTo>
                    </a:path>
                  </a:pathLst>
                </a:custGeom>
                <a:noFill/>
                <a:ln cap="flat" cmpd="sng" w="25400">
                  <a:solidFill>
                    <a:srgbClr val="A9A9A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4" name="Google Shape;1164;p19"/>
                <p:cNvSpPr/>
                <p:nvPr/>
              </p:nvSpPr>
              <p:spPr>
                <a:xfrm flipH="1" rot="10800000">
                  <a:off x="1125538" y="1731963"/>
                  <a:ext cx="3638550" cy="668338"/>
                </a:xfrm>
                <a:custGeom>
                  <a:rect b="b" l="l" r="r" t="t"/>
                  <a:pathLst>
                    <a:path extrusionOk="0" h="303" w="1377">
                      <a:moveTo>
                        <a:pt x="0" y="75"/>
                      </a:moveTo>
                      <a:lnTo>
                        <a:pt x="1" y="113"/>
                      </a:lnTo>
                      <a:lnTo>
                        <a:pt x="3" y="108"/>
                      </a:lnTo>
                      <a:lnTo>
                        <a:pt x="4" y="103"/>
                      </a:lnTo>
                      <a:lnTo>
                        <a:pt x="6" y="101"/>
                      </a:lnTo>
                      <a:lnTo>
                        <a:pt x="7" y="96"/>
                      </a:lnTo>
                      <a:lnTo>
                        <a:pt x="9" y="96"/>
                      </a:lnTo>
                      <a:lnTo>
                        <a:pt x="10" y="94"/>
                      </a:lnTo>
                      <a:lnTo>
                        <a:pt x="11" y="96"/>
                      </a:lnTo>
                      <a:lnTo>
                        <a:pt x="13" y="96"/>
                      </a:lnTo>
                      <a:lnTo>
                        <a:pt x="14" y="98"/>
                      </a:lnTo>
                      <a:lnTo>
                        <a:pt x="16" y="101"/>
                      </a:lnTo>
                      <a:lnTo>
                        <a:pt x="17" y="104"/>
                      </a:lnTo>
                      <a:lnTo>
                        <a:pt x="19" y="100"/>
                      </a:lnTo>
                      <a:lnTo>
                        <a:pt x="20" y="103"/>
                      </a:lnTo>
                      <a:lnTo>
                        <a:pt x="22" y="106"/>
                      </a:lnTo>
                      <a:lnTo>
                        <a:pt x="23" y="107"/>
                      </a:lnTo>
                      <a:lnTo>
                        <a:pt x="25" y="106"/>
                      </a:lnTo>
                      <a:lnTo>
                        <a:pt x="26" y="101"/>
                      </a:lnTo>
                      <a:lnTo>
                        <a:pt x="28" y="93"/>
                      </a:lnTo>
                      <a:lnTo>
                        <a:pt x="29" y="101"/>
                      </a:lnTo>
                      <a:lnTo>
                        <a:pt x="31" y="104"/>
                      </a:lnTo>
                      <a:lnTo>
                        <a:pt x="32" y="105"/>
                      </a:lnTo>
                      <a:lnTo>
                        <a:pt x="34" y="108"/>
                      </a:lnTo>
                      <a:lnTo>
                        <a:pt x="35" y="109"/>
                      </a:lnTo>
                      <a:lnTo>
                        <a:pt x="36" y="109"/>
                      </a:lnTo>
                      <a:lnTo>
                        <a:pt x="38" y="108"/>
                      </a:lnTo>
                      <a:lnTo>
                        <a:pt x="39" y="107"/>
                      </a:lnTo>
                      <a:lnTo>
                        <a:pt x="41" y="106"/>
                      </a:lnTo>
                      <a:lnTo>
                        <a:pt x="42" y="107"/>
                      </a:lnTo>
                      <a:lnTo>
                        <a:pt x="44" y="108"/>
                      </a:lnTo>
                      <a:lnTo>
                        <a:pt x="45" y="110"/>
                      </a:lnTo>
                      <a:lnTo>
                        <a:pt x="47" y="110"/>
                      </a:lnTo>
                      <a:lnTo>
                        <a:pt x="48" y="112"/>
                      </a:lnTo>
                      <a:lnTo>
                        <a:pt x="50" y="115"/>
                      </a:lnTo>
                      <a:lnTo>
                        <a:pt x="51" y="117"/>
                      </a:lnTo>
                      <a:lnTo>
                        <a:pt x="53" y="114"/>
                      </a:lnTo>
                      <a:lnTo>
                        <a:pt x="54" y="114"/>
                      </a:lnTo>
                      <a:lnTo>
                        <a:pt x="56" y="111"/>
                      </a:lnTo>
                      <a:lnTo>
                        <a:pt x="57" y="110"/>
                      </a:lnTo>
                      <a:lnTo>
                        <a:pt x="59" y="107"/>
                      </a:lnTo>
                      <a:lnTo>
                        <a:pt x="60" y="107"/>
                      </a:lnTo>
                      <a:lnTo>
                        <a:pt x="61" y="110"/>
                      </a:lnTo>
                      <a:lnTo>
                        <a:pt x="63" y="110"/>
                      </a:lnTo>
                      <a:lnTo>
                        <a:pt x="64" y="113"/>
                      </a:lnTo>
                      <a:lnTo>
                        <a:pt x="66" y="113"/>
                      </a:lnTo>
                      <a:lnTo>
                        <a:pt x="67" y="114"/>
                      </a:lnTo>
                      <a:lnTo>
                        <a:pt x="69" y="117"/>
                      </a:lnTo>
                      <a:lnTo>
                        <a:pt x="70" y="115"/>
                      </a:lnTo>
                      <a:lnTo>
                        <a:pt x="72" y="118"/>
                      </a:lnTo>
                      <a:lnTo>
                        <a:pt x="73" y="122"/>
                      </a:lnTo>
                      <a:lnTo>
                        <a:pt x="75" y="124"/>
                      </a:lnTo>
                      <a:lnTo>
                        <a:pt x="76" y="127"/>
                      </a:lnTo>
                      <a:lnTo>
                        <a:pt x="78" y="125"/>
                      </a:lnTo>
                      <a:lnTo>
                        <a:pt x="79" y="129"/>
                      </a:lnTo>
                      <a:lnTo>
                        <a:pt x="81" y="124"/>
                      </a:lnTo>
                      <a:lnTo>
                        <a:pt x="82" y="124"/>
                      </a:lnTo>
                      <a:lnTo>
                        <a:pt x="84" y="121"/>
                      </a:lnTo>
                      <a:lnTo>
                        <a:pt x="85" y="120"/>
                      </a:lnTo>
                      <a:lnTo>
                        <a:pt x="86" y="122"/>
                      </a:lnTo>
                      <a:lnTo>
                        <a:pt x="88" y="120"/>
                      </a:lnTo>
                      <a:lnTo>
                        <a:pt x="89" y="122"/>
                      </a:lnTo>
                      <a:lnTo>
                        <a:pt x="91" y="122"/>
                      </a:lnTo>
                      <a:lnTo>
                        <a:pt x="92" y="125"/>
                      </a:lnTo>
                      <a:lnTo>
                        <a:pt x="94" y="128"/>
                      </a:lnTo>
                      <a:lnTo>
                        <a:pt x="95" y="130"/>
                      </a:lnTo>
                      <a:lnTo>
                        <a:pt x="97" y="133"/>
                      </a:lnTo>
                      <a:lnTo>
                        <a:pt x="98" y="132"/>
                      </a:lnTo>
                      <a:lnTo>
                        <a:pt x="100" y="130"/>
                      </a:lnTo>
                      <a:lnTo>
                        <a:pt x="101" y="128"/>
                      </a:lnTo>
                      <a:lnTo>
                        <a:pt x="103" y="126"/>
                      </a:lnTo>
                      <a:lnTo>
                        <a:pt x="104" y="128"/>
                      </a:lnTo>
                      <a:lnTo>
                        <a:pt x="106" y="125"/>
                      </a:lnTo>
                      <a:lnTo>
                        <a:pt x="107" y="128"/>
                      </a:lnTo>
                      <a:lnTo>
                        <a:pt x="109" y="123"/>
                      </a:lnTo>
                      <a:lnTo>
                        <a:pt x="110" y="119"/>
                      </a:lnTo>
                      <a:lnTo>
                        <a:pt x="111" y="123"/>
                      </a:lnTo>
                      <a:lnTo>
                        <a:pt x="113" y="171"/>
                      </a:lnTo>
                      <a:lnTo>
                        <a:pt x="114" y="0"/>
                      </a:lnTo>
                      <a:lnTo>
                        <a:pt x="116" y="118"/>
                      </a:lnTo>
                      <a:lnTo>
                        <a:pt x="117" y="131"/>
                      </a:lnTo>
                      <a:lnTo>
                        <a:pt x="119" y="127"/>
                      </a:lnTo>
                      <a:lnTo>
                        <a:pt x="120" y="128"/>
                      </a:lnTo>
                      <a:lnTo>
                        <a:pt x="122" y="129"/>
                      </a:lnTo>
                      <a:lnTo>
                        <a:pt x="123" y="130"/>
                      </a:lnTo>
                      <a:lnTo>
                        <a:pt x="125" y="133"/>
                      </a:lnTo>
                      <a:lnTo>
                        <a:pt x="126" y="136"/>
                      </a:lnTo>
                      <a:lnTo>
                        <a:pt x="128" y="136"/>
                      </a:lnTo>
                      <a:lnTo>
                        <a:pt x="129" y="137"/>
                      </a:lnTo>
                      <a:lnTo>
                        <a:pt x="131" y="138"/>
                      </a:lnTo>
                      <a:lnTo>
                        <a:pt x="132" y="136"/>
                      </a:lnTo>
                      <a:lnTo>
                        <a:pt x="134" y="135"/>
                      </a:lnTo>
                      <a:lnTo>
                        <a:pt x="135" y="131"/>
                      </a:lnTo>
                      <a:lnTo>
                        <a:pt x="136" y="136"/>
                      </a:lnTo>
                      <a:lnTo>
                        <a:pt x="138" y="134"/>
                      </a:lnTo>
                      <a:lnTo>
                        <a:pt x="139" y="135"/>
                      </a:lnTo>
                      <a:lnTo>
                        <a:pt x="141" y="134"/>
                      </a:lnTo>
                      <a:lnTo>
                        <a:pt x="142" y="133"/>
                      </a:lnTo>
                      <a:lnTo>
                        <a:pt x="144" y="137"/>
                      </a:lnTo>
                      <a:lnTo>
                        <a:pt x="145" y="137"/>
                      </a:lnTo>
                      <a:lnTo>
                        <a:pt x="147" y="137"/>
                      </a:lnTo>
                      <a:lnTo>
                        <a:pt x="148" y="137"/>
                      </a:lnTo>
                      <a:lnTo>
                        <a:pt x="150" y="134"/>
                      </a:lnTo>
                      <a:lnTo>
                        <a:pt x="151" y="135"/>
                      </a:lnTo>
                      <a:lnTo>
                        <a:pt x="153" y="135"/>
                      </a:lnTo>
                      <a:lnTo>
                        <a:pt x="154" y="130"/>
                      </a:lnTo>
                      <a:lnTo>
                        <a:pt x="156" y="131"/>
                      </a:lnTo>
                      <a:lnTo>
                        <a:pt x="157" y="129"/>
                      </a:lnTo>
                      <a:lnTo>
                        <a:pt x="159" y="134"/>
                      </a:lnTo>
                      <a:lnTo>
                        <a:pt x="160" y="137"/>
                      </a:lnTo>
                      <a:lnTo>
                        <a:pt x="161" y="139"/>
                      </a:lnTo>
                      <a:lnTo>
                        <a:pt x="163" y="139"/>
                      </a:lnTo>
                      <a:lnTo>
                        <a:pt x="164" y="141"/>
                      </a:lnTo>
                      <a:lnTo>
                        <a:pt x="166" y="139"/>
                      </a:lnTo>
                      <a:lnTo>
                        <a:pt x="167" y="141"/>
                      </a:lnTo>
                      <a:lnTo>
                        <a:pt x="169" y="138"/>
                      </a:lnTo>
                      <a:lnTo>
                        <a:pt x="170" y="136"/>
                      </a:lnTo>
                      <a:lnTo>
                        <a:pt x="172" y="135"/>
                      </a:lnTo>
                      <a:lnTo>
                        <a:pt x="173" y="135"/>
                      </a:lnTo>
                      <a:lnTo>
                        <a:pt x="175" y="130"/>
                      </a:lnTo>
                      <a:lnTo>
                        <a:pt x="176" y="131"/>
                      </a:lnTo>
                      <a:lnTo>
                        <a:pt x="178" y="131"/>
                      </a:lnTo>
                      <a:lnTo>
                        <a:pt x="179" y="132"/>
                      </a:lnTo>
                      <a:lnTo>
                        <a:pt x="181" y="132"/>
                      </a:lnTo>
                      <a:lnTo>
                        <a:pt x="182" y="134"/>
                      </a:lnTo>
                      <a:lnTo>
                        <a:pt x="184" y="131"/>
                      </a:lnTo>
                      <a:lnTo>
                        <a:pt x="185" y="132"/>
                      </a:lnTo>
                      <a:lnTo>
                        <a:pt x="186" y="135"/>
                      </a:lnTo>
                      <a:lnTo>
                        <a:pt x="188" y="136"/>
                      </a:lnTo>
                      <a:lnTo>
                        <a:pt x="189" y="137"/>
                      </a:lnTo>
                      <a:lnTo>
                        <a:pt x="191" y="137"/>
                      </a:lnTo>
                      <a:lnTo>
                        <a:pt x="192" y="137"/>
                      </a:lnTo>
                      <a:lnTo>
                        <a:pt x="194" y="137"/>
                      </a:lnTo>
                      <a:lnTo>
                        <a:pt x="195" y="137"/>
                      </a:lnTo>
                      <a:lnTo>
                        <a:pt x="197" y="133"/>
                      </a:lnTo>
                      <a:lnTo>
                        <a:pt x="198" y="131"/>
                      </a:lnTo>
                      <a:lnTo>
                        <a:pt x="200" y="128"/>
                      </a:lnTo>
                      <a:lnTo>
                        <a:pt x="201" y="126"/>
                      </a:lnTo>
                      <a:lnTo>
                        <a:pt x="203" y="125"/>
                      </a:lnTo>
                      <a:lnTo>
                        <a:pt x="204" y="123"/>
                      </a:lnTo>
                      <a:lnTo>
                        <a:pt x="206" y="124"/>
                      </a:lnTo>
                      <a:lnTo>
                        <a:pt x="207" y="124"/>
                      </a:lnTo>
                      <a:lnTo>
                        <a:pt x="209" y="126"/>
                      </a:lnTo>
                      <a:lnTo>
                        <a:pt x="210" y="123"/>
                      </a:lnTo>
                      <a:lnTo>
                        <a:pt x="211" y="124"/>
                      </a:lnTo>
                      <a:lnTo>
                        <a:pt x="213" y="126"/>
                      </a:lnTo>
                      <a:lnTo>
                        <a:pt x="214" y="127"/>
                      </a:lnTo>
                      <a:lnTo>
                        <a:pt x="216" y="129"/>
                      </a:lnTo>
                      <a:lnTo>
                        <a:pt x="217" y="129"/>
                      </a:lnTo>
                      <a:lnTo>
                        <a:pt x="219" y="133"/>
                      </a:lnTo>
                      <a:lnTo>
                        <a:pt x="220" y="135"/>
                      </a:lnTo>
                      <a:lnTo>
                        <a:pt x="222" y="135"/>
                      </a:lnTo>
                      <a:lnTo>
                        <a:pt x="223" y="135"/>
                      </a:lnTo>
                      <a:lnTo>
                        <a:pt x="225" y="135"/>
                      </a:lnTo>
                      <a:lnTo>
                        <a:pt x="226" y="132"/>
                      </a:lnTo>
                      <a:lnTo>
                        <a:pt x="228" y="134"/>
                      </a:lnTo>
                      <a:lnTo>
                        <a:pt x="229" y="132"/>
                      </a:lnTo>
                      <a:lnTo>
                        <a:pt x="231" y="130"/>
                      </a:lnTo>
                      <a:lnTo>
                        <a:pt x="232" y="130"/>
                      </a:lnTo>
                      <a:lnTo>
                        <a:pt x="234" y="127"/>
                      </a:lnTo>
                      <a:lnTo>
                        <a:pt x="235" y="127"/>
                      </a:lnTo>
                      <a:lnTo>
                        <a:pt x="237" y="127"/>
                      </a:lnTo>
                      <a:lnTo>
                        <a:pt x="238" y="128"/>
                      </a:lnTo>
                      <a:lnTo>
                        <a:pt x="239" y="128"/>
                      </a:lnTo>
                      <a:lnTo>
                        <a:pt x="241" y="127"/>
                      </a:lnTo>
                      <a:lnTo>
                        <a:pt x="242" y="124"/>
                      </a:lnTo>
                      <a:lnTo>
                        <a:pt x="244" y="122"/>
                      </a:lnTo>
                      <a:lnTo>
                        <a:pt x="245" y="123"/>
                      </a:lnTo>
                      <a:lnTo>
                        <a:pt x="247" y="124"/>
                      </a:lnTo>
                      <a:lnTo>
                        <a:pt x="248" y="125"/>
                      </a:lnTo>
                      <a:lnTo>
                        <a:pt x="250" y="123"/>
                      </a:lnTo>
                      <a:lnTo>
                        <a:pt x="251" y="125"/>
                      </a:lnTo>
                      <a:lnTo>
                        <a:pt x="253" y="127"/>
                      </a:lnTo>
                      <a:lnTo>
                        <a:pt x="254" y="127"/>
                      </a:lnTo>
                      <a:lnTo>
                        <a:pt x="256" y="124"/>
                      </a:lnTo>
                      <a:lnTo>
                        <a:pt x="257" y="121"/>
                      </a:lnTo>
                      <a:lnTo>
                        <a:pt x="259" y="122"/>
                      </a:lnTo>
                      <a:lnTo>
                        <a:pt x="260" y="120"/>
                      </a:lnTo>
                      <a:lnTo>
                        <a:pt x="262" y="123"/>
                      </a:lnTo>
                      <a:lnTo>
                        <a:pt x="263" y="119"/>
                      </a:lnTo>
                      <a:lnTo>
                        <a:pt x="264" y="121"/>
                      </a:lnTo>
                      <a:lnTo>
                        <a:pt x="266" y="125"/>
                      </a:lnTo>
                      <a:lnTo>
                        <a:pt x="267" y="127"/>
                      </a:lnTo>
                      <a:lnTo>
                        <a:pt x="269" y="126"/>
                      </a:lnTo>
                      <a:lnTo>
                        <a:pt x="270" y="130"/>
                      </a:lnTo>
                      <a:lnTo>
                        <a:pt x="272" y="129"/>
                      </a:lnTo>
                      <a:lnTo>
                        <a:pt x="273" y="131"/>
                      </a:lnTo>
                      <a:lnTo>
                        <a:pt x="275" y="130"/>
                      </a:lnTo>
                      <a:lnTo>
                        <a:pt x="276" y="132"/>
                      </a:lnTo>
                      <a:lnTo>
                        <a:pt x="278" y="134"/>
                      </a:lnTo>
                      <a:lnTo>
                        <a:pt x="279" y="132"/>
                      </a:lnTo>
                      <a:lnTo>
                        <a:pt x="281" y="134"/>
                      </a:lnTo>
                      <a:lnTo>
                        <a:pt x="282" y="133"/>
                      </a:lnTo>
                      <a:lnTo>
                        <a:pt x="284" y="133"/>
                      </a:lnTo>
                      <a:lnTo>
                        <a:pt x="285" y="137"/>
                      </a:lnTo>
                      <a:lnTo>
                        <a:pt x="287" y="136"/>
                      </a:lnTo>
                      <a:lnTo>
                        <a:pt x="288" y="136"/>
                      </a:lnTo>
                      <a:lnTo>
                        <a:pt x="289" y="135"/>
                      </a:lnTo>
                      <a:lnTo>
                        <a:pt x="291" y="138"/>
                      </a:lnTo>
                      <a:lnTo>
                        <a:pt x="292" y="135"/>
                      </a:lnTo>
                      <a:lnTo>
                        <a:pt x="294" y="134"/>
                      </a:lnTo>
                      <a:lnTo>
                        <a:pt x="295" y="134"/>
                      </a:lnTo>
                      <a:lnTo>
                        <a:pt x="297" y="136"/>
                      </a:lnTo>
                      <a:lnTo>
                        <a:pt x="298" y="138"/>
                      </a:lnTo>
                      <a:lnTo>
                        <a:pt x="300" y="136"/>
                      </a:lnTo>
                      <a:lnTo>
                        <a:pt x="301" y="138"/>
                      </a:lnTo>
                      <a:lnTo>
                        <a:pt x="303" y="138"/>
                      </a:lnTo>
                      <a:lnTo>
                        <a:pt x="304" y="136"/>
                      </a:lnTo>
                      <a:lnTo>
                        <a:pt x="306" y="134"/>
                      </a:lnTo>
                      <a:lnTo>
                        <a:pt x="307" y="130"/>
                      </a:lnTo>
                      <a:lnTo>
                        <a:pt x="309" y="130"/>
                      </a:lnTo>
                      <a:lnTo>
                        <a:pt x="310" y="130"/>
                      </a:lnTo>
                      <a:lnTo>
                        <a:pt x="312" y="128"/>
                      </a:lnTo>
                      <a:lnTo>
                        <a:pt x="313" y="129"/>
                      </a:lnTo>
                      <a:lnTo>
                        <a:pt x="314" y="126"/>
                      </a:lnTo>
                      <a:lnTo>
                        <a:pt x="316" y="131"/>
                      </a:lnTo>
                      <a:lnTo>
                        <a:pt x="317" y="131"/>
                      </a:lnTo>
                      <a:lnTo>
                        <a:pt x="319" y="134"/>
                      </a:lnTo>
                      <a:lnTo>
                        <a:pt x="320" y="138"/>
                      </a:lnTo>
                      <a:lnTo>
                        <a:pt x="322" y="138"/>
                      </a:lnTo>
                      <a:lnTo>
                        <a:pt x="323" y="142"/>
                      </a:lnTo>
                      <a:lnTo>
                        <a:pt x="325" y="143"/>
                      </a:lnTo>
                      <a:lnTo>
                        <a:pt x="326" y="139"/>
                      </a:lnTo>
                      <a:lnTo>
                        <a:pt x="328" y="136"/>
                      </a:lnTo>
                      <a:lnTo>
                        <a:pt x="329" y="137"/>
                      </a:lnTo>
                      <a:lnTo>
                        <a:pt x="331" y="137"/>
                      </a:lnTo>
                      <a:lnTo>
                        <a:pt x="332" y="137"/>
                      </a:lnTo>
                      <a:lnTo>
                        <a:pt x="334" y="138"/>
                      </a:lnTo>
                      <a:lnTo>
                        <a:pt x="335" y="139"/>
                      </a:lnTo>
                      <a:lnTo>
                        <a:pt x="337" y="139"/>
                      </a:lnTo>
                      <a:lnTo>
                        <a:pt x="338" y="139"/>
                      </a:lnTo>
                      <a:lnTo>
                        <a:pt x="339" y="142"/>
                      </a:lnTo>
                      <a:lnTo>
                        <a:pt x="341" y="140"/>
                      </a:lnTo>
                      <a:lnTo>
                        <a:pt x="342" y="143"/>
                      </a:lnTo>
                      <a:lnTo>
                        <a:pt x="344" y="141"/>
                      </a:lnTo>
                      <a:lnTo>
                        <a:pt x="345" y="137"/>
                      </a:lnTo>
                      <a:lnTo>
                        <a:pt x="347" y="136"/>
                      </a:lnTo>
                      <a:lnTo>
                        <a:pt x="348" y="133"/>
                      </a:lnTo>
                      <a:lnTo>
                        <a:pt x="350" y="129"/>
                      </a:lnTo>
                      <a:lnTo>
                        <a:pt x="351" y="129"/>
                      </a:lnTo>
                      <a:lnTo>
                        <a:pt x="353" y="127"/>
                      </a:lnTo>
                      <a:lnTo>
                        <a:pt x="354" y="127"/>
                      </a:lnTo>
                      <a:lnTo>
                        <a:pt x="356" y="130"/>
                      </a:lnTo>
                      <a:lnTo>
                        <a:pt x="357" y="129"/>
                      </a:lnTo>
                      <a:lnTo>
                        <a:pt x="359" y="131"/>
                      </a:lnTo>
                      <a:lnTo>
                        <a:pt x="360" y="131"/>
                      </a:lnTo>
                      <a:lnTo>
                        <a:pt x="362" y="132"/>
                      </a:lnTo>
                      <a:lnTo>
                        <a:pt x="363" y="132"/>
                      </a:lnTo>
                      <a:lnTo>
                        <a:pt x="364" y="132"/>
                      </a:lnTo>
                      <a:lnTo>
                        <a:pt x="366" y="134"/>
                      </a:lnTo>
                      <a:lnTo>
                        <a:pt x="367" y="134"/>
                      </a:lnTo>
                      <a:lnTo>
                        <a:pt x="369" y="134"/>
                      </a:lnTo>
                      <a:lnTo>
                        <a:pt x="370" y="134"/>
                      </a:lnTo>
                      <a:lnTo>
                        <a:pt x="372" y="131"/>
                      </a:lnTo>
                      <a:lnTo>
                        <a:pt x="373" y="131"/>
                      </a:lnTo>
                      <a:lnTo>
                        <a:pt x="375" y="129"/>
                      </a:lnTo>
                      <a:lnTo>
                        <a:pt x="376" y="130"/>
                      </a:lnTo>
                      <a:lnTo>
                        <a:pt x="378" y="128"/>
                      </a:lnTo>
                      <a:lnTo>
                        <a:pt x="379" y="127"/>
                      </a:lnTo>
                      <a:lnTo>
                        <a:pt x="381" y="128"/>
                      </a:lnTo>
                      <a:lnTo>
                        <a:pt x="382" y="129"/>
                      </a:lnTo>
                      <a:lnTo>
                        <a:pt x="384" y="132"/>
                      </a:lnTo>
                      <a:lnTo>
                        <a:pt x="385" y="134"/>
                      </a:lnTo>
                      <a:lnTo>
                        <a:pt x="387" y="132"/>
                      </a:lnTo>
                      <a:lnTo>
                        <a:pt x="388" y="131"/>
                      </a:lnTo>
                      <a:lnTo>
                        <a:pt x="389" y="129"/>
                      </a:lnTo>
                      <a:lnTo>
                        <a:pt x="391" y="131"/>
                      </a:lnTo>
                      <a:lnTo>
                        <a:pt x="392" y="130"/>
                      </a:lnTo>
                      <a:lnTo>
                        <a:pt x="394" y="129"/>
                      </a:lnTo>
                      <a:lnTo>
                        <a:pt x="395" y="127"/>
                      </a:lnTo>
                      <a:lnTo>
                        <a:pt x="397" y="127"/>
                      </a:lnTo>
                      <a:lnTo>
                        <a:pt x="398" y="127"/>
                      </a:lnTo>
                      <a:lnTo>
                        <a:pt x="400" y="127"/>
                      </a:lnTo>
                      <a:lnTo>
                        <a:pt x="401" y="125"/>
                      </a:lnTo>
                      <a:lnTo>
                        <a:pt x="403" y="124"/>
                      </a:lnTo>
                      <a:lnTo>
                        <a:pt x="404" y="128"/>
                      </a:lnTo>
                      <a:lnTo>
                        <a:pt x="406" y="122"/>
                      </a:lnTo>
                      <a:lnTo>
                        <a:pt x="407" y="15"/>
                      </a:lnTo>
                      <a:lnTo>
                        <a:pt x="409" y="116"/>
                      </a:lnTo>
                      <a:lnTo>
                        <a:pt x="410" y="121"/>
                      </a:lnTo>
                      <a:lnTo>
                        <a:pt x="412" y="124"/>
                      </a:lnTo>
                      <a:lnTo>
                        <a:pt x="413" y="116"/>
                      </a:lnTo>
                      <a:lnTo>
                        <a:pt x="414" y="118"/>
                      </a:lnTo>
                      <a:lnTo>
                        <a:pt x="416" y="116"/>
                      </a:lnTo>
                      <a:lnTo>
                        <a:pt x="417" y="116"/>
                      </a:lnTo>
                      <a:lnTo>
                        <a:pt x="419" y="115"/>
                      </a:lnTo>
                      <a:lnTo>
                        <a:pt x="420" y="120"/>
                      </a:lnTo>
                      <a:lnTo>
                        <a:pt x="422" y="116"/>
                      </a:lnTo>
                      <a:lnTo>
                        <a:pt x="423" y="116"/>
                      </a:lnTo>
                      <a:lnTo>
                        <a:pt x="425" y="120"/>
                      </a:lnTo>
                      <a:lnTo>
                        <a:pt x="426" y="119"/>
                      </a:lnTo>
                      <a:lnTo>
                        <a:pt x="428" y="124"/>
                      </a:lnTo>
                      <a:lnTo>
                        <a:pt x="429" y="121"/>
                      </a:lnTo>
                      <a:lnTo>
                        <a:pt x="431" y="123"/>
                      </a:lnTo>
                      <a:lnTo>
                        <a:pt x="432" y="124"/>
                      </a:lnTo>
                      <a:lnTo>
                        <a:pt x="434" y="123"/>
                      </a:lnTo>
                      <a:lnTo>
                        <a:pt x="435" y="122"/>
                      </a:lnTo>
                      <a:lnTo>
                        <a:pt x="437" y="122"/>
                      </a:lnTo>
                      <a:lnTo>
                        <a:pt x="438" y="124"/>
                      </a:lnTo>
                      <a:lnTo>
                        <a:pt x="440" y="122"/>
                      </a:lnTo>
                      <a:lnTo>
                        <a:pt x="441" y="122"/>
                      </a:lnTo>
                      <a:lnTo>
                        <a:pt x="442" y="122"/>
                      </a:lnTo>
                      <a:lnTo>
                        <a:pt x="444" y="127"/>
                      </a:lnTo>
                      <a:lnTo>
                        <a:pt x="445" y="128"/>
                      </a:lnTo>
                      <a:lnTo>
                        <a:pt x="447" y="130"/>
                      </a:lnTo>
                      <a:lnTo>
                        <a:pt x="448" y="134"/>
                      </a:lnTo>
                      <a:lnTo>
                        <a:pt x="450" y="136"/>
                      </a:lnTo>
                      <a:lnTo>
                        <a:pt x="451" y="139"/>
                      </a:lnTo>
                      <a:lnTo>
                        <a:pt x="453" y="139"/>
                      </a:lnTo>
                      <a:lnTo>
                        <a:pt x="454" y="140"/>
                      </a:lnTo>
                      <a:lnTo>
                        <a:pt x="456" y="139"/>
                      </a:lnTo>
                      <a:lnTo>
                        <a:pt x="457" y="136"/>
                      </a:lnTo>
                      <a:lnTo>
                        <a:pt x="459" y="136"/>
                      </a:lnTo>
                      <a:lnTo>
                        <a:pt x="460" y="132"/>
                      </a:lnTo>
                      <a:lnTo>
                        <a:pt x="462" y="129"/>
                      </a:lnTo>
                      <a:lnTo>
                        <a:pt x="463" y="129"/>
                      </a:lnTo>
                      <a:lnTo>
                        <a:pt x="465" y="130"/>
                      </a:lnTo>
                      <a:lnTo>
                        <a:pt x="466" y="132"/>
                      </a:lnTo>
                      <a:lnTo>
                        <a:pt x="467" y="132"/>
                      </a:lnTo>
                      <a:lnTo>
                        <a:pt x="469" y="133"/>
                      </a:lnTo>
                      <a:lnTo>
                        <a:pt x="470" y="130"/>
                      </a:lnTo>
                      <a:lnTo>
                        <a:pt x="472" y="129"/>
                      </a:lnTo>
                      <a:lnTo>
                        <a:pt x="473" y="128"/>
                      </a:lnTo>
                      <a:lnTo>
                        <a:pt x="475" y="125"/>
                      </a:lnTo>
                      <a:lnTo>
                        <a:pt x="476" y="125"/>
                      </a:lnTo>
                      <a:lnTo>
                        <a:pt x="478" y="126"/>
                      </a:lnTo>
                      <a:lnTo>
                        <a:pt x="479" y="128"/>
                      </a:lnTo>
                      <a:lnTo>
                        <a:pt x="481" y="131"/>
                      </a:lnTo>
                      <a:lnTo>
                        <a:pt x="482" y="133"/>
                      </a:lnTo>
                      <a:lnTo>
                        <a:pt x="484" y="132"/>
                      </a:lnTo>
                      <a:lnTo>
                        <a:pt x="485" y="134"/>
                      </a:lnTo>
                      <a:lnTo>
                        <a:pt x="487" y="134"/>
                      </a:lnTo>
                      <a:lnTo>
                        <a:pt x="488" y="139"/>
                      </a:lnTo>
                      <a:lnTo>
                        <a:pt x="490" y="137"/>
                      </a:lnTo>
                      <a:lnTo>
                        <a:pt x="491" y="139"/>
                      </a:lnTo>
                      <a:lnTo>
                        <a:pt x="492" y="140"/>
                      </a:lnTo>
                      <a:lnTo>
                        <a:pt x="494" y="141"/>
                      </a:lnTo>
                      <a:lnTo>
                        <a:pt x="495" y="139"/>
                      </a:lnTo>
                      <a:lnTo>
                        <a:pt x="497" y="139"/>
                      </a:lnTo>
                      <a:lnTo>
                        <a:pt x="498" y="141"/>
                      </a:lnTo>
                      <a:lnTo>
                        <a:pt x="500" y="141"/>
                      </a:lnTo>
                      <a:lnTo>
                        <a:pt x="501" y="143"/>
                      </a:lnTo>
                      <a:lnTo>
                        <a:pt x="503" y="144"/>
                      </a:lnTo>
                      <a:lnTo>
                        <a:pt x="504" y="145"/>
                      </a:lnTo>
                      <a:lnTo>
                        <a:pt x="506" y="144"/>
                      </a:lnTo>
                      <a:lnTo>
                        <a:pt x="507" y="146"/>
                      </a:lnTo>
                      <a:lnTo>
                        <a:pt x="509" y="148"/>
                      </a:lnTo>
                      <a:lnTo>
                        <a:pt x="510" y="146"/>
                      </a:lnTo>
                      <a:lnTo>
                        <a:pt x="512" y="147"/>
                      </a:lnTo>
                      <a:lnTo>
                        <a:pt x="513" y="148"/>
                      </a:lnTo>
                      <a:lnTo>
                        <a:pt x="515" y="149"/>
                      </a:lnTo>
                      <a:lnTo>
                        <a:pt x="516" y="148"/>
                      </a:lnTo>
                      <a:lnTo>
                        <a:pt x="517" y="150"/>
                      </a:lnTo>
                      <a:lnTo>
                        <a:pt x="519" y="152"/>
                      </a:lnTo>
                      <a:lnTo>
                        <a:pt x="520" y="153"/>
                      </a:lnTo>
                      <a:lnTo>
                        <a:pt x="522" y="147"/>
                      </a:lnTo>
                      <a:lnTo>
                        <a:pt x="523" y="147"/>
                      </a:lnTo>
                      <a:lnTo>
                        <a:pt x="525" y="147"/>
                      </a:lnTo>
                      <a:lnTo>
                        <a:pt x="526" y="147"/>
                      </a:lnTo>
                      <a:lnTo>
                        <a:pt x="528" y="146"/>
                      </a:lnTo>
                      <a:lnTo>
                        <a:pt x="529" y="148"/>
                      </a:lnTo>
                      <a:lnTo>
                        <a:pt x="531" y="151"/>
                      </a:lnTo>
                      <a:lnTo>
                        <a:pt x="532" y="152"/>
                      </a:lnTo>
                      <a:lnTo>
                        <a:pt x="534" y="151"/>
                      </a:lnTo>
                      <a:lnTo>
                        <a:pt x="535" y="152"/>
                      </a:lnTo>
                      <a:lnTo>
                        <a:pt x="537" y="154"/>
                      </a:lnTo>
                      <a:lnTo>
                        <a:pt x="538" y="152"/>
                      </a:lnTo>
                      <a:lnTo>
                        <a:pt x="540" y="152"/>
                      </a:lnTo>
                      <a:lnTo>
                        <a:pt x="541" y="151"/>
                      </a:lnTo>
                      <a:lnTo>
                        <a:pt x="542" y="150"/>
                      </a:lnTo>
                      <a:lnTo>
                        <a:pt x="544" y="152"/>
                      </a:lnTo>
                      <a:lnTo>
                        <a:pt x="545" y="152"/>
                      </a:lnTo>
                      <a:lnTo>
                        <a:pt x="547" y="153"/>
                      </a:lnTo>
                      <a:lnTo>
                        <a:pt x="548" y="151"/>
                      </a:lnTo>
                      <a:lnTo>
                        <a:pt x="550" y="151"/>
                      </a:lnTo>
                      <a:lnTo>
                        <a:pt x="551" y="150"/>
                      </a:lnTo>
                      <a:lnTo>
                        <a:pt x="553" y="147"/>
                      </a:lnTo>
                      <a:lnTo>
                        <a:pt x="554" y="147"/>
                      </a:lnTo>
                      <a:lnTo>
                        <a:pt x="556" y="145"/>
                      </a:lnTo>
                      <a:lnTo>
                        <a:pt x="557" y="147"/>
                      </a:lnTo>
                      <a:lnTo>
                        <a:pt x="559" y="148"/>
                      </a:lnTo>
                      <a:lnTo>
                        <a:pt x="560" y="152"/>
                      </a:lnTo>
                      <a:lnTo>
                        <a:pt x="562" y="154"/>
                      </a:lnTo>
                      <a:lnTo>
                        <a:pt x="563" y="156"/>
                      </a:lnTo>
                      <a:lnTo>
                        <a:pt x="565" y="155"/>
                      </a:lnTo>
                      <a:lnTo>
                        <a:pt x="566" y="156"/>
                      </a:lnTo>
                      <a:lnTo>
                        <a:pt x="567" y="157"/>
                      </a:lnTo>
                      <a:lnTo>
                        <a:pt x="569" y="156"/>
                      </a:lnTo>
                      <a:lnTo>
                        <a:pt x="570" y="159"/>
                      </a:lnTo>
                      <a:lnTo>
                        <a:pt x="572" y="159"/>
                      </a:lnTo>
                      <a:lnTo>
                        <a:pt x="573" y="163"/>
                      </a:lnTo>
                      <a:lnTo>
                        <a:pt x="575" y="164"/>
                      </a:lnTo>
                      <a:lnTo>
                        <a:pt x="576" y="165"/>
                      </a:lnTo>
                      <a:lnTo>
                        <a:pt x="578" y="168"/>
                      </a:lnTo>
                      <a:lnTo>
                        <a:pt x="579" y="165"/>
                      </a:lnTo>
                      <a:lnTo>
                        <a:pt x="581" y="162"/>
                      </a:lnTo>
                      <a:lnTo>
                        <a:pt x="582" y="160"/>
                      </a:lnTo>
                      <a:lnTo>
                        <a:pt x="584" y="161"/>
                      </a:lnTo>
                      <a:lnTo>
                        <a:pt x="585" y="159"/>
                      </a:lnTo>
                      <a:lnTo>
                        <a:pt x="587" y="158"/>
                      </a:lnTo>
                      <a:lnTo>
                        <a:pt x="588" y="161"/>
                      </a:lnTo>
                      <a:lnTo>
                        <a:pt x="590" y="164"/>
                      </a:lnTo>
                      <a:lnTo>
                        <a:pt x="591" y="165"/>
                      </a:lnTo>
                      <a:lnTo>
                        <a:pt x="592" y="163"/>
                      </a:lnTo>
                      <a:lnTo>
                        <a:pt x="594" y="163"/>
                      </a:lnTo>
                      <a:lnTo>
                        <a:pt x="595" y="164"/>
                      </a:lnTo>
                      <a:lnTo>
                        <a:pt x="597" y="164"/>
                      </a:lnTo>
                      <a:lnTo>
                        <a:pt x="598" y="161"/>
                      </a:lnTo>
                      <a:lnTo>
                        <a:pt x="600" y="161"/>
                      </a:lnTo>
                      <a:lnTo>
                        <a:pt x="601" y="161"/>
                      </a:lnTo>
                      <a:lnTo>
                        <a:pt x="603" y="162"/>
                      </a:lnTo>
                      <a:lnTo>
                        <a:pt x="604" y="159"/>
                      </a:lnTo>
                      <a:lnTo>
                        <a:pt x="606" y="160"/>
                      </a:lnTo>
                      <a:lnTo>
                        <a:pt x="607" y="161"/>
                      </a:lnTo>
                      <a:lnTo>
                        <a:pt x="609" y="159"/>
                      </a:lnTo>
                      <a:lnTo>
                        <a:pt x="610" y="159"/>
                      </a:lnTo>
                      <a:lnTo>
                        <a:pt x="612" y="159"/>
                      </a:lnTo>
                      <a:lnTo>
                        <a:pt x="613" y="158"/>
                      </a:lnTo>
                      <a:lnTo>
                        <a:pt x="615" y="155"/>
                      </a:lnTo>
                      <a:lnTo>
                        <a:pt x="616" y="156"/>
                      </a:lnTo>
                      <a:lnTo>
                        <a:pt x="617" y="157"/>
                      </a:lnTo>
                      <a:lnTo>
                        <a:pt x="619" y="157"/>
                      </a:lnTo>
                      <a:lnTo>
                        <a:pt x="620" y="160"/>
                      </a:lnTo>
                      <a:lnTo>
                        <a:pt x="622" y="157"/>
                      </a:lnTo>
                      <a:lnTo>
                        <a:pt x="623" y="157"/>
                      </a:lnTo>
                      <a:lnTo>
                        <a:pt x="625" y="159"/>
                      </a:lnTo>
                      <a:lnTo>
                        <a:pt x="626" y="160"/>
                      </a:lnTo>
                      <a:lnTo>
                        <a:pt x="628" y="158"/>
                      </a:lnTo>
                      <a:lnTo>
                        <a:pt x="629" y="160"/>
                      </a:lnTo>
                      <a:lnTo>
                        <a:pt x="631" y="160"/>
                      </a:lnTo>
                      <a:lnTo>
                        <a:pt x="632" y="163"/>
                      </a:lnTo>
                      <a:lnTo>
                        <a:pt x="634" y="165"/>
                      </a:lnTo>
                      <a:lnTo>
                        <a:pt x="635" y="168"/>
                      </a:lnTo>
                      <a:lnTo>
                        <a:pt x="637" y="171"/>
                      </a:lnTo>
                      <a:lnTo>
                        <a:pt x="638" y="174"/>
                      </a:lnTo>
                      <a:lnTo>
                        <a:pt x="640" y="174"/>
                      </a:lnTo>
                      <a:lnTo>
                        <a:pt x="641" y="178"/>
                      </a:lnTo>
                      <a:lnTo>
                        <a:pt x="643" y="178"/>
                      </a:lnTo>
                      <a:lnTo>
                        <a:pt x="644" y="178"/>
                      </a:lnTo>
                      <a:lnTo>
                        <a:pt x="645" y="177"/>
                      </a:lnTo>
                      <a:lnTo>
                        <a:pt x="647" y="177"/>
                      </a:lnTo>
                      <a:lnTo>
                        <a:pt x="648" y="174"/>
                      </a:lnTo>
                      <a:lnTo>
                        <a:pt x="650" y="172"/>
                      </a:lnTo>
                      <a:lnTo>
                        <a:pt x="651" y="167"/>
                      </a:lnTo>
                      <a:lnTo>
                        <a:pt x="653" y="166"/>
                      </a:lnTo>
                      <a:lnTo>
                        <a:pt x="654" y="169"/>
                      </a:lnTo>
                      <a:lnTo>
                        <a:pt x="656" y="168"/>
                      </a:lnTo>
                      <a:lnTo>
                        <a:pt x="657" y="167"/>
                      </a:lnTo>
                      <a:lnTo>
                        <a:pt x="659" y="170"/>
                      </a:lnTo>
                      <a:lnTo>
                        <a:pt x="660" y="171"/>
                      </a:lnTo>
                      <a:lnTo>
                        <a:pt x="662" y="173"/>
                      </a:lnTo>
                      <a:lnTo>
                        <a:pt x="663" y="175"/>
                      </a:lnTo>
                      <a:lnTo>
                        <a:pt x="665" y="173"/>
                      </a:lnTo>
                      <a:lnTo>
                        <a:pt x="666" y="172"/>
                      </a:lnTo>
                      <a:lnTo>
                        <a:pt x="668" y="176"/>
                      </a:lnTo>
                      <a:lnTo>
                        <a:pt x="669" y="172"/>
                      </a:lnTo>
                      <a:lnTo>
                        <a:pt x="670" y="173"/>
                      </a:lnTo>
                      <a:lnTo>
                        <a:pt x="672" y="173"/>
                      </a:lnTo>
                      <a:lnTo>
                        <a:pt x="673" y="175"/>
                      </a:lnTo>
                      <a:lnTo>
                        <a:pt x="675" y="173"/>
                      </a:lnTo>
                      <a:lnTo>
                        <a:pt x="676" y="175"/>
                      </a:lnTo>
                      <a:lnTo>
                        <a:pt x="678" y="174"/>
                      </a:lnTo>
                      <a:lnTo>
                        <a:pt x="679" y="175"/>
                      </a:lnTo>
                      <a:lnTo>
                        <a:pt x="681" y="171"/>
                      </a:lnTo>
                      <a:lnTo>
                        <a:pt x="682" y="169"/>
                      </a:lnTo>
                      <a:lnTo>
                        <a:pt x="684" y="171"/>
                      </a:lnTo>
                      <a:lnTo>
                        <a:pt x="685" y="170"/>
                      </a:lnTo>
                      <a:lnTo>
                        <a:pt x="687" y="169"/>
                      </a:lnTo>
                      <a:lnTo>
                        <a:pt x="688" y="169"/>
                      </a:lnTo>
                      <a:lnTo>
                        <a:pt x="690" y="172"/>
                      </a:lnTo>
                      <a:lnTo>
                        <a:pt x="691" y="175"/>
                      </a:lnTo>
                      <a:lnTo>
                        <a:pt x="693" y="177"/>
                      </a:lnTo>
                      <a:lnTo>
                        <a:pt x="694" y="179"/>
                      </a:lnTo>
                      <a:lnTo>
                        <a:pt x="695" y="181"/>
                      </a:lnTo>
                      <a:lnTo>
                        <a:pt x="697" y="181"/>
                      </a:lnTo>
                      <a:lnTo>
                        <a:pt x="698" y="182"/>
                      </a:lnTo>
                      <a:lnTo>
                        <a:pt x="700" y="183"/>
                      </a:lnTo>
                      <a:lnTo>
                        <a:pt x="701" y="184"/>
                      </a:lnTo>
                      <a:lnTo>
                        <a:pt x="703" y="185"/>
                      </a:lnTo>
                      <a:lnTo>
                        <a:pt x="704" y="187"/>
                      </a:lnTo>
                      <a:lnTo>
                        <a:pt x="706" y="187"/>
                      </a:lnTo>
                      <a:lnTo>
                        <a:pt x="707" y="189"/>
                      </a:lnTo>
                      <a:lnTo>
                        <a:pt x="709" y="194"/>
                      </a:lnTo>
                      <a:lnTo>
                        <a:pt x="710" y="195"/>
                      </a:lnTo>
                      <a:lnTo>
                        <a:pt x="712" y="197"/>
                      </a:lnTo>
                      <a:lnTo>
                        <a:pt x="713" y="197"/>
                      </a:lnTo>
                      <a:lnTo>
                        <a:pt x="715" y="197"/>
                      </a:lnTo>
                      <a:lnTo>
                        <a:pt x="716" y="197"/>
                      </a:lnTo>
                      <a:lnTo>
                        <a:pt x="718" y="195"/>
                      </a:lnTo>
                      <a:lnTo>
                        <a:pt x="719" y="192"/>
                      </a:lnTo>
                      <a:lnTo>
                        <a:pt x="720" y="190"/>
                      </a:lnTo>
                      <a:lnTo>
                        <a:pt x="722" y="187"/>
                      </a:lnTo>
                      <a:lnTo>
                        <a:pt x="723" y="185"/>
                      </a:lnTo>
                      <a:lnTo>
                        <a:pt x="725" y="184"/>
                      </a:lnTo>
                      <a:lnTo>
                        <a:pt x="726" y="184"/>
                      </a:lnTo>
                      <a:lnTo>
                        <a:pt x="728" y="184"/>
                      </a:lnTo>
                      <a:lnTo>
                        <a:pt x="729" y="185"/>
                      </a:lnTo>
                      <a:lnTo>
                        <a:pt x="731" y="185"/>
                      </a:lnTo>
                      <a:lnTo>
                        <a:pt x="732" y="187"/>
                      </a:lnTo>
                      <a:lnTo>
                        <a:pt x="734" y="193"/>
                      </a:lnTo>
                      <a:lnTo>
                        <a:pt x="735" y="195"/>
                      </a:lnTo>
                      <a:lnTo>
                        <a:pt x="737" y="196"/>
                      </a:lnTo>
                      <a:lnTo>
                        <a:pt x="738" y="196"/>
                      </a:lnTo>
                      <a:lnTo>
                        <a:pt x="740" y="195"/>
                      </a:lnTo>
                      <a:lnTo>
                        <a:pt x="741" y="196"/>
                      </a:lnTo>
                      <a:lnTo>
                        <a:pt x="743" y="195"/>
                      </a:lnTo>
                      <a:lnTo>
                        <a:pt x="744" y="192"/>
                      </a:lnTo>
                      <a:lnTo>
                        <a:pt x="745" y="192"/>
                      </a:lnTo>
                      <a:lnTo>
                        <a:pt x="747" y="193"/>
                      </a:lnTo>
                      <a:lnTo>
                        <a:pt x="748" y="195"/>
                      </a:lnTo>
                      <a:lnTo>
                        <a:pt x="750" y="198"/>
                      </a:lnTo>
                      <a:lnTo>
                        <a:pt x="751" y="200"/>
                      </a:lnTo>
                      <a:lnTo>
                        <a:pt x="753" y="195"/>
                      </a:lnTo>
                      <a:lnTo>
                        <a:pt x="754" y="197"/>
                      </a:lnTo>
                      <a:lnTo>
                        <a:pt x="756" y="194"/>
                      </a:lnTo>
                      <a:lnTo>
                        <a:pt x="757" y="191"/>
                      </a:lnTo>
                      <a:lnTo>
                        <a:pt x="759" y="190"/>
                      </a:lnTo>
                      <a:lnTo>
                        <a:pt x="760" y="189"/>
                      </a:lnTo>
                      <a:lnTo>
                        <a:pt x="762" y="189"/>
                      </a:lnTo>
                      <a:lnTo>
                        <a:pt x="763" y="190"/>
                      </a:lnTo>
                      <a:lnTo>
                        <a:pt x="765" y="192"/>
                      </a:lnTo>
                      <a:lnTo>
                        <a:pt x="766" y="194"/>
                      </a:lnTo>
                      <a:lnTo>
                        <a:pt x="768" y="195"/>
                      </a:lnTo>
                      <a:lnTo>
                        <a:pt x="769" y="197"/>
                      </a:lnTo>
                      <a:lnTo>
                        <a:pt x="770" y="196"/>
                      </a:lnTo>
                      <a:lnTo>
                        <a:pt x="772" y="198"/>
                      </a:lnTo>
                      <a:lnTo>
                        <a:pt x="773" y="200"/>
                      </a:lnTo>
                      <a:lnTo>
                        <a:pt x="775" y="203"/>
                      </a:lnTo>
                      <a:lnTo>
                        <a:pt x="776" y="203"/>
                      </a:lnTo>
                      <a:lnTo>
                        <a:pt x="778" y="203"/>
                      </a:lnTo>
                      <a:lnTo>
                        <a:pt x="779" y="202"/>
                      </a:lnTo>
                      <a:lnTo>
                        <a:pt x="781" y="201"/>
                      </a:lnTo>
                      <a:lnTo>
                        <a:pt x="782" y="200"/>
                      </a:lnTo>
                      <a:lnTo>
                        <a:pt x="784" y="197"/>
                      </a:lnTo>
                      <a:lnTo>
                        <a:pt x="785" y="194"/>
                      </a:lnTo>
                      <a:lnTo>
                        <a:pt x="787" y="197"/>
                      </a:lnTo>
                      <a:lnTo>
                        <a:pt x="788" y="196"/>
                      </a:lnTo>
                      <a:lnTo>
                        <a:pt x="790" y="199"/>
                      </a:lnTo>
                      <a:lnTo>
                        <a:pt x="791" y="202"/>
                      </a:lnTo>
                      <a:lnTo>
                        <a:pt x="793" y="205"/>
                      </a:lnTo>
                      <a:lnTo>
                        <a:pt x="794" y="207"/>
                      </a:lnTo>
                      <a:lnTo>
                        <a:pt x="795" y="208"/>
                      </a:lnTo>
                      <a:lnTo>
                        <a:pt x="797" y="208"/>
                      </a:lnTo>
                      <a:lnTo>
                        <a:pt x="798" y="207"/>
                      </a:lnTo>
                      <a:lnTo>
                        <a:pt x="800" y="210"/>
                      </a:lnTo>
                      <a:lnTo>
                        <a:pt x="801" y="208"/>
                      </a:lnTo>
                      <a:lnTo>
                        <a:pt x="803" y="206"/>
                      </a:lnTo>
                      <a:lnTo>
                        <a:pt x="804" y="207"/>
                      </a:lnTo>
                      <a:lnTo>
                        <a:pt x="806" y="208"/>
                      </a:lnTo>
                      <a:lnTo>
                        <a:pt x="807" y="208"/>
                      </a:lnTo>
                      <a:lnTo>
                        <a:pt x="809" y="207"/>
                      </a:lnTo>
                      <a:lnTo>
                        <a:pt x="810" y="204"/>
                      </a:lnTo>
                      <a:lnTo>
                        <a:pt x="812" y="206"/>
                      </a:lnTo>
                      <a:lnTo>
                        <a:pt x="813" y="206"/>
                      </a:lnTo>
                      <a:lnTo>
                        <a:pt x="815" y="204"/>
                      </a:lnTo>
                      <a:lnTo>
                        <a:pt x="816" y="201"/>
                      </a:lnTo>
                      <a:lnTo>
                        <a:pt x="818" y="201"/>
                      </a:lnTo>
                      <a:lnTo>
                        <a:pt x="819" y="205"/>
                      </a:lnTo>
                      <a:lnTo>
                        <a:pt x="820" y="205"/>
                      </a:lnTo>
                      <a:lnTo>
                        <a:pt x="822" y="208"/>
                      </a:lnTo>
                      <a:lnTo>
                        <a:pt x="823" y="209"/>
                      </a:lnTo>
                      <a:lnTo>
                        <a:pt x="825" y="207"/>
                      </a:lnTo>
                      <a:lnTo>
                        <a:pt x="826" y="209"/>
                      </a:lnTo>
                      <a:lnTo>
                        <a:pt x="828" y="208"/>
                      </a:lnTo>
                      <a:lnTo>
                        <a:pt x="829" y="210"/>
                      </a:lnTo>
                      <a:lnTo>
                        <a:pt x="831" y="212"/>
                      </a:lnTo>
                      <a:lnTo>
                        <a:pt x="832" y="217"/>
                      </a:lnTo>
                      <a:lnTo>
                        <a:pt x="834" y="216"/>
                      </a:lnTo>
                      <a:lnTo>
                        <a:pt x="835" y="216"/>
                      </a:lnTo>
                      <a:lnTo>
                        <a:pt x="837" y="216"/>
                      </a:lnTo>
                      <a:lnTo>
                        <a:pt x="838" y="214"/>
                      </a:lnTo>
                      <a:lnTo>
                        <a:pt x="840" y="212"/>
                      </a:lnTo>
                      <a:lnTo>
                        <a:pt x="841" y="211"/>
                      </a:lnTo>
                      <a:lnTo>
                        <a:pt x="843" y="207"/>
                      </a:lnTo>
                      <a:lnTo>
                        <a:pt x="844" y="203"/>
                      </a:lnTo>
                      <a:lnTo>
                        <a:pt x="846" y="205"/>
                      </a:lnTo>
                      <a:lnTo>
                        <a:pt x="847" y="208"/>
                      </a:lnTo>
                      <a:lnTo>
                        <a:pt x="848" y="208"/>
                      </a:lnTo>
                      <a:lnTo>
                        <a:pt x="850" y="211"/>
                      </a:lnTo>
                      <a:lnTo>
                        <a:pt x="851" y="211"/>
                      </a:lnTo>
                      <a:lnTo>
                        <a:pt x="853" y="214"/>
                      </a:lnTo>
                      <a:lnTo>
                        <a:pt x="854" y="213"/>
                      </a:lnTo>
                      <a:lnTo>
                        <a:pt x="856" y="212"/>
                      </a:lnTo>
                      <a:lnTo>
                        <a:pt x="857" y="208"/>
                      </a:lnTo>
                      <a:lnTo>
                        <a:pt x="859" y="206"/>
                      </a:lnTo>
                      <a:lnTo>
                        <a:pt x="860" y="210"/>
                      </a:lnTo>
                      <a:lnTo>
                        <a:pt x="862" y="209"/>
                      </a:lnTo>
                      <a:lnTo>
                        <a:pt x="863" y="210"/>
                      </a:lnTo>
                      <a:lnTo>
                        <a:pt x="865" y="210"/>
                      </a:lnTo>
                      <a:lnTo>
                        <a:pt x="866" y="213"/>
                      </a:lnTo>
                      <a:lnTo>
                        <a:pt x="868" y="214"/>
                      </a:lnTo>
                      <a:lnTo>
                        <a:pt x="869" y="216"/>
                      </a:lnTo>
                      <a:lnTo>
                        <a:pt x="871" y="216"/>
                      </a:lnTo>
                      <a:lnTo>
                        <a:pt x="872" y="218"/>
                      </a:lnTo>
                      <a:lnTo>
                        <a:pt x="873" y="219"/>
                      </a:lnTo>
                      <a:lnTo>
                        <a:pt x="875" y="217"/>
                      </a:lnTo>
                      <a:lnTo>
                        <a:pt x="876" y="216"/>
                      </a:lnTo>
                      <a:lnTo>
                        <a:pt x="878" y="214"/>
                      </a:lnTo>
                      <a:lnTo>
                        <a:pt x="879" y="218"/>
                      </a:lnTo>
                      <a:lnTo>
                        <a:pt x="881" y="214"/>
                      </a:lnTo>
                      <a:lnTo>
                        <a:pt x="882" y="211"/>
                      </a:lnTo>
                      <a:lnTo>
                        <a:pt x="884" y="213"/>
                      </a:lnTo>
                      <a:lnTo>
                        <a:pt x="885" y="214"/>
                      </a:lnTo>
                      <a:lnTo>
                        <a:pt x="887" y="213"/>
                      </a:lnTo>
                      <a:lnTo>
                        <a:pt x="888" y="213"/>
                      </a:lnTo>
                      <a:lnTo>
                        <a:pt x="890" y="211"/>
                      </a:lnTo>
                      <a:lnTo>
                        <a:pt x="891" y="215"/>
                      </a:lnTo>
                      <a:lnTo>
                        <a:pt x="893" y="213"/>
                      </a:lnTo>
                      <a:lnTo>
                        <a:pt x="894" y="217"/>
                      </a:lnTo>
                      <a:lnTo>
                        <a:pt x="896" y="217"/>
                      </a:lnTo>
                      <a:lnTo>
                        <a:pt x="897" y="222"/>
                      </a:lnTo>
                      <a:lnTo>
                        <a:pt x="898" y="224"/>
                      </a:lnTo>
                      <a:lnTo>
                        <a:pt x="900" y="222"/>
                      </a:lnTo>
                      <a:lnTo>
                        <a:pt x="901" y="223"/>
                      </a:lnTo>
                      <a:lnTo>
                        <a:pt x="903" y="220"/>
                      </a:lnTo>
                      <a:lnTo>
                        <a:pt x="904" y="221"/>
                      </a:lnTo>
                      <a:lnTo>
                        <a:pt x="906" y="221"/>
                      </a:lnTo>
                      <a:lnTo>
                        <a:pt x="907" y="216"/>
                      </a:lnTo>
                      <a:lnTo>
                        <a:pt x="909" y="216"/>
                      </a:lnTo>
                      <a:lnTo>
                        <a:pt x="910" y="217"/>
                      </a:lnTo>
                      <a:lnTo>
                        <a:pt x="912" y="213"/>
                      </a:lnTo>
                      <a:lnTo>
                        <a:pt x="913" y="215"/>
                      </a:lnTo>
                      <a:lnTo>
                        <a:pt x="915" y="214"/>
                      </a:lnTo>
                      <a:lnTo>
                        <a:pt x="916" y="215"/>
                      </a:lnTo>
                      <a:lnTo>
                        <a:pt x="918" y="218"/>
                      </a:lnTo>
                      <a:lnTo>
                        <a:pt x="919" y="219"/>
                      </a:lnTo>
                      <a:lnTo>
                        <a:pt x="921" y="221"/>
                      </a:lnTo>
                      <a:lnTo>
                        <a:pt x="922" y="221"/>
                      </a:lnTo>
                      <a:lnTo>
                        <a:pt x="923" y="220"/>
                      </a:lnTo>
                      <a:lnTo>
                        <a:pt x="925" y="220"/>
                      </a:lnTo>
                      <a:lnTo>
                        <a:pt x="926" y="222"/>
                      </a:lnTo>
                      <a:lnTo>
                        <a:pt x="928" y="223"/>
                      </a:lnTo>
                      <a:lnTo>
                        <a:pt x="929" y="223"/>
                      </a:lnTo>
                      <a:lnTo>
                        <a:pt x="931" y="224"/>
                      </a:lnTo>
                      <a:lnTo>
                        <a:pt x="932" y="222"/>
                      </a:lnTo>
                      <a:lnTo>
                        <a:pt x="934" y="222"/>
                      </a:lnTo>
                      <a:lnTo>
                        <a:pt x="935" y="222"/>
                      </a:lnTo>
                      <a:lnTo>
                        <a:pt x="937" y="219"/>
                      </a:lnTo>
                      <a:lnTo>
                        <a:pt x="938" y="220"/>
                      </a:lnTo>
                      <a:lnTo>
                        <a:pt x="940" y="222"/>
                      </a:lnTo>
                      <a:lnTo>
                        <a:pt x="941" y="222"/>
                      </a:lnTo>
                      <a:lnTo>
                        <a:pt x="943" y="223"/>
                      </a:lnTo>
                      <a:lnTo>
                        <a:pt x="944" y="222"/>
                      </a:lnTo>
                      <a:lnTo>
                        <a:pt x="946" y="222"/>
                      </a:lnTo>
                      <a:lnTo>
                        <a:pt x="947" y="222"/>
                      </a:lnTo>
                      <a:lnTo>
                        <a:pt x="948" y="223"/>
                      </a:lnTo>
                      <a:lnTo>
                        <a:pt x="950" y="221"/>
                      </a:lnTo>
                      <a:lnTo>
                        <a:pt x="951" y="223"/>
                      </a:lnTo>
                      <a:lnTo>
                        <a:pt x="953" y="222"/>
                      </a:lnTo>
                      <a:lnTo>
                        <a:pt x="954" y="222"/>
                      </a:lnTo>
                      <a:lnTo>
                        <a:pt x="956" y="223"/>
                      </a:lnTo>
                      <a:lnTo>
                        <a:pt x="957" y="223"/>
                      </a:lnTo>
                      <a:lnTo>
                        <a:pt x="959" y="224"/>
                      </a:lnTo>
                      <a:lnTo>
                        <a:pt x="960" y="224"/>
                      </a:lnTo>
                      <a:lnTo>
                        <a:pt x="962" y="224"/>
                      </a:lnTo>
                      <a:lnTo>
                        <a:pt x="963" y="222"/>
                      </a:lnTo>
                      <a:lnTo>
                        <a:pt x="965" y="222"/>
                      </a:lnTo>
                      <a:lnTo>
                        <a:pt x="966" y="224"/>
                      </a:lnTo>
                      <a:lnTo>
                        <a:pt x="968" y="224"/>
                      </a:lnTo>
                      <a:lnTo>
                        <a:pt x="969" y="222"/>
                      </a:lnTo>
                      <a:lnTo>
                        <a:pt x="971" y="224"/>
                      </a:lnTo>
                      <a:lnTo>
                        <a:pt x="972" y="225"/>
                      </a:lnTo>
                      <a:lnTo>
                        <a:pt x="973" y="226"/>
                      </a:lnTo>
                      <a:lnTo>
                        <a:pt x="975" y="226"/>
                      </a:lnTo>
                      <a:lnTo>
                        <a:pt x="976" y="226"/>
                      </a:lnTo>
                      <a:lnTo>
                        <a:pt x="978" y="225"/>
                      </a:lnTo>
                      <a:lnTo>
                        <a:pt x="979" y="225"/>
                      </a:lnTo>
                      <a:lnTo>
                        <a:pt x="981" y="228"/>
                      </a:lnTo>
                      <a:lnTo>
                        <a:pt x="982" y="227"/>
                      </a:lnTo>
                      <a:lnTo>
                        <a:pt x="984" y="224"/>
                      </a:lnTo>
                      <a:lnTo>
                        <a:pt x="985" y="224"/>
                      </a:lnTo>
                      <a:lnTo>
                        <a:pt x="987" y="223"/>
                      </a:lnTo>
                      <a:lnTo>
                        <a:pt x="988" y="223"/>
                      </a:lnTo>
                      <a:lnTo>
                        <a:pt x="990" y="224"/>
                      </a:lnTo>
                      <a:lnTo>
                        <a:pt x="991" y="222"/>
                      </a:lnTo>
                      <a:lnTo>
                        <a:pt x="993" y="224"/>
                      </a:lnTo>
                      <a:lnTo>
                        <a:pt x="994" y="225"/>
                      </a:lnTo>
                      <a:lnTo>
                        <a:pt x="996" y="227"/>
                      </a:lnTo>
                      <a:lnTo>
                        <a:pt x="997" y="228"/>
                      </a:lnTo>
                      <a:lnTo>
                        <a:pt x="998" y="229"/>
                      </a:lnTo>
                      <a:lnTo>
                        <a:pt x="1000" y="229"/>
                      </a:lnTo>
                      <a:lnTo>
                        <a:pt x="1001" y="230"/>
                      </a:lnTo>
                      <a:lnTo>
                        <a:pt x="1003" y="228"/>
                      </a:lnTo>
                      <a:lnTo>
                        <a:pt x="1004" y="230"/>
                      </a:lnTo>
                      <a:lnTo>
                        <a:pt x="1006" y="228"/>
                      </a:lnTo>
                      <a:lnTo>
                        <a:pt x="1007" y="231"/>
                      </a:lnTo>
                      <a:lnTo>
                        <a:pt x="1009" y="234"/>
                      </a:lnTo>
                      <a:lnTo>
                        <a:pt x="1010" y="237"/>
                      </a:lnTo>
                      <a:lnTo>
                        <a:pt x="1012" y="238"/>
                      </a:lnTo>
                      <a:lnTo>
                        <a:pt x="1013" y="238"/>
                      </a:lnTo>
                      <a:lnTo>
                        <a:pt x="1015" y="238"/>
                      </a:lnTo>
                      <a:lnTo>
                        <a:pt x="1016" y="237"/>
                      </a:lnTo>
                      <a:lnTo>
                        <a:pt x="1018" y="235"/>
                      </a:lnTo>
                      <a:lnTo>
                        <a:pt x="1019" y="233"/>
                      </a:lnTo>
                      <a:lnTo>
                        <a:pt x="1021" y="231"/>
                      </a:lnTo>
                      <a:lnTo>
                        <a:pt x="1022" y="232"/>
                      </a:lnTo>
                      <a:lnTo>
                        <a:pt x="1023" y="234"/>
                      </a:lnTo>
                      <a:lnTo>
                        <a:pt x="1025" y="235"/>
                      </a:lnTo>
                      <a:lnTo>
                        <a:pt x="1026" y="236"/>
                      </a:lnTo>
                      <a:lnTo>
                        <a:pt x="1028" y="236"/>
                      </a:lnTo>
                      <a:lnTo>
                        <a:pt x="1029" y="237"/>
                      </a:lnTo>
                      <a:lnTo>
                        <a:pt x="1031" y="238"/>
                      </a:lnTo>
                      <a:lnTo>
                        <a:pt x="1032" y="241"/>
                      </a:lnTo>
                      <a:lnTo>
                        <a:pt x="1034" y="244"/>
                      </a:lnTo>
                      <a:lnTo>
                        <a:pt x="1035" y="245"/>
                      </a:lnTo>
                      <a:lnTo>
                        <a:pt x="1037" y="245"/>
                      </a:lnTo>
                      <a:lnTo>
                        <a:pt x="1038" y="245"/>
                      </a:lnTo>
                      <a:lnTo>
                        <a:pt x="1040" y="244"/>
                      </a:lnTo>
                      <a:lnTo>
                        <a:pt x="1041" y="245"/>
                      </a:lnTo>
                      <a:lnTo>
                        <a:pt x="1043" y="243"/>
                      </a:lnTo>
                      <a:lnTo>
                        <a:pt x="1044" y="242"/>
                      </a:lnTo>
                      <a:lnTo>
                        <a:pt x="1046" y="241"/>
                      </a:lnTo>
                      <a:lnTo>
                        <a:pt x="1047" y="243"/>
                      </a:lnTo>
                      <a:lnTo>
                        <a:pt x="1048" y="242"/>
                      </a:lnTo>
                      <a:lnTo>
                        <a:pt x="1050" y="244"/>
                      </a:lnTo>
                      <a:lnTo>
                        <a:pt x="1051" y="245"/>
                      </a:lnTo>
                      <a:lnTo>
                        <a:pt x="1053" y="245"/>
                      </a:lnTo>
                      <a:lnTo>
                        <a:pt x="1054" y="244"/>
                      </a:lnTo>
                      <a:lnTo>
                        <a:pt x="1056" y="243"/>
                      </a:lnTo>
                      <a:lnTo>
                        <a:pt x="1057" y="243"/>
                      </a:lnTo>
                      <a:lnTo>
                        <a:pt x="1059" y="245"/>
                      </a:lnTo>
                      <a:lnTo>
                        <a:pt x="1060" y="242"/>
                      </a:lnTo>
                      <a:lnTo>
                        <a:pt x="1062" y="246"/>
                      </a:lnTo>
                      <a:lnTo>
                        <a:pt x="1063" y="250"/>
                      </a:lnTo>
                      <a:lnTo>
                        <a:pt x="1065" y="250"/>
                      </a:lnTo>
                      <a:lnTo>
                        <a:pt x="1066" y="249"/>
                      </a:lnTo>
                      <a:lnTo>
                        <a:pt x="1068" y="251"/>
                      </a:lnTo>
                      <a:lnTo>
                        <a:pt x="1069" y="252"/>
                      </a:lnTo>
                      <a:lnTo>
                        <a:pt x="1071" y="246"/>
                      </a:lnTo>
                      <a:lnTo>
                        <a:pt x="1072" y="247"/>
                      </a:lnTo>
                      <a:lnTo>
                        <a:pt x="1074" y="246"/>
                      </a:lnTo>
                      <a:lnTo>
                        <a:pt x="1075" y="248"/>
                      </a:lnTo>
                      <a:lnTo>
                        <a:pt x="1076" y="249"/>
                      </a:lnTo>
                      <a:lnTo>
                        <a:pt x="1078" y="246"/>
                      </a:lnTo>
                      <a:lnTo>
                        <a:pt x="1079" y="249"/>
                      </a:lnTo>
                      <a:lnTo>
                        <a:pt x="1081" y="252"/>
                      </a:lnTo>
                      <a:lnTo>
                        <a:pt x="1082" y="250"/>
                      </a:lnTo>
                      <a:lnTo>
                        <a:pt x="1084" y="254"/>
                      </a:lnTo>
                      <a:lnTo>
                        <a:pt x="1085" y="253"/>
                      </a:lnTo>
                      <a:lnTo>
                        <a:pt x="1087" y="256"/>
                      </a:lnTo>
                      <a:lnTo>
                        <a:pt x="1088" y="257"/>
                      </a:lnTo>
                      <a:lnTo>
                        <a:pt x="1090" y="260"/>
                      </a:lnTo>
                      <a:lnTo>
                        <a:pt x="1091" y="256"/>
                      </a:lnTo>
                      <a:lnTo>
                        <a:pt x="1093" y="258"/>
                      </a:lnTo>
                      <a:lnTo>
                        <a:pt x="1094" y="259"/>
                      </a:lnTo>
                      <a:lnTo>
                        <a:pt x="1096" y="259"/>
                      </a:lnTo>
                      <a:lnTo>
                        <a:pt x="1097" y="259"/>
                      </a:lnTo>
                      <a:lnTo>
                        <a:pt x="1099" y="260"/>
                      </a:lnTo>
                      <a:lnTo>
                        <a:pt x="1100" y="261"/>
                      </a:lnTo>
                      <a:lnTo>
                        <a:pt x="1101" y="258"/>
                      </a:lnTo>
                      <a:lnTo>
                        <a:pt x="1103" y="258"/>
                      </a:lnTo>
                      <a:lnTo>
                        <a:pt x="1104" y="254"/>
                      </a:lnTo>
                      <a:lnTo>
                        <a:pt x="1106" y="252"/>
                      </a:lnTo>
                      <a:lnTo>
                        <a:pt x="1107" y="256"/>
                      </a:lnTo>
                      <a:lnTo>
                        <a:pt x="1109" y="256"/>
                      </a:lnTo>
                      <a:lnTo>
                        <a:pt x="1110" y="257"/>
                      </a:lnTo>
                      <a:lnTo>
                        <a:pt x="1112" y="258"/>
                      </a:lnTo>
                      <a:lnTo>
                        <a:pt x="1113" y="256"/>
                      </a:lnTo>
                      <a:lnTo>
                        <a:pt x="1115" y="256"/>
                      </a:lnTo>
                      <a:lnTo>
                        <a:pt x="1116" y="257"/>
                      </a:lnTo>
                      <a:lnTo>
                        <a:pt x="1118" y="256"/>
                      </a:lnTo>
                      <a:lnTo>
                        <a:pt x="1119" y="257"/>
                      </a:lnTo>
                      <a:lnTo>
                        <a:pt x="1121" y="257"/>
                      </a:lnTo>
                      <a:lnTo>
                        <a:pt x="1122" y="257"/>
                      </a:lnTo>
                      <a:lnTo>
                        <a:pt x="1124" y="256"/>
                      </a:lnTo>
                      <a:lnTo>
                        <a:pt x="1125" y="254"/>
                      </a:lnTo>
                      <a:lnTo>
                        <a:pt x="1126" y="253"/>
                      </a:lnTo>
                      <a:lnTo>
                        <a:pt x="1128" y="257"/>
                      </a:lnTo>
                      <a:lnTo>
                        <a:pt x="1129" y="256"/>
                      </a:lnTo>
                      <a:lnTo>
                        <a:pt x="1131" y="258"/>
                      </a:lnTo>
                      <a:lnTo>
                        <a:pt x="1132" y="259"/>
                      </a:lnTo>
                      <a:lnTo>
                        <a:pt x="1134" y="262"/>
                      </a:lnTo>
                      <a:lnTo>
                        <a:pt x="1135" y="265"/>
                      </a:lnTo>
                      <a:lnTo>
                        <a:pt x="1137" y="265"/>
                      </a:lnTo>
                      <a:lnTo>
                        <a:pt x="1138" y="268"/>
                      </a:lnTo>
                      <a:lnTo>
                        <a:pt x="1140" y="270"/>
                      </a:lnTo>
                      <a:lnTo>
                        <a:pt x="1141" y="267"/>
                      </a:lnTo>
                      <a:lnTo>
                        <a:pt x="1143" y="268"/>
                      </a:lnTo>
                      <a:lnTo>
                        <a:pt x="1144" y="267"/>
                      </a:lnTo>
                      <a:lnTo>
                        <a:pt x="1146" y="267"/>
                      </a:lnTo>
                      <a:lnTo>
                        <a:pt x="1147" y="267"/>
                      </a:lnTo>
                      <a:lnTo>
                        <a:pt x="1149" y="267"/>
                      </a:lnTo>
                      <a:lnTo>
                        <a:pt x="1150" y="267"/>
                      </a:lnTo>
                      <a:lnTo>
                        <a:pt x="1151" y="265"/>
                      </a:lnTo>
                      <a:lnTo>
                        <a:pt x="1153" y="264"/>
                      </a:lnTo>
                      <a:lnTo>
                        <a:pt x="1154" y="262"/>
                      </a:lnTo>
                      <a:lnTo>
                        <a:pt x="1156" y="261"/>
                      </a:lnTo>
                      <a:lnTo>
                        <a:pt x="1157" y="259"/>
                      </a:lnTo>
                      <a:lnTo>
                        <a:pt x="1159" y="260"/>
                      </a:lnTo>
                      <a:lnTo>
                        <a:pt x="1160" y="263"/>
                      </a:lnTo>
                      <a:lnTo>
                        <a:pt x="1162" y="264"/>
                      </a:lnTo>
                      <a:lnTo>
                        <a:pt x="1163" y="262"/>
                      </a:lnTo>
                      <a:lnTo>
                        <a:pt x="1165" y="264"/>
                      </a:lnTo>
                      <a:lnTo>
                        <a:pt x="1166" y="264"/>
                      </a:lnTo>
                      <a:lnTo>
                        <a:pt x="1168" y="263"/>
                      </a:lnTo>
                      <a:lnTo>
                        <a:pt x="1169" y="263"/>
                      </a:lnTo>
                      <a:lnTo>
                        <a:pt x="1171" y="261"/>
                      </a:lnTo>
                      <a:lnTo>
                        <a:pt x="1172" y="262"/>
                      </a:lnTo>
                      <a:lnTo>
                        <a:pt x="1174" y="261"/>
                      </a:lnTo>
                      <a:lnTo>
                        <a:pt x="1175" y="262"/>
                      </a:lnTo>
                      <a:lnTo>
                        <a:pt x="1176" y="262"/>
                      </a:lnTo>
                      <a:lnTo>
                        <a:pt x="1178" y="262"/>
                      </a:lnTo>
                      <a:lnTo>
                        <a:pt x="1179" y="264"/>
                      </a:lnTo>
                      <a:lnTo>
                        <a:pt x="1181" y="265"/>
                      </a:lnTo>
                      <a:lnTo>
                        <a:pt x="1182" y="268"/>
                      </a:lnTo>
                      <a:lnTo>
                        <a:pt x="1184" y="268"/>
                      </a:lnTo>
                      <a:lnTo>
                        <a:pt x="1185" y="268"/>
                      </a:lnTo>
                      <a:lnTo>
                        <a:pt x="1187" y="269"/>
                      </a:lnTo>
                      <a:lnTo>
                        <a:pt x="1188" y="271"/>
                      </a:lnTo>
                      <a:lnTo>
                        <a:pt x="1190" y="269"/>
                      </a:lnTo>
                      <a:lnTo>
                        <a:pt x="1191" y="270"/>
                      </a:lnTo>
                      <a:lnTo>
                        <a:pt x="1193" y="270"/>
                      </a:lnTo>
                      <a:lnTo>
                        <a:pt x="1194" y="270"/>
                      </a:lnTo>
                      <a:lnTo>
                        <a:pt x="1196" y="269"/>
                      </a:lnTo>
                      <a:lnTo>
                        <a:pt x="1197" y="272"/>
                      </a:lnTo>
                      <a:lnTo>
                        <a:pt x="1199" y="272"/>
                      </a:lnTo>
                      <a:lnTo>
                        <a:pt x="1200" y="273"/>
                      </a:lnTo>
                      <a:lnTo>
                        <a:pt x="1201" y="272"/>
                      </a:lnTo>
                      <a:lnTo>
                        <a:pt x="1203" y="273"/>
                      </a:lnTo>
                      <a:lnTo>
                        <a:pt x="1204" y="273"/>
                      </a:lnTo>
                      <a:lnTo>
                        <a:pt x="1206" y="273"/>
                      </a:lnTo>
                      <a:lnTo>
                        <a:pt x="1207" y="273"/>
                      </a:lnTo>
                      <a:lnTo>
                        <a:pt x="1209" y="272"/>
                      </a:lnTo>
                      <a:lnTo>
                        <a:pt x="1210" y="271"/>
                      </a:lnTo>
                      <a:lnTo>
                        <a:pt x="1212" y="271"/>
                      </a:lnTo>
                      <a:lnTo>
                        <a:pt x="1213" y="275"/>
                      </a:lnTo>
                      <a:lnTo>
                        <a:pt x="1215" y="272"/>
                      </a:lnTo>
                      <a:lnTo>
                        <a:pt x="1216" y="275"/>
                      </a:lnTo>
                      <a:lnTo>
                        <a:pt x="1218" y="281"/>
                      </a:lnTo>
                      <a:lnTo>
                        <a:pt x="1219" y="281"/>
                      </a:lnTo>
                      <a:lnTo>
                        <a:pt x="1221" y="282"/>
                      </a:lnTo>
                      <a:lnTo>
                        <a:pt x="1222" y="282"/>
                      </a:lnTo>
                      <a:lnTo>
                        <a:pt x="1224" y="282"/>
                      </a:lnTo>
                      <a:lnTo>
                        <a:pt x="1225" y="281"/>
                      </a:lnTo>
                      <a:lnTo>
                        <a:pt x="1226" y="281"/>
                      </a:lnTo>
                      <a:lnTo>
                        <a:pt x="1228" y="279"/>
                      </a:lnTo>
                      <a:lnTo>
                        <a:pt x="1229" y="278"/>
                      </a:lnTo>
                      <a:lnTo>
                        <a:pt x="1231" y="277"/>
                      </a:lnTo>
                      <a:lnTo>
                        <a:pt x="1232" y="275"/>
                      </a:lnTo>
                      <a:lnTo>
                        <a:pt x="1234" y="277"/>
                      </a:lnTo>
                      <a:lnTo>
                        <a:pt x="1235" y="277"/>
                      </a:lnTo>
                      <a:lnTo>
                        <a:pt x="1237" y="275"/>
                      </a:lnTo>
                      <a:lnTo>
                        <a:pt x="1238" y="277"/>
                      </a:lnTo>
                      <a:lnTo>
                        <a:pt x="1240" y="280"/>
                      </a:lnTo>
                      <a:lnTo>
                        <a:pt x="1241" y="282"/>
                      </a:lnTo>
                      <a:lnTo>
                        <a:pt x="1243" y="285"/>
                      </a:lnTo>
                      <a:lnTo>
                        <a:pt x="1244" y="282"/>
                      </a:lnTo>
                      <a:lnTo>
                        <a:pt x="1246" y="282"/>
                      </a:lnTo>
                      <a:lnTo>
                        <a:pt x="1247" y="280"/>
                      </a:lnTo>
                      <a:lnTo>
                        <a:pt x="1249" y="279"/>
                      </a:lnTo>
                      <a:lnTo>
                        <a:pt x="1250" y="280"/>
                      </a:lnTo>
                      <a:lnTo>
                        <a:pt x="1251" y="279"/>
                      </a:lnTo>
                      <a:lnTo>
                        <a:pt x="1253" y="279"/>
                      </a:lnTo>
                      <a:lnTo>
                        <a:pt x="1254" y="281"/>
                      </a:lnTo>
                      <a:lnTo>
                        <a:pt x="1256" y="282"/>
                      </a:lnTo>
                      <a:lnTo>
                        <a:pt x="1257" y="283"/>
                      </a:lnTo>
                      <a:lnTo>
                        <a:pt x="1259" y="284"/>
                      </a:lnTo>
                      <a:lnTo>
                        <a:pt x="1260" y="287"/>
                      </a:lnTo>
                      <a:lnTo>
                        <a:pt x="1262" y="285"/>
                      </a:lnTo>
                      <a:lnTo>
                        <a:pt x="1263" y="288"/>
                      </a:lnTo>
                      <a:lnTo>
                        <a:pt x="1265" y="290"/>
                      </a:lnTo>
                      <a:lnTo>
                        <a:pt x="1266" y="289"/>
                      </a:lnTo>
                      <a:lnTo>
                        <a:pt x="1268" y="287"/>
                      </a:lnTo>
                      <a:lnTo>
                        <a:pt x="1269" y="287"/>
                      </a:lnTo>
                      <a:lnTo>
                        <a:pt x="1271" y="286"/>
                      </a:lnTo>
                      <a:lnTo>
                        <a:pt x="1272" y="285"/>
                      </a:lnTo>
                      <a:lnTo>
                        <a:pt x="1274" y="283"/>
                      </a:lnTo>
                      <a:lnTo>
                        <a:pt x="1275" y="281"/>
                      </a:lnTo>
                      <a:lnTo>
                        <a:pt x="1277" y="279"/>
                      </a:lnTo>
                      <a:lnTo>
                        <a:pt x="1278" y="282"/>
                      </a:lnTo>
                      <a:lnTo>
                        <a:pt x="1279" y="281"/>
                      </a:lnTo>
                      <a:lnTo>
                        <a:pt x="1281" y="279"/>
                      </a:lnTo>
                      <a:lnTo>
                        <a:pt x="1282" y="279"/>
                      </a:lnTo>
                      <a:lnTo>
                        <a:pt x="1284" y="280"/>
                      </a:lnTo>
                      <a:lnTo>
                        <a:pt x="1285" y="280"/>
                      </a:lnTo>
                      <a:lnTo>
                        <a:pt x="1287" y="281"/>
                      </a:lnTo>
                      <a:lnTo>
                        <a:pt x="1288" y="282"/>
                      </a:lnTo>
                      <a:lnTo>
                        <a:pt x="1290" y="286"/>
                      </a:lnTo>
                      <a:lnTo>
                        <a:pt x="1291" y="286"/>
                      </a:lnTo>
                      <a:lnTo>
                        <a:pt x="1293" y="289"/>
                      </a:lnTo>
                      <a:lnTo>
                        <a:pt x="1294" y="288"/>
                      </a:lnTo>
                      <a:lnTo>
                        <a:pt x="1296" y="289"/>
                      </a:lnTo>
                      <a:lnTo>
                        <a:pt x="1297" y="290"/>
                      </a:lnTo>
                      <a:lnTo>
                        <a:pt x="1299" y="292"/>
                      </a:lnTo>
                      <a:lnTo>
                        <a:pt x="1300" y="289"/>
                      </a:lnTo>
                      <a:lnTo>
                        <a:pt x="1302" y="288"/>
                      </a:lnTo>
                      <a:lnTo>
                        <a:pt x="1303" y="287"/>
                      </a:lnTo>
                      <a:lnTo>
                        <a:pt x="1304" y="289"/>
                      </a:lnTo>
                      <a:lnTo>
                        <a:pt x="1306" y="292"/>
                      </a:lnTo>
                      <a:lnTo>
                        <a:pt x="1307" y="293"/>
                      </a:lnTo>
                      <a:lnTo>
                        <a:pt x="1309" y="293"/>
                      </a:lnTo>
                      <a:lnTo>
                        <a:pt x="1310" y="294"/>
                      </a:lnTo>
                      <a:lnTo>
                        <a:pt x="1312" y="293"/>
                      </a:lnTo>
                      <a:lnTo>
                        <a:pt x="1313" y="292"/>
                      </a:lnTo>
                      <a:lnTo>
                        <a:pt x="1315" y="292"/>
                      </a:lnTo>
                      <a:lnTo>
                        <a:pt x="1316" y="291"/>
                      </a:lnTo>
                      <a:lnTo>
                        <a:pt x="1318" y="289"/>
                      </a:lnTo>
                      <a:lnTo>
                        <a:pt x="1319" y="290"/>
                      </a:lnTo>
                      <a:lnTo>
                        <a:pt x="1321" y="293"/>
                      </a:lnTo>
                      <a:lnTo>
                        <a:pt x="1322" y="294"/>
                      </a:lnTo>
                      <a:lnTo>
                        <a:pt x="1324" y="293"/>
                      </a:lnTo>
                      <a:lnTo>
                        <a:pt x="1325" y="291"/>
                      </a:lnTo>
                      <a:lnTo>
                        <a:pt x="1327" y="291"/>
                      </a:lnTo>
                      <a:lnTo>
                        <a:pt x="1328" y="289"/>
                      </a:lnTo>
                      <a:lnTo>
                        <a:pt x="1329" y="289"/>
                      </a:lnTo>
                      <a:lnTo>
                        <a:pt x="1331" y="292"/>
                      </a:lnTo>
                      <a:lnTo>
                        <a:pt x="1332" y="294"/>
                      </a:lnTo>
                      <a:lnTo>
                        <a:pt x="1334" y="296"/>
                      </a:lnTo>
                      <a:lnTo>
                        <a:pt x="1335" y="298"/>
                      </a:lnTo>
                      <a:lnTo>
                        <a:pt x="1337" y="298"/>
                      </a:lnTo>
                      <a:lnTo>
                        <a:pt x="1338" y="297"/>
                      </a:lnTo>
                      <a:lnTo>
                        <a:pt x="1340" y="297"/>
                      </a:lnTo>
                      <a:lnTo>
                        <a:pt x="1341" y="294"/>
                      </a:lnTo>
                      <a:lnTo>
                        <a:pt x="1343" y="295"/>
                      </a:lnTo>
                      <a:lnTo>
                        <a:pt x="1344" y="293"/>
                      </a:lnTo>
                      <a:lnTo>
                        <a:pt x="1346" y="293"/>
                      </a:lnTo>
                      <a:lnTo>
                        <a:pt x="1347" y="293"/>
                      </a:lnTo>
                      <a:lnTo>
                        <a:pt x="1349" y="291"/>
                      </a:lnTo>
                      <a:lnTo>
                        <a:pt x="1350" y="289"/>
                      </a:lnTo>
                      <a:lnTo>
                        <a:pt x="1352" y="293"/>
                      </a:lnTo>
                      <a:lnTo>
                        <a:pt x="1353" y="295"/>
                      </a:lnTo>
                      <a:lnTo>
                        <a:pt x="1354" y="294"/>
                      </a:lnTo>
                      <a:lnTo>
                        <a:pt x="1356" y="294"/>
                      </a:lnTo>
                      <a:lnTo>
                        <a:pt x="1357" y="296"/>
                      </a:lnTo>
                      <a:lnTo>
                        <a:pt x="1359" y="297"/>
                      </a:lnTo>
                      <a:lnTo>
                        <a:pt x="1360" y="296"/>
                      </a:lnTo>
                      <a:lnTo>
                        <a:pt x="1362" y="297"/>
                      </a:lnTo>
                      <a:lnTo>
                        <a:pt x="1363" y="295"/>
                      </a:lnTo>
                      <a:lnTo>
                        <a:pt x="1365" y="301"/>
                      </a:lnTo>
                      <a:lnTo>
                        <a:pt x="1366" y="301"/>
                      </a:lnTo>
                      <a:lnTo>
                        <a:pt x="1368" y="302"/>
                      </a:lnTo>
                      <a:lnTo>
                        <a:pt x="1369" y="303"/>
                      </a:lnTo>
                      <a:lnTo>
                        <a:pt x="1371" y="303"/>
                      </a:lnTo>
                      <a:lnTo>
                        <a:pt x="1372" y="303"/>
                      </a:lnTo>
                      <a:lnTo>
                        <a:pt x="1374" y="302"/>
                      </a:lnTo>
                      <a:lnTo>
                        <a:pt x="1375" y="299"/>
                      </a:lnTo>
                      <a:lnTo>
                        <a:pt x="1377" y="299"/>
                      </a:lnTo>
                    </a:path>
                  </a:pathLst>
                </a:custGeom>
                <a:noFill/>
                <a:ln cap="flat" cmpd="sng" w="25400">
                  <a:solidFill>
                    <a:srgbClr val="8B008B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5" name="Google Shape;1165;p19"/>
                <p:cNvSpPr/>
                <p:nvPr/>
              </p:nvSpPr>
              <p:spPr>
                <a:xfrm flipH="1" rot="10800000">
                  <a:off x="1125538" y="1719263"/>
                  <a:ext cx="3638550" cy="625475"/>
                </a:xfrm>
                <a:custGeom>
                  <a:rect b="b" l="l" r="r" t="t"/>
                  <a:pathLst>
                    <a:path extrusionOk="0" h="284" w="1377">
                      <a:moveTo>
                        <a:pt x="0" y="37"/>
                      </a:moveTo>
                      <a:lnTo>
                        <a:pt x="1" y="80"/>
                      </a:lnTo>
                      <a:lnTo>
                        <a:pt x="3" y="79"/>
                      </a:lnTo>
                      <a:lnTo>
                        <a:pt x="4" y="80"/>
                      </a:lnTo>
                      <a:lnTo>
                        <a:pt x="6" y="83"/>
                      </a:lnTo>
                      <a:lnTo>
                        <a:pt x="7" y="82"/>
                      </a:lnTo>
                      <a:lnTo>
                        <a:pt x="9" y="83"/>
                      </a:lnTo>
                      <a:lnTo>
                        <a:pt x="10" y="83"/>
                      </a:lnTo>
                      <a:lnTo>
                        <a:pt x="11" y="84"/>
                      </a:lnTo>
                      <a:lnTo>
                        <a:pt x="13" y="83"/>
                      </a:lnTo>
                      <a:lnTo>
                        <a:pt x="14" y="83"/>
                      </a:lnTo>
                      <a:lnTo>
                        <a:pt x="16" y="83"/>
                      </a:lnTo>
                      <a:lnTo>
                        <a:pt x="17" y="84"/>
                      </a:lnTo>
                      <a:lnTo>
                        <a:pt x="19" y="82"/>
                      </a:lnTo>
                      <a:lnTo>
                        <a:pt x="20" y="81"/>
                      </a:lnTo>
                      <a:lnTo>
                        <a:pt x="22" y="81"/>
                      </a:lnTo>
                      <a:lnTo>
                        <a:pt x="23" y="84"/>
                      </a:lnTo>
                      <a:lnTo>
                        <a:pt x="25" y="84"/>
                      </a:lnTo>
                      <a:lnTo>
                        <a:pt x="26" y="80"/>
                      </a:lnTo>
                      <a:lnTo>
                        <a:pt x="28" y="78"/>
                      </a:lnTo>
                      <a:lnTo>
                        <a:pt x="29" y="82"/>
                      </a:lnTo>
                      <a:lnTo>
                        <a:pt x="31" y="85"/>
                      </a:lnTo>
                      <a:lnTo>
                        <a:pt x="32" y="86"/>
                      </a:lnTo>
                      <a:lnTo>
                        <a:pt x="34" y="86"/>
                      </a:lnTo>
                      <a:lnTo>
                        <a:pt x="35" y="88"/>
                      </a:lnTo>
                      <a:lnTo>
                        <a:pt x="36" y="85"/>
                      </a:lnTo>
                      <a:lnTo>
                        <a:pt x="38" y="85"/>
                      </a:lnTo>
                      <a:lnTo>
                        <a:pt x="39" y="89"/>
                      </a:lnTo>
                      <a:lnTo>
                        <a:pt x="41" y="89"/>
                      </a:lnTo>
                      <a:lnTo>
                        <a:pt x="42" y="92"/>
                      </a:lnTo>
                      <a:lnTo>
                        <a:pt x="44" y="94"/>
                      </a:lnTo>
                      <a:lnTo>
                        <a:pt x="45" y="96"/>
                      </a:lnTo>
                      <a:lnTo>
                        <a:pt x="47" y="95"/>
                      </a:lnTo>
                      <a:lnTo>
                        <a:pt x="48" y="96"/>
                      </a:lnTo>
                      <a:lnTo>
                        <a:pt x="50" y="96"/>
                      </a:lnTo>
                      <a:lnTo>
                        <a:pt x="51" y="98"/>
                      </a:lnTo>
                      <a:lnTo>
                        <a:pt x="53" y="95"/>
                      </a:lnTo>
                      <a:lnTo>
                        <a:pt x="54" y="95"/>
                      </a:lnTo>
                      <a:lnTo>
                        <a:pt x="56" y="92"/>
                      </a:lnTo>
                      <a:lnTo>
                        <a:pt x="57" y="91"/>
                      </a:lnTo>
                      <a:lnTo>
                        <a:pt x="59" y="90"/>
                      </a:lnTo>
                      <a:lnTo>
                        <a:pt x="60" y="90"/>
                      </a:lnTo>
                      <a:lnTo>
                        <a:pt x="61" y="93"/>
                      </a:lnTo>
                      <a:lnTo>
                        <a:pt x="63" y="94"/>
                      </a:lnTo>
                      <a:lnTo>
                        <a:pt x="64" y="95"/>
                      </a:lnTo>
                      <a:lnTo>
                        <a:pt x="66" y="95"/>
                      </a:lnTo>
                      <a:lnTo>
                        <a:pt x="67" y="96"/>
                      </a:lnTo>
                      <a:lnTo>
                        <a:pt x="69" y="97"/>
                      </a:lnTo>
                      <a:lnTo>
                        <a:pt x="70" y="97"/>
                      </a:lnTo>
                      <a:lnTo>
                        <a:pt x="72" y="95"/>
                      </a:lnTo>
                      <a:lnTo>
                        <a:pt x="73" y="95"/>
                      </a:lnTo>
                      <a:lnTo>
                        <a:pt x="75" y="96"/>
                      </a:lnTo>
                      <a:lnTo>
                        <a:pt x="76" y="99"/>
                      </a:lnTo>
                      <a:lnTo>
                        <a:pt x="78" y="96"/>
                      </a:lnTo>
                      <a:lnTo>
                        <a:pt x="79" y="97"/>
                      </a:lnTo>
                      <a:lnTo>
                        <a:pt x="81" y="101"/>
                      </a:lnTo>
                      <a:lnTo>
                        <a:pt x="82" y="99"/>
                      </a:lnTo>
                      <a:lnTo>
                        <a:pt x="84" y="99"/>
                      </a:lnTo>
                      <a:lnTo>
                        <a:pt x="85" y="99"/>
                      </a:lnTo>
                      <a:lnTo>
                        <a:pt x="86" y="97"/>
                      </a:lnTo>
                      <a:lnTo>
                        <a:pt x="88" y="95"/>
                      </a:lnTo>
                      <a:lnTo>
                        <a:pt x="89" y="96"/>
                      </a:lnTo>
                      <a:lnTo>
                        <a:pt x="91" y="96"/>
                      </a:lnTo>
                      <a:lnTo>
                        <a:pt x="92" y="98"/>
                      </a:lnTo>
                      <a:lnTo>
                        <a:pt x="94" y="100"/>
                      </a:lnTo>
                      <a:lnTo>
                        <a:pt x="95" y="103"/>
                      </a:lnTo>
                      <a:lnTo>
                        <a:pt x="97" y="107"/>
                      </a:lnTo>
                      <a:lnTo>
                        <a:pt x="98" y="106"/>
                      </a:lnTo>
                      <a:lnTo>
                        <a:pt x="100" y="106"/>
                      </a:lnTo>
                      <a:lnTo>
                        <a:pt x="101" y="107"/>
                      </a:lnTo>
                      <a:lnTo>
                        <a:pt x="103" y="107"/>
                      </a:lnTo>
                      <a:lnTo>
                        <a:pt x="104" y="107"/>
                      </a:lnTo>
                      <a:lnTo>
                        <a:pt x="106" y="110"/>
                      </a:lnTo>
                      <a:lnTo>
                        <a:pt x="107" y="109"/>
                      </a:lnTo>
                      <a:lnTo>
                        <a:pt x="109" y="108"/>
                      </a:lnTo>
                      <a:lnTo>
                        <a:pt x="110" y="104"/>
                      </a:lnTo>
                      <a:lnTo>
                        <a:pt x="111" y="114"/>
                      </a:lnTo>
                      <a:lnTo>
                        <a:pt x="113" y="18"/>
                      </a:lnTo>
                      <a:lnTo>
                        <a:pt x="114" y="0"/>
                      </a:lnTo>
                      <a:lnTo>
                        <a:pt x="116" y="91"/>
                      </a:lnTo>
                      <a:lnTo>
                        <a:pt x="117" y="106"/>
                      </a:lnTo>
                      <a:lnTo>
                        <a:pt x="119" y="105"/>
                      </a:lnTo>
                      <a:lnTo>
                        <a:pt x="120" y="107"/>
                      </a:lnTo>
                      <a:lnTo>
                        <a:pt x="122" y="109"/>
                      </a:lnTo>
                      <a:lnTo>
                        <a:pt x="123" y="108"/>
                      </a:lnTo>
                      <a:lnTo>
                        <a:pt x="125" y="111"/>
                      </a:lnTo>
                      <a:lnTo>
                        <a:pt x="126" y="113"/>
                      </a:lnTo>
                      <a:lnTo>
                        <a:pt x="128" y="114"/>
                      </a:lnTo>
                      <a:lnTo>
                        <a:pt x="129" y="113"/>
                      </a:lnTo>
                      <a:lnTo>
                        <a:pt x="131" y="110"/>
                      </a:lnTo>
                      <a:lnTo>
                        <a:pt x="132" y="106"/>
                      </a:lnTo>
                      <a:lnTo>
                        <a:pt x="134" y="106"/>
                      </a:lnTo>
                      <a:lnTo>
                        <a:pt x="135" y="101"/>
                      </a:lnTo>
                      <a:lnTo>
                        <a:pt x="136" y="102"/>
                      </a:lnTo>
                      <a:lnTo>
                        <a:pt x="138" y="100"/>
                      </a:lnTo>
                      <a:lnTo>
                        <a:pt x="139" y="102"/>
                      </a:lnTo>
                      <a:lnTo>
                        <a:pt x="141" y="103"/>
                      </a:lnTo>
                      <a:lnTo>
                        <a:pt x="142" y="103"/>
                      </a:lnTo>
                      <a:lnTo>
                        <a:pt x="144" y="106"/>
                      </a:lnTo>
                      <a:lnTo>
                        <a:pt x="145" y="106"/>
                      </a:lnTo>
                      <a:lnTo>
                        <a:pt x="147" y="108"/>
                      </a:lnTo>
                      <a:lnTo>
                        <a:pt x="148" y="111"/>
                      </a:lnTo>
                      <a:lnTo>
                        <a:pt x="150" y="109"/>
                      </a:lnTo>
                      <a:lnTo>
                        <a:pt x="151" y="110"/>
                      </a:lnTo>
                      <a:lnTo>
                        <a:pt x="153" y="111"/>
                      </a:lnTo>
                      <a:lnTo>
                        <a:pt x="154" y="109"/>
                      </a:lnTo>
                      <a:lnTo>
                        <a:pt x="156" y="106"/>
                      </a:lnTo>
                      <a:lnTo>
                        <a:pt x="157" y="103"/>
                      </a:lnTo>
                      <a:lnTo>
                        <a:pt x="159" y="104"/>
                      </a:lnTo>
                      <a:lnTo>
                        <a:pt x="160" y="106"/>
                      </a:lnTo>
                      <a:lnTo>
                        <a:pt x="161" y="105"/>
                      </a:lnTo>
                      <a:lnTo>
                        <a:pt x="163" y="103"/>
                      </a:lnTo>
                      <a:lnTo>
                        <a:pt x="164" y="104"/>
                      </a:lnTo>
                      <a:lnTo>
                        <a:pt x="166" y="101"/>
                      </a:lnTo>
                      <a:lnTo>
                        <a:pt x="167" y="103"/>
                      </a:lnTo>
                      <a:lnTo>
                        <a:pt x="169" y="99"/>
                      </a:lnTo>
                      <a:lnTo>
                        <a:pt x="170" y="98"/>
                      </a:lnTo>
                      <a:lnTo>
                        <a:pt x="172" y="99"/>
                      </a:lnTo>
                      <a:lnTo>
                        <a:pt x="173" y="100"/>
                      </a:lnTo>
                      <a:lnTo>
                        <a:pt x="175" y="98"/>
                      </a:lnTo>
                      <a:lnTo>
                        <a:pt x="176" y="99"/>
                      </a:lnTo>
                      <a:lnTo>
                        <a:pt x="178" y="102"/>
                      </a:lnTo>
                      <a:lnTo>
                        <a:pt x="179" y="105"/>
                      </a:lnTo>
                      <a:lnTo>
                        <a:pt x="181" y="104"/>
                      </a:lnTo>
                      <a:lnTo>
                        <a:pt x="182" y="103"/>
                      </a:lnTo>
                      <a:lnTo>
                        <a:pt x="184" y="104"/>
                      </a:lnTo>
                      <a:lnTo>
                        <a:pt x="185" y="106"/>
                      </a:lnTo>
                      <a:lnTo>
                        <a:pt x="186" y="105"/>
                      </a:lnTo>
                      <a:lnTo>
                        <a:pt x="188" y="107"/>
                      </a:lnTo>
                      <a:lnTo>
                        <a:pt x="189" y="106"/>
                      </a:lnTo>
                      <a:lnTo>
                        <a:pt x="191" y="106"/>
                      </a:lnTo>
                      <a:lnTo>
                        <a:pt x="192" y="105"/>
                      </a:lnTo>
                      <a:lnTo>
                        <a:pt x="194" y="102"/>
                      </a:lnTo>
                      <a:lnTo>
                        <a:pt x="195" y="103"/>
                      </a:lnTo>
                      <a:lnTo>
                        <a:pt x="197" y="98"/>
                      </a:lnTo>
                      <a:lnTo>
                        <a:pt x="198" y="92"/>
                      </a:lnTo>
                      <a:lnTo>
                        <a:pt x="200" y="91"/>
                      </a:lnTo>
                      <a:lnTo>
                        <a:pt x="201" y="91"/>
                      </a:lnTo>
                      <a:lnTo>
                        <a:pt x="203" y="89"/>
                      </a:lnTo>
                      <a:lnTo>
                        <a:pt x="204" y="86"/>
                      </a:lnTo>
                      <a:lnTo>
                        <a:pt x="206" y="85"/>
                      </a:lnTo>
                      <a:lnTo>
                        <a:pt x="207" y="87"/>
                      </a:lnTo>
                      <a:lnTo>
                        <a:pt x="209" y="89"/>
                      </a:lnTo>
                      <a:lnTo>
                        <a:pt x="210" y="89"/>
                      </a:lnTo>
                      <a:lnTo>
                        <a:pt x="211" y="90"/>
                      </a:lnTo>
                      <a:lnTo>
                        <a:pt x="213" y="89"/>
                      </a:lnTo>
                      <a:lnTo>
                        <a:pt x="214" y="90"/>
                      </a:lnTo>
                      <a:lnTo>
                        <a:pt x="216" y="92"/>
                      </a:lnTo>
                      <a:lnTo>
                        <a:pt x="217" y="91"/>
                      </a:lnTo>
                      <a:lnTo>
                        <a:pt x="219" y="94"/>
                      </a:lnTo>
                      <a:lnTo>
                        <a:pt x="220" y="95"/>
                      </a:lnTo>
                      <a:lnTo>
                        <a:pt x="222" y="98"/>
                      </a:lnTo>
                      <a:lnTo>
                        <a:pt x="223" y="101"/>
                      </a:lnTo>
                      <a:lnTo>
                        <a:pt x="225" y="102"/>
                      </a:lnTo>
                      <a:lnTo>
                        <a:pt x="226" y="101"/>
                      </a:lnTo>
                      <a:lnTo>
                        <a:pt x="228" y="102"/>
                      </a:lnTo>
                      <a:lnTo>
                        <a:pt x="229" y="101"/>
                      </a:lnTo>
                      <a:lnTo>
                        <a:pt x="231" y="97"/>
                      </a:lnTo>
                      <a:lnTo>
                        <a:pt x="232" y="95"/>
                      </a:lnTo>
                      <a:lnTo>
                        <a:pt x="234" y="93"/>
                      </a:lnTo>
                      <a:lnTo>
                        <a:pt x="235" y="91"/>
                      </a:lnTo>
                      <a:lnTo>
                        <a:pt x="237" y="91"/>
                      </a:lnTo>
                      <a:lnTo>
                        <a:pt x="238" y="89"/>
                      </a:lnTo>
                      <a:lnTo>
                        <a:pt x="239" y="89"/>
                      </a:lnTo>
                      <a:lnTo>
                        <a:pt x="241" y="90"/>
                      </a:lnTo>
                      <a:lnTo>
                        <a:pt x="242" y="90"/>
                      </a:lnTo>
                      <a:lnTo>
                        <a:pt x="244" y="88"/>
                      </a:lnTo>
                      <a:lnTo>
                        <a:pt x="245" y="89"/>
                      </a:lnTo>
                      <a:lnTo>
                        <a:pt x="247" y="90"/>
                      </a:lnTo>
                      <a:lnTo>
                        <a:pt x="248" y="93"/>
                      </a:lnTo>
                      <a:lnTo>
                        <a:pt x="250" y="90"/>
                      </a:lnTo>
                      <a:lnTo>
                        <a:pt x="251" y="90"/>
                      </a:lnTo>
                      <a:lnTo>
                        <a:pt x="253" y="90"/>
                      </a:lnTo>
                      <a:lnTo>
                        <a:pt x="254" y="89"/>
                      </a:lnTo>
                      <a:lnTo>
                        <a:pt x="256" y="88"/>
                      </a:lnTo>
                      <a:lnTo>
                        <a:pt x="257" y="82"/>
                      </a:lnTo>
                      <a:lnTo>
                        <a:pt x="259" y="81"/>
                      </a:lnTo>
                      <a:lnTo>
                        <a:pt x="260" y="81"/>
                      </a:lnTo>
                      <a:lnTo>
                        <a:pt x="262" y="82"/>
                      </a:lnTo>
                      <a:lnTo>
                        <a:pt x="263" y="79"/>
                      </a:lnTo>
                      <a:lnTo>
                        <a:pt x="264" y="78"/>
                      </a:lnTo>
                      <a:lnTo>
                        <a:pt x="266" y="81"/>
                      </a:lnTo>
                      <a:lnTo>
                        <a:pt x="267" y="81"/>
                      </a:lnTo>
                      <a:lnTo>
                        <a:pt x="269" y="84"/>
                      </a:lnTo>
                      <a:lnTo>
                        <a:pt x="270" y="85"/>
                      </a:lnTo>
                      <a:lnTo>
                        <a:pt x="272" y="87"/>
                      </a:lnTo>
                      <a:lnTo>
                        <a:pt x="273" y="89"/>
                      </a:lnTo>
                      <a:lnTo>
                        <a:pt x="275" y="88"/>
                      </a:lnTo>
                      <a:lnTo>
                        <a:pt x="276" y="91"/>
                      </a:lnTo>
                      <a:lnTo>
                        <a:pt x="278" y="92"/>
                      </a:lnTo>
                      <a:lnTo>
                        <a:pt x="279" y="89"/>
                      </a:lnTo>
                      <a:lnTo>
                        <a:pt x="281" y="88"/>
                      </a:lnTo>
                      <a:lnTo>
                        <a:pt x="282" y="90"/>
                      </a:lnTo>
                      <a:lnTo>
                        <a:pt x="284" y="90"/>
                      </a:lnTo>
                      <a:lnTo>
                        <a:pt x="285" y="91"/>
                      </a:lnTo>
                      <a:lnTo>
                        <a:pt x="287" y="92"/>
                      </a:lnTo>
                      <a:lnTo>
                        <a:pt x="288" y="93"/>
                      </a:lnTo>
                      <a:lnTo>
                        <a:pt x="289" y="93"/>
                      </a:lnTo>
                      <a:lnTo>
                        <a:pt x="291" y="93"/>
                      </a:lnTo>
                      <a:lnTo>
                        <a:pt x="292" y="89"/>
                      </a:lnTo>
                      <a:lnTo>
                        <a:pt x="294" y="91"/>
                      </a:lnTo>
                      <a:lnTo>
                        <a:pt x="295" y="89"/>
                      </a:lnTo>
                      <a:lnTo>
                        <a:pt x="297" y="89"/>
                      </a:lnTo>
                      <a:lnTo>
                        <a:pt x="298" y="90"/>
                      </a:lnTo>
                      <a:lnTo>
                        <a:pt x="300" y="90"/>
                      </a:lnTo>
                      <a:lnTo>
                        <a:pt x="301" y="90"/>
                      </a:lnTo>
                      <a:lnTo>
                        <a:pt x="303" y="87"/>
                      </a:lnTo>
                      <a:lnTo>
                        <a:pt x="304" y="86"/>
                      </a:lnTo>
                      <a:lnTo>
                        <a:pt x="306" y="86"/>
                      </a:lnTo>
                      <a:lnTo>
                        <a:pt x="307" y="85"/>
                      </a:lnTo>
                      <a:lnTo>
                        <a:pt x="309" y="85"/>
                      </a:lnTo>
                      <a:lnTo>
                        <a:pt x="310" y="87"/>
                      </a:lnTo>
                      <a:lnTo>
                        <a:pt x="312" y="89"/>
                      </a:lnTo>
                      <a:lnTo>
                        <a:pt x="313" y="91"/>
                      </a:lnTo>
                      <a:lnTo>
                        <a:pt x="314" y="91"/>
                      </a:lnTo>
                      <a:lnTo>
                        <a:pt x="316" y="94"/>
                      </a:lnTo>
                      <a:lnTo>
                        <a:pt x="317" y="94"/>
                      </a:lnTo>
                      <a:lnTo>
                        <a:pt x="319" y="98"/>
                      </a:lnTo>
                      <a:lnTo>
                        <a:pt x="320" y="97"/>
                      </a:lnTo>
                      <a:lnTo>
                        <a:pt x="322" y="96"/>
                      </a:lnTo>
                      <a:lnTo>
                        <a:pt x="323" y="97"/>
                      </a:lnTo>
                      <a:lnTo>
                        <a:pt x="325" y="97"/>
                      </a:lnTo>
                      <a:lnTo>
                        <a:pt x="326" y="95"/>
                      </a:lnTo>
                      <a:lnTo>
                        <a:pt x="328" y="93"/>
                      </a:lnTo>
                      <a:lnTo>
                        <a:pt x="329" y="95"/>
                      </a:lnTo>
                      <a:lnTo>
                        <a:pt x="331" y="95"/>
                      </a:lnTo>
                      <a:lnTo>
                        <a:pt x="332" y="94"/>
                      </a:lnTo>
                      <a:lnTo>
                        <a:pt x="334" y="94"/>
                      </a:lnTo>
                      <a:lnTo>
                        <a:pt x="335" y="92"/>
                      </a:lnTo>
                      <a:lnTo>
                        <a:pt x="337" y="89"/>
                      </a:lnTo>
                      <a:lnTo>
                        <a:pt x="338" y="88"/>
                      </a:lnTo>
                      <a:lnTo>
                        <a:pt x="339" y="86"/>
                      </a:lnTo>
                      <a:lnTo>
                        <a:pt x="341" y="86"/>
                      </a:lnTo>
                      <a:lnTo>
                        <a:pt x="342" y="86"/>
                      </a:lnTo>
                      <a:lnTo>
                        <a:pt x="344" y="85"/>
                      </a:lnTo>
                      <a:lnTo>
                        <a:pt x="345" y="85"/>
                      </a:lnTo>
                      <a:lnTo>
                        <a:pt x="347" y="87"/>
                      </a:lnTo>
                      <a:lnTo>
                        <a:pt x="348" y="86"/>
                      </a:lnTo>
                      <a:lnTo>
                        <a:pt x="350" y="86"/>
                      </a:lnTo>
                      <a:lnTo>
                        <a:pt x="351" y="85"/>
                      </a:lnTo>
                      <a:lnTo>
                        <a:pt x="353" y="84"/>
                      </a:lnTo>
                      <a:lnTo>
                        <a:pt x="354" y="85"/>
                      </a:lnTo>
                      <a:lnTo>
                        <a:pt x="356" y="85"/>
                      </a:lnTo>
                      <a:lnTo>
                        <a:pt x="357" y="82"/>
                      </a:lnTo>
                      <a:lnTo>
                        <a:pt x="359" y="83"/>
                      </a:lnTo>
                      <a:lnTo>
                        <a:pt x="360" y="85"/>
                      </a:lnTo>
                      <a:lnTo>
                        <a:pt x="362" y="85"/>
                      </a:lnTo>
                      <a:lnTo>
                        <a:pt x="363" y="86"/>
                      </a:lnTo>
                      <a:lnTo>
                        <a:pt x="364" y="88"/>
                      </a:lnTo>
                      <a:lnTo>
                        <a:pt x="366" y="88"/>
                      </a:lnTo>
                      <a:lnTo>
                        <a:pt x="367" y="90"/>
                      </a:lnTo>
                      <a:lnTo>
                        <a:pt x="369" y="91"/>
                      </a:lnTo>
                      <a:lnTo>
                        <a:pt x="370" y="93"/>
                      </a:lnTo>
                      <a:lnTo>
                        <a:pt x="372" y="91"/>
                      </a:lnTo>
                      <a:lnTo>
                        <a:pt x="373" y="88"/>
                      </a:lnTo>
                      <a:lnTo>
                        <a:pt x="375" y="86"/>
                      </a:lnTo>
                      <a:lnTo>
                        <a:pt x="376" y="86"/>
                      </a:lnTo>
                      <a:lnTo>
                        <a:pt x="378" y="83"/>
                      </a:lnTo>
                      <a:lnTo>
                        <a:pt x="379" y="79"/>
                      </a:lnTo>
                      <a:lnTo>
                        <a:pt x="381" y="81"/>
                      </a:lnTo>
                      <a:lnTo>
                        <a:pt x="382" y="85"/>
                      </a:lnTo>
                      <a:lnTo>
                        <a:pt x="384" y="85"/>
                      </a:lnTo>
                      <a:lnTo>
                        <a:pt x="385" y="88"/>
                      </a:lnTo>
                      <a:lnTo>
                        <a:pt x="387" y="86"/>
                      </a:lnTo>
                      <a:lnTo>
                        <a:pt x="388" y="86"/>
                      </a:lnTo>
                      <a:lnTo>
                        <a:pt x="389" y="85"/>
                      </a:lnTo>
                      <a:lnTo>
                        <a:pt x="391" y="84"/>
                      </a:lnTo>
                      <a:lnTo>
                        <a:pt x="392" y="79"/>
                      </a:lnTo>
                      <a:lnTo>
                        <a:pt x="394" y="79"/>
                      </a:lnTo>
                      <a:lnTo>
                        <a:pt x="395" y="78"/>
                      </a:lnTo>
                      <a:lnTo>
                        <a:pt x="397" y="78"/>
                      </a:lnTo>
                      <a:lnTo>
                        <a:pt x="398" y="77"/>
                      </a:lnTo>
                      <a:lnTo>
                        <a:pt x="400" y="76"/>
                      </a:lnTo>
                      <a:lnTo>
                        <a:pt x="401" y="77"/>
                      </a:lnTo>
                      <a:lnTo>
                        <a:pt x="403" y="78"/>
                      </a:lnTo>
                      <a:lnTo>
                        <a:pt x="404" y="82"/>
                      </a:lnTo>
                      <a:lnTo>
                        <a:pt x="406" y="74"/>
                      </a:lnTo>
                      <a:lnTo>
                        <a:pt x="407" y="53"/>
                      </a:lnTo>
                      <a:lnTo>
                        <a:pt x="409" y="67"/>
                      </a:lnTo>
                      <a:lnTo>
                        <a:pt x="410" y="73"/>
                      </a:lnTo>
                      <a:lnTo>
                        <a:pt x="412" y="67"/>
                      </a:lnTo>
                      <a:lnTo>
                        <a:pt x="413" y="60"/>
                      </a:lnTo>
                      <a:lnTo>
                        <a:pt x="414" y="62"/>
                      </a:lnTo>
                      <a:lnTo>
                        <a:pt x="416" y="62"/>
                      </a:lnTo>
                      <a:lnTo>
                        <a:pt x="417" y="62"/>
                      </a:lnTo>
                      <a:lnTo>
                        <a:pt x="419" y="62"/>
                      </a:lnTo>
                      <a:lnTo>
                        <a:pt x="420" y="68"/>
                      </a:lnTo>
                      <a:lnTo>
                        <a:pt x="422" y="67"/>
                      </a:lnTo>
                      <a:lnTo>
                        <a:pt x="423" y="69"/>
                      </a:lnTo>
                      <a:lnTo>
                        <a:pt x="425" y="69"/>
                      </a:lnTo>
                      <a:lnTo>
                        <a:pt x="426" y="67"/>
                      </a:lnTo>
                      <a:lnTo>
                        <a:pt x="428" y="69"/>
                      </a:lnTo>
                      <a:lnTo>
                        <a:pt x="429" y="70"/>
                      </a:lnTo>
                      <a:lnTo>
                        <a:pt x="431" y="71"/>
                      </a:lnTo>
                      <a:lnTo>
                        <a:pt x="432" y="72"/>
                      </a:lnTo>
                      <a:lnTo>
                        <a:pt x="434" y="70"/>
                      </a:lnTo>
                      <a:lnTo>
                        <a:pt x="435" y="72"/>
                      </a:lnTo>
                      <a:lnTo>
                        <a:pt x="437" y="71"/>
                      </a:lnTo>
                      <a:lnTo>
                        <a:pt x="438" y="75"/>
                      </a:lnTo>
                      <a:lnTo>
                        <a:pt x="440" y="72"/>
                      </a:lnTo>
                      <a:lnTo>
                        <a:pt x="441" y="70"/>
                      </a:lnTo>
                      <a:lnTo>
                        <a:pt x="442" y="74"/>
                      </a:lnTo>
                      <a:lnTo>
                        <a:pt x="444" y="76"/>
                      </a:lnTo>
                      <a:lnTo>
                        <a:pt x="445" y="76"/>
                      </a:lnTo>
                      <a:lnTo>
                        <a:pt x="447" y="75"/>
                      </a:lnTo>
                      <a:lnTo>
                        <a:pt x="448" y="79"/>
                      </a:lnTo>
                      <a:lnTo>
                        <a:pt x="450" y="81"/>
                      </a:lnTo>
                      <a:lnTo>
                        <a:pt x="451" y="81"/>
                      </a:lnTo>
                      <a:lnTo>
                        <a:pt x="453" y="79"/>
                      </a:lnTo>
                      <a:lnTo>
                        <a:pt x="454" y="82"/>
                      </a:lnTo>
                      <a:lnTo>
                        <a:pt x="456" y="82"/>
                      </a:lnTo>
                      <a:lnTo>
                        <a:pt x="457" y="78"/>
                      </a:lnTo>
                      <a:lnTo>
                        <a:pt x="459" y="77"/>
                      </a:lnTo>
                      <a:lnTo>
                        <a:pt x="460" y="76"/>
                      </a:lnTo>
                      <a:lnTo>
                        <a:pt x="462" y="72"/>
                      </a:lnTo>
                      <a:lnTo>
                        <a:pt x="463" y="73"/>
                      </a:lnTo>
                      <a:lnTo>
                        <a:pt x="465" y="74"/>
                      </a:lnTo>
                      <a:lnTo>
                        <a:pt x="466" y="78"/>
                      </a:lnTo>
                      <a:lnTo>
                        <a:pt x="467" y="82"/>
                      </a:lnTo>
                      <a:lnTo>
                        <a:pt x="469" y="84"/>
                      </a:lnTo>
                      <a:lnTo>
                        <a:pt x="470" y="83"/>
                      </a:lnTo>
                      <a:lnTo>
                        <a:pt x="472" y="83"/>
                      </a:lnTo>
                      <a:lnTo>
                        <a:pt x="473" y="82"/>
                      </a:lnTo>
                      <a:lnTo>
                        <a:pt x="475" y="78"/>
                      </a:lnTo>
                      <a:lnTo>
                        <a:pt x="476" y="76"/>
                      </a:lnTo>
                      <a:lnTo>
                        <a:pt x="478" y="74"/>
                      </a:lnTo>
                      <a:lnTo>
                        <a:pt x="479" y="70"/>
                      </a:lnTo>
                      <a:lnTo>
                        <a:pt x="481" y="72"/>
                      </a:lnTo>
                      <a:lnTo>
                        <a:pt x="482" y="72"/>
                      </a:lnTo>
                      <a:lnTo>
                        <a:pt x="484" y="70"/>
                      </a:lnTo>
                      <a:lnTo>
                        <a:pt x="485" y="73"/>
                      </a:lnTo>
                      <a:lnTo>
                        <a:pt x="487" y="73"/>
                      </a:lnTo>
                      <a:lnTo>
                        <a:pt x="488" y="77"/>
                      </a:lnTo>
                      <a:lnTo>
                        <a:pt x="490" y="78"/>
                      </a:lnTo>
                      <a:lnTo>
                        <a:pt x="491" y="81"/>
                      </a:lnTo>
                      <a:lnTo>
                        <a:pt x="492" y="81"/>
                      </a:lnTo>
                      <a:lnTo>
                        <a:pt x="494" y="82"/>
                      </a:lnTo>
                      <a:lnTo>
                        <a:pt x="495" y="83"/>
                      </a:lnTo>
                      <a:lnTo>
                        <a:pt x="497" y="85"/>
                      </a:lnTo>
                      <a:lnTo>
                        <a:pt x="498" y="89"/>
                      </a:lnTo>
                      <a:lnTo>
                        <a:pt x="500" y="89"/>
                      </a:lnTo>
                      <a:lnTo>
                        <a:pt x="501" y="92"/>
                      </a:lnTo>
                      <a:lnTo>
                        <a:pt x="503" y="96"/>
                      </a:lnTo>
                      <a:lnTo>
                        <a:pt x="504" y="96"/>
                      </a:lnTo>
                      <a:lnTo>
                        <a:pt x="506" y="95"/>
                      </a:lnTo>
                      <a:lnTo>
                        <a:pt x="507" y="94"/>
                      </a:lnTo>
                      <a:lnTo>
                        <a:pt x="509" y="95"/>
                      </a:lnTo>
                      <a:lnTo>
                        <a:pt x="510" y="94"/>
                      </a:lnTo>
                      <a:lnTo>
                        <a:pt x="512" y="91"/>
                      </a:lnTo>
                      <a:lnTo>
                        <a:pt x="513" y="90"/>
                      </a:lnTo>
                      <a:lnTo>
                        <a:pt x="515" y="91"/>
                      </a:lnTo>
                      <a:lnTo>
                        <a:pt x="516" y="92"/>
                      </a:lnTo>
                      <a:lnTo>
                        <a:pt x="517" y="88"/>
                      </a:lnTo>
                      <a:lnTo>
                        <a:pt x="519" y="91"/>
                      </a:lnTo>
                      <a:lnTo>
                        <a:pt x="520" y="91"/>
                      </a:lnTo>
                      <a:lnTo>
                        <a:pt x="522" y="91"/>
                      </a:lnTo>
                      <a:lnTo>
                        <a:pt x="523" y="92"/>
                      </a:lnTo>
                      <a:lnTo>
                        <a:pt x="525" y="89"/>
                      </a:lnTo>
                      <a:lnTo>
                        <a:pt x="526" y="92"/>
                      </a:lnTo>
                      <a:lnTo>
                        <a:pt x="528" y="94"/>
                      </a:lnTo>
                      <a:lnTo>
                        <a:pt x="529" y="95"/>
                      </a:lnTo>
                      <a:lnTo>
                        <a:pt x="531" y="97"/>
                      </a:lnTo>
                      <a:lnTo>
                        <a:pt x="532" y="101"/>
                      </a:lnTo>
                      <a:lnTo>
                        <a:pt x="534" y="103"/>
                      </a:lnTo>
                      <a:lnTo>
                        <a:pt x="535" y="105"/>
                      </a:lnTo>
                      <a:lnTo>
                        <a:pt x="537" y="106"/>
                      </a:lnTo>
                      <a:lnTo>
                        <a:pt x="538" y="106"/>
                      </a:lnTo>
                      <a:lnTo>
                        <a:pt x="540" y="109"/>
                      </a:lnTo>
                      <a:lnTo>
                        <a:pt x="541" y="109"/>
                      </a:lnTo>
                      <a:lnTo>
                        <a:pt x="542" y="109"/>
                      </a:lnTo>
                      <a:lnTo>
                        <a:pt x="544" y="109"/>
                      </a:lnTo>
                      <a:lnTo>
                        <a:pt x="545" y="110"/>
                      </a:lnTo>
                      <a:lnTo>
                        <a:pt x="547" y="109"/>
                      </a:lnTo>
                      <a:lnTo>
                        <a:pt x="548" y="105"/>
                      </a:lnTo>
                      <a:lnTo>
                        <a:pt x="550" y="105"/>
                      </a:lnTo>
                      <a:lnTo>
                        <a:pt x="551" y="105"/>
                      </a:lnTo>
                      <a:lnTo>
                        <a:pt x="553" y="102"/>
                      </a:lnTo>
                      <a:lnTo>
                        <a:pt x="554" y="101"/>
                      </a:lnTo>
                      <a:lnTo>
                        <a:pt x="556" y="98"/>
                      </a:lnTo>
                      <a:lnTo>
                        <a:pt x="557" y="100"/>
                      </a:lnTo>
                      <a:lnTo>
                        <a:pt x="559" y="99"/>
                      </a:lnTo>
                      <a:lnTo>
                        <a:pt x="560" y="100"/>
                      </a:lnTo>
                      <a:lnTo>
                        <a:pt x="562" y="102"/>
                      </a:lnTo>
                      <a:lnTo>
                        <a:pt x="563" y="104"/>
                      </a:lnTo>
                      <a:lnTo>
                        <a:pt x="565" y="105"/>
                      </a:lnTo>
                      <a:lnTo>
                        <a:pt x="566" y="106"/>
                      </a:lnTo>
                      <a:lnTo>
                        <a:pt x="567" y="107"/>
                      </a:lnTo>
                      <a:lnTo>
                        <a:pt x="569" y="107"/>
                      </a:lnTo>
                      <a:lnTo>
                        <a:pt x="570" y="107"/>
                      </a:lnTo>
                      <a:lnTo>
                        <a:pt x="572" y="108"/>
                      </a:lnTo>
                      <a:lnTo>
                        <a:pt x="573" y="110"/>
                      </a:lnTo>
                      <a:lnTo>
                        <a:pt x="575" y="111"/>
                      </a:lnTo>
                      <a:lnTo>
                        <a:pt x="576" y="113"/>
                      </a:lnTo>
                      <a:lnTo>
                        <a:pt x="578" y="114"/>
                      </a:lnTo>
                      <a:lnTo>
                        <a:pt x="579" y="113"/>
                      </a:lnTo>
                      <a:lnTo>
                        <a:pt x="581" y="111"/>
                      </a:lnTo>
                      <a:lnTo>
                        <a:pt x="582" y="107"/>
                      </a:lnTo>
                      <a:lnTo>
                        <a:pt x="584" y="109"/>
                      </a:lnTo>
                      <a:lnTo>
                        <a:pt x="585" y="103"/>
                      </a:lnTo>
                      <a:lnTo>
                        <a:pt x="587" y="103"/>
                      </a:lnTo>
                      <a:lnTo>
                        <a:pt x="588" y="104"/>
                      </a:lnTo>
                      <a:lnTo>
                        <a:pt x="590" y="103"/>
                      </a:lnTo>
                      <a:lnTo>
                        <a:pt x="591" y="105"/>
                      </a:lnTo>
                      <a:lnTo>
                        <a:pt x="592" y="108"/>
                      </a:lnTo>
                      <a:lnTo>
                        <a:pt x="594" y="107"/>
                      </a:lnTo>
                      <a:lnTo>
                        <a:pt x="595" y="109"/>
                      </a:lnTo>
                      <a:lnTo>
                        <a:pt x="597" y="109"/>
                      </a:lnTo>
                      <a:lnTo>
                        <a:pt x="598" y="109"/>
                      </a:lnTo>
                      <a:lnTo>
                        <a:pt x="600" y="111"/>
                      </a:lnTo>
                      <a:lnTo>
                        <a:pt x="601" y="113"/>
                      </a:lnTo>
                      <a:lnTo>
                        <a:pt x="603" y="113"/>
                      </a:lnTo>
                      <a:lnTo>
                        <a:pt x="604" y="116"/>
                      </a:lnTo>
                      <a:lnTo>
                        <a:pt x="606" y="118"/>
                      </a:lnTo>
                      <a:lnTo>
                        <a:pt x="607" y="118"/>
                      </a:lnTo>
                      <a:lnTo>
                        <a:pt x="609" y="115"/>
                      </a:lnTo>
                      <a:lnTo>
                        <a:pt x="610" y="115"/>
                      </a:lnTo>
                      <a:lnTo>
                        <a:pt x="612" y="112"/>
                      </a:lnTo>
                      <a:lnTo>
                        <a:pt x="613" y="109"/>
                      </a:lnTo>
                      <a:lnTo>
                        <a:pt x="615" y="105"/>
                      </a:lnTo>
                      <a:lnTo>
                        <a:pt x="616" y="105"/>
                      </a:lnTo>
                      <a:lnTo>
                        <a:pt x="617" y="105"/>
                      </a:lnTo>
                      <a:lnTo>
                        <a:pt x="619" y="103"/>
                      </a:lnTo>
                      <a:lnTo>
                        <a:pt x="620" y="105"/>
                      </a:lnTo>
                      <a:lnTo>
                        <a:pt x="622" y="109"/>
                      </a:lnTo>
                      <a:lnTo>
                        <a:pt x="623" y="109"/>
                      </a:lnTo>
                      <a:lnTo>
                        <a:pt x="625" y="111"/>
                      </a:lnTo>
                      <a:lnTo>
                        <a:pt x="626" y="112"/>
                      </a:lnTo>
                      <a:lnTo>
                        <a:pt x="628" y="111"/>
                      </a:lnTo>
                      <a:lnTo>
                        <a:pt x="629" y="111"/>
                      </a:lnTo>
                      <a:lnTo>
                        <a:pt x="631" y="111"/>
                      </a:lnTo>
                      <a:lnTo>
                        <a:pt x="632" y="112"/>
                      </a:lnTo>
                      <a:lnTo>
                        <a:pt x="634" y="113"/>
                      </a:lnTo>
                      <a:lnTo>
                        <a:pt x="635" y="115"/>
                      </a:lnTo>
                      <a:lnTo>
                        <a:pt x="637" y="115"/>
                      </a:lnTo>
                      <a:lnTo>
                        <a:pt x="638" y="118"/>
                      </a:lnTo>
                      <a:lnTo>
                        <a:pt x="640" y="114"/>
                      </a:lnTo>
                      <a:lnTo>
                        <a:pt x="641" y="114"/>
                      </a:lnTo>
                      <a:lnTo>
                        <a:pt x="643" y="115"/>
                      </a:lnTo>
                      <a:lnTo>
                        <a:pt x="644" y="115"/>
                      </a:lnTo>
                      <a:lnTo>
                        <a:pt x="645" y="116"/>
                      </a:lnTo>
                      <a:lnTo>
                        <a:pt x="647" y="116"/>
                      </a:lnTo>
                      <a:lnTo>
                        <a:pt x="648" y="114"/>
                      </a:lnTo>
                      <a:lnTo>
                        <a:pt x="650" y="112"/>
                      </a:lnTo>
                      <a:lnTo>
                        <a:pt x="651" y="111"/>
                      </a:lnTo>
                      <a:lnTo>
                        <a:pt x="653" y="109"/>
                      </a:lnTo>
                      <a:lnTo>
                        <a:pt x="654" y="111"/>
                      </a:lnTo>
                      <a:lnTo>
                        <a:pt x="656" y="110"/>
                      </a:lnTo>
                      <a:lnTo>
                        <a:pt x="657" y="108"/>
                      </a:lnTo>
                      <a:lnTo>
                        <a:pt x="659" y="110"/>
                      </a:lnTo>
                      <a:lnTo>
                        <a:pt x="660" y="114"/>
                      </a:lnTo>
                      <a:lnTo>
                        <a:pt x="662" y="115"/>
                      </a:lnTo>
                      <a:lnTo>
                        <a:pt x="663" y="115"/>
                      </a:lnTo>
                      <a:lnTo>
                        <a:pt x="665" y="113"/>
                      </a:lnTo>
                      <a:lnTo>
                        <a:pt x="666" y="111"/>
                      </a:lnTo>
                      <a:lnTo>
                        <a:pt x="668" y="111"/>
                      </a:lnTo>
                      <a:lnTo>
                        <a:pt x="669" y="109"/>
                      </a:lnTo>
                      <a:lnTo>
                        <a:pt x="670" y="107"/>
                      </a:lnTo>
                      <a:lnTo>
                        <a:pt x="672" y="109"/>
                      </a:lnTo>
                      <a:lnTo>
                        <a:pt x="673" y="110"/>
                      </a:lnTo>
                      <a:lnTo>
                        <a:pt x="675" y="112"/>
                      </a:lnTo>
                      <a:lnTo>
                        <a:pt x="676" y="114"/>
                      </a:lnTo>
                      <a:lnTo>
                        <a:pt x="678" y="115"/>
                      </a:lnTo>
                      <a:lnTo>
                        <a:pt x="679" y="116"/>
                      </a:lnTo>
                      <a:lnTo>
                        <a:pt x="681" y="115"/>
                      </a:lnTo>
                      <a:lnTo>
                        <a:pt x="682" y="115"/>
                      </a:lnTo>
                      <a:lnTo>
                        <a:pt x="684" y="114"/>
                      </a:lnTo>
                      <a:lnTo>
                        <a:pt x="685" y="117"/>
                      </a:lnTo>
                      <a:lnTo>
                        <a:pt x="687" y="119"/>
                      </a:lnTo>
                      <a:lnTo>
                        <a:pt x="688" y="119"/>
                      </a:lnTo>
                      <a:lnTo>
                        <a:pt x="690" y="123"/>
                      </a:lnTo>
                      <a:lnTo>
                        <a:pt x="691" y="125"/>
                      </a:lnTo>
                      <a:lnTo>
                        <a:pt x="693" y="124"/>
                      </a:lnTo>
                      <a:lnTo>
                        <a:pt x="694" y="126"/>
                      </a:lnTo>
                      <a:lnTo>
                        <a:pt x="695" y="125"/>
                      </a:lnTo>
                      <a:lnTo>
                        <a:pt x="697" y="123"/>
                      </a:lnTo>
                      <a:lnTo>
                        <a:pt x="698" y="123"/>
                      </a:lnTo>
                      <a:lnTo>
                        <a:pt x="700" y="121"/>
                      </a:lnTo>
                      <a:lnTo>
                        <a:pt x="701" y="120"/>
                      </a:lnTo>
                      <a:lnTo>
                        <a:pt x="703" y="121"/>
                      </a:lnTo>
                      <a:lnTo>
                        <a:pt x="704" y="122"/>
                      </a:lnTo>
                      <a:lnTo>
                        <a:pt x="706" y="123"/>
                      </a:lnTo>
                      <a:lnTo>
                        <a:pt x="707" y="125"/>
                      </a:lnTo>
                      <a:lnTo>
                        <a:pt x="709" y="128"/>
                      </a:lnTo>
                      <a:lnTo>
                        <a:pt x="710" y="130"/>
                      </a:lnTo>
                      <a:lnTo>
                        <a:pt x="712" y="135"/>
                      </a:lnTo>
                      <a:lnTo>
                        <a:pt x="713" y="134"/>
                      </a:lnTo>
                      <a:lnTo>
                        <a:pt x="715" y="134"/>
                      </a:lnTo>
                      <a:lnTo>
                        <a:pt x="716" y="134"/>
                      </a:lnTo>
                      <a:lnTo>
                        <a:pt x="718" y="133"/>
                      </a:lnTo>
                      <a:lnTo>
                        <a:pt x="719" y="130"/>
                      </a:lnTo>
                      <a:lnTo>
                        <a:pt x="720" y="130"/>
                      </a:lnTo>
                      <a:lnTo>
                        <a:pt x="722" y="127"/>
                      </a:lnTo>
                      <a:lnTo>
                        <a:pt x="723" y="126"/>
                      </a:lnTo>
                      <a:lnTo>
                        <a:pt x="725" y="125"/>
                      </a:lnTo>
                      <a:lnTo>
                        <a:pt x="726" y="124"/>
                      </a:lnTo>
                      <a:lnTo>
                        <a:pt x="728" y="127"/>
                      </a:lnTo>
                      <a:lnTo>
                        <a:pt x="729" y="129"/>
                      </a:lnTo>
                      <a:lnTo>
                        <a:pt x="731" y="131"/>
                      </a:lnTo>
                      <a:lnTo>
                        <a:pt x="732" y="132"/>
                      </a:lnTo>
                      <a:lnTo>
                        <a:pt x="734" y="138"/>
                      </a:lnTo>
                      <a:lnTo>
                        <a:pt x="735" y="136"/>
                      </a:lnTo>
                      <a:lnTo>
                        <a:pt x="737" y="138"/>
                      </a:lnTo>
                      <a:lnTo>
                        <a:pt x="738" y="140"/>
                      </a:lnTo>
                      <a:lnTo>
                        <a:pt x="740" y="140"/>
                      </a:lnTo>
                      <a:lnTo>
                        <a:pt x="741" y="143"/>
                      </a:lnTo>
                      <a:lnTo>
                        <a:pt x="743" y="142"/>
                      </a:lnTo>
                      <a:lnTo>
                        <a:pt x="744" y="144"/>
                      </a:lnTo>
                      <a:lnTo>
                        <a:pt x="745" y="143"/>
                      </a:lnTo>
                      <a:lnTo>
                        <a:pt x="747" y="144"/>
                      </a:lnTo>
                      <a:lnTo>
                        <a:pt x="748" y="146"/>
                      </a:lnTo>
                      <a:lnTo>
                        <a:pt x="750" y="147"/>
                      </a:lnTo>
                      <a:lnTo>
                        <a:pt x="751" y="149"/>
                      </a:lnTo>
                      <a:lnTo>
                        <a:pt x="753" y="147"/>
                      </a:lnTo>
                      <a:lnTo>
                        <a:pt x="754" y="147"/>
                      </a:lnTo>
                      <a:lnTo>
                        <a:pt x="756" y="147"/>
                      </a:lnTo>
                      <a:lnTo>
                        <a:pt x="757" y="144"/>
                      </a:lnTo>
                      <a:lnTo>
                        <a:pt x="759" y="146"/>
                      </a:lnTo>
                      <a:lnTo>
                        <a:pt x="760" y="145"/>
                      </a:lnTo>
                      <a:lnTo>
                        <a:pt x="762" y="146"/>
                      </a:lnTo>
                      <a:lnTo>
                        <a:pt x="763" y="143"/>
                      </a:lnTo>
                      <a:lnTo>
                        <a:pt x="765" y="142"/>
                      </a:lnTo>
                      <a:lnTo>
                        <a:pt x="766" y="140"/>
                      </a:lnTo>
                      <a:lnTo>
                        <a:pt x="768" y="139"/>
                      </a:lnTo>
                      <a:lnTo>
                        <a:pt x="769" y="139"/>
                      </a:lnTo>
                      <a:lnTo>
                        <a:pt x="770" y="137"/>
                      </a:lnTo>
                      <a:lnTo>
                        <a:pt x="772" y="134"/>
                      </a:lnTo>
                      <a:lnTo>
                        <a:pt x="773" y="138"/>
                      </a:lnTo>
                      <a:lnTo>
                        <a:pt x="775" y="142"/>
                      </a:lnTo>
                      <a:lnTo>
                        <a:pt x="776" y="143"/>
                      </a:lnTo>
                      <a:lnTo>
                        <a:pt x="778" y="144"/>
                      </a:lnTo>
                      <a:lnTo>
                        <a:pt x="779" y="141"/>
                      </a:lnTo>
                      <a:lnTo>
                        <a:pt x="781" y="143"/>
                      </a:lnTo>
                      <a:lnTo>
                        <a:pt x="782" y="143"/>
                      </a:lnTo>
                      <a:lnTo>
                        <a:pt x="784" y="143"/>
                      </a:lnTo>
                      <a:lnTo>
                        <a:pt x="785" y="142"/>
                      </a:lnTo>
                      <a:lnTo>
                        <a:pt x="787" y="143"/>
                      </a:lnTo>
                      <a:lnTo>
                        <a:pt x="788" y="143"/>
                      </a:lnTo>
                      <a:lnTo>
                        <a:pt x="790" y="147"/>
                      </a:lnTo>
                      <a:lnTo>
                        <a:pt x="791" y="150"/>
                      </a:lnTo>
                      <a:lnTo>
                        <a:pt x="793" y="151"/>
                      </a:lnTo>
                      <a:lnTo>
                        <a:pt x="794" y="154"/>
                      </a:lnTo>
                      <a:lnTo>
                        <a:pt x="795" y="155"/>
                      </a:lnTo>
                      <a:lnTo>
                        <a:pt x="797" y="155"/>
                      </a:lnTo>
                      <a:lnTo>
                        <a:pt x="798" y="154"/>
                      </a:lnTo>
                      <a:lnTo>
                        <a:pt x="800" y="153"/>
                      </a:lnTo>
                      <a:lnTo>
                        <a:pt x="801" y="152"/>
                      </a:lnTo>
                      <a:lnTo>
                        <a:pt x="803" y="152"/>
                      </a:lnTo>
                      <a:lnTo>
                        <a:pt x="804" y="151"/>
                      </a:lnTo>
                      <a:lnTo>
                        <a:pt x="806" y="153"/>
                      </a:lnTo>
                      <a:lnTo>
                        <a:pt x="807" y="152"/>
                      </a:lnTo>
                      <a:lnTo>
                        <a:pt x="809" y="152"/>
                      </a:lnTo>
                      <a:lnTo>
                        <a:pt x="810" y="152"/>
                      </a:lnTo>
                      <a:lnTo>
                        <a:pt x="812" y="152"/>
                      </a:lnTo>
                      <a:lnTo>
                        <a:pt x="813" y="151"/>
                      </a:lnTo>
                      <a:lnTo>
                        <a:pt x="815" y="150"/>
                      </a:lnTo>
                      <a:lnTo>
                        <a:pt x="816" y="152"/>
                      </a:lnTo>
                      <a:lnTo>
                        <a:pt x="818" y="149"/>
                      </a:lnTo>
                      <a:lnTo>
                        <a:pt x="819" y="151"/>
                      </a:lnTo>
                      <a:lnTo>
                        <a:pt x="820" y="152"/>
                      </a:lnTo>
                      <a:lnTo>
                        <a:pt x="822" y="152"/>
                      </a:lnTo>
                      <a:lnTo>
                        <a:pt x="823" y="155"/>
                      </a:lnTo>
                      <a:lnTo>
                        <a:pt x="825" y="153"/>
                      </a:lnTo>
                      <a:lnTo>
                        <a:pt x="826" y="152"/>
                      </a:lnTo>
                      <a:lnTo>
                        <a:pt x="828" y="152"/>
                      </a:lnTo>
                      <a:lnTo>
                        <a:pt x="829" y="155"/>
                      </a:lnTo>
                      <a:lnTo>
                        <a:pt x="831" y="155"/>
                      </a:lnTo>
                      <a:lnTo>
                        <a:pt x="832" y="156"/>
                      </a:lnTo>
                      <a:lnTo>
                        <a:pt x="834" y="155"/>
                      </a:lnTo>
                      <a:lnTo>
                        <a:pt x="835" y="154"/>
                      </a:lnTo>
                      <a:lnTo>
                        <a:pt x="837" y="155"/>
                      </a:lnTo>
                      <a:lnTo>
                        <a:pt x="838" y="152"/>
                      </a:lnTo>
                      <a:lnTo>
                        <a:pt x="840" y="152"/>
                      </a:lnTo>
                      <a:lnTo>
                        <a:pt x="841" y="155"/>
                      </a:lnTo>
                      <a:lnTo>
                        <a:pt x="843" y="153"/>
                      </a:lnTo>
                      <a:lnTo>
                        <a:pt x="844" y="153"/>
                      </a:lnTo>
                      <a:lnTo>
                        <a:pt x="846" y="153"/>
                      </a:lnTo>
                      <a:lnTo>
                        <a:pt x="847" y="154"/>
                      </a:lnTo>
                      <a:lnTo>
                        <a:pt x="848" y="155"/>
                      </a:lnTo>
                      <a:lnTo>
                        <a:pt x="850" y="157"/>
                      </a:lnTo>
                      <a:lnTo>
                        <a:pt x="851" y="157"/>
                      </a:lnTo>
                      <a:lnTo>
                        <a:pt x="853" y="159"/>
                      </a:lnTo>
                      <a:lnTo>
                        <a:pt x="854" y="160"/>
                      </a:lnTo>
                      <a:lnTo>
                        <a:pt x="856" y="161"/>
                      </a:lnTo>
                      <a:lnTo>
                        <a:pt x="857" y="161"/>
                      </a:lnTo>
                      <a:lnTo>
                        <a:pt x="859" y="158"/>
                      </a:lnTo>
                      <a:lnTo>
                        <a:pt x="860" y="160"/>
                      </a:lnTo>
                      <a:lnTo>
                        <a:pt x="862" y="159"/>
                      </a:lnTo>
                      <a:lnTo>
                        <a:pt x="863" y="158"/>
                      </a:lnTo>
                      <a:lnTo>
                        <a:pt x="865" y="156"/>
                      </a:lnTo>
                      <a:lnTo>
                        <a:pt x="866" y="159"/>
                      </a:lnTo>
                      <a:lnTo>
                        <a:pt x="868" y="160"/>
                      </a:lnTo>
                      <a:lnTo>
                        <a:pt x="869" y="161"/>
                      </a:lnTo>
                      <a:lnTo>
                        <a:pt x="871" y="158"/>
                      </a:lnTo>
                      <a:lnTo>
                        <a:pt x="872" y="156"/>
                      </a:lnTo>
                      <a:lnTo>
                        <a:pt x="873" y="155"/>
                      </a:lnTo>
                      <a:lnTo>
                        <a:pt x="875" y="152"/>
                      </a:lnTo>
                      <a:lnTo>
                        <a:pt x="876" y="153"/>
                      </a:lnTo>
                      <a:lnTo>
                        <a:pt x="878" y="152"/>
                      </a:lnTo>
                      <a:lnTo>
                        <a:pt x="879" y="156"/>
                      </a:lnTo>
                      <a:lnTo>
                        <a:pt x="881" y="157"/>
                      </a:lnTo>
                      <a:lnTo>
                        <a:pt x="882" y="156"/>
                      </a:lnTo>
                      <a:lnTo>
                        <a:pt x="884" y="161"/>
                      </a:lnTo>
                      <a:lnTo>
                        <a:pt x="885" y="162"/>
                      </a:lnTo>
                      <a:lnTo>
                        <a:pt x="887" y="163"/>
                      </a:lnTo>
                      <a:lnTo>
                        <a:pt x="888" y="164"/>
                      </a:lnTo>
                      <a:lnTo>
                        <a:pt x="890" y="163"/>
                      </a:lnTo>
                      <a:lnTo>
                        <a:pt x="891" y="167"/>
                      </a:lnTo>
                      <a:lnTo>
                        <a:pt x="893" y="167"/>
                      </a:lnTo>
                      <a:lnTo>
                        <a:pt x="894" y="170"/>
                      </a:lnTo>
                      <a:lnTo>
                        <a:pt x="896" y="174"/>
                      </a:lnTo>
                      <a:lnTo>
                        <a:pt x="897" y="174"/>
                      </a:lnTo>
                      <a:lnTo>
                        <a:pt x="898" y="177"/>
                      </a:lnTo>
                      <a:lnTo>
                        <a:pt x="900" y="179"/>
                      </a:lnTo>
                      <a:lnTo>
                        <a:pt x="901" y="178"/>
                      </a:lnTo>
                      <a:lnTo>
                        <a:pt x="903" y="176"/>
                      </a:lnTo>
                      <a:lnTo>
                        <a:pt x="904" y="177"/>
                      </a:lnTo>
                      <a:lnTo>
                        <a:pt x="906" y="178"/>
                      </a:lnTo>
                      <a:lnTo>
                        <a:pt x="907" y="175"/>
                      </a:lnTo>
                      <a:lnTo>
                        <a:pt x="909" y="171"/>
                      </a:lnTo>
                      <a:lnTo>
                        <a:pt x="910" y="172"/>
                      </a:lnTo>
                      <a:lnTo>
                        <a:pt x="912" y="167"/>
                      </a:lnTo>
                      <a:lnTo>
                        <a:pt x="913" y="170"/>
                      </a:lnTo>
                      <a:lnTo>
                        <a:pt x="915" y="170"/>
                      </a:lnTo>
                      <a:lnTo>
                        <a:pt x="916" y="173"/>
                      </a:lnTo>
                      <a:lnTo>
                        <a:pt x="918" y="178"/>
                      </a:lnTo>
                      <a:lnTo>
                        <a:pt x="919" y="179"/>
                      </a:lnTo>
                      <a:lnTo>
                        <a:pt x="921" y="180"/>
                      </a:lnTo>
                      <a:lnTo>
                        <a:pt x="922" y="181"/>
                      </a:lnTo>
                      <a:lnTo>
                        <a:pt x="923" y="178"/>
                      </a:lnTo>
                      <a:lnTo>
                        <a:pt x="925" y="174"/>
                      </a:lnTo>
                      <a:lnTo>
                        <a:pt x="926" y="174"/>
                      </a:lnTo>
                      <a:lnTo>
                        <a:pt x="928" y="171"/>
                      </a:lnTo>
                      <a:lnTo>
                        <a:pt x="929" y="170"/>
                      </a:lnTo>
                      <a:lnTo>
                        <a:pt x="931" y="174"/>
                      </a:lnTo>
                      <a:lnTo>
                        <a:pt x="932" y="174"/>
                      </a:lnTo>
                      <a:lnTo>
                        <a:pt x="934" y="176"/>
                      </a:lnTo>
                      <a:lnTo>
                        <a:pt x="935" y="178"/>
                      </a:lnTo>
                      <a:lnTo>
                        <a:pt x="937" y="176"/>
                      </a:lnTo>
                      <a:lnTo>
                        <a:pt x="938" y="180"/>
                      </a:lnTo>
                      <a:lnTo>
                        <a:pt x="940" y="185"/>
                      </a:lnTo>
                      <a:lnTo>
                        <a:pt x="941" y="184"/>
                      </a:lnTo>
                      <a:lnTo>
                        <a:pt x="943" y="187"/>
                      </a:lnTo>
                      <a:lnTo>
                        <a:pt x="944" y="189"/>
                      </a:lnTo>
                      <a:lnTo>
                        <a:pt x="946" y="190"/>
                      </a:lnTo>
                      <a:lnTo>
                        <a:pt x="947" y="189"/>
                      </a:lnTo>
                      <a:lnTo>
                        <a:pt x="948" y="188"/>
                      </a:lnTo>
                      <a:lnTo>
                        <a:pt x="950" y="187"/>
                      </a:lnTo>
                      <a:lnTo>
                        <a:pt x="951" y="187"/>
                      </a:lnTo>
                      <a:lnTo>
                        <a:pt x="953" y="185"/>
                      </a:lnTo>
                      <a:lnTo>
                        <a:pt x="954" y="186"/>
                      </a:lnTo>
                      <a:lnTo>
                        <a:pt x="956" y="185"/>
                      </a:lnTo>
                      <a:lnTo>
                        <a:pt x="957" y="185"/>
                      </a:lnTo>
                      <a:lnTo>
                        <a:pt x="959" y="187"/>
                      </a:lnTo>
                      <a:lnTo>
                        <a:pt x="960" y="189"/>
                      </a:lnTo>
                      <a:lnTo>
                        <a:pt x="962" y="190"/>
                      </a:lnTo>
                      <a:lnTo>
                        <a:pt x="963" y="190"/>
                      </a:lnTo>
                      <a:lnTo>
                        <a:pt x="965" y="194"/>
                      </a:lnTo>
                      <a:lnTo>
                        <a:pt x="966" y="197"/>
                      </a:lnTo>
                      <a:lnTo>
                        <a:pt x="968" y="197"/>
                      </a:lnTo>
                      <a:lnTo>
                        <a:pt x="969" y="197"/>
                      </a:lnTo>
                      <a:lnTo>
                        <a:pt x="971" y="196"/>
                      </a:lnTo>
                      <a:lnTo>
                        <a:pt x="972" y="195"/>
                      </a:lnTo>
                      <a:lnTo>
                        <a:pt x="973" y="196"/>
                      </a:lnTo>
                      <a:lnTo>
                        <a:pt x="975" y="194"/>
                      </a:lnTo>
                      <a:lnTo>
                        <a:pt x="976" y="193"/>
                      </a:lnTo>
                      <a:lnTo>
                        <a:pt x="978" y="191"/>
                      </a:lnTo>
                      <a:lnTo>
                        <a:pt x="979" y="191"/>
                      </a:lnTo>
                      <a:lnTo>
                        <a:pt x="981" y="189"/>
                      </a:lnTo>
                      <a:lnTo>
                        <a:pt x="982" y="186"/>
                      </a:lnTo>
                      <a:lnTo>
                        <a:pt x="984" y="183"/>
                      </a:lnTo>
                      <a:lnTo>
                        <a:pt x="985" y="184"/>
                      </a:lnTo>
                      <a:lnTo>
                        <a:pt x="987" y="186"/>
                      </a:lnTo>
                      <a:lnTo>
                        <a:pt x="988" y="186"/>
                      </a:lnTo>
                      <a:lnTo>
                        <a:pt x="990" y="190"/>
                      </a:lnTo>
                      <a:lnTo>
                        <a:pt x="991" y="192"/>
                      </a:lnTo>
                      <a:lnTo>
                        <a:pt x="993" y="193"/>
                      </a:lnTo>
                      <a:lnTo>
                        <a:pt x="994" y="193"/>
                      </a:lnTo>
                      <a:lnTo>
                        <a:pt x="996" y="194"/>
                      </a:lnTo>
                      <a:lnTo>
                        <a:pt x="997" y="193"/>
                      </a:lnTo>
                      <a:lnTo>
                        <a:pt x="998" y="194"/>
                      </a:lnTo>
                      <a:lnTo>
                        <a:pt x="1000" y="193"/>
                      </a:lnTo>
                      <a:lnTo>
                        <a:pt x="1001" y="193"/>
                      </a:lnTo>
                      <a:lnTo>
                        <a:pt x="1003" y="192"/>
                      </a:lnTo>
                      <a:lnTo>
                        <a:pt x="1004" y="197"/>
                      </a:lnTo>
                      <a:lnTo>
                        <a:pt x="1006" y="197"/>
                      </a:lnTo>
                      <a:lnTo>
                        <a:pt x="1007" y="200"/>
                      </a:lnTo>
                      <a:lnTo>
                        <a:pt x="1009" y="203"/>
                      </a:lnTo>
                      <a:lnTo>
                        <a:pt x="1010" y="207"/>
                      </a:lnTo>
                      <a:lnTo>
                        <a:pt x="1012" y="208"/>
                      </a:lnTo>
                      <a:lnTo>
                        <a:pt x="1013" y="204"/>
                      </a:lnTo>
                      <a:lnTo>
                        <a:pt x="1015" y="205"/>
                      </a:lnTo>
                      <a:lnTo>
                        <a:pt x="1016" y="205"/>
                      </a:lnTo>
                      <a:lnTo>
                        <a:pt x="1018" y="204"/>
                      </a:lnTo>
                      <a:lnTo>
                        <a:pt x="1019" y="204"/>
                      </a:lnTo>
                      <a:lnTo>
                        <a:pt x="1021" y="204"/>
                      </a:lnTo>
                      <a:lnTo>
                        <a:pt x="1022" y="206"/>
                      </a:lnTo>
                      <a:lnTo>
                        <a:pt x="1023" y="207"/>
                      </a:lnTo>
                      <a:lnTo>
                        <a:pt x="1025" y="207"/>
                      </a:lnTo>
                      <a:lnTo>
                        <a:pt x="1026" y="204"/>
                      </a:lnTo>
                      <a:lnTo>
                        <a:pt x="1028" y="205"/>
                      </a:lnTo>
                      <a:lnTo>
                        <a:pt x="1029" y="199"/>
                      </a:lnTo>
                      <a:lnTo>
                        <a:pt x="1031" y="202"/>
                      </a:lnTo>
                      <a:lnTo>
                        <a:pt x="1032" y="200"/>
                      </a:lnTo>
                      <a:lnTo>
                        <a:pt x="1034" y="203"/>
                      </a:lnTo>
                      <a:lnTo>
                        <a:pt x="1035" y="206"/>
                      </a:lnTo>
                      <a:lnTo>
                        <a:pt x="1037" y="206"/>
                      </a:lnTo>
                      <a:lnTo>
                        <a:pt x="1038" y="211"/>
                      </a:lnTo>
                      <a:lnTo>
                        <a:pt x="1040" y="210"/>
                      </a:lnTo>
                      <a:lnTo>
                        <a:pt x="1041" y="210"/>
                      </a:lnTo>
                      <a:lnTo>
                        <a:pt x="1043" y="210"/>
                      </a:lnTo>
                      <a:lnTo>
                        <a:pt x="1044" y="208"/>
                      </a:lnTo>
                      <a:lnTo>
                        <a:pt x="1046" y="206"/>
                      </a:lnTo>
                      <a:lnTo>
                        <a:pt x="1047" y="209"/>
                      </a:lnTo>
                      <a:lnTo>
                        <a:pt x="1048" y="208"/>
                      </a:lnTo>
                      <a:lnTo>
                        <a:pt x="1050" y="212"/>
                      </a:lnTo>
                      <a:lnTo>
                        <a:pt x="1051" y="212"/>
                      </a:lnTo>
                      <a:lnTo>
                        <a:pt x="1053" y="213"/>
                      </a:lnTo>
                      <a:lnTo>
                        <a:pt x="1054" y="213"/>
                      </a:lnTo>
                      <a:lnTo>
                        <a:pt x="1056" y="214"/>
                      </a:lnTo>
                      <a:lnTo>
                        <a:pt x="1057" y="211"/>
                      </a:lnTo>
                      <a:lnTo>
                        <a:pt x="1059" y="209"/>
                      </a:lnTo>
                      <a:lnTo>
                        <a:pt x="1060" y="207"/>
                      </a:lnTo>
                      <a:lnTo>
                        <a:pt x="1062" y="209"/>
                      </a:lnTo>
                      <a:lnTo>
                        <a:pt x="1063" y="213"/>
                      </a:lnTo>
                      <a:lnTo>
                        <a:pt x="1065" y="212"/>
                      </a:lnTo>
                      <a:lnTo>
                        <a:pt x="1066" y="215"/>
                      </a:lnTo>
                      <a:lnTo>
                        <a:pt x="1068" y="217"/>
                      </a:lnTo>
                      <a:lnTo>
                        <a:pt x="1069" y="217"/>
                      </a:lnTo>
                      <a:lnTo>
                        <a:pt x="1071" y="217"/>
                      </a:lnTo>
                      <a:lnTo>
                        <a:pt x="1072" y="214"/>
                      </a:lnTo>
                      <a:lnTo>
                        <a:pt x="1074" y="217"/>
                      </a:lnTo>
                      <a:lnTo>
                        <a:pt x="1075" y="215"/>
                      </a:lnTo>
                      <a:lnTo>
                        <a:pt x="1076" y="215"/>
                      </a:lnTo>
                      <a:lnTo>
                        <a:pt x="1078" y="213"/>
                      </a:lnTo>
                      <a:lnTo>
                        <a:pt x="1079" y="215"/>
                      </a:lnTo>
                      <a:lnTo>
                        <a:pt x="1081" y="214"/>
                      </a:lnTo>
                      <a:lnTo>
                        <a:pt x="1082" y="212"/>
                      </a:lnTo>
                      <a:lnTo>
                        <a:pt x="1084" y="213"/>
                      </a:lnTo>
                      <a:lnTo>
                        <a:pt x="1085" y="213"/>
                      </a:lnTo>
                      <a:lnTo>
                        <a:pt x="1087" y="213"/>
                      </a:lnTo>
                      <a:lnTo>
                        <a:pt x="1088" y="216"/>
                      </a:lnTo>
                      <a:lnTo>
                        <a:pt x="1090" y="216"/>
                      </a:lnTo>
                      <a:lnTo>
                        <a:pt x="1091" y="213"/>
                      </a:lnTo>
                      <a:lnTo>
                        <a:pt x="1093" y="213"/>
                      </a:lnTo>
                      <a:lnTo>
                        <a:pt x="1094" y="214"/>
                      </a:lnTo>
                      <a:lnTo>
                        <a:pt x="1096" y="212"/>
                      </a:lnTo>
                      <a:lnTo>
                        <a:pt x="1097" y="213"/>
                      </a:lnTo>
                      <a:lnTo>
                        <a:pt x="1099" y="213"/>
                      </a:lnTo>
                      <a:lnTo>
                        <a:pt x="1100" y="215"/>
                      </a:lnTo>
                      <a:lnTo>
                        <a:pt x="1101" y="216"/>
                      </a:lnTo>
                      <a:lnTo>
                        <a:pt x="1103" y="215"/>
                      </a:lnTo>
                      <a:lnTo>
                        <a:pt x="1104" y="216"/>
                      </a:lnTo>
                      <a:lnTo>
                        <a:pt x="1106" y="216"/>
                      </a:lnTo>
                      <a:lnTo>
                        <a:pt x="1107" y="219"/>
                      </a:lnTo>
                      <a:lnTo>
                        <a:pt x="1109" y="219"/>
                      </a:lnTo>
                      <a:lnTo>
                        <a:pt x="1110" y="219"/>
                      </a:lnTo>
                      <a:lnTo>
                        <a:pt x="1112" y="218"/>
                      </a:lnTo>
                      <a:lnTo>
                        <a:pt x="1113" y="218"/>
                      </a:lnTo>
                      <a:lnTo>
                        <a:pt x="1115" y="218"/>
                      </a:lnTo>
                      <a:lnTo>
                        <a:pt x="1116" y="216"/>
                      </a:lnTo>
                      <a:lnTo>
                        <a:pt x="1118" y="216"/>
                      </a:lnTo>
                      <a:lnTo>
                        <a:pt x="1119" y="217"/>
                      </a:lnTo>
                      <a:lnTo>
                        <a:pt x="1121" y="219"/>
                      </a:lnTo>
                      <a:lnTo>
                        <a:pt x="1122" y="221"/>
                      </a:lnTo>
                      <a:lnTo>
                        <a:pt x="1124" y="223"/>
                      </a:lnTo>
                      <a:lnTo>
                        <a:pt x="1125" y="222"/>
                      </a:lnTo>
                      <a:lnTo>
                        <a:pt x="1126" y="221"/>
                      </a:lnTo>
                      <a:lnTo>
                        <a:pt x="1128" y="222"/>
                      </a:lnTo>
                      <a:lnTo>
                        <a:pt x="1129" y="221"/>
                      </a:lnTo>
                      <a:lnTo>
                        <a:pt x="1131" y="221"/>
                      </a:lnTo>
                      <a:lnTo>
                        <a:pt x="1132" y="220"/>
                      </a:lnTo>
                      <a:lnTo>
                        <a:pt x="1134" y="220"/>
                      </a:lnTo>
                      <a:lnTo>
                        <a:pt x="1135" y="221"/>
                      </a:lnTo>
                      <a:lnTo>
                        <a:pt x="1137" y="223"/>
                      </a:lnTo>
                      <a:lnTo>
                        <a:pt x="1138" y="228"/>
                      </a:lnTo>
                      <a:lnTo>
                        <a:pt x="1140" y="229"/>
                      </a:lnTo>
                      <a:lnTo>
                        <a:pt x="1141" y="228"/>
                      </a:lnTo>
                      <a:lnTo>
                        <a:pt x="1143" y="230"/>
                      </a:lnTo>
                      <a:lnTo>
                        <a:pt x="1144" y="226"/>
                      </a:lnTo>
                      <a:lnTo>
                        <a:pt x="1146" y="229"/>
                      </a:lnTo>
                      <a:lnTo>
                        <a:pt x="1147" y="228"/>
                      </a:lnTo>
                      <a:lnTo>
                        <a:pt x="1149" y="228"/>
                      </a:lnTo>
                      <a:lnTo>
                        <a:pt x="1150" y="229"/>
                      </a:lnTo>
                      <a:lnTo>
                        <a:pt x="1151" y="230"/>
                      </a:lnTo>
                      <a:lnTo>
                        <a:pt x="1153" y="229"/>
                      </a:lnTo>
                      <a:lnTo>
                        <a:pt x="1154" y="228"/>
                      </a:lnTo>
                      <a:lnTo>
                        <a:pt x="1156" y="227"/>
                      </a:lnTo>
                      <a:lnTo>
                        <a:pt x="1157" y="224"/>
                      </a:lnTo>
                      <a:lnTo>
                        <a:pt x="1159" y="224"/>
                      </a:lnTo>
                      <a:lnTo>
                        <a:pt x="1160" y="226"/>
                      </a:lnTo>
                      <a:lnTo>
                        <a:pt x="1162" y="225"/>
                      </a:lnTo>
                      <a:lnTo>
                        <a:pt x="1163" y="224"/>
                      </a:lnTo>
                      <a:lnTo>
                        <a:pt x="1165" y="224"/>
                      </a:lnTo>
                      <a:lnTo>
                        <a:pt x="1166" y="225"/>
                      </a:lnTo>
                      <a:lnTo>
                        <a:pt x="1168" y="223"/>
                      </a:lnTo>
                      <a:lnTo>
                        <a:pt x="1169" y="220"/>
                      </a:lnTo>
                      <a:lnTo>
                        <a:pt x="1171" y="219"/>
                      </a:lnTo>
                      <a:lnTo>
                        <a:pt x="1172" y="219"/>
                      </a:lnTo>
                      <a:lnTo>
                        <a:pt x="1174" y="218"/>
                      </a:lnTo>
                      <a:lnTo>
                        <a:pt x="1175" y="217"/>
                      </a:lnTo>
                      <a:lnTo>
                        <a:pt x="1176" y="218"/>
                      </a:lnTo>
                      <a:lnTo>
                        <a:pt x="1178" y="220"/>
                      </a:lnTo>
                      <a:lnTo>
                        <a:pt x="1179" y="223"/>
                      </a:lnTo>
                      <a:lnTo>
                        <a:pt x="1181" y="222"/>
                      </a:lnTo>
                      <a:lnTo>
                        <a:pt x="1182" y="225"/>
                      </a:lnTo>
                      <a:lnTo>
                        <a:pt x="1184" y="227"/>
                      </a:lnTo>
                      <a:lnTo>
                        <a:pt x="1185" y="229"/>
                      </a:lnTo>
                      <a:lnTo>
                        <a:pt x="1187" y="232"/>
                      </a:lnTo>
                      <a:lnTo>
                        <a:pt x="1188" y="236"/>
                      </a:lnTo>
                      <a:lnTo>
                        <a:pt x="1190" y="238"/>
                      </a:lnTo>
                      <a:lnTo>
                        <a:pt x="1191" y="239"/>
                      </a:lnTo>
                      <a:lnTo>
                        <a:pt x="1193" y="241"/>
                      </a:lnTo>
                      <a:lnTo>
                        <a:pt x="1194" y="240"/>
                      </a:lnTo>
                      <a:lnTo>
                        <a:pt x="1196" y="238"/>
                      </a:lnTo>
                      <a:lnTo>
                        <a:pt x="1197" y="238"/>
                      </a:lnTo>
                      <a:lnTo>
                        <a:pt x="1199" y="237"/>
                      </a:lnTo>
                      <a:lnTo>
                        <a:pt x="1200" y="240"/>
                      </a:lnTo>
                      <a:lnTo>
                        <a:pt x="1201" y="239"/>
                      </a:lnTo>
                      <a:lnTo>
                        <a:pt x="1203" y="239"/>
                      </a:lnTo>
                      <a:lnTo>
                        <a:pt x="1204" y="240"/>
                      </a:lnTo>
                      <a:lnTo>
                        <a:pt x="1206" y="241"/>
                      </a:lnTo>
                      <a:lnTo>
                        <a:pt x="1207" y="243"/>
                      </a:lnTo>
                      <a:lnTo>
                        <a:pt x="1209" y="240"/>
                      </a:lnTo>
                      <a:lnTo>
                        <a:pt x="1210" y="236"/>
                      </a:lnTo>
                      <a:lnTo>
                        <a:pt x="1212" y="238"/>
                      </a:lnTo>
                      <a:lnTo>
                        <a:pt x="1213" y="237"/>
                      </a:lnTo>
                      <a:lnTo>
                        <a:pt x="1215" y="233"/>
                      </a:lnTo>
                      <a:lnTo>
                        <a:pt x="1216" y="235"/>
                      </a:lnTo>
                      <a:lnTo>
                        <a:pt x="1218" y="239"/>
                      </a:lnTo>
                      <a:lnTo>
                        <a:pt x="1219" y="242"/>
                      </a:lnTo>
                      <a:lnTo>
                        <a:pt x="1221" y="244"/>
                      </a:lnTo>
                      <a:lnTo>
                        <a:pt x="1222" y="246"/>
                      </a:lnTo>
                      <a:lnTo>
                        <a:pt x="1224" y="249"/>
                      </a:lnTo>
                      <a:lnTo>
                        <a:pt x="1225" y="250"/>
                      </a:lnTo>
                      <a:lnTo>
                        <a:pt x="1226" y="252"/>
                      </a:lnTo>
                      <a:lnTo>
                        <a:pt x="1228" y="250"/>
                      </a:lnTo>
                      <a:lnTo>
                        <a:pt x="1229" y="250"/>
                      </a:lnTo>
                      <a:lnTo>
                        <a:pt x="1231" y="252"/>
                      </a:lnTo>
                      <a:lnTo>
                        <a:pt x="1232" y="250"/>
                      </a:lnTo>
                      <a:lnTo>
                        <a:pt x="1234" y="249"/>
                      </a:lnTo>
                      <a:lnTo>
                        <a:pt x="1235" y="250"/>
                      </a:lnTo>
                      <a:lnTo>
                        <a:pt x="1237" y="250"/>
                      </a:lnTo>
                      <a:lnTo>
                        <a:pt x="1238" y="248"/>
                      </a:lnTo>
                      <a:lnTo>
                        <a:pt x="1240" y="249"/>
                      </a:lnTo>
                      <a:lnTo>
                        <a:pt x="1241" y="251"/>
                      </a:lnTo>
                      <a:lnTo>
                        <a:pt x="1243" y="251"/>
                      </a:lnTo>
                      <a:lnTo>
                        <a:pt x="1244" y="251"/>
                      </a:lnTo>
                      <a:lnTo>
                        <a:pt x="1246" y="252"/>
                      </a:lnTo>
                      <a:lnTo>
                        <a:pt x="1247" y="252"/>
                      </a:lnTo>
                      <a:lnTo>
                        <a:pt x="1249" y="253"/>
                      </a:lnTo>
                      <a:lnTo>
                        <a:pt x="1250" y="251"/>
                      </a:lnTo>
                      <a:lnTo>
                        <a:pt x="1251" y="251"/>
                      </a:lnTo>
                      <a:lnTo>
                        <a:pt x="1253" y="251"/>
                      </a:lnTo>
                      <a:lnTo>
                        <a:pt x="1254" y="251"/>
                      </a:lnTo>
                      <a:lnTo>
                        <a:pt x="1256" y="249"/>
                      </a:lnTo>
                      <a:lnTo>
                        <a:pt x="1257" y="251"/>
                      </a:lnTo>
                      <a:lnTo>
                        <a:pt x="1259" y="249"/>
                      </a:lnTo>
                      <a:lnTo>
                        <a:pt x="1260" y="250"/>
                      </a:lnTo>
                      <a:lnTo>
                        <a:pt x="1262" y="248"/>
                      </a:lnTo>
                      <a:lnTo>
                        <a:pt x="1263" y="249"/>
                      </a:lnTo>
                      <a:lnTo>
                        <a:pt x="1265" y="251"/>
                      </a:lnTo>
                      <a:lnTo>
                        <a:pt x="1266" y="250"/>
                      </a:lnTo>
                      <a:lnTo>
                        <a:pt x="1268" y="249"/>
                      </a:lnTo>
                      <a:lnTo>
                        <a:pt x="1269" y="250"/>
                      </a:lnTo>
                      <a:lnTo>
                        <a:pt x="1271" y="250"/>
                      </a:lnTo>
                      <a:lnTo>
                        <a:pt x="1272" y="252"/>
                      </a:lnTo>
                      <a:lnTo>
                        <a:pt x="1274" y="252"/>
                      </a:lnTo>
                      <a:lnTo>
                        <a:pt x="1275" y="255"/>
                      </a:lnTo>
                      <a:lnTo>
                        <a:pt x="1277" y="251"/>
                      </a:lnTo>
                      <a:lnTo>
                        <a:pt x="1278" y="252"/>
                      </a:lnTo>
                      <a:lnTo>
                        <a:pt x="1279" y="252"/>
                      </a:lnTo>
                      <a:lnTo>
                        <a:pt x="1281" y="254"/>
                      </a:lnTo>
                      <a:lnTo>
                        <a:pt x="1282" y="253"/>
                      </a:lnTo>
                      <a:lnTo>
                        <a:pt x="1284" y="253"/>
                      </a:lnTo>
                      <a:lnTo>
                        <a:pt x="1285" y="251"/>
                      </a:lnTo>
                      <a:lnTo>
                        <a:pt x="1287" y="251"/>
                      </a:lnTo>
                      <a:lnTo>
                        <a:pt x="1288" y="251"/>
                      </a:lnTo>
                      <a:lnTo>
                        <a:pt x="1290" y="253"/>
                      </a:lnTo>
                      <a:lnTo>
                        <a:pt x="1291" y="251"/>
                      </a:lnTo>
                      <a:lnTo>
                        <a:pt x="1293" y="253"/>
                      </a:lnTo>
                      <a:lnTo>
                        <a:pt x="1294" y="255"/>
                      </a:lnTo>
                      <a:lnTo>
                        <a:pt x="1296" y="257"/>
                      </a:lnTo>
                      <a:lnTo>
                        <a:pt x="1297" y="256"/>
                      </a:lnTo>
                      <a:lnTo>
                        <a:pt x="1299" y="255"/>
                      </a:lnTo>
                      <a:lnTo>
                        <a:pt x="1300" y="253"/>
                      </a:lnTo>
                      <a:lnTo>
                        <a:pt x="1302" y="254"/>
                      </a:lnTo>
                      <a:lnTo>
                        <a:pt x="1303" y="252"/>
                      </a:lnTo>
                      <a:lnTo>
                        <a:pt x="1304" y="255"/>
                      </a:lnTo>
                      <a:lnTo>
                        <a:pt x="1306" y="260"/>
                      </a:lnTo>
                      <a:lnTo>
                        <a:pt x="1307" y="262"/>
                      </a:lnTo>
                      <a:lnTo>
                        <a:pt x="1309" y="267"/>
                      </a:lnTo>
                      <a:lnTo>
                        <a:pt x="1310" y="267"/>
                      </a:lnTo>
                      <a:lnTo>
                        <a:pt x="1312" y="266"/>
                      </a:lnTo>
                      <a:lnTo>
                        <a:pt x="1313" y="265"/>
                      </a:lnTo>
                      <a:lnTo>
                        <a:pt x="1315" y="265"/>
                      </a:lnTo>
                      <a:lnTo>
                        <a:pt x="1316" y="262"/>
                      </a:lnTo>
                      <a:lnTo>
                        <a:pt x="1318" y="260"/>
                      </a:lnTo>
                      <a:lnTo>
                        <a:pt x="1319" y="260"/>
                      </a:lnTo>
                      <a:lnTo>
                        <a:pt x="1321" y="262"/>
                      </a:lnTo>
                      <a:lnTo>
                        <a:pt x="1322" y="263"/>
                      </a:lnTo>
                      <a:lnTo>
                        <a:pt x="1324" y="262"/>
                      </a:lnTo>
                      <a:lnTo>
                        <a:pt x="1325" y="262"/>
                      </a:lnTo>
                      <a:lnTo>
                        <a:pt x="1327" y="264"/>
                      </a:lnTo>
                      <a:lnTo>
                        <a:pt x="1328" y="260"/>
                      </a:lnTo>
                      <a:lnTo>
                        <a:pt x="1329" y="264"/>
                      </a:lnTo>
                      <a:lnTo>
                        <a:pt x="1331" y="264"/>
                      </a:lnTo>
                      <a:lnTo>
                        <a:pt x="1332" y="264"/>
                      </a:lnTo>
                      <a:lnTo>
                        <a:pt x="1334" y="266"/>
                      </a:lnTo>
                      <a:lnTo>
                        <a:pt x="1335" y="267"/>
                      </a:lnTo>
                      <a:lnTo>
                        <a:pt x="1337" y="266"/>
                      </a:lnTo>
                      <a:lnTo>
                        <a:pt x="1338" y="267"/>
                      </a:lnTo>
                      <a:lnTo>
                        <a:pt x="1340" y="266"/>
                      </a:lnTo>
                      <a:lnTo>
                        <a:pt x="1341" y="267"/>
                      </a:lnTo>
                      <a:lnTo>
                        <a:pt x="1343" y="268"/>
                      </a:lnTo>
                      <a:lnTo>
                        <a:pt x="1344" y="269"/>
                      </a:lnTo>
                      <a:lnTo>
                        <a:pt x="1346" y="268"/>
                      </a:lnTo>
                      <a:lnTo>
                        <a:pt x="1347" y="268"/>
                      </a:lnTo>
                      <a:lnTo>
                        <a:pt x="1349" y="266"/>
                      </a:lnTo>
                      <a:lnTo>
                        <a:pt x="1350" y="264"/>
                      </a:lnTo>
                      <a:lnTo>
                        <a:pt x="1352" y="265"/>
                      </a:lnTo>
                      <a:lnTo>
                        <a:pt x="1353" y="267"/>
                      </a:lnTo>
                      <a:lnTo>
                        <a:pt x="1354" y="265"/>
                      </a:lnTo>
                      <a:lnTo>
                        <a:pt x="1356" y="266"/>
                      </a:lnTo>
                      <a:lnTo>
                        <a:pt x="1357" y="269"/>
                      </a:lnTo>
                      <a:lnTo>
                        <a:pt x="1359" y="268"/>
                      </a:lnTo>
                      <a:lnTo>
                        <a:pt x="1360" y="268"/>
                      </a:lnTo>
                      <a:lnTo>
                        <a:pt x="1362" y="268"/>
                      </a:lnTo>
                      <a:lnTo>
                        <a:pt x="1363" y="268"/>
                      </a:lnTo>
                      <a:lnTo>
                        <a:pt x="1365" y="273"/>
                      </a:lnTo>
                      <a:lnTo>
                        <a:pt x="1366" y="274"/>
                      </a:lnTo>
                      <a:lnTo>
                        <a:pt x="1368" y="278"/>
                      </a:lnTo>
                      <a:lnTo>
                        <a:pt x="1369" y="283"/>
                      </a:lnTo>
                      <a:lnTo>
                        <a:pt x="1371" y="283"/>
                      </a:lnTo>
                      <a:lnTo>
                        <a:pt x="1372" y="283"/>
                      </a:lnTo>
                      <a:lnTo>
                        <a:pt x="1374" y="284"/>
                      </a:lnTo>
                      <a:lnTo>
                        <a:pt x="1375" y="278"/>
                      </a:lnTo>
                      <a:lnTo>
                        <a:pt x="1377" y="278"/>
                      </a:lnTo>
                    </a:path>
                  </a:pathLst>
                </a:custGeom>
                <a:noFill/>
                <a:ln cap="flat" cmpd="sng" w="25400">
                  <a:solidFill>
                    <a:srgbClr val="32CD3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6" name="Google Shape;1166;p19"/>
                <p:cNvSpPr/>
                <p:nvPr/>
              </p:nvSpPr>
              <p:spPr>
                <a:xfrm flipH="1" rot="10800000">
                  <a:off x="1125538" y="1651000"/>
                  <a:ext cx="3638550" cy="547688"/>
                </a:xfrm>
                <a:custGeom>
                  <a:rect b="b" l="l" r="r" t="t"/>
                  <a:pathLst>
                    <a:path extrusionOk="0" h="249" w="1377">
                      <a:moveTo>
                        <a:pt x="0" y="3"/>
                      </a:moveTo>
                      <a:lnTo>
                        <a:pt x="1" y="20"/>
                      </a:lnTo>
                      <a:lnTo>
                        <a:pt x="3" y="20"/>
                      </a:lnTo>
                      <a:lnTo>
                        <a:pt x="4" y="20"/>
                      </a:lnTo>
                      <a:lnTo>
                        <a:pt x="6" y="20"/>
                      </a:lnTo>
                      <a:lnTo>
                        <a:pt x="7" y="20"/>
                      </a:lnTo>
                      <a:lnTo>
                        <a:pt x="9" y="20"/>
                      </a:lnTo>
                      <a:lnTo>
                        <a:pt x="10" y="20"/>
                      </a:lnTo>
                      <a:lnTo>
                        <a:pt x="11" y="18"/>
                      </a:lnTo>
                      <a:lnTo>
                        <a:pt x="13" y="20"/>
                      </a:lnTo>
                      <a:lnTo>
                        <a:pt x="14" y="18"/>
                      </a:lnTo>
                      <a:lnTo>
                        <a:pt x="16" y="19"/>
                      </a:lnTo>
                      <a:lnTo>
                        <a:pt x="17" y="19"/>
                      </a:lnTo>
                      <a:lnTo>
                        <a:pt x="19" y="19"/>
                      </a:lnTo>
                      <a:lnTo>
                        <a:pt x="20" y="19"/>
                      </a:lnTo>
                      <a:lnTo>
                        <a:pt x="22" y="17"/>
                      </a:lnTo>
                      <a:lnTo>
                        <a:pt x="23" y="19"/>
                      </a:lnTo>
                      <a:lnTo>
                        <a:pt x="25" y="17"/>
                      </a:lnTo>
                      <a:lnTo>
                        <a:pt x="26" y="13"/>
                      </a:lnTo>
                      <a:lnTo>
                        <a:pt x="28" y="8"/>
                      </a:lnTo>
                      <a:lnTo>
                        <a:pt x="29" y="15"/>
                      </a:lnTo>
                      <a:lnTo>
                        <a:pt x="31" y="18"/>
                      </a:lnTo>
                      <a:lnTo>
                        <a:pt x="32" y="21"/>
                      </a:lnTo>
                      <a:lnTo>
                        <a:pt x="34" y="22"/>
                      </a:lnTo>
                      <a:lnTo>
                        <a:pt x="35" y="22"/>
                      </a:lnTo>
                      <a:lnTo>
                        <a:pt x="36" y="20"/>
                      </a:lnTo>
                      <a:lnTo>
                        <a:pt x="38" y="21"/>
                      </a:lnTo>
                      <a:lnTo>
                        <a:pt x="39" y="22"/>
                      </a:lnTo>
                      <a:lnTo>
                        <a:pt x="41" y="25"/>
                      </a:lnTo>
                      <a:lnTo>
                        <a:pt x="42" y="30"/>
                      </a:lnTo>
                      <a:lnTo>
                        <a:pt x="44" y="30"/>
                      </a:lnTo>
                      <a:lnTo>
                        <a:pt x="45" y="34"/>
                      </a:lnTo>
                      <a:lnTo>
                        <a:pt x="47" y="34"/>
                      </a:lnTo>
                      <a:lnTo>
                        <a:pt x="48" y="36"/>
                      </a:lnTo>
                      <a:lnTo>
                        <a:pt x="50" y="37"/>
                      </a:lnTo>
                      <a:lnTo>
                        <a:pt x="51" y="38"/>
                      </a:lnTo>
                      <a:lnTo>
                        <a:pt x="53" y="37"/>
                      </a:lnTo>
                      <a:lnTo>
                        <a:pt x="54" y="35"/>
                      </a:lnTo>
                      <a:lnTo>
                        <a:pt x="56" y="34"/>
                      </a:lnTo>
                      <a:lnTo>
                        <a:pt x="57" y="30"/>
                      </a:lnTo>
                      <a:lnTo>
                        <a:pt x="59" y="27"/>
                      </a:lnTo>
                      <a:lnTo>
                        <a:pt x="60" y="27"/>
                      </a:lnTo>
                      <a:lnTo>
                        <a:pt x="61" y="29"/>
                      </a:lnTo>
                      <a:lnTo>
                        <a:pt x="63" y="30"/>
                      </a:lnTo>
                      <a:lnTo>
                        <a:pt x="64" y="31"/>
                      </a:lnTo>
                      <a:lnTo>
                        <a:pt x="66" y="31"/>
                      </a:lnTo>
                      <a:lnTo>
                        <a:pt x="67" y="33"/>
                      </a:lnTo>
                      <a:lnTo>
                        <a:pt x="69" y="32"/>
                      </a:lnTo>
                      <a:lnTo>
                        <a:pt x="70" y="32"/>
                      </a:lnTo>
                      <a:lnTo>
                        <a:pt x="72" y="33"/>
                      </a:lnTo>
                      <a:lnTo>
                        <a:pt x="73" y="35"/>
                      </a:lnTo>
                      <a:lnTo>
                        <a:pt x="75" y="36"/>
                      </a:lnTo>
                      <a:lnTo>
                        <a:pt x="76" y="40"/>
                      </a:lnTo>
                      <a:lnTo>
                        <a:pt x="78" y="37"/>
                      </a:lnTo>
                      <a:lnTo>
                        <a:pt x="79" y="40"/>
                      </a:lnTo>
                      <a:lnTo>
                        <a:pt x="81" y="39"/>
                      </a:lnTo>
                      <a:lnTo>
                        <a:pt x="82" y="37"/>
                      </a:lnTo>
                      <a:lnTo>
                        <a:pt x="84" y="39"/>
                      </a:lnTo>
                      <a:lnTo>
                        <a:pt x="85" y="35"/>
                      </a:lnTo>
                      <a:lnTo>
                        <a:pt x="86" y="34"/>
                      </a:lnTo>
                      <a:lnTo>
                        <a:pt x="88" y="33"/>
                      </a:lnTo>
                      <a:lnTo>
                        <a:pt x="89" y="31"/>
                      </a:lnTo>
                      <a:lnTo>
                        <a:pt x="91" y="33"/>
                      </a:lnTo>
                      <a:lnTo>
                        <a:pt x="92" y="33"/>
                      </a:lnTo>
                      <a:lnTo>
                        <a:pt x="94" y="37"/>
                      </a:lnTo>
                      <a:lnTo>
                        <a:pt x="95" y="37"/>
                      </a:lnTo>
                      <a:lnTo>
                        <a:pt x="97" y="40"/>
                      </a:lnTo>
                      <a:lnTo>
                        <a:pt x="98" y="43"/>
                      </a:lnTo>
                      <a:lnTo>
                        <a:pt x="100" y="44"/>
                      </a:lnTo>
                      <a:lnTo>
                        <a:pt x="101" y="45"/>
                      </a:lnTo>
                      <a:lnTo>
                        <a:pt x="103" y="45"/>
                      </a:lnTo>
                      <a:lnTo>
                        <a:pt x="104" y="47"/>
                      </a:lnTo>
                      <a:lnTo>
                        <a:pt x="106" y="48"/>
                      </a:lnTo>
                      <a:lnTo>
                        <a:pt x="107" y="52"/>
                      </a:lnTo>
                      <a:lnTo>
                        <a:pt x="109" y="53"/>
                      </a:lnTo>
                      <a:lnTo>
                        <a:pt x="110" y="68"/>
                      </a:lnTo>
                      <a:lnTo>
                        <a:pt x="111" y="53"/>
                      </a:lnTo>
                      <a:lnTo>
                        <a:pt x="113" y="64"/>
                      </a:lnTo>
                      <a:lnTo>
                        <a:pt x="114" y="20"/>
                      </a:lnTo>
                      <a:lnTo>
                        <a:pt x="116" y="50"/>
                      </a:lnTo>
                      <a:lnTo>
                        <a:pt x="117" y="57"/>
                      </a:lnTo>
                      <a:lnTo>
                        <a:pt x="119" y="45"/>
                      </a:lnTo>
                      <a:lnTo>
                        <a:pt x="120" y="46"/>
                      </a:lnTo>
                      <a:lnTo>
                        <a:pt x="122" y="46"/>
                      </a:lnTo>
                      <a:lnTo>
                        <a:pt x="123" y="44"/>
                      </a:lnTo>
                      <a:lnTo>
                        <a:pt x="125" y="45"/>
                      </a:lnTo>
                      <a:lnTo>
                        <a:pt x="126" y="45"/>
                      </a:lnTo>
                      <a:lnTo>
                        <a:pt x="128" y="46"/>
                      </a:lnTo>
                      <a:lnTo>
                        <a:pt x="129" y="44"/>
                      </a:lnTo>
                      <a:lnTo>
                        <a:pt x="131" y="45"/>
                      </a:lnTo>
                      <a:lnTo>
                        <a:pt x="132" y="44"/>
                      </a:lnTo>
                      <a:lnTo>
                        <a:pt x="134" y="45"/>
                      </a:lnTo>
                      <a:lnTo>
                        <a:pt x="135" y="43"/>
                      </a:lnTo>
                      <a:lnTo>
                        <a:pt x="136" y="44"/>
                      </a:lnTo>
                      <a:lnTo>
                        <a:pt x="138" y="42"/>
                      </a:lnTo>
                      <a:lnTo>
                        <a:pt x="139" y="41"/>
                      </a:lnTo>
                      <a:lnTo>
                        <a:pt x="141" y="41"/>
                      </a:lnTo>
                      <a:lnTo>
                        <a:pt x="142" y="41"/>
                      </a:lnTo>
                      <a:lnTo>
                        <a:pt x="144" y="43"/>
                      </a:lnTo>
                      <a:lnTo>
                        <a:pt x="145" y="41"/>
                      </a:lnTo>
                      <a:lnTo>
                        <a:pt x="147" y="42"/>
                      </a:lnTo>
                      <a:lnTo>
                        <a:pt x="148" y="41"/>
                      </a:lnTo>
                      <a:lnTo>
                        <a:pt x="150" y="36"/>
                      </a:lnTo>
                      <a:lnTo>
                        <a:pt x="151" y="38"/>
                      </a:lnTo>
                      <a:lnTo>
                        <a:pt x="153" y="35"/>
                      </a:lnTo>
                      <a:lnTo>
                        <a:pt x="154" y="33"/>
                      </a:lnTo>
                      <a:lnTo>
                        <a:pt x="156" y="30"/>
                      </a:lnTo>
                      <a:lnTo>
                        <a:pt x="157" y="30"/>
                      </a:lnTo>
                      <a:lnTo>
                        <a:pt x="159" y="35"/>
                      </a:lnTo>
                      <a:lnTo>
                        <a:pt x="160" y="36"/>
                      </a:lnTo>
                      <a:lnTo>
                        <a:pt x="161" y="36"/>
                      </a:lnTo>
                      <a:lnTo>
                        <a:pt x="163" y="35"/>
                      </a:lnTo>
                      <a:lnTo>
                        <a:pt x="164" y="39"/>
                      </a:lnTo>
                      <a:lnTo>
                        <a:pt x="166" y="35"/>
                      </a:lnTo>
                      <a:lnTo>
                        <a:pt x="167" y="34"/>
                      </a:lnTo>
                      <a:lnTo>
                        <a:pt x="169" y="30"/>
                      </a:lnTo>
                      <a:lnTo>
                        <a:pt x="170" y="28"/>
                      </a:lnTo>
                      <a:lnTo>
                        <a:pt x="172" y="29"/>
                      </a:lnTo>
                      <a:lnTo>
                        <a:pt x="173" y="31"/>
                      </a:lnTo>
                      <a:lnTo>
                        <a:pt x="175" y="28"/>
                      </a:lnTo>
                      <a:lnTo>
                        <a:pt x="176" y="29"/>
                      </a:lnTo>
                      <a:lnTo>
                        <a:pt x="178" y="33"/>
                      </a:lnTo>
                      <a:lnTo>
                        <a:pt x="179" y="34"/>
                      </a:lnTo>
                      <a:lnTo>
                        <a:pt x="181" y="33"/>
                      </a:lnTo>
                      <a:lnTo>
                        <a:pt x="182" y="32"/>
                      </a:lnTo>
                      <a:lnTo>
                        <a:pt x="184" y="33"/>
                      </a:lnTo>
                      <a:lnTo>
                        <a:pt x="185" y="36"/>
                      </a:lnTo>
                      <a:lnTo>
                        <a:pt x="186" y="33"/>
                      </a:lnTo>
                      <a:lnTo>
                        <a:pt x="188" y="32"/>
                      </a:lnTo>
                      <a:lnTo>
                        <a:pt x="189" y="33"/>
                      </a:lnTo>
                      <a:lnTo>
                        <a:pt x="191" y="34"/>
                      </a:lnTo>
                      <a:lnTo>
                        <a:pt x="192" y="32"/>
                      </a:lnTo>
                      <a:lnTo>
                        <a:pt x="194" y="31"/>
                      </a:lnTo>
                      <a:lnTo>
                        <a:pt x="195" y="30"/>
                      </a:lnTo>
                      <a:lnTo>
                        <a:pt x="197" y="29"/>
                      </a:lnTo>
                      <a:lnTo>
                        <a:pt x="198" y="25"/>
                      </a:lnTo>
                      <a:lnTo>
                        <a:pt x="200" y="23"/>
                      </a:lnTo>
                      <a:lnTo>
                        <a:pt x="201" y="22"/>
                      </a:lnTo>
                      <a:lnTo>
                        <a:pt x="203" y="20"/>
                      </a:lnTo>
                      <a:lnTo>
                        <a:pt x="204" y="18"/>
                      </a:lnTo>
                      <a:lnTo>
                        <a:pt x="206" y="18"/>
                      </a:lnTo>
                      <a:lnTo>
                        <a:pt x="207" y="18"/>
                      </a:lnTo>
                      <a:lnTo>
                        <a:pt x="209" y="19"/>
                      </a:lnTo>
                      <a:lnTo>
                        <a:pt x="210" y="19"/>
                      </a:lnTo>
                      <a:lnTo>
                        <a:pt x="211" y="21"/>
                      </a:lnTo>
                      <a:lnTo>
                        <a:pt x="213" y="23"/>
                      </a:lnTo>
                      <a:lnTo>
                        <a:pt x="214" y="25"/>
                      </a:lnTo>
                      <a:lnTo>
                        <a:pt x="216" y="26"/>
                      </a:lnTo>
                      <a:lnTo>
                        <a:pt x="217" y="26"/>
                      </a:lnTo>
                      <a:lnTo>
                        <a:pt x="219" y="31"/>
                      </a:lnTo>
                      <a:lnTo>
                        <a:pt x="220" y="32"/>
                      </a:lnTo>
                      <a:lnTo>
                        <a:pt x="222" y="34"/>
                      </a:lnTo>
                      <a:lnTo>
                        <a:pt x="223" y="33"/>
                      </a:lnTo>
                      <a:lnTo>
                        <a:pt x="225" y="33"/>
                      </a:lnTo>
                      <a:lnTo>
                        <a:pt x="226" y="34"/>
                      </a:lnTo>
                      <a:lnTo>
                        <a:pt x="228" y="34"/>
                      </a:lnTo>
                      <a:lnTo>
                        <a:pt x="229" y="33"/>
                      </a:lnTo>
                      <a:lnTo>
                        <a:pt x="231" y="30"/>
                      </a:lnTo>
                      <a:lnTo>
                        <a:pt x="232" y="29"/>
                      </a:lnTo>
                      <a:lnTo>
                        <a:pt x="234" y="30"/>
                      </a:lnTo>
                      <a:lnTo>
                        <a:pt x="235" y="26"/>
                      </a:lnTo>
                      <a:lnTo>
                        <a:pt x="237" y="24"/>
                      </a:lnTo>
                      <a:lnTo>
                        <a:pt x="238" y="25"/>
                      </a:lnTo>
                      <a:lnTo>
                        <a:pt x="239" y="23"/>
                      </a:lnTo>
                      <a:lnTo>
                        <a:pt x="241" y="20"/>
                      </a:lnTo>
                      <a:lnTo>
                        <a:pt x="242" y="19"/>
                      </a:lnTo>
                      <a:lnTo>
                        <a:pt x="244" y="16"/>
                      </a:lnTo>
                      <a:lnTo>
                        <a:pt x="245" y="17"/>
                      </a:lnTo>
                      <a:lnTo>
                        <a:pt x="247" y="17"/>
                      </a:lnTo>
                      <a:lnTo>
                        <a:pt x="248" y="17"/>
                      </a:lnTo>
                      <a:lnTo>
                        <a:pt x="250" y="16"/>
                      </a:lnTo>
                      <a:lnTo>
                        <a:pt x="251" y="17"/>
                      </a:lnTo>
                      <a:lnTo>
                        <a:pt x="253" y="17"/>
                      </a:lnTo>
                      <a:lnTo>
                        <a:pt x="254" y="18"/>
                      </a:lnTo>
                      <a:lnTo>
                        <a:pt x="256" y="13"/>
                      </a:lnTo>
                      <a:lnTo>
                        <a:pt x="257" y="11"/>
                      </a:lnTo>
                      <a:lnTo>
                        <a:pt x="259" y="11"/>
                      </a:lnTo>
                      <a:lnTo>
                        <a:pt x="260" y="11"/>
                      </a:lnTo>
                      <a:lnTo>
                        <a:pt x="262" y="11"/>
                      </a:lnTo>
                      <a:lnTo>
                        <a:pt x="263" y="11"/>
                      </a:lnTo>
                      <a:lnTo>
                        <a:pt x="264" y="12"/>
                      </a:lnTo>
                      <a:lnTo>
                        <a:pt x="266" y="16"/>
                      </a:lnTo>
                      <a:lnTo>
                        <a:pt x="267" y="18"/>
                      </a:lnTo>
                      <a:lnTo>
                        <a:pt x="269" y="16"/>
                      </a:lnTo>
                      <a:lnTo>
                        <a:pt x="270" y="17"/>
                      </a:lnTo>
                      <a:lnTo>
                        <a:pt x="272" y="20"/>
                      </a:lnTo>
                      <a:lnTo>
                        <a:pt x="273" y="18"/>
                      </a:lnTo>
                      <a:lnTo>
                        <a:pt x="275" y="18"/>
                      </a:lnTo>
                      <a:lnTo>
                        <a:pt x="276" y="17"/>
                      </a:lnTo>
                      <a:lnTo>
                        <a:pt x="278" y="19"/>
                      </a:lnTo>
                      <a:lnTo>
                        <a:pt x="279" y="17"/>
                      </a:lnTo>
                      <a:lnTo>
                        <a:pt x="281" y="17"/>
                      </a:lnTo>
                      <a:lnTo>
                        <a:pt x="282" y="18"/>
                      </a:lnTo>
                      <a:lnTo>
                        <a:pt x="284" y="19"/>
                      </a:lnTo>
                      <a:lnTo>
                        <a:pt x="285" y="20"/>
                      </a:lnTo>
                      <a:lnTo>
                        <a:pt x="287" y="22"/>
                      </a:lnTo>
                      <a:lnTo>
                        <a:pt x="288" y="22"/>
                      </a:lnTo>
                      <a:lnTo>
                        <a:pt x="289" y="20"/>
                      </a:lnTo>
                      <a:lnTo>
                        <a:pt x="291" y="19"/>
                      </a:lnTo>
                      <a:lnTo>
                        <a:pt x="292" y="18"/>
                      </a:lnTo>
                      <a:lnTo>
                        <a:pt x="294" y="16"/>
                      </a:lnTo>
                      <a:lnTo>
                        <a:pt x="295" y="16"/>
                      </a:lnTo>
                      <a:lnTo>
                        <a:pt x="297" y="16"/>
                      </a:lnTo>
                      <a:lnTo>
                        <a:pt x="298" y="17"/>
                      </a:lnTo>
                      <a:lnTo>
                        <a:pt x="300" y="18"/>
                      </a:lnTo>
                      <a:lnTo>
                        <a:pt x="301" y="17"/>
                      </a:lnTo>
                      <a:lnTo>
                        <a:pt x="303" y="17"/>
                      </a:lnTo>
                      <a:lnTo>
                        <a:pt x="304" y="15"/>
                      </a:lnTo>
                      <a:lnTo>
                        <a:pt x="306" y="14"/>
                      </a:lnTo>
                      <a:lnTo>
                        <a:pt x="307" y="13"/>
                      </a:lnTo>
                      <a:lnTo>
                        <a:pt x="309" y="15"/>
                      </a:lnTo>
                      <a:lnTo>
                        <a:pt x="310" y="13"/>
                      </a:lnTo>
                      <a:lnTo>
                        <a:pt x="312" y="18"/>
                      </a:lnTo>
                      <a:lnTo>
                        <a:pt x="313" y="19"/>
                      </a:lnTo>
                      <a:lnTo>
                        <a:pt x="314" y="19"/>
                      </a:lnTo>
                      <a:lnTo>
                        <a:pt x="316" y="20"/>
                      </a:lnTo>
                      <a:lnTo>
                        <a:pt x="317" y="23"/>
                      </a:lnTo>
                      <a:lnTo>
                        <a:pt x="319" y="24"/>
                      </a:lnTo>
                      <a:lnTo>
                        <a:pt x="320" y="25"/>
                      </a:lnTo>
                      <a:lnTo>
                        <a:pt x="322" y="23"/>
                      </a:lnTo>
                      <a:lnTo>
                        <a:pt x="323" y="27"/>
                      </a:lnTo>
                      <a:lnTo>
                        <a:pt x="325" y="27"/>
                      </a:lnTo>
                      <a:lnTo>
                        <a:pt x="326" y="24"/>
                      </a:lnTo>
                      <a:lnTo>
                        <a:pt x="328" y="23"/>
                      </a:lnTo>
                      <a:lnTo>
                        <a:pt x="329" y="22"/>
                      </a:lnTo>
                      <a:lnTo>
                        <a:pt x="331" y="23"/>
                      </a:lnTo>
                      <a:lnTo>
                        <a:pt x="332" y="23"/>
                      </a:lnTo>
                      <a:lnTo>
                        <a:pt x="334" y="25"/>
                      </a:lnTo>
                      <a:lnTo>
                        <a:pt x="335" y="24"/>
                      </a:lnTo>
                      <a:lnTo>
                        <a:pt x="337" y="23"/>
                      </a:lnTo>
                      <a:lnTo>
                        <a:pt x="338" y="22"/>
                      </a:lnTo>
                      <a:lnTo>
                        <a:pt x="339" y="24"/>
                      </a:lnTo>
                      <a:lnTo>
                        <a:pt x="341" y="23"/>
                      </a:lnTo>
                      <a:lnTo>
                        <a:pt x="342" y="23"/>
                      </a:lnTo>
                      <a:lnTo>
                        <a:pt x="344" y="24"/>
                      </a:lnTo>
                      <a:lnTo>
                        <a:pt x="345" y="21"/>
                      </a:lnTo>
                      <a:lnTo>
                        <a:pt x="347" y="21"/>
                      </a:lnTo>
                      <a:lnTo>
                        <a:pt x="348" y="19"/>
                      </a:lnTo>
                      <a:lnTo>
                        <a:pt x="350" y="17"/>
                      </a:lnTo>
                      <a:lnTo>
                        <a:pt x="351" y="16"/>
                      </a:lnTo>
                      <a:lnTo>
                        <a:pt x="353" y="16"/>
                      </a:lnTo>
                      <a:lnTo>
                        <a:pt x="354" y="16"/>
                      </a:lnTo>
                      <a:lnTo>
                        <a:pt x="356" y="17"/>
                      </a:lnTo>
                      <a:lnTo>
                        <a:pt x="357" y="17"/>
                      </a:lnTo>
                      <a:lnTo>
                        <a:pt x="359" y="18"/>
                      </a:lnTo>
                      <a:lnTo>
                        <a:pt x="360" y="20"/>
                      </a:lnTo>
                      <a:lnTo>
                        <a:pt x="362" y="19"/>
                      </a:lnTo>
                      <a:lnTo>
                        <a:pt x="363" y="19"/>
                      </a:lnTo>
                      <a:lnTo>
                        <a:pt x="364" y="18"/>
                      </a:lnTo>
                      <a:lnTo>
                        <a:pt x="366" y="20"/>
                      </a:lnTo>
                      <a:lnTo>
                        <a:pt x="367" y="17"/>
                      </a:lnTo>
                      <a:lnTo>
                        <a:pt x="369" y="16"/>
                      </a:lnTo>
                      <a:lnTo>
                        <a:pt x="370" y="16"/>
                      </a:lnTo>
                      <a:lnTo>
                        <a:pt x="372" y="16"/>
                      </a:lnTo>
                      <a:lnTo>
                        <a:pt x="373" y="13"/>
                      </a:lnTo>
                      <a:lnTo>
                        <a:pt x="375" y="9"/>
                      </a:lnTo>
                      <a:lnTo>
                        <a:pt x="376" y="11"/>
                      </a:lnTo>
                      <a:lnTo>
                        <a:pt x="378" y="10"/>
                      </a:lnTo>
                      <a:lnTo>
                        <a:pt x="379" y="8"/>
                      </a:lnTo>
                      <a:lnTo>
                        <a:pt x="381" y="9"/>
                      </a:lnTo>
                      <a:lnTo>
                        <a:pt x="382" y="9"/>
                      </a:lnTo>
                      <a:lnTo>
                        <a:pt x="384" y="11"/>
                      </a:lnTo>
                      <a:lnTo>
                        <a:pt x="385" y="16"/>
                      </a:lnTo>
                      <a:lnTo>
                        <a:pt x="387" y="15"/>
                      </a:lnTo>
                      <a:lnTo>
                        <a:pt x="388" y="18"/>
                      </a:lnTo>
                      <a:lnTo>
                        <a:pt x="389" y="16"/>
                      </a:lnTo>
                      <a:lnTo>
                        <a:pt x="391" y="19"/>
                      </a:lnTo>
                      <a:lnTo>
                        <a:pt x="392" y="18"/>
                      </a:lnTo>
                      <a:lnTo>
                        <a:pt x="394" y="20"/>
                      </a:lnTo>
                      <a:lnTo>
                        <a:pt x="395" y="20"/>
                      </a:lnTo>
                      <a:lnTo>
                        <a:pt x="397" y="18"/>
                      </a:lnTo>
                      <a:lnTo>
                        <a:pt x="398" y="17"/>
                      </a:lnTo>
                      <a:lnTo>
                        <a:pt x="400" y="15"/>
                      </a:lnTo>
                      <a:lnTo>
                        <a:pt x="401" y="12"/>
                      </a:lnTo>
                      <a:lnTo>
                        <a:pt x="403" y="9"/>
                      </a:lnTo>
                      <a:lnTo>
                        <a:pt x="404" y="6"/>
                      </a:lnTo>
                      <a:lnTo>
                        <a:pt x="406" y="3"/>
                      </a:lnTo>
                      <a:lnTo>
                        <a:pt x="407" y="1"/>
                      </a:lnTo>
                      <a:lnTo>
                        <a:pt x="409" y="9"/>
                      </a:lnTo>
                      <a:lnTo>
                        <a:pt x="410" y="8"/>
                      </a:lnTo>
                      <a:lnTo>
                        <a:pt x="412" y="8"/>
                      </a:lnTo>
                      <a:lnTo>
                        <a:pt x="413" y="6"/>
                      </a:lnTo>
                      <a:lnTo>
                        <a:pt x="414" y="5"/>
                      </a:lnTo>
                      <a:lnTo>
                        <a:pt x="416" y="4"/>
                      </a:lnTo>
                      <a:lnTo>
                        <a:pt x="417" y="2"/>
                      </a:lnTo>
                      <a:lnTo>
                        <a:pt x="419" y="2"/>
                      </a:lnTo>
                      <a:lnTo>
                        <a:pt x="420" y="5"/>
                      </a:lnTo>
                      <a:lnTo>
                        <a:pt x="422" y="2"/>
                      </a:lnTo>
                      <a:lnTo>
                        <a:pt x="423" y="2"/>
                      </a:lnTo>
                      <a:lnTo>
                        <a:pt x="425" y="2"/>
                      </a:lnTo>
                      <a:lnTo>
                        <a:pt x="426" y="0"/>
                      </a:lnTo>
                      <a:lnTo>
                        <a:pt x="428" y="2"/>
                      </a:lnTo>
                      <a:lnTo>
                        <a:pt x="429" y="3"/>
                      </a:lnTo>
                      <a:lnTo>
                        <a:pt x="431" y="7"/>
                      </a:lnTo>
                      <a:lnTo>
                        <a:pt x="432" y="11"/>
                      </a:lnTo>
                      <a:lnTo>
                        <a:pt x="434" y="12"/>
                      </a:lnTo>
                      <a:lnTo>
                        <a:pt x="435" y="12"/>
                      </a:lnTo>
                      <a:lnTo>
                        <a:pt x="437" y="13"/>
                      </a:lnTo>
                      <a:lnTo>
                        <a:pt x="438" y="14"/>
                      </a:lnTo>
                      <a:lnTo>
                        <a:pt x="440" y="13"/>
                      </a:lnTo>
                      <a:lnTo>
                        <a:pt x="441" y="10"/>
                      </a:lnTo>
                      <a:lnTo>
                        <a:pt x="442" y="9"/>
                      </a:lnTo>
                      <a:lnTo>
                        <a:pt x="444" y="16"/>
                      </a:lnTo>
                      <a:lnTo>
                        <a:pt x="445" y="16"/>
                      </a:lnTo>
                      <a:lnTo>
                        <a:pt x="447" y="16"/>
                      </a:lnTo>
                      <a:lnTo>
                        <a:pt x="448" y="19"/>
                      </a:lnTo>
                      <a:lnTo>
                        <a:pt x="450" y="18"/>
                      </a:lnTo>
                      <a:lnTo>
                        <a:pt x="451" y="17"/>
                      </a:lnTo>
                      <a:lnTo>
                        <a:pt x="453" y="17"/>
                      </a:lnTo>
                      <a:lnTo>
                        <a:pt x="454" y="17"/>
                      </a:lnTo>
                      <a:lnTo>
                        <a:pt x="456" y="12"/>
                      </a:lnTo>
                      <a:lnTo>
                        <a:pt x="457" y="9"/>
                      </a:lnTo>
                      <a:lnTo>
                        <a:pt x="459" y="10"/>
                      </a:lnTo>
                      <a:lnTo>
                        <a:pt x="460" y="10"/>
                      </a:lnTo>
                      <a:lnTo>
                        <a:pt x="462" y="8"/>
                      </a:lnTo>
                      <a:lnTo>
                        <a:pt x="463" y="9"/>
                      </a:lnTo>
                      <a:lnTo>
                        <a:pt x="465" y="10"/>
                      </a:lnTo>
                      <a:lnTo>
                        <a:pt x="466" y="16"/>
                      </a:lnTo>
                      <a:lnTo>
                        <a:pt x="467" y="18"/>
                      </a:lnTo>
                      <a:lnTo>
                        <a:pt x="469" y="19"/>
                      </a:lnTo>
                      <a:lnTo>
                        <a:pt x="470" y="19"/>
                      </a:lnTo>
                      <a:lnTo>
                        <a:pt x="472" y="19"/>
                      </a:lnTo>
                      <a:lnTo>
                        <a:pt x="473" y="19"/>
                      </a:lnTo>
                      <a:lnTo>
                        <a:pt x="475" y="16"/>
                      </a:lnTo>
                      <a:lnTo>
                        <a:pt x="476" y="15"/>
                      </a:lnTo>
                      <a:lnTo>
                        <a:pt x="478" y="16"/>
                      </a:lnTo>
                      <a:lnTo>
                        <a:pt x="479" y="17"/>
                      </a:lnTo>
                      <a:lnTo>
                        <a:pt x="481" y="18"/>
                      </a:lnTo>
                      <a:lnTo>
                        <a:pt x="482" y="18"/>
                      </a:lnTo>
                      <a:lnTo>
                        <a:pt x="484" y="16"/>
                      </a:lnTo>
                      <a:lnTo>
                        <a:pt x="485" y="18"/>
                      </a:lnTo>
                      <a:lnTo>
                        <a:pt x="487" y="17"/>
                      </a:lnTo>
                      <a:lnTo>
                        <a:pt x="488" y="20"/>
                      </a:lnTo>
                      <a:lnTo>
                        <a:pt x="490" y="23"/>
                      </a:lnTo>
                      <a:lnTo>
                        <a:pt x="491" y="23"/>
                      </a:lnTo>
                      <a:lnTo>
                        <a:pt x="492" y="24"/>
                      </a:lnTo>
                      <a:lnTo>
                        <a:pt x="494" y="25"/>
                      </a:lnTo>
                      <a:lnTo>
                        <a:pt x="495" y="25"/>
                      </a:lnTo>
                      <a:lnTo>
                        <a:pt x="497" y="25"/>
                      </a:lnTo>
                      <a:lnTo>
                        <a:pt x="498" y="26"/>
                      </a:lnTo>
                      <a:lnTo>
                        <a:pt x="500" y="29"/>
                      </a:lnTo>
                      <a:lnTo>
                        <a:pt x="501" y="31"/>
                      </a:lnTo>
                      <a:lnTo>
                        <a:pt x="503" y="36"/>
                      </a:lnTo>
                      <a:lnTo>
                        <a:pt x="504" y="37"/>
                      </a:lnTo>
                      <a:lnTo>
                        <a:pt x="506" y="36"/>
                      </a:lnTo>
                      <a:lnTo>
                        <a:pt x="507" y="37"/>
                      </a:lnTo>
                      <a:lnTo>
                        <a:pt x="509" y="36"/>
                      </a:lnTo>
                      <a:lnTo>
                        <a:pt x="510" y="36"/>
                      </a:lnTo>
                      <a:lnTo>
                        <a:pt x="512" y="34"/>
                      </a:lnTo>
                      <a:lnTo>
                        <a:pt x="513" y="35"/>
                      </a:lnTo>
                      <a:lnTo>
                        <a:pt x="515" y="34"/>
                      </a:lnTo>
                      <a:lnTo>
                        <a:pt x="516" y="35"/>
                      </a:lnTo>
                      <a:lnTo>
                        <a:pt x="517" y="32"/>
                      </a:lnTo>
                      <a:lnTo>
                        <a:pt x="519" y="35"/>
                      </a:lnTo>
                      <a:lnTo>
                        <a:pt x="520" y="34"/>
                      </a:lnTo>
                      <a:lnTo>
                        <a:pt x="522" y="33"/>
                      </a:lnTo>
                      <a:lnTo>
                        <a:pt x="523" y="32"/>
                      </a:lnTo>
                      <a:lnTo>
                        <a:pt x="525" y="35"/>
                      </a:lnTo>
                      <a:lnTo>
                        <a:pt x="526" y="39"/>
                      </a:lnTo>
                      <a:lnTo>
                        <a:pt x="528" y="41"/>
                      </a:lnTo>
                      <a:lnTo>
                        <a:pt x="529" y="41"/>
                      </a:lnTo>
                      <a:lnTo>
                        <a:pt x="531" y="41"/>
                      </a:lnTo>
                      <a:lnTo>
                        <a:pt x="532" y="45"/>
                      </a:lnTo>
                      <a:lnTo>
                        <a:pt x="534" y="43"/>
                      </a:lnTo>
                      <a:lnTo>
                        <a:pt x="535" y="45"/>
                      </a:lnTo>
                      <a:lnTo>
                        <a:pt x="537" y="48"/>
                      </a:lnTo>
                      <a:lnTo>
                        <a:pt x="538" y="48"/>
                      </a:lnTo>
                      <a:lnTo>
                        <a:pt x="540" y="51"/>
                      </a:lnTo>
                      <a:lnTo>
                        <a:pt x="541" y="52"/>
                      </a:lnTo>
                      <a:lnTo>
                        <a:pt x="542" y="53"/>
                      </a:lnTo>
                      <a:lnTo>
                        <a:pt x="544" y="56"/>
                      </a:lnTo>
                      <a:lnTo>
                        <a:pt x="545" y="55"/>
                      </a:lnTo>
                      <a:lnTo>
                        <a:pt x="547" y="54"/>
                      </a:lnTo>
                      <a:lnTo>
                        <a:pt x="548" y="53"/>
                      </a:lnTo>
                      <a:lnTo>
                        <a:pt x="550" y="53"/>
                      </a:lnTo>
                      <a:lnTo>
                        <a:pt x="551" y="50"/>
                      </a:lnTo>
                      <a:lnTo>
                        <a:pt x="553" y="48"/>
                      </a:lnTo>
                      <a:lnTo>
                        <a:pt x="554" y="49"/>
                      </a:lnTo>
                      <a:lnTo>
                        <a:pt x="556" y="48"/>
                      </a:lnTo>
                      <a:lnTo>
                        <a:pt x="557" y="49"/>
                      </a:lnTo>
                      <a:lnTo>
                        <a:pt x="559" y="48"/>
                      </a:lnTo>
                      <a:lnTo>
                        <a:pt x="560" y="50"/>
                      </a:lnTo>
                      <a:lnTo>
                        <a:pt x="562" y="52"/>
                      </a:lnTo>
                      <a:lnTo>
                        <a:pt x="563" y="56"/>
                      </a:lnTo>
                      <a:lnTo>
                        <a:pt x="565" y="56"/>
                      </a:lnTo>
                      <a:lnTo>
                        <a:pt x="566" y="59"/>
                      </a:lnTo>
                      <a:lnTo>
                        <a:pt x="567" y="59"/>
                      </a:lnTo>
                      <a:lnTo>
                        <a:pt x="569" y="56"/>
                      </a:lnTo>
                      <a:lnTo>
                        <a:pt x="570" y="58"/>
                      </a:lnTo>
                      <a:lnTo>
                        <a:pt x="572" y="57"/>
                      </a:lnTo>
                      <a:lnTo>
                        <a:pt x="573" y="58"/>
                      </a:lnTo>
                      <a:lnTo>
                        <a:pt x="575" y="57"/>
                      </a:lnTo>
                      <a:lnTo>
                        <a:pt x="576" y="59"/>
                      </a:lnTo>
                      <a:lnTo>
                        <a:pt x="578" y="60"/>
                      </a:lnTo>
                      <a:lnTo>
                        <a:pt x="579" y="60"/>
                      </a:lnTo>
                      <a:lnTo>
                        <a:pt x="581" y="55"/>
                      </a:lnTo>
                      <a:lnTo>
                        <a:pt x="582" y="54"/>
                      </a:lnTo>
                      <a:lnTo>
                        <a:pt x="584" y="54"/>
                      </a:lnTo>
                      <a:lnTo>
                        <a:pt x="585" y="52"/>
                      </a:lnTo>
                      <a:lnTo>
                        <a:pt x="587" y="51"/>
                      </a:lnTo>
                      <a:lnTo>
                        <a:pt x="588" y="53"/>
                      </a:lnTo>
                      <a:lnTo>
                        <a:pt x="590" y="54"/>
                      </a:lnTo>
                      <a:lnTo>
                        <a:pt x="591" y="59"/>
                      </a:lnTo>
                      <a:lnTo>
                        <a:pt x="592" y="60"/>
                      </a:lnTo>
                      <a:lnTo>
                        <a:pt x="594" y="62"/>
                      </a:lnTo>
                      <a:lnTo>
                        <a:pt x="595" y="65"/>
                      </a:lnTo>
                      <a:lnTo>
                        <a:pt x="597" y="67"/>
                      </a:lnTo>
                      <a:lnTo>
                        <a:pt x="598" y="67"/>
                      </a:lnTo>
                      <a:lnTo>
                        <a:pt x="600" y="66"/>
                      </a:lnTo>
                      <a:lnTo>
                        <a:pt x="601" y="66"/>
                      </a:lnTo>
                      <a:lnTo>
                        <a:pt x="603" y="66"/>
                      </a:lnTo>
                      <a:lnTo>
                        <a:pt x="604" y="63"/>
                      </a:lnTo>
                      <a:lnTo>
                        <a:pt x="606" y="64"/>
                      </a:lnTo>
                      <a:lnTo>
                        <a:pt x="607" y="63"/>
                      </a:lnTo>
                      <a:lnTo>
                        <a:pt x="609" y="62"/>
                      </a:lnTo>
                      <a:lnTo>
                        <a:pt x="610" y="61"/>
                      </a:lnTo>
                      <a:lnTo>
                        <a:pt x="612" y="57"/>
                      </a:lnTo>
                      <a:lnTo>
                        <a:pt x="613" y="58"/>
                      </a:lnTo>
                      <a:lnTo>
                        <a:pt x="615" y="56"/>
                      </a:lnTo>
                      <a:lnTo>
                        <a:pt x="616" y="56"/>
                      </a:lnTo>
                      <a:lnTo>
                        <a:pt x="617" y="56"/>
                      </a:lnTo>
                      <a:lnTo>
                        <a:pt x="619" y="55"/>
                      </a:lnTo>
                      <a:lnTo>
                        <a:pt x="620" y="61"/>
                      </a:lnTo>
                      <a:lnTo>
                        <a:pt x="622" y="61"/>
                      </a:lnTo>
                      <a:lnTo>
                        <a:pt x="623" y="60"/>
                      </a:lnTo>
                      <a:lnTo>
                        <a:pt x="625" y="60"/>
                      </a:lnTo>
                      <a:lnTo>
                        <a:pt x="626" y="60"/>
                      </a:lnTo>
                      <a:lnTo>
                        <a:pt x="628" y="59"/>
                      </a:lnTo>
                      <a:lnTo>
                        <a:pt x="629" y="60"/>
                      </a:lnTo>
                      <a:lnTo>
                        <a:pt x="631" y="58"/>
                      </a:lnTo>
                      <a:lnTo>
                        <a:pt x="632" y="61"/>
                      </a:lnTo>
                      <a:lnTo>
                        <a:pt x="634" y="63"/>
                      </a:lnTo>
                      <a:lnTo>
                        <a:pt x="635" y="65"/>
                      </a:lnTo>
                      <a:lnTo>
                        <a:pt x="637" y="67"/>
                      </a:lnTo>
                      <a:lnTo>
                        <a:pt x="638" y="72"/>
                      </a:lnTo>
                      <a:lnTo>
                        <a:pt x="640" y="72"/>
                      </a:lnTo>
                      <a:lnTo>
                        <a:pt x="641" y="74"/>
                      </a:lnTo>
                      <a:lnTo>
                        <a:pt x="643" y="72"/>
                      </a:lnTo>
                      <a:lnTo>
                        <a:pt x="644" y="70"/>
                      </a:lnTo>
                      <a:lnTo>
                        <a:pt x="645" y="71"/>
                      </a:lnTo>
                      <a:lnTo>
                        <a:pt x="647" y="70"/>
                      </a:lnTo>
                      <a:lnTo>
                        <a:pt x="648" y="65"/>
                      </a:lnTo>
                      <a:lnTo>
                        <a:pt x="650" y="64"/>
                      </a:lnTo>
                      <a:lnTo>
                        <a:pt x="651" y="63"/>
                      </a:lnTo>
                      <a:lnTo>
                        <a:pt x="653" y="65"/>
                      </a:lnTo>
                      <a:lnTo>
                        <a:pt x="654" y="68"/>
                      </a:lnTo>
                      <a:lnTo>
                        <a:pt x="656" y="68"/>
                      </a:lnTo>
                      <a:lnTo>
                        <a:pt x="657" y="70"/>
                      </a:lnTo>
                      <a:lnTo>
                        <a:pt x="659" y="73"/>
                      </a:lnTo>
                      <a:lnTo>
                        <a:pt x="660" y="74"/>
                      </a:lnTo>
                      <a:lnTo>
                        <a:pt x="662" y="75"/>
                      </a:lnTo>
                      <a:lnTo>
                        <a:pt x="663" y="75"/>
                      </a:lnTo>
                      <a:lnTo>
                        <a:pt x="665" y="71"/>
                      </a:lnTo>
                      <a:lnTo>
                        <a:pt x="666" y="70"/>
                      </a:lnTo>
                      <a:lnTo>
                        <a:pt x="668" y="70"/>
                      </a:lnTo>
                      <a:lnTo>
                        <a:pt x="669" y="65"/>
                      </a:lnTo>
                      <a:lnTo>
                        <a:pt x="670" y="65"/>
                      </a:lnTo>
                      <a:lnTo>
                        <a:pt x="672" y="68"/>
                      </a:lnTo>
                      <a:lnTo>
                        <a:pt x="673" y="67"/>
                      </a:lnTo>
                      <a:lnTo>
                        <a:pt x="675" y="68"/>
                      </a:lnTo>
                      <a:lnTo>
                        <a:pt x="676" y="69"/>
                      </a:lnTo>
                      <a:lnTo>
                        <a:pt x="678" y="70"/>
                      </a:lnTo>
                      <a:lnTo>
                        <a:pt x="679" y="69"/>
                      </a:lnTo>
                      <a:lnTo>
                        <a:pt x="681" y="66"/>
                      </a:lnTo>
                      <a:lnTo>
                        <a:pt x="682" y="62"/>
                      </a:lnTo>
                      <a:lnTo>
                        <a:pt x="684" y="63"/>
                      </a:lnTo>
                      <a:lnTo>
                        <a:pt x="685" y="62"/>
                      </a:lnTo>
                      <a:lnTo>
                        <a:pt x="687" y="64"/>
                      </a:lnTo>
                      <a:lnTo>
                        <a:pt x="688" y="63"/>
                      </a:lnTo>
                      <a:lnTo>
                        <a:pt x="690" y="67"/>
                      </a:lnTo>
                      <a:lnTo>
                        <a:pt x="691" y="69"/>
                      </a:lnTo>
                      <a:lnTo>
                        <a:pt x="693" y="70"/>
                      </a:lnTo>
                      <a:lnTo>
                        <a:pt x="694" y="73"/>
                      </a:lnTo>
                      <a:lnTo>
                        <a:pt x="695" y="74"/>
                      </a:lnTo>
                      <a:lnTo>
                        <a:pt x="697" y="74"/>
                      </a:lnTo>
                      <a:lnTo>
                        <a:pt x="698" y="76"/>
                      </a:lnTo>
                      <a:lnTo>
                        <a:pt x="700" y="74"/>
                      </a:lnTo>
                      <a:lnTo>
                        <a:pt x="701" y="76"/>
                      </a:lnTo>
                      <a:lnTo>
                        <a:pt x="703" y="78"/>
                      </a:lnTo>
                      <a:lnTo>
                        <a:pt x="704" y="79"/>
                      </a:lnTo>
                      <a:lnTo>
                        <a:pt x="706" y="79"/>
                      </a:lnTo>
                      <a:lnTo>
                        <a:pt x="707" y="80"/>
                      </a:lnTo>
                      <a:lnTo>
                        <a:pt x="709" y="83"/>
                      </a:lnTo>
                      <a:lnTo>
                        <a:pt x="710" y="84"/>
                      </a:lnTo>
                      <a:lnTo>
                        <a:pt x="712" y="84"/>
                      </a:lnTo>
                      <a:lnTo>
                        <a:pt x="713" y="84"/>
                      </a:lnTo>
                      <a:lnTo>
                        <a:pt x="715" y="84"/>
                      </a:lnTo>
                      <a:lnTo>
                        <a:pt x="716" y="84"/>
                      </a:lnTo>
                      <a:lnTo>
                        <a:pt x="718" y="85"/>
                      </a:lnTo>
                      <a:lnTo>
                        <a:pt x="719" y="82"/>
                      </a:lnTo>
                      <a:lnTo>
                        <a:pt x="720" y="82"/>
                      </a:lnTo>
                      <a:lnTo>
                        <a:pt x="722" y="82"/>
                      </a:lnTo>
                      <a:lnTo>
                        <a:pt x="723" y="80"/>
                      </a:lnTo>
                      <a:lnTo>
                        <a:pt x="725" y="81"/>
                      </a:lnTo>
                      <a:lnTo>
                        <a:pt x="726" y="81"/>
                      </a:lnTo>
                      <a:lnTo>
                        <a:pt x="728" y="81"/>
                      </a:lnTo>
                      <a:lnTo>
                        <a:pt x="729" y="82"/>
                      </a:lnTo>
                      <a:lnTo>
                        <a:pt x="731" y="84"/>
                      </a:lnTo>
                      <a:lnTo>
                        <a:pt x="732" y="86"/>
                      </a:lnTo>
                      <a:lnTo>
                        <a:pt x="734" y="93"/>
                      </a:lnTo>
                      <a:lnTo>
                        <a:pt x="735" y="94"/>
                      </a:lnTo>
                      <a:lnTo>
                        <a:pt x="737" y="96"/>
                      </a:lnTo>
                      <a:lnTo>
                        <a:pt x="738" y="99"/>
                      </a:lnTo>
                      <a:lnTo>
                        <a:pt x="740" y="96"/>
                      </a:lnTo>
                      <a:lnTo>
                        <a:pt x="741" y="96"/>
                      </a:lnTo>
                      <a:lnTo>
                        <a:pt x="743" y="94"/>
                      </a:lnTo>
                      <a:lnTo>
                        <a:pt x="744" y="90"/>
                      </a:lnTo>
                      <a:lnTo>
                        <a:pt x="745" y="88"/>
                      </a:lnTo>
                      <a:lnTo>
                        <a:pt x="747" y="86"/>
                      </a:lnTo>
                      <a:lnTo>
                        <a:pt x="748" y="88"/>
                      </a:lnTo>
                      <a:lnTo>
                        <a:pt x="750" y="91"/>
                      </a:lnTo>
                      <a:lnTo>
                        <a:pt x="751" y="95"/>
                      </a:lnTo>
                      <a:lnTo>
                        <a:pt x="753" y="93"/>
                      </a:lnTo>
                      <a:lnTo>
                        <a:pt x="754" y="94"/>
                      </a:lnTo>
                      <a:lnTo>
                        <a:pt x="756" y="92"/>
                      </a:lnTo>
                      <a:lnTo>
                        <a:pt x="757" y="90"/>
                      </a:lnTo>
                      <a:lnTo>
                        <a:pt x="759" y="91"/>
                      </a:lnTo>
                      <a:lnTo>
                        <a:pt x="760" y="89"/>
                      </a:lnTo>
                      <a:lnTo>
                        <a:pt x="762" y="88"/>
                      </a:lnTo>
                      <a:lnTo>
                        <a:pt x="763" y="88"/>
                      </a:lnTo>
                      <a:lnTo>
                        <a:pt x="765" y="87"/>
                      </a:lnTo>
                      <a:lnTo>
                        <a:pt x="766" y="89"/>
                      </a:lnTo>
                      <a:lnTo>
                        <a:pt x="768" y="89"/>
                      </a:lnTo>
                      <a:lnTo>
                        <a:pt x="769" y="90"/>
                      </a:lnTo>
                      <a:lnTo>
                        <a:pt x="770" y="88"/>
                      </a:lnTo>
                      <a:lnTo>
                        <a:pt x="772" y="91"/>
                      </a:lnTo>
                      <a:lnTo>
                        <a:pt x="773" y="93"/>
                      </a:lnTo>
                      <a:lnTo>
                        <a:pt x="775" y="96"/>
                      </a:lnTo>
                      <a:lnTo>
                        <a:pt x="776" y="96"/>
                      </a:lnTo>
                      <a:lnTo>
                        <a:pt x="778" y="97"/>
                      </a:lnTo>
                      <a:lnTo>
                        <a:pt x="779" y="95"/>
                      </a:lnTo>
                      <a:lnTo>
                        <a:pt x="781" y="94"/>
                      </a:lnTo>
                      <a:lnTo>
                        <a:pt x="782" y="93"/>
                      </a:lnTo>
                      <a:lnTo>
                        <a:pt x="784" y="94"/>
                      </a:lnTo>
                      <a:lnTo>
                        <a:pt x="785" y="91"/>
                      </a:lnTo>
                      <a:lnTo>
                        <a:pt x="787" y="91"/>
                      </a:lnTo>
                      <a:lnTo>
                        <a:pt x="788" y="94"/>
                      </a:lnTo>
                      <a:lnTo>
                        <a:pt x="790" y="96"/>
                      </a:lnTo>
                      <a:lnTo>
                        <a:pt x="791" y="100"/>
                      </a:lnTo>
                      <a:lnTo>
                        <a:pt x="793" y="101"/>
                      </a:lnTo>
                      <a:lnTo>
                        <a:pt x="794" y="103"/>
                      </a:lnTo>
                      <a:lnTo>
                        <a:pt x="795" y="104"/>
                      </a:lnTo>
                      <a:lnTo>
                        <a:pt x="797" y="103"/>
                      </a:lnTo>
                      <a:lnTo>
                        <a:pt x="798" y="103"/>
                      </a:lnTo>
                      <a:lnTo>
                        <a:pt x="800" y="105"/>
                      </a:lnTo>
                      <a:lnTo>
                        <a:pt x="801" y="105"/>
                      </a:lnTo>
                      <a:lnTo>
                        <a:pt x="803" y="105"/>
                      </a:lnTo>
                      <a:lnTo>
                        <a:pt x="804" y="104"/>
                      </a:lnTo>
                      <a:lnTo>
                        <a:pt x="806" y="104"/>
                      </a:lnTo>
                      <a:lnTo>
                        <a:pt x="807" y="104"/>
                      </a:lnTo>
                      <a:lnTo>
                        <a:pt x="809" y="106"/>
                      </a:lnTo>
                      <a:lnTo>
                        <a:pt x="810" y="105"/>
                      </a:lnTo>
                      <a:lnTo>
                        <a:pt x="812" y="108"/>
                      </a:lnTo>
                      <a:lnTo>
                        <a:pt x="813" y="111"/>
                      </a:lnTo>
                      <a:lnTo>
                        <a:pt x="815" y="114"/>
                      </a:lnTo>
                      <a:lnTo>
                        <a:pt x="816" y="114"/>
                      </a:lnTo>
                      <a:lnTo>
                        <a:pt x="818" y="111"/>
                      </a:lnTo>
                      <a:lnTo>
                        <a:pt x="819" y="114"/>
                      </a:lnTo>
                      <a:lnTo>
                        <a:pt x="820" y="113"/>
                      </a:lnTo>
                      <a:lnTo>
                        <a:pt x="822" y="113"/>
                      </a:lnTo>
                      <a:lnTo>
                        <a:pt x="823" y="110"/>
                      </a:lnTo>
                      <a:lnTo>
                        <a:pt x="825" y="105"/>
                      </a:lnTo>
                      <a:lnTo>
                        <a:pt x="826" y="105"/>
                      </a:lnTo>
                      <a:lnTo>
                        <a:pt x="828" y="107"/>
                      </a:lnTo>
                      <a:lnTo>
                        <a:pt x="829" y="110"/>
                      </a:lnTo>
                      <a:lnTo>
                        <a:pt x="831" y="110"/>
                      </a:lnTo>
                      <a:lnTo>
                        <a:pt x="832" y="112"/>
                      </a:lnTo>
                      <a:lnTo>
                        <a:pt x="834" y="111"/>
                      </a:lnTo>
                      <a:lnTo>
                        <a:pt x="835" y="114"/>
                      </a:lnTo>
                      <a:lnTo>
                        <a:pt x="837" y="114"/>
                      </a:lnTo>
                      <a:lnTo>
                        <a:pt x="838" y="109"/>
                      </a:lnTo>
                      <a:lnTo>
                        <a:pt x="840" y="109"/>
                      </a:lnTo>
                      <a:lnTo>
                        <a:pt x="841" y="106"/>
                      </a:lnTo>
                      <a:lnTo>
                        <a:pt x="843" y="105"/>
                      </a:lnTo>
                      <a:lnTo>
                        <a:pt x="844" y="108"/>
                      </a:lnTo>
                      <a:lnTo>
                        <a:pt x="846" y="107"/>
                      </a:lnTo>
                      <a:lnTo>
                        <a:pt x="847" y="110"/>
                      </a:lnTo>
                      <a:lnTo>
                        <a:pt x="848" y="112"/>
                      </a:lnTo>
                      <a:lnTo>
                        <a:pt x="850" y="114"/>
                      </a:lnTo>
                      <a:lnTo>
                        <a:pt x="851" y="112"/>
                      </a:lnTo>
                      <a:lnTo>
                        <a:pt x="853" y="113"/>
                      </a:lnTo>
                      <a:lnTo>
                        <a:pt x="854" y="110"/>
                      </a:lnTo>
                      <a:lnTo>
                        <a:pt x="856" y="110"/>
                      </a:lnTo>
                      <a:lnTo>
                        <a:pt x="857" y="112"/>
                      </a:lnTo>
                      <a:lnTo>
                        <a:pt x="859" y="111"/>
                      </a:lnTo>
                      <a:lnTo>
                        <a:pt x="860" y="116"/>
                      </a:lnTo>
                      <a:lnTo>
                        <a:pt x="862" y="118"/>
                      </a:lnTo>
                      <a:lnTo>
                        <a:pt x="863" y="119"/>
                      </a:lnTo>
                      <a:lnTo>
                        <a:pt x="865" y="117"/>
                      </a:lnTo>
                      <a:lnTo>
                        <a:pt x="866" y="116"/>
                      </a:lnTo>
                      <a:lnTo>
                        <a:pt x="868" y="115"/>
                      </a:lnTo>
                      <a:lnTo>
                        <a:pt x="869" y="116"/>
                      </a:lnTo>
                      <a:lnTo>
                        <a:pt x="871" y="112"/>
                      </a:lnTo>
                      <a:lnTo>
                        <a:pt x="872" y="113"/>
                      </a:lnTo>
                      <a:lnTo>
                        <a:pt x="873" y="113"/>
                      </a:lnTo>
                      <a:lnTo>
                        <a:pt x="875" y="110"/>
                      </a:lnTo>
                      <a:lnTo>
                        <a:pt x="876" y="113"/>
                      </a:lnTo>
                      <a:lnTo>
                        <a:pt x="878" y="112"/>
                      </a:lnTo>
                      <a:lnTo>
                        <a:pt x="879" y="116"/>
                      </a:lnTo>
                      <a:lnTo>
                        <a:pt x="881" y="115"/>
                      </a:lnTo>
                      <a:lnTo>
                        <a:pt x="882" y="113"/>
                      </a:lnTo>
                      <a:lnTo>
                        <a:pt x="884" y="118"/>
                      </a:lnTo>
                      <a:lnTo>
                        <a:pt x="885" y="117"/>
                      </a:lnTo>
                      <a:lnTo>
                        <a:pt x="887" y="116"/>
                      </a:lnTo>
                      <a:lnTo>
                        <a:pt x="888" y="117"/>
                      </a:lnTo>
                      <a:lnTo>
                        <a:pt x="890" y="111"/>
                      </a:lnTo>
                      <a:lnTo>
                        <a:pt x="891" y="114"/>
                      </a:lnTo>
                      <a:lnTo>
                        <a:pt x="893" y="115"/>
                      </a:lnTo>
                      <a:lnTo>
                        <a:pt x="894" y="117"/>
                      </a:lnTo>
                      <a:lnTo>
                        <a:pt x="896" y="117"/>
                      </a:lnTo>
                      <a:lnTo>
                        <a:pt x="897" y="120"/>
                      </a:lnTo>
                      <a:lnTo>
                        <a:pt x="898" y="122"/>
                      </a:lnTo>
                      <a:lnTo>
                        <a:pt x="900" y="124"/>
                      </a:lnTo>
                      <a:lnTo>
                        <a:pt x="901" y="123"/>
                      </a:lnTo>
                      <a:lnTo>
                        <a:pt x="903" y="120"/>
                      </a:lnTo>
                      <a:lnTo>
                        <a:pt x="904" y="124"/>
                      </a:lnTo>
                      <a:lnTo>
                        <a:pt x="906" y="124"/>
                      </a:lnTo>
                      <a:lnTo>
                        <a:pt x="907" y="123"/>
                      </a:lnTo>
                      <a:lnTo>
                        <a:pt x="909" y="122"/>
                      </a:lnTo>
                      <a:lnTo>
                        <a:pt x="910" y="124"/>
                      </a:lnTo>
                      <a:lnTo>
                        <a:pt x="912" y="123"/>
                      </a:lnTo>
                      <a:lnTo>
                        <a:pt x="913" y="127"/>
                      </a:lnTo>
                      <a:lnTo>
                        <a:pt x="915" y="124"/>
                      </a:lnTo>
                      <a:lnTo>
                        <a:pt x="916" y="124"/>
                      </a:lnTo>
                      <a:lnTo>
                        <a:pt x="918" y="130"/>
                      </a:lnTo>
                      <a:lnTo>
                        <a:pt x="919" y="129"/>
                      </a:lnTo>
                      <a:lnTo>
                        <a:pt x="921" y="131"/>
                      </a:lnTo>
                      <a:lnTo>
                        <a:pt x="922" y="131"/>
                      </a:lnTo>
                      <a:lnTo>
                        <a:pt x="923" y="129"/>
                      </a:lnTo>
                      <a:lnTo>
                        <a:pt x="925" y="125"/>
                      </a:lnTo>
                      <a:lnTo>
                        <a:pt x="926" y="127"/>
                      </a:lnTo>
                      <a:lnTo>
                        <a:pt x="928" y="125"/>
                      </a:lnTo>
                      <a:lnTo>
                        <a:pt x="929" y="122"/>
                      </a:lnTo>
                      <a:lnTo>
                        <a:pt x="931" y="123"/>
                      </a:lnTo>
                      <a:lnTo>
                        <a:pt x="932" y="122"/>
                      </a:lnTo>
                      <a:lnTo>
                        <a:pt x="934" y="124"/>
                      </a:lnTo>
                      <a:lnTo>
                        <a:pt x="935" y="126"/>
                      </a:lnTo>
                      <a:lnTo>
                        <a:pt x="937" y="127"/>
                      </a:lnTo>
                      <a:lnTo>
                        <a:pt x="938" y="129"/>
                      </a:lnTo>
                      <a:lnTo>
                        <a:pt x="940" y="132"/>
                      </a:lnTo>
                      <a:lnTo>
                        <a:pt x="941" y="132"/>
                      </a:lnTo>
                      <a:lnTo>
                        <a:pt x="943" y="133"/>
                      </a:lnTo>
                      <a:lnTo>
                        <a:pt x="944" y="132"/>
                      </a:lnTo>
                      <a:lnTo>
                        <a:pt x="946" y="133"/>
                      </a:lnTo>
                      <a:lnTo>
                        <a:pt x="947" y="133"/>
                      </a:lnTo>
                      <a:lnTo>
                        <a:pt x="948" y="134"/>
                      </a:lnTo>
                      <a:lnTo>
                        <a:pt x="950" y="135"/>
                      </a:lnTo>
                      <a:lnTo>
                        <a:pt x="951" y="137"/>
                      </a:lnTo>
                      <a:lnTo>
                        <a:pt x="953" y="138"/>
                      </a:lnTo>
                      <a:lnTo>
                        <a:pt x="954" y="138"/>
                      </a:lnTo>
                      <a:lnTo>
                        <a:pt x="956" y="139"/>
                      </a:lnTo>
                      <a:lnTo>
                        <a:pt x="957" y="137"/>
                      </a:lnTo>
                      <a:lnTo>
                        <a:pt x="959" y="138"/>
                      </a:lnTo>
                      <a:lnTo>
                        <a:pt x="960" y="137"/>
                      </a:lnTo>
                      <a:lnTo>
                        <a:pt x="962" y="136"/>
                      </a:lnTo>
                      <a:lnTo>
                        <a:pt x="963" y="136"/>
                      </a:lnTo>
                      <a:lnTo>
                        <a:pt x="965" y="137"/>
                      </a:lnTo>
                      <a:lnTo>
                        <a:pt x="966" y="141"/>
                      </a:lnTo>
                      <a:lnTo>
                        <a:pt x="968" y="140"/>
                      </a:lnTo>
                      <a:lnTo>
                        <a:pt x="969" y="144"/>
                      </a:lnTo>
                      <a:lnTo>
                        <a:pt x="971" y="145"/>
                      </a:lnTo>
                      <a:lnTo>
                        <a:pt x="972" y="145"/>
                      </a:lnTo>
                      <a:lnTo>
                        <a:pt x="973" y="146"/>
                      </a:lnTo>
                      <a:lnTo>
                        <a:pt x="975" y="146"/>
                      </a:lnTo>
                      <a:lnTo>
                        <a:pt x="976" y="146"/>
                      </a:lnTo>
                      <a:lnTo>
                        <a:pt x="978" y="145"/>
                      </a:lnTo>
                      <a:lnTo>
                        <a:pt x="979" y="145"/>
                      </a:lnTo>
                      <a:lnTo>
                        <a:pt x="981" y="142"/>
                      </a:lnTo>
                      <a:lnTo>
                        <a:pt x="982" y="141"/>
                      </a:lnTo>
                      <a:lnTo>
                        <a:pt x="984" y="139"/>
                      </a:lnTo>
                      <a:lnTo>
                        <a:pt x="985" y="139"/>
                      </a:lnTo>
                      <a:lnTo>
                        <a:pt x="987" y="137"/>
                      </a:lnTo>
                      <a:lnTo>
                        <a:pt x="988" y="138"/>
                      </a:lnTo>
                      <a:lnTo>
                        <a:pt x="990" y="143"/>
                      </a:lnTo>
                      <a:lnTo>
                        <a:pt x="991" y="144"/>
                      </a:lnTo>
                      <a:lnTo>
                        <a:pt x="993" y="145"/>
                      </a:lnTo>
                      <a:lnTo>
                        <a:pt x="994" y="147"/>
                      </a:lnTo>
                      <a:lnTo>
                        <a:pt x="996" y="149"/>
                      </a:lnTo>
                      <a:lnTo>
                        <a:pt x="997" y="147"/>
                      </a:lnTo>
                      <a:lnTo>
                        <a:pt x="998" y="149"/>
                      </a:lnTo>
                      <a:lnTo>
                        <a:pt x="1000" y="148"/>
                      </a:lnTo>
                      <a:lnTo>
                        <a:pt x="1001" y="147"/>
                      </a:lnTo>
                      <a:lnTo>
                        <a:pt x="1003" y="145"/>
                      </a:lnTo>
                      <a:lnTo>
                        <a:pt x="1004" y="148"/>
                      </a:lnTo>
                      <a:lnTo>
                        <a:pt x="1006" y="150"/>
                      </a:lnTo>
                      <a:lnTo>
                        <a:pt x="1007" y="153"/>
                      </a:lnTo>
                      <a:lnTo>
                        <a:pt x="1009" y="155"/>
                      </a:lnTo>
                      <a:lnTo>
                        <a:pt x="1010" y="158"/>
                      </a:lnTo>
                      <a:lnTo>
                        <a:pt x="1012" y="160"/>
                      </a:lnTo>
                      <a:lnTo>
                        <a:pt x="1013" y="158"/>
                      </a:lnTo>
                      <a:lnTo>
                        <a:pt x="1015" y="156"/>
                      </a:lnTo>
                      <a:lnTo>
                        <a:pt x="1016" y="157"/>
                      </a:lnTo>
                      <a:lnTo>
                        <a:pt x="1018" y="155"/>
                      </a:lnTo>
                      <a:lnTo>
                        <a:pt x="1019" y="155"/>
                      </a:lnTo>
                      <a:lnTo>
                        <a:pt x="1021" y="152"/>
                      </a:lnTo>
                      <a:lnTo>
                        <a:pt x="1022" y="155"/>
                      </a:lnTo>
                      <a:lnTo>
                        <a:pt x="1023" y="155"/>
                      </a:lnTo>
                      <a:lnTo>
                        <a:pt x="1025" y="155"/>
                      </a:lnTo>
                      <a:lnTo>
                        <a:pt x="1026" y="154"/>
                      </a:lnTo>
                      <a:lnTo>
                        <a:pt x="1028" y="154"/>
                      </a:lnTo>
                      <a:lnTo>
                        <a:pt x="1029" y="151"/>
                      </a:lnTo>
                      <a:lnTo>
                        <a:pt x="1031" y="152"/>
                      </a:lnTo>
                      <a:lnTo>
                        <a:pt x="1032" y="152"/>
                      </a:lnTo>
                      <a:lnTo>
                        <a:pt x="1034" y="154"/>
                      </a:lnTo>
                      <a:lnTo>
                        <a:pt x="1035" y="155"/>
                      </a:lnTo>
                      <a:lnTo>
                        <a:pt x="1037" y="157"/>
                      </a:lnTo>
                      <a:lnTo>
                        <a:pt x="1038" y="159"/>
                      </a:lnTo>
                      <a:lnTo>
                        <a:pt x="1040" y="159"/>
                      </a:lnTo>
                      <a:lnTo>
                        <a:pt x="1041" y="159"/>
                      </a:lnTo>
                      <a:lnTo>
                        <a:pt x="1043" y="158"/>
                      </a:lnTo>
                      <a:lnTo>
                        <a:pt x="1044" y="158"/>
                      </a:lnTo>
                      <a:lnTo>
                        <a:pt x="1046" y="158"/>
                      </a:lnTo>
                      <a:lnTo>
                        <a:pt x="1047" y="160"/>
                      </a:lnTo>
                      <a:lnTo>
                        <a:pt x="1048" y="158"/>
                      </a:lnTo>
                      <a:lnTo>
                        <a:pt x="1050" y="158"/>
                      </a:lnTo>
                      <a:lnTo>
                        <a:pt x="1051" y="162"/>
                      </a:lnTo>
                      <a:lnTo>
                        <a:pt x="1053" y="163"/>
                      </a:lnTo>
                      <a:lnTo>
                        <a:pt x="1054" y="160"/>
                      </a:lnTo>
                      <a:lnTo>
                        <a:pt x="1056" y="160"/>
                      </a:lnTo>
                      <a:lnTo>
                        <a:pt x="1057" y="156"/>
                      </a:lnTo>
                      <a:lnTo>
                        <a:pt x="1059" y="159"/>
                      </a:lnTo>
                      <a:lnTo>
                        <a:pt x="1060" y="159"/>
                      </a:lnTo>
                      <a:lnTo>
                        <a:pt x="1062" y="161"/>
                      </a:lnTo>
                      <a:lnTo>
                        <a:pt x="1063" y="167"/>
                      </a:lnTo>
                      <a:lnTo>
                        <a:pt x="1065" y="166"/>
                      </a:lnTo>
                      <a:lnTo>
                        <a:pt x="1066" y="167"/>
                      </a:lnTo>
                      <a:lnTo>
                        <a:pt x="1068" y="169"/>
                      </a:lnTo>
                      <a:lnTo>
                        <a:pt x="1069" y="167"/>
                      </a:lnTo>
                      <a:lnTo>
                        <a:pt x="1071" y="166"/>
                      </a:lnTo>
                      <a:lnTo>
                        <a:pt x="1072" y="165"/>
                      </a:lnTo>
                      <a:lnTo>
                        <a:pt x="1074" y="167"/>
                      </a:lnTo>
                      <a:lnTo>
                        <a:pt x="1075" y="167"/>
                      </a:lnTo>
                      <a:lnTo>
                        <a:pt x="1076" y="170"/>
                      </a:lnTo>
                      <a:lnTo>
                        <a:pt x="1078" y="170"/>
                      </a:lnTo>
                      <a:lnTo>
                        <a:pt x="1079" y="171"/>
                      </a:lnTo>
                      <a:lnTo>
                        <a:pt x="1081" y="170"/>
                      </a:lnTo>
                      <a:lnTo>
                        <a:pt x="1082" y="171"/>
                      </a:lnTo>
                      <a:lnTo>
                        <a:pt x="1084" y="174"/>
                      </a:lnTo>
                      <a:lnTo>
                        <a:pt x="1085" y="174"/>
                      </a:lnTo>
                      <a:lnTo>
                        <a:pt x="1087" y="174"/>
                      </a:lnTo>
                      <a:lnTo>
                        <a:pt x="1088" y="175"/>
                      </a:lnTo>
                      <a:lnTo>
                        <a:pt x="1090" y="177"/>
                      </a:lnTo>
                      <a:lnTo>
                        <a:pt x="1091" y="174"/>
                      </a:lnTo>
                      <a:lnTo>
                        <a:pt x="1093" y="174"/>
                      </a:lnTo>
                      <a:lnTo>
                        <a:pt x="1094" y="177"/>
                      </a:lnTo>
                      <a:lnTo>
                        <a:pt x="1096" y="176"/>
                      </a:lnTo>
                      <a:lnTo>
                        <a:pt x="1097" y="176"/>
                      </a:lnTo>
                      <a:lnTo>
                        <a:pt x="1099" y="176"/>
                      </a:lnTo>
                      <a:lnTo>
                        <a:pt x="1100" y="180"/>
                      </a:lnTo>
                      <a:lnTo>
                        <a:pt x="1101" y="178"/>
                      </a:lnTo>
                      <a:lnTo>
                        <a:pt x="1103" y="174"/>
                      </a:lnTo>
                      <a:lnTo>
                        <a:pt x="1104" y="173"/>
                      </a:lnTo>
                      <a:lnTo>
                        <a:pt x="1106" y="171"/>
                      </a:lnTo>
                      <a:lnTo>
                        <a:pt x="1107" y="173"/>
                      </a:lnTo>
                      <a:lnTo>
                        <a:pt x="1109" y="172"/>
                      </a:lnTo>
                      <a:lnTo>
                        <a:pt x="1110" y="173"/>
                      </a:lnTo>
                      <a:lnTo>
                        <a:pt x="1112" y="174"/>
                      </a:lnTo>
                      <a:lnTo>
                        <a:pt x="1113" y="173"/>
                      </a:lnTo>
                      <a:lnTo>
                        <a:pt x="1115" y="173"/>
                      </a:lnTo>
                      <a:lnTo>
                        <a:pt x="1116" y="171"/>
                      </a:lnTo>
                      <a:lnTo>
                        <a:pt x="1118" y="175"/>
                      </a:lnTo>
                      <a:lnTo>
                        <a:pt x="1119" y="175"/>
                      </a:lnTo>
                      <a:lnTo>
                        <a:pt x="1121" y="174"/>
                      </a:lnTo>
                      <a:lnTo>
                        <a:pt x="1122" y="177"/>
                      </a:lnTo>
                      <a:lnTo>
                        <a:pt x="1124" y="177"/>
                      </a:lnTo>
                      <a:lnTo>
                        <a:pt x="1125" y="177"/>
                      </a:lnTo>
                      <a:lnTo>
                        <a:pt x="1126" y="176"/>
                      </a:lnTo>
                      <a:lnTo>
                        <a:pt x="1128" y="176"/>
                      </a:lnTo>
                      <a:lnTo>
                        <a:pt x="1129" y="175"/>
                      </a:lnTo>
                      <a:lnTo>
                        <a:pt x="1131" y="178"/>
                      </a:lnTo>
                      <a:lnTo>
                        <a:pt x="1132" y="177"/>
                      </a:lnTo>
                      <a:lnTo>
                        <a:pt x="1134" y="180"/>
                      </a:lnTo>
                      <a:lnTo>
                        <a:pt x="1135" y="180"/>
                      </a:lnTo>
                      <a:lnTo>
                        <a:pt x="1137" y="181"/>
                      </a:lnTo>
                      <a:lnTo>
                        <a:pt x="1138" y="184"/>
                      </a:lnTo>
                      <a:lnTo>
                        <a:pt x="1140" y="187"/>
                      </a:lnTo>
                      <a:lnTo>
                        <a:pt x="1141" y="183"/>
                      </a:lnTo>
                      <a:lnTo>
                        <a:pt x="1143" y="185"/>
                      </a:lnTo>
                      <a:lnTo>
                        <a:pt x="1144" y="184"/>
                      </a:lnTo>
                      <a:lnTo>
                        <a:pt x="1146" y="183"/>
                      </a:lnTo>
                      <a:lnTo>
                        <a:pt x="1147" y="181"/>
                      </a:lnTo>
                      <a:lnTo>
                        <a:pt x="1149" y="182"/>
                      </a:lnTo>
                      <a:lnTo>
                        <a:pt x="1150" y="184"/>
                      </a:lnTo>
                      <a:lnTo>
                        <a:pt x="1151" y="186"/>
                      </a:lnTo>
                      <a:lnTo>
                        <a:pt x="1153" y="187"/>
                      </a:lnTo>
                      <a:lnTo>
                        <a:pt x="1154" y="189"/>
                      </a:lnTo>
                      <a:lnTo>
                        <a:pt x="1156" y="190"/>
                      </a:lnTo>
                      <a:lnTo>
                        <a:pt x="1157" y="187"/>
                      </a:lnTo>
                      <a:lnTo>
                        <a:pt x="1159" y="188"/>
                      </a:lnTo>
                      <a:lnTo>
                        <a:pt x="1160" y="191"/>
                      </a:lnTo>
                      <a:lnTo>
                        <a:pt x="1162" y="190"/>
                      </a:lnTo>
                      <a:lnTo>
                        <a:pt x="1163" y="188"/>
                      </a:lnTo>
                      <a:lnTo>
                        <a:pt x="1165" y="188"/>
                      </a:lnTo>
                      <a:lnTo>
                        <a:pt x="1166" y="189"/>
                      </a:lnTo>
                      <a:lnTo>
                        <a:pt x="1168" y="187"/>
                      </a:lnTo>
                      <a:lnTo>
                        <a:pt x="1169" y="187"/>
                      </a:lnTo>
                      <a:lnTo>
                        <a:pt x="1171" y="184"/>
                      </a:lnTo>
                      <a:lnTo>
                        <a:pt x="1172" y="182"/>
                      </a:lnTo>
                      <a:lnTo>
                        <a:pt x="1174" y="182"/>
                      </a:lnTo>
                      <a:lnTo>
                        <a:pt x="1175" y="181"/>
                      </a:lnTo>
                      <a:lnTo>
                        <a:pt x="1176" y="182"/>
                      </a:lnTo>
                      <a:lnTo>
                        <a:pt x="1178" y="183"/>
                      </a:lnTo>
                      <a:lnTo>
                        <a:pt x="1179" y="184"/>
                      </a:lnTo>
                      <a:lnTo>
                        <a:pt x="1181" y="187"/>
                      </a:lnTo>
                      <a:lnTo>
                        <a:pt x="1182" y="190"/>
                      </a:lnTo>
                      <a:lnTo>
                        <a:pt x="1184" y="192"/>
                      </a:lnTo>
                      <a:lnTo>
                        <a:pt x="1185" y="192"/>
                      </a:lnTo>
                      <a:lnTo>
                        <a:pt x="1187" y="194"/>
                      </a:lnTo>
                      <a:lnTo>
                        <a:pt x="1188" y="196"/>
                      </a:lnTo>
                      <a:lnTo>
                        <a:pt x="1190" y="196"/>
                      </a:lnTo>
                      <a:lnTo>
                        <a:pt x="1191" y="198"/>
                      </a:lnTo>
                      <a:lnTo>
                        <a:pt x="1193" y="198"/>
                      </a:lnTo>
                      <a:lnTo>
                        <a:pt x="1194" y="198"/>
                      </a:lnTo>
                      <a:lnTo>
                        <a:pt x="1196" y="198"/>
                      </a:lnTo>
                      <a:lnTo>
                        <a:pt x="1197" y="199"/>
                      </a:lnTo>
                      <a:lnTo>
                        <a:pt x="1199" y="198"/>
                      </a:lnTo>
                      <a:lnTo>
                        <a:pt x="1200" y="198"/>
                      </a:lnTo>
                      <a:lnTo>
                        <a:pt x="1201" y="196"/>
                      </a:lnTo>
                      <a:lnTo>
                        <a:pt x="1203" y="198"/>
                      </a:lnTo>
                      <a:lnTo>
                        <a:pt x="1204" y="198"/>
                      </a:lnTo>
                      <a:lnTo>
                        <a:pt x="1206" y="198"/>
                      </a:lnTo>
                      <a:lnTo>
                        <a:pt x="1207" y="198"/>
                      </a:lnTo>
                      <a:lnTo>
                        <a:pt x="1209" y="195"/>
                      </a:lnTo>
                      <a:lnTo>
                        <a:pt x="1210" y="194"/>
                      </a:lnTo>
                      <a:lnTo>
                        <a:pt x="1212" y="194"/>
                      </a:lnTo>
                      <a:lnTo>
                        <a:pt x="1213" y="194"/>
                      </a:lnTo>
                      <a:lnTo>
                        <a:pt x="1215" y="190"/>
                      </a:lnTo>
                      <a:lnTo>
                        <a:pt x="1216" y="191"/>
                      </a:lnTo>
                      <a:lnTo>
                        <a:pt x="1218" y="194"/>
                      </a:lnTo>
                      <a:lnTo>
                        <a:pt x="1219" y="198"/>
                      </a:lnTo>
                      <a:lnTo>
                        <a:pt x="1221" y="201"/>
                      </a:lnTo>
                      <a:lnTo>
                        <a:pt x="1222" y="200"/>
                      </a:lnTo>
                      <a:lnTo>
                        <a:pt x="1224" y="200"/>
                      </a:lnTo>
                      <a:lnTo>
                        <a:pt x="1225" y="203"/>
                      </a:lnTo>
                      <a:lnTo>
                        <a:pt x="1226" y="202"/>
                      </a:lnTo>
                      <a:lnTo>
                        <a:pt x="1228" y="201"/>
                      </a:lnTo>
                      <a:lnTo>
                        <a:pt x="1229" y="201"/>
                      </a:lnTo>
                      <a:lnTo>
                        <a:pt x="1231" y="203"/>
                      </a:lnTo>
                      <a:lnTo>
                        <a:pt x="1232" y="204"/>
                      </a:lnTo>
                      <a:lnTo>
                        <a:pt x="1234" y="206"/>
                      </a:lnTo>
                      <a:lnTo>
                        <a:pt x="1235" y="208"/>
                      </a:lnTo>
                      <a:lnTo>
                        <a:pt x="1237" y="210"/>
                      </a:lnTo>
                      <a:lnTo>
                        <a:pt x="1238" y="210"/>
                      </a:lnTo>
                      <a:lnTo>
                        <a:pt x="1240" y="210"/>
                      </a:lnTo>
                      <a:lnTo>
                        <a:pt x="1241" y="211"/>
                      </a:lnTo>
                      <a:lnTo>
                        <a:pt x="1243" y="213"/>
                      </a:lnTo>
                      <a:lnTo>
                        <a:pt x="1244" y="210"/>
                      </a:lnTo>
                      <a:lnTo>
                        <a:pt x="1246" y="207"/>
                      </a:lnTo>
                      <a:lnTo>
                        <a:pt x="1247" y="205"/>
                      </a:lnTo>
                      <a:lnTo>
                        <a:pt x="1249" y="204"/>
                      </a:lnTo>
                      <a:lnTo>
                        <a:pt x="1250" y="201"/>
                      </a:lnTo>
                      <a:lnTo>
                        <a:pt x="1251" y="201"/>
                      </a:lnTo>
                      <a:lnTo>
                        <a:pt x="1253" y="203"/>
                      </a:lnTo>
                      <a:lnTo>
                        <a:pt x="1254" y="204"/>
                      </a:lnTo>
                      <a:lnTo>
                        <a:pt x="1256" y="205"/>
                      </a:lnTo>
                      <a:lnTo>
                        <a:pt x="1257" y="204"/>
                      </a:lnTo>
                      <a:lnTo>
                        <a:pt x="1259" y="204"/>
                      </a:lnTo>
                      <a:lnTo>
                        <a:pt x="1260" y="207"/>
                      </a:lnTo>
                      <a:lnTo>
                        <a:pt x="1262" y="206"/>
                      </a:lnTo>
                      <a:lnTo>
                        <a:pt x="1263" y="207"/>
                      </a:lnTo>
                      <a:lnTo>
                        <a:pt x="1265" y="211"/>
                      </a:lnTo>
                      <a:lnTo>
                        <a:pt x="1266" y="210"/>
                      </a:lnTo>
                      <a:lnTo>
                        <a:pt x="1268" y="209"/>
                      </a:lnTo>
                      <a:lnTo>
                        <a:pt x="1269" y="209"/>
                      </a:lnTo>
                      <a:lnTo>
                        <a:pt x="1271" y="210"/>
                      </a:lnTo>
                      <a:lnTo>
                        <a:pt x="1272" y="209"/>
                      </a:lnTo>
                      <a:lnTo>
                        <a:pt x="1274" y="210"/>
                      </a:lnTo>
                      <a:lnTo>
                        <a:pt x="1275" y="208"/>
                      </a:lnTo>
                      <a:lnTo>
                        <a:pt x="1277" y="206"/>
                      </a:lnTo>
                      <a:lnTo>
                        <a:pt x="1278" y="209"/>
                      </a:lnTo>
                      <a:lnTo>
                        <a:pt x="1279" y="210"/>
                      </a:lnTo>
                      <a:lnTo>
                        <a:pt x="1281" y="211"/>
                      </a:lnTo>
                      <a:lnTo>
                        <a:pt x="1282" y="210"/>
                      </a:lnTo>
                      <a:lnTo>
                        <a:pt x="1284" y="211"/>
                      </a:lnTo>
                      <a:lnTo>
                        <a:pt x="1285" y="209"/>
                      </a:lnTo>
                      <a:lnTo>
                        <a:pt x="1287" y="208"/>
                      </a:lnTo>
                      <a:lnTo>
                        <a:pt x="1288" y="211"/>
                      </a:lnTo>
                      <a:lnTo>
                        <a:pt x="1290" y="210"/>
                      </a:lnTo>
                      <a:lnTo>
                        <a:pt x="1291" y="211"/>
                      </a:lnTo>
                      <a:lnTo>
                        <a:pt x="1293" y="212"/>
                      </a:lnTo>
                      <a:lnTo>
                        <a:pt x="1294" y="213"/>
                      </a:lnTo>
                      <a:lnTo>
                        <a:pt x="1296" y="215"/>
                      </a:lnTo>
                      <a:lnTo>
                        <a:pt x="1297" y="215"/>
                      </a:lnTo>
                      <a:lnTo>
                        <a:pt x="1299" y="215"/>
                      </a:lnTo>
                      <a:lnTo>
                        <a:pt x="1300" y="213"/>
                      </a:lnTo>
                      <a:lnTo>
                        <a:pt x="1302" y="215"/>
                      </a:lnTo>
                      <a:lnTo>
                        <a:pt x="1303" y="212"/>
                      </a:lnTo>
                      <a:lnTo>
                        <a:pt x="1304" y="214"/>
                      </a:lnTo>
                      <a:lnTo>
                        <a:pt x="1306" y="218"/>
                      </a:lnTo>
                      <a:lnTo>
                        <a:pt x="1307" y="220"/>
                      </a:lnTo>
                      <a:lnTo>
                        <a:pt x="1309" y="222"/>
                      </a:lnTo>
                      <a:lnTo>
                        <a:pt x="1310" y="223"/>
                      </a:lnTo>
                      <a:lnTo>
                        <a:pt x="1312" y="222"/>
                      </a:lnTo>
                      <a:lnTo>
                        <a:pt x="1313" y="226"/>
                      </a:lnTo>
                      <a:lnTo>
                        <a:pt x="1315" y="223"/>
                      </a:lnTo>
                      <a:lnTo>
                        <a:pt x="1316" y="222"/>
                      </a:lnTo>
                      <a:lnTo>
                        <a:pt x="1318" y="222"/>
                      </a:lnTo>
                      <a:lnTo>
                        <a:pt x="1319" y="222"/>
                      </a:lnTo>
                      <a:lnTo>
                        <a:pt x="1321" y="224"/>
                      </a:lnTo>
                      <a:lnTo>
                        <a:pt x="1322" y="226"/>
                      </a:lnTo>
                      <a:lnTo>
                        <a:pt x="1324" y="224"/>
                      </a:lnTo>
                      <a:lnTo>
                        <a:pt x="1325" y="227"/>
                      </a:lnTo>
                      <a:lnTo>
                        <a:pt x="1327" y="227"/>
                      </a:lnTo>
                      <a:lnTo>
                        <a:pt x="1328" y="226"/>
                      </a:lnTo>
                      <a:lnTo>
                        <a:pt x="1329" y="226"/>
                      </a:lnTo>
                      <a:lnTo>
                        <a:pt x="1331" y="230"/>
                      </a:lnTo>
                      <a:lnTo>
                        <a:pt x="1332" y="229"/>
                      </a:lnTo>
                      <a:lnTo>
                        <a:pt x="1334" y="232"/>
                      </a:lnTo>
                      <a:lnTo>
                        <a:pt x="1335" y="232"/>
                      </a:lnTo>
                      <a:lnTo>
                        <a:pt x="1337" y="234"/>
                      </a:lnTo>
                      <a:lnTo>
                        <a:pt x="1338" y="235"/>
                      </a:lnTo>
                      <a:lnTo>
                        <a:pt x="1340" y="234"/>
                      </a:lnTo>
                      <a:lnTo>
                        <a:pt x="1341" y="236"/>
                      </a:lnTo>
                      <a:lnTo>
                        <a:pt x="1343" y="233"/>
                      </a:lnTo>
                      <a:lnTo>
                        <a:pt x="1344" y="232"/>
                      </a:lnTo>
                      <a:lnTo>
                        <a:pt x="1346" y="234"/>
                      </a:lnTo>
                      <a:lnTo>
                        <a:pt x="1347" y="233"/>
                      </a:lnTo>
                      <a:lnTo>
                        <a:pt x="1349" y="231"/>
                      </a:lnTo>
                      <a:lnTo>
                        <a:pt x="1350" y="231"/>
                      </a:lnTo>
                      <a:lnTo>
                        <a:pt x="1352" y="232"/>
                      </a:lnTo>
                      <a:lnTo>
                        <a:pt x="1353" y="236"/>
                      </a:lnTo>
                      <a:lnTo>
                        <a:pt x="1354" y="239"/>
                      </a:lnTo>
                      <a:lnTo>
                        <a:pt x="1356" y="239"/>
                      </a:lnTo>
                      <a:lnTo>
                        <a:pt x="1357" y="240"/>
                      </a:lnTo>
                      <a:lnTo>
                        <a:pt x="1359" y="239"/>
                      </a:lnTo>
                      <a:lnTo>
                        <a:pt x="1360" y="240"/>
                      </a:lnTo>
                      <a:lnTo>
                        <a:pt x="1362" y="239"/>
                      </a:lnTo>
                      <a:lnTo>
                        <a:pt x="1363" y="239"/>
                      </a:lnTo>
                      <a:lnTo>
                        <a:pt x="1365" y="242"/>
                      </a:lnTo>
                      <a:lnTo>
                        <a:pt x="1366" y="239"/>
                      </a:lnTo>
                      <a:lnTo>
                        <a:pt x="1368" y="244"/>
                      </a:lnTo>
                      <a:lnTo>
                        <a:pt x="1369" y="247"/>
                      </a:lnTo>
                      <a:lnTo>
                        <a:pt x="1371" y="246"/>
                      </a:lnTo>
                      <a:lnTo>
                        <a:pt x="1372" y="248"/>
                      </a:lnTo>
                      <a:lnTo>
                        <a:pt x="1374" y="249"/>
                      </a:lnTo>
                      <a:lnTo>
                        <a:pt x="1375" y="244"/>
                      </a:lnTo>
                      <a:lnTo>
                        <a:pt x="1377" y="244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6347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7" name="Google Shape;1167;p19"/>
                <p:cNvSpPr/>
                <p:nvPr/>
              </p:nvSpPr>
              <p:spPr>
                <a:xfrm flipH="1" rot="10800000">
                  <a:off x="1125538" y="1709738"/>
                  <a:ext cx="3638550" cy="747713"/>
                </a:xfrm>
                <a:custGeom>
                  <a:rect b="b" l="l" r="r" t="t"/>
                  <a:pathLst>
                    <a:path extrusionOk="0" h="339" w="1377">
                      <a:moveTo>
                        <a:pt x="0" y="105"/>
                      </a:moveTo>
                      <a:lnTo>
                        <a:pt x="1" y="130"/>
                      </a:lnTo>
                      <a:lnTo>
                        <a:pt x="3" y="123"/>
                      </a:lnTo>
                      <a:lnTo>
                        <a:pt x="4" y="125"/>
                      </a:lnTo>
                      <a:lnTo>
                        <a:pt x="6" y="124"/>
                      </a:lnTo>
                      <a:lnTo>
                        <a:pt x="7" y="124"/>
                      </a:lnTo>
                      <a:lnTo>
                        <a:pt x="9" y="127"/>
                      </a:lnTo>
                      <a:lnTo>
                        <a:pt x="10" y="130"/>
                      </a:lnTo>
                      <a:lnTo>
                        <a:pt x="11" y="128"/>
                      </a:lnTo>
                      <a:lnTo>
                        <a:pt x="13" y="130"/>
                      </a:lnTo>
                      <a:lnTo>
                        <a:pt x="14" y="129"/>
                      </a:lnTo>
                      <a:lnTo>
                        <a:pt x="16" y="132"/>
                      </a:lnTo>
                      <a:lnTo>
                        <a:pt x="17" y="134"/>
                      </a:lnTo>
                      <a:lnTo>
                        <a:pt x="19" y="134"/>
                      </a:lnTo>
                      <a:lnTo>
                        <a:pt x="20" y="134"/>
                      </a:lnTo>
                      <a:lnTo>
                        <a:pt x="22" y="135"/>
                      </a:lnTo>
                      <a:lnTo>
                        <a:pt x="23" y="136"/>
                      </a:lnTo>
                      <a:lnTo>
                        <a:pt x="25" y="133"/>
                      </a:lnTo>
                      <a:lnTo>
                        <a:pt x="26" y="131"/>
                      </a:lnTo>
                      <a:lnTo>
                        <a:pt x="28" y="129"/>
                      </a:lnTo>
                      <a:lnTo>
                        <a:pt x="29" y="134"/>
                      </a:lnTo>
                      <a:lnTo>
                        <a:pt x="31" y="136"/>
                      </a:lnTo>
                      <a:lnTo>
                        <a:pt x="32" y="137"/>
                      </a:lnTo>
                      <a:lnTo>
                        <a:pt x="34" y="137"/>
                      </a:lnTo>
                      <a:lnTo>
                        <a:pt x="35" y="135"/>
                      </a:lnTo>
                      <a:lnTo>
                        <a:pt x="36" y="133"/>
                      </a:lnTo>
                      <a:lnTo>
                        <a:pt x="38" y="131"/>
                      </a:lnTo>
                      <a:lnTo>
                        <a:pt x="39" y="134"/>
                      </a:lnTo>
                      <a:lnTo>
                        <a:pt x="41" y="135"/>
                      </a:lnTo>
                      <a:lnTo>
                        <a:pt x="42" y="140"/>
                      </a:lnTo>
                      <a:lnTo>
                        <a:pt x="44" y="140"/>
                      </a:lnTo>
                      <a:lnTo>
                        <a:pt x="45" y="143"/>
                      </a:lnTo>
                      <a:lnTo>
                        <a:pt x="47" y="143"/>
                      </a:lnTo>
                      <a:lnTo>
                        <a:pt x="48" y="144"/>
                      </a:lnTo>
                      <a:lnTo>
                        <a:pt x="50" y="146"/>
                      </a:lnTo>
                      <a:lnTo>
                        <a:pt x="51" y="145"/>
                      </a:lnTo>
                      <a:lnTo>
                        <a:pt x="53" y="144"/>
                      </a:lnTo>
                      <a:lnTo>
                        <a:pt x="54" y="145"/>
                      </a:lnTo>
                      <a:lnTo>
                        <a:pt x="56" y="143"/>
                      </a:lnTo>
                      <a:lnTo>
                        <a:pt x="57" y="142"/>
                      </a:lnTo>
                      <a:lnTo>
                        <a:pt x="59" y="139"/>
                      </a:lnTo>
                      <a:lnTo>
                        <a:pt x="60" y="142"/>
                      </a:lnTo>
                      <a:lnTo>
                        <a:pt x="61" y="143"/>
                      </a:lnTo>
                      <a:lnTo>
                        <a:pt x="63" y="142"/>
                      </a:lnTo>
                      <a:lnTo>
                        <a:pt x="64" y="141"/>
                      </a:lnTo>
                      <a:lnTo>
                        <a:pt x="66" y="143"/>
                      </a:lnTo>
                      <a:lnTo>
                        <a:pt x="67" y="146"/>
                      </a:lnTo>
                      <a:lnTo>
                        <a:pt x="69" y="145"/>
                      </a:lnTo>
                      <a:lnTo>
                        <a:pt x="70" y="149"/>
                      </a:lnTo>
                      <a:lnTo>
                        <a:pt x="72" y="150"/>
                      </a:lnTo>
                      <a:lnTo>
                        <a:pt x="73" y="153"/>
                      </a:lnTo>
                      <a:lnTo>
                        <a:pt x="75" y="153"/>
                      </a:lnTo>
                      <a:lnTo>
                        <a:pt x="76" y="155"/>
                      </a:lnTo>
                      <a:lnTo>
                        <a:pt x="78" y="151"/>
                      </a:lnTo>
                      <a:lnTo>
                        <a:pt x="79" y="150"/>
                      </a:lnTo>
                      <a:lnTo>
                        <a:pt x="81" y="150"/>
                      </a:lnTo>
                      <a:lnTo>
                        <a:pt x="82" y="151"/>
                      </a:lnTo>
                      <a:lnTo>
                        <a:pt x="84" y="150"/>
                      </a:lnTo>
                      <a:lnTo>
                        <a:pt x="85" y="151"/>
                      </a:lnTo>
                      <a:lnTo>
                        <a:pt x="86" y="151"/>
                      </a:lnTo>
                      <a:lnTo>
                        <a:pt x="88" y="150"/>
                      </a:lnTo>
                      <a:lnTo>
                        <a:pt x="89" y="150"/>
                      </a:lnTo>
                      <a:lnTo>
                        <a:pt x="91" y="152"/>
                      </a:lnTo>
                      <a:lnTo>
                        <a:pt x="92" y="154"/>
                      </a:lnTo>
                      <a:lnTo>
                        <a:pt x="94" y="156"/>
                      </a:lnTo>
                      <a:lnTo>
                        <a:pt x="95" y="156"/>
                      </a:lnTo>
                      <a:lnTo>
                        <a:pt x="97" y="155"/>
                      </a:lnTo>
                      <a:lnTo>
                        <a:pt x="98" y="158"/>
                      </a:lnTo>
                      <a:lnTo>
                        <a:pt x="100" y="157"/>
                      </a:lnTo>
                      <a:lnTo>
                        <a:pt x="101" y="156"/>
                      </a:lnTo>
                      <a:lnTo>
                        <a:pt x="103" y="154"/>
                      </a:lnTo>
                      <a:lnTo>
                        <a:pt x="104" y="154"/>
                      </a:lnTo>
                      <a:lnTo>
                        <a:pt x="106" y="156"/>
                      </a:lnTo>
                      <a:lnTo>
                        <a:pt x="107" y="155"/>
                      </a:lnTo>
                      <a:lnTo>
                        <a:pt x="109" y="153"/>
                      </a:lnTo>
                      <a:lnTo>
                        <a:pt x="110" y="154"/>
                      </a:lnTo>
                      <a:lnTo>
                        <a:pt x="111" y="164"/>
                      </a:lnTo>
                      <a:lnTo>
                        <a:pt x="113" y="189"/>
                      </a:lnTo>
                      <a:lnTo>
                        <a:pt x="114" y="62"/>
                      </a:lnTo>
                      <a:lnTo>
                        <a:pt x="116" y="151"/>
                      </a:lnTo>
                      <a:lnTo>
                        <a:pt x="117" y="159"/>
                      </a:lnTo>
                      <a:lnTo>
                        <a:pt x="119" y="157"/>
                      </a:lnTo>
                      <a:lnTo>
                        <a:pt x="120" y="158"/>
                      </a:lnTo>
                      <a:lnTo>
                        <a:pt x="122" y="158"/>
                      </a:lnTo>
                      <a:lnTo>
                        <a:pt x="123" y="156"/>
                      </a:lnTo>
                      <a:lnTo>
                        <a:pt x="125" y="154"/>
                      </a:lnTo>
                      <a:lnTo>
                        <a:pt x="126" y="153"/>
                      </a:lnTo>
                      <a:lnTo>
                        <a:pt x="128" y="154"/>
                      </a:lnTo>
                      <a:lnTo>
                        <a:pt x="129" y="153"/>
                      </a:lnTo>
                      <a:lnTo>
                        <a:pt x="131" y="154"/>
                      </a:lnTo>
                      <a:lnTo>
                        <a:pt x="132" y="154"/>
                      </a:lnTo>
                      <a:lnTo>
                        <a:pt x="134" y="157"/>
                      </a:lnTo>
                      <a:lnTo>
                        <a:pt x="135" y="153"/>
                      </a:lnTo>
                      <a:lnTo>
                        <a:pt x="136" y="154"/>
                      </a:lnTo>
                      <a:lnTo>
                        <a:pt x="138" y="152"/>
                      </a:lnTo>
                      <a:lnTo>
                        <a:pt x="139" y="153"/>
                      </a:lnTo>
                      <a:lnTo>
                        <a:pt x="141" y="151"/>
                      </a:lnTo>
                      <a:lnTo>
                        <a:pt x="142" y="147"/>
                      </a:lnTo>
                      <a:lnTo>
                        <a:pt x="144" y="149"/>
                      </a:lnTo>
                      <a:lnTo>
                        <a:pt x="145" y="150"/>
                      </a:lnTo>
                      <a:lnTo>
                        <a:pt x="147" y="146"/>
                      </a:lnTo>
                      <a:lnTo>
                        <a:pt x="148" y="146"/>
                      </a:lnTo>
                      <a:lnTo>
                        <a:pt x="150" y="140"/>
                      </a:lnTo>
                      <a:lnTo>
                        <a:pt x="151" y="140"/>
                      </a:lnTo>
                      <a:lnTo>
                        <a:pt x="153" y="141"/>
                      </a:lnTo>
                      <a:lnTo>
                        <a:pt x="154" y="139"/>
                      </a:lnTo>
                      <a:lnTo>
                        <a:pt x="156" y="138"/>
                      </a:lnTo>
                      <a:lnTo>
                        <a:pt x="157" y="139"/>
                      </a:lnTo>
                      <a:lnTo>
                        <a:pt x="159" y="143"/>
                      </a:lnTo>
                      <a:lnTo>
                        <a:pt x="160" y="147"/>
                      </a:lnTo>
                      <a:lnTo>
                        <a:pt x="161" y="146"/>
                      </a:lnTo>
                      <a:lnTo>
                        <a:pt x="163" y="145"/>
                      </a:lnTo>
                      <a:lnTo>
                        <a:pt x="164" y="146"/>
                      </a:lnTo>
                      <a:lnTo>
                        <a:pt x="166" y="144"/>
                      </a:lnTo>
                      <a:lnTo>
                        <a:pt x="167" y="144"/>
                      </a:lnTo>
                      <a:lnTo>
                        <a:pt x="169" y="140"/>
                      </a:lnTo>
                      <a:lnTo>
                        <a:pt x="170" y="139"/>
                      </a:lnTo>
                      <a:lnTo>
                        <a:pt x="172" y="137"/>
                      </a:lnTo>
                      <a:lnTo>
                        <a:pt x="173" y="137"/>
                      </a:lnTo>
                      <a:lnTo>
                        <a:pt x="175" y="136"/>
                      </a:lnTo>
                      <a:lnTo>
                        <a:pt x="176" y="136"/>
                      </a:lnTo>
                      <a:lnTo>
                        <a:pt x="178" y="140"/>
                      </a:lnTo>
                      <a:lnTo>
                        <a:pt x="179" y="140"/>
                      </a:lnTo>
                      <a:lnTo>
                        <a:pt x="181" y="140"/>
                      </a:lnTo>
                      <a:lnTo>
                        <a:pt x="182" y="139"/>
                      </a:lnTo>
                      <a:lnTo>
                        <a:pt x="184" y="137"/>
                      </a:lnTo>
                      <a:lnTo>
                        <a:pt x="185" y="138"/>
                      </a:lnTo>
                      <a:lnTo>
                        <a:pt x="186" y="136"/>
                      </a:lnTo>
                      <a:lnTo>
                        <a:pt x="188" y="134"/>
                      </a:lnTo>
                      <a:lnTo>
                        <a:pt x="189" y="135"/>
                      </a:lnTo>
                      <a:lnTo>
                        <a:pt x="191" y="137"/>
                      </a:lnTo>
                      <a:lnTo>
                        <a:pt x="192" y="136"/>
                      </a:lnTo>
                      <a:lnTo>
                        <a:pt x="194" y="137"/>
                      </a:lnTo>
                      <a:lnTo>
                        <a:pt x="195" y="136"/>
                      </a:lnTo>
                      <a:lnTo>
                        <a:pt x="197" y="134"/>
                      </a:lnTo>
                      <a:lnTo>
                        <a:pt x="198" y="132"/>
                      </a:lnTo>
                      <a:lnTo>
                        <a:pt x="200" y="130"/>
                      </a:lnTo>
                      <a:lnTo>
                        <a:pt x="201" y="130"/>
                      </a:lnTo>
                      <a:lnTo>
                        <a:pt x="203" y="127"/>
                      </a:lnTo>
                      <a:lnTo>
                        <a:pt x="204" y="125"/>
                      </a:lnTo>
                      <a:lnTo>
                        <a:pt x="206" y="125"/>
                      </a:lnTo>
                      <a:lnTo>
                        <a:pt x="207" y="128"/>
                      </a:lnTo>
                      <a:lnTo>
                        <a:pt x="209" y="129"/>
                      </a:lnTo>
                      <a:lnTo>
                        <a:pt x="210" y="129"/>
                      </a:lnTo>
                      <a:lnTo>
                        <a:pt x="211" y="128"/>
                      </a:lnTo>
                      <a:lnTo>
                        <a:pt x="213" y="129"/>
                      </a:lnTo>
                      <a:lnTo>
                        <a:pt x="214" y="130"/>
                      </a:lnTo>
                      <a:lnTo>
                        <a:pt x="216" y="132"/>
                      </a:lnTo>
                      <a:lnTo>
                        <a:pt x="217" y="130"/>
                      </a:lnTo>
                      <a:lnTo>
                        <a:pt x="219" y="130"/>
                      </a:lnTo>
                      <a:lnTo>
                        <a:pt x="220" y="130"/>
                      </a:lnTo>
                      <a:lnTo>
                        <a:pt x="222" y="135"/>
                      </a:lnTo>
                      <a:lnTo>
                        <a:pt x="223" y="134"/>
                      </a:lnTo>
                      <a:lnTo>
                        <a:pt x="225" y="131"/>
                      </a:lnTo>
                      <a:lnTo>
                        <a:pt x="226" y="129"/>
                      </a:lnTo>
                      <a:lnTo>
                        <a:pt x="228" y="128"/>
                      </a:lnTo>
                      <a:lnTo>
                        <a:pt x="229" y="127"/>
                      </a:lnTo>
                      <a:lnTo>
                        <a:pt x="231" y="126"/>
                      </a:lnTo>
                      <a:lnTo>
                        <a:pt x="232" y="123"/>
                      </a:lnTo>
                      <a:lnTo>
                        <a:pt x="234" y="125"/>
                      </a:lnTo>
                      <a:lnTo>
                        <a:pt x="235" y="125"/>
                      </a:lnTo>
                      <a:lnTo>
                        <a:pt x="237" y="124"/>
                      </a:lnTo>
                      <a:lnTo>
                        <a:pt x="238" y="124"/>
                      </a:lnTo>
                      <a:lnTo>
                        <a:pt x="239" y="124"/>
                      </a:lnTo>
                      <a:lnTo>
                        <a:pt x="241" y="124"/>
                      </a:lnTo>
                      <a:lnTo>
                        <a:pt x="242" y="122"/>
                      </a:lnTo>
                      <a:lnTo>
                        <a:pt x="244" y="118"/>
                      </a:lnTo>
                      <a:lnTo>
                        <a:pt x="245" y="119"/>
                      </a:lnTo>
                      <a:lnTo>
                        <a:pt x="247" y="117"/>
                      </a:lnTo>
                      <a:lnTo>
                        <a:pt x="248" y="117"/>
                      </a:lnTo>
                      <a:lnTo>
                        <a:pt x="250" y="114"/>
                      </a:lnTo>
                      <a:lnTo>
                        <a:pt x="251" y="117"/>
                      </a:lnTo>
                      <a:lnTo>
                        <a:pt x="253" y="118"/>
                      </a:lnTo>
                      <a:lnTo>
                        <a:pt x="254" y="119"/>
                      </a:lnTo>
                      <a:lnTo>
                        <a:pt x="256" y="118"/>
                      </a:lnTo>
                      <a:lnTo>
                        <a:pt x="257" y="119"/>
                      </a:lnTo>
                      <a:lnTo>
                        <a:pt x="259" y="116"/>
                      </a:lnTo>
                      <a:lnTo>
                        <a:pt x="260" y="117"/>
                      </a:lnTo>
                      <a:lnTo>
                        <a:pt x="262" y="114"/>
                      </a:lnTo>
                      <a:lnTo>
                        <a:pt x="263" y="113"/>
                      </a:lnTo>
                      <a:lnTo>
                        <a:pt x="264" y="114"/>
                      </a:lnTo>
                      <a:lnTo>
                        <a:pt x="266" y="117"/>
                      </a:lnTo>
                      <a:lnTo>
                        <a:pt x="267" y="118"/>
                      </a:lnTo>
                      <a:lnTo>
                        <a:pt x="269" y="119"/>
                      </a:lnTo>
                      <a:lnTo>
                        <a:pt x="270" y="121"/>
                      </a:lnTo>
                      <a:lnTo>
                        <a:pt x="272" y="123"/>
                      </a:lnTo>
                      <a:lnTo>
                        <a:pt x="273" y="123"/>
                      </a:lnTo>
                      <a:lnTo>
                        <a:pt x="275" y="121"/>
                      </a:lnTo>
                      <a:lnTo>
                        <a:pt x="276" y="121"/>
                      </a:lnTo>
                      <a:lnTo>
                        <a:pt x="278" y="122"/>
                      </a:lnTo>
                      <a:lnTo>
                        <a:pt x="279" y="120"/>
                      </a:lnTo>
                      <a:lnTo>
                        <a:pt x="281" y="121"/>
                      </a:lnTo>
                      <a:lnTo>
                        <a:pt x="282" y="120"/>
                      </a:lnTo>
                      <a:lnTo>
                        <a:pt x="284" y="120"/>
                      </a:lnTo>
                      <a:lnTo>
                        <a:pt x="285" y="120"/>
                      </a:lnTo>
                      <a:lnTo>
                        <a:pt x="287" y="118"/>
                      </a:lnTo>
                      <a:lnTo>
                        <a:pt x="288" y="120"/>
                      </a:lnTo>
                      <a:lnTo>
                        <a:pt x="289" y="115"/>
                      </a:lnTo>
                      <a:lnTo>
                        <a:pt x="291" y="115"/>
                      </a:lnTo>
                      <a:lnTo>
                        <a:pt x="292" y="111"/>
                      </a:lnTo>
                      <a:lnTo>
                        <a:pt x="294" y="110"/>
                      </a:lnTo>
                      <a:lnTo>
                        <a:pt x="295" y="108"/>
                      </a:lnTo>
                      <a:lnTo>
                        <a:pt x="297" y="110"/>
                      </a:lnTo>
                      <a:lnTo>
                        <a:pt x="298" y="110"/>
                      </a:lnTo>
                      <a:lnTo>
                        <a:pt x="300" y="112"/>
                      </a:lnTo>
                      <a:lnTo>
                        <a:pt x="301" y="111"/>
                      </a:lnTo>
                      <a:lnTo>
                        <a:pt x="303" y="109"/>
                      </a:lnTo>
                      <a:lnTo>
                        <a:pt x="304" y="107"/>
                      </a:lnTo>
                      <a:lnTo>
                        <a:pt x="306" y="107"/>
                      </a:lnTo>
                      <a:lnTo>
                        <a:pt x="307" y="107"/>
                      </a:lnTo>
                      <a:lnTo>
                        <a:pt x="309" y="107"/>
                      </a:lnTo>
                      <a:lnTo>
                        <a:pt x="310" y="108"/>
                      </a:lnTo>
                      <a:lnTo>
                        <a:pt x="312" y="108"/>
                      </a:lnTo>
                      <a:lnTo>
                        <a:pt x="313" y="109"/>
                      </a:lnTo>
                      <a:lnTo>
                        <a:pt x="314" y="107"/>
                      </a:lnTo>
                      <a:lnTo>
                        <a:pt x="316" y="108"/>
                      </a:lnTo>
                      <a:lnTo>
                        <a:pt x="317" y="107"/>
                      </a:lnTo>
                      <a:lnTo>
                        <a:pt x="319" y="110"/>
                      </a:lnTo>
                      <a:lnTo>
                        <a:pt x="320" y="111"/>
                      </a:lnTo>
                      <a:lnTo>
                        <a:pt x="322" y="111"/>
                      </a:lnTo>
                      <a:lnTo>
                        <a:pt x="323" y="114"/>
                      </a:lnTo>
                      <a:lnTo>
                        <a:pt x="325" y="117"/>
                      </a:lnTo>
                      <a:lnTo>
                        <a:pt x="326" y="114"/>
                      </a:lnTo>
                      <a:lnTo>
                        <a:pt x="328" y="114"/>
                      </a:lnTo>
                      <a:lnTo>
                        <a:pt x="329" y="114"/>
                      </a:lnTo>
                      <a:lnTo>
                        <a:pt x="331" y="113"/>
                      </a:lnTo>
                      <a:lnTo>
                        <a:pt x="332" y="111"/>
                      </a:lnTo>
                      <a:lnTo>
                        <a:pt x="334" y="109"/>
                      </a:lnTo>
                      <a:lnTo>
                        <a:pt x="335" y="107"/>
                      </a:lnTo>
                      <a:lnTo>
                        <a:pt x="337" y="102"/>
                      </a:lnTo>
                      <a:lnTo>
                        <a:pt x="338" y="103"/>
                      </a:lnTo>
                      <a:lnTo>
                        <a:pt x="339" y="103"/>
                      </a:lnTo>
                      <a:lnTo>
                        <a:pt x="341" y="102"/>
                      </a:lnTo>
                      <a:lnTo>
                        <a:pt x="342" y="102"/>
                      </a:lnTo>
                      <a:lnTo>
                        <a:pt x="344" y="102"/>
                      </a:lnTo>
                      <a:lnTo>
                        <a:pt x="345" y="102"/>
                      </a:lnTo>
                      <a:lnTo>
                        <a:pt x="347" y="98"/>
                      </a:lnTo>
                      <a:lnTo>
                        <a:pt x="348" y="98"/>
                      </a:lnTo>
                      <a:lnTo>
                        <a:pt x="350" y="95"/>
                      </a:lnTo>
                      <a:lnTo>
                        <a:pt x="351" y="97"/>
                      </a:lnTo>
                      <a:lnTo>
                        <a:pt x="353" y="96"/>
                      </a:lnTo>
                      <a:lnTo>
                        <a:pt x="354" y="96"/>
                      </a:lnTo>
                      <a:lnTo>
                        <a:pt x="356" y="95"/>
                      </a:lnTo>
                      <a:lnTo>
                        <a:pt x="357" y="93"/>
                      </a:lnTo>
                      <a:lnTo>
                        <a:pt x="359" y="94"/>
                      </a:lnTo>
                      <a:lnTo>
                        <a:pt x="360" y="93"/>
                      </a:lnTo>
                      <a:lnTo>
                        <a:pt x="362" y="94"/>
                      </a:lnTo>
                      <a:lnTo>
                        <a:pt x="363" y="94"/>
                      </a:lnTo>
                      <a:lnTo>
                        <a:pt x="364" y="92"/>
                      </a:lnTo>
                      <a:lnTo>
                        <a:pt x="366" y="93"/>
                      </a:lnTo>
                      <a:lnTo>
                        <a:pt x="367" y="92"/>
                      </a:lnTo>
                      <a:lnTo>
                        <a:pt x="369" y="92"/>
                      </a:lnTo>
                      <a:lnTo>
                        <a:pt x="370" y="92"/>
                      </a:lnTo>
                      <a:lnTo>
                        <a:pt x="372" y="90"/>
                      </a:lnTo>
                      <a:lnTo>
                        <a:pt x="373" y="89"/>
                      </a:lnTo>
                      <a:lnTo>
                        <a:pt x="375" y="85"/>
                      </a:lnTo>
                      <a:lnTo>
                        <a:pt x="376" y="85"/>
                      </a:lnTo>
                      <a:lnTo>
                        <a:pt x="378" y="84"/>
                      </a:lnTo>
                      <a:lnTo>
                        <a:pt x="379" y="80"/>
                      </a:lnTo>
                      <a:lnTo>
                        <a:pt x="381" y="80"/>
                      </a:lnTo>
                      <a:lnTo>
                        <a:pt x="382" y="80"/>
                      </a:lnTo>
                      <a:lnTo>
                        <a:pt x="384" y="82"/>
                      </a:lnTo>
                      <a:lnTo>
                        <a:pt x="385" y="83"/>
                      </a:lnTo>
                      <a:lnTo>
                        <a:pt x="387" y="81"/>
                      </a:lnTo>
                      <a:lnTo>
                        <a:pt x="388" y="79"/>
                      </a:lnTo>
                      <a:lnTo>
                        <a:pt x="389" y="79"/>
                      </a:lnTo>
                      <a:lnTo>
                        <a:pt x="391" y="80"/>
                      </a:lnTo>
                      <a:lnTo>
                        <a:pt x="392" y="77"/>
                      </a:lnTo>
                      <a:lnTo>
                        <a:pt x="394" y="78"/>
                      </a:lnTo>
                      <a:lnTo>
                        <a:pt x="395" y="78"/>
                      </a:lnTo>
                      <a:lnTo>
                        <a:pt x="397" y="80"/>
                      </a:lnTo>
                      <a:lnTo>
                        <a:pt x="398" y="78"/>
                      </a:lnTo>
                      <a:lnTo>
                        <a:pt x="400" y="79"/>
                      </a:lnTo>
                      <a:lnTo>
                        <a:pt x="401" y="77"/>
                      </a:lnTo>
                      <a:lnTo>
                        <a:pt x="403" y="76"/>
                      </a:lnTo>
                      <a:lnTo>
                        <a:pt x="404" y="77"/>
                      </a:lnTo>
                      <a:lnTo>
                        <a:pt x="406" y="72"/>
                      </a:lnTo>
                      <a:lnTo>
                        <a:pt x="407" y="0"/>
                      </a:lnTo>
                      <a:lnTo>
                        <a:pt x="409" y="72"/>
                      </a:lnTo>
                      <a:lnTo>
                        <a:pt x="410" y="72"/>
                      </a:lnTo>
                      <a:lnTo>
                        <a:pt x="412" y="71"/>
                      </a:lnTo>
                      <a:lnTo>
                        <a:pt x="413" y="70"/>
                      </a:lnTo>
                      <a:lnTo>
                        <a:pt x="414" y="70"/>
                      </a:lnTo>
                      <a:lnTo>
                        <a:pt x="416" y="71"/>
                      </a:lnTo>
                      <a:lnTo>
                        <a:pt x="417" y="72"/>
                      </a:lnTo>
                      <a:lnTo>
                        <a:pt x="419" y="71"/>
                      </a:lnTo>
                      <a:lnTo>
                        <a:pt x="420" y="74"/>
                      </a:lnTo>
                      <a:lnTo>
                        <a:pt x="422" y="71"/>
                      </a:lnTo>
                      <a:lnTo>
                        <a:pt x="423" y="72"/>
                      </a:lnTo>
                      <a:lnTo>
                        <a:pt x="425" y="75"/>
                      </a:lnTo>
                      <a:lnTo>
                        <a:pt x="426" y="75"/>
                      </a:lnTo>
                      <a:lnTo>
                        <a:pt x="428" y="79"/>
                      </a:lnTo>
                      <a:lnTo>
                        <a:pt x="429" y="78"/>
                      </a:lnTo>
                      <a:lnTo>
                        <a:pt x="431" y="81"/>
                      </a:lnTo>
                      <a:lnTo>
                        <a:pt x="432" y="82"/>
                      </a:lnTo>
                      <a:lnTo>
                        <a:pt x="434" y="81"/>
                      </a:lnTo>
                      <a:lnTo>
                        <a:pt x="435" y="81"/>
                      </a:lnTo>
                      <a:lnTo>
                        <a:pt x="437" y="79"/>
                      </a:lnTo>
                      <a:lnTo>
                        <a:pt x="438" y="83"/>
                      </a:lnTo>
                      <a:lnTo>
                        <a:pt x="440" y="82"/>
                      </a:lnTo>
                      <a:lnTo>
                        <a:pt x="441" y="81"/>
                      </a:lnTo>
                      <a:lnTo>
                        <a:pt x="442" y="82"/>
                      </a:lnTo>
                      <a:lnTo>
                        <a:pt x="444" y="85"/>
                      </a:lnTo>
                      <a:lnTo>
                        <a:pt x="445" y="87"/>
                      </a:lnTo>
                      <a:lnTo>
                        <a:pt x="447" y="87"/>
                      </a:lnTo>
                      <a:lnTo>
                        <a:pt x="448" y="89"/>
                      </a:lnTo>
                      <a:lnTo>
                        <a:pt x="450" y="90"/>
                      </a:lnTo>
                      <a:lnTo>
                        <a:pt x="451" y="91"/>
                      </a:lnTo>
                      <a:lnTo>
                        <a:pt x="453" y="91"/>
                      </a:lnTo>
                      <a:lnTo>
                        <a:pt x="454" y="92"/>
                      </a:lnTo>
                      <a:lnTo>
                        <a:pt x="456" y="88"/>
                      </a:lnTo>
                      <a:lnTo>
                        <a:pt x="457" y="86"/>
                      </a:lnTo>
                      <a:lnTo>
                        <a:pt x="459" y="83"/>
                      </a:lnTo>
                      <a:lnTo>
                        <a:pt x="460" y="83"/>
                      </a:lnTo>
                      <a:lnTo>
                        <a:pt x="462" y="79"/>
                      </a:lnTo>
                      <a:lnTo>
                        <a:pt x="463" y="79"/>
                      </a:lnTo>
                      <a:lnTo>
                        <a:pt x="465" y="80"/>
                      </a:lnTo>
                      <a:lnTo>
                        <a:pt x="466" y="84"/>
                      </a:lnTo>
                      <a:lnTo>
                        <a:pt x="467" y="87"/>
                      </a:lnTo>
                      <a:lnTo>
                        <a:pt x="469" y="91"/>
                      </a:lnTo>
                      <a:lnTo>
                        <a:pt x="470" y="92"/>
                      </a:lnTo>
                      <a:lnTo>
                        <a:pt x="472" y="92"/>
                      </a:lnTo>
                      <a:lnTo>
                        <a:pt x="473" y="91"/>
                      </a:lnTo>
                      <a:lnTo>
                        <a:pt x="475" y="89"/>
                      </a:lnTo>
                      <a:lnTo>
                        <a:pt x="476" y="89"/>
                      </a:lnTo>
                      <a:lnTo>
                        <a:pt x="478" y="88"/>
                      </a:lnTo>
                      <a:lnTo>
                        <a:pt x="479" y="87"/>
                      </a:lnTo>
                      <a:lnTo>
                        <a:pt x="481" y="88"/>
                      </a:lnTo>
                      <a:lnTo>
                        <a:pt x="482" y="88"/>
                      </a:lnTo>
                      <a:lnTo>
                        <a:pt x="484" y="89"/>
                      </a:lnTo>
                      <a:lnTo>
                        <a:pt x="485" y="92"/>
                      </a:lnTo>
                      <a:lnTo>
                        <a:pt x="487" y="92"/>
                      </a:lnTo>
                      <a:lnTo>
                        <a:pt x="488" y="94"/>
                      </a:lnTo>
                      <a:lnTo>
                        <a:pt x="490" y="93"/>
                      </a:lnTo>
                      <a:lnTo>
                        <a:pt x="491" y="95"/>
                      </a:lnTo>
                      <a:lnTo>
                        <a:pt x="492" y="96"/>
                      </a:lnTo>
                      <a:lnTo>
                        <a:pt x="494" y="96"/>
                      </a:lnTo>
                      <a:lnTo>
                        <a:pt x="495" y="96"/>
                      </a:lnTo>
                      <a:lnTo>
                        <a:pt x="497" y="97"/>
                      </a:lnTo>
                      <a:lnTo>
                        <a:pt x="498" y="100"/>
                      </a:lnTo>
                      <a:lnTo>
                        <a:pt x="500" y="103"/>
                      </a:lnTo>
                      <a:lnTo>
                        <a:pt x="501" y="105"/>
                      </a:lnTo>
                      <a:lnTo>
                        <a:pt x="503" y="105"/>
                      </a:lnTo>
                      <a:lnTo>
                        <a:pt x="504" y="106"/>
                      </a:lnTo>
                      <a:lnTo>
                        <a:pt x="506" y="109"/>
                      </a:lnTo>
                      <a:lnTo>
                        <a:pt x="507" y="110"/>
                      </a:lnTo>
                      <a:lnTo>
                        <a:pt x="509" y="110"/>
                      </a:lnTo>
                      <a:lnTo>
                        <a:pt x="510" y="108"/>
                      </a:lnTo>
                      <a:lnTo>
                        <a:pt x="512" y="109"/>
                      </a:lnTo>
                      <a:lnTo>
                        <a:pt x="513" y="106"/>
                      </a:lnTo>
                      <a:lnTo>
                        <a:pt x="515" y="106"/>
                      </a:lnTo>
                      <a:lnTo>
                        <a:pt x="516" y="105"/>
                      </a:lnTo>
                      <a:lnTo>
                        <a:pt x="517" y="105"/>
                      </a:lnTo>
                      <a:lnTo>
                        <a:pt x="519" y="107"/>
                      </a:lnTo>
                      <a:lnTo>
                        <a:pt x="520" y="106"/>
                      </a:lnTo>
                      <a:lnTo>
                        <a:pt x="522" y="104"/>
                      </a:lnTo>
                      <a:lnTo>
                        <a:pt x="523" y="103"/>
                      </a:lnTo>
                      <a:lnTo>
                        <a:pt x="525" y="103"/>
                      </a:lnTo>
                      <a:lnTo>
                        <a:pt x="526" y="106"/>
                      </a:lnTo>
                      <a:lnTo>
                        <a:pt x="528" y="106"/>
                      </a:lnTo>
                      <a:lnTo>
                        <a:pt x="529" y="108"/>
                      </a:lnTo>
                      <a:lnTo>
                        <a:pt x="531" y="110"/>
                      </a:lnTo>
                      <a:lnTo>
                        <a:pt x="532" y="113"/>
                      </a:lnTo>
                      <a:lnTo>
                        <a:pt x="534" y="114"/>
                      </a:lnTo>
                      <a:lnTo>
                        <a:pt x="535" y="113"/>
                      </a:lnTo>
                      <a:lnTo>
                        <a:pt x="537" y="117"/>
                      </a:lnTo>
                      <a:lnTo>
                        <a:pt x="538" y="117"/>
                      </a:lnTo>
                      <a:lnTo>
                        <a:pt x="540" y="120"/>
                      </a:lnTo>
                      <a:lnTo>
                        <a:pt x="541" y="118"/>
                      </a:lnTo>
                      <a:lnTo>
                        <a:pt x="542" y="117"/>
                      </a:lnTo>
                      <a:lnTo>
                        <a:pt x="544" y="119"/>
                      </a:lnTo>
                      <a:lnTo>
                        <a:pt x="545" y="117"/>
                      </a:lnTo>
                      <a:lnTo>
                        <a:pt x="547" y="118"/>
                      </a:lnTo>
                      <a:lnTo>
                        <a:pt x="548" y="115"/>
                      </a:lnTo>
                      <a:lnTo>
                        <a:pt x="550" y="115"/>
                      </a:lnTo>
                      <a:lnTo>
                        <a:pt x="551" y="113"/>
                      </a:lnTo>
                      <a:lnTo>
                        <a:pt x="553" y="114"/>
                      </a:lnTo>
                      <a:lnTo>
                        <a:pt x="554" y="115"/>
                      </a:lnTo>
                      <a:lnTo>
                        <a:pt x="556" y="113"/>
                      </a:lnTo>
                      <a:lnTo>
                        <a:pt x="557" y="116"/>
                      </a:lnTo>
                      <a:lnTo>
                        <a:pt x="559" y="118"/>
                      </a:lnTo>
                      <a:lnTo>
                        <a:pt x="560" y="118"/>
                      </a:lnTo>
                      <a:lnTo>
                        <a:pt x="562" y="123"/>
                      </a:lnTo>
                      <a:lnTo>
                        <a:pt x="563" y="126"/>
                      </a:lnTo>
                      <a:lnTo>
                        <a:pt x="565" y="127"/>
                      </a:lnTo>
                      <a:lnTo>
                        <a:pt x="566" y="128"/>
                      </a:lnTo>
                      <a:lnTo>
                        <a:pt x="567" y="130"/>
                      </a:lnTo>
                      <a:lnTo>
                        <a:pt x="569" y="130"/>
                      </a:lnTo>
                      <a:lnTo>
                        <a:pt x="570" y="132"/>
                      </a:lnTo>
                      <a:lnTo>
                        <a:pt x="572" y="130"/>
                      </a:lnTo>
                      <a:lnTo>
                        <a:pt x="573" y="132"/>
                      </a:lnTo>
                      <a:lnTo>
                        <a:pt x="575" y="130"/>
                      </a:lnTo>
                      <a:lnTo>
                        <a:pt x="576" y="130"/>
                      </a:lnTo>
                      <a:lnTo>
                        <a:pt x="578" y="133"/>
                      </a:lnTo>
                      <a:lnTo>
                        <a:pt x="579" y="132"/>
                      </a:lnTo>
                      <a:lnTo>
                        <a:pt x="581" y="128"/>
                      </a:lnTo>
                      <a:lnTo>
                        <a:pt x="582" y="126"/>
                      </a:lnTo>
                      <a:lnTo>
                        <a:pt x="584" y="127"/>
                      </a:lnTo>
                      <a:lnTo>
                        <a:pt x="585" y="125"/>
                      </a:lnTo>
                      <a:lnTo>
                        <a:pt x="587" y="126"/>
                      </a:lnTo>
                      <a:lnTo>
                        <a:pt x="588" y="126"/>
                      </a:lnTo>
                      <a:lnTo>
                        <a:pt x="590" y="127"/>
                      </a:lnTo>
                      <a:lnTo>
                        <a:pt x="591" y="131"/>
                      </a:lnTo>
                      <a:lnTo>
                        <a:pt x="592" y="131"/>
                      </a:lnTo>
                      <a:lnTo>
                        <a:pt x="594" y="133"/>
                      </a:lnTo>
                      <a:lnTo>
                        <a:pt x="595" y="134"/>
                      </a:lnTo>
                      <a:lnTo>
                        <a:pt x="597" y="133"/>
                      </a:lnTo>
                      <a:lnTo>
                        <a:pt x="598" y="133"/>
                      </a:lnTo>
                      <a:lnTo>
                        <a:pt x="600" y="132"/>
                      </a:lnTo>
                      <a:lnTo>
                        <a:pt x="601" y="133"/>
                      </a:lnTo>
                      <a:lnTo>
                        <a:pt x="603" y="132"/>
                      </a:lnTo>
                      <a:lnTo>
                        <a:pt x="604" y="132"/>
                      </a:lnTo>
                      <a:lnTo>
                        <a:pt x="606" y="131"/>
                      </a:lnTo>
                      <a:lnTo>
                        <a:pt x="607" y="134"/>
                      </a:lnTo>
                      <a:lnTo>
                        <a:pt x="609" y="130"/>
                      </a:lnTo>
                      <a:lnTo>
                        <a:pt x="610" y="131"/>
                      </a:lnTo>
                      <a:lnTo>
                        <a:pt x="612" y="128"/>
                      </a:lnTo>
                      <a:lnTo>
                        <a:pt x="613" y="129"/>
                      </a:lnTo>
                      <a:lnTo>
                        <a:pt x="615" y="125"/>
                      </a:lnTo>
                      <a:lnTo>
                        <a:pt x="616" y="125"/>
                      </a:lnTo>
                      <a:lnTo>
                        <a:pt x="617" y="125"/>
                      </a:lnTo>
                      <a:lnTo>
                        <a:pt x="619" y="124"/>
                      </a:lnTo>
                      <a:lnTo>
                        <a:pt x="620" y="124"/>
                      </a:lnTo>
                      <a:lnTo>
                        <a:pt x="622" y="126"/>
                      </a:lnTo>
                      <a:lnTo>
                        <a:pt x="623" y="125"/>
                      </a:lnTo>
                      <a:lnTo>
                        <a:pt x="625" y="127"/>
                      </a:lnTo>
                      <a:lnTo>
                        <a:pt x="626" y="127"/>
                      </a:lnTo>
                      <a:lnTo>
                        <a:pt x="628" y="128"/>
                      </a:lnTo>
                      <a:lnTo>
                        <a:pt x="629" y="129"/>
                      </a:lnTo>
                      <a:lnTo>
                        <a:pt x="631" y="129"/>
                      </a:lnTo>
                      <a:lnTo>
                        <a:pt x="632" y="130"/>
                      </a:lnTo>
                      <a:lnTo>
                        <a:pt x="634" y="130"/>
                      </a:lnTo>
                      <a:lnTo>
                        <a:pt x="635" y="132"/>
                      </a:lnTo>
                      <a:lnTo>
                        <a:pt x="637" y="134"/>
                      </a:lnTo>
                      <a:lnTo>
                        <a:pt x="638" y="138"/>
                      </a:lnTo>
                      <a:lnTo>
                        <a:pt x="640" y="138"/>
                      </a:lnTo>
                      <a:lnTo>
                        <a:pt x="641" y="142"/>
                      </a:lnTo>
                      <a:lnTo>
                        <a:pt x="643" y="144"/>
                      </a:lnTo>
                      <a:lnTo>
                        <a:pt x="644" y="144"/>
                      </a:lnTo>
                      <a:lnTo>
                        <a:pt x="645" y="144"/>
                      </a:lnTo>
                      <a:lnTo>
                        <a:pt x="647" y="144"/>
                      </a:lnTo>
                      <a:lnTo>
                        <a:pt x="648" y="142"/>
                      </a:lnTo>
                      <a:lnTo>
                        <a:pt x="650" y="140"/>
                      </a:lnTo>
                      <a:lnTo>
                        <a:pt x="651" y="138"/>
                      </a:lnTo>
                      <a:lnTo>
                        <a:pt x="653" y="138"/>
                      </a:lnTo>
                      <a:lnTo>
                        <a:pt x="654" y="141"/>
                      </a:lnTo>
                      <a:lnTo>
                        <a:pt x="656" y="141"/>
                      </a:lnTo>
                      <a:lnTo>
                        <a:pt x="657" y="142"/>
                      </a:lnTo>
                      <a:lnTo>
                        <a:pt x="659" y="144"/>
                      </a:lnTo>
                      <a:lnTo>
                        <a:pt x="660" y="147"/>
                      </a:lnTo>
                      <a:lnTo>
                        <a:pt x="662" y="148"/>
                      </a:lnTo>
                      <a:lnTo>
                        <a:pt x="663" y="152"/>
                      </a:lnTo>
                      <a:lnTo>
                        <a:pt x="665" y="151"/>
                      </a:lnTo>
                      <a:lnTo>
                        <a:pt x="666" y="151"/>
                      </a:lnTo>
                      <a:lnTo>
                        <a:pt x="668" y="152"/>
                      </a:lnTo>
                      <a:lnTo>
                        <a:pt x="669" y="149"/>
                      </a:lnTo>
                      <a:lnTo>
                        <a:pt x="670" y="150"/>
                      </a:lnTo>
                      <a:lnTo>
                        <a:pt x="672" y="152"/>
                      </a:lnTo>
                      <a:lnTo>
                        <a:pt x="673" y="152"/>
                      </a:lnTo>
                      <a:lnTo>
                        <a:pt x="675" y="155"/>
                      </a:lnTo>
                      <a:lnTo>
                        <a:pt x="676" y="156"/>
                      </a:lnTo>
                      <a:lnTo>
                        <a:pt x="678" y="157"/>
                      </a:lnTo>
                      <a:lnTo>
                        <a:pt x="679" y="156"/>
                      </a:lnTo>
                      <a:lnTo>
                        <a:pt x="681" y="154"/>
                      </a:lnTo>
                      <a:lnTo>
                        <a:pt x="682" y="153"/>
                      </a:lnTo>
                      <a:lnTo>
                        <a:pt x="684" y="151"/>
                      </a:lnTo>
                      <a:lnTo>
                        <a:pt x="685" y="149"/>
                      </a:lnTo>
                      <a:lnTo>
                        <a:pt x="687" y="150"/>
                      </a:lnTo>
                      <a:lnTo>
                        <a:pt x="688" y="150"/>
                      </a:lnTo>
                      <a:lnTo>
                        <a:pt x="690" y="153"/>
                      </a:lnTo>
                      <a:lnTo>
                        <a:pt x="691" y="154"/>
                      </a:lnTo>
                      <a:lnTo>
                        <a:pt x="693" y="155"/>
                      </a:lnTo>
                      <a:lnTo>
                        <a:pt x="694" y="158"/>
                      </a:lnTo>
                      <a:lnTo>
                        <a:pt x="695" y="157"/>
                      </a:lnTo>
                      <a:lnTo>
                        <a:pt x="697" y="160"/>
                      </a:lnTo>
                      <a:lnTo>
                        <a:pt x="698" y="160"/>
                      </a:lnTo>
                      <a:lnTo>
                        <a:pt x="700" y="160"/>
                      </a:lnTo>
                      <a:lnTo>
                        <a:pt x="701" y="161"/>
                      </a:lnTo>
                      <a:lnTo>
                        <a:pt x="703" y="162"/>
                      </a:lnTo>
                      <a:lnTo>
                        <a:pt x="704" y="165"/>
                      </a:lnTo>
                      <a:lnTo>
                        <a:pt x="706" y="165"/>
                      </a:lnTo>
                      <a:lnTo>
                        <a:pt x="707" y="165"/>
                      </a:lnTo>
                      <a:lnTo>
                        <a:pt x="709" y="168"/>
                      </a:lnTo>
                      <a:lnTo>
                        <a:pt x="710" y="168"/>
                      </a:lnTo>
                      <a:lnTo>
                        <a:pt x="712" y="172"/>
                      </a:lnTo>
                      <a:lnTo>
                        <a:pt x="713" y="172"/>
                      </a:lnTo>
                      <a:lnTo>
                        <a:pt x="715" y="172"/>
                      </a:lnTo>
                      <a:lnTo>
                        <a:pt x="716" y="174"/>
                      </a:lnTo>
                      <a:lnTo>
                        <a:pt x="718" y="173"/>
                      </a:lnTo>
                      <a:lnTo>
                        <a:pt x="719" y="172"/>
                      </a:lnTo>
                      <a:lnTo>
                        <a:pt x="720" y="172"/>
                      </a:lnTo>
                      <a:lnTo>
                        <a:pt x="722" y="170"/>
                      </a:lnTo>
                      <a:lnTo>
                        <a:pt x="723" y="170"/>
                      </a:lnTo>
                      <a:lnTo>
                        <a:pt x="725" y="170"/>
                      </a:lnTo>
                      <a:lnTo>
                        <a:pt x="726" y="171"/>
                      </a:lnTo>
                      <a:lnTo>
                        <a:pt x="728" y="172"/>
                      </a:lnTo>
                      <a:lnTo>
                        <a:pt x="729" y="173"/>
                      </a:lnTo>
                      <a:lnTo>
                        <a:pt x="731" y="175"/>
                      </a:lnTo>
                      <a:lnTo>
                        <a:pt x="732" y="176"/>
                      </a:lnTo>
                      <a:lnTo>
                        <a:pt x="734" y="180"/>
                      </a:lnTo>
                      <a:lnTo>
                        <a:pt x="735" y="179"/>
                      </a:lnTo>
                      <a:lnTo>
                        <a:pt x="737" y="182"/>
                      </a:lnTo>
                      <a:lnTo>
                        <a:pt x="738" y="180"/>
                      </a:lnTo>
                      <a:lnTo>
                        <a:pt x="740" y="179"/>
                      </a:lnTo>
                      <a:lnTo>
                        <a:pt x="741" y="181"/>
                      </a:lnTo>
                      <a:lnTo>
                        <a:pt x="743" y="181"/>
                      </a:lnTo>
                      <a:lnTo>
                        <a:pt x="744" y="181"/>
                      </a:lnTo>
                      <a:lnTo>
                        <a:pt x="745" y="183"/>
                      </a:lnTo>
                      <a:lnTo>
                        <a:pt x="747" y="183"/>
                      </a:lnTo>
                      <a:lnTo>
                        <a:pt x="748" y="186"/>
                      </a:lnTo>
                      <a:lnTo>
                        <a:pt x="750" y="187"/>
                      </a:lnTo>
                      <a:lnTo>
                        <a:pt x="751" y="188"/>
                      </a:lnTo>
                      <a:lnTo>
                        <a:pt x="753" y="184"/>
                      </a:lnTo>
                      <a:lnTo>
                        <a:pt x="754" y="186"/>
                      </a:lnTo>
                      <a:lnTo>
                        <a:pt x="756" y="182"/>
                      </a:lnTo>
                      <a:lnTo>
                        <a:pt x="757" y="178"/>
                      </a:lnTo>
                      <a:lnTo>
                        <a:pt x="759" y="180"/>
                      </a:lnTo>
                      <a:lnTo>
                        <a:pt x="760" y="178"/>
                      </a:lnTo>
                      <a:lnTo>
                        <a:pt x="762" y="178"/>
                      </a:lnTo>
                      <a:lnTo>
                        <a:pt x="763" y="176"/>
                      </a:lnTo>
                      <a:lnTo>
                        <a:pt x="765" y="175"/>
                      </a:lnTo>
                      <a:lnTo>
                        <a:pt x="766" y="174"/>
                      </a:lnTo>
                      <a:lnTo>
                        <a:pt x="768" y="174"/>
                      </a:lnTo>
                      <a:lnTo>
                        <a:pt x="769" y="173"/>
                      </a:lnTo>
                      <a:lnTo>
                        <a:pt x="770" y="172"/>
                      </a:lnTo>
                      <a:lnTo>
                        <a:pt x="772" y="172"/>
                      </a:lnTo>
                      <a:lnTo>
                        <a:pt x="773" y="175"/>
                      </a:lnTo>
                      <a:lnTo>
                        <a:pt x="775" y="178"/>
                      </a:lnTo>
                      <a:lnTo>
                        <a:pt x="776" y="180"/>
                      </a:lnTo>
                      <a:lnTo>
                        <a:pt x="778" y="180"/>
                      </a:lnTo>
                      <a:lnTo>
                        <a:pt x="779" y="176"/>
                      </a:lnTo>
                      <a:lnTo>
                        <a:pt x="781" y="176"/>
                      </a:lnTo>
                      <a:lnTo>
                        <a:pt x="782" y="175"/>
                      </a:lnTo>
                      <a:lnTo>
                        <a:pt x="784" y="176"/>
                      </a:lnTo>
                      <a:lnTo>
                        <a:pt x="785" y="174"/>
                      </a:lnTo>
                      <a:lnTo>
                        <a:pt x="787" y="178"/>
                      </a:lnTo>
                      <a:lnTo>
                        <a:pt x="788" y="178"/>
                      </a:lnTo>
                      <a:lnTo>
                        <a:pt x="790" y="182"/>
                      </a:lnTo>
                      <a:lnTo>
                        <a:pt x="791" y="188"/>
                      </a:lnTo>
                      <a:lnTo>
                        <a:pt x="793" y="190"/>
                      </a:lnTo>
                      <a:lnTo>
                        <a:pt x="794" y="192"/>
                      </a:lnTo>
                      <a:lnTo>
                        <a:pt x="795" y="195"/>
                      </a:lnTo>
                      <a:lnTo>
                        <a:pt x="797" y="196"/>
                      </a:lnTo>
                      <a:lnTo>
                        <a:pt x="798" y="196"/>
                      </a:lnTo>
                      <a:lnTo>
                        <a:pt x="800" y="197"/>
                      </a:lnTo>
                      <a:lnTo>
                        <a:pt x="801" y="199"/>
                      </a:lnTo>
                      <a:lnTo>
                        <a:pt x="803" y="199"/>
                      </a:lnTo>
                      <a:lnTo>
                        <a:pt x="804" y="198"/>
                      </a:lnTo>
                      <a:lnTo>
                        <a:pt x="806" y="198"/>
                      </a:lnTo>
                      <a:lnTo>
                        <a:pt x="807" y="197"/>
                      </a:lnTo>
                      <a:lnTo>
                        <a:pt x="809" y="197"/>
                      </a:lnTo>
                      <a:lnTo>
                        <a:pt x="810" y="195"/>
                      </a:lnTo>
                      <a:lnTo>
                        <a:pt x="812" y="195"/>
                      </a:lnTo>
                      <a:lnTo>
                        <a:pt x="813" y="194"/>
                      </a:lnTo>
                      <a:lnTo>
                        <a:pt x="815" y="192"/>
                      </a:lnTo>
                      <a:lnTo>
                        <a:pt x="816" y="193"/>
                      </a:lnTo>
                      <a:lnTo>
                        <a:pt x="818" y="191"/>
                      </a:lnTo>
                      <a:lnTo>
                        <a:pt x="819" y="192"/>
                      </a:lnTo>
                      <a:lnTo>
                        <a:pt x="820" y="192"/>
                      </a:lnTo>
                      <a:lnTo>
                        <a:pt x="822" y="194"/>
                      </a:lnTo>
                      <a:lnTo>
                        <a:pt x="823" y="197"/>
                      </a:lnTo>
                      <a:lnTo>
                        <a:pt x="825" y="195"/>
                      </a:lnTo>
                      <a:lnTo>
                        <a:pt x="826" y="194"/>
                      </a:lnTo>
                      <a:lnTo>
                        <a:pt x="828" y="195"/>
                      </a:lnTo>
                      <a:lnTo>
                        <a:pt x="829" y="199"/>
                      </a:lnTo>
                      <a:lnTo>
                        <a:pt x="831" y="199"/>
                      </a:lnTo>
                      <a:lnTo>
                        <a:pt x="832" y="200"/>
                      </a:lnTo>
                      <a:lnTo>
                        <a:pt x="834" y="198"/>
                      </a:lnTo>
                      <a:lnTo>
                        <a:pt x="835" y="198"/>
                      </a:lnTo>
                      <a:lnTo>
                        <a:pt x="837" y="198"/>
                      </a:lnTo>
                      <a:lnTo>
                        <a:pt x="838" y="197"/>
                      </a:lnTo>
                      <a:lnTo>
                        <a:pt x="840" y="192"/>
                      </a:lnTo>
                      <a:lnTo>
                        <a:pt x="841" y="193"/>
                      </a:lnTo>
                      <a:lnTo>
                        <a:pt x="843" y="193"/>
                      </a:lnTo>
                      <a:lnTo>
                        <a:pt x="844" y="192"/>
                      </a:lnTo>
                      <a:lnTo>
                        <a:pt x="846" y="192"/>
                      </a:lnTo>
                      <a:lnTo>
                        <a:pt x="847" y="194"/>
                      </a:lnTo>
                      <a:lnTo>
                        <a:pt x="848" y="194"/>
                      </a:lnTo>
                      <a:lnTo>
                        <a:pt x="850" y="196"/>
                      </a:lnTo>
                      <a:lnTo>
                        <a:pt x="851" y="194"/>
                      </a:lnTo>
                      <a:lnTo>
                        <a:pt x="853" y="197"/>
                      </a:lnTo>
                      <a:lnTo>
                        <a:pt x="854" y="196"/>
                      </a:lnTo>
                      <a:lnTo>
                        <a:pt x="856" y="196"/>
                      </a:lnTo>
                      <a:lnTo>
                        <a:pt x="857" y="197"/>
                      </a:lnTo>
                      <a:lnTo>
                        <a:pt x="859" y="197"/>
                      </a:lnTo>
                      <a:lnTo>
                        <a:pt x="860" y="200"/>
                      </a:lnTo>
                      <a:lnTo>
                        <a:pt x="862" y="199"/>
                      </a:lnTo>
                      <a:lnTo>
                        <a:pt x="863" y="199"/>
                      </a:lnTo>
                      <a:lnTo>
                        <a:pt x="865" y="199"/>
                      </a:lnTo>
                      <a:lnTo>
                        <a:pt x="866" y="201"/>
                      </a:lnTo>
                      <a:lnTo>
                        <a:pt x="868" y="201"/>
                      </a:lnTo>
                      <a:lnTo>
                        <a:pt x="869" y="201"/>
                      </a:lnTo>
                      <a:lnTo>
                        <a:pt x="871" y="199"/>
                      </a:lnTo>
                      <a:lnTo>
                        <a:pt x="872" y="202"/>
                      </a:lnTo>
                      <a:lnTo>
                        <a:pt x="873" y="202"/>
                      </a:lnTo>
                      <a:lnTo>
                        <a:pt x="875" y="200"/>
                      </a:lnTo>
                      <a:lnTo>
                        <a:pt x="876" y="199"/>
                      </a:lnTo>
                      <a:lnTo>
                        <a:pt x="878" y="201"/>
                      </a:lnTo>
                      <a:lnTo>
                        <a:pt x="879" y="205"/>
                      </a:lnTo>
                      <a:lnTo>
                        <a:pt x="881" y="204"/>
                      </a:lnTo>
                      <a:lnTo>
                        <a:pt x="882" y="203"/>
                      </a:lnTo>
                      <a:lnTo>
                        <a:pt x="884" y="207"/>
                      </a:lnTo>
                      <a:lnTo>
                        <a:pt x="885" y="207"/>
                      </a:lnTo>
                      <a:lnTo>
                        <a:pt x="887" y="207"/>
                      </a:lnTo>
                      <a:lnTo>
                        <a:pt x="888" y="208"/>
                      </a:lnTo>
                      <a:lnTo>
                        <a:pt x="890" y="208"/>
                      </a:lnTo>
                      <a:lnTo>
                        <a:pt x="891" y="211"/>
                      </a:lnTo>
                      <a:lnTo>
                        <a:pt x="893" y="209"/>
                      </a:lnTo>
                      <a:lnTo>
                        <a:pt x="894" y="210"/>
                      </a:lnTo>
                      <a:lnTo>
                        <a:pt x="896" y="209"/>
                      </a:lnTo>
                      <a:lnTo>
                        <a:pt x="897" y="208"/>
                      </a:lnTo>
                      <a:lnTo>
                        <a:pt x="898" y="208"/>
                      </a:lnTo>
                      <a:lnTo>
                        <a:pt x="900" y="209"/>
                      </a:lnTo>
                      <a:lnTo>
                        <a:pt x="901" y="209"/>
                      </a:lnTo>
                      <a:lnTo>
                        <a:pt x="903" y="207"/>
                      </a:lnTo>
                      <a:lnTo>
                        <a:pt x="904" y="211"/>
                      </a:lnTo>
                      <a:lnTo>
                        <a:pt x="906" y="215"/>
                      </a:lnTo>
                      <a:lnTo>
                        <a:pt x="907" y="214"/>
                      </a:lnTo>
                      <a:lnTo>
                        <a:pt x="909" y="214"/>
                      </a:lnTo>
                      <a:lnTo>
                        <a:pt x="910" y="215"/>
                      </a:lnTo>
                      <a:lnTo>
                        <a:pt x="912" y="213"/>
                      </a:lnTo>
                      <a:lnTo>
                        <a:pt x="913" y="215"/>
                      </a:lnTo>
                      <a:lnTo>
                        <a:pt x="915" y="214"/>
                      </a:lnTo>
                      <a:lnTo>
                        <a:pt x="916" y="212"/>
                      </a:lnTo>
                      <a:lnTo>
                        <a:pt x="918" y="214"/>
                      </a:lnTo>
                      <a:lnTo>
                        <a:pt x="919" y="214"/>
                      </a:lnTo>
                      <a:lnTo>
                        <a:pt x="921" y="216"/>
                      </a:lnTo>
                      <a:lnTo>
                        <a:pt x="922" y="215"/>
                      </a:lnTo>
                      <a:lnTo>
                        <a:pt x="923" y="214"/>
                      </a:lnTo>
                      <a:lnTo>
                        <a:pt x="925" y="213"/>
                      </a:lnTo>
                      <a:lnTo>
                        <a:pt x="926" y="215"/>
                      </a:lnTo>
                      <a:lnTo>
                        <a:pt x="928" y="214"/>
                      </a:lnTo>
                      <a:lnTo>
                        <a:pt x="929" y="209"/>
                      </a:lnTo>
                      <a:lnTo>
                        <a:pt x="931" y="211"/>
                      </a:lnTo>
                      <a:lnTo>
                        <a:pt x="932" y="211"/>
                      </a:lnTo>
                      <a:lnTo>
                        <a:pt x="934" y="210"/>
                      </a:lnTo>
                      <a:lnTo>
                        <a:pt x="935" y="212"/>
                      </a:lnTo>
                      <a:lnTo>
                        <a:pt x="937" y="209"/>
                      </a:lnTo>
                      <a:lnTo>
                        <a:pt x="938" y="213"/>
                      </a:lnTo>
                      <a:lnTo>
                        <a:pt x="940" y="216"/>
                      </a:lnTo>
                      <a:lnTo>
                        <a:pt x="941" y="218"/>
                      </a:lnTo>
                      <a:lnTo>
                        <a:pt x="943" y="219"/>
                      </a:lnTo>
                      <a:lnTo>
                        <a:pt x="944" y="221"/>
                      </a:lnTo>
                      <a:lnTo>
                        <a:pt x="946" y="223"/>
                      </a:lnTo>
                      <a:lnTo>
                        <a:pt x="947" y="223"/>
                      </a:lnTo>
                      <a:lnTo>
                        <a:pt x="948" y="225"/>
                      </a:lnTo>
                      <a:lnTo>
                        <a:pt x="950" y="223"/>
                      </a:lnTo>
                      <a:lnTo>
                        <a:pt x="951" y="226"/>
                      </a:lnTo>
                      <a:lnTo>
                        <a:pt x="953" y="229"/>
                      </a:lnTo>
                      <a:lnTo>
                        <a:pt x="954" y="227"/>
                      </a:lnTo>
                      <a:lnTo>
                        <a:pt x="956" y="229"/>
                      </a:lnTo>
                      <a:lnTo>
                        <a:pt x="957" y="228"/>
                      </a:lnTo>
                      <a:lnTo>
                        <a:pt x="959" y="231"/>
                      </a:lnTo>
                      <a:lnTo>
                        <a:pt x="960" y="231"/>
                      </a:lnTo>
                      <a:lnTo>
                        <a:pt x="962" y="229"/>
                      </a:lnTo>
                      <a:lnTo>
                        <a:pt x="963" y="227"/>
                      </a:lnTo>
                      <a:lnTo>
                        <a:pt x="965" y="227"/>
                      </a:lnTo>
                      <a:lnTo>
                        <a:pt x="966" y="230"/>
                      </a:lnTo>
                      <a:lnTo>
                        <a:pt x="968" y="230"/>
                      </a:lnTo>
                      <a:lnTo>
                        <a:pt x="969" y="230"/>
                      </a:lnTo>
                      <a:lnTo>
                        <a:pt x="971" y="233"/>
                      </a:lnTo>
                      <a:lnTo>
                        <a:pt x="972" y="232"/>
                      </a:lnTo>
                      <a:lnTo>
                        <a:pt x="973" y="234"/>
                      </a:lnTo>
                      <a:lnTo>
                        <a:pt x="975" y="234"/>
                      </a:lnTo>
                      <a:lnTo>
                        <a:pt x="976" y="235"/>
                      </a:lnTo>
                      <a:lnTo>
                        <a:pt x="978" y="234"/>
                      </a:lnTo>
                      <a:lnTo>
                        <a:pt x="979" y="233"/>
                      </a:lnTo>
                      <a:lnTo>
                        <a:pt x="981" y="231"/>
                      </a:lnTo>
                      <a:lnTo>
                        <a:pt x="982" y="230"/>
                      </a:lnTo>
                      <a:lnTo>
                        <a:pt x="984" y="228"/>
                      </a:lnTo>
                      <a:lnTo>
                        <a:pt x="985" y="229"/>
                      </a:lnTo>
                      <a:lnTo>
                        <a:pt x="987" y="229"/>
                      </a:lnTo>
                      <a:lnTo>
                        <a:pt x="988" y="229"/>
                      </a:lnTo>
                      <a:lnTo>
                        <a:pt x="990" y="231"/>
                      </a:lnTo>
                      <a:lnTo>
                        <a:pt x="991" y="233"/>
                      </a:lnTo>
                      <a:lnTo>
                        <a:pt x="993" y="230"/>
                      </a:lnTo>
                      <a:lnTo>
                        <a:pt x="994" y="231"/>
                      </a:lnTo>
                      <a:lnTo>
                        <a:pt x="996" y="232"/>
                      </a:lnTo>
                      <a:lnTo>
                        <a:pt x="997" y="230"/>
                      </a:lnTo>
                      <a:lnTo>
                        <a:pt x="998" y="231"/>
                      </a:lnTo>
                      <a:lnTo>
                        <a:pt x="1000" y="233"/>
                      </a:lnTo>
                      <a:lnTo>
                        <a:pt x="1001" y="234"/>
                      </a:lnTo>
                      <a:lnTo>
                        <a:pt x="1003" y="235"/>
                      </a:lnTo>
                      <a:lnTo>
                        <a:pt x="1004" y="239"/>
                      </a:lnTo>
                      <a:lnTo>
                        <a:pt x="1006" y="239"/>
                      </a:lnTo>
                      <a:lnTo>
                        <a:pt x="1007" y="241"/>
                      </a:lnTo>
                      <a:lnTo>
                        <a:pt x="1009" y="242"/>
                      </a:lnTo>
                      <a:lnTo>
                        <a:pt x="1010" y="244"/>
                      </a:lnTo>
                      <a:lnTo>
                        <a:pt x="1012" y="247"/>
                      </a:lnTo>
                      <a:lnTo>
                        <a:pt x="1013" y="244"/>
                      </a:lnTo>
                      <a:lnTo>
                        <a:pt x="1015" y="246"/>
                      </a:lnTo>
                      <a:lnTo>
                        <a:pt x="1016" y="246"/>
                      </a:lnTo>
                      <a:lnTo>
                        <a:pt x="1018" y="247"/>
                      </a:lnTo>
                      <a:lnTo>
                        <a:pt x="1019" y="247"/>
                      </a:lnTo>
                      <a:lnTo>
                        <a:pt x="1021" y="246"/>
                      </a:lnTo>
                      <a:lnTo>
                        <a:pt x="1022" y="247"/>
                      </a:lnTo>
                      <a:lnTo>
                        <a:pt x="1023" y="246"/>
                      </a:lnTo>
                      <a:lnTo>
                        <a:pt x="1025" y="246"/>
                      </a:lnTo>
                      <a:lnTo>
                        <a:pt x="1026" y="245"/>
                      </a:lnTo>
                      <a:lnTo>
                        <a:pt x="1028" y="247"/>
                      </a:lnTo>
                      <a:lnTo>
                        <a:pt x="1029" y="247"/>
                      </a:lnTo>
                      <a:lnTo>
                        <a:pt x="1031" y="249"/>
                      </a:lnTo>
                      <a:lnTo>
                        <a:pt x="1032" y="250"/>
                      </a:lnTo>
                      <a:lnTo>
                        <a:pt x="1034" y="254"/>
                      </a:lnTo>
                      <a:lnTo>
                        <a:pt x="1035" y="255"/>
                      </a:lnTo>
                      <a:lnTo>
                        <a:pt x="1037" y="255"/>
                      </a:lnTo>
                      <a:lnTo>
                        <a:pt x="1038" y="258"/>
                      </a:lnTo>
                      <a:lnTo>
                        <a:pt x="1040" y="254"/>
                      </a:lnTo>
                      <a:lnTo>
                        <a:pt x="1041" y="254"/>
                      </a:lnTo>
                      <a:lnTo>
                        <a:pt x="1043" y="253"/>
                      </a:lnTo>
                      <a:lnTo>
                        <a:pt x="1044" y="252"/>
                      </a:lnTo>
                      <a:lnTo>
                        <a:pt x="1046" y="251"/>
                      </a:lnTo>
                      <a:lnTo>
                        <a:pt x="1047" y="251"/>
                      </a:lnTo>
                      <a:lnTo>
                        <a:pt x="1048" y="250"/>
                      </a:lnTo>
                      <a:lnTo>
                        <a:pt x="1050" y="253"/>
                      </a:lnTo>
                      <a:lnTo>
                        <a:pt x="1051" y="254"/>
                      </a:lnTo>
                      <a:lnTo>
                        <a:pt x="1053" y="258"/>
                      </a:lnTo>
                      <a:lnTo>
                        <a:pt x="1054" y="257"/>
                      </a:lnTo>
                      <a:lnTo>
                        <a:pt x="1056" y="258"/>
                      </a:lnTo>
                      <a:lnTo>
                        <a:pt x="1057" y="258"/>
                      </a:lnTo>
                      <a:lnTo>
                        <a:pt x="1059" y="257"/>
                      </a:lnTo>
                      <a:lnTo>
                        <a:pt x="1060" y="258"/>
                      </a:lnTo>
                      <a:lnTo>
                        <a:pt x="1062" y="258"/>
                      </a:lnTo>
                      <a:lnTo>
                        <a:pt x="1063" y="261"/>
                      </a:lnTo>
                      <a:lnTo>
                        <a:pt x="1065" y="261"/>
                      </a:lnTo>
                      <a:lnTo>
                        <a:pt x="1066" y="259"/>
                      </a:lnTo>
                      <a:lnTo>
                        <a:pt x="1068" y="262"/>
                      </a:lnTo>
                      <a:lnTo>
                        <a:pt x="1069" y="261"/>
                      </a:lnTo>
                      <a:lnTo>
                        <a:pt x="1071" y="258"/>
                      </a:lnTo>
                      <a:lnTo>
                        <a:pt x="1072" y="259"/>
                      </a:lnTo>
                      <a:lnTo>
                        <a:pt x="1074" y="260"/>
                      </a:lnTo>
                      <a:lnTo>
                        <a:pt x="1075" y="262"/>
                      </a:lnTo>
                      <a:lnTo>
                        <a:pt x="1076" y="265"/>
                      </a:lnTo>
                      <a:lnTo>
                        <a:pt x="1078" y="266"/>
                      </a:lnTo>
                      <a:lnTo>
                        <a:pt x="1079" y="268"/>
                      </a:lnTo>
                      <a:lnTo>
                        <a:pt x="1081" y="268"/>
                      </a:lnTo>
                      <a:lnTo>
                        <a:pt x="1082" y="268"/>
                      </a:lnTo>
                      <a:lnTo>
                        <a:pt x="1084" y="267"/>
                      </a:lnTo>
                      <a:lnTo>
                        <a:pt x="1085" y="269"/>
                      </a:lnTo>
                      <a:lnTo>
                        <a:pt x="1087" y="268"/>
                      </a:lnTo>
                      <a:lnTo>
                        <a:pt x="1088" y="270"/>
                      </a:lnTo>
                      <a:lnTo>
                        <a:pt x="1090" y="273"/>
                      </a:lnTo>
                      <a:lnTo>
                        <a:pt x="1091" y="270"/>
                      </a:lnTo>
                      <a:lnTo>
                        <a:pt x="1093" y="272"/>
                      </a:lnTo>
                      <a:lnTo>
                        <a:pt x="1094" y="271"/>
                      </a:lnTo>
                      <a:lnTo>
                        <a:pt x="1096" y="269"/>
                      </a:lnTo>
                      <a:lnTo>
                        <a:pt x="1097" y="268"/>
                      </a:lnTo>
                      <a:lnTo>
                        <a:pt x="1099" y="269"/>
                      </a:lnTo>
                      <a:lnTo>
                        <a:pt x="1100" y="270"/>
                      </a:lnTo>
                      <a:lnTo>
                        <a:pt x="1101" y="271"/>
                      </a:lnTo>
                      <a:lnTo>
                        <a:pt x="1103" y="271"/>
                      </a:lnTo>
                      <a:lnTo>
                        <a:pt x="1104" y="271"/>
                      </a:lnTo>
                      <a:lnTo>
                        <a:pt x="1106" y="272"/>
                      </a:lnTo>
                      <a:lnTo>
                        <a:pt x="1107" y="275"/>
                      </a:lnTo>
                      <a:lnTo>
                        <a:pt x="1109" y="274"/>
                      </a:lnTo>
                      <a:lnTo>
                        <a:pt x="1110" y="274"/>
                      </a:lnTo>
                      <a:lnTo>
                        <a:pt x="1112" y="274"/>
                      </a:lnTo>
                      <a:lnTo>
                        <a:pt x="1113" y="272"/>
                      </a:lnTo>
                      <a:lnTo>
                        <a:pt x="1115" y="272"/>
                      </a:lnTo>
                      <a:lnTo>
                        <a:pt x="1116" y="271"/>
                      </a:lnTo>
                      <a:lnTo>
                        <a:pt x="1118" y="274"/>
                      </a:lnTo>
                      <a:lnTo>
                        <a:pt x="1119" y="276"/>
                      </a:lnTo>
                      <a:lnTo>
                        <a:pt x="1121" y="278"/>
                      </a:lnTo>
                      <a:lnTo>
                        <a:pt x="1122" y="279"/>
                      </a:lnTo>
                      <a:lnTo>
                        <a:pt x="1124" y="280"/>
                      </a:lnTo>
                      <a:lnTo>
                        <a:pt x="1125" y="280"/>
                      </a:lnTo>
                      <a:lnTo>
                        <a:pt x="1126" y="277"/>
                      </a:lnTo>
                      <a:lnTo>
                        <a:pt x="1128" y="279"/>
                      </a:lnTo>
                      <a:lnTo>
                        <a:pt x="1129" y="278"/>
                      </a:lnTo>
                      <a:lnTo>
                        <a:pt x="1131" y="279"/>
                      </a:lnTo>
                      <a:lnTo>
                        <a:pt x="1132" y="276"/>
                      </a:lnTo>
                      <a:lnTo>
                        <a:pt x="1134" y="279"/>
                      </a:lnTo>
                      <a:lnTo>
                        <a:pt x="1135" y="281"/>
                      </a:lnTo>
                      <a:lnTo>
                        <a:pt x="1137" y="282"/>
                      </a:lnTo>
                      <a:lnTo>
                        <a:pt x="1138" y="285"/>
                      </a:lnTo>
                      <a:lnTo>
                        <a:pt x="1140" y="285"/>
                      </a:lnTo>
                      <a:lnTo>
                        <a:pt x="1141" y="285"/>
                      </a:lnTo>
                      <a:lnTo>
                        <a:pt x="1143" y="285"/>
                      </a:lnTo>
                      <a:lnTo>
                        <a:pt x="1144" y="286"/>
                      </a:lnTo>
                      <a:lnTo>
                        <a:pt x="1146" y="284"/>
                      </a:lnTo>
                      <a:lnTo>
                        <a:pt x="1147" y="284"/>
                      </a:lnTo>
                      <a:lnTo>
                        <a:pt x="1149" y="284"/>
                      </a:lnTo>
                      <a:lnTo>
                        <a:pt x="1150" y="283"/>
                      </a:lnTo>
                      <a:lnTo>
                        <a:pt x="1151" y="281"/>
                      </a:lnTo>
                      <a:lnTo>
                        <a:pt x="1153" y="280"/>
                      </a:lnTo>
                      <a:lnTo>
                        <a:pt x="1154" y="280"/>
                      </a:lnTo>
                      <a:lnTo>
                        <a:pt x="1156" y="280"/>
                      </a:lnTo>
                      <a:lnTo>
                        <a:pt x="1157" y="282"/>
                      </a:lnTo>
                      <a:lnTo>
                        <a:pt x="1159" y="283"/>
                      </a:lnTo>
                      <a:lnTo>
                        <a:pt x="1160" y="288"/>
                      </a:lnTo>
                      <a:lnTo>
                        <a:pt x="1162" y="289"/>
                      </a:lnTo>
                      <a:lnTo>
                        <a:pt x="1163" y="287"/>
                      </a:lnTo>
                      <a:lnTo>
                        <a:pt x="1165" y="286"/>
                      </a:lnTo>
                      <a:lnTo>
                        <a:pt x="1166" y="284"/>
                      </a:lnTo>
                      <a:lnTo>
                        <a:pt x="1168" y="281"/>
                      </a:lnTo>
                      <a:lnTo>
                        <a:pt x="1169" y="281"/>
                      </a:lnTo>
                      <a:lnTo>
                        <a:pt x="1171" y="280"/>
                      </a:lnTo>
                      <a:lnTo>
                        <a:pt x="1172" y="280"/>
                      </a:lnTo>
                      <a:lnTo>
                        <a:pt x="1174" y="280"/>
                      </a:lnTo>
                      <a:lnTo>
                        <a:pt x="1175" y="282"/>
                      </a:lnTo>
                      <a:lnTo>
                        <a:pt x="1176" y="283"/>
                      </a:lnTo>
                      <a:lnTo>
                        <a:pt x="1178" y="284"/>
                      </a:lnTo>
                      <a:lnTo>
                        <a:pt x="1179" y="286"/>
                      </a:lnTo>
                      <a:lnTo>
                        <a:pt x="1181" y="288"/>
                      </a:lnTo>
                      <a:lnTo>
                        <a:pt x="1182" y="289"/>
                      </a:lnTo>
                      <a:lnTo>
                        <a:pt x="1184" y="290"/>
                      </a:lnTo>
                      <a:lnTo>
                        <a:pt x="1185" y="288"/>
                      </a:lnTo>
                      <a:lnTo>
                        <a:pt x="1187" y="289"/>
                      </a:lnTo>
                      <a:lnTo>
                        <a:pt x="1188" y="289"/>
                      </a:lnTo>
                      <a:lnTo>
                        <a:pt x="1190" y="289"/>
                      </a:lnTo>
                      <a:lnTo>
                        <a:pt x="1191" y="288"/>
                      </a:lnTo>
                      <a:lnTo>
                        <a:pt x="1193" y="290"/>
                      </a:lnTo>
                      <a:lnTo>
                        <a:pt x="1194" y="290"/>
                      </a:lnTo>
                      <a:lnTo>
                        <a:pt x="1196" y="292"/>
                      </a:lnTo>
                      <a:lnTo>
                        <a:pt x="1197" y="294"/>
                      </a:lnTo>
                      <a:lnTo>
                        <a:pt x="1199" y="294"/>
                      </a:lnTo>
                      <a:lnTo>
                        <a:pt x="1200" y="296"/>
                      </a:lnTo>
                      <a:lnTo>
                        <a:pt x="1201" y="295"/>
                      </a:lnTo>
                      <a:lnTo>
                        <a:pt x="1203" y="298"/>
                      </a:lnTo>
                      <a:lnTo>
                        <a:pt x="1204" y="298"/>
                      </a:lnTo>
                      <a:lnTo>
                        <a:pt x="1206" y="299"/>
                      </a:lnTo>
                      <a:lnTo>
                        <a:pt x="1207" y="300"/>
                      </a:lnTo>
                      <a:lnTo>
                        <a:pt x="1209" y="297"/>
                      </a:lnTo>
                      <a:lnTo>
                        <a:pt x="1210" y="297"/>
                      </a:lnTo>
                      <a:lnTo>
                        <a:pt x="1212" y="296"/>
                      </a:lnTo>
                      <a:lnTo>
                        <a:pt x="1213" y="295"/>
                      </a:lnTo>
                      <a:lnTo>
                        <a:pt x="1215" y="294"/>
                      </a:lnTo>
                      <a:lnTo>
                        <a:pt x="1216" y="292"/>
                      </a:lnTo>
                      <a:lnTo>
                        <a:pt x="1218" y="295"/>
                      </a:lnTo>
                      <a:lnTo>
                        <a:pt x="1219" y="295"/>
                      </a:lnTo>
                      <a:lnTo>
                        <a:pt x="1221" y="297"/>
                      </a:lnTo>
                      <a:lnTo>
                        <a:pt x="1222" y="298"/>
                      </a:lnTo>
                      <a:lnTo>
                        <a:pt x="1224" y="298"/>
                      </a:lnTo>
                      <a:lnTo>
                        <a:pt x="1225" y="298"/>
                      </a:lnTo>
                      <a:lnTo>
                        <a:pt x="1226" y="295"/>
                      </a:lnTo>
                      <a:lnTo>
                        <a:pt x="1228" y="296"/>
                      </a:lnTo>
                      <a:lnTo>
                        <a:pt x="1229" y="299"/>
                      </a:lnTo>
                      <a:lnTo>
                        <a:pt x="1231" y="299"/>
                      </a:lnTo>
                      <a:lnTo>
                        <a:pt x="1232" y="298"/>
                      </a:lnTo>
                      <a:lnTo>
                        <a:pt x="1234" y="298"/>
                      </a:lnTo>
                      <a:lnTo>
                        <a:pt x="1235" y="298"/>
                      </a:lnTo>
                      <a:lnTo>
                        <a:pt x="1237" y="299"/>
                      </a:lnTo>
                      <a:lnTo>
                        <a:pt x="1238" y="297"/>
                      </a:lnTo>
                      <a:lnTo>
                        <a:pt x="1240" y="295"/>
                      </a:lnTo>
                      <a:lnTo>
                        <a:pt x="1241" y="298"/>
                      </a:lnTo>
                      <a:lnTo>
                        <a:pt x="1243" y="300"/>
                      </a:lnTo>
                      <a:lnTo>
                        <a:pt x="1244" y="300"/>
                      </a:lnTo>
                      <a:lnTo>
                        <a:pt x="1246" y="299"/>
                      </a:lnTo>
                      <a:lnTo>
                        <a:pt x="1247" y="301"/>
                      </a:lnTo>
                      <a:lnTo>
                        <a:pt x="1249" y="302"/>
                      </a:lnTo>
                      <a:lnTo>
                        <a:pt x="1250" y="301"/>
                      </a:lnTo>
                      <a:lnTo>
                        <a:pt x="1251" y="301"/>
                      </a:lnTo>
                      <a:lnTo>
                        <a:pt x="1253" y="299"/>
                      </a:lnTo>
                      <a:lnTo>
                        <a:pt x="1254" y="301"/>
                      </a:lnTo>
                      <a:lnTo>
                        <a:pt x="1256" y="304"/>
                      </a:lnTo>
                      <a:lnTo>
                        <a:pt x="1257" y="306"/>
                      </a:lnTo>
                      <a:lnTo>
                        <a:pt x="1259" y="307"/>
                      </a:lnTo>
                      <a:lnTo>
                        <a:pt x="1260" y="307"/>
                      </a:lnTo>
                      <a:lnTo>
                        <a:pt x="1262" y="306"/>
                      </a:lnTo>
                      <a:lnTo>
                        <a:pt x="1263" y="307"/>
                      </a:lnTo>
                      <a:lnTo>
                        <a:pt x="1265" y="311"/>
                      </a:lnTo>
                      <a:lnTo>
                        <a:pt x="1266" y="307"/>
                      </a:lnTo>
                      <a:lnTo>
                        <a:pt x="1268" y="307"/>
                      </a:lnTo>
                      <a:lnTo>
                        <a:pt x="1269" y="309"/>
                      </a:lnTo>
                      <a:lnTo>
                        <a:pt x="1271" y="311"/>
                      </a:lnTo>
                      <a:lnTo>
                        <a:pt x="1272" y="311"/>
                      </a:lnTo>
                      <a:lnTo>
                        <a:pt x="1274" y="312"/>
                      </a:lnTo>
                      <a:lnTo>
                        <a:pt x="1275" y="309"/>
                      </a:lnTo>
                      <a:lnTo>
                        <a:pt x="1277" y="306"/>
                      </a:lnTo>
                      <a:lnTo>
                        <a:pt x="1278" y="307"/>
                      </a:lnTo>
                      <a:lnTo>
                        <a:pt x="1279" y="306"/>
                      </a:lnTo>
                      <a:lnTo>
                        <a:pt x="1281" y="305"/>
                      </a:lnTo>
                      <a:lnTo>
                        <a:pt x="1282" y="305"/>
                      </a:lnTo>
                      <a:lnTo>
                        <a:pt x="1284" y="307"/>
                      </a:lnTo>
                      <a:lnTo>
                        <a:pt x="1285" y="309"/>
                      </a:lnTo>
                      <a:lnTo>
                        <a:pt x="1287" y="307"/>
                      </a:lnTo>
                      <a:lnTo>
                        <a:pt x="1288" y="308"/>
                      </a:lnTo>
                      <a:lnTo>
                        <a:pt x="1290" y="306"/>
                      </a:lnTo>
                      <a:lnTo>
                        <a:pt x="1291" y="307"/>
                      </a:lnTo>
                      <a:lnTo>
                        <a:pt x="1293" y="308"/>
                      </a:lnTo>
                      <a:lnTo>
                        <a:pt x="1294" y="306"/>
                      </a:lnTo>
                      <a:lnTo>
                        <a:pt x="1296" y="308"/>
                      </a:lnTo>
                      <a:lnTo>
                        <a:pt x="1297" y="308"/>
                      </a:lnTo>
                      <a:lnTo>
                        <a:pt x="1299" y="311"/>
                      </a:lnTo>
                      <a:lnTo>
                        <a:pt x="1300" y="312"/>
                      </a:lnTo>
                      <a:lnTo>
                        <a:pt x="1302" y="312"/>
                      </a:lnTo>
                      <a:lnTo>
                        <a:pt x="1303" y="312"/>
                      </a:lnTo>
                      <a:lnTo>
                        <a:pt x="1304" y="317"/>
                      </a:lnTo>
                      <a:lnTo>
                        <a:pt x="1306" y="318"/>
                      </a:lnTo>
                      <a:lnTo>
                        <a:pt x="1307" y="323"/>
                      </a:lnTo>
                      <a:lnTo>
                        <a:pt x="1309" y="326"/>
                      </a:lnTo>
                      <a:lnTo>
                        <a:pt x="1310" y="324"/>
                      </a:lnTo>
                      <a:lnTo>
                        <a:pt x="1312" y="323"/>
                      </a:lnTo>
                      <a:lnTo>
                        <a:pt x="1313" y="324"/>
                      </a:lnTo>
                      <a:lnTo>
                        <a:pt x="1315" y="323"/>
                      </a:lnTo>
                      <a:lnTo>
                        <a:pt x="1316" y="322"/>
                      </a:lnTo>
                      <a:lnTo>
                        <a:pt x="1318" y="320"/>
                      </a:lnTo>
                      <a:lnTo>
                        <a:pt x="1319" y="322"/>
                      </a:lnTo>
                      <a:lnTo>
                        <a:pt x="1321" y="323"/>
                      </a:lnTo>
                      <a:lnTo>
                        <a:pt x="1322" y="326"/>
                      </a:lnTo>
                      <a:lnTo>
                        <a:pt x="1324" y="324"/>
                      </a:lnTo>
                      <a:lnTo>
                        <a:pt x="1325" y="323"/>
                      </a:lnTo>
                      <a:lnTo>
                        <a:pt x="1327" y="324"/>
                      </a:lnTo>
                      <a:lnTo>
                        <a:pt x="1328" y="323"/>
                      </a:lnTo>
                      <a:lnTo>
                        <a:pt x="1329" y="326"/>
                      </a:lnTo>
                      <a:lnTo>
                        <a:pt x="1331" y="327"/>
                      </a:lnTo>
                      <a:lnTo>
                        <a:pt x="1332" y="326"/>
                      </a:lnTo>
                      <a:lnTo>
                        <a:pt x="1334" y="329"/>
                      </a:lnTo>
                      <a:lnTo>
                        <a:pt x="1335" y="332"/>
                      </a:lnTo>
                      <a:lnTo>
                        <a:pt x="1337" y="333"/>
                      </a:lnTo>
                      <a:lnTo>
                        <a:pt x="1338" y="333"/>
                      </a:lnTo>
                      <a:lnTo>
                        <a:pt x="1340" y="333"/>
                      </a:lnTo>
                      <a:lnTo>
                        <a:pt x="1341" y="332"/>
                      </a:lnTo>
                      <a:lnTo>
                        <a:pt x="1343" y="332"/>
                      </a:lnTo>
                      <a:lnTo>
                        <a:pt x="1344" y="331"/>
                      </a:lnTo>
                      <a:lnTo>
                        <a:pt x="1346" y="329"/>
                      </a:lnTo>
                      <a:lnTo>
                        <a:pt x="1347" y="331"/>
                      </a:lnTo>
                      <a:lnTo>
                        <a:pt x="1349" y="327"/>
                      </a:lnTo>
                      <a:lnTo>
                        <a:pt x="1350" y="329"/>
                      </a:lnTo>
                      <a:lnTo>
                        <a:pt x="1352" y="328"/>
                      </a:lnTo>
                      <a:lnTo>
                        <a:pt x="1353" y="330"/>
                      </a:lnTo>
                      <a:lnTo>
                        <a:pt x="1354" y="329"/>
                      </a:lnTo>
                      <a:lnTo>
                        <a:pt x="1356" y="331"/>
                      </a:lnTo>
                      <a:lnTo>
                        <a:pt x="1357" y="329"/>
                      </a:lnTo>
                      <a:lnTo>
                        <a:pt x="1359" y="328"/>
                      </a:lnTo>
                      <a:lnTo>
                        <a:pt x="1360" y="327"/>
                      </a:lnTo>
                      <a:lnTo>
                        <a:pt x="1362" y="329"/>
                      </a:lnTo>
                      <a:lnTo>
                        <a:pt x="1363" y="329"/>
                      </a:lnTo>
                      <a:lnTo>
                        <a:pt x="1365" y="332"/>
                      </a:lnTo>
                      <a:lnTo>
                        <a:pt x="1366" y="327"/>
                      </a:lnTo>
                      <a:lnTo>
                        <a:pt x="1368" y="331"/>
                      </a:lnTo>
                      <a:lnTo>
                        <a:pt x="1369" y="337"/>
                      </a:lnTo>
                      <a:lnTo>
                        <a:pt x="1371" y="338"/>
                      </a:lnTo>
                      <a:lnTo>
                        <a:pt x="1372" y="336"/>
                      </a:lnTo>
                      <a:lnTo>
                        <a:pt x="1374" y="339"/>
                      </a:lnTo>
                      <a:lnTo>
                        <a:pt x="1375" y="337"/>
                      </a:lnTo>
                      <a:lnTo>
                        <a:pt x="1377" y="339"/>
                      </a:lnTo>
                    </a:path>
                  </a:pathLst>
                </a:custGeom>
                <a:noFill/>
                <a:ln cap="flat" cmpd="sng" w="25400">
                  <a:solidFill>
                    <a:srgbClr val="8A2BE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8" name="Google Shape;1168;p19"/>
                <p:cNvSpPr/>
                <p:nvPr/>
              </p:nvSpPr>
              <p:spPr>
                <a:xfrm flipH="1" rot="10800000">
                  <a:off x="1125538" y="2025650"/>
                  <a:ext cx="3636963" cy="909638"/>
                </a:xfrm>
                <a:custGeom>
                  <a:rect b="b" l="l" r="r" t="t"/>
                  <a:pathLst>
                    <a:path extrusionOk="0" h="413" w="1376">
                      <a:moveTo>
                        <a:pt x="0" y="306"/>
                      </a:moveTo>
                      <a:lnTo>
                        <a:pt x="1" y="343"/>
                      </a:lnTo>
                      <a:lnTo>
                        <a:pt x="2" y="340"/>
                      </a:lnTo>
                      <a:lnTo>
                        <a:pt x="4" y="341"/>
                      </a:lnTo>
                      <a:lnTo>
                        <a:pt x="5" y="338"/>
                      </a:lnTo>
                      <a:lnTo>
                        <a:pt x="7" y="340"/>
                      </a:lnTo>
                      <a:lnTo>
                        <a:pt x="8" y="339"/>
                      </a:lnTo>
                      <a:lnTo>
                        <a:pt x="10" y="340"/>
                      </a:lnTo>
                      <a:lnTo>
                        <a:pt x="11" y="340"/>
                      </a:lnTo>
                      <a:lnTo>
                        <a:pt x="13" y="343"/>
                      </a:lnTo>
                      <a:lnTo>
                        <a:pt x="14" y="343"/>
                      </a:lnTo>
                      <a:lnTo>
                        <a:pt x="16" y="344"/>
                      </a:lnTo>
                      <a:lnTo>
                        <a:pt x="17" y="345"/>
                      </a:lnTo>
                      <a:lnTo>
                        <a:pt x="19" y="344"/>
                      </a:lnTo>
                      <a:lnTo>
                        <a:pt x="20" y="346"/>
                      </a:lnTo>
                      <a:lnTo>
                        <a:pt x="22" y="344"/>
                      </a:lnTo>
                      <a:lnTo>
                        <a:pt x="23" y="341"/>
                      </a:lnTo>
                      <a:lnTo>
                        <a:pt x="25" y="340"/>
                      </a:lnTo>
                      <a:lnTo>
                        <a:pt x="26" y="338"/>
                      </a:lnTo>
                      <a:lnTo>
                        <a:pt x="27" y="339"/>
                      </a:lnTo>
                      <a:lnTo>
                        <a:pt x="29" y="339"/>
                      </a:lnTo>
                      <a:lnTo>
                        <a:pt x="30" y="345"/>
                      </a:lnTo>
                      <a:lnTo>
                        <a:pt x="32" y="352"/>
                      </a:lnTo>
                      <a:lnTo>
                        <a:pt x="33" y="352"/>
                      </a:lnTo>
                      <a:lnTo>
                        <a:pt x="35" y="349"/>
                      </a:lnTo>
                      <a:lnTo>
                        <a:pt x="36" y="349"/>
                      </a:lnTo>
                      <a:lnTo>
                        <a:pt x="38" y="347"/>
                      </a:lnTo>
                      <a:lnTo>
                        <a:pt x="39" y="344"/>
                      </a:lnTo>
                      <a:lnTo>
                        <a:pt x="41" y="343"/>
                      </a:lnTo>
                      <a:lnTo>
                        <a:pt x="42" y="345"/>
                      </a:lnTo>
                      <a:lnTo>
                        <a:pt x="44" y="347"/>
                      </a:lnTo>
                      <a:lnTo>
                        <a:pt x="45" y="349"/>
                      </a:lnTo>
                      <a:lnTo>
                        <a:pt x="47" y="352"/>
                      </a:lnTo>
                      <a:lnTo>
                        <a:pt x="48" y="355"/>
                      </a:lnTo>
                      <a:lnTo>
                        <a:pt x="50" y="357"/>
                      </a:lnTo>
                      <a:lnTo>
                        <a:pt x="51" y="359"/>
                      </a:lnTo>
                      <a:lnTo>
                        <a:pt x="52" y="358"/>
                      </a:lnTo>
                      <a:lnTo>
                        <a:pt x="54" y="357"/>
                      </a:lnTo>
                      <a:lnTo>
                        <a:pt x="55" y="356"/>
                      </a:lnTo>
                      <a:lnTo>
                        <a:pt x="57" y="352"/>
                      </a:lnTo>
                      <a:lnTo>
                        <a:pt x="58" y="349"/>
                      </a:lnTo>
                      <a:lnTo>
                        <a:pt x="60" y="348"/>
                      </a:lnTo>
                      <a:lnTo>
                        <a:pt x="61" y="353"/>
                      </a:lnTo>
                      <a:lnTo>
                        <a:pt x="63" y="354"/>
                      </a:lnTo>
                      <a:lnTo>
                        <a:pt x="64" y="358"/>
                      </a:lnTo>
                      <a:lnTo>
                        <a:pt x="66" y="359"/>
                      </a:lnTo>
                      <a:lnTo>
                        <a:pt x="67" y="361"/>
                      </a:lnTo>
                      <a:lnTo>
                        <a:pt x="69" y="364"/>
                      </a:lnTo>
                      <a:lnTo>
                        <a:pt x="70" y="364"/>
                      </a:lnTo>
                      <a:lnTo>
                        <a:pt x="72" y="365"/>
                      </a:lnTo>
                      <a:lnTo>
                        <a:pt x="73" y="367"/>
                      </a:lnTo>
                      <a:lnTo>
                        <a:pt x="75" y="370"/>
                      </a:lnTo>
                      <a:lnTo>
                        <a:pt x="76" y="374"/>
                      </a:lnTo>
                      <a:lnTo>
                        <a:pt x="77" y="367"/>
                      </a:lnTo>
                      <a:lnTo>
                        <a:pt x="79" y="367"/>
                      </a:lnTo>
                      <a:lnTo>
                        <a:pt x="80" y="366"/>
                      </a:lnTo>
                      <a:lnTo>
                        <a:pt x="82" y="366"/>
                      </a:lnTo>
                      <a:lnTo>
                        <a:pt x="83" y="365"/>
                      </a:lnTo>
                      <a:lnTo>
                        <a:pt x="85" y="366"/>
                      </a:lnTo>
                      <a:lnTo>
                        <a:pt x="86" y="366"/>
                      </a:lnTo>
                      <a:lnTo>
                        <a:pt x="88" y="367"/>
                      </a:lnTo>
                      <a:lnTo>
                        <a:pt x="89" y="368"/>
                      </a:lnTo>
                      <a:lnTo>
                        <a:pt x="91" y="368"/>
                      </a:lnTo>
                      <a:lnTo>
                        <a:pt x="92" y="368"/>
                      </a:lnTo>
                      <a:lnTo>
                        <a:pt x="94" y="373"/>
                      </a:lnTo>
                      <a:lnTo>
                        <a:pt x="95" y="373"/>
                      </a:lnTo>
                      <a:lnTo>
                        <a:pt x="97" y="373"/>
                      </a:lnTo>
                      <a:lnTo>
                        <a:pt x="98" y="373"/>
                      </a:lnTo>
                      <a:lnTo>
                        <a:pt x="100" y="372"/>
                      </a:lnTo>
                      <a:lnTo>
                        <a:pt x="101" y="371"/>
                      </a:lnTo>
                      <a:lnTo>
                        <a:pt x="102" y="370"/>
                      </a:lnTo>
                      <a:lnTo>
                        <a:pt x="104" y="372"/>
                      </a:lnTo>
                      <a:lnTo>
                        <a:pt x="105" y="373"/>
                      </a:lnTo>
                      <a:lnTo>
                        <a:pt x="107" y="372"/>
                      </a:lnTo>
                      <a:lnTo>
                        <a:pt x="108" y="374"/>
                      </a:lnTo>
                      <a:lnTo>
                        <a:pt x="110" y="379"/>
                      </a:lnTo>
                      <a:lnTo>
                        <a:pt x="111" y="381"/>
                      </a:lnTo>
                      <a:lnTo>
                        <a:pt x="113" y="358"/>
                      </a:lnTo>
                      <a:lnTo>
                        <a:pt x="114" y="290"/>
                      </a:lnTo>
                      <a:lnTo>
                        <a:pt x="116" y="360"/>
                      </a:lnTo>
                      <a:lnTo>
                        <a:pt x="117" y="376"/>
                      </a:lnTo>
                      <a:lnTo>
                        <a:pt x="119" y="370"/>
                      </a:lnTo>
                      <a:lnTo>
                        <a:pt x="120" y="364"/>
                      </a:lnTo>
                      <a:lnTo>
                        <a:pt x="122" y="364"/>
                      </a:lnTo>
                      <a:lnTo>
                        <a:pt x="123" y="360"/>
                      </a:lnTo>
                      <a:lnTo>
                        <a:pt x="125" y="356"/>
                      </a:lnTo>
                      <a:lnTo>
                        <a:pt x="126" y="354"/>
                      </a:lnTo>
                      <a:lnTo>
                        <a:pt x="127" y="357"/>
                      </a:lnTo>
                      <a:lnTo>
                        <a:pt x="129" y="356"/>
                      </a:lnTo>
                      <a:lnTo>
                        <a:pt x="130" y="353"/>
                      </a:lnTo>
                      <a:lnTo>
                        <a:pt x="132" y="351"/>
                      </a:lnTo>
                      <a:lnTo>
                        <a:pt x="133" y="344"/>
                      </a:lnTo>
                      <a:lnTo>
                        <a:pt x="135" y="341"/>
                      </a:lnTo>
                      <a:lnTo>
                        <a:pt x="136" y="336"/>
                      </a:lnTo>
                      <a:lnTo>
                        <a:pt x="138" y="335"/>
                      </a:lnTo>
                      <a:lnTo>
                        <a:pt x="139" y="335"/>
                      </a:lnTo>
                      <a:lnTo>
                        <a:pt x="141" y="336"/>
                      </a:lnTo>
                      <a:lnTo>
                        <a:pt x="142" y="335"/>
                      </a:lnTo>
                      <a:lnTo>
                        <a:pt x="144" y="338"/>
                      </a:lnTo>
                      <a:lnTo>
                        <a:pt x="145" y="337"/>
                      </a:lnTo>
                      <a:lnTo>
                        <a:pt x="147" y="336"/>
                      </a:lnTo>
                      <a:lnTo>
                        <a:pt x="148" y="335"/>
                      </a:lnTo>
                      <a:lnTo>
                        <a:pt x="150" y="328"/>
                      </a:lnTo>
                      <a:lnTo>
                        <a:pt x="151" y="322"/>
                      </a:lnTo>
                      <a:lnTo>
                        <a:pt x="152" y="318"/>
                      </a:lnTo>
                      <a:lnTo>
                        <a:pt x="154" y="312"/>
                      </a:lnTo>
                      <a:lnTo>
                        <a:pt x="155" y="305"/>
                      </a:lnTo>
                      <a:lnTo>
                        <a:pt x="157" y="306"/>
                      </a:lnTo>
                      <a:lnTo>
                        <a:pt x="158" y="307"/>
                      </a:lnTo>
                      <a:lnTo>
                        <a:pt x="160" y="311"/>
                      </a:lnTo>
                      <a:lnTo>
                        <a:pt x="161" y="308"/>
                      </a:lnTo>
                      <a:lnTo>
                        <a:pt x="163" y="307"/>
                      </a:lnTo>
                      <a:lnTo>
                        <a:pt x="164" y="307"/>
                      </a:lnTo>
                      <a:lnTo>
                        <a:pt x="166" y="305"/>
                      </a:lnTo>
                      <a:lnTo>
                        <a:pt x="167" y="301"/>
                      </a:lnTo>
                      <a:lnTo>
                        <a:pt x="169" y="295"/>
                      </a:lnTo>
                      <a:lnTo>
                        <a:pt x="170" y="291"/>
                      </a:lnTo>
                      <a:lnTo>
                        <a:pt x="172" y="289"/>
                      </a:lnTo>
                      <a:lnTo>
                        <a:pt x="173" y="285"/>
                      </a:lnTo>
                      <a:lnTo>
                        <a:pt x="175" y="284"/>
                      </a:lnTo>
                      <a:lnTo>
                        <a:pt x="176" y="281"/>
                      </a:lnTo>
                      <a:lnTo>
                        <a:pt x="178" y="285"/>
                      </a:lnTo>
                      <a:lnTo>
                        <a:pt x="179" y="286"/>
                      </a:lnTo>
                      <a:lnTo>
                        <a:pt x="180" y="285"/>
                      </a:lnTo>
                      <a:lnTo>
                        <a:pt x="182" y="285"/>
                      </a:lnTo>
                      <a:lnTo>
                        <a:pt x="183" y="282"/>
                      </a:lnTo>
                      <a:lnTo>
                        <a:pt x="185" y="284"/>
                      </a:lnTo>
                      <a:lnTo>
                        <a:pt x="186" y="283"/>
                      </a:lnTo>
                      <a:lnTo>
                        <a:pt x="188" y="281"/>
                      </a:lnTo>
                      <a:lnTo>
                        <a:pt x="189" y="278"/>
                      </a:lnTo>
                      <a:lnTo>
                        <a:pt x="191" y="274"/>
                      </a:lnTo>
                      <a:lnTo>
                        <a:pt x="192" y="272"/>
                      </a:lnTo>
                      <a:lnTo>
                        <a:pt x="194" y="267"/>
                      </a:lnTo>
                      <a:lnTo>
                        <a:pt x="195" y="263"/>
                      </a:lnTo>
                      <a:lnTo>
                        <a:pt x="197" y="257"/>
                      </a:lnTo>
                      <a:lnTo>
                        <a:pt x="198" y="253"/>
                      </a:lnTo>
                      <a:lnTo>
                        <a:pt x="200" y="253"/>
                      </a:lnTo>
                      <a:lnTo>
                        <a:pt x="201" y="253"/>
                      </a:lnTo>
                      <a:lnTo>
                        <a:pt x="203" y="250"/>
                      </a:lnTo>
                      <a:lnTo>
                        <a:pt x="204" y="249"/>
                      </a:lnTo>
                      <a:lnTo>
                        <a:pt x="205" y="249"/>
                      </a:lnTo>
                      <a:lnTo>
                        <a:pt x="207" y="248"/>
                      </a:lnTo>
                      <a:lnTo>
                        <a:pt x="208" y="248"/>
                      </a:lnTo>
                      <a:lnTo>
                        <a:pt x="210" y="244"/>
                      </a:lnTo>
                      <a:lnTo>
                        <a:pt x="211" y="242"/>
                      </a:lnTo>
                      <a:lnTo>
                        <a:pt x="213" y="243"/>
                      </a:lnTo>
                      <a:lnTo>
                        <a:pt x="214" y="242"/>
                      </a:lnTo>
                      <a:lnTo>
                        <a:pt x="216" y="241"/>
                      </a:lnTo>
                      <a:lnTo>
                        <a:pt x="217" y="239"/>
                      </a:lnTo>
                      <a:lnTo>
                        <a:pt x="219" y="240"/>
                      </a:lnTo>
                      <a:lnTo>
                        <a:pt x="220" y="242"/>
                      </a:lnTo>
                      <a:lnTo>
                        <a:pt x="222" y="244"/>
                      </a:lnTo>
                      <a:lnTo>
                        <a:pt x="223" y="242"/>
                      </a:lnTo>
                      <a:lnTo>
                        <a:pt x="225" y="242"/>
                      </a:lnTo>
                      <a:lnTo>
                        <a:pt x="226" y="240"/>
                      </a:lnTo>
                      <a:lnTo>
                        <a:pt x="228" y="237"/>
                      </a:lnTo>
                      <a:lnTo>
                        <a:pt x="229" y="233"/>
                      </a:lnTo>
                      <a:lnTo>
                        <a:pt x="230" y="228"/>
                      </a:lnTo>
                      <a:lnTo>
                        <a:pt x="232" y="225"/>
                      </a:lnTo>
                      <a:lnTo>
                        <a:pt x="233" y="224"/>
                      </a:lnTo>
                      <a:lnTo>
                        <a:pt x="235" y="219"/>
                      </a:lnTo>
                      <a:lnTo>
                        <a:pt x="236" y="214"/>
                      </a:lnTo>
                      <a:lnTo>
                        <a:pt x="238" y="213"/>
                      </a:lnTo>
                      <a:lnTo>
                        <a:pt x="239" y="214"/>
                      </a:lnTo>
                      <a:lnTo>
                        <a:pt x="241" y="210"/>
                      </a:lnTo>
                      <a:lnTo>
                        <a:pt x="242" y="207"/>
                      </a:lnTo>
                      <a:lnTo>
                        <a:pt x="244" y="202"/>
                      </a:lnTo>
                      <a:lnTo>
                        <a:pt x="245" y="206"/>
                      </a:lnTo>
                      <a:lnTo>
                        <a:pt x="247" y="206"/>
                      </a:lnTo>
                      <a:lnTo>
                        <a:pt x="248" y="202"/>
                      </a:lnTo>
                      <a:lnTo>
                        <a:pt x="250" y="202"/>
                      </a:lnTo>
                      <a:lnTo>
                        <a:pt x="251" y="202"/>
                      </a:lnTo>
                      <a:lnTo>
                        <a:pt x="253" y="198"/>
                      </a:lnTo>
                      <a:lnTo>
                        <a:pt x="254" y="198"/>
                      </a:lnTo>
                      <a:lnTo>
                        <a:pt x="255" y="194"/>
                      </a:lnTo>
                      <a:lnTo>
                        <a:pt x="257" y="192"/>
                      </a:lnTo>
                      <a:lnTo>
                        <a:pt x="258" y="189"/>
                      </a:lnTo>
                      <a:lnTo>
                        <a:pt x="260" y="186"/>
                      </a:lnTo>
                      <a:lnTo>
                        <a:pt x="261" y="185"/>
                      </a:lnTo>
                      <a:lnTo>
                        <a:pt x="263" y="181"/>
                      </a:lnTo>
                      <a:lnTo>
                        <a:pt x="264" y="180"/>
                      </a:lnTo>
                      <a:lnTo>
                        <a:pt x="266" y="182"/>
                      </a:lnTo>
                      <a:lnTo>
                        <a:pt x="267" y="183"/>
                      </a:lnTo>
                      <a:lnTo>
                        <a:pt x="269" y="181"/>
                      </a:lnTo>
                      <a:lnTo>
                        <a:pt x="270" y="180"/>
                      </a:lnTo>
                      <a:lnTo>
                        <a:pt x="272" y="180"/>
                      </a:lnTo>
                      <a:lnTo>
                        <a:pt x="273" y="181"/>
                      </a:lnTo>
                      <a:lnTo>
                        <a:pt x="275" y="177"/>
                      </a:lnTo>
                      <a:lnTo>
                        <a:pt x="276" y="178"/>
                      </a:lnTo>
                      <a:lnTo>
                        <a:pt x="278" y="177"/>
                      </a:lnTo>
                      <a:lnTo>
                        <a:pt x="279" y="176"/>
                      </a:lnTo>
                      <a:lnTo>
                        <a:pt x="280" y="173"/>
                      </a:lnTo>
                      <a:lnTo>
                        <a:pt x="282" y="171"/>
                      </a:lnTo>
                      <a:lnTo>
                        <a:pt x="283" y="172"/>
                      </a:lnTo>
                      <a:lnTo>
                        <a:pt x="285" y="170"/>
                      </a:lnTo>
                      <a:lnTo>
                        <a:pt x="286" y="167"/>
                      </a:lnTo>
                      <a:lnTo>
                        <a:pt x="288" y="167"/>
                      </a:lnTo>
                      <a:lnTo>
                        <a:pt x="289" y="167"/>
                      </a:lnTo>
                      <a:lnTo>
                        <a:pt x="291" y="166"/>
                      </a:lnTo>
                      <a:lnTo>
                        <a:pt x="292" y="163"/>
                      </a:lnTo>
                      <a:lnTo>
                        <a:pt x="294" y="163"/>
                      </a:lnTo>
                      <a:lnTo>
                        <a:pt x="295" y="162"/>
                      </a:lnTo>
                      <a:lnTo>
                        <a:pt x="297" y="159"/>
                      </a:lnTo>
                      <a:lnTo>
                        <a:pt x="298" y="160"/>
                      </a:lnTo>
                      <a:lnTo>
                        <a:pt x="300" y="158"/>
                      </a:lnTo>
                      <a:lnTo>
                        <a:pt x="301" y="156"/>
                      </a:lnTo>
                      <a:lnTo>
                        <a:pt x="303" y="154"/>
                      </a:lnTo>
                      <a:lnTo>
                        <a:pt x="304" y="151"/>
                      </a:lnTo>
                      <a:lnTo>
                        <a:pt x="305" y="151"/>
                      </a:lnTo>
                      <a:lnTo>
                        <a:pt x="307" y="149"/>
                      </a:lnTo>
                      <a:lnTo>
                        <a:pt x="308" y="147"/>
                      </a:lnTo>
                      <a:lnTo>
                        <a:pt x="310" y="145"/>
                      </a:lnTo>
                      <a:lnTo>
                        <a:pt x="311" y="147"/>
                      </a:lnTo>
                      <a:lnTo>
                        <a:pt x="313" y="146"/>
                      </a:lnTo>
                      <a:lnTo>
                        <a:pt x="314" y="144"/>
                      </a:lnTo>
                      <a:lnTo>
                        <a:pt x="316" y="143"/>
                      </a:lnTo>
                      <a:lnTo>
                        <a:pt x="317" y="143"/>
                      </a:lnTo>
                      <a:lnTo>
                        <a:pt x="319" y="143"/>
                      </a:lnTo>
                      <a:lnTo>
                        <a:pt x="320" y="142"/>
                      </a:lnTo>
                      <a:lnTo>
                        <a:pt x="322" y="139"/>
                      </a:lnTo>
                      <a:lnTo>
                        <a:pt x="323" y="141"/>
                      </a:lnTo>
                      <a:lnTo>
                        <a:pt x="325" y="140"/>
                      </a:lnTo>
                      <a:lnTo>
                        <a:pt x="326" y="138"/>
                      </a:lnTo>
                      <a:lnTo>
                        <a:pt x="328" y="137"/>
                      </a:lnTo>
                      <a:lnTo>
                        <a:pt x="329" y="136"/>
                      </a:lnTo>
                      <a:lnTo>
                        <a:pt x="330" y="138"/>
                      </a:lnTo>
                      <a:lnTo>
                        <a:pt x="332" y="135"/>
                      </a:lnTo>
                      <a:lnTo>
                        <a:pt x="333" y="135"/>
                      </a:lnTo>
                      <a:lnTo>
                        <a:pt x="335" y="134"/>
                      </a:lnTo>
                      <a:lnTo>
                        <a:pt x="336" y="131"/>
                      </a:lnTo>
                      <a:lnTo>
                        <a:pt x="338" y="130"/>
                      </a:lnTo>
                      <a:lnTo>
                        <a:pt x="339" y="129"/>
                      </a:lnTo>
                      <a:lnTo>
                        <a:pt x="341" y="126"/>
                      </a:lnTo>
                      <a:lnTo>
                        <a:pt x="342" y="126"/>
                      </a:lnTo>
                      <a:lnTo>
                        <a:pt x="344" y="122"/>
                      </a:lnTo>
                      <a:lnTo>
                        <a:pt x="345" y="120"/>
                      </a:lnTo>
                      <a:lnTo>
                        <a:pt x="347" y="122"/>
                      </a:lnTo>
                      <a:lnTo>
                        <a:pt x="348" y="118"/>
                      </a:lnTo>
                      <a:lnTo>
                        <a:pt x="350" y="116"/>
                      </a:lnTo>
                      <a:lnTo>
                        <a:pt x="351" y="115"/>
                      </a:lnTo>
                      <a:lnTo>
                        <a:pt x="353" y="116"/>
                      </a:lnTo>
                      <a:lnTo>
                        <a:pt x="354" y="114"/>
                      </a:lnTo>
                      <a:lnTo>
                        <a:pt x="355" y="112"/>
                      </a:lnTo>
                      <a:lnTo>
                        <a:pt x="357" y="108"/>
                      </a:lnTo>
                      <a:lnTo>
                        <a:pt x="358" y="108"/>
                      </a:lnTo>
                      <a:lnTo>
                        <a:pt x="360" y="106"/>
                      </a:lnTo>
                      <a:lnTo>
                        <a:pt x="361" y="104"/>
                      </a:lnTo>
                      <a:lnTo>
                        <a:pt x="363" y="105"/>
                      </a:lnTo>
                      <a:lnTo>
                        <a:pt x="364" y="105"/>
                      </a:lnTo>
                      <a:lnTo>
                        <a:pt x="366" y="104"/>
                      </a:lnTo>
                      <a:lnTo>
                        <a:pt x="367" y="105"/>
                      </a:lnTo>
                      <a:lnTo>
                        <a:pt x="369" y="104"/>
                      </a:lnTo>
                      <a:lnTo>
                        <a:pt x="370" y="104"/>
                      </a:lnTo>
                      <a:lnTo>
                        <a:pt x="372" y="104"/>
                      </a:lnTo>
                      <a:lnTo>
                        <a:pt x="373" y="102"/>
                      </a:lnTo>
                      <a:lnTo>
                        <a:pt x="375" y="99"/>
                      </a:lnTo>
                      <a:lnTo>
                        <a:pt x="376" y="97"/>
                      </a:lnTo>
                      <a:lnTo>
                        <a:pt x="378" y="92"/>
                      </a:lnTo>
                      <a:lnTo>
                        <a:pt x="379" y="91"/>
                      </a:lnTo>
                      <a:lnTo>
                        <a:pt x="381" y="89"/>
                      </a:lnTo>
                      <a:lnTo>
                        <a:pt x="382" y="91"/>
                      </a:lnTo>
                      <a:lnTo>
                        <a:pt x="383" y="88"/>
                      </a:lnTo>
                      <a:lnTo>
                        <a:pt x="385" y="88"/>
                      </a:lnTo>
                      <a:lnTo>
                        <a:pt x="386" y="88"/>
                      </a:lnTo>
                      <a:lnTo>
                        <a:pt x="388" y="90"/>
                      </a:lnTo>
                      <a:lnTo>
                        <a:pt x="389" y="87"/>
                      </a:lnTo>
                      <a:lnTo>
                        <a:pt x="391" y="88"/>
                      </a:lnTo>
                      <a:lnTo>
                        <a:pt x="392" y="87"/>
                      </a:lnTo>
                      <a:lnTo>
                        <a:pt x="394" y="88"/>
                      </a:lnTo>
                      <a:lnTo>
                        <a:pt x="395" y="87"/>
                      </a:lnTo>
                      <a:lnTo>
                        <a:pt x="397" y="85"/>
                      </a:lnTo>
                      <a:lnTo>
                        <a:pt x="398" y="84"/>
                      </a:lnTo>
                      <a:lnTo>
                        <a:pt x="400" y="82"/>
                      </a:lnTo>
                      <a:lnTo>
                        <a:pt x="401" y="79"/>
                      </a:lnTo>
                      <a:lnTo>
                        <a:pt x="403" y="77"/>
                      </a:lnTo>
                      <a:lnTo>
                        <a:pt x="404" y="79"/>
                      </a:lnTo>
                      <a:lnTo>
                        <a:pt x="406" y="76"/>
                      </a:lnTo>
                      <a:lnTo>
                        <a:pt x="407" y="0"/>
                      </a:lnTo>
                      <a:lnTo>
                        <a:pt x="408" y="79"/>
                      </a:lnTo>
                      <a:lnTo>
                        <a:pt x="410" y="76"/>
                      </a:lnTo>
                      <a:lnTo>
                        <a:pt x="411" y="83"/>
                      </a:lnTo>
                      <a:lnTo>
                        <a:pt x="413" y="79"/>
                      </a:lnTo>
                      <a:lnTo>
                        <a:pt x="414" y="80"/>
                      </a:lnTo>
                      <a:lnTo>
                        <a:pt x="416" y="80"/>
                      </a:lnTo>
                      <a:lnTo>
                        <a:pt x="417" y="80"/>
                      </a:lnTo>
                      <a:lnTo>
                        <a:pt x="419" y="84"/>
                      </a:lnTo>
                      <a:lnTo>
                        <a:pt x="420" y="86"/>
                      </a:lnTo>
                      <a:lnTo>
                        <a:pt x="422" y="86"/>
                      </a:lnTo>
                      <a:lnTo>
                        <a:pt x="423" y="86"/>
                      </a:lnTo>
                      <a:lnTo>
                        <a:pt x="425" y="90"/>
                      </a:lnTo>
                      <a:lnTo>
                        <a:pt x="426" y="90"/>
                      </a:lnTo>
                      <a:lnTo>
                        <a:pt x="428" y="89"/>
                      </a:lnTo>
                      <a:lnTo>
                        <a:pt x="429" y="91"/>
                      </a:lnTo>
                      <a:lnTo>
                        <a:pt x="431" y="91"/>
                      </a:lnTo>
                      <a:lnTo>
                        <a:pt x="432" y="90"/>
                      </a:lnTo>
                      <a:lnTo>
                        <a:pt x="433" y="88"/>
                      </a:lnTo>
                      <a:lnTo>
                        <a:pt x="435" y="88"/>
                      </a:lnTo>
                      <a:lnTo>
                        <a:pt x="436" y="87"/>
                      </a:lnTo>
                      <a:lnTo>
                        <a:pt x="438" y="90"/>
                      </a:lnTo>
                      <a:lnTo>
                        <a:pt x="439" y="88"/>
                      </a:lnTo>
                      <a:lnTo>
                        <a:pt x="441" y="89"/>
                      </a:lnTo>
                      <a:lnTo>
                        <a:pt x="442" y="93"/>
                      </a:lnTo>
                      <a:lnTo>
                        <a:pt x="444" y="97"/>
                      </a:lnTo>
                      <a:lnTo>
                        <a:pt x="445" y="98"/>
                      </a:lnTo>
                      <a:lnTo>
                        <a:pt x="447" y="100"/>
                      </a:lnTo>
                      <a:lnTo>
                        <a:pt x="448" y="99"/>
                      </a:lnTo>
                      <a:lnTo>
                        <a:pt x="450" y="98"/>
                      </a:lnTo>
                      <a:lnTo>
                        <a:pt x="451" y="98"/>
                      </a:lnTo>
                      <a:lnTo>
                        <a:pt x="453" y="95"/>
                      </a:lnTo>
                      <a:lnTo>
                        <a:pt x="454" y="94"/>
                      </a:lnTo>
                      <a:lnTo>
                        <a:pt x="456" y="95"/>
                      </a:lnTo>
                      <a:lnTo>
                        <a:pt x="457" y="94"/>
                      </a:lnTo>
                      <a:lnTo>
                        <a:pt x="458" y="93"/>
                      </a:lnTo>
                      <a:lnTo>
                        <a:pt x="460" y="90"/>
                      </a:lnTo>
                      <a:lnTo>
                        <a:pt x="461" y="91"/>
                      </a:lnTo>
                      <a:lnTo>
                        <a:pt x="463" y="92"/>
                      </a:lnTo>
                      <a:lnTo>
                        <a:pt x="464" y="94"/>
                      </a:lnTo>
                      <a:lnTo>
                        <a:pt x="466" y="97"/>
                      </a:lnTo>
                      <a:lnTo>
                        <a:pt x="467" y="102"/>
                      </a:lnTo>
                      <a:lnTo>
                        <a:pt x="469" y="105"/>
                      </a:lnTo>
                      <a:lnTo>
                        <a:pt x="470" y="108"/>
                      </a:lnTo>
                      <a:lnTo>
                        <a:pt x="472" y="110"/>
                      </a:lnTo>
                      <a:lnTo>
                        <a:pt x="473" y="110"/>
                      </a:lnTo>
                      <a:lnTo>
                        <a:pt x="475" y="106"/>
                      </a:lnTo>
                      <a:lnTo>
                        <a:pt x="476" y="107"/>
                      </a:lnTo>
                      <a:lnTo>
                        <a:pt x="478" y="106"/>
                      </a:lnTo>
                      <a:lnTo>
                        <a:pt x="479" y="103"/>
                      </a:lnTo>
                      <a:lnTo>
                        <a:pt x="481" y="104"/>
                      </a:lnTo>
                      <a:lnTo>
                        <a:pt x="482" y="102"/>
                      </a:lnTo>
                      <a:lnTo>
                        <a:pt x="483" y="103"/>
                      </a:lnTo>
                      <a:lnTo>
                        <a:pt x="485" y="102"/>
                      </a:lnTo>
                      <a:lnTo>
                        <a:pt x="486" y="102"/>
                      </a:lnTo>
                      <a:lnTo>
                        <a:pt x="488" y="105"/>
                      </a:lnTo>
                      <a:lnTo>
                        <a:pt x="489" y="107"/>
                      </a:lnTo>
                      <a:lnTo>
                        <a:pt x="491" y="107"/>
                      </a:lnTo>
                      <a:lnTo>
                        <a:pt x="492" y="111"/>
                      </a:lnTo>
                      <a:lnTo>
                        <a:pt x="494" y="112"/>
                      </a:lnTo>
                      <a:lnTo>
                        <a:pt x="495" y="113"/>
                      </a:lnTo>
                      <a:lnTo>
                        <a:pt x="497" y="115"/>
                      </a:lnTo>
                      <a:lnTo>
                        <a:pt x="498" y="117"/>
                      </a:lnTo>
                      <a:lnTo>
                        <a:pt x="500" y="119"/>
                      </a:lnTo>
                      <a:lnTo>
                        <a:pt x="501" y="122"/>
                      </a:lnTo>
                      <a:lnTo>
                        <a:pt x="503" y="124"/>
                      </a:lnTo>
                      <a:lnTo>
                        <a:pt x="504" y="126"/>
                      </a:lnTo>
                      <a:lnTo>
                        <a:pt x="506" y="127"/>
                      </a:lnTo>
                      <a:lnTo>
                        <a:pt x="507" y="129"/>
                      </a:lnTo>
                      <a:lnTo>
                        <a:pt x="508" y="128"/>
                      </a:lnTo>
                      <a:lnTo>
                        <a:pt x="510" y="125"/>
                      </a:lnTo>
                      <a:lnTo>
                        <a:pt x="511" y="124"/>
                      </a:lnTo>
                      <a:lnTo>
                        <a:pt x="513" y="124"/>
                      </a:lnTo>
                      <a:lnTo>
                        <a:pt x="514" y="122"/>
                      </a:lnTo>
                      <a:lnTo>
                        <a:pt x="516" y="122"/>
                      </a:lnTo>
                      <a:lnTo>
                        <a:pt x="517" y="120"/>
                      </a:lnTo>
                      <a:lnTo>
                        <a:pt x="519" y="121"/>
                      </a:lnTo>
                      <a:lnTo>
                        <a:pt x="520" y="122"/>
                      </a:lnTo>
                      <a:lnTo>
                        <a:pt x="522" y="121"/>
                      </a:lnTo>
                      <a:lnTo>
                        <a:pt x="523" y="122"/>
                      </a:lnTo>
                      <a:lnTo>
                        <a:pt x="525" y="124"/>
                      </a:lnTo>
                      <a:lnTo>
                        <a:pt x="526" y="129"/>
                      </a:lnTo>
                      <a:lnTo>
                        <a:pt x="528" y="131"/>
                      </a:lnTo>
                      <a:lnTo>
                        <a:pt x="529" y="133"/>
                      </a:lnTo>
                      <a:lnTo>
                        <a:pt x="531" y="136"/>
                      </a:lnTo>
                      <a:lnTo>
                        <a:pt x="532" y="141"/>
                      </a:lnTo>
                      <a:lnTo>
                        <a:pt x="533" y="141"/>
                      </a:lnTo>
                      <a:lnTo>
                        <a:pt x="535" y="144"/>
                      </a:lnTo>
                      <a:lnTo>
                        <a:pt x="536" y="143"/>
                      </a:lnTo>
                      <a:lnTo>
                        <a:pt x="538" y="142"/>
                      </a:lnTo>
                      <a:lnTo>
                        <a:pt x="539" y="142"/>
                      </a:lnTo>
                      <a:lnTo>
                        <a:pt x="541" y="141"/>
                      </a:lnTo>
                      <a:lnTo>
                        <a:pt x="542" y="143"/>
                      </a:lnTo>
                      <a:lnTo>
                        <a:pt x="544" y="142"/>
                      </a:lnTo>
                      <a:lnTo>
                        <a:pt x="545" y="143"/>
                      </a:lnTo>
                      <a:lnTo>
                        <a:pt x="547" y="145"/>
                      </a:lnTo>
                      <a:lnTo>
                        <a:pt x="548" y="148"/>
                      </a:lnTo>
                      <a:lnTo>
                        <a:pt x="550" y="148"/>
                      </a:lnTo>
                      <a:lnTo>
                        <a:pt x="551" y="148"/>
                      </a:lnTo>
                      <a:lnTo>
                        <a:pt x="553" y="146"/>
                      </a:lnTo>
                      <a:lnTo>
                        <a:pt x="554" y="145"/>
                      </a:lnTo>
                      <a:lnTo>
                        <a:pt x="556" y="143"/>
                      </a:lnTo>
                      <a:lnTo>
                        <a:pt x="557" y="146"/>
                      </a:lnTo>
                      <a:lnTo>
                        <a:pt x="558" y="145"/>
                      </a:lnTo>
                      <a:lnTo>
                        <a:pt x="560" y="147"/>
                      </a:lnTo>
                      <a:lnTo>
                        <a:pt x="561" y="150"/>
                      </a:lnTo>
                      <a:lnTo>
                        <a:pt x="563" y="153"/>
                      </a:lnTo>
                      <a:lnTo>
                        <a:pt x="564" y="153"/>
                      </a:lnTo>
                      <a:lnTo>
                        <a:pt x="566" y="156"/>
                      </a:lnTo>
                      <a:lnTo>
                        <a:pt x="567" y="156"/>
                      </a:lnTo>
                      <a:lnTo>
                        <a:pt x="569" y="158"/>
                      </a:lnTo>
                      <a:lnTo>
                        <a:pt x="570" y="159"/>
                      </a:lnTo>
                      <a:lnTo>
                        <a:pt x="572" y="159"/>
                      </a:lnTo>
                      <a:lnTo>
                        <a:pt x="573" y="161"/>
                      </a:lnTo>
                      <a:lnTo>
                        <a:pt x="575" y="158"/>
                      </a:lnTo>
                      <a:lnTo>
                        <a:pt x="576" y="159"/>
                      </a:lnTo>
                      <a:lnTo>
                        <a:pt x="578" y="160"/>
                      </a:lnTo>
                      <a:lnTo>
                        <a:pt x="579" y="158"/>
                      </a:lnTo>
                      <a:lnTo>
                        <a:pt x="581" y="157"/>
                      </a:lnTo>
                      <a:lnTo>
                        <a:pt x="582" y="153"/>
                      </a:lnTo>
                      <a:lnTo>
                        <a:pt x="583" y="152"/>
                      </a:lnTo>
                      <a:lnTo>
                        <a:pt x="585" y="152"/>
                      </a:lnTo>
                      <a:lnTo>
                        <a:pt x="586" y="151"/>
                      </a:lnTo>
                      <a:lnTo>
                        <a:pt x="588" y="153"/>
                      </a:lnTo>
                      <a:lnTo>
                        <a:pt x="589" y="157"/>
                      </a:lnTo>
                      <a:lnTo>
                        <a:pt x="591" y="157"/>
                      </a:lnTo>
                      <a:lnTo>
                        <a:pt x="592" y="158"/>
                      </a:lnTo>
                      <a:lnTo>
                        <a:pt x="594" y="159"/>
                      </a:lnTo>
                      <a:lnTo>
                        <a:pt x="595" y="158"/>
                      </a:lnTo>
                      <a:lnTo>
                        <a:pt x="597" y="160"/>
                      </a:lnTo>
                      <a:lnTo>
                        <a:pt x="598" y="158"/>
                      </a:lnTo>
                      <a:lnTo>
                        <a:pt x="600" y="160"/>
                      </a:lnTo>
                      <a:lnTo>
                        <a:pt x="601" y="159"/>
                      </a:lnTo>
                      <a:lnTo>
                        <a:pt x="603" y="160"/>
                      </a:lnTo>
                      <a:lnTo>
                        <a:pt x="604" y="161"/>
                      </a:lnTo>
                      <a:lnTo>
                        <a:pt x="606" y="164"/>
                      </a:lnTo>
                      <a:lnTo>
                        <a:pt x="607" y="166"/>
                      </a:lnTo>
                      <a:lnTo>
                        <a:pt x="609" y="165"/>
                      </a:lnTo>
                      <a:lnTo>
                        <a:pt x="610" y="167"/>
                      </a:lnTo>
                      <a:lnTo>
                        <a:pt x="611" y="165"/>
                      </a:lnTo>
                      <a:lnTo>
                        <a:pt x="613" y="164"/>
                      </a:lnTo>
                      <a:lnTo>
                        <a:pt x="614" y="163"/>
                      </a:lnTo>
                      <a:lnTo>
                        <a:pt x="616" y="159"/>
                      </a:lnTo>
                      <a:lnTo>
                        <a:pt x="617" y="160"/>
                      </a:lnTo>
                      <a:lnTo>
                        <a:pt x="619" y="161"/>
                      </a:lnTo>
                      <a:lnTo>
                        <a:pt x="620" y="160"/>
                      </a:lnTo>
                      <a:lnTo>
                        <a:pt x="622" y="163"/>
                      </a:lnTo>
                      <a:lnTo>
                        <a:pt x="623" y="162"/>
                      </a:lnTo>
                      <a:lnTo>
                        <a:pt x="625" y="162"/>
                      </a:lnTo>
                      <a:lnTo>
                        <a:pt x="626" y="163"/>
                      </a:lnTo>
                      <a:lnTo>
                        <a:pt x="628" y="157"/>
                      </a:lnTo>
                      <a:lnTo>
                        <a:pt x="629" y="157"/>
                      </a:lnTo>
                      <a:lnTo>
                        <a:pt x="631" y="156"/>
                      </a:lnTo>
                      <a:lnTo>
                        <a:pt x="632" y="157"/>
                      </a:lnTo>
                      <a:lnTo>
                        <a:pt x="634" y="158"/>
                      </a:lnTo>
                      <a:lnTo>
                        <a:pt x="635" y="159"/>
                      </a:lnTo>
                      <a:lnTo>
                        <a:pt x="636" y="160"/>
                      </a:lnTo>
                      <a:lnTo>
                        <a:pt x="638" y="167"/>
                      </a:lnTo>
                      <a:lnTo>
                        <a:pt x="639" y="170"/>
                      </a:lnTo>
                      <a:lnTo>
                        <a:pt x="641" y="170"/>
                      </a:lnTo>
                      <a:lnTo>
                        <a:pt x="642" y="172"/>
                      </a:lnTo>
                      <a:lnTo>
                        <a:pt x="644" y="171"/>
                      </a:lnTo>
                      <a:lnTo>
                        <a:pt x="645" y="173"/>
                      </a:lnTo>
                      <a:lnTo>
                        <a:pt x="647" y="175"/>
                      </a:lnTo>
                      <a:lnTo>
                        <a:pt x="648" y="172"/>
                      </a:lnTo>
                      <a:lnTo>
                        <a:pt x="650" y="172"/>
                      </a:lnTo>
                      <a:lnTo>
                        <a:pt x="651" y="171"/>
                      </a:lnTo>
                      <a:lnTo>
                        <a:pt x="653" y="172"/>
                      </a:lnTo>
                      <a:lnTo>
                        <a:pt x="654" y="174"/>
                      </a:lnTo>
                      <a:lnTo>
                        <a:pt x="656" y="176"/>
                      </a:lnTo>
                      <a:lnTo>
                        <a:pt x="657" y="174"/>
                      </a:lnTo>
                      <a:lnTo>
                        <a:pt x="659" y="175"/>
                      </a:lnTo>
                      <a:lnTo>
                        <a:pt x="660" y="180"/>
                      </a:lnTo>
                      <a:lnTo>
                        <a:pt x="661" y="178"/>
                      </a:lnTo>
                      <a:lnTo>
                        <a:pt x="663" y="181"/>
                      </a:lnTo>
                      <a:lnTo>
                        <a:pt x="664" y="180"/>
                      </a:lnTo>
                      <a:lnTo>
                        <a:pt x="666" y="178"/>
                      </a:lnTo>
                      <a:lnTo>
                        <a:pt x="667" y="177"/>
                      </a:lnTo>
                      <a:lnTo>
                        <a:pt x="669" y="176"/>
                      </a:lnTo>
                      <a:lnTo>
                        <a:pt x="670" y="175"/>
                      </a:lnTo>
                      <a:lnTo>
                        <a:pt x="672" y="177"/>
                      </a:lnTo>
                      <a:lnTo>
                        <a:pt x="673" y="178"/>
                      </a:lnTo>
                      <a:lnTo>
                        <a:pt x="675" y="178"/>
                      </a:lnTo>
                      <a:lnTo>
                        <a:pt x="676" y="182"/>
                      </a:lnTo>
                      <a:lnTo>
                        <a:pt x="678" y="184"/>
                      </a:lnTo>
                      <a:lnTo>
                        <a:pt x="679" y="184"/>
                      </a:lnTo>
                      <a:lnTo>
                        <a:pt x="681" y="182"/>
                      </a:lnTo>
                      <a:lnTo>
                        <a:pt x="682" y="180"/>
                      </a:lnTo>
                      <a:lnTo>
                        <a:pt x="684" y="182"/>
                      </a:lnTo>
                      <a:lnTo>
                        <a:pt x="685" y="184"/>
                      </a:lnTo>
                      <a:lnTo>
                        <a:pt x="686" y="185"/>
                      </a:lnTo>
                      <a:lnTo>
                        <a:pt x="688" y="185"/>
                      </a:lnTo>
                      <a:lnTo>
                        <a:pt x="689" y="189"/>
                      </a:lnTo>
                      <a:lnTo>
                        <a:pt x="691" y="189"/>
                      </a:lnTo>
                      <a:lnTo>
                        <a:pt x="692" y="191"/>
                      </a:lnTo>
                      <a:lnTo>
                        <a:pt x="694" y="195"/>
                      </a:lnTo>
                      <a:lnTo>
                        <a:pt x="695" y="193"/>
                      </a:lnTo>
                      <a:lnTo>
                        <a:pt x="697" y="194"/>
                      </a:lnTo>
                      <a:lnTo>
                        <a:pt x="698" y="194"/>
                      </a:lnTo>
                      <a:lnTo>
                        <a:pt x="700" y="192"/>
                      </a:lnTo>
                      <a:lnTo>
                        <a:pt x="701" y="193"/>
                      </a:lnTo>
                      <a:lnTo>
                        <a:pt x="703" y="195"/>
                      </a:lnTo>
                      <a:lnTo>
                        <a:pt x="704" y="196"/>
                      </a:lnTo>
                      <a:lnTo>
                        <a:pt x="706" y="199"/>
                      </a:lnTo>
                      <a:lnTo>
                        <a:pt x="707" y="203"/>
                      </a:lnTo>
                      <a:lnTo>
                        <a:pt x="709" y="207"/>
                      </a:lnTo>
                      <a:lnTo>
                        <a:pt x="710" y="209"/>
                      </a:lnTo>
                      <a:lnTo>
                        <a:pt x="711" y="211"/>
                      </a:lnTo>
                      <a:lnTo>
                        <a:pt x="713" y="212"/>
                      </a:lnTo>
                      <a:lnTo>
                        <a:pt x="714" y="210"/>
                      </a:lnTo>
                      <a:lnTo>
                        <a:pt x="716" y="212"/>
                      </a:lnTo>
                      <a:lnTo>
                        <a:pt x="717" y="211"/>
                      </a:lnTo>
                      <a:lnTo>
                        <a:pt x="719" y="209"/>
                      </a:lnTo>
                      <a:lnTo>
                        <a:pt x="720" y="210"/>
                      </a:lnTo>
                      <a:lnTo>
                        <a:pt x="722" y="210"/>
                      </a:lnTo>
                      <a:lnTo>
                        <a:pt x="723" y="208"/>
                      </a:lnTo>
                      <a:lnTo>
                        <a:pt x="725" y="210"/>
                      </a:lnTo>
                      <a:lnTo>
                        <a:pt x="726" y="208"/>
                      </a:lnTo>
                      <a:lnTo>
                        <a:pt x="728" y="210"/>
                      </a:lnTo>
                      <a:lnTo>
                        <a:pt x="729" y="213"/>
                      </a:lnTo>
                      <a:lnTo>
                        <a:pt x="731" y="213"/>
                      </a:lnTo>
                      <a:lnTo>
                        <a:pt x="732" y="214"/>
                      </a:lnTo>
                      <a:lnTo>
                        <a:pt x="734" y="218"/>
                      </a:lnTo>
                      <a:lnTo>
                        <a:pt x="735" y="217"/>
                      </a:lnTo>
                      <a:lnTo>
                        <a:pt x="736" y="219"/>
                      </a:lnTo>
                      <a:lnTo>
                        <a:pt x="738" y="217"/>
                      </a:lnTo>
                      <a:lnTo>
                        <a:pt x="739" y="216"/>
                      </a:lnTo>
                      <a:lnTo>
                        <a:pt x="741" y="215"/>
                      </a:lnTo>
                      <a:lnTo>
                        <a:pt x="742" y="216"/>
                      </a:lnTo>
                      <a:lnTo>
                        <a:pt x="744" y="216"/>
                      </a:lnTo>
                      <a:lnTo>
                        <a:pt x="745" y="214"/>
                      </a:lnTo>
                      <a:lnTo>
                        <a:pt x="747" y="216"/>
                      </a:lnTo>
                      <a:lnTo>
                        <a:pt x="748" y="220"/>
                      </a:lnTo>
                      <a:lnTo>
                        <a:pt x="750" y="222"/>
                      </a:lnTo>
                      <a:lnTo>
                        <a:pt x="751" y="224"/>
                      </a:lnTo>
                      <a:lnTo>
                        <a:pt x="753" y="220"/>
                      </a:lnTo>
                      <a:lnTo>
                        <a:pt x="754" y="220"/>
                      </a:lnTo>
                      <a:lnTo>
                        <a:pt x="756" y="220"/>
                      </a:lnTo>
                      <a:lnTo>
                        <a:pt x="757" y="214"/>
                      </a:lnTo>
                      <a:lnTo>
                        <a:pt x="759" y="215"/>
                      </a:lnTo>
                      <a:lnTo>
                        <a:pt x="760" y="212"/>
                      </a:lnTo>
                      <a:lnTo>
                        <a:pt x="761" y="210"/>
                      </a:lnTo>
                      <a:lnTo>
                        <a:pt x="763" y="209"/>
                      </a:lnTo>
                      <a:lnTo>
                        <a:pt x="764" y="207"/>
                      </a:lnTo>
                      <a:lnTo>
                        <a:pt x="766" y="208"/>
                      </a:lnTo>
                      <a:lnTo>
                        <a:pt x="767" y="210"/>
                      </a:lnTo>
                      <a:lnTo>
                        <a:pt x="769" y="212"/>
                      </a:lnTo>
                      <a:lnTo>
                        <a:pt x="770" y="212"/>
                      </a:lnTo>
                      <a:lnTo>
                        <a:pt x="772" y="212"/>
                      </a:lnTo>
                      <a:lnTo>
                        <a:pt x="773" y="214"/>
                      </a:lnTo>
                      <a:lnTo>
                        <a:pt x="775" y="217"/>
                      </a:lnTo>
                      <a:lnTo>
                        <a:pt x="776" y="218"/>
                      </a:lnTo>
                      <a:lnTo>
                        <a:pt x="778" y="220"/>
                      </a:lnTo>
                      <a:lnTo>
                        <a:pt x="779" y="220"/>
                      </a:lnTo>
                      <a:lnTo>
                        <a:pt x="781" y="220"/>
                      </a:lnTo>
                      <a:lnTo>
                        <a:pt x="782" y="218"/>
                      </a:lnTo>
                      <a:lnTo>
                        <a:pt x="784" y="218"/>
                      </a:lnTo>
                      <a:lnTo>
                        <a:pt x="785" y="213"/>
                      </a:lnTo>
                      <a:lnTo>
                        <a:pt x="786" y="212"/>
                      </a:lnTo>
                      <a:lnTo>
                        <a:pt x="788" y="209"/>
                      </a:lnTo>
                      <a:lnTo>
                        <a:pt x="789" y="210"/>
                      </a:lnTo>
                      <a:lnTo>
                        <a:pt x="791" y="216"/>
                      </a:lnTo>
                      <a:lnTo>
                        <a:pt x="792" y="219"/>
                      </a:lnTo>
                      <a:lnTo>
                        <a:pt x="794" y="223"/>
                      </a:lnTo>
                      <a:lnTo>
                        <a:pt x="795" y="226"/>
                      </a:lnTo>
                      <a:lnTo>
                        <a:pt x="797" y="229"/>
                      </a:lnTo>
                      <a:lnTo>
                        <a:pt x="798" y="229"/>
                      </a:lnTo>
                      <a:lnTo>
                        <a:pt x="800" y="230"/>
                      </a:lnTo>
                      <a:lnTo>
                        <a:pt x="801" y="229"/>
                      </a:lnTo>
                      <a:lnTo>
                        <a:pt x="803" y="227"/>
                      </a:lnTo>
                      <a:lnTo>
                        <a:pt x="804" y="229"/>
                      </a:lnTo>
                      <a:lnTo>
                        <a:pt x="806" y="229"/>
                      </a:lnTo>
                      <a:lnTo>
                        <a:pt x="807" y="228"/>
                      </a:lnTo>
                      <a:lnTo>
                        <a:pt x="809" y="230"/>
                      </a:lnTo>
                      <a:lnTo>
                        <a:pt x="810" y="231"/>
                      </a:lnTo>
                      <a:lnTo>
                        <a:pt x="812" y="234"/>
                      </a:lnTo>
                      <a:lnTo>
                        <a:pt x="813" y="234"/>
                      </a:lnTo>
                      <a:lnTo>
                        <a:pt x="814" y="234"/>
                      </a:lnTo>
                      <a:lnTo>
                        <a:pt x="816" y="236"/>
                      </a:lnTo>
                      <a:lnTo>
                        <a:pt x="817" y="235"/>
                      </a:lnTo>
                      <a:lnTo>
                        <a:pt x="819" y="238"/>
                      </a:lnTo>
                      <a:lnTo>
                        <a:pt x="820" y="241"/>
                      </a:lnTo>
                      <a:lnTo>
                        <a:pt x="822" y="242"/>
                      </a:lnTo>
                      <a:lnTo>
                        <a:pt x="823" y="244"/>
                      </a:lnTo>
                      <a:lnTo>
                        <a:pt x="825" y="246"/>
                      </a:lnTo>
                      <a:lnTo>
                        <a:pt x="826" y="248"/>
                      </a:lnTo>
                      <a:lnTo>
                        <a:pt x="828" y="248"/>
                      </a:lnTo>
                      <a:lnTo>
                        <a:pt x="829" y="249"/>
                      </a:lnTo>
                      <a:lnTo>
                        <a:pt x="831" y="248"/>
                      </a:lnTo>
                      <a:lnTo>
                        <a:pt x="832" y="247"/>
                      </a:lnTo>
                      <a:lnTo>
                        <a:pt x="834" y="246"/>
                      </a:lnTo>
                      <a:lnTo>
                        <a:pt x="835" y="243"/>
                      </a:lnTo>
                      <a:lnTo>
                        <a:pt x="837" y="241"/>
                      </a:lnTo>
                      <a:lnTo>
                        <a:pt x="838" y="238"/>
                      </a:lnTo>
                      <a:lnTo>
                        <a:pt x="839" y="236"/>
                      </a:lnTo>
                      <a:lnTo>
                        <a:pt x="841" y="237"/>
                      </a:lnTo>
                      <a:lnTo>
                        <a:pt x="842" y="236"/>
                      </a:lnTo>
                      <a:lnTo>
                        <a:pt x="844" y="238"/>
                      </a:lnTo>
                      <a:lnTo>
                        <a:pt x="845" y="240"/>
                      </a:lnTo>
                      <a:lnTo>
                        <a:pt x="847" y="245"/>
                      </a:lnTo>
                      <a:lnTo>
                        <a:pt x="848" y="246"/>
                      </a:lnTo>
                      <a:lnTo>
                        <a:pt x="850" y="251"/>
                      </a:lnTo>
                      <a:lnTo>
                        <a:pt x="851" y="251"/>
                      </a:lnTo>
                      <a:lnTo>
                        <a:pt x="853" y="248"/>
                      </a:lnTo>
                      <a:lnTo>
                        <a:pt x="854" y="246"/>
                      </a:lnTo>
                      <a:lnTo>
                        <a:pt x="856" y="245"/>
                      </a:lnTo>
                      <a:lnTo>
                        <a:pt x="857" y="246"/>
                      </a:lnTo>
                      <a:lnTo>
                        <a:pt x="859" y="245"/>
                      </a:lnTo>
                      <a:lnTo>
                        <a:pt x="860" y="248"/>
                      </a:lnTo>
                      <a:lnTo>
                        <a:pt x="862" y="249"/>
                      </a:lnTo>
                      <a:lnTo>
                        <a:pt x="863" y="250"/>
                      </a:lnTo>
                      <a:lnTo>
                        <a:pt x="864" y="251"/>
                      </a:lnTo>
                      <a:lnTo>
                        <a:pt x="866" y="252"/>
                      </a:lnTo>
                      <a:lnTo>
                        <a:pt x="867" y="253"/>
                      </a:lnTo>
                      <a:lnTo>
                        <a:pt x="869" y="254"/>
                      </a:lnTo>
                      <a:lnTo>
                        <a:pt x="870" y="254"/>
                      </a:lnTo>
                      <a:lnTo>
                        <a:pt x="872" y="252"/>
                      </a:lnTo>
                      <a:lnTo>
                        <a:pt x="873" y="252"/>
                      </a:lnTo>
                      <a:lnTo>
                        <a:pt x="875" y="253"/>
                      </a:lnTo>
                      <a:lnTo>
                        <a:pt x="876" y="252"/>
                      </a:lnTo>
                      <a:lnTo>
                        <a:pt x="878" y="255"/>
                      </a:lnTo>
                      <a:lnTo>
                        <a:pt x="879" y="257"/>
                      </a:lnTo>
                      <a:lnTo>
                        <a:pt x="881" y="257"/>
                      </a:lnTo>
                      <a:lnTo>
                        <a:pt x="882" y="256"/>
                      </a:lnTo>
                      <a:lnTo>
                        <a:pt x="884" y="259"/>
                      </a:lnTo>
                      <a:lnTo>
                        <a:pt x="885" y="258"/>
                      </a:lnTo>
                      <a:lnTo>
                        <a:pt x="887" y="256"/>
                      </a:lnTo>
                      <a:lnTo>
                        <a:pt x="888" y="255"/>
                      </a:lnTo>
                      <a:lnTo>
                        <a:pt x="889" y="252"/>
                      </a:lnTo>
                      <a:lnTo>
                        <a:pt x="891" y="255"/>
                      </a:lnTo>
                      <a:lnTo>
                        <a:pt x="892" y="258"/>
                      </a:lnTo>
                      <a:lnTo>
                        <a:pt x="894" y="259"/>
                      </a:lnTo>
                      <a:lnTo>
                        <a:pt x="895" y="259"/>
                      </a:lnTo>
                      <a:lnTo>
                        <a:pt x="897" y="264"/>
                      </a:lnTo>
                      <a:lnTo>
                        <a:pt x="898" y="264"/>
                      </a:lnTo>
                      <a:lnTo>
                        <a:pt x="900" y="264"/>
                      </a:lnTo>
                      <a:lnTo>
                        <a:pt x="901" y="264"/>
                      </a:lnTo>
                      <a:lnTo>
                        <a:pt x="903" y="262"/>
                      </a:lnTo>
                      <a:lnTo>
                        <a:pt x="904" y="261"/>
                      </a:lnTo>
                      <a:lnTo>
                        <a:pt x="906" y="263"/>
                      </a:lnTo>
                      <a:lnTo>
                        <a:pt x="907" y="262"/>
                      </a:lnTo>
                      <a:lnTo>
                        <a:pt x="909" y="262"/>
                      </a:lnTo>
                      <a:lnTo>
                        <a:pt x="910" y="262"/>
                      </a:lnTo>
                      <a:lnTo>
                        <a:pt x="912" y="261"/>
                      </a:lnTo>
                      <a:lnTo>
                        <a:pt x="913" y="261"/>
                      </a:lnTo>
                      <a:lnTo>
                        <a:pt x="914" y="261"/>
                      </a:lnTo>
                      <a:lnTo>
                        <a:pt x="916" y="263"/>
                      </a:lnTo>
                      <a:lnTo>
                        <a:pt x="917" y="265"/>
                      </a:lnTo>
                      <a:lnTo>
                        <a:pt x="919" y="265"/>
                      </a:lnTo>
                      <a:lnTo>
                        <a:pt x="920" y="266"/>
                      </a:lnTo>
                      <a:lnTo>
                        <a:pt x="922" y="268"/>
                      </a:lnTo>
                      <a:lnTo>
                        <a:pt x="923" y="268"/>
                      </a:lnTo>
                      <a:lnTo>
                        <a:pt x="925" y="267"/>
                      </a:lnTo>
                      <a:lnTo>
                        <a:pt x="926" y="269"/>
                      </a:lnTo>
                      <a:lnTo>
                        <a:pt x="928" y="267"/>
                      </a:lnTo>
                      <a:lnTo>
                        <a:pt x="929" y="268"/>
                      </a:lnTo>
                      <a:lnTo>
                        <a:pt x="931" y="269"/>
                      </a:lnTo>
                      <a:lnTo>
                        <a:pt x="932" y="268"/>
                      </a:lnTo>
                      <a:lnTo>
                        <a:pt x="934" y="271"/>
                      </a:lnTo>
                      <a:lnTo>
                        <a:pt x="935" y="275"/>
                      </a:lnTo>
                      <a:lnTo>
                        <a:pt x="937" y="274"/>
                      </a:lnTo>
                      <a:lnTo>
                        <a:pt x="938" y="274"/>
                      </a:lnTo>
                      <a:lnTo>
                        <a:pt x="939" y="278"/>
                      </a:lnTo>
                      <a:lnTo>
                        <a:pt x="941" y="277"/>
                      </a:lnTo>
                      <a:lnTo>
                        <a:pt x="942" y="279"/>
                      </a:lnTo>
                      <a:lnTo>
                        <a:pt x="944" y="279"/>
                      </a:lnTo>
                      <a:lnTo>
                        <a:pt x="945" y="279"/>
                      </a:lnTo>
                      <a:lnTo>
                        <a:pt x="947" y="280"/>
                      </a:lnTo>
                      <a:lnTo>
                        <a:pt x="948" y="279"/>
                      </a:lnTo>
                      <a:lnTo>
                        <a:pt x="950" y="278"/>
                      </a:lnTo>
                      <a:lnTo>
                        <a:pt x="951" y="281"/>
                      </a:lnTo>
                      <a:lnTo>
                        <a:pt x="953" y="280"/>
                      </a:lnTo>
                      <a:lnTo>
                        <a:pt x="954" y="281"/>
                      </a:lnTo>
                      <a:lnTo>
                        <a:pt x="956" y="281"/>
                      </a:lnTo>
                      <a:lnTo>
                        <a:pt x="957" y="278"/>
                      </a:lnTo>
                      <a:lnTo>
                        <a:pt x="959" y="281"/>
                      </a:lnTo>
                      <a:lnTo>
                        <a:pt x="960" y="280"/>
                      </a:lnTo>
                      <a:lnTo>
                        <a:pt x="962" y="280"/>
                      </a:lnTo>
                      <a:lnTo>
                        <a:pt x="963" y="279"/>
                      </a:lnTo>
                      <a:lnTo>
                        <a:pt x="964" y="283"/>
                      </a:lnTo>
                      <a:lnTo>
                        <a:pt x="966" y="289"/>
                      </a:lnTo>
                      <a:lnTo>
                        <a:pt x="967" y="289"/>
                      </a:lnTo>
                      <a:lnTo>
                        <a:pt x="969" y="288"/>
                      </a:lnTo>
                      <a:lnTo>
                        <a:pt x="970" y="288"/>
                      </a:lnTo>
                      <a:lnTo>
                        <a:pt x="972" y="288"/>
                      </a:lnTo>
                      <a:lnTo>
                        <a:pt x="973" y="289"/>
                      </a:lnTo>
                      <a:lnTo>
                        <a:pt x="975" y="286"/>
                      </a:lnTo>
                      <a:lnTo>
                        <a:pt x="976" y="284"/>
                      </a:lnTo>
                      <a:lnTo>
                        <a:pt x="978" y="283"/>
                      </a:lnTo>
                      <a:lnTo>
                        <a:pt x="979" y="285"/>
                      </a:lnTo>
                      <a:lnTo>
                        <a:pt x="981" y="284"/>
                      </a:lnTo>
                      <a:lnTo>
                        <a:pt x="982" y="285"/>
                      </a:lnTo>
                      <a:lnTo>
                        <a:pt x="984" y="282"/>
                      </a:lnTo>
                      <a:lnTo>
                        <a:pt x="985" y="281"/>
                      </a:lnTo>
                      <a:lnTo>
                        <a:pt x="987" y="283"/>
                      </a:lnTo>
                      <a:lnTo>
                        <a:pt x="988" y="284"/>
                      </a:lnTo>
                      <a:lnTo>
                        <a:pt x="989" y="286"/>
                      </a:lnTo>
                      <a:lnTo>
                        <a:pt x="991" y="289"/>
                      </a:lnTo>
                      <a:lnTo>
                        <a:pt x="992" y="290"/>
                      </a:lnTo>
                      <a:lnTo>
                        <a:pt x="994" y="293"/>
                      </a:lnTo>
                      <a:lnTo>
                        <a:pt x="995" y="293"/>
                      </a:lnTo>
                      <a:lnTo>
                        <a:pt x="997" y="295"/>
                      </a:lnTo>
                      <a:lnTo>
                        <a:pt x="998" y="297"/>
                      </a:lnTo>
                      <a:lnTo>
                        <a:pt x="1000" y="296"/>
                      </a:lnTo>
                      <a:lnTo>
                        <a:pt x="1001" y="297"/>
                      </a:lnTo>
                      <a:lnTo>
                        <a:pt x="1003" y="296"/>
                      </a:lnTo>
                      <a:lnTo>
                        <a:pt x="1004" y="295"/>
                      </a:lnTo>
                      <a:lnTo>
                        <a:pt x="1006" y="295"/>
                      </a:lnTo>
                      <a:lnTo>
                        <a:pt x="1007" y="294"/>
                      </a:lnTo>
                      <a:lnTo>
                        <a:pt x="1009" y="293"/>
                      </a:lnTo>
                      <a:lnTo>
                        <a:pt x="1010" y="294"/>
                      </a:lnTo>
                      <a:lnTo>
                        <a:pt x="1012" y="298"/>
                      </a:lnTo>
                      <a:lnTo>
                        <a:pt x="1013" y="297"/>
                      </a:lnTo>
                      <a:lnTo>
                        <a:pt x="1015" y="298"/>
                      </a:lnTo>
                      <a:lnTo>
                        <a:pt x="1016" y="300"/>
                      </a:lnTo>
                      <a:lnTo>
                        <a:pt x="1017" y="300"/>
                      </a:lnTo>
                      <a:lnTo>
                        <a:pt x="1019" y="301"/>
                      </a:lnTo>
                      <a:lnTo>
                        <a:pt x="1020" y="300"/>
                      </a:lnTo>
                      <a:lnTo>
                        <a:pt x="1022" y="300"/>
                      </a:lnTo>
                      <a:lnTo>
                        <a:pt x="1023" y="302"/>
                      </a:lnTo>
                      <a:lnTo>
                        <a:pt x="1025" y="301"/>
                      </a:lnTo>
                      <a:lnTo>
                        <a:pt x="1026" y="302"/>
                      </a:lnTo>
                      <a:lnTo>
                        <a:pt x="1028" y="305"/>
                      </a:lnTo>
                      <a:lnTo>
                        <a:pt x="1029" y="306"/>
                      </a:lnTo>
                      <a:lnTo>
                        <a:pt x="1031" y="306"/>
                      </a:lnTo>
                      <a:lnTo>
                        <a:pt x="1032" y="310"/>
                      </a:lnTo>
                      <a:lnTo>
                        <a:pt x="1034" y="315"/>
                      </a:lnTo>
                      <a:lnTo>
                        <a:pt x="1035" y="315"/>
                      </a:lnTo>
                      <a:lnTo>
                        <a:pt x="1037" y="315"/>
                      </a:lnTo>
                      <a:lnTo>
                        <a:pt x="1038" y="314"/>
                      </a:lnTo>
                      <a:lnTo>
                        <a:pt x="1040" y="314"/>
                      </a:lnTo>
                      <a:lnTo>
                        <a:pt x="1041" y="311"/>
                      </a:lnTo>
                      <a:lnTo>
                        <a:pt x="1042" y="311"/>
                      </a:lnTo>
                      <a:lnTo>
                        <a:pt x="1044" y="307"/>
                      </a:lnTo>
                      <a:lnTo>
                        <a:pt x="1045" y="307"/>
                      </a:lnTo>
                      <a:lnTo>
                        <a:pt x="1047" y="307"/>
                      </a:lnTo>
                      <a:lnTo>
                        <a:pt x="1048" y="308"/>
                      </a:lnTo>
                      <a:lnTo>
                        <a:pt x="1050" y="309"/>
                      </a:lnTo>
                      <a:lnTo>
                        <a:pt x="1051" y="311"/>
                      </a:lnTo>
                      <a:lnTo>
                        <a:pt x="1053" y="312"/>
                      </a:lnTo>
                      <a:lnTo>
                        <a:pt x="1054" y="314"/>
                      </a:lnTo>
                      <a:lnTo>
                        <a:pt x="1056" y="312"/>
                      </a:lnTo>
                      <a:lnTo>
                        <a:pt x="1057" y="312"/>
                      </a:lnTo>
                      <a:lnTo>
                        <a:pt x="1059" y="314"/>
                      </a:lnTo>
                      <a:lnTo>
                        <a:pt x="1060" y="313"/>
                      </a:lnTo>
                      <a:lnTo>
                        <a:pt x="1062" y="316"/>
                      </a:lnTo>
                      <a:lnTo>
                        <a:pt x="1063" y="318"/>
                      </a:lnTo>
                      <a:lnTo>
                        <a:pt x="1065" y="316"/>
                      </a:lnTo>
                      <a:lnTo>
                        <a:pt x="1066" y="319"/>
                      </a:lnTo>
                      <a:lnTo>
                        <a:pt x="1067" y="318"/>
                      </a:lnTo>
                      <a:lnTo>
                        <a:pt x="1069" y="316"/>
                      </a:lnTo>
                      <a:lnTo>
                        <a:pt x="1070" y="314"/>
                      </a:lnTo>
                      <a:lnTo>
                        <a:pt x="1072" y="315"/>
                      </a:lnTo>
                      <a:lnTo>
                        <a:pt x="1073" y="316"/>
                      </a:lnTo>
                      <a:lnTo>
                        <a:pt x="1075" y="316"/>
                      </a:lnTo>
                      <a:lnTo>
                        <a:pt x="1076" y="317"/>
                      </a:lnTo>
                      <a:lnTo>
                        <a:pt x="1078" y="317"/>
                      </a:lnTo>
                      <a:lnTo>
                        <a:pt x="1079" y="322"/>
                      </a:lnTo>
                      <a:lnTo>
                        <a:pt x="1081" y="323"/>
                      </a:lnTo>
                      <a:lnTo>
                        <a:pt x="1082" y="320"/>
                      </a:lnTo>
                      <a:lnTo>
                        <a:pt x="1084" y="321"/>
                      </a:lnTo>
                      <a:lnTo>
                        <a:pt x="1085" y="324"/>
                      </a:lnTo>
                      <a:lnTo>
                        <a:pt x="1087" y="329"/>
                      </a:lnTo>
                      <a:lnTo>
                        <a:pt x="1088" y="330"/>
                      </a:lnTo>
                      <a:lnTo>
                        <a:pt x="1090" y="332"/>
                      </a:lnTo>
                      <a:lnTo>
                        <a:pt x="1091" y="331"/>
                      </a:lnTo>
                      <a:lnTo>
                        <a:pt x="1092" y="331"/>
                      </a:lnTo>
                      <a:lnTo>
                        <a:pt x="1094" y="331"/>
                      </a:lnTo>
                      <a:lnTo>
                        <a:pt x="1095" y="331"/>
                      </a:lnTo>
                      <a:lnTo>
                        <a:pt x="1097" y="326"/>
                      </a:lnTo>
                      <a:lnTo>
                        <a:pt x="1098" y="327"/>
                      </a:lnTo>
                      <a:lnTo>
                        <a:pt x="1100" y="328"/>
                      </a:lnTo>
                      <a:lnTo>
                        <a:pt x="1101" y="330"/>
                      </a:lnTo>
                      <a:lnTo>
                        <a:pt x="1103" y="329"/>
                      </a:lnTo>
                      <a:lnTo>
                        <a:pt x="1104" y="329"/>
                      </a:lnTo>
                      <a:lnTo>
                        <a:pt x="1106" y="329"/>
                      </a:lnTo>
                      <a:lnTo>
                        <a:pt x="1107" y="333"/>
                      </a:lnTo>
                      <a:lnTo>
                        <a:pt x="1109" y="335"/>
                      </a:lnTo>
                      <a:lnTo>
                        <a:pt x="1110" y="336"/>
                      </a:lnTo>
                      <a:lnTo>
                        <a:pt x="1112" y="336"/>
                      </a:lnTo>
                      <a:lnTo>
                        <a:pt x="1113" y="338"/>
                      </a:lnTo>
                      <a:lnTo>
                        <a:pt x="1115" y="336"/>
                      </a:lnTo>
                      <a:lnTo>
                        <a:pt x="1116" y="331"/>
                      </a:lnTo>
                      <a:lnTo>
                        <a:pt x="1117" y="330"/>
                      </a:lnTo>
                      <a:lnTo>
                        <a:pt x="1119" y="329"/>
                      </a:lnTo>
                      <a:lnTo>
                        <a:pt x="1120" y="331"/>
                      </a:lnTo>
                      <a:lnTo>
                        <a:pt x="1122" y="332"/>
                      </a:lnTo>
                      <a:lnTo>
                        <a:pt x="1123" y="334"/>
                      </a:lnTo>
                      <a:lnTo>
                        <a:pt x="1125" y="337"/>
                      </a:lnTo>
                      <a:lnTo>
                        <a:pt x="1126" y="338"/>
                      </a:lnTo>
                      <a:lnTo>
                        <a:pt x="1128" y="341"/>
                      </a:lnTo>
                      <a:lnTo>
                        <a:pt x="1129" y="341"/>
                      </a:lnTo>
                      <a:lnTo>
                        <a:pt x="1131" y="340"/>
                      </a:lnTo>
                      <a:lnTo>
                        <a:pt x="1132" y="341"/>
                      </a:lnTo>
                      <a:lnTo>
                        <a:pt x="1134" y="342"/>
                      </a:lnTo>
                      <a:lnTo>
                        <a:pt x="1135" y="344"/>
                      </a:lnTo>
                      <a:lnTo>
                        <a:pt x="1137" y="344"/>
                      </a:lnTo>
                      <a:lnTo>
                        <a:pt x="1138" y="345"/>
                      </a:lnTo>
                      <a:lnTo>
                        <a:pt x="1140" y="347"/>
                      </a:lnTo>
                      <a:lnTo>
                        <a:pt x="1141" y="348"/>
                      </a:lnTo>
                      <a:lnTo>
                        <a:pt x="1142" y="348"/>
                      </a:lnTo>
                      <a:lnTo>
                        <a:pt x="1144" y="346"/>
                      </a:lnTo>
                      <a:lnTo>
                        <a:pt x="1145" y="346"/>
                      </a:lnTo>
                      <a:lnTo>
                        <a:pt x="1147" y="346"/>
                      </a:lnTo>
                      <a:lnTo>
                        <a:pt x="1148" y="347"/>
                      </a:lnTo>
                      <a:lnTo>
                        <a:pt x="1150" y="348"/>
                      </a:lnTo>
                      <a:lnTo>
                        <a:pt x="1151" y="347"/>
                      </a:lnTo>
                      <a:lnTo>
                        <a:pt x="1153" y="345"/>
                      </a:lnTo>
                      <a:lnTo>
                        <a:pt x="1154" y="346"/>
                      </a:lnTo>
                      <a:lnTo>
                        <a:pt x="1156" y="347"/>
                      </a:lnTo>
                      <a:lnTo>
                        <a:pt x="1157" y="347"/>
                      </a:lnTo>
                      <a:lnTo>
                        <a:pt x="1159" y="344"/>
                      </a:lnTo>
                      <a:lnTo>
                        <a:pt x="1160" y="347"/>
                      </a:lnTo>
                      <a:lnTo>
                        <a:pt x="1162" y="345"/>
                      </a:lnTo>
                      <a:lnTo>
                        <a:pt x="1163" y="344"/>
                      </a:lnTo>
                      <a:lnTo>
                        <a:pt x="1165" y="344"/>
                      </a:lnTo>
                      <a:lnTo>
                        <a:pt x="1166" y="341"/>
                      </a:lnTo>
                      <a:lnTo>
                        <a:pt x="1167" y="339"/>
                      </a:lnTo>
                      <a:lnTo>
                        <a:pt x="1169" y="341"/>
                      </a:lnTo>
                      <a:lnTo>
                        <a:pt x="1170" y="338"/>
                      </a:lnTo>
                      <a:lnTo>
                        <a:pt x="1172" y="338"/>
                      </a:lnTo>
                      <a:lnTo>
                        <a:pt x="1173" y="339"/>
                      </a:lnTo>
                      <a:lnTo>
                        <a:pt x="1175" y="339"/>
                      </a:lnTo>
                      <a:lnTo>
                        <a:pt x="1176" y="339"/>
                      </a:lnTo>
                      <a:lnTo>
                        <a:pt x="1178" y="342"/>
                      </a:lnTo>
                      <a:lnTo>
                        <a:pt x="1179" y="344"/>
                      </a:lnTo>
                      <a:lnTo>
                        <a:pt x="1181" y="346"/>
                      </a:lnTo>
                      <a:lnTo>
                        <a:pt x="1182" y="348"/>
                      </a:lnTo>
                      <a:lnTo>
                        <a:pt x="1184" y="348"/>
                      </a:lnTo>
                      <a:lnTo>
                        <a:pt x="1185" y="347"/>
                      </a:lnTo>
                      <a:lnTo>
                        <a:pt x="1187" y="352"/>
                      </a:lnTo>
                      <a:lnTo>
                        <a:pt x="1188" y="355"/>
                      </a:lnTo>
                      <a:lnTo>
                        <a:pt x="1190" y="354"/>
                      </a:lnTo>
                      <a:lnTo>
                        <a:pt x="1191" y="353"/>
                      </a:lnTo>
                      <a:lnTo>
                        <a:pt x="1192" y="354"/>
                      </a:lnTo>
                      <a:lnTo>
                        <a:pt x="1194" y="356"/>
                      </a:lnTo>
                      <a:lnTo>
                        <a:pt x="1195" y="358"/>
                      </a:lnTo>
                      <a:lnTo>
                        <a:pt x="1197" y="358"/>
                      </a:lnTo>
                      <a:lnTo>
                        <a:pt x="1198" y="357"/>
                      </a:lnTo>
                      <a:lnTo>
                        <a:pt x="1200" y="359"/>
                      </a:lnTo>
                      <a:lnTo>
                        <a:pt x="1201" y="358"/>
                      </a:lnTo>
                      <a:lnTo>
                        <a:pt x="1203" y="359"/>
                      </a:lnTo>
                      <a:lnTo>
                        <a:pt x="1204" y="358"/>
                      </a:lnTo>
                      <a:lnTo>
                        <a:pt x="1206" y="359"/>
                      </a:lnTo>
                      <a:lnTo>
                        <a:pt x="1207" y="360"/>
                      </a:lnTo>
                      <a:lnTo>
                        <a:pt x="1209" y="358"/>
                      </a:lnTo>
                      <a:lnTo>
                        <a:pt x="1210" y="358"/>
                      </a:lnTo>
                      <a:lnTo>
                        <a:pt x="1212" y="361"/>
                      </a:lnTo>
                      <a:lnTo>
                        <a:pt x="1213" y="360"/>
                      </a:lnTo>
                      <a:lnTo>
                        <a:pt x="1215" y="358"/>
                      </a:lnTo>
                      <a:lnTo>
                        <a:pt x="1216" y="358"/>
                      </a:lnTo>
                      <a:lnTo>
                        <a:pt x="1218" y="358"/>
                      </a:lnTo>
                      <a:lnTo>
                        <a:pt x="1219" y="358"/>
                      </a:lnTo>
                      <a:lnTo>
                        <a:pt x="1220" y="362"/>
                      </a:lnTo>
                      <a:lnTo>
                        <a:pt x="1222" y="362"/>
                      </a:lnTo>
                      <a:lnTo>
                        <a:pt x="1223" y="363"/>
                      </a:lnTo>
                      <a:lnTo>
                        <a:pt x="1225" y="365"/>
                      </a:lnTo>
                      <a:lnTo>
                        <a:pt x="1226" y="366"/>
                      </a:lnTo>
                      <a:lnTo>
                        <a:pt x="1228" y="367"/>
                      </a:lnTo>
                      <a:lnTo>
                        <a:pt x="1229" y="367"/>
                      </a:lnTo>
                      <a:lnTo>
                        <a:pt x="1231" y="368"/>
                      </a:lnTo>
                      <a:lnTo>
                        <a:pt x="1232" y="369"/>
                      </a:lnTo>
                      <a:lnTo>
                        <a:pt x="1234" y="372"/>
                      </a:lnTo>
                      <a:lnTo>
                        <a:pt x="1235" y="372"/>
                      </a:lnTo>
                      <a:lnTo>
                        <a:pt x="1237" y="373"/>
                      </a:lnTo>
                      <a:lnTo>
                        <a:pt x="1238" y="376"/>
                      </a:lnTo>
                      <a:lnTo>
                        <a:pt x="1240" y="375"/>
                      </a:lnTo>
                      <a:lnTo>
                        <a:pt x="1241" y="379"/>
                      </a:lnTo>
                      <a:lnTo>
                        <a:pt x="1243" y="380"/>
                      </a:lnTo>
                      <a:lnTo>
                        <a:pt x="1244" y="378"/>
                      </a:lnTo>
                      <a:lnTo>
                        <a:pt x="1245" y="375"/>
                      </a:lnTo>
                      <a:lnTo>
                        <a:pt x="1247" y="373"/>
                      </a:lnTo>
                      <a:lnTo>
                        <a:pt x="1248" y="372"/>
                      </a:lnTo>
                      <a:lnTo>
                        <a:pt x="1250" y="372"/>
                      </a:lnTo>
                      <a:lnTo>
                        <a:pt x="1251" y="371"/>
                      </a:lnTo>
                      <a:lnTo>
                        <a:pt x="1253" y="370"/>
                      </a:lnTo>
                      <a:lnTo>
                        <a:pt x="1254" y="372"/>
                      </a:lnTo>
                      <a:lnTo>
                        <a:pt x="1256" y="374"/>
                      </a:lnTo>
                      <a:lnTo>
                        <a:pt x="1257" y="374"/>
                      </a:lnTo>
                      <a:lnTo>
                        <a:pt x="1259" y="374"/>
                      </a:lnTo>
                      <a:lnTo>
                        <a:pt x="1260" y="375"/>
                      </a:lnTo>
                      <a:lnTo>
                        <a:pt x="1262" y="374"/>
                      </a:lnTo>
                      <a:lnTo>
                        <a:pt x="1263" y="371"/>
                      </a:lnTo>
                      <a:lnTo>
                        <a:pt x="1265" y="374"/>
                      </a:lnTo>
                      <a:lnTo>
                        <a:pt x="1266" y="371"/>
                      </a:lnTo>
                      <a:lnTo>
                        <a:pt x="1268" y="370"/>
                      </a:lnTo>
                      <a:lnTo>
                        <a:pt x="1269" y="367"/>
                      </a:lnTo>
                      <a:lnTo>
                        <a:pt x="1270" y="369"/>
                      </a:lnTo>
                      <a:lnTo>
                        <a:pt x="1272" y="371"/>
                      </a:lnTo>
                      <a:lnTo>
                        <a:pt x="1273" y="373"/>
                      </a:lnTo>
                      <a:lnTo>
                        <a:pt x="1275" y="372"/>
                      </a:lnTo>
                      <a:lnTo>
                        <a:pt x="1276" y="373"/>
                      </a:lnTo>
                      <a:lnTo>
                        <a:pt x="1278" y="374"/>
                      </a:lnTo>
                      <a:lnTo>
                        <a:pt x="1279" y="375"/>
                      </a:lnTo>
                      <a:lnTo>
                        <a:pt x="1281" y="378"/>
                      </a:lnTo>
                      <a:lnTo>
                        <a:pt x="1282" y="379"/>
                      </a:lnTo>
                      <a:lnTo>
                        <a:pt x="1284" y="382"/>
                      </a:lnTo>
                      <a:lnTo>
                        <a:pt x="1285" y="381"/>
                      </a:lnTo>
                      <a:lnTo>
                        <a:pt x="1287" y="384"/>
                      </a:lnTo>
                      <a:lnTo>
                        <a:pt x="1288" y="386"/>
                      </a:lnTo>
                      <a:lnTo>
                        <a:pt x="1290" y="387"/>
                      </a:lnTo>
                      <a:lnTo>
                        <a:pt x="1291" y="388"/>
                      </a:lnTo>
                      <a:lnTo>
                        <a:pt x="1293" y="388"/>
                      </a:lnTo>
                      <a:lnTo>
                        <a:pt x="1294" y="389"/>
                      </a:lnTo>
                      <a:lnTo>
                        <a:pt x="1295" y="388"/>
                      </a:lnTo>
                      <a:lnTo>
                        <a:pt x="1297" y="387"/>
                      </a:lnTo>
                      <a:lnTo>
                        <a:pt x="1298" y="387"/>
                      </a:lnTo>
                      <a:lnTo>
                        <a:pt x="1300" y="387"/>
                      </a:lnTo>
                      <a:lnTo>
                        <a:pt x="1301" y="387"/>
                      </a:lnTo>
                      <a:lnTo>
                        <a:pt x="1303" y="383"/>
                      </a:lnTo>
                      <a:lnTo>
                        <a:pt x="1304" y="387"/>
                      </a:lnTo>
                      <a:lnTo>
                        <a:pt x="1306" y="389"/>
                      </a:lnTo>
                      <a:lnTo>
                        <a:pt x="1307" y="392"/>
                      </a:lnTo>
                      <a:lnTo>
                        <a:pt x="1309" y="394"/>
                      </a:lnTo>
                      <a:lnTo>
                        <a:pt x="1310" y="395"/>
                      </a:lnTo>
                      <a:lnTo>
                        <a:pt x="1312" y="396"/>
                      </a:lnTo>
                      <a:lnTo>
                        <a:pt x="1313" y="395"/>
                      </a:lnTo>
                      <a:lnTo>
                        <a:pt x="1315" y="395"/>
                      </a:lnTo>
                      <a:lnTo>
                        <a:pt x="1316" y="396"/>
                      </a:lnTo>
                      <a:lnTo>
                        <a:pt x="1318" y="393"/>
                      </a:lnTo>
                      <a:lnTo>
                        <a:pt x="1319" y="391"/>
                      </a:lnTo>
                      <a:lnTo>
                        <a:pt x="1320" y="392"/>
                      </a:lnTo>
                      <a:lnTo>
                        <a:pt x="1322" y="392"/>
                      </a:lnTo>
                      <a:lnTo>
                        <a:pt x="1323" y="390"/>
                      </a:lnTo>
                      <a:lnTo>
                        <a:pt x="1325" y="389"/>
                      </a:lnTo>
                      <a:lnTo>
                        <a:pt x="1326" y="389"/>
                      </a:lnTo>
                      <a:lnTo>
                        <a:pt x="1328" y="389"/>
                      </a:lnTo>
                      <a:lnTo>
                        <a:pt x="1329" y="393"/>
                      </a:lnTo>
                      <a:lnTo>
                        <a:pt x="1331" y="395"/>
                      </a:lnTo>
                      <a:lnTo>
                        <a:pt x="1332" y="399"/>
                      </a:lnTo>
                      <a:lnTo>
                        <a:pt x="1334" y="399"/>
                      </a:lnTo>
                      <a:lnTo>
                        <a:pt x="1335" y="401"/>
                      </a:lnTo>
                      <a:lnTo>
                        <a:pt x="1337" y="401"/>
                      </a:lnTo>
                      <a:lnTo>
                        <a:pt x="1338" y="400"/>
                      </a:lnTo>
                      <a:lnTo>
                        <a:pt x="1340" y="400"/>
                      </a:lnTo>
                      <a:lnTo>
                        <a:pt x="1341" y="401"/>
                      </a:lnTo>
                      <a:lnTo>
                        <a:pt x="1343" y="398"/>
                      </a:lnTo>
                      <a:lnTo>
                        <a:pt x="1344" y="399"/>
                      </a:lnTo>
                      <a:lnTo>
                        <a:pt x="1345" y="397"/>
                      </a:lnTo>
                      <a:lnTo>
                        <a:pt x="1347" y="398"/>
                      </a:lnTo>
                      <a:lnTo>
                        <a:pt x="1348" y="393"/>
                      </a:lnTo>
                      <a:lnTo>
                        <a:pt x="1350" y="395"/>
                      </a:lnTo>
                      <a:lnTo>
                        <a:pt x="1351" y="395"/>
                      </a:lnTo>
                      <a:lnTo>
                        <a:pt x="1353" y="397"/>
                      </a:lnTo>
                      <a:lnTo>
                        <a:pt x="1354" y="397"/>
                      </a:lnTo>
                      <a:lnTo>
                        <a:pt x="1356" y="395"/>
                      </a:lnTo>
                      <a:lnTo>
                        <a:pt x="1357" y="398"/>
                      </a:lnTo>
                      <a:lnTo>
                        <a:pt x="1359" y="397"/>
                      </a:lnTo>
                      <a:lnTo>
                        <a:pt x="1360" y="399"/>
                      </a:lnTo>
                      <a:lnTo>
                        <a:pt x="1362" y="400"/>
                      </a:lnTo>
                      <a:lnTo>
                        <a:pt x="1363" y="400"/>
                      </a:lnTo>
                      <a:lnTo>
                        <a:pt x="1365" y="402"/>
                      </a:lnTo>
                      <a:lnTo>
                        <a:pt x="1366" y="403"/>
                      </a:lnTo>
                      <a:lnTo>
                        <a:pt x="1368" y="405"/>
                      </a:lnTo>
                      <a:lnTo>
                        <a:pt x="1369" y="408"/>
                      </a:lnTo>
                      <a:lnTo>
                        <a:pt x="1370" y="410"/>
                      </a:lnTo>
                      <a:lnTo>
                        <a:pt x="1372" y="411"/>
                      </a:lnTo>
                      <a:lnTo>
                        <a:pt x="1373" y="413"/>
                      </a:lnTo>
                      <a:lnTo>
                        <a:pt x="1375" y="407"/>
                      </a:lnTo>
                      <a:lnTo>
                        <a:pt x="1376" y="408"/>
                      </a:lnTo>
                    </a:path>
                  </a:pathLst>
                </a:custGeom>
                <a:noFill/>
                <a:ln cap="flat" cmpd="sng" w="25400">
                  <a:solidFill>
                    <a:srgbClr val="B2222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9" name="Google Shape;1169;p19"/>
                <p:cNvSpPr/>
                <p:nvPr/>
              </p:nvSpPr>
              <p:spPr>
                <a:xfrm flipH="1" rot="10800000">
                  <a:off x="1125538" y="1919288"/>
                  <a:ext cx="3638550" cy="1212850"/>
                </a:xfrm>
                <a:custGeom>
                  <a:rect b="b" l="l" r="r" t="t"/>
                  <a:pathLst>
                    <a:path extrusionOk="0" h="550" w="1377">
                      <a:moveTo>
                        <a:pt x="0" y="412"/>
                      </a:moveTo>
                      <a:lnTo>
                        <a:pt x="1" y="441"/>
                      </a:lnTo>
                      <a:lnTo>
                        <a:pt x="3" y="438"/>
                      </a:lnTo>
                      <a:lnTo>
                        <a:pt x="4" y="437"/>
                      </a:lnTo>
                      <a:lnTo>
                        <a:pt x="6" y="436"/>
                      </a:lnTo>
                      <a:lnTo>
                        <a:pt x="7" y="433"/>
                      </a:lnTo>
                      <a:lnTo>
                        <a:pt x="9" y="435"/>
                      </a:lnTo>
                      <a:lnTo>
                        <a:pt x="10" y="436"/>
                      </a:lnTo>
                      <a:lnTo>
                        <a:pt x="11" y="439"/>
                      </a:lnTo>
                      <a:lnTo>
                        <a:pt x="13" y="443"/>
                      </a:lnTo>
                      <a:lnTo>
                        <a:pt x="14" y="446"/>
                      </a:lnTo>
                      <a:lnTo>
                        <a:pt x="16" y="449"/>
                      </a:lnTo>
                      <a:lnTo>
                        <a:pt x="17" y="450"/>
                      </a:lnTo>
                      <a:lnTo>
                        <a:pt x="19" y="444"/>
                      </a:lnTo>
                      <a:lnTo>
                        <a:pt x="20" y="444"/>
                      </a:lnTo>
                      <a:lnTo>
                        <a:pt x="22" y="441"/>
                      </a:lnTo>
                      <a:lnTo>
                        <a:pt x="23" y="441"/>
                      </a:lnTo>
                      <a:lnTo>
                        <a:pt x="25" y="442"/>
                      </a:lnTo>
                      <a:lnTo>
                        <a:pt x="26" y="440"/>
                      </a:lnTo>
                      <a:lnTo>
                        <a:pt x="28" y="439"/>
                      </a:lnTo>
                      <a:lnTo>
                        <a:pt x="29" y="441"/>
                      </a:lnTo>
                      <a:lnTo>
                        <a:pt x="31" y="443"/>
                      </a:lnTo>
                      <a:lnTo>
                        <a:pt x="32" y="444"/>
                      </a:lnTo>
                      <a:lnTo>
                        <a:pt x="34" y="446"/>
                      </a:lnTo>
                      <a:lnTo>
                        <a:pt x="35" y="447"/>
                      </a:lnTo>
                      <a:lnTo>
                        <a:pt x="36" y="447"/>
                      </a:lnTo>
                      <a:lnTo>
                        <a:pt x="38" y="448"/>
                      </a:lnTo>
                      <a:lnTo>
                        <a:pt x="39" y="450"/>
                      </a:lnTo>
                      <a:lnTo>
                        <a:pt x="41" y="452"/>
                      </a:lnTo>
                      <a:lnTo>
                        <a:pt x="42" y="452"/>
                      </a:lnTo>
                      <a:lnTo>
                        <a:pt x="44" y="453"/>
                      </a:lnTo>
                      <a:lnTo>
                        <a:pt x="45" y="457"/>
                      </a:lnTo>
                      <a:lnTo>
                        <a:pt x="47" y="456"/>
                      </a:lnTo>
                      <a:lnTo>
                        <a:pt x="48" y="455"/>
                      </a:lnTo>
                      <a:lnTo>
                        <a:pt x="50" y="456"/>
                      </a:lnTo>
                      <a:lnTo>
                        <a:pt x="51" y="457"/>
                      </a:lnTo>
                      <a:lnTo>
                        <a:pt x="53" y="455"/>
                      </a:lnTo>
                      <a:lnTo>
                        <a:pt x="54" y="457"/>
                      </a:lnTo>
                      <a:lnTo>
                        <a:pt x="56" y="457"/>
                      </a:lnTo>
                      <a:lnTo>
                        <a:pt x="57" y="457"/>
                      </a:lnTo>
                      <a:lnTo>
                        <a:pt x="59" y="456"/>
                      </a:lnTo>
                      <a:lnTo>
                        <a:pt x="60" y="454"/>
                      </a:lnTo>
                      <a:lnTo>
                        <a:pt x="61" y="453"/>
                      </a:lnTo>
                      <a:lnTo>
                        <a:pt x="63" y="452"/>
                      </a:lnTo>
                      <a:lnTo>
                        <a:pt x="64" y="452"/>
                      </a:lnTo>
                      <a:lnTo>
                        <a:pt x="66" y="452"/>
                      </a:lnTo>
                      <a:lnTo>
                        <a:pt x="67" y="454"/>
                      </a:lnTo>
                      <a:lnTo>
                        <a:pt x="69" y="455"/>
                      </a:lnTo>
                      <a:lnTo>
                        <a:pt x="70" y="458"/>
                      </a:lnTo>
                      <a:lnTo>
                        <a:pt x="72" y="461"/>
                      </a:lnTo>
                      <a:lnTo>
                        <a:pt x="73" y="461"/>
                      </a:lnTo>
                      <a:lnTo>
                        <a:pt x="75" y="463"/>
                      </a:lnTo>
                      <a:lnTo>
                        <a:pt x="76" y="464"/>
                      </a:lnTo>
                      <a:lnTo>
                        <a:pt x="78" y="461"/>
                      </a:lnTo>
                      <a:lnTo>
                        <a:pt x="79" y="462"/>
                      </a:lnTo>
                      <a:lnTo>
                        <a:pt x="81" y="463"/>
                      </a:lnTo>
                      <a:lnTo>
                        <a:pt x="82" y="462"/>
                      </a:lnTo>
                      <a:lnTo>
                        <a:pt x="84" y="465"/>
                      </a:lnTo>
                      <a:lnTo>
                        <a:pt x="85" y="464"/>
                      </a:lnTo>
                      <a:lnTo>
                        <a:pt x="86" y="462"/>
                      </a:lnTo>
                      <a:lnTo>
                        <a:pt x="88" y="461"/>
                      </a:lnTo>
                      <a:lnTo>
                        <a:pt x="89" y="459"/>
                      </a:lnTo>
                      <a:lnTo>
                        <a:pt x="91" y="459"/>
                      </a:lnTo>
                      <a:lnTo>
                        <a:pt x="92" y="461"/>
                      </a:lnTo>
                      <a:lnTo>
                        <a:pt x="94" y="462"/>
                      </a:lnTo>
                      <a:lnTo>
                        <a:pt x="95" y="463"/>
                      </a:lnTo>
                      <a:lnTo>
                        <a:pt x="97" y="463"/>
                      </a:lnTo>
                      <a:lnTo>
                        <a:pt x="98" y="463"/>
                      </a:lnTo>
                      <a:lnTo>
                        <a:pt x="100" y="464"/>
                      </a:lnTo>
                      <a:lnTo>
                        <a:pt x="101" y="464"/>
                      </a:lnTo>
                      <a:lnTo>
                        <a:pt x="103" y="464"/>
                      </a:lnTo>
                      <a:lnTo>
                        <a:pt x="104" y="467"/>
                      </a:lnTo>
                      <a:lnTo>
                        <a:pt x="106" y="470"/>
                      </a:lnTo>
                      <a:lnTo>
                        <a:pt x="107" y="470"/>
                      </a:lnTo>
                      <a:lnTo>
                        <a:pt x="109" y="472"/>
                      </a:lnTo>
                      <a:lnTo>
                        <a:pt x="110" y="475"/>
                      </a:lnTo>
                      <a:lnTo>
                        <a:pt x="111" y="482"/>
                      </a:lnTo>
                      <a:lnTo>
                        <a:pt x="113" y="508"/>
                      </a:lnTo>
                      <a:lnTo>
                        <a:pt x="114" y="292"/>
                      </a:lnTo>
                      <a:lnTo>
                        <a:pt x="116" y="444"/>
                      </a:lnTo>
                      <a:lnTo>
                        <a:pt x="117" y="462"/>
                      </a:lnTo>
                      <a:lnTo>
                        <a:pt x="119" y="467"/>
                      </a:lnTo>
                      <a:lnTo>
                        <a:pt x="120" y="464"/>
                      </a:lnTo>
                      <a:lnTo>
                        <a:pt x="122" y="470"/>
                      </a:lnTo>
                      <a:lnTo>
                        <a:pt x="123" y="469"/>
                      </a:lnTo>
                      <a:lnTo>
                        <a:pt x="125" y="467"/>
                      </a:lnTo>
                      <a:lnTo>
                        <a:pt x="126" y="466"/>
                      </a:lnTo>
                      <a:lnTo>
                        <a:pt x="128" y="470"/>
                      </a:lnTo>
                      <a:lnTo>
                        <a:pt x="129" y="468"/>
                      </a:lnTo>
                      <a:lnTo>
                        <a:pt x="131" y="467"/>
                      </a:lnTo>
                      <a:lnTo>
                        <a:pt x="132" y="465"/>
                      </a:lnTo>
                      <a:lnTo>
                        <a:pt x="134" y="463"/>
                      </a:lnTo>
                      <a:lnTo>
                        <a:pt x="135" y="460"/>
                      </a:lnTo>
                      <a:lnTo>
                        <a:pt x="136" y="461"/>
                      </a:lnTo>
                      <a:lnTo>
                        <a:pt x="138" y="457"/>
                      </a:lnTo>
                      <a:lnTo>
                        <a:pt x="139" y="458"/>
                      </a:lnTo>
                      <a:lnTo>
                        <a:pt x="141" y="459"/>
                      </a:lnTo>
                      <a:lnTo>
                        <a:pt x="142" y="459"/>
                      </a:lnTo>
                      <a:lnTo>
                        <a:pt x="144" y="461"/>
                      </a:lnTo>
                      <a:lnTo>
                        <a:pt x="145" y="462"/>
                      </a:lnTo>
                      <a:lnTo>
                        <a:pt x="147" y="457"/>
                      </a:lnTo>
                      <a:lnTo>
                        <a:pt x="148" y="458"/>
                      </a:lnTo>
                      <a:lnTo>
                        <a:pt x="150" y="453"/>
                      </a:lnTo>
                      <a:lnTo>
                        <a:pt x="151" y="453"/>
                      </a:lnTo>
                      <a:lnTo>
                        <a:pt x="153" y="450"/>
                      </a:lnTo>
                      <a:lnTo>
                        <a:pt x="154" y="445"/>
                      </a:lnTo>
                      <a:lnTo>
                        <a:pt x="156" y="442"/>
                      </a:lnTo>
                      <a:lnTo>
                        <a:pt x="157" y="442"/>
                      </a:lnTo>
                      <a:lnTo>
                        <a:pt x="159" y="444"/>
                      </a:lnTo>
                      <a:lnTo>
                        <a:pt x="160" y="443"/>
                      </a:lnTo>
                      <a:lnTo>
                        <a:pt x="161" y="442"/>
                      </a:lnTo>
                      <a:lnTo>
                        <a:pt x="163" y="438"/>
                      </a:lnTo>
                      <a:lnTo>
                        <a:pt x="164" y="438"/>
                      </a:lnTo>
                      <a:lnTo>
                        <a:pt x="166" y="433"/>
                      </a:lnTo>
                      <a:lnTo>
                        <a:pt x="167" y="433"/>
                      </a:lnTo>
                      <a:lnTo>
                        <a:pt x="169" y="427"/>
                      </a:lnTo>
                      <a:lnTo>
                        <a:pt x="170" y="427"/>
                      </a:lnTo>
                      <a:lnTo>
                        <a:pt x="172" y="425"/>
                      </a:lnTo>
                      <a:lnTo>
                        <a:pt x="173" y="423"/>
                      </a:lnTo>
                      <a:lnTo>
                        <a:pt x="175" y="421"/>
                      </a:lnTo>
                      <a:lnTo>
                        <a:pt x="176" y="421"/>
                      </a:lnTo>
                      <a:lnTo>
                        <a:pt x="178" y="422"/>
                      </a:lnTo>
                      <a:lnTo>
                        <a:pt x="179" y="424"/>
                      </a:lnTo>
                      <a:lnTo>
                        <a:pt x="181" y="422"/>
                      </a:lnTo>
                      <a:lnTo>
                        <a:pt x="182" y="418"/>
                      </a:lnTo>
                      <a:lnTo>
                        <a:pt x="184" y="419"/>
                      </a:lnTo>
                      <a:lnTo>
                        <a:pt x="185" y="419"/>
                      </a:lnTo>
                      <a:lnTo>
                        <a:pt x="186" y="418"/>
                      </a:lnTo>
                      <a:lnTo>
                        <a:pt x="188" y="417"/>
                      </a:lnTo>
                      <a:lnTo>
                        <a:pt x="189" y="417"/>
                      </a:lnTo>
                      <a:lnTo>
                        <a:pt x="191" y="420"/>
                      </a:lnTo>
                      <a:lnTo>
                        <a:pt x="192" y="419"/>
                      </a:lnTo>
                      <a:lnTo>
                        <a:pt x="194" y="416"/>
                      </a:lnTo>
                      <a:lnTo>
                        <a:pt x="195" y="417"/>
                      </a:lnTo>
                      <a:lnTo>
                        <a:pt x="197" y="412"/>
                      </a:lnTo>
                      <a:lnTo>
                        <a:pt x="198" y="408"/>
                      </a:lnTo>
                      <a:lnTo>
                        <a:pt x="200" y="405"/>
                      </a:lnTo>
                      <a:lnTo>
                        <a:pt x="201" y="402"/>
                      </a:lnTo>
                      <a:lnTo>
                        <a:pt x="203" y="400"/>
                      </a:lnTo>
                      <a:lnTo>
                        <a:pt x="204" y="397"/>
                      </a:lnTo>
                      <a:lnTo>
                        <a:pt x="206" y="395"/>
                      </a:lnTo>
                      <a:lnTo>
                        <a:pt x="207" y="395"/>
                      </a:lnTo>
                      <a:lnTo>
                        <a:pt x="209" y="395"/>
                      </a:lnTo>
                      <a:lnTo>
                        <a:pt x="210" y="393"/>
                      </a:lnTo>
                      <a:lnTo>
                        <a:pt x="211" y="396"/>
                      </a:lnTo>
                      <a:lnTo>
                        <a:pt x="213" y="398"/>
                      </a:lnTo>
                      <a:lnTo>
                        <a:pt x="214" y="399"/>
                      </a:lnTo>
                      <a:lnTo>
                        <a:pt x="216" y="401"/>
                      </a:lnTo>
                      <a:lnTo>
                        <a:pt x="217" y="403"/>
                      </a:lnTo>
                      <a:lnTo>
                        <a:pt x="219" y="406"/>
                      </a:lnTo>
                      <a:lnTo>
                        <a:pt x="220" y="405"/>
                      </a:lnTo>
                      <a:lnTo>
                        <a:pt x="222" y="403"/>
                      </a:lnTo>
                      <a:lnTo>
                        <a:pt x="223" y="402"/>
                      </a:lnTo>
                      <a:lnTo>
                        <a:pt x="225" y="402"/>
                      </a:lnTo>
                      <a:lnTo>
                        <a:pt x="226" y="400"/>
                      </a:lnTo>
                      <a:lnTo>
                        <a:pt x="228" y="399"/>
                      </a:lnTo>
                      <a:lnTo>
                        <a:pt x="229" y="399"/>
                      </a:lnTo>
                      <a:lnTo>
                        <a:pt x="231" y="397"/>
                      </a:lnTo>
                      <a:lnTo>
                        <a:pt x="232" y="398"/>
                      </a:lnTo>
                      <a:lnTo>
                        <a:pt x="234" y="399"/>
                      </a:lnTo>
                      <a:lnTo>
                        <a:pt x="235" y="396"/>
                      </a:lnTo>
                      <a:lnTo>
                        <a:pt x="237" y="394"/>
                      </a:lnTo>
                      <a:lnTo>
                        <a:pt x="238" y="395"/>
                      </a:lnTo>
                      <a:lnTo>
                        <a:pt x="239" y="394"/>
                      </a:lnTo>
                      <a:lnTo>
                        <a:pt x="241" y="393"/>
                      </a:lnTo>
                      <a:lnTo>
                        <a:pt x="242" y="392"/>
                      </a:lnTo>
                      <a:lnTo>
                        <a:pt x="244" y="388"/>
                      </a:lnTo>
                      <a:lnTo>
                        <a:pt x="245" y="387"/>
                      </a:lnTo>
                      <a:lnTo>
                        <a:pt x="247" y="388"/>
                      </a:lnTo>
                      <a:lnTo>
                        <a:pt x="248" y="390"/>
                      </a:lnTo>
                      <a:lnTo>
                        <a:pt x="250" y="388"/>
                      </a:lnTo>
                      <a:lnTo>
                        <a:pt x="251" y="390"/>
                      </a:lnTo>
                      <a:lnTo>
                        <a:pt x="253" y="390"/>
                      </a:lnTo>
                      <a:lnTo>
                        <a:pt x="254" y="391"/>
                      </a:lnTo>
                      <a:lnTo>
                        <a:pt x="256" y="389"/>
                      </a:lnTo>
                      <a:lnTo>
                        <a:pt x="257" y="385"/>
                      </a:lnTo>
                      <a:lnTo>
                        <a:pt x="259" y="383"/>
                      </a:lnTo>
                      <a:lnTo>
                        <a:pt x="260" y="380"/>
                      </a:lnTo>
                      <a:lnTo>
                        <a:pt x="262" y="379"/>
                      </a:lnTo>
                      <a:lnTo>
                        <a:pt x="263" y="375"/>
                      </a:lnTo>
                      <a:lnTo>
                        <a:pt x="264" y="375"/>
                      </a:lnTo>
                      <a:lnTo>
                        <a:pt x="266" y="379"/>
                      </a:lnTo>
                      <a:lnTo>
                        <a:pt x="267" y="381"/>
                      </a:lnTo>
                      <a:lnTo>
                        <a:pt x="269" y="381"/>
                      </a:lnTo>
                      <a:lnTo>
                        <a:pt x="270" y="380"/>
                      </a:lnTo>
                      <a:lnTo>
                        <a:pt x="272" y="379"/>
                      </a:lnTo>
                      <a:lnTo>
                        <a:pt x="273" y="379"/>
                      </a:lnTo>
                      <a:lnTo>
                        <a:pt x="275" y="376"/>
                      </a:lnTo>
                      <a:lnTo>
                        <a:pt x="276" y="377"/>
                      </a:lnTo>
                      <a:lnTo>
                        <a:pt x="278" y="378"/>
                      </a:lnTo>
                      <a:lnTo>
                        <a:pt x="279" y="378"/>
                      </a:lnTo>
                      <a:lnTo>
                        <a:pt x="281" y="382"/>
                      </a:lnTo>
                      <a:lnTo>
                        <a:pt x="282" y="383"/>
                      </a:lnTo>
                      <a:lnTo>
                        <a:pt x="284" y="384"/>
                      </a:lnTo>
                      <a:lnTo>
                        <a:pt x="285" y="383"/>
                      </a:lnTo>
                      <a:lnTo>
                        <a:pt x="287" y="382"/>
                      </a:lnTo>
                      <a:lnTo>
                        <a:pt x="288" y="381"/>
                      </a:lnTo>
                      <a:lnTo>
                        <a:pt x="289" y="378"/>
                      </a:lnTo>
                      <a:lnTo>
                        <a:pt x="291" y="376"/>
                      </a:lnTo>
                      <a:lnTo>
                        <a:pt x="292" y="371"/>
                      </a:lnTo>
                      <a:lnTo>
                        <a:pt x="294" y="369"/>
                      </a:lnTo>
                      <a:lnTo>
                        <a:pt x="295" y="365"/>
                      </a:lnTo>
                      <a:lnTo>
                        <a:pt x="297" y="362"/>
                      </a:lnTo>
                      <a:lnTo>
                        <a:pt x="298" y="362"/>
                      </a:lnTo>
                      <a:lnTo>
                        <a:pt x="300" y="358"/>
                      </a:lnTo>
                      <a:lnTo>
                        <a:pt x="301" y="354"/>
                      </a:lnTo>
                      <a:lnTo>
                        <a:pt x="303" y="350"/>
                      </a:lnTo>
                      <a:lnTo>
                        <a:pt x="304" y="346"/>
                      </a:lnTo>
                      <a:lnTo>
                        <a:pt x="306" y="340"/>
                      </a:lnTo>
                      <a:lnTo>
                        <a:pt x="307" y="337"/>
                      </a:lnTo>
                      <a:lnTo>
                        <a:pt x="309" y="334"/>
                      </a:lnTo>
                      <a:lnTo>
                        <a:pt x="310" y="331"/>
                      </a:lnTo>
                      <a:lnTo>
                        <a:pt x="312" y="326"/>
                      </a:lnTo>
                      <a:lnTo>
                        <a:pt x="313" y="323"/>
                      </a:lnTo>
                      <a:lnTo>
                        <a:pt x="314" y="318"/>
                      </a:lnTo>
                      <a:lnTo>
                        <a:pt x="316" y="316"/>
                      </a:lnTo>
                      <a:lnTo>
                        <a:pt x="317" y="314"/>
                      </a:lnTo>
                      <a:lnTo>
                        <a:pt x="319" y="311"/>
                      </a:lnTo>
                      <a:lnTo>
                        <a:pt x="320" y="308"/>
                      </a:lnTo>
                      <a:lnTo>
                        <a:pt x="322" y="308"/>
                      </a:lnTo>
                      <a:lnTo>
                        <a:pt x="323" y="308"/>
                      </a:lnTo>
                      <a:lnTo>
                        <a:pt x="325" y="308"/>
                      </a:lnTo>
                      <a:lnTo>
                        <a:pt x="326" y="302"/>
                      </a:lnTo>
                      <a:lnTo>
                        <a:pt x="328" y="299"/>
                      </a:lnTo>
                      <a:lnTo>
                        <a:pt x="329" y="297"/>
                      </a:lnTo>
                      <a:lnTo>
                        <a:pt x="331" y="294"/>
                      </a:lnTo>
                      <a:lnTo>
                        <a:pt x="332" y="291"/>
                      </a:lnTo>
                      <a:lnTo>
                        <a:pt x="334" y="291"/>
                      </a:lnTo>
                      <a:lnTo>
                        <a:pt x="335" y="289"/>
                      </a:lnTo>
                      <a:lnTo>
                        <a:pt x="337" y="285"/>
                      </a:lnTo>
                      <a:lnTo>
                        <a:pt x="338" y="285"/>
                      </a:lnTo>
                      <a:lnTo>
                        <a:pt x="339" y="285"/>
                      </a:lnTo>
                      <a:lnTo>
                        <a:pt x="341" y="283"/>
                      </a:lnTo>
                      <a:lnTo>
                        <a:pt x="342" y="282"/>
                      </a:lnTo>
                      <a:lnTo>
                        <a:pt x="344" y="278"/>
                      </a:lnTo>
                      <a:lnTo>
                        <a:pt x="345" y="273"/>
                      </a:lnTo>
                      <a:lnTo>
                        <a:pt x="347" y="270"/>
                      </a:lnTo>
                      <a:lnTo>
                        <a:pt x="348" y="266"/>
                      </a:lnTo>
                      <a:lnTo>
                        <a:pt x="350" y="264"/>
                      </a:lnTo>
                      <a:lnTo>
                        <a:pt x="351" y="264"/>
                      </a:lnTo>
                      <a:lnTo>
                        <a:pt x="353" y="263"/>
                      </a:lnTo>
                      <a:lnTo>
                        <a:pt x="354" y="261"/>
                      </a:lnTo>
                      <a:lnTo>
                        <a:pt x="356" y="260"/>
                      </a:lnTo>
                      <a:lnTo>
                        <a:pt x="357" y="257"/>
                      </a:lnTo>
                      <a:lnTo>
                        <a:pt x="359" y="258"/>
                      </a:lnTo>
                      <a:lnTo>
                        <a:pt x="360" y="252"/>
                      </a:lnTo>
                      <a:lnTo>
                        <a:pt x="362" y="250"/>
                      </a:lnTo>
                      <a:lnTo>
                        <a:pt x="363" y="248"/>
                      </a:lnTo>
                      <a:lnTo>
                        <a:pt x="364" y="244"/>
                      </a:lnTo>
                      <a:lnTo>
                        <a:pt x="366" y="245"/>
                      </a:lnTo>
                      <a:lnTo>
                        <a:pt x="367" y="246"/>
                      </a:lnTo>
                      <a:lnTo>
                        <a:pt x="369" y="243"/>
                      </a:lnTo>
                      <a:lnTo>
                        <a:pt x="370" y="244"/>
                      </a:lnTo>
                      <a:lnTo>
                        <a:pt x="372" y="241"/>
                      </a:lnTo>
                      <a:lnTo>
                        <a:pt x="373" y="238"/>
                      </a:lnTo>
                      <a:lnTo>
                        <a:pt x="375" y="237"/>
                      </a:lnTo>
                      <a:lnTo>
                        <a:pt x="376" y="234"/>
                      </a:lnTo>
                      <a:lnTo>
                        <a:pt x="378" y="229"/>
                      </a:lnTo>
                      <a:lnTo>
                        <a:pt x="379" y="225"/>
                      </a:lnTo>
                      <a:lnTo>
                        <a:pt x="381" y="224"/>
                      </a:lnTo>
                      <a:lnTo>
                        <a:pt x="382" y="224"/>
                      </a:lnTo>
                      <a:lnTo>
                        <a:pt x="384" y="222"/>
                      </a:lnTo>
                      <a:lnTo>
                        <a:pt x="385" y="222"/>
                      </a:lnTo>
                      <a:lnTo>
                        <a:pt x="387" y="221"/>
                      </a:lnTo>
                      <a:lnTo>
                        <a:pt x="388" y="221"/>
                      </a:lnTo>
                      <a:lnTo>
                        <a:pt x="389" y="219"/>
                      </a:lnTo>
                      <a:lnTo>
                        <a:pt x="391" y="221"/>
                      </a:lnTo>
                      <a:lnTo>
                        <a:pt x="392" y="220"/>
                      </a:lnTo>
                      <a:lnTo>
                        <a:pt x="394" y="220"/>
                      </a:lnTo>
                      <a:lnTo>
                        <a:pt x="395" y="220"/>
                      </a:lnTo>
                      <a:lnTo>
                        <a:pt x="397" y="220"/>
                      </a:lnTo>
                      <a:lnTo>
                        <a:pt x="398" y="218"/>
                      </a:lnTo>
                      <a:lnTo>
                        <a:pt x="400" y="220"/>
                      </a:lnTo>
                      <a:lnTo>
                        <a:pt x="401" y="219"/>
                      </a:lnTo>
                      <a:lnTo>
                        <a:pt x="403" y="214"/>
                      </a:lnTo>
                      <a:lnTo>
                        <a:pt x="404" y="218"/>
                      </a:lnTo>
                      <a:lnTo>
                        <a:pt x="406" y="209"/>
                      </a:lnTo>
                      <a:lnTo>
                        <a:pt x="407" y="0"/>
                      </a:lnTo>
                      <a:lnTo>
                        <a:pt x="409" y="197"/>
                      </a:lnTo>
                      <a:lnTo>
                        <a:pt x="410" y="199"/>
                      </a:lnTo>
                      <a:lnTo>
                        <a:pt x="412" y="200"/>
                      </a:lnTo>
                      <a:lnTo>
                        <a:pt x="413" y="197"/>
                      </a:lnTo>
                      <a:lnTo>
                        <a:pt x="414" y="200"/>
                      </a:lnTo>
                      <a:lnTo>
                        <a:pt x="416" y="198"/>
                      </a:lnTo>
                      <a:lnTo>
                        <a:pt x="417" y="198"/>
                      </a:lnTo>
                      <a:lnTo>
                        <a:pt x="419" y="199"/>
                      </a:lnTo>
                      <a:lnTo>
                        <a:pt x="420" y="204"/>
                      </a:lnTo>
                      <a:lnTo>
                        <a:pt x="422" y="203"/>
                      </a:lnTo>
                      <a:lnTo>
                        <a:pt x="423" y="205"/>
                      </a:lnTo>
                      <a:lnTo>
                        <a:pt x="425" y="210"/>
                      </a:lnTo>
                      <a:lnTo>
                        <a:pt x="426" y="209"/>
                      </a:lnTo>
                      <a:lnTo>
                        <a:pt x="428" y="211"/>
                      </a:lnTo>
                      <a:lnTo>
                        <a:pt x="429" y="207"/>
                      </a:lnTo>
                      <a:lnTo>
                        <a:pt x="431" y="208"/>
                      </a:lnTo>
                      <a:lnTo>
                        <a:pt x="432" y="209"/>
                      </a:lnTo>
                      <a:lnTo>
                        <a:pt x="434" y="208"/>
                      </a:lnTo>
                      <a:lnTo>
                        <a:pt x="435" y="207"/>
                      </a:lnTo>
                      <a:lnTo>
                        <a:pt x="437" y="209"/>
                      </a:lnTo>
                      <a:lnTo>
                        <a:pt x="438" y="213"/>
                      </a:lnTo>
                      <a:lnTo>
                        <a:pt x="440" y="213"/>
                      </a:lnTo>
                      <a:lnTo>
                        <a:pt x="441" y="212"/>
                      </a:lnTo>
                      <a:lnTo>
                        <a:pt x="442" y="214"/>
                      </a:lnTo>
                      <a:lnTo>
                        <a:pt x="444" y="220"/>
                      </a:lnTo>
                      <a:lnTo>
                        <a:pt x="445" y="223"/>
                      </a:lnTo>
                      <a:lnTo>
                        <a:pt x="447" y="226"/>
                      </a:lnTo>
                      <a:lnTo>
                        <a:pt x="448" y="227"/>
                      </a:lnTo>
                      <a:lnTo>
                        <a:pt x="450" y="229"/>
                      </a:lnTo>
                      <a:lnTo>
                        <a:pt x="451" y="228"/>
                      </a:lnTo>
                      <a:lnTo>
                        <a:pt x="453" y="227"/>
                      </a:lnTo>
                      <a:lnTo>
                        <a:pt x="454" y="225"/>
                      </a:lnTo>
                      <a:lnTo>
                        <a:pt x="456" y="222"/>
                      </a:lnTo>
                      <a:lnTo>
                        <a:pt x="457" y="220"/>
                      </a:lnTo>
                      <a:lnTo>
                        <a:pt x="459" y="219"/>
                      </a:lnTo>
                      <a:lnTo>
                        <a:pt x="460" y="218"/>
                      </a:lnTo>
                      <a:lnTo>
                        <a:pt x="462" y="215"/>
                      </a:lnTo>
                      <a:lnTo>
                        <a:pt x="463" y="216"/>
                      </a:lnTo>
                      <a:lnTo>
                        <a:pt x="465" y="216"/>
                      </a:lnTo>
                      <a:lnTo>
                        <a:pt x="466" y="220"/>
                      </a:lnTo>
                      <a:lnTo>
                        <a:pt x="467" y="225"/>
                      </a:lnTo>
                      <a:lnTo>
                        <a:pt x="469" y="227"/>
                      </a:lnTo>
                      <a:lnTo>
                        <a:pt x="470" y="230"/>
                      </a:lnTo>
                      <a:lnTo>
                        <a:pt x="472" y="230"/>
                      </a:lnTo>
                      <a:lnTo>
                        <a:pt x="473" y="232"/>
                      </a:lnTo>
                      <a:lnTo>
                        <a:pt x="475" y="234"/>
                      </a:lnTo>
                      <a:lnTo>
                        <a:pt x="476" y="232"/>
                      </a:lnTo>
                      <a:lnTo>
                        <a:pt x="478" y="232"/>
                      </a:lnTo>
                      <a:lnTo>
                        <a:pt x="479" y="232"/>
                      </a:lnTo>
                      <a:lnTo>
                        <a:pt x="481" y="237"/>
                      </a:lnTo>
                      <a:lnTo>
                        <a:pt x="482" y="239"/>
                      </a:lnTo>
                      <a:lnTo>
                        <a:pt x="484" y="237"/>
                      </a:lnTo>
                      <a:lnTo>
                        <a:pt x="485" y="240"/>
                      </a:lnTo>
                      <a:lnTo>
                        <a:pt x="487" y="241"/>
                      </a:lnTo>
                      <a:lnTo>
                        <a:pt x="488" y="244"/>
                      </a:lnTo>
                      <a:lnTo>
                        <a:pt x="490" y="245"/>
                      </a:lnTo>
                      <a:lnTo>
                        <a:pt x="491" y="244"/>
                      </a:lnTo>
                      <a:lnTo>
                        <a:pt x="492" y="245"/>
                      </a:lnTo>
                      <a:lnTo>
                        <a:pt x="494" y="244"/>
                      </a:lnTo>
                      <a:lnTo>
                        <a:pt x="495" y="243"/>
                      </a:lnTo>
                      <a:lnTo>
                        <a:pt x="497" y="243"/>
                      </a:lnTo>
                      <a:lnTo>
                        <a:pt x="498" y="246"/>
                      </a:lnTo>
                      <a:lnTo>
                        <a:pt x="500" y="249"/>
                      </a:lnTo>
                      <a:lnTo>
                        <a:pt x="501" y="251"/>
                      </a:lnTo>
                      <a:lnTo>
                        <a:pt x="503" y="252"/>
                      </a:lnTo>
                      <a:lnTo>
                        <a:pt x="504" y="254"/>
                      </a:lnTo>
                      <a:lnTo>
                        <a:pt x="506" y="255"/>
                      </a:lnTo>
                      <a:lnTo>
                        <a:pt x="507" y="257"/>
                      </a:lnTo>
                      <a:lnTo>
                        <a:pt x="509" y="255"/>
                      </a:lnTo>
                      <a:lnTo>
                        <a:pt x="510" y="254"/>
                      </a:lnTo>
                      <a:lnTo>
                        <a:pt x="512" y="253"/>
                      </a:lnTo>
                      <a:lnTo>
                        <a:pt x="513" y="254"/>
                      </a:lnTo>
                      <a:lnTo>
                        <a:pt x="515" y="254"/>
                      </a:lnTo>
                      <a:lnTo>
                        <a:pt x="516" y="254"/>
                      </a:lnTo>
                      <a:lnTo>
                        <a:pt x="517" y="256"/>
                      </a:lnTo>
                      <a:lnTo>
                        <a:pt x="519" y="259"/>
                      </a:lnTo>
                      <a:lnTo>
                        <a:pt x="520" y="260"/>
                      </a:lnTo>
                      <a:lnTo>
                        <a:pt x="522" y="259"/>
                      </a:lnTo>
                      <a:lnTo>
                        <a:pt x="523" y="258"/>
                      </a:lnTo>
                      <a:lnTo>
                        <a:pt x="525" y="259"/>
                      </a:lnTo>
                      <a:lnTo>
                        <a:pt x="526" y="261"/>
                      </a:lnTo>
                      <a:lnTo>
                        <a:pt x="528" y="262"/>
                      </a:lnTo>
                      <a:lnTo>
                        <a:pt x="529" y="265"/>
                      </a:lnTo>
                      <a:lnTo>
                        <a:pt x="531" y="264"/>
                      </a:lnTo>
                      <a:lnTo>
                        <a:pt x="532" y="267"/>
                      </a:lnTo>
                      <a:lnTo>
                        <a:pt x="534" y="266"/>
                      </a:lnTo>
                      <a:lnTo>
                        <a:pt x="535" y="269"/>
                      </a:lnTo>
                      <a:lnTo>
                        <a:pt x="537" y="270"/>
                      </a:lnTo>
                      <a:lnTo>
                        <a:pt x="538" y="269"/>
                      </a:lnTo>
                      <a:lnTo>
                        <a:pt x="540" y="268"/>
                      </a:lnTo>
                      <a:lnTo>
                        <a:pt x="541" y="267"/>
                      </a:lnTo>
                      <a:lnTo>
                        <a:pt x="542" y="266"/>
                      </a:lnTo>
                      <a:lnTo>
                        <a:pt x="544" y="267"/>
                      </a:lnTo>
                      <a:lnTo>
                        <a:pt x="545" y="267"/>
                      </a:lnTo>
                      <a:lnTo>
                        <a:pt x="547" y="267"/>
                      </a:lnTo>
                      <a:lnTo>
                        <a:pt x="548" y="264"/>
                      </a:lnTo>
                      <a:lnTo>
                        <a:pt x="550" y="268"/>
                      </a:lnTo>
                      <a:lnTo>
                        <a:pt x="551" y="270"/>
                      </a:lnTo>
                      <a:lnTo>
                        <a:pt x="553" y="268"/>
                      </a:lnTo>
                      <a:lnTo>
                        <a:pt x="554" y="270"/>
                      </a:lnTo>
                      <a:lnTo>
                        <a:pt x="556" y="270"/>
                      </a:lnTo>
                      <a:lnTo>
                        <a:pt x="557" y="275"/>
                      </a:lnTo>
                      <a:lnTo>
                        <a:pt x="559" y="276"/>
                      </a:lnTo>
                      <a:lnTo>
                        <a:pt x="560" y="280"/>
                      </a:lnTo>
                      <a:lnTo>
                        <a:pt x="562" y="282"/>
                      </a:lnTo>
                      <a:lnTo>
                        <a:pt x="563" y="284"/>
                      </a:lnTo>
                      <a:lnTo>
                        <a:pt x="565" y="287"/>
                      </a:lnTo>
                      <a:lnTo>
                        <a:pt x="566" y="287"/>
                      </a:lnTo>
                      <a:lnTo>
                        <a:pt x="567" y="288"/>
                      </a:lnTo>
                      <a:lnTo>
                        <a:pt x="569" y="286"/>
                      </a:lnTo>
                      <a:lnTo>
                        <a:pt x="570" y="284"/>
                      </a:lnTo>
                      <a:lnTo>
                        <a:pt x="572" y="281"/>
                      </a:lnTo>
                      <a:lnTo>
                        <a:pt x="573" y="280"/>
                      </a:lnTo>
                      <a:lnTo>
                        <a:pt x="575" y="282"/>
                      </a:lnTo>
                      <a:lnTo>
                        <a:pt x="576" y="282"/>
                      </a:lnTo>
                      <a:lnTo>
                        <a:pt x="578" y="281"/>
                      </a:lnTo>
                      <a:lnTo>
                        <a:pt x="579" y="281"/>
                      </a:lnTo>
                      <a:lnTo>
                        <a:pt x="581" y="279"/>
                      </a:lnTo>
                      <a:lnTo>
                        <a:pt x="582" y="276"/>
                      </a:lnTo>
                      <a:lnTo>
                        <a:pt x="584" y="276"/>
                      </a:lnTo>
                      <a:lnTo>
                        <a:pt x="585" y="276"/>
                      </a:lnTo>
                      <a:lnTo>
                        <a:pt x="587" y="274"/>
                      </a:lnTo>
                      <a:lnTo>
                        <a:pt x="588" y="276"/>
                      </a:lnTo>
                      <a:lnTo>
                        <a:pt x="590" y="278"/>
                      </a:lnTo>
                      <a:lnTo>
                        <a:pt x="591" y="282"/>
                      </a:lnTo>
                      <a:lnTo>
                        <a:pt x="592" y="284"/>
                      </a:lnTo>
                      <a:lnTo>
                        <a:pt x="594" y="286"/>
                      </a:lnTo>
                      <a:lnTo>
                        <a:pt x="595" y="288"/>
                      </a:lnTo>
                      <a:lnTo>
                        <a:pt x="597" y="288"/>
                      </a:lnTo>
                      <a:lnTo>
                        <a:pt x="598" y="284"/>
                      </a:lnTo>
                      <a:lnTo>
                        <a:pt x="600" y="285"/>
                      </a:lnTo>
                      <a:lnTo>
                        <a:pt x="601" y="286"/>
                      </a:lnTo>
                      <a:lnTo>
                        <a:pt x="603" y="287"/>
                      </a:lnTo>
                      <a:lnTo>
                        <a:pt x="604" y="288"/>
                      </a:lnTo>
                      <a:lnTo>
                        <a:pt x="606" y="290"/>
                      </a:lnTo>
                      <a:lnTo>
                        <a:pt x="607" y="292"/>
                      </a:lnTo>
                      <a:lnTo>
                        <a:pt x="609" y="292"/>
                      </a:lnTo>
                      <a:lnTo>
                        <a:pt x="610" y="292"/>
                      </a:lnTo>
                      <a:lnTo>
                        <a:pt x="612" y="291"/>
                      </a:lnTo>
                      <a:lnTo>
                        <a:pt x="613" y="289"/>
                      </a:lnTo>
                      <a:lnTo>
                        <a:pt x="615" y="288"/>
                      </a:lnTo>
                      <a:lnTo>
                        <a:pt x="616" y="289"/>
                      </a:lnTo>
                      <a:lnTo>
                        <a:pt x="617" y="289"/>
                      </a:lnTo>
                      <a:lnTo>
                        <a:pt x="619" y="290"/>
                      </a:lnTo>
                      <a:lnTo>
                        <a:pt x="620" y="293"/>
                      </a:lnTo>
                      <a:lnTo>
                        <a:pt x="622" y="295"/>
                      </a:lnTo>
                      <a:lnTo>
                        <a:pt x="623" y="295"/>
                      </a:lnTo>
                      <a:lnTo>
                        <a:pt x="625" y="297"/>
                      </a:lnTo>
                      <a:lnTo>
                        <a:pt x="626" y="297"/>
                      </a:lnTo>
                      <a:lnTo>
                        <a:pt x="628" y="298"/>
                      </a:lnTo>
                      <a:lnTo>
                        <a:pt x="629" y="301"/>
                      </a:lnTo>
                      <a:lnTo>
                        <a:pt x="631" y="298"/>
                      </a:lnTo>
                      <a:lnTo>
                        <a:pt x="632" y="301"/>
                      </a:lnTo>
                      <a:lnTo>
                        <a:pt x="634" y="305"/>
                      </a:lnTo>
                      <a:lnTo>
                        <a:pt x="635" y="305"/>
                      </a:lnTo>
                      <a:lnTo>
                        <a:pt x="637" y="307"/>
                      </a:lnTo>
                      <a:lnTo>
                        <a:pt x="638" y="310"/>
                      </a:lnTo>
                      <a:lnTo>
                        <a:pt x="640" y="309"/>
                      </a:lnTo>
                      <a:lnTo>
                        <a:pt x="641" y="312"/>
                      </a:lnTo>
                      <a:lnTo>
                        <a:pt x="643" y="311"/>
                      </a:lnTo>
                      <a:lnTo>
                        <a:pt x="644" y="309"/>
                      </a:lnTo>
                      <a:lnTo>
                        <a:pt x="645" y="311"/>
                      </a:lnTo>
                      <a:lnTo>
                        <a:pt x="647" y="310"/>
                      </a:lnTo>
                      <a:lnTo>
                        <a:pt x="648" y="309"/>
                      </a:lnTo>
                      <a:lnTo>
                        <a:pt x="650" y="307"/>
                      </a:lnTo>
                      <a:lnTo>
                        <a:pt x="651" y="306"/>
                      </a:lnTo>
                      <a:lnTo>
                        <a:pt x="653" y="305"/>
                      </a:lnTo>
                      <a:lnTo>
                        <a:pt x="654" y="310"/>
                      </a:lnTo>
                      <a:lnTo>
                        <a:pt x="656" y="309"/>
                      </a:lnTo>
                      <a:lnTo>
                        <a:pt x="657" y="309"/>
                      </a:lnTo>
                      <a:lnTo>
                        <a:pt x="659" y="309"/>
                      </a:lnTo>
                      <a:lnTo>
                        <a:pt x="660" y="313"/>
                      </a:lnTo>
                      <a:lnTo>
                        <a:pt x="662" y="313"/>
                      </a:lnTo>
                      <a:lnTo>
                        <a:pt x="663" y="317"/>
                      </a:lnTo>
                      <a:lnTo>
                        <a:pt x="665" y="315"/>
                      </a:lnTo>
                      <a:lnTo>
                        <a:pt x="666" y="314"/>
                      </a:lnTo>
                      <a:lnTo>
                        <a:pt x="668" y="314"/>
                      </a:lnTo>
                      <a:lnTo>
                        <a:pt x="669" y="309"/>
                      </a:lnTo>
                      <a:lnTo>
                        <a:pt x="670" y="308"/>
                      </a:lnTo>
                      <a:lnTo>
                        <a:pt x="672" y="309"/>
                      </a:lnTo>
                      <a:lnTo>
                        <a:pt x="673" y="308"/>
                      </a:lnTo>
                      <a:lnTo>
                        <a:pt x="675" y="309"/>
                      </a:lnTo>
                      <a:lnTo>
                        <a:pt x="676" y="313"/>
                      </a:lnTo>
                      <a:lnTo>
                        <a:pt x="678" y="314"/>
                      </a:lnTo>
                      <a:lnTo>
                        <a:pt x="679" y="312"/>
                      </a:lnTo>
                      <a:lnTo>
                        <a:pt x="681" y="311"/>
                      </a:lnTo>
                      <a:lnTo>
                        <a:pt x="682" y="310"/>
                      </a:lnTo>
                      <a:lnTo>
                        <a:pt x="684" y="310"/>
                      </a:lnTo>
                      <a:lnTo>
                        <a:pt x="685" y="309"/>
                      </a:lnTo>
                      <a:lnTo>
                        <a:pt x="687" y="313"/>
                      </a:lnTo>
                      <a:lnTo>
                        <a:pt x="688" y="311"/>
                      </a:lnTo>
                      <a:lnTo>
                        <a:pt x="690" y="317"/>
                      </a:lnTo>
                      <a:lnTo>
                        <a:pt x="691" y="318"/>
                      </a:lnTo>
                      <a:lnTo>
                        <a:pt x="693" y="318"/>
                      </a:lnTo>
                      <a:lnTo>
                        <a:pt x="694" y="319"/>
                      </a:lnTo>
                      <a:lnTo>
                        <a:pt x="695" y="317"/>
                      </a:lnTo>
                      <a:lnTo>
                        <a:pt x="697" y="317"/>
                      </a:lnTo>
                      <a:lnTo>
                        <a:pt x="698" y="319"/>
                      </a:lnTo>
                      <a:lnTo>
                        <a:pt x="700" y="317"/>
                      </a:lnTo>
                      <a:lnTo>
                        <a:pt x="701" y="319"/>
                      </a:lnTo>
                      <a:lnTo>
                        <a:pt x="703" y="322"/>
                      </a:lnTo>
                      <a:lnTo>
                        <a:pt x="704" y="325"/>
                      </a:lnTo>
                      <a:lnTo>
                        <a:pt x="706" y="327"/>
                      </a:lnTo>
                      <a:lnTo>
                        <a:pt x="707" y="331"/>
                      </a:lnTo>
                      <a:lnTo>
                        <a:pt x="709" y="334"/>
                      </a:lnTo>
                      <a:lnTo>
                        <a:pt x="710" y="338"/>
                      </a:lnTo>
                      <a:lnTo>
                        <a:pt x="712" y="341"/>
                      </a:lnTo>
                      <a:lnTo>
                        <a:pt x="713" y="341"/>
                      </a:lnTo>
                      <a:lnTo>
                        <a:pt x="715" y="342"/>
                      </a:lnTo>
                      <a:lnTo>
                        <a:pt x="716" y="343"/>
                      </a:lnTo>
                      <a:lnTo>
                        <a:pt x="718" y="344"/>
                      </a:lnTo>
                      <a:lnTo>
                        <a:pt x="719" y="341"/>
                      </a:lnTo>
                      <a:lnTo>
                        <a:pt x="720" y="340"/>
                      </a:lnTo>
                      <a:lnTo>
                        <a:pt x="722" y="339"/>
                      </a:lnTo>
                      <a:lnTo>
                        <a:pt x="723" y="337"/>
                      </a:lnTo>
                      <a:lnTo>
                        <a:pt x="725" y="338"/>
                      </a:lnTo>
                      <a:lnTo>
                        <a:pt x="726" y="337"/>
                      </a:lnTo>
                      <a:lnTo>
                        <a:pt x="728" y="337"/>
                      </a:lnTo>
                      <a:lnTo>
                        <a:pt x="729" y="338"/>
                      </a:lnTo>
                      <a:lnTo>
                        <a:pt x="731" y="339"/>
                      </a:lnTo>
                      <a:lnTo>
                        <a:pt x="732" y="340"/>
                      </a:lnTo>
                      <a:lnTo>
                        <a:pt x="734" y="343"/>
                      </a:lnTo>
                      <a:lnTo>
                        <a:pt x="735" y="342"/>
                      </a:lnTo>
                      <a:lnTo>
                        <a:pt x="737" y="344"/>
                      </a:lnTo>
                      <a:lnTo>
                        <a:pt x="738" y="345"/>
                      </a:lnTo>
                      <a:lnTo>
                        <a:pt x="740" y="345"/>
                      </a:lnTo>
                      <a:lnTo>
                        <a:pt x="741" y="346"/>
                      </a:lnTo>
                      <a:lnTo>
                        <a:pt x="743" y="348"/>
                      </a:lnTo>
                      <a:lnTo>
                        <a:pt x="744" y="347"/>
                      </a:lnTo>
                      <a:lnTo>
                        <a:pt x="745" y="347"/>
                      </a:lnTo>
                      <a:lnTo>
                        <a:pt x="747" y="348"/>
                      </a:lnTo>
                      <a:lnTo>
                        <a:pt x="748" y="352"/>
                      </a:lnTo>
                      <a:lnTo>
                        <a:pt x="750" y="354"/>
                      </a:lnTo>
                      <a:lnTo>
                        <a:pt x="751" y="354"/>
                      </a:lnTo>
                      <a:lnTo>
                        <a:pt x="753" y="351"/>
                      </a:lnTo>
                      <a:lnTo>
                        <a:pt x="754" y="353"/>
                      </a:lnTo>
                      <a:lnTo>
                        <a:pt x="756" y="353"/>
                      </a:lnTo>
                      <a:lnTo>
                        <a:pt x="757" y="352"/>
                      </a:lnTo>
                      <a:lnTo>
                        <a:pt x="759" y="354"/>
                      </a:lnTo>
                      <a:lnTo>
                        <a:pt x="760" y="355"/>
                      </a:lnTo>
                      <a:lnTo>
                        <a:pt x="762" y="354"/>
                      </a:lnTo>
                      <a:lnTo>
                        <a:pt x="763" y="355"/>
                      </a:lnTo>
                      <a:lnTo>
                        <a:pt x="765" y="358"/>
                      </a:lnTo>
                      <a:lnTo>
                        <a:pt x="766" y="356"/>
                      </a:lnTo>
                      <a:lnTo>
                        <a:pt x="768" y="356"/>
                      </a:lnTo>
                      <a:lnTo>
                        <a:pt x="769" y="354"/>
                      </a:lnTo>
                      <a:lnTo>
                        <a:pt x="770" y="356"/>
                      </a:lnTo>
                      <a:lnTo>
                        <a:pt x="772" y="356"/>
                      </a:lnTo>
                      <a:lnTo>
                        <a:pt x="773" y="356"/>
                      </a:lnTo>
                      <a:lnTo>
                        <a:pt x="775" y="359"/>
                      </a:lnTo>
                      <a:lnTo>
                        <a:pt x="776" y="358"/>
                      </a:lnTo>
                      <a:lnTo>
                        <a:pt x="778" y="362"/>
                      </a:lnTo>
                      <a:lnTo>
                        <a:pt x="779" y="362"/>
                      </a:lnTo>
                      <a:lnTo>
                        <a:pt x="781" y="363"/>
                      </a:lnTo>
                      <a:lnTo>
                        <a:pt x="782" y="362"/>
                      </a:lnTo>
                      <a:lnTo>
                        <a:pt x="784" y="362"/>
                      </a:lnTo>
                      <a:lnTo>
                        <a:pt x="785" y="362"/>
                      </a:lnTo>
                      <a:lnTo>
                        <a:pt x="787" y="364"/>
                      </a:lnTo>
                      <a:lnTo>
                        <a:pt x="788" y="362"/>
                      </a:lnTo>
                      <a:lnTo>
                        <a:pt x="790" y="364"/>
                      </a:lnTo>
                      <a:lnTo>
                        <a:pt x="791" y="367"/>
                      </a:lnTo>
                      <a:lnTo>
                        <a:pt x="793" y="367"/>
                      </a:lnTo>
                      <a:lnTo>
                        <a:pt x="794" y="367"/>
                      </a:lnTo>
                      <a:lnTo>
                        <a:pt x="795" y="366"/>
                      </a:lnTo>
                      <a:lnTo>
                        <a:pt x="797" y="366"/>
                      </a:lnTo>
                      <a:lnTo>
                        <a:pt x="798" y="368"/>
                      </a:lnTo>
                      <a:lnTo>
                        <a:pt x="800" y="368"/>
                      </a:lnTo>
                      <a:lnTo>
                        <a:pt x="801" y="367"/>
                      </a:lnTo>
                      <a:lnTo>
                        <a:pt x="803" y="369"/>
                      </a:lnTo>
                      <a:lnTo>
                        <a:pt x="804" y="371"/>
                      </a:lnTo>
                      <a:lnTo>
                        <a:pt x="806" y="370"/>
                      </a:lnTo>
                      <a:lnTo>
                        <a:pt x="807" y="370"/>
                      </a:lnTo>
                      <a:lnTo>
                        <a:pt x="809" y="370"/>
                      </a:lnTo>
                      <a:lnTo>
                        <a:pt x="810" y="370"/>
                      </a:lnTo>
                      <a:lnTo>
                        <a:pt x="812" y="368"/>
                      </a:lnTo>
                      <a:lnTo>
                        <a:pt x="813" y="369"/>
                      </a:lnTo>
                      <a:lnTo>
                        <a:pt x="815" y="370"/>
                      </a:lnTo>
                      <a:lnTo>
                        <a:pt x="816" y="372"/>
                      </a:lnTo>
                      <a:lnTo>
                        <a:pt x="818" y="370"/>
                      </a:lnTo>
                      <a:lnTo>
                        <a:pt x="819" y="375"/>
                      </a:lnTo>
                      <a:lnTo>
                        <a:pt x="820" y="378"/>
                      </a:lnTo>
                      <a:lnTo>
                        <a:pt x="822" y="380"/>
                      </a:lnTo>
                      <a:lnTo>
                        <a:pt x="823" y="380"/>
                      </a:lnTo>
                      <a:lnTo>
                        <a:pt x="825" y="380"/>
                      </a:lnTo>
                      <a:lnTo>
                        <a:pt x="826" y="381"/>
                      </a:lnTo>
                      <a:lnTo>
                        <a:pt x="828" y="382"/>
                      </a:lnTo>
                      <a:lnTo>
                        <a:pt x="829" y="382"/>
                      </a:lnTo>
                      <a:lnTo>
                        <a:pt x="831" y="379"/>
                      </a:lnTo>
                      <a:lnTo>
                        <a:pt x="832" y="379"/>
                      </a:lnTo>
                      <a:lnTo>
                        <a:pt x="834" y="376"/>
                      </a:lnTo>
                      <a:lnTo>
                        <a:pt x="835" y="376"/>
                      </a:lnTo>
                      <a:lnTo>
                        <a:pt x="837" y="376"/>
                      </a:lnTo>
                      <a:lnTo>
                        <a:pt x="838" y="375"/>
                      </a:lnTo>
                      <a:lnTo>
                        <a:pt x="840" y="376"/>
                      </a:lnTo>
                      <a:lnTo>
                        <a:pt x="841" y="378"/>
                      </a:lnTo>
                      <a:lnTo>
                        <a:pt x="843" y="376"/>
                      </a:lnTo>
                      <a:lnTo>
                        <a:pt x="844" y="376"/>
                      </a:lnTo>
                      <a:lnTo>
                        <a:pt x="846" y="377"/>
                      </a:lnTo>
                      <a:lnTo>
                        <a:pt x="847" y="378"/>
                      </a:lnTo>
                      <a:lnTo>
                        <a:pt x="848" y="377"/>
                      </a:lnTo>
                      <a:lnTo>
                        <a:pt x="850" y="379"/>
                      </a:lnTo>
                      <a:lnTo>
                        <a:pt x="851" y="380"/>
                      </a:lnTo>
                      <a:lnTo>
                        <a:pt x="853" y="384"/>
                      </a:lnTo>
                      <a:lnTo>
                        <a:pt x="854" y="382"/>
                      </a:lnTo>
                      <a:lnTo>
                        <a:pt x="856" y="382"/>
                      </a:lnTo>
                      <a:lnTo>
                        <a:pt x="857" y="382"/>
                      </a:lnTo>
                      <a:lnTo>
                        <a:pt x="859" y="380"/>
                      </a:lnTo>
                      <a:lnTo>
                        <a:pt x="860" y="382"/>
                      </a:lnTo>
                      <a:lnTo>
                        <a:pt x="862" y="382"/>
                      </a:lnTo>
                      <a:lnTo>
                        <a:pt x="863" y="380"/>
                      </a:lnTo>
                      <a:lnTo>
                        <a:pt x="865" y="379"/>
                      </a:lnTo>
                      <a:lnTo>
                        <a:pt x="866" y="382"/>
                      </a:lnTo>
                      <a:lnTo>
                        <a:pt x="868" y="384"/>
                      </a:lnTo>
                      <a:lnTo>
                        <a:pt x="869" y="384"/>
                      </a:lnTo>
                      <a:lnTo>
                        <a:pt x="871" y="383"/>
                      </a:lnTo>
                      <a:lnTo>
                        <a:pt x="872" y="385"/>
                      </a:lnTo>
                      <a:lnTo>
                        <a:pt x="873" y="387"/>
                      </a:lnTo>
                      <a:lnTo>
                        <a:pt x="875" y="387"/>
                      </a:lnTo>
                      <a:lnTo>
                        <a:pt x="876" y="387"/>
                      </a:lnTo>
                      <a:lnTo>
                        <a:pt x="878" y="388"/>
                      </a:lnTo>
                      <a:lnTo>
                        <a:pt x="879" y="392"/>
                      </a:lnTo>
                      <a:lnTo>
                        <a:pt x="881" y="392"/>
                      </a:lnTo>
                      <a:lnTo>
                        <a:pt x="882" y="389"/>
                      </a:lnTo>
                      <a:lnTo>
                        <a:pt x="884" y="391"/>
                      </a:lnTo>
                      <a:lnTo>
                        <a:pt x="885" y="391"/>
                      </a:lnTo>
                      <a:lnTo>
                        <a:pt x="887" y="391"/>
                      </a:lnTo>
                      <a:lnTo>
                        <a:pt x="888" y="389"/>
                      </a:lnTo>
                      <a:lnTo>
                        <a:pt x="890" y="386"/>
                      </a:lnTo>
                      <a:lnTo>
                        <a:pt x="891" y="390"/>
                      </a:lnTo>
                      <a:lnTo>
                        <a:pt x="893" y="393"/>
                      </a:lnTo>
                      <a:lnTo>
                        <a:pt x="894" y="394"/>
                      </a:lnTo>
                      <a:lnTo>
                        <a:pt x="896" y="393"/>
                      </a:lnTo>
                      <a:lnTo>
                        <a:pt x="897" y="396"/>
                      </a:lnTo>
                      <a:lnTo>
                        <a:pt x="898" y="399"/>
                      </a:lnTo>
                      <a:lnTo>
                        <a:pt x="900" y="400"/>
                      </a:lnTo>
                      <a:lnTo>
                        <a:pt x="901" y="399"/>
                      </a:lnTo>
                      <a:lnTo>
                        <a:pt x="903" y="396"/>
                      </a:lnTo>
                      <a:lnTo>
                        <a:pt x="904" y="400"/>
                      </a:lnTo>
                      <a:lnTo>
                        <a:pt x="906" y="402"/>
                      </a:lnTo>
                      <a:lnTo>
                        <a:pt x="907" y="400"/>
                      </a:lnTo>
                      <a:lnTo>
                        <a:pt x="909" y="399"/>
                      </a:lnTo>
                      <a:lnTo>
                        <a:pt x="910" y="397"/>
                      </a:lnTo>
                      <a:lnTo>
                        <a:pt x="912" y="397"/>
                      </a:lnTo>
                      <a:lnTo>
                        <a:pt x="913" y="398"/>
                      </a:lnTo>
                      <a:lnTo>
                        <a:pt x="915" y="399"/>
                      </a:lnTo>
                      <a:lnTo>
                        <a:pt x="916" y="399"/>
                      </a:lnTo>
                      <a:lnTo>
                        <a:pt x="918" y="403"/>
                      </a:lnTo>
                      <a:lnTo>
                        <a:pt x="919" y="405"/>
                      </a:lnTo>
                      <a:lnTo>
                        <a:pt x="921" y="408"/>
                      </a:lnTo>
                      <a:lnTo>
                        <a:pt x="922" y="407"/>
                      </a:lnTo>
                      <a:lnTo>
                        <a:pt x="923" y="406"/>
                      </a:lnTo>
                      <a:lnTo>
                        <a:pt x="925" y="403"/>
                      </a:lnTo>
                      <a:lnTo>
                        <a:pt x="926" y="401"/>
                      </a:lnTo>
                      <a:lnTo>
                        <a:pt x="928" y="401"/>
                      </a:lnTo>
                      <a:lnTo>
                        <a:pt x="929" y="402"/>
                      </a:lnTo>
                      <a:lnTo>
                        <a:pt x="931" y="403"/>
                      </a:lnTo>
                      <a:lnTo>
                        <a:pt x="932" y="403"/>
                      </a:lnTo>
                      <a:lnTo>
                        <a:pt x="934" y="404"/>
                      </a:lnTo>
                      <a:lnTo>
                        <a:pt x="935" y="405"/>
                      </a:lnTo>
                      <a:lnTo>
                        <a:pt x="937" y="404"/>
                      </a:lnTo>
                      <a:lnTo>
                        <a:pt x="938" y="407"/>
                      </a:lnTo>
                      <a:lnTo>
                        <a:pt x="940" y="409"/>
                      </a:lnTo>
                      <a:lnTo>
                        <a:pt x="941" y="408"/>
                      </a:lnTo>
                      <a:lnTo>
                        <a:pt x="943" y="410"/>
                      </a:lnTo>
                      <a:lnTo>
                        <a:pt x="944" y="412"/>
                      </a:lnTo>
                      <a:lnTo>
                        <a:pt x="946" y="413"/>
                      </a:lnTo>
                      <a:lnTo>
                        <a:pt x="947" y="413"/>
                      </a:lnTo>
                      <a:lnTo>
                        <a:pt x="948" y="415"/>
                      </a:lnTo>
                      <a:lnTo>
                        <a:pt x="950" y="413"/>
                      </a:lnTo>
                      <a:lnTo>
                        <a:pt x="951" y="415"/>
                      </a:lnTo>
                      <a:lnTo>
                        <a:pt x="953" y="417"/>
                      </a:lnTo>
                      <a:lnTo>
                        <a:pt x="954" y="415"/>
                      </a:lnTo>
                      <a:lnTo>
                        <a:pt x="956" y="413"/>
                      </a:lnTo>
                      <a:lnTo>
                        <a:pt x="957" y="414"/>
                      </a:lnTo>
                      <a:lnTo>
                        <a:pt x="959" y="417"/>
                      </a:lnTo>
                      <a:lnTo>
                        <a:pt x="960" y="416"/>
                      </a:lnTo>
                      <a:lnTo>
                        <a:pt x="962" y="415"/>
                      </a:lnTo>
                      <a:lnTo>
                        <a:pt x="963" y="414"/>
                      </a:lnTo>
                      <a:lnTo>
                        <a:pt x="965" y="417"/>
                      </a:lnTo>
                      <a:lnTo>
                        <a:pt x="966" y="420"/>
                      </a:lnTo>
                      <a:lnTo>
                        <a:pt x="968" y="422"/>
                      </a:lnTo>
                      <a:lnTo>
                        <a:pt x="969" y="421"/>
                      </a:lnTo>
                      <a:lnTo>
                        <a:pt x="971" y="426"/>
                      </a:lnTo>
                      <a:lnTo>
                        <a:pt x="972" y="426"/>
                      </a:lnTo>
                      <a:lnTo>
                        <a:pt x="973" y="425"/>
                      </a:lnTo>
                      <a:lnTo>
                        <a:pt x="975" y="424"/>
                      </a:lnTo>
                      <a:lnTo>
                        <a:pt x="976" y="421"/>
                      </a:lnTo>
                      <a:lnTo>
                        <a:pt x="978" y="418"/>
                      </a:lnTo>
                      <a:lnTo>
                        <a:pt x="979" y="416"/>
                      </a:lnTo>
                      <a:lnTo>
                        <a:pt x="981" y="416"/>
                      </a:lnTo>
                      <a:lnTo>
                        <a:pt x="982" y="413"/>
                      </a:lnTo>
                      <a:lnTo>
                        <a:pt x="984" y="412"/>
                      </a:lnTo>
                      <a:lnTo>
                        <a:pt x="985" y="412"/>
                      </a:lnTo>
                      <a:lnTo>
                        <a:pt x="987" y="416"/>
                      </a:lnTo>
                      <a:lnTo>
                        <a:pt x="988" y="417"/>
                      </a:lnTo>
                      <a:lnTo>
                        <a:pt x="990" y="423"/>
                      </a:lnTo>
                      <a:lnTo>
                        <a:pt x="991" y="423"/>
                      </a:lnTo>
                      <a:lnTo>
                        <a:pt x="993" y="421"/>
                      </a:lnTo>
                      <a:lnTo>
                        <a:pt x="994" y="422"/>
                      </a:lnTo>
                      <a:lnTo>
                        <a:pt x="996" y="424"/>
                      </a:lnTo>
                      <a:lnTo>
                        <a:pt x="997" y="420"/>
                      </a:lnTo>
                      <a:lnTo>
                        <a:pt x="998" y="421"/>
                      </a:lnTo>
                      <a:lnTo>
                        <a:pt x="1000" y="418"/>
                      </a:lnTo>
                      <a:lnTo>
                        <a:pt x="1001" y="418"/>
                      </a:lnTo>
                      <a:lnTo>
                        <a:pt x="1003" y="419"/>
                      </a:lnTo>
                      <a:lnTo>
                        <a:pt x="1004" y="421"/>
                      </a:lnTo>
                      <a:lnTo>
                        <a:pt x="1006" y="420"/>
                      </a:lnTo>
                      <a:lnTo>
                        <a:pt x="1007" y="422"/>
                      </a:lnTo>
                      <a:lnTo>
                        <a:pt x="1009" y="424"/>
                      </a:lnTo>
                      <a:lnTo>
                        <a:pt x="1010" y="425"/>
                      </a:lnTo>
                      <a:lnTo>
                        <a:pt x="1012" y="428"/>
                      </a:lnTo>
                      <a:lnTo>
                        <a:pt x="1013" y="427"/>
                      </a:lnTo>
                      <a:lnTo>
                        <a:pt x="1015" y="427"/>
                      </a:lnTo>
                      <a:lnTo>
                        <a:pt x="1016" y="428"/>
                      </a:lnTo>
                      <a:lnTo>
                        <a:pt x="1018" y="432"/>
                      </a:lnTo>
                      <a:lnTo>
                        <a:pt x="1019" y="429"/>
                      </a:lnTo>
                      <a:lnTo>
                        <a:pt x="1021" y="429"/>
                      </a:lnTo>
                      <a:lnTo>
                        <a:pt x="1022" y="431"/>
                      </a:lnTo>
                      <a:lnTo>
                        <a:pt x="1023" y="432"/>
                      </a:lnTo>
                      <a:lnTo>
                        <a:pt x="1025" y="433"/>
                      </a:lnTo>
                      <a:lnTo>
                        <a:pt x="1026" y="433"/>
                      </a:lnTo>
                      <a:lnTo>
                        <a:pt x="1028" y="431"/>
                      </a:lnTo>
                      <a:lnTo>
                        <a:pt x="1029" y="432"/>
                      </a:lnTo>
                      <a:lnTo>
                        <a:pt x="1031" y="434"/>
                      </a:lnTo>
                      <a:lnTo>
                        <a:pt x="1032" y="435"/>
                      </a:lnTo>
                      <a:lnTo>
                        <a:pt x="1034" y="437"/>
                      </a:lnTo>
                      <a:lnTo>
                        <a:pt x="1035" y="435"/>
                      </a:lnTo>
                      <a:lnTo>
                        <a:pt x="1037" y="437"/>
                      </a:lnTo>
                      <a:lnTo>
                        <a:pt x="1038" y="439"/>
                      </a:lnTo>
                      <a:lnTo>
                        <a:pt x="1040" y="438"/>
                      </a:lnTo>
                      <a:lnTo>
                        <a:pt x="1041" y="439"/>
                      </a:lnTo>
                      <a:lnTo>
                        <a:pt x="1043" y="438"/>
                      </a:lnTo>
                      <a:lnTo>
                        <a:pt x="1044" y="438"/>
                      </a:lnTo>
                      <a:lnTo>
                        <a:pt x="1046" y="437"/>
                      </a:lnTo>
                      <a:lnTo>
                        <a:pt x="1047" y="437"/>
                      </a:lnTo>
                      <a:lnTo>
                        <a:pt x="1048" y="437"/>
                      </a:lnTo>
                      <a:lnTo>
                        <a:pt x="1050" y="440"/>
                      </a:lnTo>
                      <a:lnTo>
                        <a:pt x="1051" y="443"/>
                      </a:lnTo>
                      <a:lnTo>
                        <a:pt x="1053" y="445"/>
                      </a:lnTo>
                      <a:lnTo>
                        <a:pt x="1054" y="445"/>
                      </a:lnTo>
                      <a:lnTo>
                        <a:pt x="1056" y="444"/>
                      </a:lnTo>
                      <a:lnTo>
                        <a:pt x="1057" y="444"/>
                      </a:lnTo>
                      <a:lnTo>
                        <a:pt x="1059" y="443"/>
                      </a:lnTo>
                      <a:lnTo>
                        <a:pt x="1060" y="443"/>
                      </a:lnTo>
                      <a:lnTo>
                        <a:pt x="1062" y="445"/>
                      </a:lnTo>
                      <a:lnTo>
                        <a:pt x="1063" y="448"/>
                      </a:lnTo>
                      <a:lnTo>
                        <a:pt x="1065" y="448"/>
                      </a:lnTo>
                      <a:lnTo>
                        <a:pt x="1066" y="449"/>
                      </a:lnTo>
                      <a:lnTo>
                        <a:pt x="1068" y="450"/>
                      </a:lnTo>
                      <a:lnTo>
                        <a:pt x="1069" y="449"/>
                      </a:lnTo>
                      <a:lnTo>
                        <a:pt x="1071" y="448"/>
                      </a:lnTo>
                      <a:lnTo>
                        <a:pt x="1072" y="446"/>
                      </a:lnTo>
                      <a:lnTo>
                        <a:pt x="1074" y="447"/>
                      </a:lnTo>
                      <a:lnTo>
                        <a:pt x="1075" y="447"/>
                      </a:lnTo>
                      <a:lnTo>
                        <a:pt x="1076" y="449"/>
                      </a:lnTo>
                      <a:lnTo>
                        <a:pt x="1078" y="449"/>
                      </a:lnTo>
                      <a:lnTo>
                        <a:pt x="1079" y="452"/>
                      </a:lnTo>
                      <a:lnTo>
                        <a:pt x="1081" y="455"/>
                      </a:lnTo>
                      <a:lnTo>
                        <a:pt x="1082" y="453"/>
                      </a:lnTo>
                      <a:lnTo>
                        <a:pt x="1084" y="456"/>
                      </a:lnTo>
                      <a:lnTo>
                        <a:pt x="1085" y="457"/>
                      </a:lnTo>
                      <a:lnTo>
                        <a:pt x="1087" y="456"/>
                      </a:lnTo>
                      <a:lnTo>
                        <a:pt x="1088" y="456"/>
                      </a:lnTo>
                      <a:lnTo>
                        <a:pt x="1090" y="457"/>
                      </a:lnTo>
                      <a:lnTo>
                        <a:pt x="1091" y="453"/>
                      </a:lnTo>
                      <a:lnTo>
                        <a:pt x="1093" y="452"/>
                      </a:lnTo>
                      <a:lnTo>
                        <a:pt x="1094" y="453"/>
                      </a:lnTo>
                      <a:lnTo>
                        <a:pt x="1096" y="453"/>
                      </a:lnTo>
                      <a:lnTo>
                        <a:pt x="1097" y="453"/>
                      </a:lnTo>
                      <a:lnTo>
                        <a:pt x="1099" y="454"/>
                      </a:lnTo>
                      <a:lnTo>
                        <a:pt x="1100" y="455"/>
                      </a:lnTo>
                      <a:lnTo>
                        <a:pt x="1101" y="456"/>
                      </a:lnTo>
                      <a:lnTo>
                        <a:pt x="1103" y="458"/>
                      </a:lnTo>
                      <a:lnTo>
                        <a:pt x="1104" y="460"/>
                      </a:lnTo>
                      <a:lnTo>
                        <a:pt x="1106" y="460"/>
                      </a:lnTo>
                      <a:lnTo>
                        <a:pt x="1107" y="464"/>
                      </a:lnTo>
                      <a:lnTo>
                        <a:pt x="1109" y="462"/>
                      </a:lnTo>
                      <a:lnTo>
                        <a:pt x="1110" y="464"/>
                      </a:lnTo>
                      <a:lnTo>
                        <a:pt x="1112" y="465"/>
                      </a:lnTo>
                      <a:lnTo>
                        <a:pt x="1113" y="462"/>
                      </a:lnTo>
                      <a:lnTo>
                        <a:pt x="1115" y="462"/>
                      </a:lnTo>
                      <a:lnTo>
                        <a:pt x="1116" y="460"/>
                      </a:lnTo>
                      <a:lnTo>
                        <a:pt x="1118" y="462"/>
                      </a:lnTo>
                      <a:lnTo>
                        <a:pt x="1119" y="464"/>
                      </a:lnTo>
                      <a:lnTo>
                        <a:pt x="1121" y="464"/>
                      </a:lnTo>
                      <a:lnTo>
                        <a:pt x="1122" y="467"/>
                      </a:lnTo>
                      <a:lnTo>
                        <a:pt x="1124" y="467"/>
                      </a:lnTo>
                      <a:lnTo>
                        <a:pt x="1125" y="467"/>
                      </a:lnTo>
                      <a:lnTo>
                        <a:pt x="1126" y="468"/>
                      </a:lnTo>
                      <a:lnTo>
                        <a:pt x="1128" y="467"/>
                      </a:lnTo>
                      <a:lnTo>
                        <a:pt x="1129" y="467"/>
                      </a:lnTo>
                      <a:lnTo>
                        <a:pt x="1131" y="469"/>
                      </a:lnTo>
                      <a:lnTo>
                        <a:pt x="1132" y="467"/>
                      </a:lnTo>
                      <a:lnTo>
                        <a:pt x="1134" y="468"/>
                      </a:lnTo>
                      <a:lnTo>
                        <a:pt x="1135" y="470"/>
                      </a:lnTo>
                      <a:lnTo>
                        <a:pt x="1137" y="469"/>
                      </a:lnTo>
                      <a:lnTo>
                        <a:pt x="1138" y="470"/>
                      </a:lnTo>
                      <a:lnTo>
                        <a:pt x="1140" y="471"/>
                      </a:lnTo>
                      <a:lnTo>
                        <a:pt x="1141" y="470"/>
                      </a:lnTo>
                      <a:lnTo>
                        <a:pt x="1143" y="470"/>
                      </a:lnTo>
                      <a:lnTo>
                        <a:pt x="1144" y="468"/>
                      </a:lnTo>
                      <a:lnTo>
                        <a:pt x="1146" y="465"/>
                      </a:lnTo>
                      <a:lnTo>
                        <a:pt x="1147" y="465"/>
                      </a:lnTo>
                      <a:lnTo>
                        <a:pt x="1149" y="470"/>
                      </a:lnTo>
                      <a:lnTo>
                        <a:pt x="1150" y="470"/>
                      </a:lnTo>
                      <a:lnTo>
                        <a:pt x="1151" y="472"/>
                      </a:lnTo>
                      <a:lnTo>
                        <a:pt x="1153" y="476"/>
                      </a:lnTo>
                      <a:lnTo>
                        <a:pt x="1154" y="478"/>
                      </a:lnTo>
                      <a:lnTo>
                        <a:pt x="1156" y="480"/>
                      </a:lnTo>
                      <a:lnTo>
                        <a:pt x="1157" y="478"/>
                      </a:lnTo>
                      <a:lnTo>
                        <a:pt x="1159" y="475"/>
                      </a:lnTo>
                      <a:lnTo>
                        <a:pt x="1160" y="475"/>
                      </a:lnTo>
                      <a:lnTo>
                        <a:pt x="1162" y="472"/>
                      </a:lnTo>
                      <a:lnTo>
                        <a:pt x="1163" y="467"/>
                      </a:lnTo>
                      <a:lnTo>
                        <a:pt x="1165" y="465"/>
                      </a:lnTo>
                      <a:lnTo>
                        <a:pt x="1166" y="465"/>
                      </a:lnTo>
                      <a:lnTo>
                        <a:pt x="1168" y="463"/>
                      </a:lnTo>
                      <a:lnTo>
                        <a:pt x="1169" y="465"/>
                      </a:lnTo>
                      <a:lnTo>
                        <a:pt x="1171" y="463"/>
                      </a:lnTo>
                      <a:lnTo>
                        <a:pt x="1172" y="465"/>
                      </a:lnTo>
                      <a:lnTo>
                        <a:pt x="1174" y="469"/>
                      </a:lnTo>
                      <a:lnTo>
                        <a:pt x="1175" y="470"/>
                      </a:lnTo>
                      <a:lnTo>
                        <a:pt x="1176" y="473"/>
                      </a:lnTo>
                      <a:lnTo>
                        <a:pt x="1178" y="476"/>
                      </a:lnTo>
                      <a:lnTo>
                        <a:pt x="1179" y="477"/>
                      </a:lnTo>
                      <a:lnTo>
                        <a:pt x="1181" y="475"/>
                      </a:lnTo>
                      <a:lnTo>
                        <a:pt x="1182" y="475"/>
                      </a:lnTo>
                      <a:lnTo>
                        <a:pt x="1184" y="473"/>
                      </a:lnTo>
                      <a:lnTo>
                        <a:pt x="1185" y="471"/>
                      </a:lnTo>
                      <a:lnTo>
                        <a:pt x="1187" y="473"/>
                      </a:lnTo>
                      <a:lnTo>
                        <a:pt x="1188" y="477"/>
                      </a:lnTo>
                      <a:lnTo>
                        <a:pt x="1190" y="477"/>
                      </a:lnTo>
                      <a:lnTo>
                        <a:pt x="1191" y="481"/>
                      </a:lnTo>
                      <a:lnTo>
                        <a:pt x="1193" y="482"/>
                      </a:lnTo>
                      <a:lnTo>
                        <a:pt x="1194" y="481"/>
                      </a:lnTo>
                      <a:lnTo>
                        <a:pt x="1196" y="483"/>
                      </a:lnTo>
                      <a:lnTo>
                        <a:pt x="1197" y="482"/>
                      </a:lnTo>
                      <a:lnTo>
                        <a:pt x="1199" y="482"/>
                      </a:lnTo>
                      <a:lnTo>
                        <a:pt x="1200" y="485"/>
                      </a:lnTo>
                      <a:lnTo>
                        <a:pt x="1201" y="485"/>
                      </a:lnTo>
                      <a:lnTo>
                        <a:pt x="1203" y="489"/>
                      </a:lnTo>
                      <a:lnTo>
                        <a:pt x="1204" y="488"/>
                      </a:lnTo>
                      <a:lnTo>
                        <a:pt x="1206" y="490"/>
                      </a:lnTo>
                      <a:lnTo>
                        <a:pt x="1207" y="488"/>
                      </a:lnTo>
                      <a:lnTo>
                        <a:pt x="1209" y="488"/>
                      </a:lnTo>
                      <a:lnTo>
                        <a:pt x="1210" y="484"/>
                      </a:lnTo>
                      <a:lnTo>
                        <a:pt x="1212" y="485"/>
                      </a:lnTo>
                      <a:lnTo>
                        <a:pt x="1213" y="484"/>
                      </a:lnTo>
                      <a:lnTo>
                        <a:pt x="1215" y="481"/>
                      </a:lnTo>
                      <a:lnTo>
                        <a:pt x="1216" y="483"/>
                      </a:lnTo>
                      <a:lnTo>
                        <a:pt x="1218" y="486"/>
                      </a:lnTo>
                      <a:lnTo>
                        <a:pt x="1219" y="488"/>
                      </a:lnTo>
                      <a:lnTo>
                        <a:pt x="1221" y="490"/>
                      </a:lnTo>
                      <a:lnTo>
                        <a:pt x="1222" y="492"/>
                      </a:lnTo>
                      <a:lnTo>
                        <a:pt x="1224" y="494"/>
                      </a:lnTo>
                      <a:lnTo>
                        <a:pt x="1225" y="498"/>
                      </a:lnTo>
                      <a:lnTo>
                        <a:pt x="1226" y="497"/>
                      </a:lnTo>
                      <a:lnTo>
                        <a:pt x="1228" y="496"/>
                      </a:lnTo>
                      <a:lnTo>
                        <a:pt x="1229" y="497"/>
                      </a:lnTo>
                      <a:lnTo>
                        <a:pt x="1231" y="498"/>
                      </a:lnTo>
                      <a:lnTo>
                        <a:pt x="1232" y="498"/>
                      </a:lnTo>
                      <a:lnTo>
                        <a:pt x="1234" y="499"/>
                      </a:lnTo>
                      <a:lnTo>
                        <a:pt x="1235" y="499"/>
                      </a:lnTo>
                      <a:lnTo>
                        <a:pt x="1237" y="499"/>
                      </a:lnTo>
                      <a:lnTo>
                        <a:pt x="1238" y="499"/>
                      </a:lnTo>
                      <a:lnTo>
                        <a:pt x="1240" y="499"/>
                      </a:lnTo>
                      <a:lnTo>
                        <a:pt x="1241" y="503"/>
                      </a:lnTo>
                      <a:lnTo>
                        <a:pt x="1243" y="503"/>
                      </a:lnTo>
                      <a:lnTo>
                        <a:pt x="1244" y="500"/>
                      </a:lnTo>
                      <a:lnTo>
                        <a:pt x="1246" y="498"/>
                      </a:lnTo>
                      <a:lnTo>
                        <a:pt x="1247" y="496"/>
                      </a:lnTo>
                      <a:lnTo>
                        <a:pt x="1249" y="496"/>
                      </a:lnTo>
                      <a:lnTo>
                        <a:pt x="1250" y="493"/>
                      </a:lnTo>
                      <a:lnTo>
                        <a:pt x="1251" y="491"/>
                      </a:lnTo>
                      <a:lnTo>
                        <a:pt x="1253" y="490"/>
                      </a:lnTo>
                      <a:lnTo>
                        <a:pt x="1254" y="493"/>
                      </a:lnTo>
                      <a:lnTo>
                        <a:pt x="1256" y="496"/>
                      </a:lnTo>
                      <a:lnTo>
                        <a:pt x="1257" y="500"/>
                      </a:lnTo>
                      <a:lnTo>
                        <a:pt x="1259" y="500"/>
                      </a:lnTo>
                      <a:lnTo>
                        <a:pt x="1260" y="505"/>
                      </a:lnTo>
                      <a:lnTo>
                        <a:pt x="1262" y="505"/>
                      </a:lnTo>
                      <a:lnTo>
                        <a:pt x="1263" y="508"/>
                      </a:lnTo>
                      <a:lnTo>
                        <a:pt x="1265" y="510"/>
                      </a:lnTo>
                      <a:lnTo>
                        <a:pt x="1266" y="508"/>
                      </a:lnTo>
                      <a:lnTo>
                        <a:pt x="1268" y="507"/>
                      </a:lnTo>
                      <a:lnTo>
                        <a:pt x="1269" y="506"/>
                      </a:lnTo>
                      <a:lnTo>
                        <a:pt x="1271" y="505"/>
                      </a:lnTo>
                      <a:lnTo>
                        <a:pt x="1272" y="505"/>
                      </a:lnTo>
                      <a:lnTo>
                        <a:pt x="1274" y="503"/>
                      </a:lnTo>
                      <a:lnTo>
                        <a:pt x="1275" y="503"/>
                      </a:lnTo>
                      <a:lnTo>
                        <a:pt x="1277" y="497"/>
                      </a:lnTo>
                      <a:lnTo>
                        <a:pt x="1278" y="502"/>
                      </a:lnTo>
                      <a:lnTo>
                        <a:pt x="1279" y="502"/>
                      </a:lnTo>
                      <a:lnTo>
                        <a:pt x="1281" y="502"/>
                      </a:lnTo>
                      <a:lnTo>
                        <a:pt x="1282" y="502"/>
                      </a:lnTo>
                      <a:lnTo>
                        <a:pt x="1284" y="509"/>
                      </a:lnTo>
                      <a:lnTo>
                        <a:pt x="1285" y="509"/>
                      </a:lnTo>
                      <a:lnTo>
                        <a:pt x="1287" y="510"/>
                      </a:lnTo>
                      <a:lnTo>
                        <a:pt x="1288" y="510"/>
                      </a:lnTo>
                      <a:lnTo>
                        <a:pt x="1290" y="509"/>
                      </a:lnTo>
                      <a:lnTo>
                        <a:pt x="1291" y="509"/>
                      </a:lnTo>
                      <a:lnTo>
                        <a:pt x="1293" y="509"/>
                      </a:lnTo>
                      <a:lnTo>
                        <a:pt x="1294" y="510"/>
                      </a:lnTo>
                      <a:lnTo>
                        <a:pt x="1296" y="513"/>
                      </a:lnTo>
                      <a:lnTo>
                        <a:pt x="1297" y="514"/>
                      </a:lnTo>
                      <a:lnTo>
                        <a:pt x="1299" y="519"/>
                      </a:lnTo>
                      <a:lnTo>
                        <a:pt x="1300" y="518"/>
                      </a:lnTo>
                      <a:lnTo>
                        <a:pt x="1302" y="519"/>
                      </a:lnTo>
                      <a:lnTo>
                        <a:pt x="1303" y="516"/>
                      </a:lnTo>
                      <a:lnTo>
                        <a:pt x="1304" y="517"/>
                      </a:lnTo>
                      <a:lnTo>
                        <a:pt x="1306" y="519"/>
                      </a:lnTo>
                      <a:lnTo>
                        <a:pt x="1307" y="523"/>
                      </a:lnTo>
                      <a:lnTo>
                        <a:pt x="1309" y="525"/>
                      </a:lnTo>
                      <a:lnTo>
                        <a:pt x="1310" y="526"/>
                      </a:lnTo>
                      <a:lnTo>
                        <a:pt x="1312" y="526"/>
                      </a:lnTo>
                      <a:lnTo>
                        <a:pt x="1313" y="526"/>
                      </a:lnTo>
                      <a:lnTo>
                        <a:pt x="1315" y="525"/>
                      </a:lnTo>
                      <a:lnTo>
                        <a:pt x="1316" y="522"/>
                      </a:lnTo>
                      <a:lnTo>
                        <a:pt x="1318" y="520"/>
                      </a:lnTo>
                      <a:lnTo>
                        <a:pt x="1319" y="518"/>
                      </a:lnTo>
                      <a:lnTo>
                        <a:pt x="1321" y="518"/>
                      </a:lnTo>
                      <a:lnTo>
                        <a:pt x="1322" y="519"/>
                      </a:lnTo>
                      <a:lnTo>
                        <a:pt x="1324" y="518"/>
                      </a:lnTo>
                      <a:lnTo>
                        <a:pt x="1325" y="520"/>
                      </a:lnTo>
                      <a:lnTo>
                        <a:pt x="1327" y="521"/>
                      </a:lnTo>
                      <a:lnTo>
                        <a:pt x="1328" y="519"/>
                      </a:lnTo>
                      <a:lnTo>
                        <a:pt x="1329" y="524"/>
                      </a:lnTo>
                      <a:lnTo>
                        <a:pt x="1331" y="525"/>
                      </a:lnTo>
                      <a:lnTo>
                        <a:pt x="1332" y="526"/>
                      </a:lnTo>
                      <a:lnTo>
                        <a:pt x="1334" y="527"/>
                      </a:lnTo>
                      <a:lnTo>
                        <a:pt x="1335" y="529"/>
                      </a:lnTo>
                      <a:lnTo>
                        <a:pt x="1337" y="530"/>
                      </a:lnTo>
                      <a:lnTo>
                        <a:pt x="1338" y="531"/>
                      </a:lnTo>
                      <a:lnTo>
                        <a:pt x="1340" y="532"/>
                      </a:lnTo>
                      <a:lnTo>
                        <a:pt x="1341" y="534"/>
                      </a:lnTo>
                      <a:lnTo>
                        <a:pt x="1343" y="533"/>
                      </a:lnTo>
                      <a:lnTo>
                        <a:pt x="1344" y="532"/>
                      </a:lnTo>
                      <a:lnTo>
                        <a:pt x="1346" y="532"/>
                      </a:lnTo>
                      <a:lnTo>
                        <a:pt x="1347" y="534"/>
                      </a:lnTo>
                      <a:lnTo>
                        <a:pt x="1349" y="530"/>
                      </a:lnTo>
                      <a:lnTo>
                        <a:pt x="1350" y="529"/>
                      </a:lnTo>
                      <a:lnTo>
                        <a:pt x="1352" y="530"/>
                      </a:lnTo>
                      <a:lnTo>
                        <a:pt x="1353" y="532"/>
                      </a:lnTo>
                      <a:lnTo>
                        <a:pt x="1354" y="531"/>
                      </a:lnTo>
                      <a:lnTo>
                        <a:pt x="1356" y="530"/>
                      </a:lnTo>
                      <a:lnTo>
                        <a:pt x="1357" y="532"/>
                      </a:lnTo>
                      <a:lnTo>
                        <a:pt x="1359" y="533"/>
                      </a:lnTo>
                      <a:lnTo>
                        <a:pt x="1360" y="536"/>
                      </a:lnTo>
                      <a:lnTo>
                        <a:pt x="1362" y="537"/>
                      </a:lnTo>
                      <a:lnTo>
                        <a:pt x="1363" y="539"/>
                      </a:lnTo>
                      <a:lnTo>
                        <a:pt x="1365" y="543"/>
                      </a:lnTo>
                      <a:lnTo>
                        <a:pt x="1366" y="541"/>
                      </a:lnTo>
                      <a:lnTo>
                        <a:pt x="1368" y="546"/>
                      </a:lnTo>
                      <a:lnTo>
                        <a:pt x="1369" y="550"/>
                      </a:lnTo>
                      <a:lnTo>
                        <a:pt x="1371" y="546"/>
                      </a:lnTo>
                      <a:lnTo>
                        <a:pt x="1372" y="547"/>
                      </a:lnTo>
                      <a:lnTo>
                        <a:pt x="1374" y="545"/>
                      </a:lnTo>
                      <a:lnTo>
                        <a:pt x="1375" y="539"/>
                      </a:lnTo>
                      <a:lnTo>
                        <a:pt x="1377" y="540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6347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0" name="Google Shape;1170;p19"/>
                <p:cNvSpPr/>
                <p:nvPr/>
              </p:nvSpPr>
              <p:spPr>
                <a:xfrm flipH="1" rot="10800000">
                  <a:off x="1125538" y="1449388"/>
                  <a:ext cx="3638550" cy="857250"/>
                </a:xfrm>
                <a:custGeom>
                  <a:rect b="b" l="l" r="r" t="t"/>
                  <a:pathLst>
                    <a:path extrusionOk="0" h="389" w="1377">
                      <a:moveTo>
                        <a:pt x="0" y="60"/>
                      </a:moveTo>
                      <a:lnTo>
                        <a:pt x="1" y="70"/>
                      </a:lnTo>
                      <a:lnTo>
                        <a:pt x="3" y="69"/>
                      </a:lnTo>
                      <a:lnTo>
                        <a:pt x="4" y="69"/>
                      </a:lnTo>
                      <a:lnTo>
                        <a:pt x="6" y="68"/>
                      </a:lnTo>
                      <a:lnTo>
                        <a:pt x="7" y="69"/>
                      </a:lnTo>
                      <a:lnTo>
                        <a:pt x="9" y="70"/>
                      </a:lnTo>
                      <a:lnTo>
                        <a:pt x="10" y="68"/>
                      </a:lnTo>
                      <a:lnTo>
                        <a:pt x="11" y="69"/>
                      </a:lnTo>
                      <a:lnTo>
                        <a:pt x="13" y="68"/>
                      </a:lnTo>
                      <a:lnTo>
                        <a:pt x="14" y="69"/>
                      </a:lnTo>
                      <a:lnTo>
                        <a:pt x="16" y="71"/>
                      </a:lnTo>
                      <a:lnTo>
                        <a:pt x="17" y="72"/>
                      </a:lnTo>
                      <a:lnTo>
                        <a:pt x="19" y="71"/>
                      </a:lnTo>
                      <a:lnTo>
                        <a:pt x="20" y="70"/>
                      </a:lnTo>
                      <a:lnTo>
                        <a:pt x="22" y="71"/>
                      </a:lnTo>
                      <a:lnTo>
                        <a:pt x="23" y="71"/>
                      </a:lnTo>
                      <a:lnTo>
                        <a:pt x="25" y="71"/>
                      </a:lnTo>
                      <a:lnTo>
                        <a:pt x="26" y="71"/>
                      </a:lnTo>
                      <a:lnTo>
                        <a:pt x="28" y="70"/>
                      </a:lnTo>
                      <a:lnTo>
                        <a:pt x="29" y="72"/>
                      </a:lnTo>
                      <a:lnTo>
                        <a:pt x="31" y="76"/>
                      </a:lnTo>
                      <a:lnTo>
                        <a:pt x="32" y="78"/>
                      </a:lnTo>
                      <a:lnTo>
                        <a:pt x="34" y="79"/>
                      </a:lnTo>
                      <a:lnTo>
                        <a:pt x="35" y="80"/>
                      </a:lnTo>
                      <a:lnTo>
                        <a:pt x="36" y="80"/>
                      </a:lnTo>
                      <a:lnTo>
                        <a:pt x="38" y="79"/>
                      </a:lnTo>
                      <a:lnTo>
                        <a:pt x="39" y="79"/>
                      </a:lnTo>
                      <a:lnTo>
                        <a:pt x="41" y="81"/>
                      </a:lnTo>
                      <a:lnTo>
                        <a:pt x="42" y="82"/>
                      </a:lnTo>
                      <a:lnTo>
                        <a:pt x="44" y="82"/>
                      </a:lnTo>
                      <a:lnTo>
                        <a:pt x="45" y="85"/>
                      </a:lnTo>
                      <a:lnTo>
                        <a:pt x="47" y="86"/>
                      </a:lnTo>
                      <a:lnTo>
                        <a:pt x="48" y="87"/>
                      </a:lnTo>
                      <a:lnTo>
                        <a:pt x="50" y="87"/>
                      </a:lnTo>
                      <a:lnTo>
                        <a:pt x="51" y="89"/>
                      </a:lnTo>
                      <a:lnTo>
                        <a:pt x="53" y="88"/>
                      </a:lnTo>
                      <a:lnTo>
                        <a:pt x="54" y="89"/>
                      </a:lnTo>
                      <a:lnTo>
                        <a:pt x="56" y="87"/>
                      </a:lnTo>
                      <a:lnTo>
                        <a:pt x="57" y="84"/>
                      </a:lnTo>
                      <a:lnTo>
                        <a:pt x="59" y="82"/>
                      </a:lnTo>
                      <a:lnTo>
                        <a:pt x="60" y="80"/>
                      </a:lnTo>
                      <a:lnTo>
                        <a:pt x="61" y="81"/>
                      </a:lnTo>
                      <a:lnTo>
                        <a:pt x="63" y="84"/>
                      </a:lnTo>
                      <a:lnTo>
                        <a:pt x="64" y="86"/>
                      </a:lnTo>
                      <a:lnTo>
                        <a:pt x="66" y="88"/>
                      </a:lnTo>
                      <a:lnTo>
                        <a:pt x="67" y="90"/>
                      </a:lnTo>
                      <a:lnTo>
                        <a:pt x="69" y="92"/>
                      </a:lnTo>
                      <a:lnTo>
                        <a:pt x="70" y="92"/>
                      </a:lnTo>
                      <a:lnTo>
                        <a:pt x="72" y="95"/>
                      </a:lnTo>
                      <a:lnTo>
                        <a:pt x="73" y="93"/>
                      </a:lnTo>
                      <a:lnTo>
                        <a:pt x="75" y="94"/>
                      </a:lnTo>
                      <a:lnTo>
                        <a:pt x="76" y="95"/>
                      </a:lnTo>
                      <a:lnTo>
                        <a:pt x="78" y="92"/>
                      </a:lnTo>
                      <a:lnTo>
                        <a:pt x="79" y="92"/>
                      </a:lnTo>
                      <a:lnTo>
                        <a:pt x="81" y="90"/>
                      </a:lnTo>
                      <a:lnTo>
                        <a:pt x="82" y="92"/>
                      </a:lnTo>
                      <a:lnTo>
                        <a:pt x="84" y="93"/>
                      </a:lnTo>
                      <a:lnTo>
                        <a:pt x="85" y="94"/>
                      </a:lnTo>
                      <a:lnTo>
                        <a:pt x="86" y="92"/>
                      </a:lnTo>
                      <a:lnTo>
                        <a:pt x="88" y="90"/>
                      </a:lnTo>
                      <a:lnTo>
                        <a:pt x="89" y="90"/>
                      </a:lnTo>
                      <a:lnTo>
                        <a:pt x="91" y="88"/>
                      </a:lnTo>
                      <a:lnTo>
                        <a:pt x="92" y="87"/>
                      </a:lnTo>
                      <a:lnTo>
                        <a:pt x="94" y="89"/>
                      </a:lnTo>
                      <a:lnTo>
                        <a:pt x="95" y="88"/>
                      </a:lnTo>
                      <a:lnTo>
                        <a:pt x="97" y="88"/>
                      </a:lnTo>
                      <a:lnTo>
                        <a:pt x="98" y="88"/>
                      </a:lnTo>
                      <a:lnTo>
                        <a:pt x="100" y="92"/>
                      </a:lnTo>
                      <a:lnTo>
                        <a:pt x="101" y="92"/>
                      </a:lnTo>
                      <a:lnTo>
                        <a:pt x="103" y="92"/>
                      </a:lnTo>
                      <a:lnTo>
                        <a:pt x="104" y="97"/>
                      </a:lnTo>
                      <a:lnTo>
                        <a:pt x="106" y="100"/>
                      </a:lnTo>
                      <a:lnTo>
                        <a:pt x="107" y="101"/>
                      </a:lnTo>
                      <a:lnTo>
                        <a:pt x="109" y="98"/>
                      </a:lnTo>
                      <a:lnTo>
                        <a:pt x="110" y="100"/>
                      </a:lnTo>
                      <a:lnTo>
                        <a:pt x="111" y="90"/>
                      </a:lnTo>
                      <a:lnTo>
                        <a:pt x="113" y="93"/>
                      </a:lnTo>
                      <a:lnTo>
                        <a:pt x="114" y="0"/>
                      </a:lnTo>
                      <a:lnTo>
                        <a:pt x="116" y="94"/>
                      </a:lnTo>
                      <a:lnTo>
                        <a:pt x="117" y="108"/>
                      </a:lnTo>
                      <a:lnTo>
                        <a:pt x="119" y="99"/>
                      </a:lnTo>
                      <a:lnTo>
                        <a:pt x="120" y="102"/>
                      </a:lnTo>
                      <a:lnTo>
                        <a:pt x="122" y="104"/>
                      </a:lnTo>
                      <a:lnTo>
                        <a:pt x="123" y="102"/>
                      </a:lnTo>
                      <a:lnTo>
                        <a:pt x="125" y="106"/>
                      </a:lnTo>
                      <a:lnTo>
                        <a:pt x="126" y="106"/>
                      </a:lnTo>
                      <a:lnTo>
                        <a:pt x="128" y="107"/>
                      </a:lnTo>
                      <a:lnTo>
                        <a:pt x="129" y="105"/>
                      </a:lnTo>
                      <a:lnTo>
                        <a:pt x="131" y="106"/>
                      </a:lnTo>
                      <a:lnTo>
                        <a:pt x="132" y="108"/>
                      </a:lnTo>
                      <a:lnTo>
                        <a:pt x="134" y="107"/>
                      </a:lnTo>
                      <a:lnTo>
                        <a:pt x="135" y="103"/>
                      </a:lnTo>
                      <a:lnTo>
                        <a:pt x="136" y="104"/>
                      </a:lnTo>
                      <a:lnTo>
                        <a:pt x="138" y="102"/>
                      </a:lnTo>
                      <a:lnTo>
                        <a:pt x="139" y="100"/>
                      </a:lnTo>
                      <a:lnTo>
                        <a:pt x="141" y="98"/>
                      </a:lnTo>
                      <a:lnTo>
                        <a:pt x="142" y="100"/>
                      </a:lnTo>
                      <a:lnTo>
                        <a:pt x="144" y="106"/>
                      </a:lnTo>
                      <a:lnTo>
                        <a:pt x="145" y="106"/>
                      </a:lnTo>
                      <a:lnTo>
                        <a:pt x="147" y="108"/>
                      </a:lnTo>
                      <a:lnTo>
                        <a:pt x="148" y="108"/>
                      </a:lnTo>
                      <a:lnTo>
                        <a:pt x="150" y="105"/>
                      </a:lnTo>
                      <a:lnTo>
                        <a:pt x="151" y="106"/>
                      </a:lnTo>
                      <a:lnTo>
                        <a:pt x="153" y="107"/>
                      </a:lnTo>
                      <a:lnTo>
                        <a:pt x="154" y="104"/>
                      </a:lnTo>
                      <a:lnTo>
                        <a:pt x="156" y="103"/>
                      </a:lnTo>
                      <a:lnTo>
                        <a:pt x="157" y="104"/>
                      </a:lnTo>
                      <a:lnTo>
                        <a:pt x="159" y="110"/>
                      </a:lnTo>
                      <a:lnTo>
                        <a:pt x="160" y="111"/>
                      </a:lnTo>
                      <a:lnTo>
                        <a:pt x="161" y="111"/>
                      </a:lnTo>
                      <a:lnTo>
                        <a:pt x="163" y="109"/>
                      </a:lnTo>
                      <a:lnTo>
                        <a:pt x="164" y="112"/>
                      </a:lnTo>
                      <a:lnTo>
                        <a:pt x="166" y="108"/>
                      </a:lnTo>
                      <a:lnTo>
                        <a:pt x="167" y="107"/>
                      </a:lnTo>
                      <a:lnTo>
                        <a:pt x="169" y="105"/>
                      </a:lnTo>
                      <a:lnTo>
                        <a:pt x="170" y="105"/>
                      </a:lnTo>
                      <a:lnTo>
                        <a:pt x="172" y="106"/>
                      </a:lnTo>
                      <a:lnTo>
                        <a:pt x="173" y="109"/>
                      </a:lnTo>
                      <a:lnTo>
                        <a:pt x="175" y="109"/>
                      </a:lnTo>
                      <a:lnTo>
                        <a:pt x="176" y="110"/>
                      </a:lnTo>
                      <a:lnTo>
                        <a:pt x="178" y="113"/>
                      </a:lnTo>
                      <a:lnTo>
                        <a:pt x="179" y="115"/>
                      </a:lnTo>
                      <a:lnTo>
                        <a:pt x="181" y="114"/>
                      </a:lnTo>
                      <a:lnTo>
                        <a:pt x="182" y="117"/>
                      </a:lnTo>
                      <a:lnTo>
                        <a:pt x="184" y="115"/>
                      </a:lnTo>
                      <a:lnTo>
                        <a:pt x="185" y="118"/>
                      </a:lnTo>
                      <a:lnTo>
                        <a:pt x="186" y="114"/>
                      </a:lnTo>
                      <a:lnTo>
                        <a:pt x="188" y="116"/>
                      </a:lnTo>
                      <a:lnTo>
                        <a:pt x="189" y="116"/>
                      </a:lnTo>
                      <a:lnTo>
                        <a:pt x="191" y="115"/>
                      </a:lnTo>
                      <a:lnTo>
                        <a:pt x="192" y="112"/>
                      </a:lnTo>
                      <a:lnTo>
                        <a:pt x="194" y="109"/>
                      </a:lnTo>
                      <a:lnTo>
                        <a:pt x="195" y="109"/>
                      </a:lnTo>
                      <a:lnTo>
                        <a:pt x="197" y="102"/>
                      </a:lnTo>
                      <a:lnTo>
                        <a:pt x="198" y="100"/>
                      </a:lnTo>
                      <a:lnTo>
                        <a:pt x="200" y="96"/>
                      </a:lnTo>
                      <a:lnTo>
                        <a:pt x="201" y="95"/>
                      </a:lnTo>
                      <a:lnTo>
                        <a:pt x="203" y="94"/>
                      </a:lnTo>
                      <a:lnTo>
                        <a:pt x="204" y="94"/>
                      </a:lnTo>
                      <a:lnTo>
                        <a:pt x="206" y="93"/>
                      </a:lnTo>
                      <a:lnTo>
                        <a:pt x="207" y="94"/>
                      </a:lnTo>
                      <a:lnTo>
                        <a:pt x="209" y="92"/>
                      </a:lnTo>
                      <a:lnTo>
                        <a:pt x="210" y="92"/>
                      </a:lnTo>
                      <a:lnTo>
                        <a:pt x="211" y="92"/>
                      </a:lnTo>
                      <a:lnTo>
                        <a:pt x="213" y="93"/>
                      </a:lnTo>
                      <a:lnTo>
                        <a:pt x="214" y="96"/>
                      </a:lnTo>
                      <a:lnTo>
                        <a:pt x="216" y="97"/>
                      </a:lnTo>
                      <a:lnTo>
                        <a:pt x="217" y="100"/>
                      </a:lnTo>
                      <a:lnTo>
                        <a:pt x="219" y="104"/>
                      </a:lnTo>
                      <a:lnTo>
                        <a:pt x="220" y="102"/>
                      </a:lnTo>
                      <a:lnTo>
                        <a:pt x="222" y="105"/>
                      </a:lnTo>
                      <a:lnTo>
                        <a:pt x="223" y="104"/>
                      </a:lnTo>
                      <a:lnTo>
                        <a:pt x="225" y="102"/>
                      </a:lnTo>
                      <a:lnTo>
                        <a:pt x="226" y="100"/>
                      </a:lnTo>
                      <a:lnTo>
                        <a:pt x="228" y="97"/>
                      </a:lnTo>
                      <a:lnTo>
                        <a:pt x="229" y="95"/>
                      </a:lnTo>
                      <a:lnTo>
                        <a:pt x="231" y="89"/>
                      </a:lnTo>
                      <a:lnTo>
                        <a:pt x="232" y="87"/>
                      </a:lnTo>
                      <a:lnTo>
                        <a:pt x="234" y="87"/>
                      </a:lnTo>
                      <a:lnTo>
                        <a:pt x="235" y="84"/>
                      </a:lnTo>
                      <a:lnTo>
                        <a:pt x="237" y="84"/>
                      </a:lnTo>
                      <a:lnTo>
                        <a:pt x="238" y="85"/>
                      </a:lnTo>
                      <a:lnTo>
                        <a:pt x="239" y="89"/>
                      </a:lnTo>
                      <a:lnTo>
                        <a:pt x="241" y="90"/>
                      </a:lnTo>
                      <a:lnTo>
                        <a:pt x="242" y="89"/>
                      </a:lnTo>
                      <a:lnTo>
                        <a:pt x="244" y="86"/>
                      </a:lnTo>
                      <a:lnTo>
                        <a:pt x="245" y="87"/>
                      </a:lnTo>
                      <a:lnTo>
                        <a:pt x="247" y="85"/>
                      </a:lnTo>
                      <a:lnTo>
                        <a:pt x="248" y="87"/>
                      </a:lnTo>
                      <a:lnTo>
                        <a:pt x="250" y="84"/>
                      </a:lnTo>
                      <a:lnTo>
                        <a:pt x="251" y="85"/>
                      </a:lnTo>
                      <a:lnTo>
                        <a:pt x="253" y="88"/>
                      </a:lnTo>
                      <a:lnTo>
                        <a:pt x="254" y="89"/>
                      </a:lnTo>
                      <a:lnTo>
                        <a:pt x="256" y="87"/>
                      </a:lnTo>
                      <a:lnTo>
                        <a:pt x="257" y="85"/>
                      </a:lnTo>
                      <a:lnTo>
                        <a:pt x="259" y="83"/>
                      </a:lnTo>
                      <a:lnTo>
                        <a:pt x="260" y="82"/>
                      </a:lnTo>
                      <a:lnTo>
                        <a:pt x="262" y="80"/>
                      </a:lnTo>
                      <a:lnTo>
                        <a:pt x="263" y="79"/>
                      </a:lnTo>
                      <a:lnTo>
                        <a:pt x="264" y="79"/>
                      </a:lnTo>
                      <a:lnTo>
                        <a:pt x="266" y="82"/>
                      </a:lnTo>
                      <a:lnTo>
                        <a:pt x="267" y="83"/>
                      </a:lnTo>
                      <a:lnTo>
                        <a:pt x="269" y="85"/>
                      </a:lnTo>
                      <a:lnTo>
                        <a:pt x="270" y="87"/>
                      </a:lnTo>
                      <a:lnTo>
                        <a:pt x="272" y="88"/>
                      </a:lnTo>
                      <a:lnTo>
                        <a:pt x="273" y="89"/>
                      </a:lnTo>
                      <a:lnTo>
                        <a:pt x="275" y="89"/>
                      </a:lnTo>
                      <a:lnTo>
                        <a:pt x="276" y="91"/>
                      </a:lnTo>
                      <a:lnTo>
                        <a:pt x="278" y="92"/>
                      </a:lnTo>
                      <a:lnTo>
                        <a:pt x="279" y="94"/>
                      </a:lnTo>
                      <a:lnTo>
                        <a:pt x="281" y="96"/>
                      </a:lnTo>
                      <a:lnTo>
                        <a:pt x="282" y="97"/>
                      </a:lnTo>
                      <a:lnTo>
                        <a:pt x="284" y="98"/>
                      </a:lnTo>
                      <a:lnTo>
                        <a:pt x="285" y="101"/>
                      </a:lnTo>
                      <a:lnTo>
                        <a:pt x="287" y="104"/>
                      </a:lnTo>
                      <a:lnTo>
                        <a:pt x="288" y="105"/>
                      </a:lnTo>
                      <a:lnTo>
                        <a:pt x="289" y="104"/>
                      </a:lnTo>
                      <a:lnTo>
                        <a:pt x="291" y="104"/>
                      </a:lnTo>
                      <a:lnTo>
                        <a:pt x="292" y="103"/>
                      </a:lnTo>
                      <a:lnTo>
                        <a:pt x="294" y="104"/>
                      </a:lnTo>
                      <a:lnTo>
                        <a:pt x="295" y="103"/>
                      </a:lnTo>
                      <a:lnTo>
                        <a:pt x="297" y="105"/>
                      </a:lnTo>
                      <a:lnTo>
                        <a:pt x="298" y="107"/>
                      </a:lnTo>
                      <a:lnTo>
                        <a:pt x="300" y="107"/>
                      </a:lnTo>
                      <a:lnTo>
                        <a:pt x="301" y="106"/>
                      </a:lnTo>
                      <a:lnTo>
                        <a:pt x="303" y="106"/>
                      </a:lnTo>
                      <a:lnTo>
                        <a:pt x="304" y="105"/>
                      </a:lnTo>
                      <a:lnTo>
                        <a:pt x="306" y="102"/>
                      </a:lnTo>
                      <a:lnTo>
                        <a:pt x="307" y="103"/>
                      </a:lnTo>
                      <a:lnTo>
                        <a:pt x="309" y="103"/>
                      </a:lnTo>
                      <a:lnTo>
                        <a:pt x="310" y="103"/>
                      </a:lnTo>
                      <a:lnTo>
                        <a:pt x="312" y="103"/>
                      </a:lnTo>
                      <a:lnTo>
                        <a:pt x="313" y="105"/>
                      </a:lnTo>
                      <a:lnTo>
                        <a:pt x="314" y="104"/>
                      </a:lnTo>
                      <a:lnTo>
                        <a:pt x="316" y="107"/>
                      </a:lnTo>
                      <a:lnTo>
                        <a:pt x="317" y="105"/>
                      </a:lnTo>
                      <a:lnTo>
                        <a:pt x="319" y="104"/>
                      </a:lnTo>
                      <a:lnTo>
                        <a:pt x="320" y="108"/>
                      </a:lnTo>
                      <a:lnTo>
                        <a:pt x="322" y="107"/>
                      </a:lnTo>
                      <a:lnTo>
                        <a:pt x="323" y="109"/>
                      </a:lnTo>
                      <a:lnTo>
                        <a:pt x="325" y="111"/>
                      </a:lnTo>
                      <a:lnTo>
                        <a:pt x="326" y="106"/>
                      </a:lnTo>
                      <a:lnTo>
                        <a:pt x="328" y="108"/>
                      </a:lnTo>
                      <a:lnTo>
                        <a:pt x="329" y="109"/>
                      </a:lnTo>
                      <a:lnTo>
                        <a:pt x="331" y="109"/>
                      </a:lnTo>
                      <a:lnTo>
                        <a:pt x="332" y="109"/>
                      </a:lnTo>
                      <a:lnTo>
                        <a:pt x="334" y="107"/>
                      </a:lnTo>
                      <a:lnTo>
                        <a:pt x="335" y="109"/>
                      </a:lnTo>
                      <a:lnTo>
                        <a:pt x="337" y="109"/>
                      </a:lnTo>
                      <a:lnTo>
                        <a:pt x="338" y="108"/>
                      </a:lnTo>
                      <a:lnTo>
                        <a:pt x="339" y="109"/>
                      </a:lnTo>
                      <a:lnTo>
                        <a:pt x="341" y="108"/>
                      </a:lnTo>
                      <a:lnTo>
                        <a:pt x="342" y="106"/>
                      </a:lnTo>
                      <a:lnTo>
                        <a:pt x="344" y="107"/>
                      </a:lnTo>
                      <a:lnTo>
                        <a:pt x="345" y="104"/>
                      </a:lnTo>
                      <a:lnTo>
                        <a:pt x="347" y="104"/>
                      </a:lnTo>
                      <a:lnTo>
                        <a:pt x="348" y="104"/>
                      </a:lnTo>
                      <a:lnTo>
                        <a:pt x="350" y="104"/>
                      </a:lnTo>
                      <a:lnTo>
                        <a:pt x="351" y="103"/>
                      </a:lnTo>
                      <a:lnTo>
                        <a:pt x="353" y="105"/>
                      </a:lnTo>
                      <a:lnTo>
                        <a:pt x="354" y="101"/>
                      </a:lnTo>
                      <a:lnTo>
                        <a:pt x="356" y="102"/>
                      </a:lnTo>
                      <a:lnTo>
                        <a:pt x="357" y="101"/>
                      </a:lnTo>
                      <a:lnTo>
                        <a:pt x="359" y="102"/>
                      </a:lnTo>
                      <a:lnTo>
                        <a:pt x="360" y="105"/>
                      </a:lnTo>
                      <a:lnTo>
                        <a:pt x="362" y="108"/>
                      </a:lnTo>
                      <a:lnTo>
                        <a:pt x="363" y="111"/>
                      </a:lnTo>
                      <a:lnTo>
                        <a:pt x="364" y="112"/>
                      </a:lnTo>
                      <a:lnTo>
                        <a:pt x="366" y="113"/>
                      </a:lnTo>
                      <a:lnTo>
                        <a:pt x="367" y="113"/>
                      </a:lnTo>
                      <a:lnTo>
                        <a:pt x="369" y="111"/>
                      </a:lnTo>
                      <a:lnTo>
                        <a:pt x="370" y="111"/>
                      </a:lnTo>
                      <a:lnTo>
                        <a:pt x="372" y="110"/>
                      </a:lnTo>
                      <a:lnTo>
                        <a:pt x="373" y="108"/>
                      </a:lnTo>
                      <a:lnTo>
                        <a:pt x="375" y="102"/>
                      </a:lnTo>
                      <a:lnTo>
                        <a:pt x="376" y="104"/>
                      </a:lnTo>
                      <a:lnTo>
                        <a:pt x="378" y="102"/>
                      </a:lnTo>
                      <a:lnTo>
                        <a:pt x="379" y="101"/>
                      </a:lnTo>
                      <a:lnTo>
                        <a:pt x="381" y="101"/>
                      </a:lnTo>
                      <a:lnTo>
                        <a:pt x="382" y="104"/>
                      </a:lnTo>
                      <a:lnTo>
                        <a:pt x="384" y="105"/>
                      </a:lnTo>
                      <a:lnTo>
                        <a:pt x="385" y="108"/>
                      </a:lnTo>
                      <a:lnTo>
                        <a:pt x="387" y="106"/>
                      </a:lnTo>
                      <a:lnTo>
                        <a:pt x="388" y="108"/>
                      </a:lnTo>
                      <a:lnTo>
                        <a:pt x="389" y="106"/>
                      </a:lnTo>
                      <a:lnTo>
                        <a:pt x="391" y="106"/>
                      </a:lnTo>
                      <a:lnTo>
                        <a:pt x="392" y="103"/>
                      </a:lnTo>
                      <a:lnTo>
                        <a:pt x="394" y="102"/>
                      </a:lnTo>
                      <a:lnTo>
                        <a:pt x="395" y="101"/>
                      </a:lnTo>
                      <a:lnTo>
                        <a:pt x="397" y="101"/>
                      </a:lnTo>
                      <a:lnTo>
                        <a:pt x="398" y="100"/>
                      </a:lnTo>
                      <a:lnTo>
                        <a:pt x="400" y="101"/>
                      </a:lnTo>
                      <a:lnTo>
                        <a:pt x="401" y="101"/>
                      </a:lnTo>
                      <a:lnTo>
                        <a:pt x="403" y="100"/>
                      </a:lnTo>
                      <a:lnTo>
                        <a:pt x="404" y="103"/>
                      </a:lnTo>
                      <a:lnTo>
                        <a:pt x="406" y="98"/>
                      </a:lnTo>
                      <a:lnTo>
                        <a:pt x="407" y="46"/>
                      </a:lnTo>
                      <a:lnTo>
                        <a:pt x="409" y="89"/>
                      </a:lnTo>
                      <a:lnTo>
                        <a:pt x="410" y="90"/>
                      </a:lnTo>
                      <a:lnTo>
                        <a:pt x="412" y="96"/>
                      </a:lnTo>
                      <a:lnTo>
                        <a:pt x="413" y="96"/>
                      </a:lnTo>
                      <a:lnTo>
                        <a:pt x="414" y="98"/>
                      </a:lnTo>
                      <a:lnTo>
                        <a:pt x="416" y="99"/>
                      </a:lnTo>
                      <a:lnTo>
                        <a:pt x="417" y="98"/>
                      </a:lnTo>
                      <a:lnTo>
                        <a:pt x="419" y="95"/>
                      </a:lnTo>
                      <a:lnTo>
                        <a:pt x="420" y="98"/>
                      </a:lnTo>
                      <a:lnTo>
                        <a:pt x="422" y="92"/>
                      </a:lnTo>
                      <a:lnTo>
                        <a:pt x="423" y="91"/>
                      </a:lnTo>
                      <a:lnTo>
                        <a:pt x="425" y="92"/>
                      </a:lnTo>
                      <a:lnTo>
                        <a:pt x="426" y="90"/>
                      </a:lnTo>
                      <a:lnTo>
                        <a:pt x="428" y="96"/>
                      </a:lnTo>
                      <a:lnTo>
                        <a:pt x="429" y="97"/>
                      </a:lnTo>
                      <a:lnTo>
                        <a:pt x="431" y="100"/>
                      </a:lnTo>
                      <a:lnTo>
                        <a:pt x="432" y="102"/>
                      </a:lnTo>
                      <a:lnTo>
                        <a:pt x="434" y="100"/>
                      </a:lnTo>
                      <a:lnTo>
                        <a:pt x="435" y="100"/>
                      </a:lnTo>
                      <a:lnTo>
                        <a:pt x="437" y="98"/>
                      </a:lnTo>
                      <a:lnTo>
                        <a:pt x="438" y="99"/>
                      </a:lnTo>
                      <a:lnTo>
                        <a:pt x="440" y="97"/>
                      </a:lnTo>
                      <a:lnTo>
                        <a:pt x="441" y="96"/>
                      </a:lnTo>
                      <a:lnTo>
                        <a:pt x="442" y="98"/>
                      </a:lnTo>
                      <a:lnTo>
                        <a:pt x="444" y="102"/>
                      </a:lnTo>
                      <a:lnTo>
                        <a:pt x="445" y="103"/>
                      </a:lnTo>
                      <a:lnTo>
                        <a:pt x="447" y="107"/>
                      </a:lnTo>
                      <a:lnTo>
                        <a:pt x="448" y="108"/>
                      </a:lnTo>
                      <a:lnTo>
                        <a:pt x="450" y="110"/>
                      </a:lnTo>
                      <a:lnTo>
                        <a:pt x="451" y="111"/>
                      </a:lnTo>
                      <a:lnTo>
                        <a:pt x="453" y="111"/>
                      </a:lnTo>
                      <a:lnTo>
                        <a:pt x="454" y="113"/>
                      </a:lnTo>
                      <a:lnTo>
                        <a:pt x="456" y="112"/>
                      </a:lnTo>
                      <a:lnTo>
                        <a:pt x="457" y="108"/>
                      </a:lnTo>
                      <a:lnTo>
                        <a:pt x="459" y="106"/>
                      </a:lnTo>
                      <a:lnTo>
                        <a:pt x="460" y="105"/>
                      </a:lnTo>
                      <a:lnTo>
                        <a:pt x="462" y="101"/>
                      </a:lnTo>
                      <a:lnTo>
                        <a:pt x="463" y="102"/>
                      </a:lnTo>
                      <a:lnTo>
                        <a:pt x="465" y="103"/>
                      </a:lnTo>
                      <a:lnTo>
                        <a:pt x="466" y="105"/>
                      </a:lnTo>
                      <a:lnTo>
                        <a:pt x="467" y="110"/>
                      </a:lnTo>
                      <a:lnTo>
                        <a:pt x="469" y="110"/>
                      </a:lnTo>
                      <a:lnTo>
                        <a:pt x="470" y="110"/>
                      </a:lnTo>
                      <a:lnTo>
                        <a:pt x="472" y="109"/>
                      </a:lnTo>
                      <a:lnTo>
                        <a:pt x="473" y="109"/>
                      </a:lnTo>
                      <a:lnTo>
                        <a:pt x="475" y="109"/>
                      </a:lnTo>
                      <a:lnTo>
                        <a:pt x="476" y="107"/>
                      </a:lnTo>
                      <a:lnTo>
                        <a:pt x="478" y="106"/>
                      </a:lnTo>
                      <a:lnTo>
                        <a:pt x="479" y="107"/>
                      </a:lnTo>
                      <a:lnTo>
                        <a:pt x="481" y="110"/>
                      </a:lnTo>
                      <a:lnTo>
                        <a:pt x="482" y="113"/>
                      </a:lnTo>
                      <a:lnTo>
                        <a:pt x="484" y="112"/>
                      </a:lnTo>
                      <a:lnTo>
                        <a:pt x="485" y="114"/>
                      </a:lnTo>
                      <a:lnTo>
                        <a:pt x="487" y="116"/>
                      </a:lnTo>
                      <a:lnTo>
                        <a:pt x="488" y="120"/>
                      </a:lnTo>
                      <a:lnTo>
                        <a:pt x="490" y="119"/>
                      </a:lnTo>
                      <a:lnTo>
                        <a:pt x="491" y="120"/>
                      </a:lnTo>
                      <a:lnTo>
                        <a:pt x="492" y="120"/>
                      </a:lnTo>
                      <a:lnTo>
                        <a:pt x="494" y="119"/>
                      </a:lnTo>
                      <a:lnTo>
                        <a:pt x="495" y="118"/>
                      </a:lnTo>
                      <a:lnTo>
                        <a:pt x="497" y="116"/>
                      </a:lnTo>
                      <a:lnTo>
                        <a:pt x="498" y="119"/>
                      </a:lnTo>
                      <a:lnTo>
                        <a:pt x="500" y="120"/>
                      </a:lnTo>
                      <a:lnTo>
                        <a:pt x="501" y="121"/>
                      </a:lnTo>
                      <a:lnTo>
                        <a:pt x="503" y="126"/>
                      </a:lnTo>
                      <a:lnTo>
                        <a:pt x="504" y="128"/>
                      </a:lnTo>
                      <a:lnTo>
                        <a:pt x="506" y="127"/>
                      </a:lnTo>
                      <a:lnTo>
                        <a:pt x="507" y="129"/>
                      </a:lnTo>
                      <a:lnTo>
                        <a:pt x="509" y="128"/>
                      </a:lnTo>
                      <a:lnTo>
                        <a:pt x="510" y="129"/>
                      </a:lnTo>
                      <a:lnTo>
                        <a:pt x="512" y="128"/>
                      </a:lnTo>
                      <a:lnTo>
                        <a:pt x="513" y="129"/>
                      </a:lnTo>
                      <a:lnTo>
                        <a:pt x="515" y="129"/>
                      </a:lnTo>
                      <a:lnTo>
                        <a:pt x="516" y="132"/>
                      </a:lnTo>
                      <a:lnTo>
                        <a:pt x="517" y="132"/>
                      </a:lnTo>
                      <a:lnTo>
                        <a:pt x="519" y="136"/>
                      </a:lnTo>
                      <a:lnTo>
                        <a:pt x="520" y="134"/>
                      </a:lnTo>
                      <a:lnTo>
                        <a:pt x="522" y="131"/>
                      </a:lnTo>
                      <a:lnTo>
                        <a:pt x="523" y="133"/>
                      </a:lnTo>
                      <a:lnTo>
                        <a:pt x="525" y="133"/>
                      </a:lnTo>
                      <a:lnTo>
                        <a:pt x="526" y="136"/>
                      </a:lnTo>
                      <a:lnTo>
                        <a:pt x="528" y="136"/>
                      </a:lnTo>
                      <a:lnTo>
                        <a:pt x="529" y="137"/>
                      </a:lnTo>
                      <a:lnTo>
                        <a:pt x="531" y="137"/>
                      </a:lnTo>
                      <a:lnTo>
                        <a:pt x="532" y="141"/>
                      </a:lnTo>
                      <a:lnTo>
                        <a:pt x="534" y="141"/>
                      </a:lnTo>
                      <a:lnTo>
                        <a:pt x="535" y="144"/>
                      </a:lnTo>
                      <a:lnTo>
                        <a:pt x="537" y="145"/>
                      </a:lnTo>
                      <a:lnTo>
                        <a:pt x="538" y="145"/>
                      </a:lnTo>
                      <a:lnTo>
                        <a:pt x="540" y="148"/>
                      </a:lnTo>
                      <a:lnTo>
                        <a:pt x="541" y="148"/>
                      </a:lnTo>
                      <a:lnTo>
                        <a:pt x="542" y="148"/>
                      </a:lnTo>
                      <a:lnTo>
                        <a:pt x="544" y="150"/>
                      </a:lnTo>
                      <a:lnTo>
                        <a:pt x="545" y="151"/>
                      </a:lnTo>
                      <a:lnTo>
                        <a:pt x="547" y="151"/>
                      </a:lnTo>
                      <a:lnTo>
                        <a:pt x="548" y="149"/>
                      </a:lnTo>
                      <a:lnTo>
                        <a:pt x="550" y="147"/>
                      </a:lnTo>
                      <a:lnTo>
                        <a:pt x="551" y="148"/>
                      </a:lnTo>
                      <a:lnTo>
                        <a:pt x="553" y="147"/>
                      </a:lnTo>
                      <a:lnTo>
                        <a:pt x="554" y="145"/>
                      </a:lnTo>
                      <a:lnTo>
                        <a:pt x="556" y="146"/>
                      </a:lnTo>
                      <a:lnTo>
                        <a:pt x="557" y="146"/>
                      </a:lnTo>
                      <a:lnTo>
                        <a:pt x="559" y="150"/>
                      </a:lnTo>
                      <a:lnTo>
                        <a:pt x="560" y="153"/>
                      </a:lnTo>
                      <a:lnTo>
                        <a:pt x="562" y="154"/>
                      </a:lnTo>
                      <a:lnTo>
                        <a:pt x="563" y="157"/>
                      </a:lnTo>
                      <a:lnTo>
                        <a:pt x="565" y="160"/>
                      </a:lnTo>
                      <a:lnTo>
                        <a:pt x="566" y="159"/>
                      </a:lnTo>
                      <a:lnTo>
                        <a:pt x="567" y="161"/>
                      </a:lnTo>
                      <a:lnTo>
                        <a:pt x="569" y="160"/>
                      </a:lnTo>
                      <a:lnTo>
                        <a:pt x="570" y="161"/>
                      </a:lnTo>
                      <a:lnTo>
                        <a:pt x="572" y="160"/>
                      </a:lnTo>
                      <a:lnTo>
                        <a:pt x="573" y="159"/>
                      </a:lnTo>
                      <a:lnTo>
                        <a:pt x="575" y="157"/>
                      </a:lnTo>
                      <a:lnTo>
                        <a:pt x="576" y="159"/>
                      </a:lnTo>
                      <a:lnTo>
                        <a:pt x="578" y="159"/>
                      </a:lnTo>
                      <a:lnTo>
                        <a:pt x="579" y="157"/>
                      </a:lnTo>
                      <a:lnTo>
                        <a:pt x="581" y="154"/>
                      </a:lnTo>
                      <a:lnTo>
                        <a:pt x="582" y="152"/>
                      </a:lnTo>
                      <a:lnTo>
                        <a:pt x="584" y="153"/>
                      </a:lnTo>
                      <a:lnTo>
                        <a:pt x="585" y="152"/>
                      </a:lnTo>
                      <a:lnTo>
                        <a:pt x="587" y="152"/>
                      </a:lnTo>
                      <a:lnTo>
                        <a:pt x="588" y="155"/>
                      </a:lnTo>
                      <a:lnTo>
                        <a:pt x="590" y="155"/>
                      </a:lnTo>
                      <a:lnTo>
                        <a:pt x="591" y="157"/>
                      </a:lnTo>
                      <a:lnTo>
                        <a:pt x="592" y="159"/>
                      </a:lnTo>
                      <a:lnTo>
                        <a:pt x="594" y="160"/>
                      </a:lnTo>
                      <a:lnTo>
                        <a:pt x="595" y="162"/>
                      </a:lnTo>
                      <a:lnTo>
                        <a:pt x="597" y="162"/>
                      </a:lnTo>
                      <a:lnTo>
                        <a:pt x="598" y="161"/>
                      </a:lnTo>
                      <a:lnTo>
                        <a:pt x="600" y="162"/>
                      </a:lnTo>
                      <a:lnTo>
                        <a:pt x="601" y="163"/>
                      </a:lnTo>
                      <a:lnTo>
                        <a:pt x="603" y="164"/>
                      </a:lnTo>
                      <a:lnTo>
                        <a:pt x="604" y="164"/>
                      </a:lnTo>
                      <a:lnTo>
                        <a:pt x="606" y="164"/>
                      </a:lnTo>
                      <a:lnTo>
                        <a:pt x="607" y="166"/>
                      </a:lnTo>
                      <a:lnTo>
                        <a:pt x="609" y="164"/>
                      </a:lnTo>
                      <a:lnTo>
                        <a:pt x="610" y="163"/>
                      </a:lnTo>
                      <a:lnTo>
                        <a:pt x="612" y="162"/>
                      </a:lnTo>
                      <a:lnTo>
                        <a:pt x="613" y="159"/>
                      </a:lnTo>
                      <a:lnTo>
                        <a:pt x="615" y="161"/>
                      </a:lnTo>
                      <a:lnTo>
                        <a:pt x="616" y="161"/>
                      </a:lnTo>
                      <a:lnTo>
                        <a:pt x="617" y="162"/>
                      </a:lnTo>
                      <a:lnTo>
                        <a:pt x="619" y="161"/>
                      </a:lnTo>
                      <a:lnTo>
                        <a:pt x="620" y="163"/>
                      </a:lnTo>
                      <a:lnTo>
                        <a:pt x="622" y="165"/>
                      </a:lnTo>
                      <a:lnTo>
                        <a:pt x="623" y="163"/>
                      </a:lnTo>
                      <a:lnTo>
                        <a:pt x="625" y="163"/>
                      </a:lnTo>
                      <a:lnTo>
                        <a:pt x="626" y="164"/>
                      </a:lnTo>
                      <a:lnTo>
                        <a:pt x="628" y="160"/>
                      </a:lnTo>
                      <a:lnTo>
                        <a:pt x="629" y="162"/>
                      </a:lnTo>
                      <a:lnTo>
                        <a:pt x="631" y="160"/>
                      </a:lnTo>
                      <a:lnTo>
                        <a:pt x="632" y="161"/>
                      </a:lnTo>
                      <a:lnTo>
                        <a:pt x="634" y="164"/>
                      </a:lnTo>
                      <a:lnTo>
                        <a:pt x="635" y="164"/>
                      </a:lnTo>
                      <a:lnTo>
                        <a:pt x="637" y="165"/>
                      </a:lnTo>
                      <a:lnTo>
                        <a:pt x="638" y="169"/>
                      </a:lnTo>
                      <a:lnTo>
                        <a:pt x="640" y="168"/>
                      </a:lnTo>
                      <a:lnTo>
                        <a:pt x="641" y="170"/>
                      </a:lnTo>
                      <a:lnTo>
                        <a:pt x="643" y="169"/>
                      </a:lnTo>
                      <a:lnTo>
                        <a:pt x="644" y="167"/>
                      </a:lnTo>
                      <a:lnTo>
                        <a:pt x="645" y="168"/>
                      </a:lnTo>
                      <a:lnTo>
                        <a:pt x="647" y="169"/>
                      </a:lnTo>
                      <a:lnTo>
                        <a:pt x="648" y="165"/>
                      </a:lnTo>
                      <a:lnTo>
                        <a:pt x="650" y="165"/>
                      </a:lnTo>
                      <a:lnTo>
                        <a:pt x="651" y="162"/>
                      </a:lnTo>
                      <a:lnTo>
                        <a:pt x="653" y="162"/>
                      </a:lnTo>
                      <a:lnTo>
                        <a:pt x="654" y="165"/>
                      </a:lnTo>
                      <a:lnTo>
                        <a:pt x="656" y="165"/>
                      </a:lnTo>
                      <a:lnTo>
                        <a:pt x="657" y="167"/>
                      </a:lnTo>
                      <a:lnTo>
                        <a:pt x="659" y="169"/>
                      </a:lnTo>
                      <a:lnTo>
                        <a:pt x="660" y="174"/>
                      </a:lnTo>
                      <a:lnTo>
                        <a:pt x="662" y="174"/>
                      </a:lnTo>
                      <a:lnTo>
                        <a:pt x="663" y="177"/>
                      </a:lnTo>
                      <a:lnTo>
                        <a:pt x="665" y="176"/>
                      </a:lnTo>
                      <a:lnTo>
                        <a:pt x="666" y="175"/>
                      </a:lnTo>
                      <a:lnTo>
                        <a:pt x="668" y="175"/>
                      </a:lnTo>
                      <a:lnTo>
                        <a:pt x="669" y="169"/>
                      </a:lnTo>
                      <a:lnTo>
                        <a:pt x="670" y="168"/>
                      </a:lnTo>
                      <a:lnTo>
                        <a:pt x="672" y="169"/>
                      </a:lnTo>
                      <a:lnTo>
                        <a:pt x="673" y="169"/>
                      </a:lnTo>
                      <a:lnTo>
                        <a:pt x="675" y="168"/>
                      </a:lnTo>
                      <a:lnTo>
                        <a:pt x="676" y="171"/>
                      </a:lnTo>
                      <a:lnTo>
                        <a:pt x="678" y="173"/>
                      </a:lnTo>
                      <a:lnTo>
                        <a:pt x="679" y="176"/>
                      </a:lnTo>
                      <a:lnTo>
                        <a:pt x="681" y="175"/>
                      </a:lnTo>
                      <a:lnTo>
                        <a:pt x="682" y="175"/>
                      </a:lnTo>
                      <a:lnTo>
                        <a:pt x="684" y="175"/>
                      </a:lnTo>
                      <a:lnTo>
                        <a:pt x="685" y="177"/>
                      </a:lnTo>
                      <a:lnTo>
                        <a:pt x="687" y="178"/>
                      </a:lnTo>
                      <a:lnTo>
                        <a:pt x="688" y="176"/>
                      </a:lnTo>
                      <a:lnTo>
                        <a:pt x="690" y="179"/>
                      </a:lnTo>
                      <a:lnTo>
                        <a:pt x="691" y="183"/>
                      </a:lnTo>
                      <a:lnTo>
                        <a:pt x="693" y="185"/>
                      </a:lnTo>
                      <a:lnTo>
                        <a:pt x="694" y="183"/>
                      </a:lnTo>
                      <a:lnTo>
                        <a:pt x="695" y="186"/>
                      </a:lnTo>
                      <a:lnTo>
                        <a:pt x="697" y="187"/>
                      </a:lnTo>
                      <a:lnTo>
                        <a:pt x="698" y="188"/>
                      </a:lnTo>
                      <a:lnTo>
                        <a:pt x="700" y="187"/>
                      </a:lnTo>
                      <a:lnTo>
                        <a:pt x="701" y="186"/>
                      </a:lnTo>
                      <a:lnTo>
                        <a:pt x="703" y="184"/>
                      </a:lnTo>
                      <a:lnTo>
                        <a:pt x="704" y="185"/>
                      </a:lnTo>
                      <a:lnTo>
                        <a:pt x="706" y="185"/>
                      </a:lnTo>
                      <a:lnTo>
                        <a:pt x="707" y="186"/>
                      </a:lnTo>
                      <a:lnTo>
                        <a:pt x="709" y="188"/>
                      </a:lnTo>
                      <a:lnTo>
                        <a:pt x="710" y="189"/>
                      </a:lnTo>
                      <a:lnTo>
                        <a:pt x="712" y="192"/>
                      </a:lnTo>
                      <a:lnTo>
                        <a:pt x="713" y="190"/>
                      </a:lnTo>
                      <a:lnTo>
                        <a:pt x="715" y="193"/>
                      </a:lnTo>
                      <a:lnTo>
                        <a:pt x="716" y="192"/>
                      </a:lnTo>
                      <a:lnTo>
                        <a:pt x="718" y="193"/>
                      </a:lnTo>
                      <a:lnTo>
                        <a:pt x="719" y="191"/>
                      </a:lnTo>
                      <a:lnTo>
                        <a:pt x="720" y="191"/>
                      </a:lnTo>
                      <a:lnTo>
                        <a:pt x="722" y="190"/>
                      </a:lnTo>
                      <a:lnTo>
                        <a:pt x="723" y="191"/>
                      </a:lnTo>
                      <a:lnTo>
                        <a:pt x="725" y="190"/>
                      </a:lnTo>
                      <a:lnTo>
                        <a:pt x="726" y="191"/>
                      </a:lnTo>
                      <a:lnTo>
                        <a:pt x="728" y="192"/>
                      </a:lnTo>
                      <a:lnTo>
                        <a:pt x="729" y="194"/>
                      </a:lnTo>
                      <a:lnTo>
                        <a:pt x="731" y="196"/>
                      </a:lnTo>
                      <a:lnTo>
                        <a:pt x="732" y="198"/>
                      </a:lnTo>
                      <a:lnTo>
                        <a:pt x="734" y="204"/>
                      </a:lnTo>
                      <a:lnTo>
                        <a:pt x="735" y="204"/>
                      </a:lnTo>
                      <a:lnTo>
                        <a:pt x="737" y="203"/>
                      </a:lnTo>
                      <a:lnTo>
                        <a:pt x="738" y="203"/>
                      </a:lnTo>
                      <a:lnTo>
                        <a:pt x="740" y="202"/>
                      </a:lnTo>
                      <a:lnTo>
                        <a:pt x="741" y="202"/>
                      </a:lnTo>
                      <a:lnTo>
                        <a:pt x="743" y="201"/>
                      </a:lnTo>
                      <a:lnTo>
                        <a:pt x="744" y="198"/>
                      </a:lnTo>
                      <a:lnTo>
                        <a:pt x="745" y="199"/>
                      </a:lnTo>
                      <a:lnTo>
                        <a:pt x="747" y="202"/>
                      </a:lnTo>
                      <a:lnTo>
                        <a:pt x="748" y="204"/>
                      </a:lnTo>
                      <a:lnTo>
                        <a:pt x="750" y="205"/>
                      </a:lnTo>
                      <a:lnTo>
                        <a:pt x="751" y="206"/>
                      </a:lnTo>
                      <a:lnTo>
                        <a:pt x="753" y="203"/>
                      </a:lnTo>
                      <a:lnTo>
                        <a:pt x="754" y="204"/>
                      </a:lnTo>
                      <a:lnTo>
                        <a:pt x="756" y="201"/>
                      </a:lnTo>
                      <a:lnTo>
                        <a:pt x="757" y="200"/>
                      </a:lnTo>
                      <a:lnTo>
                        <a:pt x="759" y="202"/>
                      </a:lnTo>
                      <a:lnTo>
                        <a:pt x="760" y="200"/>
                      </a:lnTo>
                      <a:lnTo>
                        <a:pt x="762" y="201"/>
                      </a:lnTo>
                      <a:lnTo>
                        <a:pt x="763" y="202"/>
                      </a:lnTo>
                      <a:lnTo>
                        <a:pt x="765" y="203"/>
                      </a:lnTo>
                      <a:lnTo>
                        <a:pt x="766" y="202"/>
                      </a:lnTo>
                      <a:lnTo>
                        <a:pt x="768" y="203"/>
                      </a:lnTo>
                      <a:lnTo>
                        <a:pt x="769" y="203"/>
                      </a:lnTo>
                      <a:lnTo>
                        <a:pt x="770" y="202"/>
                      </a:lnTo>
                      <a:lnTo>
                        <a:pt x="772" y="204"/>
                      </a:lnTo>
                      <a:lnTo>
                        <a:pt x="773" y="205"/>
                      </a:lnTo>
                      <a:lnTo>
                        <a:pt x="775" y="208"/>
                      </a:lnTo>
                      <a:lnTo>
                        <a:pt x="776" y="210"/>
                      </a:lnTo>
                      <a:lnTo>
                        <a:pt x="778" y="211"/>
                      </a:lnTo>
                      <a:lnTo>
                        <a:pt x="779" y="210"/>
                      </a:lnTo>
                      <a:lnTo>
                        <a:pt x="781" y="211"/>
                      </a:lnTo>
                      <a:lnTo>
                        <a:pt x="782" y="209"/>
                      </a:lnTo>
                      <a:lnTo>
                        <a:pt x="784" y="212"/>
                      </a:lnTo>
                      <a:lnTo>
                        <a:pt x="785" y="211"/>
                      </a:lnTo>
                      <a:lnTo>
                        <a:pt x="787" y="212"/>
                      </a:lnTo>
                      <a:lnTo>
                        <a:pt x="788" y="212"/>
                      </a:lnTo>
                      <a:lnTo>
                        <a:pt x="790" y="213"/>
                      </a:lnTo>
                      <a:lnTo>
                        <a:pt x="791" y="217"/>
                      </a:lnTo>
                      <a:lnTo>
                        <a:pt x="793" y="217"/>
                      </a:lnTo>
                      <a:lnTo>
                        <a:pt x="794" y="216"/>
                      </a:lnTo>
                      <a:lnTo>
                        <a:pt x="795" y="216"/>
                      </a:lnTo>
                      <a:lnTo>
                        <a:pt x="797" y="215"/>
                      </a:lnTo>
                      <a:lnTo>
                        <a:pt x="798" y="216"/>
                      </a:lnTo>
                      <a:lnTo>
                        <a:pt x="800" y="216"/>
                      </a:lnTo>
                      <a:lnTo>
                        <a:pt x="801" y="215"/>
                      </a:lnTo>
                      <a:lnTo>
                        <a:pt x="803" y="216"/>
                      </a:lnTo>
                      <a:lnTo>
                        <a:pt x="804" y="220"/>
                      </a:lnTo>
                      <a:lnTo>
                        <a:pt x="806" y="221"/>
                      </a:lnTo>
                      <a:lnTo>
                        <a:pt x="807" y="220"/>
                      </a:lnTo>
                      <a:lnTo>
                        <a:pt x="809" y="223"/>
                      </a:lnTo>
                      <a:lnTo>
                        <a:pt x="810" y="222"/>
                      </a:lnTo>
                      <a:lnTo>
                        <a:pt x="812" y="223"/>
                      </a:lnTo>
                      <a:lnTo>
                        <a:pt x="813" y="221"/>
                      </a:lnTo>
                      <a:lnTo>
                        <a:pt x="815" y="219"/>
                      </a:lnTo>
                      <a:lnTo>
                        <a:pt x="816" y="218"/>
                      </a:lnTo>
                      <a:lnTo>
                        <a:pt x="818" y="218"/>
                      </a:lnTo>
                      <a:lnTo>
                        <a:pt x="819" y="221"/>
                      </a:lnTo>
                      <a:lnTo>
                        <a:pt x="820" y="222"/>
                      </a:lnTo>
                      <a:lnTo>
                        <a:pt x="822" y="222"/>
                      </a:lnTo>
                      <a:lnTo>
                        <a:pt x="823" y="225"/>
                      </a:lnTo>
                      <a:lnTo>
                        <a:pt x="825" y="225"/>
                      </a:lnTo>
                      <a:lnTo>
                        <a:pt x="826" y="225"/>
                      </a:lnTo>
                      <a:lnTo>
                        <a:pt x="828" y="224"/>
                      </a:lnTo>
                      <a:lnTo>
                        <a:pt x="829" y="228"/>
                      </a:lnTo>
                      <a:lnTo>
                        <a:pt x="831" y="228"/>
                      </a:lnTo>
                      <a:lnTo>
                        <a:pt x="832" y="229"/>
                      </a:lnTo>
                      <a:lnTo>
                        <a:pt x="834" y="227"/>
                      </a:lnTo>
                      <a:lnTo>
                        <a:pt x="835" y="227"/>
                      </a:lnTo>
                      <a:lnTo>
                        <a:pt x="837" y="228"/>
                      </a:lnTo>
                      <a:lnTo>
                        <a:pt x="838" y="227"/>
                      </a:lnTo>
                      <a:lnTo>
                        <a:pt x="840" y="223"/>
                      </a:lnTo>
                      <a:lnTo>
                        <a:pt x="841" y="227"/>
                      </a:lnTo>
                      <a:lnTo>
                        <a:pt x="843" y="228"/>
                      </a:lnTo>
                      <a:lnTo>
                        <a:pt x="844" y="229"/>
                      </a:lnTo>
                      <a:lnTo>
                        <a:pt x="846" y="227"/>
                      </a:lnTo>
                      <a:lnTo>
                        <a:pt x="847" y="230"/>
                      </a:lnTo>
                      <a:lnTo>
                        <a:pt x="848" y="231"/>
                      </a:lnTo>
                      <a:lnTo>
                        <a:pt x="850" y="236"/>
                      </a:lnTo>
                      <a:lnTo>
                        <a:pt x="851" y="233"/>
                      </a:lnTo>
                      <a:lnTo>
                        <a:pt x="853" y="233"/>
                      </a:lnTo>
                      <a:lnTo>
                        <a:pt x="854" y="232"/>
                      </a:lnTo>
                      <a:lnTo>
                        <a:pt x="856" y="233"/>
                      </a:lnTo>
                      <a:lnTo>
                        <a:pt x="857" y="232"/>
                      </a:lnTo>
                      <a:lnTo>
                        <a:pt x="859" y="231"/>
                      </a:lnTo>
                      <a:lnTo>
                        <a:pt x="860" y="232"/>
                      </a:lnTo>
                      <a:lnTo>
                        <a:pt x="862" y="232"/>
                      </a:lnTo>
                      <a:lnTo>
                        <a:pt x="863" y="232"/>
                      </a:lnTo>
                      <a:lnTo>
                        <a:pt x="865" y="232"/>
                      </a:lnTo>
                      <a:lnTo>
                        <a:pt x="866" y="233"/>
                      </a:lnTo>
                      <a:lnTo>
                        <a:pt x="868" y="233"/>
                      </a:lnTo>
                      <a:lnTo>
                        <a:pt x="869" y="233"/>
                      </a:lnTo>
                      <a:lnTo>
                        <a:pt x="871" y="229"/>
                      </a:lnTo>
                      <a:lnTo>
                        <a:pt x="872" y="232"/>
                      </a:lnTo>
                      <a:lnTo>
                        <a:pt x="873" y="234"/>
                      </a:lnTo>
                      <a:lnTo>
                        <a:pt x="875" y="233"/>
                      </a:lnTo>
                      <a:lnTo>
                        <a:pt x="876" y="232"/>
                      </a:lnTo>
                      <a:lnTo>
                        <a:pt x="878" y="234"/>
                      </a:lnTo>
                      <a:lnTo>
                        <a:pt x="879" y="239"/>
                      </a:lnTo>
                      <a:lnTo>
                        <a:pt x="881" y="239"/>
                      </a:lnTo>
                      <a:lnTo>
                        <a:pt x="882" y="237"/>
                      </a:lnTo>
                      <a:lnTo>
                        <a:pt x="884" y="240"/>
                      </a:lnTo>
                      <a:lnTo>
                        <a:pt x="885" y="241"/>
                      </a:lnTo>
                      <a:lnTo>
                        <a:pt x="887" y="243"/>
                      </a:lnTo>
                      <a:lnTo>
                        <a:pt x="888" y="243"/>
                      </a:lnTo>
                      <a:lnTo>
                        <a:pt x="890" y="239"/>
                      </a:lnTo>
                      <a:lnTo>
                        <a:pt x="891" y="243"/>
                      </a:lnTo>
                      <a:lnTo>
                        <a:pt x="893" y="242"/>
                      </a:lnTo>
                      <a:lnTo>
                        <a:pt x="894" y="246"/>
                      </a:lnTo>
                      <a:lnTo>
                        <a:pt x="896" y="245"/>
                      </a:lnTo>
                      <a:lnTo>
                        <a:pt x="897" y="247"/>
                      </a:lnTo>
                      <a:lnTo>
                        <a:pt x="898" y="249"/>
                      </a:lnTo>
                      <a:lnTo>
                        <a:pt x="900" y="250"/>
                      </a:lnTo>
                      <a:lnTo>
                        <a:pt x="901" y="249"/>
                      </a:lnTo>
                      <a:lnTo>
                        <a:pt x="903" y="247"/>
                      </a:lnTo>
                      <a:lnTo>
                        <a:pt x="904" y="248"/>
                      </a:lnTo>
                      <a:lnTo>
                        <a:pt x="906" y="246"/>
                      </a:lnTo>
                      <a:lnTo>
                        <a:pt x="907" y="244"/>
                      </a:lnTo>
                      <a:lnTo>
                        <a:pt x="909" y="241"/>
                      </a:lnTo>
                      <a:lnTo>
                        <a:pt x="910" y="243"/>
                      </a:lnTo>
                      <a:lnTo>
                        <a:pt x="912" y="242"/>
                      </a:lnTo>
                      <a:lnTo>
                        <a:pt x="913" y="245"/>
                      </a:lnTo>
                      <a:lnTo>
                        <a:pt x="915" y="246"/>
                      </a:lnTo>
                      <a:lnTo>
                        <a:pt x="916" y="249"/>
                      </a:lnTo>
                      <a:lnTo>
                        <a:pt x="918" y="251"/>
                      </a:lnTo>
                      <a:lnTo>
                        <a:pt x="919" y="253"/>
                      </a:lnTo>
                      <a:lnTo>
                        <a:pt x="921" y="255"/>
                      </a:lnTo>
                      <a:lnTo>
                        <a:pt x="922" y="254"/>
                      </a:lnTo>
                      <a:lnTo>
                        <a:pt x="923" y="254"/>
                      </a:lnTo>
                      <a:lnTo>
                        <a:pt x="925" y="251"/>
                      </a:lnTo>
                      <a:lnTo>
                        <a:pt x="926" y="252"/>
                      </a:lnTo>
                      <a:lnTo>
                        <a:pt x="928" y="251"/>
                      </a:lnTo>
                      <a:lnTo>
                        <a:pt x="929" y="249"/>
                      </a:lnTo>
                      <a:lnTo>
                        <a:pt x="931" y="250"/>
                      </a:lnTo>
                      <a:lnTo>
                        <a:pt x="932" y="247"/>
                      </a:lnTo>
                      <a:lnTo>
                        <a:pt x="934" y="249"/>
                      </a:lnTo>
                      <a:lnTo>
                        <a:pt x="935" y="250"/>
                      </a:lnTo>
                      <a:lnTo>
                        <a:pt x="937" y="247"/>
                      </a:lnTo>
                      <a:lnTo>
                        <a:pt x="938" y="248"/>
                      </a:lnTo>
                      <a:lnTo>
                        <a:pt x="940" y="250"/>
                      </a:lnTo>
                      <a:lnTo>
                        <a:pt x="941" y="251"/>
                      </a:lnTo>
                      <a:lnTo>
                        <a:pt x="943" y="253"/>
                      </a:lnTo>
                      <a:lnTo>
                        <a:pt x="944" y="251"/>
                      </a:lnTo>
                      <a:lnTo>
                        <a:pt x="946" y="255"/>
                      </a:lnTo>
                      <a:lnTo>
                        <a:pt x="947" y="256"/>
                      </a:lnTo>
                      <a:lnTo>
                        <a:pt x="948" y="255"/>
                      </a:lnTo>
                      <a:lnTo>
                        <a:pt x="950" y="256"/>
                      </a:lnTo>
                      <a:lnTo>
                        <a:pt x="951" y="259"/>
                      </a:lnTo>
                      <a:lnTo>
                        <a:pt x="953" y="261"/>
                      </a:lnTo>
                      <a:lnTo>
                        <a:pt x="954" y="260"/>
                      </a:lnTo>
                      <a:lnTo>
                        <a:pt x="956" y="262"/>
                      </a:lnTo>
                      <a:lnTo>
                        <a:pt x="957" y="262"/>
                      </a:lnTo>
                      <a:lnTo>
                        <a:pt x="959" y="263"/>
                      </a:lnTo>
                      <a:lnTo>
                        <a:pt x="960" y="263"/>
                      </a:lnTo>
                      <a:lnTo>
                        <a:pt x="962" y="261"/>
                      </a:lnTo>
                      <a:lnTo>
                        <a:pt x="963" y="259"/>
                      </a:lnTo>
                      <a:lnTo>
                        <a:pt x="965" y="261"/>
                      </a:lnTo>
                      <a:lnTo>
                        <a:pt x="966" y="261"/>
                      </a:lnTo>
                      <a:lnTo>
                        <a:pt x="968" y="259"/>
                      </a:lnTo>
                      <a:lnTo>
                        <a:pt x="969" y="259"/>
                      </a:lnTo>
                      <a:lnTo>
                        <a:pt x="971" y="259"/>
                      </a:lnTo>
                      <a:lnTo>
                        <a:pt x="972" y="260"/>
                      </a:lnTo>
                      <a:lnTo>
                        <a:pt x="973" y="259"/>
                      </a:lnTo>
                      <a:lnTo>
                        <a:pt x="975" y="259"/>
                      </a:lnTo>
                      <a:lnTo>
                        <a:pt x="976" y="261"/>
                      </a:lnTo>
                      <a:lnTo>
                        <a:pt x="978" y="262"/>
                      </a:lnTo>
                      <a:lnTo>
                        <a:pt x="979" y="262"/>
                      </a:lnTo>
                      <a:lnTo>
                        <a:pt x="981" y="261"/>
                      </a:lnTo>
                      <a:lnTo>
                        <a:pt x="982" y="261"/>
                      </a:lnTo>
                      <a:lnTo>
                        <a:pt x="984" y="259"/>
                      </a:lnTo>
                      <a:lnTo>
                        <a:pt x="985" y="259"/>
                      </a:lnTo>
                      <a:lnTo>
                        <a:pt x="987" y="260"/>
                      </a:lnTo>
                      <a:lnTo>
                        <a:pt x="988" y="263"/>
                      </a:lnTo>
                      <a:lnTo>
                        <a:pt x="990" y="267"/>
                      </a:lnTo>
                      <a:lnTo>
                        <a:pt x="991" y="269"/>
                      </a:lnTo>
                      <a:lnTo>
                        <a:pt x="993" y="268"/>
                      </a:lnTo>
                      <a:lnTo>
                        <a:pt x="994" y="269"/>
                      </a:lnTo>
                      <a:lnTo>
                        <a:pt x="996" y="271"/>
                      </a:lnTo>
                      <a:lnTo>
                        <a:pt x="997" y="268"/>
                      </a:lnTo>
                      <a:lnTo>
                        <a:pt x="998" y="268"/>
                      </a:lnTo>
                      <a:lnTo>
                        <a:pt x="1000" y="267"/>
                      </a:lnTo>
                      <a:lnTo>
                        <a:pt x="1001" y="267"/>
                      </a:lnTo>
                      <a:lnTo>
                        <a:pt x="1003" y="267"/>
                      </a:lnTo>
                      <a:lnTo>
                        <a:pt x="1004" y="271"/>
                      </a:lnTo>
                      <a:lnTo>
                        <a:pt x="1006" y="272"/>
                      </a:lnTo>
                      <a:lnTo>
                        <a:pt x="1007" y="274"/>
                      </a:lnTo>
                      <a:lnTo>
                        <a:pt x="1009" y="276"/>
                      </a:lnTo>
                      <a:lnTo>
                        <a:pt x="1010" y="276"/>
                      </a:lnTo>
                      <a:lnTo>
                        <a:pt x="1012" y="279"/>
                      </a:lnTo>
                      <a:lnTo>
                        <a:pt x="1013" y="279"/>
                      </a:lnTo>
                      <a:lnTo>
                        <a:pt x="1015" y="276"/>
                      </a:lnTo>
                      <a:lnTo>
                        <a:pt x="1016" y="276"/>
                      </a:lnTo>
                      <a:lnTo>
                        <a:pt x="1018" y="276"/>
                      </a:lnTo>
                      <a:lnTo>
                        <a:pt x="1019" y="276"/>
                      </a:lnTo>
                      <a:lnTo>
                        <a:pt x="1021" y="275"/>
                      </a:lnTo>
                      <a:lnTo>
                        <a:pt x="1022" y="277"/>
                      </a:lnTo>
                      <a:lnTo>
                        <a:pt x="1023" y="279"/>
                      </a:lnTo>
                      <a:lnTo>
                        <a:pt x="1025" y="280"/>
                      </a:lnTo>
                      <a:lnTo>
                        <a:pt x="1026" y="277"/>
                      </a:lnTo>
                      <a:lnTo>
                        <a:pt x="1028" y="281"/>
                      </a:lnTo>
                      <a:lnTo>
                        <a:pt x="1029" y="279"/>
                      </a:lnTo>
                      <a:lnTo>
                        <a:pt x="1031" y="279"/>
                      </a:lnTo>
                      <a:lnTo>
                        <a:pt x="1032" y="280"/>
                      </a:lnTo>
                      <a:lnTo>
                        <a:pt x="1034" y="286"/>
                      </a:lnTo>
                      <a:lnTo>
                        <a:pt x="1035" y="283"/>
                      </a:lnTo>
                      <a:lnTo>
                        <a:pt x="1037" y="286"/>
                      </a:lnTo>
                      <a:lnTo>
                        <a:pt x="1038" y="286"/>
                      </a:lnTo>
                      <a:lnTo>
                        <a:pt x="1040" y="286"/>
                      </a:lnTo>
                      <a:lnTo>
                        <a:pt x="1041" y="284"/>
                      </a:lnTo>
                      <a:lnTo>
                        <a:pt x="1043" y="284"/>
                      </a:lnTo>
                      <a:lnTo>
                        <a:pt x="1044" y="283"/>
                      </a:lnTo>
                      <a:lnTo>
                        <a:pt x="1046" y="283"/>
                      </a:lnTo>
                      <a:lnTo>
                        <a:pt x="1047" y="285"/>
                      </a:lnTo>
                      <a:lnTo>
                        <a:pt x="1048" y="285"/>
                      </a:lnTo>
                      <a:lnTo>
                        <a:pt x="1050" y="287"/>
                      </a:lnTo>
                      <a:lnTo>
                        <a:pt x="1051" y="290"/>
                      </a:lnTo>
                      <a:lnTo>
                        <a:pt x="1053" y="290"/>
                      </a:lnTo>
                      <a:lnTo>
                        <a:pt x="1054" y="289"/>
                      </a:lnTo>
                      <a:lnTo>
                        <a:pt x="1056" y="288"/>
                      </a:lnTo>
                      <a:lnTo>
                        <a:pt x="1057" y="287"/>
                      </a:lnTo>
                      <a:lnTo>
                        <a:pt x="1059" y="287"/>
                      </a:lnTo>
                      <a:lnTo>
                        <a:pt x="1060" y="286"/>
                      </a:lnTo>
                      <a:lnTo>
                        <a:pt x="1062" y="288"/>
                      </a:lnTo>
                      <a:lnTo>
                        <a:pt x="1063" y="293"/>
                      </a:lnTo>
                      <a:lnTo>
                        <a:pt x="1065" y="292"/>
                      </a:lnTo>
                      <a:lnTo>
                        <a:pt x="1066" y="293"/>
                      </a:lnTo>
                      <a:lnTo>
                        <a:pt x="1068" y="298"/>
                      </a:lnTo>
                      <a:lnTo>
                        <a:pt x="1069" y="298"/>
                      </a:lnTo>
                      <a:lnTo>
                        <a:pt x="1071" y="298"/>
                      </a:lnTo>
                      <a:lnTo>
                        <a:pt x="1072" y="298"/>
                      </a:lnTo>
                      <a:lnTo>
                        <a:pt x="1074" y="299"/>
                      </a:lnTo>
                      <a:lnTo>
                        <a:pt x="1075" y="301"/>
                      </a:lnTo>
                      <a:lnTo>
                        <a:pt x="1076" y="301"/>
                      </a:lnTo>
                      <a:lnTo>
                        <a:pt x="1078" y="302"/>
                      </a:lnTo>
                      <a:lnTo>
                        <a:pt x="1079" y="303"/>
                      </a:lnTo>
                      <a:lnTo>
                        <a:pt x="1081" y="303"/>
                      </a:lnTo>
                      <a:lnTo>
                        <a:pt x="1082" y="304"/>
                      </a:lnTo>
                      <a:lnTo>
                        <a:pt x="1084" y="305"/>
                      </a:lnTo>
                      <a:lnTo>
                        <a:pt x="1085" y="302"/>
                      </a:lnTo>
                      <a:lnTo>
                        <a:pt x="1087" y="303"/>
                      </a:lnTo>
                      <a:lnTo>
                        <a:pt x="1088" y="303"/>
                      </a:lnTo>
                      <a:lnTo>
                        <a:pt x="1090" y="303"/>
                      </a:lnTo>
                      <a:lnTo>
                        <a:pt x="1091" y="300"/>
                      </a:lnTo>
                      <a:lnTo>
                        <a:pt x="1093" y="298"/>
                      </a:lnTo>
                      <a:lnTo>
                        <a:pt x="1094" y="300"/>
                      </a:lnTo>
                      <a:lnTo>
                        <a:pt x="1096" y="302"/>
                      </a:lnTo>
                      <a:lnTo>
                        <a:pt x="1097" y="305"/>
                      </a:lnTo>
                      <a:lnTo>
                        <a:pt x="1099" y="306"/>
                      </a:lnTo>
                      <a:lnTo>
                        <a:pt x="1100" y="308"/>
                      </a:lnTo>
                      <a:lnTo>
                        <a:pt x="1101" y="309"/>
                      </a:lnTo>
                      <a:lnTo>
                        <a:pt x="1103" y="310"/>
                      </a:lnTo>
                      <a:lnTo>
                        <a:pt x="1104" y="307"/>
                      </a:lnTo>
                      <a:lnTo>
                        <a:pt x="1106" y="304"/>
                      </a:lnTo>
                      <a:lnTo>
                        <a:pt x="1107" y="306"/>
                      </a:lnTo>
                      <a:lnTo>
                        <a:pt x="1109" y="307"/>
                      </a:lnTo>
                      <a:lnTo>
                        <a:pt x="1110" y="307"/>
                      </a:lnTo>
                      <a:lnTo>
                        <a:pt x="1112" y="309"/>
                      </a:lnTo>
                      <a:lnTo>
                        <a:pt x="1113" y="308"/>
                      </a:lnTo>
                      <a:lnTo>
                        <a:pt x="1115" y="312"/>
                      </a:lnTo>
                      <a:lnTo>
                        <a:pt x="1116" y="312"/>
                      </a:lnTo>
                      <a:lnTo>
                        <a:pt x="1118" y="316"/>
                      </a:lnTo>
                      <a:lnTo>
                        <a:pt x="1119" y="317"/>
                      </a:lnTo>
                      <a:lnTo>
                        <a:pt x="1121" y="318"/>
                      </a:lnTo>
                      <a:lnTo>
                        <a:pt x="1122" y="321"/>
                      </a:lnTo>
                      <a:lnTo>
                        <a:pt x="1124" y="321"/>
                      </a:lnTo>
                      <a:lnTo>
                        <a:pt x="1125" y="321"/>
                      </a:lnTo>
                      <a:lnTo>
                        <a:pt x="1126" y="316"/>
                      </a:lnTo>
                      <a:lnTo>
                        <a:pt x="1128" y="317"/>
                      </a:lnTo>
                      <a:lnTo>
                        <a:pt x="1129" y="315"/>
                      </a:lnTo>
                      <a:lnTo>
                        <a:pt x="1131" y="317"/>
                      </a:lnTo>
                      <a:lnTo>
                        <a:pt x="1132" y="313"/>
                      </a:lnTo>
                      <a:lnTo>
                        <a:pt x="1134" y="315"/>
                      </a:lnTo>
                      <a:lnTo>
                        <a:pt x="1135" y="317"/>
                      </a:lnTo>
                      <a:lnTo>
                        <a:pt x="1137" y="317"/>
                      </a:lnTo>
                      <a:lnTo>
                        <a:pt x="1138" y="320"/>
                      </a:lnTo>
                      <a:lnTo>
                        <a:pt x="1140" y="322"/>
                      </a:lnTo>
                      <a:lnTo>
                        <a:pt x="1141" y="324"/>
                      </a:lnTo>
                      <a:lnTo>
                        <a:pt x="1143" y="326"/>
                      </a:lnTo>
                      <a:lnTo>
                        <a:pt x="1144" y="325"/>
                      </a:lnTo>
                      <a:lnTo>
                        <a:pt x="1146" y="328"/>
                      </a:lnTo>
                      <a:lnTo>
                        <a:pt x="1147" y="328"/>
                      </a:lnTo>
                      <a:lnTo>
                        <a:pt x="1149" y="328"/>
                      </a:lnTo>
                      <a:lnTo>
                        <a:pt x="1150" y="328"/>
                      </a:lnTo>
                      <a:lnTo>
                        <a:pt x="1151" y="328"/>
                      </a:lnTo>
                      <a:lnTo>
                        <a:pt x="1153" y="326"/>
                      </a:lnTo>
                      <a:lnTo>
                        <a:pt x="1154" y="323"/>
                      </a:lnTo>
                      <a:lnTo>
                        <a:pt x="1156" y="324"/>
                      </a:lnTo>
                      <a:lnTo>
                        <a:pt x="1157" y="322"/>
                      </a:lnTo>
                      <a:lnTo>
                        <a:pt x="1159" y="321"/>
                      </a:lnTo>
                      <a:lnTo>
                        <a:pt x="1160" y="323"/>
                      </a:lnTo>
                      <a:lnTo>
                        <a:pt x="1162" y="323"/>
                      </a:lnTo>
                      <a:lnTo>
                        <a:pt x="1163" y="321"/>
                      </a:lnTo>
                      <a:lnTo>
                        <a:pt x="1165" y="324"/>
                      </a:lnTo>
                      <a:lnTo>
                        <a:pt x="1166" y="321"/>
                      </a:lnTo>
                      <a:lnTo>
                        <a:pt x="1168" y="319"/>
                      </a:lnTo>
                      <a:lnTo>
                        <a:pt x="1169" y="319"/>
                      </a:lnTo>
                      <a:lnTo>
                        <a:pt x="1171" y="319"/>
                      </a:lnTo>
                      <a:lnTo>
                        <a:pt x="1172" y="318"/>
                      </a:lnTo>
                      <a:lnTo>
                        <a:pt x="1174" y="318"/>
                      </a:lnTo>
                      <a:lnTo>
                        <a:pt x="1175" y="317"/>
                      </a:lnTo>
                      <a:lnTo>
                        <a:pt x="1176" y="321"/>
                      </a:lnTo>
                      <a:lnTo>
                        <a:pt x="1178" y="324"/>
                      </a:lnTo>
                      <a:lnTo>
                        <a:pt x="1179" y="325"/>
                      </a:lnTo>
                      <a:lnTo>
                        <a:pt x="1181" y="326"/>
                      </a:lnTo>
                      <a:lnTo>
                        <a:pt x="1182" y="324"/>
                      </a:lnTo>
                      <a:lnTo>
                        <a:pt x="1184" y="326"/>
                      </a:lnTo>
                      <a:lnTo>
                        <a:pt x="1185" y="321"/>
                      </a:lnTo>
                      <a:lnTo>
                        <a:pt x="1187" y="323"/>
                      </a:lnTo>
                      <a:lnTo>
                        <a:pt x="1188" y="323"/>
                      </a:lnTo>
                      <a:lnTo>
                        <a:pt x="1190" y="323"/>
                      </a:lnTo>
                      <a:lnTo>
                        <a:pt x="1191" y="325"/>
                      </a:lnTo>
                      <a:lnTo>
                        <a:pt x="1193" y="326"/>
                      </a:lnTo>
                      <a:lnTo>
                        <a:pt x="1194" y="329"/>
                      </a:lnTo>
                      <a:lnTo>
                        <a:pt x="1196" y="331"/>
                      </a:lnTo>
                      <a:lnTo>
                        <a:pt x="1197" y="331"/>
                      </a:lnTo>
                      <a:lnTo>
                        <a:pt x="1199" y="331"/>
                      </a:lnTo>
                      <a:lnTo>
                        <a:pt x="1200" y="333"/>
                      </a:lnTo>
                      <a:lnTo>
                        <a:pt x="1201" y="333"/>
                      </a:lnTo>
                      <a:lnTo>
                        <a:pt x="1203" y="333"/>
                      </a:lnTo>
                      <a:lnTo>
                        <a:pt x="1204" y="332"/>
                      </a:lnTo>
                      <a:lnTo>
                        <a:pt x="1206" y="333"/>
                      </a:lnTo>
                      <a:lnTo>
                        <a:pt x="1207" y="336"/>
                      </a:lnTo>
                      <a:lnTo>
                        <a:pt x="1209" y="334"/>
                      </a:lnTo>
                      <a:lnTo>
                        <a:pt x="1210" y="334"/>
                      </a:lnTo>
                      <a:lnTo>
                        <a:pt x="1212" y="336"/>
                      </a:lnTo>
                      <a:lnTo>
                        <a:pt x="1213" y="336"/>
                      </a:lnTo>
                      <a:lnTo>
                        <a:pt x="1215" y="336"/>
                      </a:lnTo>
                      <a:lnTo>
                        <a:pt x="1216" y="338"/>
                      </a:lnTo>
                      <a:lnTo>
                        <a:pt x="1218" y="341"/>
                      </a:lnTo>
                      <a:lnTo>
                        <a:pt x="1219" y="344"/>
                      </a:lnTo>
                      <a:lnTo>
                        <a:pt x="1221" y="347"/>
                      </a:lnTo>
                      <a:lnTo>
                        <a:pt x="1222" y="348"/>
                      </a:lnTo>
                      <a:lnTo>
                        <a:pt x="1224" y="350"/>
                      </a:lnTo>
                      <a:lnTo>
                        <a:pt x="1225" y="350"/>
                      </a:lnTo>
                      <a:lnTo>
                        <a:pt x="1226" y="351"/>
                      </a:lnTo>
                      <a:lnTo>
                        <a:pt x="1228" y="346"/>
                      </a:lnTo>
                      <a:lnTo>
                        <a:pt x="1229" y="346"/>
                      </a:lnTo>
                      <a:lnTo>
                        <a:pt x="1231" y="345"/>
                      </a:lnTo>
                      <a:lnTo>
                        <a:pt x="1232" y="345"/>
                      </a:lnTo>
                      <a:lnTo>
                        <a:pt x="1234" y="347"/>
                      </a:lnTo>
                      <a:lnTo>
                        <a:pt x="1235" y="348"/>
                      </a:lnTo>
                      <a:lnTo>
                        <a:pt x="1237" y="348"/>
                      </a:lnTo>
                      <a:lnTo>
                        <a:pt x="1238" y="348"/>
                      </a:lnTo>
                      <a:lnTo>
                        <a:pt x="1240" y="349"/>
                      </a:lnTo>
                      <a:lnTo>
                        <a:pt x="1241" y="348"/>
                      </a:lnTo>
                      <a:lnTo>
                        <a:pt x="1243" y="350"/>
                      </a:lnTo>
                      <a:lnTo>
                        <a:pt x="1244" y="346"/>
                      </a:lnTo>
                      <a:lnTo>
                        <a:pt x="1246" y="346"/>
                      </a:lnTo>
                      <a:lnTo>
                        <a:pt x="1247" y="347"/>
                      </a:lnTo>
                      <a:lnTo>
                        <a:pt x="1249" y="348"/>
                      </a:lnTo>
                      <a:lnTo>
                        <a:pt x="1250" y="348"/>
                      </a:lnTo>
                      <a:lnTo>
                        <a:pt x="1251" y="348"/>
                      </a:lnTo>
                      <a:lnTo>
                        <a:pt x="1253" y="348"/>
                      </a:lnTo>
                      <a:lnTo>
                        <a:pt x="1254" y="348"/>
                      </a:lnTo>
                      <a:lnTo>
                        <a:pt x="1256" y="350"/>
                      </a:lnTo>
                      <a:lnTo>
                        <a:pt x="1257" y="351"/>
                      </a:lnTo>
                      <a:lnTo>
                        <a:pt x="1259" y="350"/>
                      </a:lnTo>
                      <a:lnTo>
                        <a:pt x="1260" y="352"/>
                      </a:lnTo>
                      <a:lnTo>
                        <a:pt x="1262" y="351"/>
                      </a:lnTo>
                      <a:lnTo>
                        <a:pt x="1263" y="356"/>
                      </a:lnTo>
                      <a:lnTo>
                        <a:pt x="1265" y="359"/>
                      </a:lnTo>
                      <a:lnTo>
                        <a:pt x="1266" y="358"/>
                      </a:lnTo>
                      <a:lnTo>
                        <a:pt x="1268" y="356"/>
                      </a:lnTo>
                      <a:lnTo>
                        <a:pt x="1269" y="356"/>
                      </a:lnTo>
                      <a:lnTo>
                        <a:pt x="1271" y="358"/>
                      </a:lnTo>
                      <a:lnTo>
                        <a:pt x="1272" y="359"/>
                      </a:lnTo>
                      <a:lnTo>
                        <a:pt x="1274" y="358"/>
                      </a:lnTo>
                      <a:lnTo>
                        <a:pt x="1275" y="359"/>
                      </a:lnTo>
                      <a:lnTo>
                        <a:pt x="1277" y="354"/>
                      </a:lnTo>
                      <a:lnTo>
                        <a:pt x="1278" y="356"/>
                      </a:lnTo>
                      <a:lnTo>
                        <a:pt x="1279" y="357"/>
                      </a:lnTo>
                      <a:lnTo>
                        <a:pt x="1281" y="356"/>
                      </a:lnTo>
                      <a:lnTo>
                        <a:pt x="1282" y="355"/>
                      </a:lnTo>
                      <a:lnTo>
                        <a:pt x="1284" y="355"/>
                      </a:lnTo>
                      <a:lnTo>
                        <a:pt x="1285" y="356"/>
                      </a:lnTo>
                      <a:lnTo>
                        <a:pt x="1287" y="355"/>
                      </a:lnTo>
                      <a:lnTo>
                        <a:pt x="1288" y="355"/>
                      </a:lnTo>
                      <a:lnTo>
                        <a:pt x="1290" y="356"/>
                      </a:lnTo>
                      <a:lnTo>
                        <a:pt x="1291" y="358"/>
                      </a:lnTo>
                      <a:lnTo>
                        <a:pt x="1293" y="357"/>
                      </a:lnTo>
                      <a:lnTo>
                        <a:pt x="1294" y="359"/>
                      </a:lnTo>
                      <a:lnTo>
                        <a:pt x="1296" y="362"/>
                      </a:lnTo>
                      <a:lnTo>
                        <a:pt x="1297" y="365"/>
                      </a:lnTo>
                      <a:lnTo>
                        <a:pt x="1299" y="367"/>
                      </a:lnTo>
                      <a:lnTo>
                        <a:pt x="1300" y="366"/>
                      </a:lnTo>
                      <a:lnTo>
                        <a:pt x="1302" y="367"/>
                      </a:lnTo>
                      <a:lnTo>
                        <a:pt x="1303" y="367"/>
                      </a:lnTo>
                      <a:lnTo>
                        <a:pt x="1304" y="367"/>
                      </a:lnTo>
                      <a:lnTo>
                        <a:pt x="1306" y="369"/>
                      </a:lnTo>
                      <a:lnTo>
                        <a:pt x="1307" y="372"/>
                      </a:lnTo>
                      <a:lnTo>
                        <a:pt x="1309" y="376"/>
                      </a:lnTo>
                      <a:lnTo>
                        <a:pt x="1310" y="376"/>
                      </a:lnTo>
                      <a:lnTo>
                        <a:pt x="1312" y="375"/>
                      </a:lnTo>
                      <a:lnTo>
                        <a:pt x="1313" y="375"/>
                      </a:lnTo>
                      <a:lnTo>
                        <a:pt x="1315" y="375"/>
                      </a:lnTo>
                      <a:lnTo>
                        <a:pt x="1316" y="373"/>
                      </a:lnTo>
                      <a:lnTo>
                        <a:pt x="1318" y="369"/>
                      </a:lnTo>
                      <a:lnTo>
                        <a:pt x="1319" y="368"/>
                      </a:lnTo>
                      <a:lnTo>
                        <a:pt x="1321" y="370"/>
                      </a:lnTo>
                      <a:lnTo>
                        <a:pt x="1322" y="370"/>
                      </a:lnTo>
                      <a:lnTo>
                        <a:pt x="1324" y="368"/>
                      </a:lnTo>
                      <a:lnTo>
                        <a:pt x="1325" y="369"/>
                      </a:lnTo>
                      <a:lnTo>
                        <a:pt x="1327" y="370"/>
                      </a:lnTo>
                      <a:lnTo>
                        <a:pt x="1328" y="369"/>
                      </a:lnTo>
                      <a:lnTo>
                        <a:pt x="1329" y="370"/>
                      </a:lnTo>
                      <a:lnTo>
                        <a:pt x="1331" y="370"/>
                      </a:lnTo>
                      <a:lnTo>
                        <a:pt x="1332" y="369"/>
                      </a:lnTo>
                      <a:lnTo>
                        <a:pt x="1334" y="371"/>
                      </a:lnTo>
                      <a:lnTo>
                        <a:pt x="1335" y="370"/>
                      </a:lnTo>
                      <a:lnTo>
                        <a:pt x="1337" y="372"/>
                      </a:lnTo>
                      <a:lnTo>
                        <a:pt x="1338" y="375"/>
                      </a:lnTo>
                      <a:lnTo>
                        <a:pt x="1340" y="376"/>
                      </a:lnTo>
                      <a:lnTo>
                        <a:pt x="1341" y="377"/>
                      </a:lnTo>
                      <a:lnTo>
                        <a:pt x="1343" y="377"/>
                      </a:lnTo>
                      <a:lnTo>
                        <a:pt x="1344" y="377"/>
                      </a:lnTo>
                      <a:lnTo>
                        <a:pt x="1346" y="374"/>
                      </a:lnTo>
                      <a:lnTo>
                        <a:pt x="1347" y="373"/>
                      </a:lnTo>
                      <a:lnTo>
                        <a:pt x="1349" y="371"/>
                      </a:lnTo>
                      <a:lnTo>
                        <a:pt x="1350" y="371"/>
                      </a:lnTo>
                      <a:lnTo>
                        <a:pt x="1352" y="372"/>
                      </a:lnTo>
                      <a:lnTo>
                        <a:pt x="1353" y="375"/>
                      </a:lnTo>
                      <a:lnTo>
                        <a:pt x="1354" y="374"/>
                      </a:lnTo>
                      <a:lnTo>
                        <a:pt x="1356" y="376"/>
                      </a:lnTo>
                      <a:lnTo>
                        <a:pt x="1357" y="379"/>
                      </a:lnTo>
                      <a:lnTo>
                        <a:pt x="1359" y="377"/>
                      </a:lnTo>
                      <a:lnTo>
                        <a:pt x="1360" y="377"/>
                      </a:lnTo>
                      <a:lnTo>
                        <a:pt x="1362" y="379"/>
                      </a:lnTo>
                      <a:lnTo>
                        <a:pt x="1363" y="379"/>
                      </a:lnTo>
                      <a:lnTo>
                        <a:pt x="1365" y="384"/>
                      </a:lnTo>
                      <a:lnTo>
                        <a:pt x="1366" y="383"/>
                      </a:lnTo>
                      <a:lnTo>
                        <a:pt x="1368" y="384"/>
                      </a:lnTo>
                      <a:lnTo>
                        <a:pt x="1369" y="389"/>
                      </a:lnTo>
                      <a:lnTo>
                        <a:pt x="1371" y="386"/>
                      </a:lnTo>
                      <a:lnTo>
                        <a:pt x="1372" y="384"/>
                      </a:lnTo>
                      <a:lnTo>
                        <a:pt x="1374" y="384"/>
                      </a:lnTo>
                      <a:lnTo>
                        <a:pt x="1375" y="377"/>
                      </a:lnTo>
                      <a:lnTo>
                        <a:pt x="1377" y="379"/>
                      </a:lnTo>
                    </a:path>
                  </a:pathLst>
                </a:custGeom>
                <a:noFill/>
                <a:ln cap="flat" cmpd="sng" w="25400">
                  <a:solidFill>
                    <a:srgbClr val="FF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71" name="Google Shape;1171;p19"/>
              <p:cNvGrpSpPr/>
              <p:nvPr/>
            </p:nvGrpSpPr>
            <p:grpSpPr>
              <a:xfrm>
                <a:off x="10396462" y="1273090"/>
                <a:ext cx="1368800" cy="1871640"/>
                <a:chOff x="8165958" y="1289236"/>
                <a:chExt cx="1219200" cy="1882404"/>
              </a:xfrm>
            </p:grpSpPr>
            <p:sp>
              <p:nvSpPr>
                <p:cNvPr id="1172" name="Google Shape;1172;p19"/>
                <p:cNvSpPr/>
                <p:nvPr/>
              </p:nvSpPr>
              <p:spPr>
                <a:xfrm>
                  <a:off x="8165958" y="1289236"/>
                  <a:ext cx="1219200" cy="1882404"/>
                </a:xfrm>
                <a:prstGeom prst="rect">
                  <a:avLst/>
                </a:prstGeom>
                <a:solidFill>
                  <a:schemeClr val="lt1">
                    <a:alpha val="80000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73" name="Google Shape;1173;p19"/>
                <p:cNvGrpSpPr/>
                <p:nvPr/>
              </p:nvGrpSpPr>
              <p:grpSpPr>
                <a:xfrm>
                  <a:off x="8274241" y="1334527"/>
                  <a:ext cx="1002634" cy="1791822"/>
                  <a:chOff x="8241001" y="1312941"/>
                  <a:chExt cx="1002634" cy="1791822"/>
                </a:xfrm>
              </p:grpSpPr>
              <p:grpSp>
                <p:nvGrpSpPr>
                  <p:cNvPr id="1174" name="Google Shape;1174;p19"/>
                  <p:cNvGrpSpPr/>
                  <p:nvPr/>
                </p:nvGrpSpPr>
                <p:grpSpPr>
                  <a:xfrm>
                    <a:off x="8241001" y="1759650"/>
                    <a:ext cx="1002634" cy="153888"/>
                    <a:chOff x="6059885" y="2009032"/>
                    <a:chExt cx="1002634" cy="153888"/>
                  </a:xfrm>
                </p:grpSpPr>
                <p:sp>
                  <p:nvSpPr>
                    <p:cNvPr id="1175" name="Google Shape;1175;p19"/>
                    <p:cNvSpPr/>
                    <p:nvPr/>
                  </p:nvSpPr>
                  <p:spPr>
                    <a:xfrm>
                      <a:off x="6302696" y="2009032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76" name="Google Shape;1176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32CD3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77" name="Google Shape;1177;p19"/>
                  <p:cNvGrpSpPr/>
                  <p:nvPr/>
                </p:nvGrpSpPr>
                <p:grpSpPr>
                  <a:xfrm>
                    <a:off x="8241001" y="1908553"/>
                    <a:ext cx="1002634" cy="153888"/>
                    <a:chOff x="6059885" y="2156075"/>
                    <a:chExt cx="1002634" cy="153888"/>
                  </a:xfrm>
                </p:grpSpPr>
                <p:sp>
                  <p:nvSpPr>
                    <p:cNvPr id="1178" name="Google Shape;1178;p19"/>
                    <p:cNvSpPr/>
                    <p:nvPr/>
                  </p:nvSpPr>
                  <p:spPr>
                    <a:xfrm>
                      <a:off x="6302696" y="2156075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6.25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79" name="Google Shape;1179;p19"/>
                    <p:cNvCxnSpPr/>
                    <p:nvPr/>
                  </p:nvCxnSpPr>
                  <p:spPr>
                    <a:xfrm>
                      <a:off x="6059885" y="2233019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8B008B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80" name="Google Shape;1180;p19"/>
                  <p:cNvGrpSpPr/>
                  <p:nvPr/>
                </p:nvGrpSpPr>
                <p:grpSpPr>
                  <a:xfrm>
                    <a:off x="8241001" y="2057456"/>
                    <a:ext cx="1002634" cy="153888"/>
                    <a:chOff x="6059885" y="2303118"/>
                    <a:chExt cx="1002634" cy="153888"/>
                  </a:xfrm>
                </p:grpSpPr>
                <p:sp>
                  <p:nvSpPr>
                    <p:cNvPr id="1181" name="Google Shape;1181;p19"/>
                    <p:cNvSpPr/>
                    <p:nvPr/>
                  </p:nvSpPr>
                  <p:spPr>
                    <a:xfrm>
                      <a:off x="6302696" y="2303118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3.13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82" name="Google Shape;1182;p19"/>
                    <p:cNvCxnSpPr/>
                    <p:nvPr/>
                  </p:nvCxnSpPr>
                  <p:spPr>
                    <a:xfrm>
                      <a:off x="6059885" y="2380062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A9A9A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83" name="Google Shape;1183;p19"/>
                  <p:cNvGrpSpPr/>
                  <p:nvPr/>
                </p:nvGrpSpPr>
                <p:grpSpPr>
                  <a:xfrm>
                    <a:off x="8241001" y="2206359"/>
                    <a:ext cx="1002634" cy="153888"/>
                    <a:chOff x="6059885" y="2450161"/>
                    <a:chExt cx="1002634" cy="153888"/>
                  </a:xfrm>
                </p:grpSpPr>
                <p:sp>
                  <p:nvSpPr>
                    <p:cNvPr id="1184" name="Google Shape;1184;p19"/>
                    <p:cNvSpPr/>
                    <p:nvPr/>
                  </p:nvSpPr>
                  <p:spPr>
                    <a:xfrm>
                      <a:off x="6302696" y="2450161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1.56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85" name="Google Shape;1185;p19"/>
                    <p:cNvCxnSpPr/>
                    <p:nvPr/>
                  </p:nvCxnSpPr>
                  <p:spPr>
                    <a:xfrm>
                      <a:off x="6059885" y="2527105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DAA52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86" name="Google Shape;1186;p19"/>
                  <p:cNvGrpSpPr/>
                  <p:nvPr/>
                </p:nvGrpSpPr>
                <p:grpSpPr>
                  <a:xfrm>
                    <a:off x="8241001" y="2355262"/>
                    <a:ext cx="1002634" cy="153888"/>
                    <a:chOff x="6059885" y="2597204"/>
                    <a:chExt cx="1002634" cy="153888"/>
                  </a:xfrm>
                </p:grpSpPr>
                <p:sp>
                  <p:nvSpPr>
                    <p:cNvPr id="1187" name="Google Shape;1187;p19"/>
                    <p:cNvSpPr/>
                    <p:nvPr/>
                  </p:nvSpPr>
                  <p:spPr>
                    <a:xfrm>
                      <a:off x="6302696" y="2597204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88" name="Google Shape;1188;p19"/>
                    <p:cNvCxnSpPr/>
                    <p:nvPr/>
                  </p:nvCxnSpPr>
                  <p:spPr>
                    <a:xfrm>
                      <a:off x="6059885" y="2674148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00CED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89" name="Google Shape;1189;p19"/>
                  <p:cNvGrpSpPr/>
                  <p:nvPr/>
                </p:nvGrpSpPr>
                <p:grpSpPr>
                  <a:xfrm>
                    <a:off x="8241001" y="2504165"/>
                    <a:ext cx="1002634" cy="153888"/>
                    <a:chOff x="6059885" y="2744247"/>
                    <a:chExt cx="1002634" cy="153888"/>
                  </a:xfrm>
                </p:grpSpPr>
                <p:sp>
                  <p:nvSpPr>
                    <p:cNvPr id="1190" name="Google Shape;1190;p19"/>
                    <p:cNvSpPr/>
                    <p:nvPr/>
                  </p:nvSpPr>
                  <p:spPr>
                    <a:xfrm>
                      <a:off x="6302696" y="2744247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0.39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91" name="Google Shape;1191;p19"/>
                    <p:cNvCxnSpPr/>
                    <p:nvPr/>
                  </p:nvCxnSpPr>
                  <p:spPr>
                    <a:xfrm>
                      <a:off x="6059885" y="2821191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FF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92" name="Google Shape;1192;p19"/>
                  <p:cNvGrpSpPr/>
                  <p:nvPr/>
                </p:nvGrpSpPr>
                <p:grpSpPr>
                  <a:xfrm>
                    <a:off x="8241001" y="2653068"/>
                    <a:ext cx="1002634" cy="153888"/>
                    <a:chOff x="6059885" y="2891290"/>
                    <a:chExt cx="1002634" cy="153888"/>
                  </a:xfrm>
                </p:grpSpPr>
                <p:sp>
                  <p:nvSpPr>
                    <p:cNvPr id="1193" name="Google Shape;1193;p19"/>
                    <p:cNvSpPr/>
                    <p:nvPr/>
                  </p:nvSpPr>
                  <p:spPr>
                    <a:xfrm>
                      <a:off x="6302696" y="2891290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94" name="Google Shape;1194;p19"/>
                    <p:cNvCxnSpPr/>
                    <p:nvPr/>
                  </p:nvCxnSpPr>
                  <p:spPr>
                    <a:xfrm>
                      <a:off x="6059885" y="2968234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00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95" name="Google Shape;1195;p19"/>
                  <p:cNvGrpSpPr/>
                  <p:nvPr/>
                </p:nvGrpSpPr>
                <p:grpSpPr>
                  <a:xfrm>
                    <a:off x="8241001" y="2801971"/>
                    <a:ext cx="1002634" cy="153888"/>
                    <a:chOff x="6059885" y="3038333"/>
                    <a:chExt cx="1002634" cy="153888"/>
                  </a:xfrm>
                </p:grpSpPr>
                <p:sp>
                  <p:nvSpPr>
                    <p:cNvPr id="1196" name="Google Shape;1196;p19"/>
                    <p:cNvSpPr/>
                    <p:nvPr/>
                  </p:nvSpPr>
                  <p:spPr>
                    <a:xfrm>
                      <a:off x="6302696" y="3038333"/>
                      <a:ext cx="75982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197" name="Google Shape;1197;p19"/>
                    <p:cNvCxnSpPr/>
                    <p:nvPr/>
                  </p:nvCxnSpPr>
                  <p:spPr>
                    <a:xfrm>
                      <a:off x="6059885" y="3115277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228B2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198" name="Google Shape;1198;p19"/>
                  <p:cNvGrpSpPr/>
                  <p:nvPr/>
                </p:nvGrpSpPr>
                <p:grpSpPr>
                  <a:xfrm>
                    <a:off x="8241001" y="2950875"/>
                    <a:ext cx="826304" cy="153888"/>
                    <a:chOff x="6059885" y="3185378"/>
                    <a:chExt cx="826304" cy="153888"/>
                  </a:xfrm>
                </p:grpSpPr>
                <p:sp>
                  <p:nvSpPr>
                    <p:cNvPr id="1199" name="Google Shape;1199;p19"/>
                    <p:cNvSpPr/>
                    <p:nvPr/>
                  </p:nvSpPr>
                  <p:spPr>
                    <a:xfrm>
                      <a:off x="6302696" y="3185378"/>
                      <a:ext cx="583493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200" name="Google Shape;1200;p19"/>
                    <p:cNvCxnSpPr/>
                    <p:nvPr/>
                  </p:nvCxnSpPr>
                  <p:spPr>
                    <a:xfrm>
                      <a:off x="6059885" y="3262322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FF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201" name="Google Shape;1201;p19"/>
                  <p:cNvGrpSpPr/>
                  <p:nvPr/>
                </p:nvGrpSpPr>
                <p:grpSpPr>
                  <a:xfrm>
                    <a:off x="8241001" y="1610747"/>
                    <a:ext cx="896836" cy="153888"/>
                    <a:chOff x="6059885" y="2009032"/>
                    <a:chExt cx="896836" cy="153888"/>
                  </a:xfrm>
                </p:grpSpPr>
                <p:sp>
                  <p:nvSpPr>
                    <p:cNvPr id="1202" name="Google Shape;1202;p19"/>
                    <p:cNvSpPr/>
                    <p:nvPr/>
                  </p:nvSpPr>
                  <p:spPr>
                    <a:xfrm>
                      <a:off x="6302696" y="2009032"/>
                      <a:ext cx="654025" cy="1538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203" name="Google Shape;1203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FF6347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204" name="Google Shape;1204;p19"/>
                  <p:cNvGrpSpPr/>
                  <p:nvPr/>
                </p:nvGrpSpPr>
                <p:grpSpPr>
                  <a:xfrm>
                    <a:off x="8241001" y="1461844"/>
                    <a:ext cx="825355" cy="154773"/>
                    <a:chOff x="6059885" y="2009032"/>
                    <a:chExt cx="825355" cy="154773"/>
                  </a:xfrm>
                </p:grpSpPr>
                <p:sp>
                  <p:nvSpPr>
                    <p:cNvPr id="1205" name="Google Shape;1205;p19"/>
                    <p:cNvSpPr/>
                    <p:nvPr/>
                  </p:nvSpPr>
                  <p:spPr>
                    <a:xfrm>
                      <a:off x="6302696" y="2009032"/>
                      <a:ext cx="582544" cy="1547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206" name="Google Shape;1206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8A2BE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1207" name="Google Shape;1207;p19"/>
                  <p:cNvGrpSpPr/>
                  <p:nvPr/>
                </p:nvGrpSpPr>
                <p:grpSpPr>
                  <a:xfrm>
                    <a:off x="8241001" y="1312941"/>
                    <a:ext cx="888179" cy="154773"/>
                    <a:chOff x="6059885" y="2009032"/>
                    <a:chExt cx="888179" cy="154773"/>
                  </a:xfrm>
                </p:grpSpPr>
                <p:sp>
                  <p:nvSpPr>
                    <p:cNvPr id="1208" name="Google Shape;1208;p19"/>
                    <p:cNvSpPr/>
                    <p:nvPr/>
                  </p:nvSpPr>
                  <p:spPr>
                    <a:xfrm>
                      <a:off x="6302696" y="2009032"/>
                      <a:ext cx="645368" cy="15477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0" lIns="0" spcFirstLastPara="1" rIns="0" wrap="square" tIns="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nM CTH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209" name="Google Shape;1209;p19"/>
                    <p:cNvCxnSpPr/>
                    <p:nvPr/>
                  </p:nvCxnSpPr>
                  <p:spPr>
                    <a:xfrm>
                      <a:off x="6059885" y="2085976"/>
                      <a:ext cx="182880" cy="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B2222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</p:grpSp>
          <p:sp>
            <p:nvSpPr>
              <p:cNvPr id="1210" name="Google Shape;1210;p19"/>
              <p:cNvSpPr txBox="1"/>
              <p:nvPr/>
            </p:nvSpPr>
            <p:spPr>
              <a:xfrm>
                <a:off x="7667940" y="706769"/>
                <a:ext cx="3174267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RNA Surface (Fc4-3, Ref. Sub.)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MCH Surface Subtracted, Buffer Subtracted</a:t>
                </a:r>
                <a:endParaRPr/>
              </a:p>
            </p:txBody>
          </p:sp>
        </p:grpSp>
        <p:sp>
          <p:nvSpPr>
            <p:cNvPr id="1211" name="Google Shape;1211;p19"/>
            <p:cNvSpPr txBox="1"/>
            <p:nvPr/>
          </p:nvSpPr>
          <p:spPr>
            <a:xfrm>
              <a:off x="6092977" y="706769"/>
              <a:ext cx="7280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BSA</a:t>
              </a:r>
              <a:endPara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9"/>
            <p:cNvSpPr txBox="1"/>
            <p:nvPr/>
          </p:nvSpPr>
          <p:spPr>
            <a:xfrm>
              <a:off x="6100191" y="3997867"/>
              <a:ext cx="71365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CTH</a:t>
              </a:r>
              <a:endParaRPr b="1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3" name="Google Shape;1213;p19"/>
          <p:cNvSpPr txBox="1"/>
          <p:nvPr/>
        </p:nvSpPr>
        <p:spPr>
          <a:xfrm>
            <a:off x="6573617" y="950612"/>
            <a:ext cx="5224225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lower limit of detection of CTH binding to an RNA surface.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BSA binding detected to either MCH or RNA surfaces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CTH binding again observed to both MCH and RNA surfaces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RNA surface appears to have degraded demonstrated by the overall lower CTH-RNA binding responses, higher CTH-MCH binding responses, and poor curve morphology.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Unable to define an LOD lower than the previously measured 1.35 nM CTH.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" name="Google Shape;1218;p20"/>
          <p:cNvGraphicFramePr/>
          <p:nvPr/>
        </p:nvGraphicFramePr>
        <p:xfrm>
          <a:off x="202192" y="8901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{91843E12-6AEC-48AD-900A-CC03F146AAD7}</a:tableStyleId>
              </a:tblPr>
              <a:tblGrid>
                <a:gridCol w="757300"/>
                <a:gridCol w="579500"/>
                <a:gridCol w="750950"/>
                <a:gridCol w="750950"/>
                <a:gridCol w="820800"/>
                <a:gridCol w="912875"/>
              </a:tblGrid>
              <a:tr h="32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MCH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(Fc3)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RNA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(Fc4)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RNA - MCH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(Fc4-3)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[RNA - MCH]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- BSA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Conc (nM)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Analyte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 (RU)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b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-0.2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0.39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0.78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35.3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1.56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37.4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32.6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-4.8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3.13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44.5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-5.9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78.7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124.1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155.5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33.7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232.5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63.4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76.45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226.6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344.7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118.1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323.8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437.2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113.4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117.7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115.7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87.2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CTH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-1.4</a:t>
                      </a:r>
                      <a:endParaRPr/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0.20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0.39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0.78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1.56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3.13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22.9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21.7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27.6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23.3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-4.3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28.6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24.7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-3.9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/>
                </a:tc>
              </a:tr>
              <a:tr h="179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BSA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50" marB="9150" marR="18300" marL="18300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19" name="Google Shape;1219;p20"/>
          <p:cNvGrpSpPr/>
          <p:nvPr/>
        </p:nvGrpSpPr>
        <p:grpSpPr>
          <a:xfrm>
            <a:off x="5029200" y="4564194"/>
            <a:ext cx="4389120" cy="2208075"/>
            <a:chOff x="5029200" y="4704869"/>
            <a:chExt cx="4389120" cy="2208075"/>
          </a:xfrm>
        </p:grpSpPr>
        <p:sp>
          <p:nvSpPr>
            <p:cNvPr id="1220" name="Google Shape;1220;p20"/>
            <p:cNvSpPr txBox="1"/>
            <p:nvPr/>
          </p:nvSpPr>
          <p:spPr>
            <a:xfrm>
              <a:off x="5921250" y="4704869"/>
              <a:ext cx="304076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Binding Response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(MCH Cont. Surf., BSA Cont. Subtracted)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1" name="Google Shape;122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9200" y="4992704"/>
              <a:ext cx="4389120" cy="19202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2" name="Google Shape;1222;p20"/>
          <p:cNvGrpSpPr/>
          <p:nvPr/>
        </p:nvGrpSpPr>
        <p:grpSpPr>
          <a:xfrm>
            <a:off x="5029200" y="2618795"/>
            <a:ext cx="6675120" cy="2005796"/>
            <a:chOff x="5029200" y="2721652"/>
            <a:chExt cx="6675120" cy="2005796"/>
          </a:xfrm>
        </p:grpSpPr>
        <p:pic>
          <p:nvPicPr>
            <p:cNvPr id="1223" name="Google Shape;122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29200" y="2807208"/>
              <a:ext cx="6675120" cy="19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20"/>
            <p:cNvSpPr txBox="1"/>
            <p:nvPr/>
          </p:nvSpPr>
          <p:spPr>
            <a:xfrm>
              <a:off x="6453934" y="2721652"/>
              <a:ext cx="4008533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RNA Binding Response 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(MCH Cont. Surf. Subtracted)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5" name="Google Shape;1225;p20"/>
          <p:cNvGrpSpPr/>
          <p:nvPr/>
        </p:nvGrpSpPr>
        <p:grpSpPr>
          <a:xfrm>
            <a:off x="5029200" y="634877"/>
            <a:ext cx="6675120" cy="2044315"/>
            <a:chOff x="5029200" y="634877"/>
            <a:chExt cx="6675120" cy="2044315"/>
          </a:xfrm>
        </p:grpSpPr>
        <p:pic>
          <p:nvPicPr>
            <p:cNvPr id="1226" name="Google Shape;122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9200" y="758952"/>
              <a:ext cx="6675120" cy="1920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20"/>
            <p:cNvSpPr txBox="1"/>
            <p:nvPr/>
          </p:nvSpPr>
          <p:spPr>
            <a:xfrm>
              <a:off x="6971451" y="634877"/>
              <a:ext cx="307879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MCH and RNA Binding Response </a:t>
              </a: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(Raw)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8" name="Google Shape;1228;p20"/>
          <p:cNvSpPr txBox="1"/>
          <p:nvPr/>
        </p:nvSpPr>
        <p:spPr>
          <a:xfrm>
            <a:off x="1704352" y="80914"/>
            <a:ext cx="87832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Binding Results Summary (Exp 2)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9" name="Google Shape;1229;p20"/>
          <p:cNvCxnSpPr/>
          <p:nvPr/>
        </p:nvCxnSpPr>
        <p:spPr>
          <a:xfrm rot="10800000">
            <a:off x="8540750" y="890132"/>
            <a:ext cx="0" cy="138316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0" name="Google Shape;1230;p20"/>
          <p:cNvCxnSpPr/>
          <p:nvPr/>
        </p:nvCxnSpPr>
        <p:spPr>
          <a:xfrm rot="10800000">
            <a:off x="8547100" y="2895794"/>
            <a:ext cx="0" cy="119172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1" name="Google Shape;1231;p20"/>
          <p:cNvSpPr txBox="1"/>
          <p:nvPr/>
        </p:nvSpPr>
        <p:spPr>
          <a:xfrm>
            <a:off x="5644571" y="1625221"/>
            <a:ext cx="5533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CTH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20"/>
          <p:cNvSpPr txBox="1"/>
          <p:nvPr/>
        </p:nvSpPr>
        <p:spPr>
          <a:xfrm>
            <a:off x="8685340" y="1625221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BSA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0"/>
          <p:cNvSpPr txBox="1"/>
          <p:nvPr/>
        </p:nvSpPr>
        <p:spPr>
          <a:xfrm>
            <a:off x="5644571" y="3638952"/>
            <a:ext cx="5533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CTH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0"/>
          <p:cNvSpPr txBox="1"/>
          <p:nvPr/>
        </p:nvSpPr>
        <p:spPr>
          <a:xfrm>
            <a:off x="8679730" y="3664471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BSA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Wid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